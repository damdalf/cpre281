
<file path=[Content_Types].xml><?xml version="1.0" encoding="utf-8"?>
<Types xmlns="http://schemas.openxmlformats.org/package/2006/content-types">
  <Default Extension="png" ContentType="image/png"/>
  <Default Extension="wmf" ContentType="image/x-wmf"/>
  <Default Extension="emf" ContentType="image/x-emf"/>
  <Default Extension="rels" ContentType="application/vnd.openxmlformats-package.relationships+xml"/>
  <Default Extension="xml" ContentType="application/xml"/>
  <Default Extension="gif" ContentType="image/gif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ink/ink1.xml" ContentType="application/inkml+xml"/>
  <Override PartName="/ppt/ink/ink2.xml" ContentType="application/inkml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ink/ink3.xml" ContentType="application/inkml+xml"/>
  <Override PartName="/ppt/changesInfos/changesInfo1.xml" ContentType="application/vnd.ms-powerpoint.changes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trictFirstAndLastChars="0" saveSubsetFonts="1" autoCompressPictures="0">
  <p:sldMasterIdLst>
    <p:sldMasterId id="2147483660" r:id="rId4"/>
  </p:sldMasterIdLst>
  <p:notesMasterIdLst>
    <p:notesMasterId r:id="rId100"/>
  </p:notesMasterIdLst>
  <p:handoutMasterIdLst>
    <p:handoutMasterId r:id="rId101"/>
  </p:handoutMasterIdLst>
  <p:sldIdLst>
    <p:sldId id="788" r:id="rId5"/>
    <p:sldId id="773" r:id="rId6"/>
    <p:sldId id="774" r:id="rId7"/>
    <p:sldId id="1362" r:id="rId8"/>
    <p:sldId id="1947" r:id="rId9"/>
    <p:sldId id="1938" r:id="rId10"/>
    <p:sldId id="1944" r:id="rId11"/>
    <p:sldId id="1952" r:id="rId12"/>
    <p:sldId id="1953" r:id="rId13"/>
    <p:sldId id="1959" r:id="rId14"/>
    <p:sldId id="1960" r:id="rId15"/>
    <p:sldId id="1914" r:id="rId16"/>
    <p:sldId id="2019" r:id="rId17"/>
    <p:sldId id="2020" r:id="rId18"/>
    <p:sldId id="1915" r:id="rId19"/>
    <p:sldId id="2023" r:id="rId20"/>
    <p:sldId id="1964" r:id="rId21"/>
    <p:sldId id="1972" r:id="rId22"/>
    <p:sldId id="1963" r:id="rId23"/>
    <p:sldId id="1967" r:id="rId24"/>
    <p:sldId id="1966" r:id="rId25"/>
    <p:sldId id="1965" r:id="rId26"/>
    <p:sldId id="1968" r:id="rId27"/>
    <p:sldId id="1969" r:id="rId28"/>
    <p:sldId id="1970" r:id="rId29"/>
    <p:sldId id="1971" r:id="rId30"/>
    <p:sldId id="1973" r:id="rId31"/>
    <p:sldId id="1975" r:id="rId32"/>
    <p:sldId id="1976" r:id="rId33"/>
    <p:sldId id="1977" r:id="rId34"/>
    <p:sldId id="1978" r:id="rId35"/>
    <p:sldId id="1979" r:id="rId36"/>
    <p:sldId id="1980" r:id="rId37"/>
    <p:sldId id="1991" r:id="rId38"/>
    <p:sldId id="1993" r:id="rId39"/>
    <p:sldId id="1990" r:id="rId40"/>
    <p:sldId id="1992" r:id="rId41"/>
    <p:sldId id="1989" r:id="rId42"/>
    <p:sldId id="1988" r:id="rId43"/>
    <p:sldId id="1987" r:id="rId44"/>
    <p:sldId id="1994" r:id="rId45"/>
    <p:sldId id="2150" r:id="rId46"/>
    <p:sldId id="2024" r:id="rId47"/>
    <p:sldId id="2021" r:id="rId48"/>
    <p:sldId id="2022" r:id="rId49"/>
    <p:sldId id="2015" r:id="rId50"/>
    <p:sldId id="2025" r:id="rId51"/>
    <p:sldId id="1984" r:id="rId52"/>
    <p:sldId id="1981" r:id="rId53"/>
    <p:sldId id="2016" r:id="rId54"/>
    <p:sldId id="1982" r:id="rId55"/>
    <p:sldId id="1996" r:id="rId56"/>
    <p:sldId id="1921" r:id="rId57"/>
    <p:sldId id="1997" r:id="rId58"/>
    <p:sldId id="1998" r:id="rId59"/>
    <p:sldId id="1999" r:id="rId60"/>
    <p:sldId id="2000" r:id="rId61"/>
    <p:sldId id="2001" r:id="rId62"/>
    <p:sldId id="2002" r:id="rId63"/>
    <p:sldId id="2003" r:id="rId64"/>
    <p:sldId id="2004" r:id="rId65"/>
    <p:sldId id="2005" r:id="rId66"/>
    <p:sldId id="2006" r:id="rId67"/>
    <p:sldId id="2007" r:id="rId68"/>
    <p:sldId id="2008" r:id="rId69"/>
    <p:sldId id="2009" r:id="rId70"/>
    <p:sldId id="2010" r:id="rId71"/>
    <p:sldId id="2011" r:id="rId72"/>
    <p:sldId id="2012" r:id="rId73"/>
    <p:sldId id="2013" r:id="rId74"/>
    <p:sldId id="1983" r:id="rId75"/>
    <p:sldId id="1922" r:id="rId76"/>
    <p:sldId id="2018" r:id="rId77"/>
    <p:sldId id="263" r:id="rId78"/>
    <p:sldId id="2027" r:id="rId79"/>
    <p:sldId id="264" r:id="rId80"/>
    <p:sldId id="267" r:id="rId81"/>
    <p:sldId id="268" r:id="rId82"/>
    <p:sldId id="2147" r:id="rId83"/>
    <p:sldId id="270" r:id="rId84"/>
    <p:sldId id="271" r:id="rId85"/>
    <p:sldId id="272" r:id="rId86"/>
    <p:sldId id="273" r:id="rId87"/>
    <p:sldId id="356" r:id="rId88"/>
    <p:sldId id="355" r:id="rId89"/>
    <p:sldId id="353" r:id="rId90"/>
    <p:sldId id="352" r:id="rId91"/>
    <p:sldId id="2148" r:id="rId92"/>
    <p:sldId id="346" r:id="rId93"/>
    <p:sldId id="347" r:id="rId94"/>
    <p:sldId id="2149" r:id="rId95"/>
    <p:sldId id="2026" r:id="rId96"/>
    <p:sldId id="350" r:id="rId97"/>
    <p:sldId id="351" r:id="rId98"/>
    <p:sldId id="2146" r:id="rId99"/>
  </p:sldIdLst>
  <p:sldSz cx="9144000" cy="6858000" type="screen4x3"/>
  <p:notesSz cx="6858000" cy="9144000"/>
  <p:defaultTextStyle>
    <a:defPPr>
      <a:defRPr lang="en-US"/>
    </a:defPPr>
    <a:lvl1pPr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5pPr>
    <a:lvl6pPr marL="2286000" algn="l" defTabSz="914400" rtl="0" eaLnBrk="1" latinLnBrk="0" hangingPunct="1"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6pPr>
    <a:lvl7pPr marL="2743200" algn="l" defTabSz="914400" rtl="0" eaLnBrk="1" latinLnBrk="0" hangingPunct="1"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7pPr>
    <a:lvl8pPr marL="3200400" algn="l" defTabSz="914400" rtl="0" eaLnBrk="1" latinLnBrk="0" hangingPunct="1"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8pPr>
    <a:lvl9pPr marL="3657600" algn="l" defTabSz="914400" rtl="0" eaLnBrk="1" latinLnBrk="0" hangingPunct="1"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912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00FF"/>
    <a:srgbClr val="0066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No Style, Table Grid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69012ECD-51FC-41F1-AA8D-1B2483CD663E}" styleName="Light Style 2 - Accent 1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</a:tcStyle>
    </a:band1H>
    <a:band1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1V>
    <a:band2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1"/>
        </a:fillRef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4376" autoAdjust="0"/>
    <p:restoredTop sz="94690"/>
  </p:normalViewPr>
  <p:slideViewPr>
    <p:cSldViewPr>
      <p:cViewPr varScale="1">
        <p:scale>
          <a:sx n="58" d="100"/>
          <a:sy n="58" d="100"/>
        </p:scale>
        <p:origin x="78" y="1074"/>
      </p:cViewPr>
      <p:guideLst>
        <p:guide orient="horz" pos="912"/>
        <p:guide pos="288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2.xml"/><Relationship Id="rId21" Type="http://schemas.openxmlformats.org/officeDocument/2006/relationships/slide" Target="slides/slide17.xml"/><Relationship Id="rId42" Type="http://schemas.openxmlformats.org/officeDocument/2006/relationships/slide" Target="slides/slide38.xml"/><Relationship Id="rId47" Type="http://schemas.openxmlformats.org/officeDocument/2006/relationships/slide" Target="slides/slide43.xml"/><Relationship Id="rId63" Type="http://schemas.openxmlformats.org/officeDocument/2006/relationships/slide" Target="slides/slide59.xml"/><Relationship Id="rId68" Type="http://schemas.openxmlformats.org/officeDocument/2006/relationships/slide" Target="slides/slide64.xml"/><Relationship Id="rId84" Type="http://schemas.openxmlformats.org/officeDocument/2006/relationships/slide" Target="slides/slide80.xml"/><Relationship Id="rId89" Type="http://schemas.openxmlformats.org/officeDocument/2006/relationships/slide" Target="slides/slide85.xml"/><Relationship Id="rId16" Type="http://schemas.openxmlformats.org/officeDocument/2006/relationships/slide" Target="slides/slide12.xml"/><Relationship Id="rId11" Type="http://schemas.openxmlformats.org/officeDocument/2006/relationships/slide" Target="slides/slide7.xml"/><Relationship Id="rId32" Type="http://schemas.openxmlformats.org/officeDocument/2006/relationships/slide" Target="slides/slide28.xml"/><Relationship Id="rId37" Type="http://schemas.openxmlformats.org/officeDocument/2006/relationships/slide" Target="slides/slide33.xml"/><Relationship Id="rId53" Type="http://schemas.openxmlformats.org/officeDocument/2006/relationships/slide" Target="slides/slide49.xml"/><Relationship Id="rId58" Type="http://schemas.openxmlformats.org/officeDocument/2006/relationships/slide" Target="slides/slide54.xml"/><Relationship Id="rId74" Type="http://schemas.openxmlformats.org/officeDocument/2006/relationships/slide" Target="slides/slide70.xml"/><Relationship Id="rId79" Type="http://schemas.openxmlformats.org/officeDocument/2006/relationships/slide" Target="slides/slide75.xml"/><Relationship Id="rId102" Type="http://schemas.openxmlformats.org/officeDocument/2006/relationships/presProps" Target="presProps.xml"/><Relationship Id="rId5" Type="http://schemas.openxmlformats.org/officeDocument/2006/relationships/slide" Target="slides/slide1.xml"/><Relationship Id="rId90" Type="http://schemas.openxmlformats.org/officeDocument/2006/relationships/slide" Target="slides/slide86.xml"/><Relationship Id="rId95" Type="http://schemas.openxmlformats.org/officeDocument/2006/relationships/slide" Target="slides/slide91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43" Type="http://schemas.openxmlformats.org/officeDocument/2006/relationships/slide" Target="slides/slide39.xml"/><Relationship Id="rId48" Type="http://schemas.openxmlformats.org/officeDocument/2006/relationships/slide" Target="slides/slide44.xml"/><Relationship Id="rId64" Type="http://schemas.openxmlformats.org/officeDocument/2006/relationships/slide" Target="slides/slide60.xml"/><Relationship Id="rId69" Type="http://schemas.openxmlformats.org/officeDocument/2006/relationships/slide" Target="slides/slide65.xml"/><Relationship Id="rId80" Type="http://schemas.openxmlformats.org/officeDocument/2006/relationships/slide" Target="slides/slide76.xml"/><Relationship Id="rId85" Type="http://schemas.openxmlformats.org/officeDocument/2006/relationships/slide" Target="slides/slide81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33" Type="http://schemas.openxmlformats.org/officeDocument/2006/relationships/slide" Target="slides/slide29.xml"/><Relationship Id="rId38" Type="http://schemas.openxmlformats.org/officeDocument/2006/relationships/slide" Target="slides/slide34.xml"/><Relationship Id="rId59" Type="http://schemas.openxmlformats.org/officeDocument/2006/relationships/slide" Target="slides/slide55.xml"/><Relationship Id="rId103" Type="http://schemas.openxmlformats.org/officeDocument/2006/relationships/viewProps" Target="viewProps.xml"/><Relationship Id="rId20" Type="http://schemas.openxmlformats.org/officeDocument/2006/relationships/slide" Target="slides/slide16.xml"/><Relationship Id="rId41" Type="http://schemas.openxmlformats.org/officeDocument/2006/relationships/slide" Target="slides/slide37.xml"/><Relationship Id="rId54" Type="http://schemas.openxmlformats.org/officeDocument/2006/relationships/slide" Target="slides/slide50.xml"/><Relationship Id="rId62" Type="http://schemas.openxmlformats.org/officeDocument/2006/relationships/slide" Target="slides/slide58.xml"/><Relationship Id="rId70" Type="http://schemas.openxmlformats.org/officeDocument/2006/relationships/slide" Target="slides/slide66.xml"/><Relationship Id="rId75" Type="http://schemas.openxmlformats.org/officeDocument/2006/relationships/slide" Target="slides/slide71.xml"/><Relationship Id="rId83" Type="http://schemas.openxmlformats.org/officeDocument/2006/relationships/slide" Target="slides/slide79.xml"/><Relationship Id="rId88" Type="http://schemas.openxmlformats.org/officeDocument/2006/relationships/slide" Target="slides/slide84.xml"/><Relationship Id="rId91" Type="http://schemas.openxmlformats.org/officeDocument/2006/relationships/slide" Target="slides/slide87.xml"/><Relationship Id="rId96" Type="http://schemas.openxmlformats.org/officeDocument/2006/relationships/slide" Target="slides/slide92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36" Type="http://schemas.openxmlformats.org/officeDocument/2006/relationships/slide" Target="slides/slide32.xml"/><Relationship Id="rId49" Type="http://schemas.openxmlformats.org/officeDocument/2006/relationships/slide" Target="slides/slide45.xml"/><Relationship Id="rId57" Type="http://schemas.openxmlformats.org/officeDocument/2006/relationships/slide" Target="slides/slide53.xml"/><Relationship Id="rId106" Type="http://schemas.microsoft.com/office/2016/11/relationships/changesInfo" Target="changesInfos/changesInfo1.xml"/><Relationship Id="rId10" Type="http://schemas.openxmlformats.org/officeDocument/2006/relationships/slide" Target="slides/slide6.xml"/><Relationship Id="rId31" Type="http://schemas.openxmlformats.org/officeDocument/2006/relationships/slide" Target="slides/slide27.xml"/><Relationship Id="rId44" Type="http://schemas.openxmlformats.org/officeDocument/2006/relationships/slide" Target="slides/slide40.xml"/><Relationship Id="rId52" Type="http://schemas.openxmlformats.org/officeDocument/2006/relationships/slide" Target="slides/slide48.xml"/><Relationship Id="rId60" Type="http://schemas.openxmlformats.org/officeDocument/2006/relationships/slide" Target="slides/slide56.xml"/><Relationship Id="rId65" Type="http://schemas.openxmlformats.org/officeDocument/2006/relationships/slide" Target="slides/slide61.xml"/><Relationship Id="rId73" Type="http://schemas.openxmlformats.org/officeDocument/2006/relationships/slide" Target="slides/slide69.xml"/><Relationship Id="rId78" Type="http://schemas.openxmlformats.org/officeDocument/2006/relationships/slide" Target="slides/slide74.xml"/><Relationship Id="rId81" Type="http://schemas.openxmlformats.org/officeDocument/2006/relationships/slide" Target="slides/slide77.xml"/><Relationship Id="rId86" Type="http://schemas.openxmlformats.org/officeDocument/2006/relationships/slide" Target="slides/slide82.xml"/><Relationship Id="rId94" Type="http://schemas.openxmlformats.org/officeDocument/2006/relationships/slide" Target="slides/slide90.xml"/><Relationship Id="rId99" Type="http://schemas.openxmlformats.org/officeDocument/2006/relationships/slide" Target="slides/slide95.xml"/><Relationship Id="rId101" Type="http://schemas.openxmlformats.org/officeDocument/2006/relationships/handoutMaster" Target="handoutMasters/handoutMaster1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39" Type="http://schemas.openxmlformats.org/officeDocument/2006/relationships/slide" Target="slides/slide35.xml"/><Relationship Id="rId34" Type="http://schemas.openxmlformats.org/officeDocument/2006/relationships/slide" Target="slides/slide30.xml"/><Relationship Id="rId50" Type="http://schemas.openxmlformats.org/officeDocument/2006/relationships/slide" Target="slides/slide46.xml"/><Relationship Id="rId55" Type="http://schemas.openxmlformats.org/officeDocument/2006/relationships/slide" Target="slides/slide51.xml"/><Relationship Id="rId76" Type="http://schemas.openxmlformats.org/officeDocument/2006/relationships/slide" Target="slides/slide72.xml"/><Relationship Id="rId97" Type="http://schemas.openxmlformats.org/officeDocument/2006/relationships/slide" Target="slides/slide93.xml"/><Relationship Id="rId104" Type="http://schemas.openxmlformats.org/officeDocument/2006/relationships/theme" Target="theme/theme1.xml"/><Relationship Id="rId7" Type="http://schemas.openxmlformats.org/officeDocument/2006/relationships/slide" Target="slides/slide3.xml"/><Relationship Id="rId71" Type="http://schemas.openxmlformats.org/officeDocument/2006/relationships/slide" Target="slides/slide67.xml"/><Relationship Id="rId92" Type="http://schemas.openxmlformats.org/officeDocument/2006/relationships/slide" Target="slides/slide88.xml"/><Relationship Id="rId2" Type="http://schemas.openxmlformats.org/officeDocument/2006/relationships/customXml" Target="../customXml/item2.xml"/><Relationship Id="rId29" Type="http://schemas.openxmlformats.org/officeDocument/2006/relationships/slide" Target="slides/slide25.xml"/><Relationship Id="rId24" Type="http://schemas.openxmlformats.org/officeDocument/2006/relationships/slide" Target="slides/slide20.xml"/><Relationship Id="rId40" Type="http://schemas.openxmlformats.org/officeDocument/2006/relationships/slide" Target="slides/slide36.xml"/><Relationship Id="rId45" Type="http://schemas.openxmlformats.org/officeDocument/2006/relationships/slide" Target="slides/slide41.xml"/><Relationship Id="rId66" Type="http://schemas.openxmlformats.org/officeDocument/2006/relationships/slide" Target="slides/slide62.xml"/><Relationship Id="rId87" Type="http://schemas.openxmlformats.org/officeDocument/2006/relationships/slide" Target="slides/slide83.xml"/><Relationship Id="rId61" Type="http://schemas.openxmlformats.org/officeDocument/2006/relationships/slide" Target="slides/slide57.xml"/><Relationship Id="rId82" Type="http://schemas.openxmlformats.org/officeDocument/2006/relationships/slide" Target="slides/slide78.xml"/><Relationship Id="rId19" Type="http://schemas.openxmlformats.org/officeDocument/2006/relationships/slide" Target="slides/slide15.xml"/><Relationship Id="rId14" Type="http://schemas.openxmlformats.org/officeDocument/2006/relationships/slide" Target="slides/slide10.xml"/><Relationship Id="rId30" Type="http://schemas.openxmlformats.org/officeDocument/2006/relationships/slide" Target="slides/slide26.xml"/><Relationship Id="rId35" Type="http://schemas.openxmlformats.org/officeDocument/2006/relationships/slide" Target="slides/slide31.xml"/><Relationship Id="rId56" Type="http://schemas.openxmlformats.org/officeDocument/2006/relationships/slide" Target="slides/slide52.xml"/><Relationship Id="rId77" Type="http://schemas.openxmlformats.org/officeDocument/2006/relationships/slide" Target="slides/slide73.xml"/><Relationship Id="rId100" Type="http://schemas.openxmlformats.org/officeDocument/2006/relationships/notesMaster" Target="notesMasters/notesMaster1.xml"/><Relationship Id="rId105" Type="http://schemas.openxmlformats.org/officeDocument/2006/relationships/tableStyles" Target="tableStyles.xml"/><Relationship Id="rId8" Type="http://schemas.openxmlformats.org/officeDocument/2006/relationships/slide" Target="slides/slide4.xml"/><Relationship Id="rId51" Type="http://schemas.openxmlformats.org/officeDocument/2006/relationships/slide" Target="slides/slide47.xml"/><Relationship Id="rId72" Type="http://schemas.openxmlformats.org/officeDocument/2006/relationships/slide" Target="slides/slide68.xml"/><Relationship Id="rId93" Type="http://schemas.openxmlformats.org/officeDocument/2006/relationships/slide" Target="slides/slide89.xml"/><Relationship Id="rId98" Type="http://schemas.openxmlformats.org/officeDocument/2006/relationships/slide" Target="slides/slide94.xml"/><Relationship Id="rId3" Type="http://schemas.openxmlformats.org/officeDocument/2006/relationships/customXml" Target="../customXml/item3.xml"/><Relationship Id="rId25" Type="http://schemas.openxmlformats.org/officeDocument/2006/relationships/slide" Target="slides/slide21.xml"/><Relationship Id="rId46" Type="http://schemas.openxmlformats.org/officeDocument/2006/relationships/slide" Target="slides/slide42.xml"/><Relationship Id="rId67" Type="http://schemas.openxmlformats.org/officeDocument/2006/relationships/slide" Target="slides/slide63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Md Maruf Ahamed" userId="6f647de5-aeca-43cd-b76c-e84c6089bcf4" providerId="ADAL" clId="{04F073D4-F60F-42D8-B9B6-F8A1B401E703}"/>
  </pc:docChgLst>
  <pc:docChgLst>
    <pc:chgData name="Ahamed, Md Maruf [E CPE]" userId="6f647de5-aeca-43cd-b76c-e84c6089bcf4" providerId="ADAL" clId="{CA918C56-0499-4FF1-A7A3-01B2FAFCB291}"/>
  </pc:docChgLst>
  <pc:docChgLst>
    <pc:chgData name="Ahamed, Md Maruf [E CPE]" userId="6f647de5-aeca-43cd-b76c-e84c6089bcf4" providerId="ADAL" clId="{6EA810A5-CB7D-4E38-993D-274BBF0F159B}"/>
    <pc:docChg chg="custSel modSld">
      <pc:chgData name="Ahamed, Md Maruf [E CPE]" userId="6f647de5-aeca-43cd-b76c-e84c6089bcf4" providerId="ADAL" clId="{6EA810A5-CB7D-4E38-993D-274BBF0F159B}" dt="2022-04-12T21:52:18.295" v="49" actId="478"/>
      <pc:docMkLst>
        <pc:docMk/>
      </pc:docMkLst>
      <pc:sldChg chg="delSp">
        <pc:chgData name="Ahamed, Md Maruf [E CPE]" userId="6f647de5-aeca-43cd-b76c-e84c6089bcf4" providerId="ADAL" clId="{6EA810A5-CB7D-4E38-993D-274BBF0F159B}" dt="2022-04-12T21:51:26.293" v="46" actId="478"/>
        <pc:sldMkLst>
          <pc:docMk/>
          <pc:sldMk cId="0" sldId="268"/>
        </pc:sldMkLst>
        <pc:inkChg chg="del">
          <ac:chgData name="Ahamed, Md Maruf [E CPE]" userId="6f647de5-aeca-43cd-b76c-e84c6089bcf4" providerId="ADAL" clId="{6EA810A5-CB7D-4E38-993D-274BBF0F159B}" dt="2022-04-12T21:51:26.293" v="46" actId="478"/>
          <ac:inkMkLst>
            <pc:docMk/>
            <pc:sldMk cId="0" sldId="268"/>
            <ac:inkMk id="2" creationId="{45F9364A-FC47-4D39-AEC1-63E49E5A4709}"/>
          </ac:inkMkLst>
        </pc:inkChg>
      </pc:sldChg>
      <pc:sldChg chg="modSp">
        <pc:chgData name="Ahamed, Md Maruf [E CPE]" userId="6f647de5-aeca-43cd-b76c-e84c6089bcf4" providerId="ADAL" clId="{6EA810A5-CB7D-4E38-993D-274BBF0F159B}" dt="2022-04-12T21:38:14.189" v="5" actId="20577"/>
        <pc:sldMkLst>
          <pc:docMk/>
          <pc:sldMk cId="1865281566" sldId="774"/>
        </pc:sldMkLst>
        <pc:spChg chg="mod">
          <ac:chgData name="Ahamed, Md Maruf [E CPE]" userId="6f647de5-aeca-43cd-b76c-e84c6089bcf4" providerId="ADAL" clId="{6EA810A5-CB7D-4E38-993D-274BBF0F159B}" dt="2022-04-12T21:38:14.189" v="5" actId="20577"/>
          <ac:spMkLst>
            <pc:docMk/>
            <pc:sldMk cId="1865281566" sldId="774"/>
            <ac:spMk id="207875" creationId="{D583FDE5-0A59-BD41-A182-AC71C16B0812}"/>
          </ac:spMkLst>
        </pc:spChg>
      </pc:sldChg>
      <pc:sldChg chg="delSp">
        <pc:chgData name="Ahamed, Md Maruf [E CPE]" userId="6f647de5-aeca-43cd-b76c-e84c6089bcf4" providerId="ADAL" clId="{6EA810A5-CB7D-4E38-993D-274BBF0F159B}" dt="2022-04-12T21:40:14.942" v="6" actId="478"/>
        <pc:sldMkLst>
          <pc:docMk/>
          <pc:sldMk cId="0" sldId="1914"/>
        </pc:sldMkLst>
        <pc:inkChg chg="del">
          <ac:chgData name="Ahamed, Md Maruf [E CPE]" userId="6f647de5-aeca-43cd-b76c-e84c6089bcf4" providerId="ADAL" clId="{6EA810A5-CB7D-4E38-993D-274BBF0F159B}" dt="2022-04-12T21:40:14.942" v="6" actId="478"/>
          <ac:inkMkLst>
            <pc:docMk/>
            <pc:sldMk cId="0" sldId="1914"/>
            <ac:inkMk id="3" creationId="{583E38A4-DE11-4BA6-908C-55EFDA57C853}"/>
          </ac:inkMkLst>
        </pc:inkChg>
      </pc:sldChg>
      <pc:sldChg chg="addSp delSp modSp">
        <pc:chgData name="Ahamed, Md Maruf [E CPE]" userId="6f647de5-aeca-43cd-b76c-e84c6089bcf4" providerId="ADAL" clId="{6EA810A5-CB7D-4E38-993D-274BBF0F159B}" dt="2022-04-12T21:42:38.353" v="20" actId="14100"/>
        <pc:sldMkLst>
          <pc:docMk/>
          <pc:sldMk cId="0" sldId="1915"/>
        </pc:sldMkLst>
        <pc:spChg chg="mod">
          <ac:chgData name="Ahamed, Md Maruf [E CPE]" userId="6f647de5-aeca-43cd-b76c-e84c6089bcf4" providerId="ADAL" clId="{6EA810A5-CB7D-4E38-993D-274BBF0F159B}" dt="2022-04-12T21:42:03.635" v="12" actId="14100"/>
          <ac:spMkLst>
            <pc:docMk/>
            <pc:sldMk cId="0" sldId="1915"/>
            <ac:spMk id="4" creationId="{5ABC0387-2829-F84C-AE96-8FD8F6166C75}"/>
          </ac:spMkLst>
        </pc:spChg>
        <pc:spChg chg="mod">
          <ac:chgData name="Ahamed, Md Maruf [E CPE]" userId="6f647de5-aeca-43cd-b76c-e84c6089bcf4" providerId="ADAL" clId="{6EA810A5-CB7D-4E38-993D-274BBF0F159B}" dt="2022-04-12T21:42:21.747" v="16" actId="164"/>
          <ac:spMkLst>
            <pc:docMk/>
            <pc:sldMk cId="0" sldId="1915"/>
            <ac:spMk id="5" creationId="{0E1783FF-F8A7-467D-9219-A34F9650989C}"/>
          </ac:spMkLst>
        </pc:spChg>
        <pc:grpChg chg="add mod">
          <ac:chgData name="Ahamed, Md Maruf [E CPE]" userId="6f647de5-aeca-43cd-b76c-e84c6089bcf4" providerId="ADAL" clId="{6EA810A5-CB7D-4E38-993D-274BBF0F159B}" dt="2022-04-12T21:42:38.353" v="20" actId="14100"/>
          <ac:grpSpMkLst>
            <pc:docMk/>
            <pc:sldMk cId="0" sldId="1915"/>
            <ac:grpSpMk id="6" creationId="{3F94B67A-24B1-4723-9AC0-E58E45CC02AE}"/>
          </ac:grpSpMkLst>
        </pc:grpChg>
        <pc:picChg chg="mod">
          <ac:chgData name="Ahamed, Md Maruf [E CPE]" userId="6f647de5-aeca-43cd-b76c-e84c6089bcf4" providerId="ADAL" clId="{6EA810A5-CB7D-4E38-993D-274BBF0F159B}" dt="2022-04-12T21:42:21.747" v="16" actId="164"/>
          <ac:picMkLst>
            <pc:docMk/>
            <pc:sldMk cId="0" sldId="1915"/>
            <ac:picMk id="2" creationId="{8C9E0938-365F-4E71-ADCD-8EF1067F4D39}"/>
          </ac:picMkLst>
        </pc:picChg>
        <pc:inkChg chg="del">
          <ac:chgData name="Ahamed, Md Maruf [E CPE]" userId="6f647de5-aeca-43cd-b76c-e84c6089bcf4" providerId="ADAL" clId="{6EA810A5-CB7D-4E38-993D-274BBF0F159B}" dt="2022-04-12T21:42:08.122" v="13" actId="478"/>
          <ac:inkMkLst>
            <pc:docMk/>
            <pc:sldMk cId="0" sldId="1915"/>
            <ac:inkMk id="3" creationId="{4E4E57EA-7231-448F-84F5-813E4A974594}"/>
          </ac:inkMkLst>
        </pc:inkChg>
      </pc:sldChg>
      <pc:sldChg chg="delSp">
        <pc:chgData name="Ahamed, Md Maruf [E CPE]" userId="6f647de5-aeca-43cd-b76c-e84c6089bcf4" providerId="ADAL" clId="{6EA810A5-CB7D-4E38-993D-274BBF0F159B}" dt="2022-04-12T21:50:02.715" v="43" actId="478"/>
        <pc:sldMkLst>
          <pc:docMk/>
          <pc:sldMk cId="0" sldId="1921"/>
        </pc:sldMkLst>
        <pc:inkChg chg="del">
          <ac:chgData name="Ahamed, Md Maruf [E CPE]" userId="6f647de5-aeca-43cd-b76c-e84c6089bcf4" providerId="ADAL" clId="{6EA810A5-CB7D-4E38-993D-274BBF0F159B}" dt="2022-04-12T21:50:02.715" v="43" actId="478"/>
          <ac:inkMkLst>
            <pc:docMk/>
            <pc:sldMk cId="0" sldId="1921"/>
            <ac:inkMk id="2" creationId="{6CE005F1-6586-4A24-8DB2-A3F55C9FC91D}"/>
          </ac:inkMkLst>
        </pc:inkChg>
      </pc:sldChg>
      <pc:sldChg chg="delSp">
        <pc:chgData name="Ahamed, Md Maruf [E CPE]" userId="6f647de5-aeca-43cd-b76c-e84c6089bcf4" providerId="ADAL" clId="{6EA810A5-CB7D-4E38-993D-274BBF0F159B}" dt="2022-04-12T21:50:38.647" v="45" actId="478"/>
        <pc:sldMkLst>
          <pc:docMk/>
          <pc:sldMk cId="0" sldId="1922"/>
        </pc:sldMkLst>
        <pc:inkChg chg="del">
          <ac:chgData name="Ahamed, Md Maruf [E CPE]" userId="6f647de5-aeca-43cd-b76c-e84c6089bcf4" providerId="ADAL" clId="{6EA810A5-CB7D-4E38-993D-274BBF0F159B}" dt="2022-04-12T21:50:38.647" v="45" actId="478"/>
          <ac:inkMkLst>
            <pc:docMk/>
            <pc:sldMk cId="0" sldId="1922"/>
            <ac:inkMk id="2" creationId="{A8C7407C-310D-4581-A2AC-56CC8CA63BA6}"/>
          </ac:inkMkLst>
        </pc:inkChg>
      </pc:sldChg>
      <pc:sldChg chg="modSp">
        <pc:chgData name="Ahamed, Md Maruf [E CPE]" userId="6f647de5-aeca-43cd-b76c-e84c6089bcf4" providerId="ADAL" clId="{6EA810A5-CB7D-4E38-993D-274BBF0F159B}" dt="2022-04-12T21:41:04.782" v="9" actId="20577"/>
        <pc:sldMkLst>
          <pc:docMk/>
          <pc:sldMk cId="0" sldId="1944"/>
        </pc:sldMkLst>
        <pc:spChg chg="mod">
          <ac:chgData name="Ahamed, Md Maruf [E CPE]" userId="6f647de5-aeca-43cd-b76c-e84c6089bcf4" providerId="ADAL" clId="{6EA810A5-CB7D-4E38-993D-274BBF0F159B}" dt="2022-04-12T21:41:04.782" v="9" actId="20577"/>
          <ac:spMkLst>
            <pc:docMk/>
            <pc:sldMk cId="0" sldId="1944"/>
            <ac:spMk id="16385" creationId="{4C3C2F8A-CE7D-4BDD-AF0D-4C53534DADEC}"/>
          </ac:spMkLst>
        </pc:spChg>
      </pc:sldChg>
      <pc:sldChg chg="delSp">
        <pc:chgData name="Ahamed, Md Maruf [E CPE]" userId="6f647de5-aeca-43cd-b76c-e84c6089bcf4" providerId="ADAL" clId="{6EA810A5-CB7D-4E38-993D-274BBF0F159B}" dt="2022-04-12T21:41:12.402" v="10" actId="478"/>
        <pc:sldMkLst>
          <pc:docMk/>
          <pc:sldMk cId="0" sldId="1952"/>
        </pc:sldMkLst>
        <pc:inkChg chg="del">
          <ac:chgData name="Ahamed, Md Maruf [E CPE]" userId="6f647de5-aeca-43cd-b76c-e84c6089bcf4" providerId="ADAL" clId="{6EA810A5-CB7D-4E38-993D-274BBF0F159B}" dt="2022-04-12T21:41:12.402" v="10" actId="478"/>
          <ac:inkMkLst>
            <pc:docMk/>
            <pc:sldMk cId="0" sldId="1952"/>
            <ac:inkMk id="2" creationId="{B3AA2DC6-3D3E-4002-936D-17E46CF30814}"/>
          </ac:inkMkLst>
        </pc:inkChg>
      </pc:sldChg>
      <pc:sldChg chg="delSp">
        <pc:chgData name="Ahamed, Md Maruf [E CPE]" userId="6f647de5-aeca-43cd-b76c-e84c6089bcf4" providerId="ADAL" clId="{6EA810A5-CB7D-4E38-993D-274BBF0F159B}" dt="2022-04-12T21:43:13.447" v="21" actId="478"/>
        <pc:sldMkLst>
          <pc:docMk/>
          <pc:sldMk cId="0" sldId="1973"/>
        </pc:sldMkLst>
        <pc:inkChg chg="del">
          <ac:chgData name="Ahamed, Md Maruf [E CPE]" userId="6f647de5-aeca-43cd-b76c-e84c6089bcf4" providerId="ADAL" clId="{6EA810A5-CB7D-4E38-993D-274BBF0F159B}" dt="2022-04-12T21:43:13.447" v="21" actId="478"/>
          <ac:inkMkLst>
            <pc:docMk/>
            <pc:sldMk cId="0" sldId="1973"/>
            <ac:inkMk id="2" creationId="{B2265DFC-149F-4131-8058-4C6ADEBF6885}"/>
          </ac:inkMkLst>
        </pc:inkChg>
      </pc:sldChg>
      <pc:sldChg chg="delSp">
        <pc:chgData name="Ahamed, Md Maruf [E CPE]" userId="6f647de5-aeca-43cd-b76c-e84c6089bcf4" providerId="ADAL" clId="{6EA810A5-CB7D-4E38-993D-274BBF0F159B}" dt="2022-04-12T21:43:31.152" v="22" actId="478"/>
        <pc:sldMkLst>
          <pc:docMk/>
          <pc:sldMk cId="0" sldId="1977"/>
        </pc:sldMkLst>
        <pc:inkChg chg="del">
          <ac:chgData name="Ahamed, Md Maruf [E CPE]" userId="6f647de5-aeca-43cd-b76c-e84c6089bcf4" providerId="ADAL" clId="{6EA810A5-CB7D-4E38-993D-274BBF0F159B}" dt="2022-04-12T21:43:31.152" v="22" actId="478"/>
          <ac:inkMkLst>
            <pc:docMk/>
            <pc:sldMk cId="0" sldId="1977"/>
            <ac:inkMk id="2" creationId="{2EB36871-4D40-44DE-A60F-598D39C1B544}"/>
          </ac:inkMkLst>
        </pc:inkChg>
      </pc:sldChg>
      <pc:sldChg chg="delSp">
        <pc:chgData name="Ahamed, Md Maruf [E CPE]" userId="6f647de5-aeca-43cd-b76c-e84c6089bcf4" providerId="ADAL" clId="{6EA810A5-CB7D-4E38-993D-274BBF0F159B}" dt="2022-04-12T21:43:35.959" v="23" actId="478"/>
        <pc:sldMkLst>
          <pc:docMk/>
          <pc:sldMk cId="0" sldId="1978"/>
        </pc:sldMkLst>
        <pc:inkChg chg="del">
          <ac:chgData name="Ahamed, Md Maruf [E CPE]" userId="6f647de5-aeca-43cd-b76c-e84c6089bcf4" providerId="ADAL" clId="{6EA810A5-CB7D-4E38-993D-274BBF0F159B}" dt="2022-04-12T21:43:35.959" v="23" actId="478"/>
          <ac:inkMkLst>
            <pc:docMk/>
            <pc:sldMk cId="0" sldId="1978"/>
            <ac:inkMk id="2" creationId="{B1446EAE-A976-4C24-A5D2-DEFCC91CD558}"/>
          </ac:inkMkLst>
        </pc:inkChg>
      </pc:sldChg>
      <pc:sldChg chg="delSp">
        <pc:chgData name="Ahamed, Md Maruf [E CPE]" userId="6f647de5-aeca-43cd-b76c-e84c6089bcf4" providerId="ADAL" clId="{6EA810A5-CB7D-4E38-993D-274BBF0F159B}" dt="2022-04-12T21:44:00.928" v="26" actId="478"/>
        <pc:sldMkLst>
          <pc:docMk/>
          <pc:sldMk cId="0" sldId="1987"/>
        </pc:sldMkLst>
        <pc:inkChg chg="del">
          <ac:chgData name="Ahamed, Md Maruf [E CPE]" userId="6f647de5-aeca-43cd-b76c-e84c6089bcf4" providerId="ADAL" clId="{6EA810A5-CB7D-4E38-993D-274BBF0F159B}" dt="2022-04-12T21:44:00.928" v="26" actId="478"/>
          <ac:inkMkLst>
            <pc:docMk/>
            <pc:sldMk cId="0" sldId="1987"/>
            <ac:inkMk id="2" creationId="{994E1012-FE6C-41E3-99F3-5A372BFE3BE8}"/>
          </ac:inkMkLst>
        </pc:inkChg>
      </pc:sldChg>
      <pc:sldChg chg="delSp">
        <pc:chgData name="Ahamed, Md Maruf [E CPE]" userId="6f647de5-aeca-43cd-b76c-e84c6089bcf4" providerId="ADAL" clId="{6EA810A5-CB7D-4E38-993D-274BBF0F159B}" dt="2022-04-12T21:43:57.105" v="25" actId="478"/>
        <pc:sldMkLst>
          <pc:docMk/>
          <pc:sldMk cId="0" sldId="1988"/>
        </pc:sldMkLst>
        <pc:inkChg chg="del">
          <ac:chgData name="Ahamed, Md Maruf [E CPE]" userId="6f647de5-aeca-43cd-b76c-e84c6089bcf4" providerId="ADAL" clId="{6EA810A5-CB7D-4E38-993D-274BBF0F159B}" dt="2022-04-12T21:43:57.105" v="25" actId="478"/>
          <ac:inkMkLst>
            <pc:docMk/>
            <pc:sldMk cId="0" sldId="1988"/>
            <ac:inkMk id="2" creationId="{C15DEA5D-6E5D-42A5-A2CC-301B17F6244A}"/>
          </ac:inkMkLst>
        </pc:inkChg>
      </pc:sldChg>
      <pc:sldChg chg="delSp">
        <pc:chgData name="Ahamed, Md Maruf [E CPE]" userId="6f647de5-aeca-43cd-b76c-e84c6089bcf4" providerId="ADAL" clId="{6EA810A5-CB7D-4E38-993D-274BBF0F159B}" dt="2022-04-12T21:43:45.430" v="24" actId="478"/>
        <pc:sldMkLst>
          <pc:docMk/>
          <pc:sldMk cId="0" sldId="1993"/>
        </pc:sldMkLst>
        <pc:inkChg chg="del">
          <ac:chgData name="Ahamed, Md Maruf [E CPE]" userId="6f647de5-aeca-43cd-b76c-e84c6089bcf4" providerId="ADAL" clId="{6EA810A5-CB7D-4E38-993D-274BBF0F159B}" dt="2022-04-12T21:43:45.430" v="24" actId="478"/>
          <ac:inkMkLst>
            <pc:docMk/>
            <pc:sldMk cId="0" sldId="1993"/>
            <ac:inkMk id="2" creationId="{59869CFA-2838-4671-B7A1-68C2FD4369AC}"/>
          </ac:inkMkLst>
        </pc:inkChg>
      </pc:sldChg>
      <pc:sldChg chg="delSp">
        <pc:chgData name="Ahamed, Md Maruf [E CPE]" userId="6f647de5-aeca-43cd-b76c-e84c6089bcf4" providerId="ADAL" clId="{6EA810A5-CB7D-4E38-993D-274BBF0F159B}" dt="2022-04-12T21:44:13.785" v="27" actId="478"/>
        <pc:sldMkLst>
          <pc:docMk/>
          <pc:sldMk cId="0" sldId="1994"/>
        </pc:sldMkLst>
        <pc:inkChg chg="del">
          <ac:chgData name="Ahamed, Md Maruf [E CPE]" userId="6f647de5-aeca-43cd-b76c-e84c6089bcf4" providerId="ADAL" clId="{6EA810A5-CB7D-4E38-993D-274BBF0F159B}" dt="2022-04-12T21:44:13.785" v="27" actId="478"/>
          <ac:inkMkLst>
            <pc:docMk/>
            <pc:sldMk cId="0" sldId="1994"/>
            <ac:inkMk id="2" creationId="{789CF0F4-A755-4F6E-808B-1B79F84D275E}"/>
          </ac:inkMkLst>
        </pc:inkChg>
      </pc:sldChg>
      <pc:sldChg chg="delSp">
        <pc:chgData name="Ahamed, Md Maruf [E CPE]" userId="6f647de5-aeca-43cd-b76c-e84c6089bcf4" providerId="ADAL" clId="{6EA810A5-CB7D-4E38-993D-274BBF0F159B}" dt="2022-04-12T21:50:10.854" v="44" actId="478"/>
        <pc:sldMkLst>
          <pc:docMk/>
          <pc:sldMk cId="0" sldId="1998"/>
        </pc:sldMkLst>
        <pc:inkChg chg="del">
          <ac:chgData name="Ahamed, Md Maruf [E CPE]" userId="6f647de5-aeca-43cd-b76c-e84c6089bcf4" providerId="ADAL" clId="{6EA810A5-CB7D-4E38-993D-274BBF0F159B}" dt="2022-04-12T21:50:10.854" v="44" actId="478"/>
          <ac:inkMkLst>
            <pc:docMk/>
            <pc:sldMk cId="0" sldId="1998"/>
            <ac:inkMk id="2" creationId="{BA97FDCE-DEAC-4AEC-933E-CDF73E023B7A}"/>
          </ac:inkMkLst>
        </pc:inkChg>
      </pc:sldChg>
      <pc:sldChg chg="delSp modSp">
        <pc:chgData name="Ahamed, Md Maruf [E CPE]" userId="6f647de5-aeca-43cd-b76c-e84c6089bcf4" providerId="ADAL" clId="{6EA810A5-CB7D-4E38-993D-274BBF0F159B}" dt="2022-04-12T21:45:40.233" v="42" actId="478"/>
        <pc:sldMkLst>
          <pc:docMk/>
          <pc:sldMk cId="0" sldId="2016"/>
        </pc:sldMkLst>
        <pc:grpChg chg="mod">
          <ac:chgData name="Ahamed, Md Maruf [E CPE]" userId="6f647de5-aeca-43cd-b76c-e84c6089bcf4" providerId="ADAL" clId="{6EA810A5-CB7D-4E38-993D-274BBF0F159B}" dt="2022-04-12T21:45:38.076" v="41" actId="1037"/>
          <ac:grpSpMkLst>
            <pc:docMk/>
            <pc:sldMk cId="0" sldId="2016"/>
            <ac:grpSpMk id="64513" creationId="{92FAA432-38C9-4E93-BC79-AB2B5297597C}"/>
          </ac:grpSpMkLst>
        </pc:grpChg>
        <pc:grpChg chg="mod">
          <ac:chgData name="Ahamed, Md Maruf [E CPE]" userId="6f647de5-aeca-43cd-b76c-e84c6089bcf4" providerId="ADAL" clId="{6EA810A5-CB7D-4E38-993D-274BBF0F159B}" dt="2022-04-12T21:45:38.076" v="41" actId="1037"/>
          <ac:grpSpMkLst>
            <pc:docMk/>
            <pc:sldMk cId="0" sldId="2016"/>
            <ac:grpSpMk id="64516" creationId="{3E4BAAF0-F0A4-48FB-93BD-BBAE90C05B7D}"/>
          </ac:grpSpMkLst>
        </pc:grpChg>
        <pc:inkChg chg="del">
          <ac:chgData name="Ahamed, Md Maruf [E CPE]" userId="6f647de5-aeca-43cd-b76c-e84c6089bcf4" providerId="ADAL" clId="{6EA810A5-CB7D-4E38-993D-274BBF0F159B}" dt="2022-04-12T21:45:40.233" v="42" actId="478"/>
          <ac:inkMkLst>
            <pc:docMk/>
            <pc:sldMk cId="0" sldId="2016"/>
            <ac:inkMk id="2" creationId="{EDF3BC72-3428-4DB8-B846-8D7B8B2CCDF9}"/>
          </ac:inkMkLst>
        </pc:inkChg>
      </pc:sldChg>
      <pc:sldChg chg="delSp">
        <pc:chgData name="Ahamed, Md Maruf [E CPE]" userId="6f647de5-aeca-43cd-b76c-e84c6089bcf4" providerId="ADAL" clId="{6EA810A5-CB7D-4E38-993D-274BBF0F159B}" dt="2022-04-12T21:41:36.842" v="11" actId="478"/>
        <pc:sldMkLst>
          <pc:docMk/>
          <pc:sldMk cId="36120998" sldId="2020"/>
        </pc:sldMkLst>
        <pc:inkChg chg="del">
          <ac:chgData name="Ahamed, Md Maruf [E CPE]" userId="6f647de5-aeca-43cd-b76c-e84c6089bcf4" providerId="ADAL" clId="{6EA810A5-CB7D-4E38-993D-274BBF0F159B}" dt="2022-04-12T21:41:36.842" v="11" actId="478"/>
          <ac:inkMkLst>
            <pc:docMk/>
            <pc:sldMk cId="36120998" sldId="2020"/>
            <ac:inkMk id="2" creationId="{8CC1B6CB-F991-43C5-977A-3A6B42B533B6}"/>
          </ac:inkMkLst>
        </pc:inkChg>
      </pc:sldChg>
      <pc:sldChg chg="delSp">
        <pc:chgData name="Ahamed, Md Maruf [E CPE]" userId="6f647de5-aeca-43cd-b76c-e84c6089bcf4" providerId="ADAL" clId="{6EA810A5-CB7D-4E38-993D-274BBF0F159B}" dt="2022-04-12T21:44:26.745" v="28" actId="478"/>
        <pc:sldMkLst>
          <pc:docMk/>
          <pc:sldMk cId="2761268869" sldId="2021"/>
        </pc:sldMkLst>
        <pc:inkChg chg="del">
          <ac:chgData name="Ahamed, Md Maruf [E CPE]" userId="6f647de5-aeca-43cd-b76c-e84c6089bcf4" providerId="ADAL" clId="{6EA810A5-CB7D-4E38-993D-274BBF0F159B}" dt="2022-04-12T21:44:26.745" v="28" actId="478"/>
          <ac:inkMkLst>
            <pc:docMk/>
            <pc:sldMk cId="2761268869" sldId="2021"/>
            <ac:inkMk id="3" creationId="{140F6856-511F-4F80-8FB4-AA0F9D9076DE}"/>
          </ac:inkMkLst>
        </pc:inkChg>
      </pc:sldChg>
      <pc:sldChg chg="delSp">
        <pc:chgData name="Ahamed, Md Maruf [E CPE]" userId="6f647de5-aeca-43cd-b76c-e84c6089bcf4" providerId="ADAL" clId="{6EA810A5-CB7D-4E38-993D-274BBF0F159B}" dt="2022-04-12T21:44:34.135" v="29" actId="478"/>
        <pc:sldMkLst>
          <pc:docMk/>
          <pc:sldMk cId="326935591" sldId="2022"/>
        </pc:sldMkLst>
        <pc:inkChg chg="del">
          <ac:chgData name="Ahamed, Md Maruf [E CPE]" userId="6f647de5-aeca-43cd-b76c-e84c6089bcf4" providerId="ADAL" clId="{6EA810A5-CB7D-4E38-993D-274BBF0F159B}" dt="2022-04-12T21:44:34.135" v="29" actId="478"/>
          <ac:inkMkLst>
            <pc:docMk/>
            <pc:sldMk cId="326935591" sldId="2022"/>
            <ac:inkMk id="2" creationId="{962053FC-C6B1-4C5C-A44C-4CB3A2B4BE3F}"/>
          </ac:inkMkLst>
        </pc:inkChg>
      </pc:sldChg>
      <pc:sldChg chg="delSp">
        <pc:chgData name="Ahamed, Md Maruf [E CPE]" userId="6f647de5-aeca-43cd-b76c-e84c6089bcf4" providerId="ADAL" clId="{6EA810A5-CB7D-4E38-993D-274BBF0F159B}" dt="2022-04-12T21:45:05.177" v="30" actId="478"/>
        <pc:sldMkLst>
          <pc:docMk/>
          <pc:sldMk cId="2859969158" sldId="2025"/>
        </pc:sldMkLst>
        <pc:inkChg chg="del">
          <ac:chgData name="Ahamed, Md Maruf [E CPE]" userId="6f647de5-aeca-43cd-b76c-e84c6089bcf4" providerId="ADAL" clId="{6EA810A5-CB7D-4E38-993D-274BBF0F159B}" dt="2022-04-12T21:45:05.177" v="30" actId="478"/>
          <ac:inkMkLst>
            <pc:docMk/>
            <pc:sldMk cId="2859969158" sldId="2025"/>
            <ac:inkMk id="2" creationId="{7CCBA5D0-7C5F-4485-9946-A720C1C86DA1}"/>
          </ac:inkMkLst>
        </pc:inkChg>
      </pc:sldChg>
      <pc:sldChg chg="delSp">
        <pc:chgData name="Ahamed, Md Maruf [E CPE]" userId="6f647de5-aeca-43cd-b76c-e84c6089bcf4" providerId="ADAL" clId="{6EA810A5-CB7D-4E38-993D-274BBF0F159B}" dt="2022-04-12T21:51:38.034" v="48" actId="478"/>
        <pc:sldMkLst>
          <pc:docMk/>
          <pc:sldMk cId="3355972097" sldId="2147"/>
        </pc:sldMkLst>
        <pc:inkChg chg="del">
          <ac:chgData name="Ahamed, Md Maruf [E CPE]" userId="6f647de5-aeca-43cd-b76c-e84c6089bcf4" providerId="ADAL" clId="{6EA810A5-CB7D-4E38-993D-274BBF0F159B}" dt="2022-04-12T21:51:35.311" v="47" actId="478"/>
          <ac:inkMkLst>
            <pc:docMk/>
            <pc:sldMk cId="3355972097" sldId="2147"/>
            <ac:inkMk id="2" creationId="{884A6E8A-FDA2-4FF8-BBD3-1C99FF3C1034}"/>
          </ac:inkMkLst>
        </pc:inkChg>
        <pc:inkChg chg="del">
          <ac:chgData name="Ahamed, Md Maruf [E CPE]" userId="6f647de5-aeca-43cd-b76c-e84c6089bcf4" providerId="ADAL" clId="{6EA810A5-CB7D-4E38-993D-274BBF0F159B}" dt="2022-04-12T21:51:38.034" v="48" actId="478"/>
          <ac:inkMkLst>
            <pc:docMk/>
            <pc:sldMk cId="3355972097" sldId="2147"/>
            <ac:inkMk id="3" creationId="{CE478B79-CC21-4A47-A936-FC1F1ED86332}"/>
          </ac:inkMkLst>
        </pc:inkChg>
      </pc:sldChg>
      <pc:sldChg chg="delSp">
        <pc:chgData name="Ahamed, Md Maruf [E CPE]" userId="6f647de5-aeca-43cd-b76c-e84c6089bcf4" providerId="ADAL" clId="{6EA810A5-CB7D-4E38-993D-274BBF0F159B}" dt="2022-04-12T21:52:18.295" v="49" actId="478"/>
        <pc:sldMkLst>
          <pc:docMk/>
          <pc:sldMk cId="1132836369" sldId="2148"/>
        </pc:sldMkLst>
        <pc:inkChg chg="del">
          <ac:chgData name="Ahamed, Md Maruf [E CPE]" userId="6f647de5-aeca-43cd-b76c-e84c6089bcf4" providerId="ADAL" clId="{6EA810A5-CB7D-4E38-993D-274BBF0F159B}" dt="2022-04-12T21:52:18.295" v="49" actId="478"/>
          <ac:inkMkLst>
            <pc:docMk/>
            <pc:sldMk cId="1132836369" sldId="2148"/>
            <ac:inkMk id="2" creationId="{3C5B8FCE-4698-4103-907B-3424417BDE8F}"/>
          </ac:inkMkLst>
        </pc:inkChg>
      </pc:sldChg>
    </pc:docChg>
  </pc:docChgLst>
</pc:chgInfo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Rectangle 2">
            <a:extLst>
              <a:ext uri="{FF2B5EF4-FFF2-40B4-BE49-F238E27FC236}">
                <a16:creationId xmlns:a16="http://schemas.microsoft.com/office/drawing/2014/main" id="{F16A246E-1165-E245-A7EB-0772963E03CB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7283" name="Rectangle 3">
            <a:extLst>
              <a:ext uri="{FF2B5EF4-FFF2-40B4-BE49-F238E27FC236}">
                <a16:creationId xmlns:a16="http://schemas.microsoft.com/office/drawing/2014/main" id="{2440F699-AA4E-4A4F-915B-4E190BCFD039}"/>
              </a:ext>
            </a:extLst>
          </p:cNvPr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3884613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7284" name="Rectangle 4">
            <a:extLst>
              <a:ext uri="{FF2B5EF4-FFF2-40B4-BE49-F238E27FC236}">
                <a16:creationId xmlns:a16="http://schemas.microsoft.com/office/drawing/2014/main" id="{EA62CF11-F0EA-0848-BA90-DDCC4F4E76E9}"/>
              </a:ext>
            </a:extLst>
          </p:cNvPr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8685213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7285" name="Rectangle 5">
            <a:extLst>
              <a:ext uri="{FF2B5EF4-FFF2-40B4-BE49-F238E27FC236}">
                <a16:creationId xmlns:a16="http://schemas.microsoft.com/office/drawing/2014/main" id="{ABB4707E-3172-FE4D-BE44-CD82F8236D0E}"/>
              </a:ext>
            </a:extLst>
          </p:cNvPr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imes" charset="0"/>
                <a:ea typeface="ＭＳ Ｐゴシック" charset="-128"/>
              </a:defRPr>
            </a:lvl1pPr>
          </a:lstStyle>
          <a:p>
            <a:pPr>
              <a:defRPr/>
            </a:pPr>
            <a:fld id="{F85064E9-D108-4958-BC0A-32345D0A6B4B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ink/ink1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1-04-12T20:16:21.423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20176 5649 518 0,'0'0'46'0,"-3"-3"-37"0,0 1-9 0,3 2 0 16,3-6 56-16,-3 1 8 0,0 2 3 0,-3-2 0 16,0-3 29-16,-3 0 7 0,0 3 1 0,-3-3 0 15,0-3-36-15,3 6-6 0,-6-3-2 0,0 3 0 16,3-3-6-16,-3 3-2 0,0-1 0 0,3 1 0 15,-2-3 1-15,-1 3 0 0,0-3 0 0,0 5 0 16,0 3-42-16,-3 0-11 0,3-8 0 0,-3 6 0 0,3-1 33 16,0 3 5-16,-2 0 1 0,2 0 0 0,0 0-22 0,0 0-4 15,-3 0-1-15,3 3 0 0,0-1-12 16,0 1 9-16,3 2-9 0,-3-2 8 0,3-1 52 0,-2 4 9 16,2-1 3-16,0 3 0 15,3-3-108-15,-3 3-22 0,0 0-4 0,-3 0-1 0,3 0 51 0,0 3 12 16,0-3 0-16,-6 5 0 0,3 0 0 0,0 0 0 15,1 0 0-15,-1 1 0 0,0-1 0 0,0 0 0 16,0 0 0-16,0 1 0 0,0-1 0 0,0 3 0 16,-3 0 0-16,3-1 0 0,0 1 0 0,4 0 0 15,-4 3 0-15,3-1 0 0,3-2 0 0,-3 5 0 16,0-5 0-16,0 3 0 0,3-3 0 0,-3 2 0 16,6 3 0-16,-3 0 0 0,0 1 0 0,3-4 0 15,0 3 0-15,3-2 0 0,-3 2 0 0,3-2-9 0,3 2 9 16,-3-3 0-16,3 1 0 0,3-1-8 0,-3 1 8 15,3-1 0-15,0 1 0 0,3-3 0 0,-3-3 0 16,3 3 0-16,0 0 0 0,0 0-8 0,0-3 8 0,0 0 0 16,3 6 0-16,-4-6 0 0,4-3 0 0,3 4 0 15,-3-1 0-15,3-3 0 0,-3 1 0 0,0 0 0 16,0-4 0-16,3 1 0 0,-3-2 0 0,-1-1 0 16,4 0 0-16,-3 3 0 0,0-2 0 0,0-4 0 15,3 1 0-15,0-1 0 0,-3 1 0 0,3-3 0 16,2 0 0-16,1-3 0 0,0 3 0 0,0 0 0 15,0-2 0-15,0-3 0 0,3 2 0 0,-4 0 0 16,4 1 0-16,-3-4 0 0,0-2 0 0,0 6 0 16,0-6 0-16,0 0 0 0,-4 3 0 0,4-3 0 0,-3 0 0 15,0-3 0-15,0 3 0 0,0-2 8 0,0-1 10 16,-3 0 2-16,0 6 1 0,-1 0 0 0,1-8-21 16,0 2 0-16,0 0 0 0,0 1 0 0,0 2 0 0,0 0 12 15,-3-3 0-15,3 1-1 0,-3-1-11 0,3 6 0 16,2-8 0-16,-2 2 0 0,3 1 0 0,-3 2 15 15,3-3-4-15,0 0-1 0,0 1 5 0,-6-1 1 16,0 1 0-16,-3-1 0 0,6 3 12 0,-7-2 4 16,1 2 0-16,3-3 0 0,-3-2-20 0,-3 2-3 15,3-2-1-15,-3 0 0 0,-3 0 4 0,3-1 0 16,0 1 0-16,0-3 0 0,-3 3-1 0,0-3 0 16,3 3 0-16,0 0 0 0,-6-1-11 0,3 4 0 15,3-3 0-15,0-1 0 0,-6-2 28 0,0 3 4 0,0-3 1 16,-3 3 0-16,3-3-33 0,0 0 0 15,0 1 0-15,0-1 0 0,0 2 8 0,-6-4 0 0,0 2 1 16,1-2 0-16,-1-1-9 0,-3 6 0 0,-6-6 0 16,3 3 8-16,-6 3-8 0,3-3 8 0,3 0-8 0,-2 3 8 15,-1-3-8-15,-3 3 0 0,3 0 9 0,-3 2-9 16,0-2 0-16,0 2 0 0,-2 3 0 0,2 3 0 16,-3-3 28-16,3 3 0 0,0 0 1 0,0-1 0 15,-2 4-74 1,2-4-15-16,-6 4-4 0,3 4 0 0,-3 4 31 0,4-6 5 15,-1 5 2-15,0 3 0 0,0-5-46 0,3 7-8 16,1 1-3-16,-1 5-556 0,3 0-111 0</inkml:trace>
  <inkml:trace contextRef="#ctx0" brushRef="#br0" timeOffset="1132.46">21679 7093 1036 0,'0'0'92'0,"-3"-2"-73"0,-3-3-19 0,0-1 0 0,3 1 69 0,-3 0 11 15,0-1 1-15,0 1 1 0,0 0-12 0,-3-1-2 16,3 1-1-16,-3 5 0 0,0-2-7 0,0-1 0 16,-2 0-1-16,2 3 0 0,0 0-28 0,-3 0-6 15,0 0-1-15,0 3 0 0,0 0-2 0,-3 2-1 16,3-3 0-16,-3 6 0 0,0 3-7 0,-2-3-2 16,-1 3 0-16,0-1 0 0,0 1-12 0,0-1 0 15,-3 4 0-15,1-1 0 0,-1 5 0 0,3 1 0 16,3-3 0-16,0 2 0 0,0 1 11 0,0 2-1 15,0 0 0-15,1 0 0 0,2 0-10 0,0 3 0 16,0 0 0-16,0-3 0 0,0 0 0 0,3 3-14 0,-3-3 5 0,6-2 1 16,0 2 8-16,-3-5 0 0,3 2 0 15,0 1-8-15,3 2 8 0,0-2 14 0,0 2-3 16,0-3-1-16,3 6-19 0,0-5-4 0,0-4-1 0,0 4 0 16,3 0 22-16,3 2 5 0,0-3 1 0,0 1 0 15,0-3-14-15,0-1 0 0,3 1 0 0,0 0 0 16,6-3-17-16,0-2 0 0,-3 2 0 0,3-2 0 15,0-1 17-15,-1 1 0 0,7-3 0 0,3 0 0 16,-3 0 0-16,0 0 0 0,0-3 0 0,-1 3 0 16,4-3 0-16,0 1 0 0,-3-1-8 0,3 0 8 15,-3 0 0-15,-4-2 0 0,4 0 0 0,-3-1 0 0,-3 1 0 16,0 0 0-16,0-3 0 0,0 2 0 0,-3 1 0 0,-1-3 0 16,4 0 0-16,-3 0 0 0,0 0 16 15,0 0 1-15,3 0 0 0,-3 0 0 0,-6-3-17 0,6 1 0 16,0 2 0-16,0-3 0 0,-4 0 0 0,-2 1-19 15,3-4 4-15,3 4 1 0,-3-3 14 0,3-3 0 16,-3 2 0-16,0-4 0 0,3 2 8 0,-3-3-8 16,3 1 9-16,-3-1-9 0,0-2 16 0,-1 0-2 15,4-1-1-15,-3-4 0 0,0 2 10 0,0-3 1 16,3 1 1-16,-3-1 0 0,0-2 2 0,0 3 0 16,0-3 0-16,0-1 0 0,-3 1 1 0,3 0 1 15,-3 3 0-15,2-1 0 0,-2-2-1 0,0 2-1 16,-3 1 0-16,0-1 0 0,0-2-3 0,0 3 0 15,-3-4 0-15,3 4 0 0,-3-1-2 0,0 1-1 16,0-3 0-16,0 0 0 0,-3-1-5 0,-3 1-2 0,3 0 0 16,-3 0 0-16,-3 0-3 0,4 0-1 0,-4-1 0 15,0 1 0-15,-6 3-2 0,3-4-8 0,-3 1 12 0,0 3-4 16,0 2-8-16,-6 0 12 0,4 0-12 0,-4 0 12 16,-3 3-12-16,0 0 10 0,0 5-10 0,0-3 10 31,1 3-31-31,-1 0-7 0,0 3 0 0,3 0-1 0,0 2 7 0,0-2 2 0,1 2 0 0,-1 3 0 15,3 0-44-15,0 0-9 16,-3 3-2-16,-3 0 0 0,1-1-159 0,2 4-32 16</inkml:trace>
  <inkml:trace contextRef="#ctx0" brushRef="#br0" timeOffset="2147.259">23361 5694 403 0,'0'0'17'0,"0"0"5"0,3-5-22 0,0-1 0 0,-3-2 0 0,0 3 0 0,-3-3 160 0,3 3 28 16,-3-3 6-16,0 3 1 0,-3-6-89 0,0 6-18 15,0-1-3-15,-3 1-1 0,0-5-16 16,-3 7-3-16,0-8-1 0,0 9 0 0,0-6-10 0,-3 2-2 15,1 1-1-15,-1 2 0 0,0-2-21 0,0 3-4 16,-3 2-1-16,0-3 0 0,0 0 6 0,0 3 1 16,1 0 0-16,-1 3 0 0,0 0-20 0,0-1-4 15,0 6-8-15,0 0 12 0,0 3-12 0,7-6 0 16,-7 6 0-16,3 2 0 0,-3-3 0 0,3 4 0 16,-6-1 11-16,6 0-11 0,0 0 0 0,1 6 0 15,-1-6 0-15,0 3-12 0,-3 0 12 0,3 2 0 16,0 3 0-16,-3 6 0 0,3-3 0 0,1 0 0 15,-1-1 0-15,6 1 0 0,0 0 0 0,3 0 0 16,0 2 0-16,3-2 0 0,0 0 0 0,3 0 0 16,0 2 0-16,3-5 0 0,-3 3 0 0,6-3 0 0,0-2-12 15,0 2 3-15,3 0 9 0,0-2 0 0,3 2 0 16,-1 0 0-16,1-3 0 0,0 1 0 0,0-3 0 0,3 2 0 16,0 1 0-16,0-3-8 0,0 0 8 0,0-3 0 15,2 0 0-15,1 0 0 0,-3-2 0 0,3 0 0 16,0-4 0-16,3 1 0 0,0-2 0 0,-1-1 0 15,1 0 0-15,3-2 0 0,0-3 0 0,0 3 0 16,-3-3 0-16,-1 0 0 0,4 0 0 0,-3-6 0 16,0 4 0-16,0-1 0 0,-3-2 0 0,2-1 0 15,-5-2 11-15,3 1-3 0,0-1 0 0,-3 0 0 16,0-3 4-16,0-2 0 0,0 0 0 0,-4-1 0 16,1-1 6-16,0-1 2 0,0-3 0 0,0 1 0 15,0 2 6-15,0-3 2 0,0 1 0 0,0-1 0 0,-3 3-5 16,0-2-1-16,2-1 0 0,1 1 0 0,-3-1 13 0,3 1 2 15,-6-3 1-15,3-1 0 0,-3 1-21 0,0 0-4 16,-3 0-1-16,0-3 0 0,0 3 5 0,0 0 1 16,-3 0 0-16,3-1 0 0,0 4 13 0,0-1 2 15,-3-2 1-15,-3 0 0 0,3 0-34 0,-3 5 0 16,-6 0 0-16,0 0 0 0,0-2 0 0,0-1 0 16,0 1 0-16,0 2 0 0,-3-3 0 0,0-5 0 15,-2 6 0-15,-1-1 0 0,3 4 0 0,-6 1 12 16,3 1-4-16,-3 0-8 0,3 2 0 0,-6 1-17 15,1 2 1-15,-7 0 1 16,0 0-13-16,-3 5-4 0,-5 3 0 0,8 0 0 16,0 0-37-16,-3 0-8 0,-3 3-2 0,-2 5-634 0,-1 0-127 15</inkml:trace>
  <inkml:trace contextRef="#ctx0" brushRef="#br0" timeOffset="3185.97">18663 7056 748 0,'0'0'33'0,"-6"-2"7"0,0-1-32 0,-2 3-8 0,-1-3 0 0,0 3 0 16,0-2 104-16,-3 2 20 0,-3 0 3 0,6 0 1 15,-3-3-54-15,3 3-10 0,-3 0-3 0,0 3 0 16,-3-1-10-16,1 1-3 0,2 0 0 0,-6-1 0 16,3 4-17-16,0 2-4 0,0-6-1 0,-3 6 0 15,0 0-1-15,4 0 0 0,-1 0 0 0,-3 3 0 16,0 2-8-16,0 3-1 0,0 0-1 0,0-1 0 16,1 4 0-16,-4 0 0 0,3-1 0 0,0 3 0 15,-3-2 2-15,3 5 1 0,3-1 0 0,3-1 0 16,1-1-8-16,-1 0-2 0,3 3 0 0,0-3 0 0,0 5-8 15,3-5 0-15,0 6 9 0,0-6-9 0,3 3 0 16,0 0 0-16,3-3 0 0,0 3-8 0,3 2 8 0,0-2 0 16,0 0 0-16,3-3 0 0,-3 0 0 0,3 0 0 15,-3 3-9-15,6-3 9 0,0 0 0 0,0-2 0 16,3-1-9-16,2 1 9 0,1 0 0 0,-3-6 0 16,0 3-8-16,3-1 8 0,0-1 0 0,3-1 0 15,-3-2 0-15,0-1 0 0,2 1 0 0,-2-1 0 16,0-2 0-16,0 0 0 0,3-3 0 0,-3 1 0 15,0-4 0-15,3 1 0 0,-4 0 0 0,4-3 0 16,0 0 0-16,0 0 0 0,3 0-10 0,-3-3 10 16,0 0-8-16,-1-2 8 0,1 2 0 0,0-2 0 15,0-3 0-15,0 0 0 0,3 0 0 0,0 0 0 16,-1-5 0-16,1 3 0 0,-3-1 0 0,0-2 0 16,3 0 0-16,-3-1 8 0,-1-2-8 0,-2 1 12 15,3-4-4-15,0-2 0 0,0 5 12 0,0-5 2 0,0 0 1 0,0-3 0 16,-1 3-2-16,4 0 0 0,-3 2 0 0,-3 0 0 15,0-4-2-15,-3 4-1 0,0 1 0 0,-3-1 0 16,3 1 2-16,-4-1 0 0,1 3 0 0,-3-2 0 16,0 2 0-16,0 0 0 0,-3 0 0 0,0 3 0 15,0-3 4-15,0 0 2 0,-6 0 0 0,0 0 0 16,0-2-5-16,-3 2-1 0,3-3 0 0,-6 6 0 16,3-3 0-16,-3 3 0 0,1 0 0 0,-4-3 0 15,3 3-3-15,-3 0-1 0,-3-3 0 0,-3 0 0 16,3 3-4-16,0 2 0 0,-3 0-1 0,1-2 0 0,-1-3-11 15,0 3 10-15,-3 2-10 0,0 1 10 0,0-1-10 16,0 3 0-16,-5 0 9 0,2 0-9 0,-3 3 0 16,3 0 0-16,-3 2 0 0,1 1 0 0,2 2-13 15,-3 0-4-15,-3 0-1 0,4 5 0 16,-1 0-40-16,0 3-8 0,0-3-2 0,0 6-674 16,1 2-135-16</inkml:trace>
  <inkml:trace contextRef="#ctx0" brushRef="#br0" timeOffset="6805.51">21191 12806 518 0,'0'0'46'0,"0"0"-37"0,0 0-9 0,0 0 0 0,-3 2 63 16,-3 1 10-16,3 0 3 0,3-3 0 0,-6 2-20 15,6-2-3-15,-6 6-1 0,6-6 0 16,0 0-6-16,-3 2-2 0,-3 4 0 0,6-6 0 0,0 0-11 0,-3 5-2 16,3-5-1-16,-3 3 0 0,3-3-5 0,0 0-1 15,0 0 0-15,0 0 0 0,-3 5-3 0,3-5-1 16,0 0 0-16,0 0 0 0,3 8-10 0,3-3-2 16,-3 0-8-16,3-2 12 0,0 0-3 0,3-1-1 15,-3-2 0-15,3 3 0 0,2-3 5 0,-2 0 1 16,-3 0 0-16,3 0 0 0,9 0 6 0,-3-3 2 15,0 3 0-15,0-2 0 0,3-1-8 0,2 0-2 16,-2 1 0-16,3 2 0 0,-3-3-3 0,3 0-1 16,-3 1 0-16,3 2 0 0,-1-5-8 0,-2 2 0 15,0 3 0-15,3 0 8 0,-3-3-8 0,0 1 12 16,3-1-12-16,-4 0 12 0,1 1-12 0,0-1 0 16,3 0 0-16,-3 1 8 0,0-1-8 0,0 0 8 0,-1 1-8 15,-2-1 8-15,0 3-8 0,0-3 10 0,-3 1-10 0,0 2 10 16,0 0-2-16,0 2 0 0,-3 1 0 0,0-3 0 15,-9 0 0-15,5 0 0 0,-5 0 0 16,0 0 0-16,0 0 4 0,9 5 1 0,-9-5 0 0,0 0 0 16,0 0 2-16,6 8 0 0,-3-2 0 0,-3-6 0 15,3 8-5-15,-3-8-1 0,3 5 0 0,-3-5 0 16,3 8-1-16,-3-3 0 0,3 0 0 0,-3-5 0 16,0 0-8-16,3 8 10 0,-3 0-10 0,3-2 10 15,-3-1 5-15,3 3 1 0,-3-3 0 0,3 3 0 16,-3 3-16-16,3-3-8 0,-3-1 8 0,3 1-13 15,0 0 13-15,-3 0 8 0,3 0 0 0,0 3-8 16,-3-3 10-16,6 0-10 0,-6 0 8 0,3 2-8 0,0 1 9 16,0-1-9-16,-3 1 10 0,3 0-10 0,0-1 11 15,0 1-11-15,-3-1 12 0,3 1-12 0,0 2 9 16,0 0-9-16,-3-2 0 0,3 5 9 0,-3-3-9 0,0 0 0 16,3 3 0-16,-3-3 8 0,0 3-8 0,3-3 10 15,-3 3-10-15,3 0 10 0,-3-3 2 0,0 3 1 16,0 0 0-16,0 0 0 0,3 0 2 0,-3 2 0 15,0 1 0-15,0-1 0 0,0 1-3 0,0 0 0 16,0-4 0-16,0 7 0 0,3-1 1 0,-3 0 0 16,0 3 0-16,0-3 0 0,0 3-5 0,0-3 0 15,0-3-8-15,0 4 12 0,-3-1-12 0,3-3 0 16,0 3 0-16,-3-2 0 0,3-1 0 0,-3 4 0 16,0-4 0-16,3-2 0 0,-3 3 8 0,3-1-8 0,-3 1 0 15,3-1 0-15,0 1 8 0,0 2-8 16,-3-3 0-16,3 3 0 0,0-2 0 0,0 2 0 0,0-2 0 15,0-1 0-15,0 1 0 0,0-1 8 0,0 1-8 16,0-3 0-16,3 0 0 0,-3 2 0 0,0-5 8 0,0 3-8 16,-3 0 0-16,3-3 0 0,0 0 8 0,0 1-8 15,0 2 0-15,0-1 0 0,0-1 0 0,0 2 0 16,0-1 0-16,0 1 0 0,0 0 0 0,0 0 0 16,0 3 0-16,0-1 0 0,0-2 0 0,0-3 0 15,3 0 0-15,-3 3 0 0,0 0 0 0,3-3 0 16,-3 1 0-16,3-1 0 0,-3 0 0 0,0-2 0 15,3 5 0-15,0-3 0 0,-3 0 0 0,0-2 0 16,3-1 0-16,-3 1 0 0,3 2 0 0,-3 0 0 0,0-2 8 16,3-1-8-16,0 1 0 0,-3 0 0 0,0-1 0 15,0 1 0-15,3-1 0 16,-3 1 0-16,0 2 0 0,3 0 0 0,-3-2 0 0,0 2 0 0,3 0 0 16,-3 3 0-16,0 0 0 0,0 0 0 0,3 0 8 0,-3 0-8 15,0-3 0-15,0 3 0 0,0 0 0 0,0-3 0 16,0 0 0-16,0 3 0 0,-3-3 0 0,3 1 8 15,0-1-8-15,0-3 0 0,0 1 0 0,0 2 0 16,0-2 0-16,0-1 0 0,0 1 0 0,0 2 0 16,0-2 8-16,0 5-8 0,-3-3 0 0,3 0 0 15,0 0 0-15,0 1 0 0,0-4 0 0,0 3 0 16,0-2 0-16,0 2 0 0,0-2 0 0,0-1 0 16,0 1 0-16,0 2 0 0,0-2 0 0,0 2 0 15,0-2 0-15,0-1 0 0,0 1 8 0,3-3-8 16,-3 0 0-16,-3 2 0 0,0 1 0 0,3 2 0 15,0-5 0-15,0 2 0 0,0-2 0 0,-3 0 0 0,3 0 0 0,0 0 0 16,0-2 8-16,-3 1-8 0,0-1 0 16,3-6 0-16,0 8 8 0,-3 0-8 0,0-3 0 0,3 0 9 15,0-5-9-15,-3 5 12 0,0 1-12 0,0-1 12 16,-3 0-4-16,3 1 0 0,0 2 0 0,0-3 0 16,-3-2 3-16,3 2 0 0,-3-3 0 0,3 1 0 15,-3 2 0-15,-3-2 0 0,3 2 0 0,0-2 0 16,-3 0-3-16,0-1-8 0,-3 4 12 0,4-4-4 15,-4 4-8-15,0-1 10 0,-3 0-10 0,3 0 10 16,0 1-10-16,-3-1 0 0,3 0 9 0,-3-2-9 16,0 2 0-16,4 0 0 0,-4-2 0 0,0 2 0 0,0 1 0 15,3-4 0-15,0 4 0 0,0-1 0 0,0-2 0 16,0-1 0-16,3 4 0 0,-2-4 0 0,5 3 0 16,-3-2 0-16,0 2 0 0,3-2 0 0,-3 0 0 0,0 2 0 15,3-5 0-15,-3 5 8 0,9-5-8 0,-6 3 0 16,-3 0 0-16,0-1 8 0,3-2-8 0,-3 0 0 15,3 3 8-15,-3-3-8 0,3 0 0 0,-2 3 0 16,-1-3 0-16,3 2 0 0,0-2 0 0,0 3 0 16,-6-1 0-16,3 1 0 0,3 0 0 0,0-1 0 15,-3 1 0-15,3 0 0 0,0-3 0 0,0 5 0 16,-6-2 0-16,6-3 0 16,-3 2 0-16,3 1 0 0,1-3 0 0,-1 0 0 0,3 3 0 0,-3-1 0 15,3-2 0-15,-6 3 0 0,3-3 0 0,0 0 0 0,0 0 0 16,3 0 8-16,-6 0-8 0,9 0 0 0,0 0 0 15,0 0 8-15,-3-3-8 0,3 3 0 0,-6-2 0 0,6 2 0 16,0 0 0-16,0 0 8 0,-9-6-8 0,9 6 0 16,0 0 0-16,0 0 0 0,0-5 0 0,0-3 8 15,0 3-8-15,0-3 0 0,0 8 0 0,0-8 8 16,-3 0-8-16,0 0 0 0,0 0 0 0,0-3 0 16,0-2 0-16,3 3 9 0,0-1-9 0,0 0 0 15,-3-2 15-15,0 5-4 0,0-2-1 0,3-1 0 16,0 1-10-16,-3 2 0 0,0-3 0 0,0-2 0 15,3 2 0-15,0 1 0 0,0-4 0 0,0 4-11 16,-3-3 11-16,3-1 0 0,0 1 10 0,0-3-10 16,0 0 0-16,-3 1 0 0,0-4 0 0,3 0 0 0,0 4 0 15,0-4 0-15,0 1 0 0,0-1 0 0,0 3 0 16,3-2 0-16,0-1 0 0,-3 3 9 0,0-2-9 16,3 2-11-16,-3 0 3 0,3 0 0 0,0 0 8 0,-3 3 0 15,0 0 0-15,0 0 0 0,0-1 0 16,0 1 0-16,-3 0 0 0,3-3 0 0,0 0 0 0,0 0 0 15,0-2 0-15,3-1 0 0,-3 1 0 0,3-1 0 16,-6 1 0-16,3-4 0 0,3 4 0 0,-3-1 0 16,0 1 0-16,3-1 0 0,-3 1 0 0,3-1 0 15,0-2 0-15,-3 3 0 0,0-1 0 0,0 1 0 16,0-1 0-16,3 1 0 0,-3-1 0 0,3 1 0 16,-3-6 0-16,3 3 0 0,0-3 0 0,0 0 0 15,-6 0 0-15,3-2 0 0,3-1 0 0,-3 3 0 0,-3 1 0 16,3-1 0-16,3 3 0 0,-3-3 0 0,0 3 0 15,0-1 0-15,0 1 0 0,0 0 0 0,3 3 0 16,-6 2 0-16,0-3 0 0,0-2 0 0,3 0 0 0,0 0 0 16,0 0 0-16,-3-1 0 0,3 4 0 15,3-9 0-15,0 1 0 0,0 2 0 0,-3 0 0 0,3 0 0 16,0 6 0-16,0-3 0 0,-3 0 0 0,0-1 0 16,3 1 0-16,-3 3 0 0,-3-3 0 0,3-1 0 15,3 4 0-15,0-3 0 0,-3 0 0 0,-3-1 0 16,3 4 0-16,0-3 0 0,0 2 0 0,0 1 0 15,-3 2 0-15,3 3-10 0,0-6 10 0,0 6 0 16,0-6 0-16,0 6-8 0,0-3 8 0,0 3 0 16,0 0 0-16,0 0 0 0,-3-1-8 0,3 1 8 15,3 0 0-15,-3 2 0 0,0-2 0 0,0 0 0 16,3 0-8-16,0 2 8 0,-3-2 0 0,-3 0 0 0,3 2 0 16,-3-2 0-16,3-1 0 0,0 4 0 0,-3-3-9 0,3-1 9 15,3 4 0-15,-3-3-9 0,0-1 9 0,-3 4 0 16,0-3-9-16,0-1 9 0,3 1 0 0,0 3 0 15,-3 2 0-15,3-3 0 0,0 0 0 0,0 1 0 16,0 2 0-16,0-3 0 0,0 1 0 0,0-1 0 16,-3 1 0-16,0 2 0 0,6-3-9 0,-3 3 9 15,-3-2 0-15,0-1 0 0,0 3 0 0,3-3 0 16,3 4 0-16,0-4 0 0,-6 3 0 0,0 0-8 16,3 0 8-16,0 0 0 0,-3 0 0 0,6 0 0 15,-3 0 0-15,3 0 0 0,-3 3 0 0,0 0 0 16,0 0-8-16,3-3 8 0,0 2 0 0,0 4 0 0,-3-4 0 15,0 1 0-15,3 0 0 0,0 2-8 0,0-2 8 0,0 0 0 16,-3 2-16-16,0 3 3 0,0 0 1 0,0 0 0 16,0 0-8-16,0 0 0 0,6-5-1 0,-6 5 0 31,0-6-29-31,0 6-6 0,0 0 0 0,0 0-1 16,0 0-125-16,6-5-25 0</inkml:trace>
  <inkml:trace contextRef="#ctx0" brushRef="#br0" timeOffset="10372.04">23509 14579 460 0,'0'0'41'15,"0"0"-33"-15,0-6-8 0,0 4 0 0,-3-4 116 0,1 1 22 0,2 0 4 0,0 5 1 16,0-6-63-16,-3 1-12 0,3 0-2 0,0 0-1 16,-3-1 2-16,-3 1 0 0,3 0 0 0,-3-1 0 15,3 1 1-15,0 2 0 0,3 3 0 16,-6-2 0-16,0-1-16 0,0 3-2 0,-3-5-1 0,3 5 0 15,0 0-17-15,-3 0-3 16,3 0-1-16,-3-3 0 0,3 3-6 0,-3 0-2 16,0 0 0-16,0 0 0 0,1-2 0 0,-4 4-1 15,0 1 0-15,0-3 0 0,0 3-1 0,0-1 0 16,0 1 0-16,0-3 0 0,0 2-8 0,-3-2-2 0,1 3 0 0,2-3 0 16,-6 3 0-16,6-1-8 0,-6 1 12 0,3 0-4 0,-3-1 2 15,0 1 0-15,3 0 0 0,-2-1 0 0,5-2-1 0,-6 3 0 16,0 0 0-16,3-1 0 0,0 1-9 0,0-3 12 15,0 5-12-15,4-5 12 16,-4 3-12-16,0-3 10 0,3 0-10 0,-3 0 10 0,0 0-10 0,3 0 0 16,-3 0 9-16,0 0-9 15,1 0 8-15,-1 0-8 0,-3 0 10 0,3-3-10 16,-3 3 9-16,-3 0-9 0,0-3 8 0,4 3-8 16,-4-2 0-16,3 2 0 0,0-3 8 0,-3 1-8 0,0-1 0 0,0 3 0 15,1-3 0-15,2 1 8 0,-3 2-8 0,3 0 0 16,0-3 0-16,3 0 0 0,-3 3 0 0,4-2 8 15,-1-1-8-15,0 0 0 0,-3 1 0 0,0-1 0 16,3 3 0-16,-3-3 0 0,1 1 0 16,-4-1 8-16,0 1-8 0,0-1 0 0,0 3 0 0,0-3 0 0,3 1 0 15,-2-1 0-15,2 0 0 0,0 3 0 0,-3-2 8 16,0 2-8-16,0 0 0 16,4 0 0-16,-1 0 0 0,0-3 0 0,0 6 0 0,0-3 0 0,3 2 0 0,0-2 0 15,0 3 0-15,-2-3 0 0,2 0 0 0,0 0 0 16,-3 3 0-16,0-1 0 15,0 1 0-15,0 0 0 0,1-1 0 0,-4 1 0 16,3 2 0-16,3-5 0 0,0 0 0 0,0 3 0 0,-6-1 0 0,6 1 0 16,1 0 0-16,-1-3 0 0,0 2 0 0,0 1 0 15,0 0-8-15,0-1-4 0,3 4-1 0,-3-1 0 16,3-3 13-16,1 1 0 0,2 2 0 0,-3-2 0 16,0-3 0-16,3 3 16 0,0-1-3 0,0 1-1 15,3 0-12-15,0-1 0 0,0-2 0 0,-3 3 0 16,3-3 0-16,0 3 0 0,-3-3 0 0,-3 2 0 0,1 1 0 0,-1 0 0 15,3-3 0-15,0 2 0 0,0-2 0 16,0 0 0-16,3 3 0 0,-3-1 0 0,3-2 0 0,0 0 0 16,0 3 0-16,6-3 0 0,-9 0 0 0,9 0 0 15,-9 0 0-15,3 0 0 0,0 0 0 0,0 0 0 16,6 0 0-16,-8 3 0 0,2-3 0 0,-3 0 0 16,0 0 0-16,3 0 0 0,-3 0 0 0,3 0 0 15,-3 0 0-15,3 0 0 0,-3 2 0 0,0-2 0 16,3 3 0-16,-3-3 0 0,3 0 0 0,-3 0 0 15,0 3 0-15,3-3 0 0,1 2 0 0,-4-2 0 16,3 3 0-16,0-3 0 0,0 0 0 0,0 3 0 0,-3-3 0 16,3 2 0-16,0 1 0 0,6-3-16 15,-9 5 3-15,3-2 1 0,6-3 12 0,-6 3 16 0,-3 2-3 16,3-3-1-16,6-2-12 0,0 0 0 16,-9 0 0-16,3 6 0 0,0-6 0 0,6 0 0 0,-6 5 0 0,0-2 0 15,1-3 0-15,5 0 0 0,0 0 0 0,0 0 0 16,-3 5 0-16,3-5 0 0,-3 3 0 0,3-3 0 15,-6 5 0-15,6-5 0 0,0 0 0 0,-6 3 0 16,3-1 0-16,3-2 0 0,-6 3 0 0,0-1 0 16,6-2 8-16,-6 3-8 0,0 2 0 0,0-2 0 15,3 0 0-15,-3 2 0 0,6-5 0 0,0 0 0 16,-6 3 0-16,3 2 8 0,3-5-8 0,-6 3 0 16,6-3 0-16,0 0 0 0,0 0 0 0,-6 5 0 15,6-5 0-15,0 0 9 0,0 0-9 0,0 0 8 0,-6 5-8 16,6-5 0-16,0 0 0 0,0 0 0 0,0 0 0 15,0 0 0-15,0 0 0 0,0 0 0 0,0 0 0 0,0 0 0 16,0 0 0-16,0 0 0 0,0 0 0 0,0 5 0 16,0-5 0-16,0 0 0 0,0 0 0 0,0 0 0 15,0 0 0-15,0 0 0 0,3 6 0 0,-3-6 0 16,0 0 0-16,3 2 0 0,0 6 0 0,0-5 0 16,-3-3 0-16,3 5 0 0,3 1 13 0,-3-1-2 15,-3-5-1-15,3 5 0 0,0 0-10 0,0 1-9 16,0-1 9-16,3 0-13 0,-6 3 13 0,3 0 0 15,-3-3 0-15,0 1 0 0,3-1 9 0,0 3-1 16,-3 0-8-16,0 0 12 0,0-3-12 0,0 0 0 16,3 3 0-16,-3 0 0 0,0-2 0 0,0 2 0 0,0 0 8 15,0-1-8-15,-3 1 8 0,3 0-8 16,0 0 11-16,0 0-11 0,0 3 0 0,0-3 0 16,-3 0 0-16,0 0 0 0,3 0 0 0,0-8 0 0,0 10 0 0,0-5 0 15,0-5 0-15,0 11 0 0,-3 0 0 0,3-3 0 16,0-8 0-16,0 7 0 0,-3 1 0 0,0 0-12 15,3-8 12-15,0 8 0 0,-3 0 0 0,3 0 10 16,-3 0-10-16,3 0 0 0,-3-3 0 16,0 3 0-16,3-2 0 0,-3-1 0 0,0 0 0 15,0 3 0-15,0-3 0 0,3 3 0 0,0-2 0 0,0 2 8 16,-3-1-8-16,0-1 0 0,0 2 0 0,3-3 0 16,0 3 0-16,0-3 0 0,-3 0 0 0,3 1 0 15,-3 2 0-15,3-3 0 0,-3-2 0 0,3 5 0 0,3-3 0 16,-6 3 0-16,3-3 0 0,-3 3-11 0,3-3 11 15,0 1 0-15,0-6 0 0,0 8 0 0,-3 0 0 16,3 2 0-16,0-5 0 0,-3 1 0 0,3 2 0 0,0 0 8 16,0-1-8-16,0 4 0 15,0 0 0-15,0-1 0 0,0 1 0 0,0-3 0 0,3 2 0 0,-3 1 0 16,-3 0 0-16,3-4 0 0,3 1 0 0,-3 0 0 16,3-2 0-16,-3 2 0 0,-3-1 0 0,3-1 0 15,0 2 0-15,0-3 0 0,0-2 0 0,0 2 0 16,0 0 0-16,0-2 0 0,0-3 0 0,0 3 0 15,0 2 0-15,0-3 0 0,0 1 0 0,0-3 0 16,0 0 0-16,0 0 0 0,3 3 0 0,-3-3 0 16,0 0 0-16,3 5 0 0,-3-5 0 0,0 0-8 0,0 0 0 15,0 0 0-15,6 0 8 0,-6 0 0 0,0 0 0 0,0 0 0 16,3 3 0-16,3-3 0 0,0 0 0 16,0 0 0-16,-6 0 0 0,6-3 0 0,0 3 0 15,0-3 0-15,0 1 0 0,0-1 0 0,3 3 0 16,-3-3 0-16,3 1 0 0,0-1 0 0,-1 1 0 15,1-1 0-15,0 0 0 0,0 1 0 0,3-1 0 0,-3-2 0 16,3 2 0-16,0 0 0 0,0 1 0 0,0-1 0 16,3 0 0-16,-3-2 0 0,2 2 0 0,1 1 0 15,0-3 0-15,3 2 0 0,0-2 0 0,3 2-8 16,-3-2 8-16,2 2 0 0,1 0 0 0,0-2 0 16,0 0 0-16,0 2 0 0,0-2 0 0,-1 0 0 15,-2 2 0-15,3-2 0 0,0-1 0 0,-3 4 0 16,0-4 0-16,0 4 0 0,-1-1 0 0,4 0 0 15,-3-2 0-15,0 3 0 0,3-1 0 0,0 0 0 0,0 1 0 16,-1-1 0-16,-2 3 0 0,0-3 0 0,-3 1 0 0,0 2 0 16,0-3 0-16,0 3 0 0,2 0 0 0,-5 0 0 15,3 0 0-15,-6-3 0 0,3 1-10 0,0 2-6 16,0-3-2-16,-3 3 0 0,3 0 18 0,0 0 0 16,-3 3 0-16,5-3 0 0,1 0 0 0,-3 0 0 15,3 2-8-15,0 1 8 0,0-3 0 0,0 3 0 16,0-1 0-16,0-2 0 0,2 3 0 0,-2-3 0 15,3 0 0-15,-6 0 0 0,3 0 0 0,-3 0 0 16,0 0 0-16,0 0 0 16,3 0 0-16,-4 0 0 0,4 0 0 0,0 3 0 0,0-3-13 0,0 2 1 15,-3-2 0-15,0 3 0 16,0-3 12-16,0 0 16 0,0 0-3 0,-1 0-1 0,1 0-12 0,-3 0 0 0,3-3 0 16,0 3 0-16,3 3 0 0,-3 0 0 0,-3-1 0 0,3 1 0 15,0-3 0-15,-3 0 0 0,2 2 0 0,1 1 0 16,3 0 0-16,-3-3 0 0,0-3 0 0,0 6 0 15,3-3 0-15,-3 0 0 0,6 2 0 0,-4-2 0 16,-5 0-15-16,3 3 4 0,-3 0 1 0,3-3 0 16,0 0 10-16,3-3 9 0,-3 3-1 0,0 3-8 15,0-6 0-15,0 3 0 0,-1 0 0 0,4 0-12 16,-3 0 12-16,0-3 0 0,0 3 0 0,0 0 10 16,0 0-10-16,0 0 0 0,0-2 0 0,0 2-11 15,-3 0 11-15,2 2 0 0,-5-2 8 0,3-2-8 16,0 2 0-16,0 0 0 0,0 0 0 0,0 0 0 15,3 0 0-15,-3 0 0 0,3 0 0 0,-3 0 0 0,0 0 0 16,-3-3 0-16,6 3 0 0,-1 0 0 0,-2 0 0 0,3 0 0 16,-3-3 0-16,3 3 0 0,0 0 0 0,-3 0 0 15,0-2 0-15,-3-1 0 0,3 1 0 0,0 2 0 16,0 0 0-16,-3 0 0 16,0-3 0-16,-3 0 0 0,2 3 0 0,-2 0-8 0,3-2 8 0,0 2 0 15,0 0 8-15,3-3-8 0,0 3 0 0,0 0 0 16,0 0 0-16,0 0-8 0,-3-3 8 0,3 3 0 15,-3 0 8-15,3 0-8 0,-3 0 0 0,-6 0 0 16,9-2 0-16,0-1 0 0,-1 3 0 0,-2 0 0 16,0 0 0-16,0 0 0 0,0 0 0 0,0 0 0 15,0 0 0-15,0-3 0 0,-3 1 0 0,6-1 0 16,-9 3 0-16,6 0 0 0,0 0 0 16,0 0 0-16,-3-3 0 0,3 1 0 0,-6 2 0 0,6 0 0 15,0 0 0-15,-6 0 0 0,6 0 0 0,-6 0 0 0,6 0 0 0,0-3 0 16,-6 3 0-16,6 0 0 0,-6 0 0 0,8 0 0 15,-8 0 0-15,6 0 0 0,-6 0 0 0,6 0 0 16,-6 0 0-16,6-3 0 0,0 1 0 16,0 2 0-16,3-3 0 0,-6 1 0 0,-3 2 0 0,0 0 0 15,6-3 9-15,0 0-9 0,-3 1 12 0,-3 2-12 16,0 0 0-16,6-6 0 0,0 4 0 0,-6 2 0 16,0 0 0-16,0 0 0 0,3-8 0 0,0 5 0 15,3-5 0-15,-6 8 0 0,3-5 0 0,-3 5 0 16,0 0 0-16,3-8 0 0,-3 0 0 0,0 8 10 15,3-5-10-15,0-3 0 0,-3 0 0 0,0 0 0 0,0 3 0 16,0-3 0-16,0 0 0 0,0-3 0 0,0 3 0 16,0 0 0-16,0 0 0 0,3 0 0 0,-6 0 21 15,3 1-1-15,0-1 0 0,0 0 0 0,0 0-20 0,3 0-16 16,0-3 2-16,-3 3 1 0,0 0 13 0,0 0 0 16,0-2 0-16,0 2 0 0,0 0 10 0,0 0 2 15,-3 0 0-15,3-3 0 0,3 1-12 0,-3 2 0 16,3-3 0-16,-3-2 0 0,0 0 0 0,0 2 0 15,0 3 0-15,0-5 0 0,0 0 0 0,0 0 0 16,0-1 0-16,0 4 0 0,0-3 0 0,-3 2 0 16,6-2 0-16,-3 2 0 0,-3 1 8 0,3-1 0 15,3-2 0-15,0 2 0 0,-3 3-8 0,3 0 0 16,-3 0 0-16,0-2 0 0,0 2 0 0,0 0 0 16,0-3 0-16,0 3 0 0,0-2 8 0,0 2-8 0,-3 3 8 15,3-3-8-15,0 0 12 0,0 0-4 0,-3 0 0 0,3 3 0 16,0-3-8-16,-3 2 0 15,3-2 9-15,-3 3-9 0,0-3 0 0,3 3 0 0,-3-3 0 0,3 3 8 16,-3-3-8-16,0 2 0 0,0 1 0 0,0 3 8 16,0-4-8-16,0 1 0 15,0 2 0-15,-3-2 0 0,3 0 0 0,0 2 9 0,-3-2-9 16,3 2 0-16,0 0 10 0,0 1-10 0,-3-1 8 0,3 1-8 16,-3 2 0-16,0-3 0 0,0 3 0 0,0-3 0 15,0 3 0-15,3-2 0 0,-2 2 0 0,-1 0 0 16,0 0 0-16,0 0-17 0,0-3 2 0,-3 3 1 15,0-3-30-15,0 1-7 16,0-4-1-16,0-2-676 0,0 1-135 0</inkml:trace>
  <inkml:trace contextRef="#ctx0" brushRef="#br0" timeOffset="13902.72">19741 14465 345 0,'0'0'31'0,"0"0"-31"0,0 0 0 0,0 0 0 0,0 0 107 0,0 0 15 15,0 0 3-15,0 0 1 0,0 0-57 0,0 0-11 0,0 0-2 16,3-3-1-16,-3 3-7 0,0 0-2 16,6-5 0-16,-6 5 0 0,0 0-6 0,6 0-2 0,0-3 0 15,0 3 0-15,-6 0-7 0,6 0-2 0,0 0 0 0,0 0 0 16,3 0 13-16,-1 3 2 0,1-1 1 0,0-2 0 15,-3 3-21-15,6-3-5 0,0 3-1 0,0-1 0 16,0-2-3-16,0 0-1 0,3 0 0 0,-3 0 0 16,2 0 4-16,1 0 1 0,0 0 0 15,0-2 0-15,3 2-7 0,-3 0-2 0,3 0 0 0,0-3 0 16,-4 3-10-16,4 0 0 0,-3-3 0 0,3 1 0 16,0 2 0-16,-3 0 0 0,0-3 0 0,0 3 0 15,2 0 0-15,-2-2 0 0,0-1 0 0,3 3 0 16,-3 0 10-16,0 0 0 0,3 0 0 0,0 0 0 15,-1-3-10-15,1 3 0 0,-6 0 0 0,3 0-11 16,0 0 11-16,-3-2 0 0,6 2 0 0,-3 0 0 16,-1 0 0-16,1 0 0 0,0-3 0 0,0 3 8 15,3 0-8-15,-3 0 0 0,0-3 0 0,-3 1 8 16,3 2-8-16,-1 0 0 0,4-6 0 0,-6 6 8 0,3 0-8 0,0-2 0 16,0-1 0-16,0 0 8 0,-3 1-8 0,0-1 0 15,2 0 0-15,1 1 0 0,-3-1 0 0,0 3 0 16,3-2 0-16,0 2 8 0,0-3-8 0,-3 3 0 15,-3-3 0-15,3 3 0 0,-1 0 0 0,1 0 0 16,-3-2 0-16,6 4 8 0,-3-2-8 0,3 0 0 16,-3 0 0-16,3-2 0 0,0 4 0 0,0-2 0 15,-1 0 8-15,1 0-8 0,-3 0 9 0,0 0-9 16,3 0 12-16,-3 0-12 0,3 3 0 0,-3-3 0 16,0 0 0-16,-1 3 0 0,4-3 8 0,0 0-8 0,-3 2 0 15,0-2 0-15,3 0 0 0,0 0 0 0,-6 0 0 16,6 3 0-16,-3-1 8 0,-1 1-8 0,-2-3 0 15,0 3 0-15,3-1 0 0,0 1 0 0,3-6 0 0,-3 3 0 16,0 0 9-16,0 0-9 0,3 0 0 0,-3 0 9 16,-1-2-9-16,1 2 0 0,0 0 0 0,3-3 8 15,-3 6-8-15,0-3 0 0,0 0 0 0,0 0 8 16,-3 2-8-16,3-2 0 0,-3-2 0 0,-1 2 8 16,1 0-8-16,0 2 8 0,0-2-8 0,0 0 8 15,0 0 11-15,-3-2 1 0,0 2 1 0,0 0 0 16,0 0-21-16,0 0-18 0,0 0 3 0,-6 0 1 15,0 0 22-15,9 0 5 0,-3-3 1 0,0 3 0 16,-6 0-14-16,6 3 0 0,0-3 0 0,-6 0 0 16,0 0 0-16,0 0-12 0,6 2 3 0,-1 1 0 0,-5-3 9 15,6 0 14-15,0 0-3 0,-6 0-1 0,0 0-10 16,6 3 0-16,-6-3 0 0,6 0-11 0,0 0 11 0,-6 0 14 16,0 0-3-16,0 0-1 0,0 0-10 0,0 0 0 15,6 0 0-15,-6 0 0 0,0 0 0 16,0 0 0-16,0 0 8 0,6 5-8 0,-6-5 8 0,0 0 0 15,6 3 0-15,-6-3 0 0,0 0 0 0,3 5 0 16,-3-5 0-16,0 0 0 0,3 8 0 0,-3-8 0 16,0 0 0-16,0 5 0 0,0-5-8 0,3 8 12 15,-3-8-12-15,6 5 12 0,0 3-4 0,-3-2-8 16,-3-1 12-16,3 3-4 0,-3-3 8 0,3 3 0 16,-3-8 1-16,0 5 0 0,3 3-17 0,0 0 0 15,-3 0 8-15,3 0-8 0,-3-3 0 0,3 3-12 0,0 0 1 16,0 0 1-16,-3-2 10 0,0 4 0 0,6-2 0 15,-3 0 0-15,0 0 0 0,0 0 0 16,0 0 0-16,0 0 0 0,3 2 0 0,-3 1 8 0,-3-6-8 16,2 6 8-16,4-3-8 0,-3 0 9 0,0 2-9 0,0-2 10 15,0 0-10-15,0 3 0 0,-3-1 9 0,0 1-9 16,0-1 8-16,0 1-8 0,6 0 8 0,-3-1-8 16,-6 1 8-16,6-1-8 0,0 1 10 0,0-3-10 15,-3 5 10-15,0-2-10 0,-3-1 10 0,3 1-10 16,0-1 9-16,3 1-9 0,0 0 8 0,-3-1-8 15,3-2 9-15,-3 3-9 0,-3-1 10 0,3 1-10 16,0-3 10-16,0 2-10 0,-3 1 10 0,0 0-10 16,0-3 10-16,0-1-10 0,3 1 10 0,0 0-10 15,-3 0 8-15,0-2-8 0,6 1 0 0,0 1 9 16,-9 0-9-16,6-2 0 0,0-6 0 0,0 5 8 0,-3 3-8 16,3-3 0-16,0 3 9 0,0-3-9 0,0-5 0 15,0 8 8-15,0-2-8 0,0-6 0 0,3 8 0 0,-3-3 9 16,-3 0-9-16,3 0 0 0,0-5 11 0,0 6-11 15,0-1 10-15,0 0-10 0,-3-2 8 0,0 2-8 16,3-5 0-16,0 3 9 0,-3 2-9 0,3-5 0 16,-3 5 9-16,3-5-9 0,0 3 0 0,0 2 8 15,0-5-8-15,0 0 0 0,-3 8 0 0,3-8 0 16,0 0 0-16,0 0 8 0,0 6-8 0,0-4 0 16,0-2 0-16,-3 6 8 0,3-6-8 0,0 0 0 15,0 0 0-15,0 0 0 0,0 0 0 0,0 0 9 16,0 0-9-16,0 0 0 0,0 0 8 0,0 0-8 0,0 5 0 15,0-5 0-15,0 0 0 0,0 0 0 0,0 0 0 16,0 0 0-16,-5 3 0 0,5-3 0 0,0 0 0 16,0 0 0-16,0 0 0 0,0 0 0 0,0 0 0 0,0 0 0 15,-6 2 0-15,6-2 0 0,0 0 0 0,0 0 0 16,0 0 0-16,-6 3 0 0,6-3 0 0,-6-3 0 16,-3 3 8-16,9 0-8 0,0 0 0 0,0 0 0 15,-9 0 0-15,9 0 0 0,-6-5 0 0,-3 5 0 16,9 0 0-16,-6 0 0 0,-3 0 0 0,0-3 0 15,9 3 0-15,-9 0 0 0,9 0 0 0,-6-2 0 16,-3 4 0-16,9-2 0 0,0 0 0 0,0 0 0 16,-9 0 0-16,-3 0 0 0,4 0 0 0,2 0 0 15,-3 0 0-15,0-2 0 0,0 2 0 0,0 0 0 16,0 0 0-16,-3 0 0 0,3 0 0 0,-3 2 0 16,0 1 0-16,0-3 0 0,0 3-8 0,1-1 8 0,-4-2 0 0,0 3 0 15,0-3 0-15,3 0 0 0,0 2 0 16,-3 1 0-16,0-3 0 0,3 3-9 0,-2-1 9 0,-1 1 0 15,-6-3 0-15,9 0 0 0,3 3 0 0,-3-1 0 16,0-2 0-16,-3 3 0 0,0 0 0 0,1-1 0 16,2-2 8-16,-3 0-8 0,0 0 0 0,3 6 0 15,0-6 0-15,0 5-8 16,0-2 8-16,0-1 0 0,-3 1 0 0,4-1 0 0,-1 1 0 0,0 0 0 16,0-1 0-16,-3 1 0 0,0 0 0 0,3-1 0 15,-3 1 0-15,0 0 0 0,0-1 0 0,1 4 0 16,2-4 0-16,-3 3 0 0,3-5 0 0,0 6 0 0,-6-6 0 15,9 0 0-15,0 5 0 0,3-2 0 0,-6-1 0 0,-2 1 0 16,2-3 0-16,0 0 0 0,-3 0 0 16,3 0 8-16,0 0-8 0,0 0 0 0,0 0-8 15,0 5 8-15,0-5 0 0,3 3 0 0,1-3 0 16,-4 3 0-16,3-3 0 0,0 2 0 0,-3-2 0 0,3 0 0 16,0 0 0-16,0 0 0 0,0 3 0 0,3-3 0 15,-3 0 0-15,3 3 0 0,-3-3 9 0,0 0-9 16,3 0 0-16,1 0 0 0,-4 0-12 0,3-3 3 15,0 3 9-15,0-3 0 0,-3 3 0 0,0 0 0 16,3 0 0-16,-3 0 0 0,0 0 0 0,3 3 0 16,-3-3 0-16,0 0 11 0,0 3-3 0,3-3 0 15,0-3-8-15,-3 3-11 0,4 0 3 0,-1 0 0 16,0 0 8-16,0-3 0 0,0 3 0 0,0 0 0 16,6 0 0-16,-6 3 0 0,-3 0 0 0,0-3 0 15,9 0 0-15,-6 0 0 0,-3 0 0 0,0 2 0 0,0 1 0 16,3-1 11-16,0-4-3 0,-3 2 0 0,0 2-8 0,3 1-11 15,-2-3 3-15,-1 3 0 0,0-1 8 0,0 4 0 16,3-6 0-16,0 2 0 0,0 1 0 0,-3-3 0 16,3 3 0-16,-3 2 0 0,0-2 0 0,0 2 0 15,0-2 0-15,0-1 0 0,3 3 0 0,0-2 0 16,-2 2 0-16,-1-2 0 0,0 0 0 0,-3-1 0 16,0 1 0-16,3 0 0 0,0 2 0 0,-3 0 0 15,3-2 0-15,-3 2 0 0,0-2 0 0,0-1-8 16,4 4 8-16,-4-4 0 0,-3 4 0 0,3-4 0 15,3 4 0-15,-3-6 0 0,3 5 0 0,-3-5 0 16,0 3 0-16,3-1 0 0,-3 1 0 0,3-1 0 0,1 1 0 0,-1-3 0 16,0 0 0-16,3 0 0 0,-3 0 0 15,0 3-8-15,3-3 8 0,-3 0 0 0,3 0 0 0,-3 0 0 16,0 0 0-16,0 2 0 0,3-2 0 0,0 0 0 16,-3 0 0-16,3 0 0 0,0 3 0 0,-2-3 0 15,2 0 0-15,0 0 0 0,0 0 0 0,6 0 0 16,-6 0 0-16,0 3 0 0,-3-3 0 0,9 0 0 15,-6 0 0-15,0 0 0 0,6 0 0 0,0 0 0 16,0 0 0-16,-9 0 0 0,3 0 0 0,6 0 0 16,-6 0 0-16,6 0 0 0,-9 0 0 0,9 0 0 15,-6 0 0-15,6 0 0 0,0 0 0 0,-6 0 0 16,0-3 0-16,6 3 0 0,0 0 0 0,0 0-8 16,-6 0 8-16,6 0 0 0,-6-5 0 0,3 2-8 0,3 3 8 15,0 0 0-15,-3-3 0 0,3 3 0 0,-3-5 0 16,3 0 0-16,-2 0 0 0,2 2 0 0,0-5 0 15,0 3 0-15,0-1 0 0,0 1 0 0,0-3 0 0,0-2 0 16,0 2 0-16,0-3 0 0,0 1 0 0,0-4 0 16,0 1 0-16,0 0 0 0,0 2 0 0,2-2 0 15,-2 0 0-15,0 0 0 0,0-1 0 0,0-2 0 16,0 1 0-16,0-1 0 0,0 0 0 0,0 0 0 16,0 0 0-16,3 0 0 0,0 3 0 0,-3-3 0 15,0 3 0-15,0-3 0 0,0 3 0 0,0-3 0 16,0 3 0-16,0-3 0 0,0-3 0 0,0 3 0 15,0 1 0-15,0-1 0 0,-3 0 0 0,0 0 0 16,3-3 0-16,0 1 0 0,-2 2 0 0,2-3 8 0,0 1-8 16,-3 2 0-16,3 3 0 0,-3-6 0 0,3 3 0 15,-3 3 0-15,3 0 0 0,0 0 0 0,0 2 0 0,-3-2 0 16,3 0 0-16,0 2 0 0,-3 1 0 0,3-1 0 16,0 3 0-16,0-3 0 0,0 3 0 0,-3-2 0 15,3 2 0-15,0-3 0 0,-3 3 0 0,3 1 0 16,0-1 0-16,-3 2 0 0,3-2 0 0,0 0 8 15,0 0-8-15,-3 3 0 0,3 0 0 0,0 0 0 16,0 2 0-16,0 0 0 0,0 1 0 0,0-1 0 16,0-5 0-16,3 5 0 0,-3 1 0 0,0-4 0 15,3 4 0-15,-3-3 0 0,0 5 0 0,3-6-8 16,-3 6 8-16,0 0 0 0,3-5 0 0,0 2-8 16,0-2 8-16,-3 5 0 0,3-3 0 0,3-2 0 15,-4 2 0-15,-2 3 0 0,6-2 0 0,-3-3 0 16,3 2 0-16,0 0 0 0,-6 3 0 0,6-2 0 0,3-1 0 0,0 0-10 15,-3 1 10-15,3-1 0 0,3 0-19 0,-3 3 3 16,3-2 1-16,0-1 0 16,3-2-18-16,2-1-4 0,4 1-1 0,0-5-646 15,3-4-130-15</inkml:trace>
</inkml:ink>
</file>

<file path=ppt/ink/ink2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1-04-12T21:29:10.467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19145 3493 1404 0,'0'0'31'0,"0"0"6"0,0 0 2 0,0 0 0 0,0 0-31 0,0 0-8 0,0 0 0 0,0 0 0 15,0 0 86-15,0 0 16 0,0 0 3 0,0 0 1 16,0 0-47-16,0 0-10 0,0 0-1 0,0 0-1 16,-3 8-11-16,3 0-1 0,-3-3-1 0,3 11 0 31,-3-8-5-31,3 8-1 0,-3-1 0 0,0 4 0 0,0-1-18 0,0 1-10 0,-3 0 10 0,3 2-10 15,-3 3 0-15,0 2 0 0,0-2 0 0,-3 0 0 16,6 2-16-16,-3-2-2 0,1-3-1 16,-1 3 0-16,3-6-21 0,0 1-4 0,-3-6 0 0,3 3-1 0,0-5 36 0,0-3 9 15,3-1 0-15,-3 1 0 0,3-8 0 0,0 0 0 16,0 0 0-16,0 0 0 0,-3-10 0 0,3 2 0 16,0-3 0-16,0-7 0 0,3-1 0 15,0-5 0-15,0-2 0 0,3-3 0 0,3 0 42 0,-3 0 10 16,5 0 3-16,-2-6 0 15,3 3-19-15,0-2-4 0,0-3-1 0,3 0 0 0,0 0 5 0,3 0 2 0,-3 2 0 16,0 1 0 0,2 8 10-16,-2 4 1 0,0 1 1 0,0 5 0 0,0 0-21 0,-3 11-4 0,3-3-1 15,-3 0 0-15,-3 3-11 0,-1 5-2 16,1 0-1-16,-3 5 0 0,0 3-2 0,0 0-8 16,3 3 12-16,-3 7-4 0,0 3-8 0,0-2 0 0,-3 7 9 0,3 4-9 15,0-4 0-15,-3 3 0 0,0 0-12 0,0 6 4 31,0-6-26-31,0 0-5 0,0-5-1 0,-3 5 0 16,0 0-53-16,0 0-11 0,0 0-3 0,0-2 0 16,0-4-129-1,-3 4-27-15,-9 26-5 0,3-19 0 0</inkml:trace>
  <inkml:trace contextRef="#ctx0" brushRef="#br0" timeOffset="240.025">19088 3747 1552 0,'0'0'44'0,"0"0"10"16,0 0-43-16,0 0-11 0,0 0 0 0,0 0 0 0,0 0 104 0,0 0 20 16,0 0 3-16,0 0 1 15,3-3-27-15,3 3-5 0,0-5 0 0,0 5-1 0,3 0-58 0,0-3-11 16,3 3-2-16,3 0-1 0,0-2-23 0,3 2 9 15,0-3-9-15,2 3 0 0,1 0 0 0,0-3 0 16,3 3-12-16,0-2 3 31,-1-1-95-31,1 3-18 0,0-5-4 0,0 2-798 0</inkml:trace>
  <inkml:trace contextRef="#ctx0" brushRef="#br0" timeOffset="1939.123">19657 3821 1396 0,'0'0'31'0,"0"0"6"0,0 0 2 0,0 0 0 0,0 0-31 0,0 0-8 62,-6-3 0-62,3-2 0 0,3 5 86 0,-3-3 16 0,3-5 3 0,-3 3 1 0,3 5-42 0,0-5-8 0,0 2-1 0,0-5-1 0,0 3-18 16,0 5-3-16,3-5-1 0,0-1 0 0,0 4-4 0,0-4-2 0,0 4 0 0,0-1 0 16,3 3 0-16,-3-5 0 0,0 2 0 0,3 3 0 0,0-5-2 0,0 5-1 0,0-3 0 0,0 1 0 15,0-1-3-15,0 0-1 0,2 1 0 0,-2-1 0 16,0 3-10-16,0-5-1 0,0 5-8 0,-3-3 12 15,3 3-12-15,-3-5 8 0,0 5-8 0,-3 0 0 16,0 0 0-16,0 0-13 0,0 0 1 0,0 0 0 16,3-3 12-16,-3 3 0 15,0 0 0-15,0 0 0 0,0 0 0 0,0 0 0 0,0 0 0 0,0 0 0 16,0 0 0-16,0 0 0 0,0 0 0 0,0 0 0 16,-6 3 0-16,0 2 0 0,0-5 0 0,0 3 0 15,0 2 0-15,0-2 0 0,6-3 0 16,-6 2 10-16,0-2-10 0,1 3 0 0,5-3 0 0,0 0 0 15,-6 3 0-15,6-3 0 0,0 0 0 0,0 0 0 16,0 0 0-16,0 0 0 0,0 0 9 0,0 0-9 16,0 0 0-16,0 0 9 15,0 0-9-15,0 0 0 0,3-6 13 0,0 4-4 0,2-1-1 0,-2 3 0 0,3-5 2 16,0 5 0-16,3-3 0 0,-3 3 0 0,0-5-10 0,0 2 8 16,0 3-8-16,0-5 8 15,0 2-8-15,-3 3 0 0,3-3 0 0,0 1 0 0,-3-1 0 0,3 3 0 16,0-2 0-16,0-1 0 0,-3 3 28 0,3 0 3 15,-6 0 1-15,6-5 0 16,-3 5-32-16,-3 0 0 0,0 0 0 0,3 0 0 0,-3 0 0 0,0 0 0 16,6-3 0-16,-6 3 0 0,0 0 0 0,0 0 0 15,0 0 0-15,0 0 0 0,0 0 0 0,0 0 0 0,0 0 0 16,0 0 0-16,0 0 0 0,0 0 0 16,-6 8 0-16,0-8 0 0,-3 5 0 0,3 0 0 15,-3-2 0-15,0 5 0 0,-3 0 0 0,3-5 0 0,-3 5 0 16,-3-3 0-16,0 3 0 0,3 0 0 15,-2 0 0-15,-1 0 0 16,3 0-10-16,0 2-8 0,0-2-2 0,3-3 0 0,-3 6 20 0,3-3 0 0,3 0 0 0,0 2 0 16,0-2-8-16,0 0 8 0,3 0 0 0,0 0 0 31,3-3 0-31,-3 1-8 0,3 4 8 0,0-7 0 0,0 2 0 0,0-5-8 0,3 6 8 0,-3-6 0 16,3 7-9-16,0-1 9 0,0-1 0 0,0 0-9 15,-3-5 9-15,6 3-10 0,0 2 10 0,0-2-10 16,0 0 10-16,3-3-12 0,0 2 12 0,0 1-12 15,3-3 12-15,-3 3 0 16,3-3-9-16,0 0 9 0,2 2-9 0,-2-2 9 0,3 0-12 0,-6 0 12 16,3 0-26-16,0 0 2 0,-3 0 0 0,3 0 0 15,-3-2-19-15,0 2-3 0,3 0-1 0,-3-3 0 16,-1 3-23-16,1-3-5 0,0 1-1 16,-3-1 0-16,0 0-101 0,0-2-21 0,-3 2-4 0,0 3-1 15,0-5 90-15,0 0 17 0,-6-3 4 0,3 3 1 0,-3-1 75 16,0-2 16-16,0-2 0 0,-3 2 0 0,0-3 129 0,0 3 25 15,3-2 5-15,-3-1 1 0,-3 3-24 0,4 0-5 16,-1-2-1-16,0 2 0 0,0 0-18 0,3 5-4 16,0-5-1-16,-3 3 0 0,6 5-35 0,0 0-8 15,-3-5 0-15,3 5-1 0,0 0-19 0,0 0-4 16,0 0-1-16,0 0 0 16,0 0-7-16,0 0 0 0,0 8-1 0,3 2 0 0,-3-2-2 0,0 0 0 0,3 5 0 0,-3 3 0 31,3 0-11-16,0 0-2-15,-3 2-1 16,0 1 0-16,3-1-15 0,-3 1 9 0,0 2-9 0,3-2 8 0,-3-1-8 0,0 1 0 0,0-1 0 0,3 1 0 16,-3-1-18-16,0 1-6 0,0-1 0 0,3 1-1 15,-3-1-2-15,0-2 0 0,3 3 0 0,-3-3 0 16,3-1-110-16,-3-1-23 0,0-1-4 0,0 3-908 0</inkml:trace>
  <inkml:trace contextRef="#ctx0" brushRef="#br0" timeOffset="2565.09">20312 3707 2221 0,'0'0'48'0,"0"0"11"0,3-5 1 0,-3-1 4 0,3-1-52 0,-3 4-12 16,3-5 0-16,-3 8 0 0,0 0 59 0,0 0 9 0,0 0 1 0,0 0 1 31,0 0-36-31,0 0-7 0,0 0-2 0,0 0 0 0,-3 8-14 0,0 0-3 0,0 5-8 0,0 6 12 16,0-1-12-16,0 3 0 0,0 3 0 0,0 5 0 31,0-8 0-31,0 3 0 0,0 0 0 0,0-3 0 0,0 0-19 0,0-5 3 0,0 0 1 0,-3 0 0 31,3-3-11-31,-3-5-2 0,3 0-1 0,0 0 0 0,3-8 29 0,0 0 0 0,0 0 0 0,0 0 0 31,-3-5-57-31,0-3-6 0,0-3-1 0,3-2 0 0,0-6 52 0,3-2 12 0,-3-3 0 0,6-5 0 16,-3-5 48-16,6 2 13 0,0-5 3 0,3 3 0 16,-3 2-51-16,3-5-13 0,3 0 0 0,3-5 0 15,-1 2 41-15,-2 0 3 0,6 3 1 0,-3 3 0 16,0 7-4-16,0 3-1 0,-3 3 0 0,-3 5 0 16,-1 8-1-16,1-2-1 0,-3 5 0 0,0 2 0 15,0 6-12-15,-3 2-2 0,3 0-1 0,-6 8 0 0,3 1-13 0,0 9-2 16,-3-4-8-16,3 7 12 0,-3-2-12 0,3 5 8 15,0 0-8-15,-3 1 0 16,3-1 0-16,-3 0 0 0,3 0 0 0,-3 0 0 16,0 0-34-16,-3 6 0 0,2-4 0 0,1 1 0 15,-3-3-30-15,3 0-7 0,-3-5-1 0,0 2 0 16,-3-2-31-16,3-5-6 0,-3-1-2 0,1-2-589 16,-1 0-119-16</inkml:trace>
  <inkml:trace contextRef="#ctx0" brushRef="#br0" timeOffset="3042.059">20458 3831 1314 0,'-12'-13'37'0,"6"5"8"0,0 0-36 0,-3 3-9 0,0 0 0 0,0-3 0 15,0 5 138-15,3-5 26 0,-3 3 4 0,3 0 2 16,0 2-55-16,3-2-11 16,3 5-3-16,-3-3 0 0,3 3-55 0,0 0-11 0,0-5-3 0,3 2 0 15,0-2-22-15,6 2-10 0,-3 1 8 0,6-1-8 16,0 3 8-16,3-3-8 0,3 3 0 0,0-2 8 15,0 2-8-15,5 0 0 0,-2-3 0 0,0 3-11 32,0 0 11-32,-3-5 0 0,5 2 0 0,-2-2 0 0,0 2 8 0,-3-2-8 0,0 2 10 0,0 0-10 15,0 1 12-15,-6-1-4 0,-1 1-8 0,1 2 12 16,-6-3-12-16,0 3 0 16,0 0 0-16,-6 0 0 0,0 0 54 0,0 0 8 0,0 0 2 0,0 3 0 15,0-3-52-15,-3 7-12 0,0 4 0 0,-3-3 0 0,0 0 0 16,0 3 0-16,0-1 0 0,-3-2 0 0,4 3 0 0,-4 2 0 15,3-5 0-15,0 2 0 16,0 1-48-16,0 2-13 0,0-5-3 0,3-3 0 0,3 3 52 0,0 0 12 16,0-5 0-16,3 2 0 15,6-2 0-15,-3 2 0 0,3-5 0 0,3 0 0 16,-1 0 0-16,7 0 0 0,0-5 0 0,0 2 0 0,6 3 0 16,-3-8 0-16,0 3 0 0,-1 2 0 0,1-2 48 0,0 2 13 15,-3 1 3-15,-3 2 0 0,0-3-52 0,0 3-12 0,-4 0 0 16,1 0 0-16,-3 3 0 0,0-1 0 0,0 4 0 0,-3 4 0 15,0-2 0-15,-3 0 0 16,-3 0 0-16,0 5 0 0,-3-2 0 0,0-1 0 0,-3 6 0 0,-3-2 0 16,0 1 0-16,-3 1 0 0,-3-2 0 0,1 4 0 31,-7-5-25-31,0 3-8 0,0-5-2 0,-6 2 0 16,1-2-97-16,2-1-20 0,-3 1-4 0,0-1-1 0</inkml:trace>
  <inkml:trace contextRef="#ctx0" brushRef="#br0" timeOffset="3665.144">21461 3662 1900 0,'3'-3'42'0,"0"1"9"0,0-1 1 0,3 0 1 0,-6 3-42 0,0 0-11 0,0 0 0 0,0 0 0 15,0 0 64-15,0 0 10 0,0 0 2 16,0 0 1 0,0 0-49-16,-6 8-11 0,3 3-1 0,-3 5-1 0,0-6-15 0,0 9 0 0,0 0 0 0,0 2 0 15,0 0-11 1,0 0-5-16,0 0 0 0,0 0-1 15,0-2-18-15,0-3-3 0,0 2-1 0,-3-5 0 0,3-2 15 0,0 2 4 0,-2-7 0 0,2-1 0 16,0 0 20-16,0-2 0 0,0-6 0 0,3 1 0 16,-3-4 0-16,6-2 0 0,0 0 0 0,0-10 0 15,3-1 47-15,3-2 13 0,0-5 4 0,3 2 0 16,0-5-52-16,2 2-12 0,-2-2 0 16,6-3 0-16,-3 1 60 0,3-4 8 0,3-2 3 0,0-2 0 15,0-1-23-15,-1 3-4 0,4 5 0 0,0-2-1 16,-3 5-5-16,0 7-1 0,0 4 0 0,-3 2 0 15,-3 3-3-15,-1 5-1 0,1 5 0 0,-3-2 0 16,0 5-15-16,-3 5-3 0,0 0-1 0,-3 11 0 0,3-2-14 16,-3 9 0-16,0-1 8 0,3 7-8 0,-3 2 0 15,0-1 0-15,0 1-12 0,0 4 12 16,0-4-46-16,-3 4-2 0,3-9-1 0,-3 6 0 16,3-3-97-16,-3 3-19 0,0-3-4 0,-3 0-532 15,0-8-107-15</inkml:trace>
  <inkml:trace contextRef="#ctx0" brushRef="#br0" timeOffset="3918.586">21574 3728 1958 0,'-6'-5'43'0,"0"0"9"0,-3-3 1 0,3 5 3 0,0-8-45 0,0 6-11 0,0 0 0 16,3 0 0-16,3 5 104 0,-3-3 20 0,3 3 3 0,0 0 1 15,0 0-52-15,0-5-9 16,6 2-3-16,-3 3 0 0,6 0-28 0,0-5-5 0,3 5-2 0,0-3 0 15,3 3-19-15,0 0-10 0,3-3 10 0,2 3-10 16,1-2-13-16,3-1-9 0,0 3-2 0,6-3-783 16,-4 1-157-16</inkml:trace>
  <inkml:trace contextRef="#ctx0" brushRef="#br0" timeOffset="5145.11">21895 3707 954 0,'0'0'20'0,"0"0"5"0,0 0 1 0,0 0 2 0,0 0-28 0,0 0 0 16,0 0 0-16,0 0 0 0,-3-8 94 0,3 8 14 15,0-5 2-15,0 5 1 0,3-5-15 0,-3 2-2 16,3-2-1-16,3 2 0 0,-3-5-11 0,3 3-2 16,0-1-1-16,0 4 0 0,3-4-14 0,0 4-2 0,0 2-1 0,0-5 0 15,3 2-26-15,-3 3-4 0,0 0-2 0,0-5 0 16,-1 5-21-16,1 0-9 0,0 0 8 0,-3 5-8 16,3-5 0-16,-3 3 0 15,-3 2 0-15,0-3 0 0,0 1 0 0,-3 5-17 0,0 0 2 0,0 0 1 31,-3 3-18-31,-3-1-4 0,0 6-1 0,-3-3 0 16,0 3-12-16,0-3-3 0,-2 3 0 0,-1 0 0 16,3 0 20-16,-3 0 3 0,3 0 1 0,-3-3 0 0,3 0 19 0,0 0 9 0,0-2-8 0,3 0 8 15,0-4 0-15,0 1 8 16,3 0 0-16,3-8 0 0,-3 3 4 0,3-3 0 0,3 5 1 0,0 1 0 16,0-6 3-16,3 2 0 0,3-2 0 0,0 0 0 15,3 0 7-15,0-2 1 0,6-1 1 0,-3 0 0 16,5 3 2-16,-2-8 0 0,3 3 0 0,0 0 0 15,0-1-15-15,0-1-4 0,0 1 0 0,-1 1 0 16,1-3-47-16,0 0-9 0,-3 0-3 0,0 0-868 16</inkml:trace>
  <inkml:trace contextRef="#ctx0" brushRef="#br0" timeOffset="5632.824">22648 3519 1645 0,'0'0'36'0,"0"0"7"0,0 0 1 0,0 0 4 0,0 0-39 0,0 0-9 0,-3 5 0 0,0 3 0 0,1-2 82 0,-1 2 14 0,3 0 4 0,-3 5 0 15,3-3-68-15,-3 4-12 16,3 1-4-16,-3-1 0 0,3 2-16 0,-3-3 0 0,3 3 0 0,0 0 0 16,-3-1 0-16,3-1 0 0,0 2 0 0,0-3 0 31,-3 3-20-31,3-6-7 0,-3 6-1 0,3-5-1 0,-3-1 29 0,0 1 0 0,0-3 0 0,0 0 0 16,0-6 0-16,3-2 0 0,-3 6 0 0,3-6 0 15,0 0 37-15,-6-3 14 0,3 0 2 0,0-2 1 16,0-8-4-16,0 2-1 0,3-2 0 0,0-5 0 15,0-1-19-15,3-2-4 0,-3 0-1 0,3 0 0 16,3-6 11-16,-3 1 1 16,6-4 1-16,-3-1 0 0,0 2-11 0,3-3-3 0,0 0 0 0,-1 3 0 0,1 3 1 15,0-4 0-15,3 7 0 0,-3 1 0 16,3 4 13-16,-3 7 2 0,3-2 1 0,0 5 0 16,-3 0-41-16,0 3 0 0,0 2-16 0,0 3 5 0,-1 0 11 0,-2 0 0 15,3 3 0-15,0 10 0 0,-3-5 0 0,3 8 8 16,0 3-8-16,-3 4 0 0,3 6 0 0,0-5-13 15,-3 3 1-15,3-1 1 16,-3 1-29-16,0 2-5 0,0-5-2 0,-3 5 0 16,3-8-47-16,-3-3-10 0,0 4-1 0,0-4-1 15,-3 1-86-15,0-1-18 0,0 1-3 0,0-3-1 0</inkml:trace>
  <inkml:trace contextRef="#ctx0" brushRef="#br0" timeOffset="6063.291">22708 3659 1728 0,'-6'-2'38'0,"0"-1"8"0,0 0 2 0,0 1 0 0,3-3-39 0,-3 2-9 0,6 3 0 0,-3 0 0 15,3 0 60-15,0 0 9 0,0 0 3 0,0-8 0 16,0 8-12-16,3-5-1 0,3 2-1 0,0 0 0 16,0 1-42-16,3-1-16 0,3 0 11 0,0 3-11 15,3 0 0-15,0 0-13 0,5 0 1 0,1 0 0 31,0 0-17-31,3 0-3 16,0 0-1-16,0 0 0 0,-1 0-46 0,-2 0-9 0,0 0-1 0,-3 0-1 0,-3-2 65 0,0 2 13 0,-6 0 2 0,0-6 1 16,-4 6 9-16,1-2 11 0,-3 2-3 0,-3 0 0 0,0 0 46 15,0 0 9-15,0 0 1 0,0 0 1 0,0 0-1 0,0 0 0 16,0-5 0-16,0 5 0 0,0 0 0 0,0 0 0 16,0 0 0-16,0 0 0 0,0 0 0 0,0 0 0 15,0 0 0-15,0 0 0 0,0 0-51 0,-3 5-13 16,3 3 0-16,0-3 0 0,0 3 0 0,0 0 0 15,3 3 0-15,0-4 0 0,-3 4 54 0,3 0 8 16,0 2 2-16,-3 0 0 0,3 3-52 0,-3-5-12 16,3 7 0-16,-3-5 0 15,3 1-48-15,0 4-13 16,-3-5-3-16,3 3 0 0,-3-5-61 0,0 2-13 0,0 0-2 0,-3 0-897 0</inkml:trace>
  <inkml:trace contextRef="#ctx0" brushRef="#br0" timeOffset="6713.506">23476 3575 1497 0,'0'0'32'0,"0"0"8"0,0 0 0 0,0 0 4 15,0 0-36-15,0 0-8 0,0 0 0 0,0 0 0 0,0 0 87 0,0 0 15 16,0 0 3-16,0 0 1 16,3 2-68-16,0 6-14 0,0 0-2 0,-3 3-1 0,3-3-21 0,-3 2 0 15,0 4 0-15,0-1 8 0,0-3-8 0,0 9 0 16,0-8 0-16,-3 7 0 0,3-2 0 0,0 0-13 16,-3 0 3-16,3 0 1 15,-3 2-37-15,0-7-7 0,3-1-2 0,-3 1 0 0,0-3 66 0,3 0 13 0,-3-6 2 16,3-2 1-16,0 0-19 15,0 0-8-15,0 0 8 0,-6-2-8 0,3-4 12 0,3-4-2 0,-3-1-1 0,3-5 0 16,3 3 8-16,-3-8 2 0,3 5 0 0,-3-5 0 16,6-3-11-16,-3 3-8 0,3-8 9 0,0 2-9 15,0-2 57-15,0-2 6 0,0-1 1 16,3-5 0-16,3 2 0 0,-3 4 0 0,-1 1 0 16,4 4 0-16,-3 0-24 0,0 7-5 15,3 0-1-15,-3 9 0 0,0-1 5 0,-3 1 1 0,3 2 0 0,-3 5 0 16,0-2-19-16,0 5-3 0,-3 0-1 0,3 5 0 15,-3-5-17-15,3 5 10 0,-3 6-10 0,0 2 8 16,2 0-8-16,-2 6 0 0,0 2 0 0,3 6 0 16,-3-1-10-16,0 1-1 0,3-1 0 0,0 3 0 15,0-2-20-15,0-4-4 0,-3 4-1 0,3-3 0 16,0-1-8 0,-3-1-3-16,0-1 0 0,-3 0 0 0,3-5-65 0,-3-3-12 0,0 6-4 0,-3-6-512 15,3 0-102-15</inkml:trace>
  <inkml:trace contextRef="#ctx0" brushRef="#br0" timeOffset="7194.139">23500 3636 1429 0,'0'0'40'0,"-6"-3"10"15,0 3-40-15,6 0-10 0,-6-3 0 0,6 3 0 0,0 0 112 0,0 0 20 0,0 0 4 0,0 0 0 16,0 0-60-16,3-5-12 0,0 2-2 0,3 1-1 15,3-1-35-15,3 0-7 0,0 1-2 0,-1 2 0 16,7-6-17-16,3 4 0 0,0 2 0 0,3 0 0 16,3 0 0-16,-1-5 0 0,4 2 0 0,0 0 0 15,-6 3-12-15,0-2 0 0,-4-1 0 0,1 0 0 32,-3 3-23-32,0-2-4 0,0 2-1 0,-6-6 0 0,0 6 40 0,-6-2 0 0,2 2 0 0,-5 0 0 15,-3 0 44-15,0 0 16 0,0 0 3 0,0 0 1 16,0 0-52-16,0 0-12 0,0 0 0 0,-5 2 0 15,-1 4 32-15,0-1 3 0,3 3 1 0,-3 0 0 16,3 0-36-16,-3-3 0 0,6 6 0 0,-3-3 0 16,0 0 0-16,3-1 0 0,0 1 0 0,3 3 0 15,0-3-27-15,3 0-5 0,0-3-2 0,0 0 0 16,3 6 34-16,-1-8 0 0,1 2 0 0,3-2 0 16,0 2 0-16,0-5 0 0,0 0 0 0,0 0 0 0,0 0 0 0,0 0 0 15,0 0 0-15,0-5 0 0,-4 2 44 0,4-2 16 16,-3 2 4-16,-3-5 0 15,0 3 0-15,0 0 0 0,-3-3 0 0,0 0 0 0,-3 0-52 16,0 0-12-16,-3 0 0 0,0 0 0 0,-3-5 40 0,0 2 6 16,0 0 1-16,-3 1 0 0,0 2-24 0,1 3-5 15,-4-3-1-15,0 0 0 16,0 3-65-16,0 2-12 0,-3 0-4 0,0 3 0 16,0 0-96-16,-3 3-20 0,4 0-4 0</inkml:trace>
  <inkml:trace contextRef="#ctx0" brushRef="#br0" timeOffset="13306.279">19219 4572 1340 0,'0'0'38'15,"0"0"8"-15,-6-2-37 0,0 2-9 0,6 0 0 0,-5 2 0 16,5-2 98-16,-6 3 18 0,0 0 3 0,3 5 1 0,0-1-44 0,0 1-9 16,0 3-2-16,0 7 0 0,0-4-29 0,3 2-5 15,-3 2-2-15,3 3 0 16,0-2-20-16,0-1-9 0,0 4 8 0,3-4-8 0,-3 6 0 0,3-8 8 15,0 5-8-15,0-3 0 16,0 1 0-16,0-6-16 0,0 6 3 0,0-3 0 0,0-3-1 0,0 0 0 16,0 0 0-16,0 3 0 0,-1-8 5 0,-2 0 1 15,3 0 0-15,-3-3 0 0,0-5 8 0,0 0 0 16,0 0 0-16,0 0 0 0,0 0 0 0,-5-8 0 16,2 0 0-16,-3-5 0 15,3 0 49-15,-3 0 12 0,3-6 3 0,0 3 0 0,0-5 0 0,3 3 0 0,-3-6 0 0,3-3 0 16,0 3-52-16,3-5-12 0,0-2 0 0,3-1 0 31,0-3 33-31,3 4 4 0,2 2 1 0,1 2 0 0,3 6-12 0,-3 0-2 0,3 2-1 0,3 3 0 31,0 1-3-31,0 1 0 0,-1 4 0 0,-2-1 0 0,3 3-2 0,-3 0-1 0,3 0 0 0,-3 6 0 16,3-4-17-16,-3 6 10 0,-4 0-10 0,1 3 8 16,0 2 15-16,-3 3 2 0,0 0 1 0,-3-2 0 31,-3 4-48-31,0 3-10 0,-3-2-1 0,-3 5-1 0,-3 2 3 15,0 1 1-15,-3 2 0 0,-3 0 0 32,0 0-27-32,1 0-6 0,-1-2-1 0,-3 0 0 0,3-1 52 0,-3-2 12 0,3-3 0 0,-3 0 0 0,3-5 0 0,-3 3 0 0,3-3 0 0,1 0 0 15,2-6-10-15,0 4 1 0,9-6 0 0,0 0 0 16,0 0 9-16,0 0 14 16,3-6-3-16,6 4-1 0,-3-6 6 0,2 3 0 0,4-1 1 0,0 1 0 0,0 2 7 15,3 1 2-15,0-4 0 0,0 1 0 0,0 5-4 0,3 0-1 16,-4-3 0-16,1 3 0 0,3 3-10 0,-6 0-3 15,3-1 0-15,-3 4 0 0,-3-1-8 0,-3 3 0 16,0-3 0-16,-3 6 0 16,-3-3 0-16,0 0-12 0,-3 2 2 0,-3 1 1 0,-3-1 9 0,-3 1 0 15,0 5 0-15,-6-8 0 0,3 5 0 0,-3 3 0 16,-2-5 0-16,-4-1 0 16,3 6-67-16,-3-5-11 0,0-1-2 0,-2 3-1 15,2-5-75-15,0 3-16 0,0 2-2 0,0-8-699 0</inkml:trace>
  <inkml:trace contextRef="#ctx0" brushRef="#br0" timeOffset="14258.041">19865 4758 1074 0,'0'0'30'0,"0"0"8"0,0 0-30 0,0 0-8 0,0-3 0 0,0 3 0 16,3-5 104-16,-3 5 19 0,3-3 4 0,-3 3 1 15,0 0-3-15,3-3 0 0,-3 3 0 0,3-5 0 16,-3 5-46-16,0 0-10 0,0 0-1 0,0 0-1 15,0 0-3-15,0 0 0 0,0 0 0 0,0 0 0 16,0 0-51-16,0 0-13 0,0 0 0 0,0 0 0 16,-6 0 0-16,0 3 0 0,-3 2 0 0,0 0 0 15,-2 1 0-15,2 1 0 0,-3 1 0 0,0 0 0 16,0 3-48-16,0-1-13 0,-3 1-3 0,-3-3 0 16,3 3 52-16,0-3 12 0,1 2 0 15,2-2 0-15,0-3 0 0,3 6-11 0,0-8 11 0,3 5-10 0,0-6 1 0,3 3 0 16,3-5 0-16,-3 6 0 0,3-6 9 15,3 5-10-15,3 3 10 0,-3-8-10 0,6 3 10 0,0-1-10 16,0 1 10-16,3-3-10 0,3 0 10 16,-4 3-13-16,4-6 5 0,3 0 8 0,-3-2-24 0,0 5 4 15,3-8 0-15,-3 0 0 16,3 5-16-16,-1-4-4 0,1 1 0 16,0 1 0-16,-3-6-1 0,-3 3-1 0,0 0 0 0,-3 1 0 0,0-4 21 0,-6 3 4 15,3-3 1-15,-6 3 0 0,0-2 32 0,-3 2 8 16,0 0 0-16,-3 3 1 0,0-3 28 0,0 0 6 0,0 0 1 15,0 5 0-15,-3-2 3 0,3 0 1 16,0 5 0-16,0-6 0 0,0 4 0 0,0-1 0 0,6 3 0 0,0 0 0 16,0 0-52-16,0 0-12 0,0 0 0 0,0 0 0 15,0 0 24-15,0 0 1 0,0 5 1 0,-3 3 0 16,3 0-9-16,3 0-1 0,0 3-1 0,0-1 0 16,3 4 2-16,-3-1 1 0,0 0 0 0,3 0 0 15,-3 1-6-15,3-1 0 0,-3 3-1 0,0-3 0 16,-3 3-11-16,3 2 0 0,-3-2-12 0,3 5 12 15,-3 3 0-15,0-5 0 0,0 2 0 0,0-3 0 16,0 1 0-16,0-1 0 16,0-2 0-16,3-3 0 15,-3 3-59-15,0-10-4 0,3 4-1 0,-3-2-682 0,3-3-137 0</inkml:trace>
  <inkml:trace contextRef="#ctx0" brushRef="#br0" timeOffset="15386.754">20449 4564 1661 0,'0'0'47'0,"0"0"10"0,0 0-45 0,0 0-12 16,0 0 0-16,0 6 0 0,3 2 65 0,-3 2 11 15,0 3 3-15,-3 1 0 0,3 4-46 0,-3 3-9 0,3 0-1 0,-3 1-1 16,3-1-22-16,-3 0 8 16,3 3-8-16,0-6 0 15,-3 3 0-15,3-5 0 0,0 3-12 0,0-6 4 0,0 0-8 0,0 1 0 0,0-4-1 0,0-2 0 16,0 0 17-16,0 0 0 0,-3-5-8 0,3-3 8 31,0 0 0-31,0 0 0 0,0 0 0 0,0 0 9 0,0-3 15 0,0-5 2 0,0-3 1 0,0 1 0 16,3-3 16-16,-3-3 3 0,3 0 1 0,0-3 0 15,3 1 0-15,-3-9 0 16,3 4 0-16,3-7 0 0,0 1-4 0,2 0-1 0,1 0 0 0,0 3 0 16,3-1-10-16,0 6-3 0,0 0 0 0,0 2 0 15,0 3-8-15,0 3-1 0,-1-3-1 0,1 6 0 16,3-1-7-16,-3 3-2 0,3 3 0 0,0 2 0 16,-6 1-10-16,3 2 12 0,-7 0-12 0,4 0 12 15,-3 2-12-15,-3 6 0 0,0 0 0 0,0-2 0 16,-6 1-13-16,0 9-5 0,-3-8-1 0,-3 5 0 15,0 3-39-15,-3 3-8 0,-3-1-2 16,1-2 0-16,-4 5 3 0,3-5 0 0,-3 0 0 0,0 0 0 0,0 3 38 0,3-9 8 16,0 1 2-16,0-1 0 0,0-2 17 0,4 0 0 15,-1-2 0-15,0-1 0 0,3-3 9 0,6-2-1 16,0 0 0-16,0 0 0 0,0 0 7 0,0 0 1 16,3-5 0-16,3 3 0 31,0-1 3-16,3-2 1-15,-1-1 0 0,4 4 0 0,0-6 10 0,3 2 2 0,0 4 1 0,3-4 0 0,0 4 0 0,3-1 0 0,-4 3 0 0,1 0 0 16,0 0-13-16,-3 3-2 0,0 2-1 0,-3 0 0 0,-3 1-17 0,0 2 8 0,-3 0-8 0,0 2 0 16,-6 1 9-16,0-1-9 0,-3 1 0 0,-3 0 9 15,-3 2-9-15,-3-3 0 0,-3 1 9 0,-3 2-9 16,0 0 16-16,0-2-2 16,-2 0 0-16,-1-1 0 15,3 1-62-15,-3 2-13 0,6-8-3 0,-3 3 0 0,3 0 52 0,1-3 12 0,-1 1 0 0,3-1 0 31,3-2-156-31,3-3-29 0,0 0-6 0,6 0-1 0</inkml:trace>
  <inkml:trace contextRef="#ctx0" brushRef="#br0" timeOffset="15815.569">20973 4750 1997 0,'0'0'56'0,"0"0"13"16,0 0-55-16,3-6-14 0,-3 1 0 0,3 2 0 15,0-5 112-15,0 3 20 16,2-3 4-16,1 3 1 0,0-3-58 0,3 3-12 0,-3-6-3 0,3 3 0 0,3 0 0 0,-3 3 0 16,3 0 0-16,0-6 0 0,0 6-51 0,3-1-13 15,-3 4 0-15,-1-1 0 16,4 0 36-16,-3 3 4 0,0 0 0 0,0 0 1 0,-3 0-29 0,0 6-12 16,0-1 8-16,-3 0-8 0,-3 1 0 0,0 4 0 15,0-2-9-15,-6 3 9 16,3-1-38-16,-6 4-1 0,3-4 0 0,-6 3 0 0,3-2 39 0,-3 0 0 15,-3 2 0-15,3-5 0 16,-3 0-59-16,0 2-4 0,0 1-1 0,1-6 0 0,-1 0 52 0,3 3 12 16,0-2 0-16,3-4 0 0,0 1 0 15,6-3 0-15,0 0 0 0,0 0 0 0,0 0 0 0,0 0 0 0,0 0 0 0,6 0 0 16,0 0 0-16,3-3 0 0,0 3 0 0,3-2 0 16,-1-1 22-16,4 0 7 0,3 1 2 0,-3-1 0 15,3 3 1-15,-3-3 1 0,3 3 0 0,-3 0 0 16,-1 0-33-16,1 0 0 15,-3 3 0-15,0-3 0 0,-3 3 0 0,0-1 0 0,0 4 0 0,-3-1 0 16,-3 3 0-16,0-5 0 16,0 2 0-16,-6 3 0 0,0-3 0 0,0 6 0 0,-3-3 0 0,-3 0 0 15,-3-1 0-15,0 4 0 0,-3 0 0 0,-3-1 0 16,1 1 0-16,-4-1 0 0,0 4 0 0,0 4 0 16,0-7-15-16,3-1-9 15,-2 6-3-15,-1-5 0 0,3-1-167 0,3 1-34 16,-3-3-6-16</inkml:trace>
  <inkml:trace contextRef="#ctx0" brushRef="#br0" timeOffset="16772.376">21824 4623 1735 0,'0'0'38'0,"0"0"8"0,0 0 2 0,0 0 0 0,0 0-38 0,0 0-10 0,0 0 0 0,0 0 0 0,0 0 89 0,-3 0 16 16,3 0 3-16,0 0 1 16,-6 7-62-16,3-1-13 0,0 2-2 0,0 8-1 0,3-6-31 0,-3 3 0 15,3 3 0-15,0-2 0 16,0 1 0-16,3-1 0 0,-3-1 0 0,0 3 0 0,3-3 0 0,-3 3-12 16,0-8 12-16,0 2-13 15,0 1 13-15,0-3-11 0,0-3 11 0,0-5-10 0,0 0 10 0,0 0 0 16,0 0 0-16,0 0 0 0,0 0 0 0,0 0 0 15,-6-5 0-15,3-6 0 0,3 1 49 0,-3-4 12 16,3 1 3-16,-3-5 0 0,6-1 0 0,-3 1 0 0,0-9 0 16,3 1 0-16,3 5-34 0,-3-9-6 15,3 1-2-15,3 3 0 0,0-1 4 0,3 6 1 16,0-3 0-16,0 3 0 0,2 3-5 0,1-1-1 0,0 3 0 0,0 3 0 16,3 0-2-1,0 2-1-15,0 1 0 0,0 7 0 0,-1-7-10 0,1 7-8 0,-3 0 12 0,0 1-12 31,0 2 0-31,-3 2 0 0,-3 1 0 0,0 2 0 0,-3 3 0 0,0 3-17 0,-3-1 3 0,-3 6 1 32,0-5-27-32,-3-1-6 0,-3 6-1 0,0-3 0 15,-3 3-17-15,-3-5-3 0,0 2-1 0,-6 3 0 0,3 0 26 0,0 2 5 16,-3-7 1-16,1 5 0 0,2-3 36 0,0 0 0 0,0 1 9 0,3-4-1 16,0-2-8-16,3-3 0 0,3 1 0 0,0 2 0 15,6-8 0-15,0 0 0 16,0 0 0-16,0 0 0 0,3-6 0 0,3 1 0 0,3 0 0 0,3 2 0 15,0-5 33-15,3 5 6 0,3-4 1 0,0 1 0 16,-1 1-5-16,4 0-1 0,-3 2 0 0,3-2 0 16,-3 5-10-16,-3-3-3 0,3 3 0 0,-4 3 0 15,-2-3-11-15,-3 2-2 0,0 1-8 0,0 2 12 0,-3-2-12 0,-3 8 0 16,3-9 0 0,-3 9 0-16,-3-3 0 0,0 8 0 0,-3-8 0 0,-3 5 0 0,0 3 0 0,-3-3 0 15,-3 0 0-15,0 3 0 0,-2-3-11 0,-1 0-1 16,-3 3-1-16,-3-2 0 15,0-4-16-15,0 3-3 0,0-5-1 0,1 3 0 32,-1-3-18-32,3 0-3 0,0-3-1 0,3 3 0 0,3 0-168 0,-3-8-33 0</inkml:trace>
  <inkml:trace contextRef="#ctx0" brushRef="#br0" timeOffset="17163.175">22306 4705 1962 0,'0'0'43'0,"0"0"9"0,-3-6 1 0,3 4 3 0,0-9-45 0,0 3-11 0,3 0 0 0,0-2 0 15,0-1 104-15,3 0 18 0,0 3 4 0,0-5 1 16,3 3-51-16,0-1-9 0,0 1-3 0,3-1 0 16,0 0 0-16,-1 6 0 0,1-3 0 0,0 3 0 15,-3 2-51-15,3 1-13 0,-3-1 0 0,0 3 0 16,0 0 0-16,-3 3 0 15,0-1 0-15,0 1 0 0,-3 2 0 0,0 3 0 0,-3 3 0 0,-3 2 0 16,0 3 0-16,-3 0 0 0,-3 5 0 0,0 3 0 31,-3-6-48-31,-3 3-13 0,0-2-3 0,-3 2 0 0,1 3 52 0,2-8 12 0,-3 5 0 0,3-3 0 16,0 1 0-16,3-9 0 0,3 6 0 0,3-2 0 0,0-4 0 16,0 1 0-16,6-3 0 0,0 0 0 0,3-3 0 0,3 0 0 15,0-2 0-15,6-1 0 0,0-2 0 0,3-2 0 16,3-1 0-16,0 1 0 0,2-1 0 15,4-2 0-15,-3 2 0 0,6-2 0 0,-3-1-22 16,3-2-2-16,-4 3 0 0,1-3 0 16,0-2-79-16,0-1-16 0,0-2-3 0,-1 0-894 0</inkml:trace>
  <inkml:trace contextRef="#ctx0" brushRef="#br0" timeOffset="17950.149">22898 4485 1465 0,'0'0'32'0,"0"0"6"0,0 0 2 0,0 0 2 0,3 5-34 0,0-2-8 16,0 0 0-16,0 4 0 16,0 1 45-16,0 3 7 0,-3 0 2 0,3 4 0 0,-3 1-29 0,3 3-5 15,-3 2-2-15,0 0 0 0,0-2-18 0,3 2 8 16,-3 0-8-16,0 0 0 0,0-5 8 0,0 3-8 15,0-3 0-15,0-1 0 0,-3 1 0 0,3-3 0 16,0-2 0-16,-3-3 0 0,0 0 28 0,0 0 0 16,3-8-1-16,0 0 0 0,0 0 37 0,0 0 7 15,0 0 1-15,0 0 1 16,-3-5-8-16,0-1-1 0,3-2-1 0,-3 0 0 0,0-2-11 0,3-6-3 0,0 3 0 0,-3-11 0 16,3 3-6-16,3-6-2 15,-3 1 0-15,3-3 0 0,-3 0 18 0,3 2 3 0,3-2 1 16,3 3 0-16,-3-1-55 0,3 3-8 15,0-2 0-15,3-1-10 0,-3 4 24 0,3 4 5 16,0-5 1-16,0 3 0 0,0 5-8 0,-1 3 0 0,4-6-1 0,0 6 0 16,0 8-11-16,3-6 0 0,0 3 9 0,0 3-9 15,0 5 0-15,-4 0 0 0,1 3 0 0,-3 2 0 16,0 0 0-16,-3 6-10 0,0 0 10 0,-3 2-13 16,-3 0-7-16,-3 0-2 0,0 3 0 0,-6 0 0 15,0 0-17-15,-3 0-3 0,-3 0-1 0,0-1 0 16,-3-1 19-16,1 4 3 15,-1-7 1-15,-3 2 0 0,3 0 20 0,0 0 0 0,3-2 0 0,-3 2 0 32,6-7-30-32,-3 2-2 0,3-1 0 0,4 1 0 0,5-8 32 0,0 0 0 0,0 0 0 0,0 0 0 15,0 0 0-15,0 0 0 0,0 0 0 0,5-5 0 16,4 0 0-16,0 0 13 0,3-1-1 0,0 1 0 0,3 2 16 0,3-5 2 16,0 3 1-16,0 2 0 0,-1-2-5 0,1 2-1 15,0 1 0-15,-3 2 0 0,0 0 3 0,0 0 0 16,-3 2 0-16,-3-2 0 0,0 6-28 0,-3-4 0 15,-1 6 0-15,-2 0 0 0,-3-2 0 0,-3 4 0 16,1 3 0-16,-4 1 0 0,-3-1 0 0,-3 3 0 16,-3 2 0-16,-3 1 0 0,0-3 0 15,0 2 0-15,0-2 0 0,1 0 0 16,-4-3-46-16,3 0-14 0,3 1-4 0,0-4 0 16,0 1-150-16,0-3-30 15</inkml:trace>
  <inkml:trace contextRef="#ctx0" brushRef="#br0" timeOffset="18236.248">23402 4564 2419 0,'0'-5'53'0,"0"2"11"0,3-5 3 0,-1 1 1 0,-2 1-55 0,3 1-13 0,0 2 0 0,-3-5 0 16,0 8 105-16,0 0 19 0,3-5 3 0,-3 5 1 16,0 0-52-16,0 0-9 0,0 0-3 0,0 0 0 15,0 0-51-15,0 0-13 0,3 5 0 0,-3 3 0 31,3 3 0-31,-3-1 0 0,0 4 0 0,0 2 0 0,-3-1 0 0,3 1 0 0,0 5 0 0,-3-2 0 16,0 0 0-16,3-1 0 0,-3 3 0 0,-2-2 0 16,2-1-8-16,0 1-5 0,-3-1-1 15,0 3 0-15,0-5-37 0,-3 3-7 16,3-6-2-16,0 0 0 0,-3 3-147 0,3-3-29 0,-3 1-7 16</inkml:trace>
  <inkml:trace contextRef="#ctx0" brushRef="#br0" timeOffset="19147.288">23916 4511 1202 0,'0'0'26'0,"0"0"6"0,0 0 0 0,0 0 3 0,0 0-35 0,0 0 0 0,0 0 0 0,-5-2 0 0,5 2 89 0,0 0 11 0,0 0 3 0,0 0 0 0,0 0-35 0,0 0-8 0,0 0 0 0,0 0-1 15,-3 5-19-15,0 3-4 0,0 0-1 0,3 3 0 0,-3-1-7 16,3 3-2-16,0 1 0 0,0 4 0 0,0 1-17 0,0-1-9 15,3 3 10-15,-3 0-10 0,0 1 0 0,3-6 0 16,-3-1 0-16,3 4 0 0,0-3 0 0,-3-3 0 16,3 0 0-16,-3 0 0 0,2-2-8 0,-2-3-8 15,0 0-2-15,3 0 0 0,-3-8 18 0,0 0 0 16,0 0 0-16,0 0 0 0,0 0 34 0,0 0 10 16,0 0 3-16,0 0 0 15,-3-8-24-15,3-3-5 0,0 1-1 0,-2-3 0 0,-1-1 31 0,3-4 5 0,-3-3 2 0,0-3 0 16,3-3-37-16,0 1-7 0,0-6-2 0,0 3 0 31,0-3 35-31,0 3 8 0,3 0 0 0,0 0 1 0,2 0-22 0,-2 0-5 0,3 2-1 0,-3 1 0 16,3 2-4-16,0-2-1 0,0 7 0 0,0-5 0 15,3 3-4-15,0 8-2 0,0-3 0 0,0 5 0 16,3 3-14-16,3 0 0 16,-3 6 0-16,5-6 0 0,-2 5 8 0,0 6-8 0,3 0 0 0,-3 2 0 15,0 3 0-15,0 2 0 0,0 1 0 0,-3 5 0 16,-4-3 0-16,1 3 0 0,-3 0-10 0,0 5 10 15,-3-8-17-15,-3 6 1 0,-3-3 1 0,0 2 0 16,-6-2-7-16,0 0-2 0,1-3 0 0,-4 0 0 16,-3-2 5-16,3 0 1 0,-3-4 0 0,0 1 0 15,-3 0 6-15,3 0 0 0,0-5 1 0,1 0 0 16,-1 2 11-16,3-5 0 0,3 2-9 0,0 1 9 0,3-3 0 0,6 0 0 16,0 0 0-16,0 0 0 15,0 0 0-15,0 0 0 0,3-5 0 0,0 0 0 0,3-1 0 0,3 6 0 31,3-8 0-31,0 8 0 0,3-5 0 0,-1 2 12 0,1 3-12 0,3 0 12 0,0 0 10 0,0 0 2 16,0 0 1-16,-3 3 0 0,2 2-14 16,-2-5-3-16,-3 3-8 0,0 2 12 0,-3-5-20 0,0 3-5 15,0 2-1-15,-3 0 0 0,-3 3 14 0,0 0 0 16,-3 3 0-16,0 0 0 16,-3-1 0-1,0 6 0-15,0 0 0 0,-6 0 0 0,3 0 0 0,-6-1 0 0,0 4 0 0,-3-3 0 0,0 0 0 0,-2 2 0 0,2-2 0 16,-3-3 0-16,0 3 0 0,0-5 0 0,-3 5 0 0,3-8 0 31,4 2-26-31,-1 1-2 0,3-6-1 0,0 3 0 16,3-3-107-16,3-2-22 0,6-3-4 0,0 0-806 0</inkml:trace>
  <inkml:trace contextRef="#ctx0" brushRef="#br0" timeOffset="19521.875">24393 4543 2419 0,'0'0'53'0,"0"0"11"0,0 0 3 0,0 0 1 0,0 0-55 0,-6 3-13 0,6-3 0 0,-6 5 0 16,-3 0 0-16,3 1 0 0,0 4 0 0,-3 1 0 15,3-1 0-15,0 4 0 0,0 2 0 0,0-3 0 16,3 0 0-16,0 3 0 0,0-3 0 0,0 6 0 16,3-9 0-16,0 6 0 0,3-3 0 0,0 1 0 15,3-1 0-15,0-3 0 0,0-2 0 0,3 3 0 16,0-3-48-16,0-3-13 0,0 3-3 0,3-3 0 15,0-2 34-15,0 0 6 0,0-1 2 0,-1-2 0 16,4 0 22-16,-3-2 0 0,0-1 8 0,-3 0-8 0,3-2 19 16,-3 2-2-16,0-5 0 0,0 6 0 0,0-9 38 15,-3 1 7-15,0 2 2 0,0-5 0 0,-3 2 0 0,-1-2 0 16,1-1 0-16,-3 1 0 0,0-3 0 0,0 3 0 16,-3 0 0-16,1 0 0 0,-4 2-64 0,3 0-24 0,-6 4 0 15,0-4 1 1,0 3-4-16,-6 3-1 0,0 2 0 0,-6 3 0 15,0 3-174-15,-2 2-35 0,-37 8-7 0,18 0-2 0</inkml:trace>
</inkml:ink>
</file>

<file path=ppt/ink/ink3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1-04-12T20:02:11.909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9177 11872 633 0,'0'0'56'0,"0"0"-44"15,0 0-12-15,0 0 0 0,0 0 133 0,-3 5 25 16,3-5 5-16,-3 8 1 0,3-8-59 0,0 5-11 15,-3 3-2-15,3-2-1 0,0-6-26 0,-3 8-5 16,3-3 0-16,0 3-1 0,0-3-15 0,0 0-4 16,0 3 0-16,-3 0 0 0,3 0-12 0,3 0-2 15,-6 0-1-15,3 0 0 0,-3 0-4 0,3 0-1 16,0 2 0-16,0 1 0 0,-6-3-7 0,6 5-1 16,0-2-1-16,-3-1 0 0,3 4-3 0,-3-4 0 0,0 3 0 15,0 3 0-15,3 0 4 0,0 0 0 16,0 0 0-16,0-3 0 0,0 0 1 0,0 3 1 15,-3 0 0-15,3 0 0 0,3 2 1 0,-3-2 0 0,0 0 0 0,-3 5 0 16,3 1-2-16,0-1 0 0,-3 3 0 0,3-3 0 16,-3 0-1-16,3-3 0 0,0 4 0 0,0-1 0 15,-3-3 0-15,3 6-1 0,0 0 0 0,0 0 0 16,-3 0 0-16,3-1 0 0,0 6 0 0,0-2 0 16,0-3-3-16,0 2 0 0,3-2 0 0,-3 2 0 15,0-2 0-15,3 0 0 0,-3 0 0 0,3-3 0 16,0 3-8-16,-3-3 12 0,0 3-12 0,-3 0 12 15,3-1-12-15,-3 4 12 0,3-1-12 0,0 1 12 16,0-1-12-16,0 1 10 0,0-1-10 0,0-2 10 0,-3-3-10 16,3-2 0-16,0-1 9 0,0 1-9 0,0 2 0 0,0-3 0 15,0 4 0-15,-3-1 8 0,0 0-8 0,3 5 0 16,0 1 0-16,-3-1 8 0,3-2-8 0,0 0 0 16,-3-6 0-16,0 6 0 0,3 0 0 0,0 0 8 15,-3 0-8-15,0 0 0 0,3-1 0 0,0-2 0 16,0 1 0-16,0 1 8 0,-6-1-8 0,6-1 0 15,0 0 0-15,0 0 8 0,-3 3-8 0,3-3 0 16,-3 3 0-16,0 0 0 0,3 0 0 0,0-3 0 16,0 3 0-16,0 2 0 0,-3 3 0 0,3-8 9 15,0 0-9-15,0-5 0 0,0-2 8 0,0-1-8 16,0 3 0-16,0 0 0 0,0-3 8 0,0 5-8 0,0 3 0 16,-3 1 0-16,3-7 0 0,0 4 0 0,-3-3 8 0,3 2-8 15,-3-2 0-15,3 0 0 0,3 3 0 16,-3 2 0-16,-3-3 0 0,3 4 0 0,0 1 0 0,0 4 0 15,-3-3 8-15,3-1-8 0,0 1 0 0,0 0 0 16,3-3 0-16,-3 0 0 0,0-2 0 0,0-1 0 16,0 1 8-16,0-1-8 0,0-2 0 0,0 0 0 15,0-3 0-15,0 1 0 0,-3-4 0 0,3 1 0 16,-3-1 0-16,0 1 0 0,3-3 8 0,-3 0-8 16,-3 0 0-16,3 0 0 0,3-3 0 0,-2 0 0 15,-1 1 0-15,-3-4-17 0,3 1 1 0,0 2 1 16,0 6-93-16,0-6-20 0,-3-8-3 15,3 1-901-15</inkml:trace>
  <inkml:trace contextRef="#ctx0" brushRef="#br0" timeOffset="2186.29">9153 11872 403 0,'0'0'36'0,"0"0"-36"0,0 0 0 0,0 0 0 16,0 0 120-16,0 0 18 0,0 0 3 0,0 0 1 15,0 0-70-15,0 0-15 0,6 0-2 0,-6 0-1 16,0 0-18-16,0 0-4 0,0 0-1 0,3 2 0 15,-3-2 10-15,0 0 3 0,0 0 0 0,3 3 0 16,3 0-21-16,-6-3-4 0,0 0-1 0,6 2 0 16,-6-2 11-16,3 3 3 0,3 0 0 0,-6-3 0 15,0 0-32-15,5 2 0 0,-2-2 0 0,3 3 0 16,-6-3 8-16,3 3-8 0,3-3 0 0,-6 0 0 16,6 2 11-16,0-2-11 0,3 3 12 0,-3-3-12 15,0 0 8-15,3 0-8 0,-6 0 0 0,6 0 0 16,-6 0 8-16,6 0-8 0,0 0 0 0,-3 0 0 15,3 0 8-15,0 0-8 0,-1 0 0 0,-2 0 0 16,3 0 13-16,0 0-4 0,3 0-1 0,-3 0 0 16,-3 3 0-16,3-3 0 0,3 0 0 0,-3 0 0 0,3 0-8 15,-3 0 0-15,6 0 0 0,-6 2 0 0,-4-2 16 0,1 0 0 16,3 3 1-16,0-3 0 0,0 0-27 0,0 0-6 16,3 0 0-16,0 0-1 0,-3 3 27 0,3-1 6 15,-6-2 0-15,6 0 1 0,3 0-17 0,-4 0 0 16,-2 0 0-16,3 3 0 0,3-3-13 0,-3 0-7 15,0 2 0-15,0-2-1 0,0 0 21 0,0 0 0 16,0 0 0-16,2-2 0 0,-2 2 0 0,3 0 0 16,-3 0 0-16,3 0 0 0,-3 0 0 0,3-3 0 15,-3 3 0-15,3 0 0 0,0 0 0 0,-4 0 0 16,-2-2 0-16,3 2 8 0,3-3 8 0,-3 3 0 0,6 0 1 16,-3 0 0-16,0 0-17 0,0-3 0 0,2 3 0 15,1 0 0-15,0 0 0 0,0 0 0 0,0 0 0 16,0 0 0-16,0 0 0 0,-4 0-17 15,4-2 3-15,-3 2 1 0,3 0 35 0,0-3 7 0,0 3 2 16,-3-3 0-16,3 3-31 0,2-2 0 0,-2-1 0 0,0 3 0 16,3-3 0-16,-3 3 0 0,-6 0 0 0,6 0 0 15,-1-2-8-15,4 2-8 0,0 2-2 0,0-2 0 16,-3 0 18-16,3 0 0 0,-3 3 0 0,2-3 0 16,1 3 0-16,0-3 0 0,-3 2 0 0,3-2 0 15,-6 0 11-15,2 3 5 0,1-3 2 0,0 0 0 16,-3 0-18-16,3 0 0 0,-3 0 0 0,6 0 0 15,-4 0 0-15,4 0 0 0,-3 0 0 0,0 0 0 16,3 0-16-16,0 0 0 0,-3 0 0 0,-1 0 0 16,4-3 16-16,0 3 0 0,-3 0 0 0,3 0 0 0,-3 0 0 15,3 0 0-15,-7-2 0 0,4 2 0 0,0 0 0 0,-3-3 0 16,3 3 0-16,0-3 0 0,-3 3 10 16,2 0 5-16,4-2 1 0,-3 2 0 0,0-3-16 0,0 3 0 15,0 0 8-15,3-3-8 0,-7 1-12 0,1 2-4 16,0-3-2-16,0 3 0 0,3 0 18 0,3-3 0 15,-3 3 0-15,0 0 0 0,-1 0 11 0,1-2 5 16,-3 2 2-16,0 0 0 0,3 0-18 0,-3 0 0 16,3 0 0-16,-3 0 0 0,-1 0 0 0,1 0 0 15,0-3 0-15,0 3 0 0,0 0 0 0,3 0 0 16,0-2 0-16,0 2 0 0,-4 0 0 0,1 0 0 16,-3 2 0-16,3-2 0 0,3 0-11 0,-3 0-5 0,-3 3-2 15,3-3 0-15,2 0 18 0,-2 2 0 0,0 1 0 0,-3 0 0 16,0-3 11-16,0 2 5 15,0-2 2-15,0 3 0 0,0-3-29 0,-3 3-5 0,0-3-2 0,-1 2 0 16,-8-2 29-16,12 3 5 0,-3 0 2 0,-3-1 0 16,-6-2-18-16,9 3 0 0,-3 2 0 0,0-2 0 15,-6-3 0-15,6 3 0 0,-6-3 0 0,6 5 0 16,-6-5 10-16,6 2-2 0,-6-2 0 0,6 6 0 16,-6-6-8-16,3 5 10 15,3-2-10-15,-3-1 10 0,3 1 11 0,-6-3 3 0,0 0 0 0,0 0 0 16,3 5 2-16,0 1 1 0,-3-6 0 0,3 8 0 15,-3-3-15-15,0-5-2 0,3 5-1 0,-3-5 0 16,0 5 4-16,3 3 1 0,-3-8 0 0,0 6 0 16,0 2-5-16,3-1-1 0,-3-7 0 0,0 6 0 0,0 4-8 15,0-2 12-15,0 0-12 0,0 0 12 0,0 3-12 16,0-3 8-16,0 0-8 0,0 0 8 0,0 2-8 16,0 1 0-16,0-1 0 0,0 1 8 0,0 2-8 0,0 0 0 15,0-2 0-15,3 2 8 0,-3 3-8 0,0-3 0 16,0 3 0-16,0 0 0 0,0 0 0 0,0 2 0 15,0 1 0-15,0-1 0 0,0 1 20 0,3 0 0 16,-3-1-1-16,0 1 0 0,0-1-6 0,0 1-1 16,0 2 0-16,0 0 0 0,0 0-3 0,-3 0-1 15,3 0 0-15,0 3 0 0,-3-3-8 0,3 3 8 16,-3-3-8-16,3 3 8 0,0-3-8 0,0 1 8 16,0-1-8-16,0-3 8 0,0 3-8 0,0 1 8 0,0-4-8 15,0 3 8-15,0-5-8 0,0 3 0 0,0 2 0 16,0-3 0-16,0 1 0 0,-3-1 0 0,3 1 0 15,0-1 0-15,-3 1 0 0,3-1 0 0,-3 1 0 0,3-1 0 16,-3 1 0-16,3 0 0 0,-3-4 0 0,3 7 0 16,0-7 28-16,-3 4 3 0,3-1 1 0,0 1 0 15,-3 0-32-15,3-4 0 0,-3 4 0 0,3-1 0 16,0 1 0-16,-3-6 0 0,0 0 0 0,-3 3 0 16,3 0 10-16,0 0-1 0,0 3 0 0,3-1 0 15,-6 1-9-15,3 2 8 16,0 0-8-16,0 0 8 0,0 0 0 0,3 0 0 0,-3 1 0 0,0-1 0 15,0 3-8-15,3-1 8 0,-3-1-8 0,0 1 8 16,0-1 0-16,3-4 0 0,-3 3 0 0,0 0 0 16,0-2-8-16,0-1 0 0,0 4 0 0,3-1 0 15,0-3 28-15,-3 1 3 0,0-1 1 0,0 1 0 16,3-1-32-16,-5-2 0 0,5 3 0 0,-3 2 0 0,0-3 0 0,3 1 0 16,-6 2 0-1,6-2 0-15,-3-1-9 0,0 1-8 0,3-3-2 0,-3 2 0 0,0-2 19 16,3 3 0-16,-3-4 0 0,3 1 0 0,-3 3 0 0,0-3 0 15,0 0 0-15,3 2 0 0,0-2 0 0,0-3 0 16,0 3 0-16,-3 3 0 0,3-6 0 0,0 5 0 16,0-2 0-16,-3 0 0 0,3-3 16 0,0 3 8 15,0-3 0-15,3-2 1 16,-3 2-40-16,0 3-8 0,0 0-1 0,0-3-1 0,0 0 25 0,0 3 0 16,0-2 0-16,0 1 0 0,0-1 0 0,0-4 0 15,-3 1 0-15,3-1 0 0,3-2 0 0,-3 0 0 0,0 0 0 16,0-3 0-16,0 1 0 0,0-1 0 0,0-5 0 15,-3 5 0-15,3-5 0 0,0 0 0 0,-3 3 0 0,0 0 0 16,0-3 0-16,3 0 0 0,0 0 0 0,-6 2 0 31,-3-2-56-31,0-2-7 0,0-1-1 0,0 0 0 16,0 1-167-16,-3-1-33 0,-17-8-8 0,5 4 0 0</inkml:trace>
  <inkml:trace contextRef="#ctx0" brushRef="#br0" timeOffset="3926.259">9037 14825 172 0,'0'0'8'0,"0"0"1"0,0 0-9 0,0 0 0 0,0 0 0 0,0 0 0 0,0 0 245 0,0 0 47 16,0 0 10-16,0 0 2 0,0 0-192 0,0 0-39 15,0 0-7-15,0 0-2 0,0 0-51 0,0 0-13 16,0 0 0-16,0 0 0 0,6-3 54 0,3 0 8 16,-1 1 2-16,-2-1 0 0,-6 3-52 0,6-3-12 15,3 1 0-15,0 2 0 0,-9 0 0 0,9-3 0 16,0 0 0-16,0 1 0 0,0 2 0 0,3 0 0 16,-6 2 0-16,3-2 0 0,0 0 54 0,0 0 8 15,0 0 2-15,-1 0 0 0,1 0-64 0,3 0-28 16,-6 0 3-16,3 3 0 0,3-3 25 0,-3 0 0 0,0 3 0 15,0-1 8-15,3 1-8 0,0-3 0 0,0 3 0 16,0-1 0-16,-4-2 0 0,7 3 8 16,0-3-8-16,0 3 8 0,0-1-8 0,0-2 0 0,6 3 8 0,-6-3-8 15,-3 3 8-15,-1-3-8 0,4-3 10 0,3 3-10 16,0-3 12-16,-3 3-3 0,0 0-1 0,0-2 0 16,3-1 10-16,-1 3 2 0,-2-3 0 0,3 3 0 15,0-2-20-15,-3-1 0 0,3 3 0 0,0-3 0 16,-4 1 10-16,4 2-2 0,0-3 0 0,-3 0 0 15,0 3-8-15,3-2 8 0,0-1-8 0,0 0 8 16,-1 3-8-16,-2-2 0 0,0 2 0 0,0-3 0 16,6 1 0-16,-3-1 0 0,0 3 0 0,2-3 0 15,-2-2 0-15,3 2 12 0,-3 1-12 0,0-1 12 16,0 0-12-16,-3 1 0 0,2 2 0 0,1-3 8 0,-3 3-8 16,0-3 0-16,0 3 0 0,0-2 0 0,0 2 0 15,-3 0 0-15,3 0 0 0,-1-3 0 0,1 3 0 16,0-2 0-16,0 2 0 0,0 0 0 0,-6 0 0 15,6-3 0-15,-3 3 0 0,3 0-11 0,2-3 11 0,4 3 0 16,-6-2 8-16,3-1-8 0,3 0 0 0,-3 3 0 16,0-2 0-16,2 2 0 0,-5-3 0 0,6 0 0 15,-6 3 0-15,0-2 0 0,3-1 0 0,-3 0 0 16,0 1 0-16,2-1 0 0,-5 3 0 0,3-3 11 16,0 1-3-16,-3 2 0 0,3 0-8 0,-3-3 0 15,3 3 0-15,0-2 0 0,-1 2 0 0,1-3 0 16,0 3 0-16,0-3 0 0,0 3 0 0,-3 0 0 15,3 0 0-15,0 0 8 0,-1 0-8 0,4 0 0 16,-3 0 0-16,0 0 0 0,0-2 0 0,0 2 0 16,-3 0 0-16,3 0 0 0,-3 0 0 0,2 0 0 0,-2 0 0 15,-3 0-11-15,3 2 11 0,0-2 0 0,0 3 0 16,-3-3 0-16,0 0 0 0,3 0 8 0,-3 0-8 0,0 3 11 16,0-1-11-16,2-2 0 0,-2 3 0 0,0 2 0 15,3-5 0-15,-6 3 0 16,3-1 0-16,0-2 0 0,0 3 0 0,0 0 0 0,0-1 0 0,0-2 0 15,0 3 0-15,3-3 0 0,0 3 0 0,-4-3 0 16,1 2 0-16,0-2 0 0,0 3 0 0,0-3 0 16,0 3 0-16,0-3 0 0,0 0 8 0,0 0-8 15,3 0 0-15,-3 0 0 0,0 2 0 0,0-2 0 16,0 3 0-16,-1-3 8 0,1 0-8 0,-3 0 8 16,3 0-8-16,-3 0 0 0,0-3 0 0,3 3 0 0,-3 0 0 15,3 0 0-15,-3-2 0 0,3 2 0 0,0 0 0 16,0-3 0-16,-3 3 0 0,3-3-11 0,0 3 11 0,-3 0 0 15,-6 0 0-15,8-2 0 0,1 2 0 0,0 0 0 16,-9 0 0-16,9-3 0 0,0 0 0 0,-3 3 0 16,0 0 8-16,0 0-8 0,-6 0 0 15,9 0 0-15,0 0 0 0,-3 0 0 0,3 0 0 0,0 0 8 16,-3 0-8-16,6 0 0 0,-6 0 0 0,-6 0 0 16,8-2 0-16,1 2 0 0,0-3 0 0,0 3 0 15,-3 0 0-15,-6 0 0 0,9 0 0 0,-9 0 8 16,0 0-8-16,9 0 0 0,0 0 0 0,-3 3 0 15,-6-3 0-15,9 0 0 0,-9 0 0 0,0 0 8 16,0 0-8-16,9 0 0 0,0 0 0 0,-9 0 9 0,0 0-9 16,0 0 0-16,0 0 0 0,9 2 0 0,3-2 0 0,-12 0 0 15,0 0 0-15,0 0 0 0,6 0 0 0,-6 0 0 16,0 0 0-16,0 0 0 0,8 0 0 0,-2 0 0 16,-6 0 20-16,0 0-4 0,0 0 0 0,0 0 0 15,9 0-16-15,-9 0 0 0,0 0 8 0,0 0-8 16,9-2-11-16,-9 2-5 0,0 0-2 0,0 0 0 15,0 0 18-15,9-6 0 0,-9 6 0 0,0 0 0 16,0 0 0-16,0 0 0 0,0 0 0 0,0 0 0 16,0 0 0-16,3-2 0 0,6-4 0 0,-6 4 0 15,3-3 48-15,-3 2 12 0,-3 3 4 0,0-5 0 16,6 2-52-16,-6 3-12 0,0 0 0 0,3-5 0 16,0-1 0-16,-3 6 0 0,0 0 0 0,3-5 0 15,3 2 0-15,-6 3 0 0,6-5 0 0,-6 5 0 0,0 0 0 16,0 0 0-16,0-5 0 0,3 0 0 0,0-1 0 15,-3 6 0-15,0 0 0 0,0 0 0 0,3-5 0 0,-3 5 0 16,0-5 0-16,3 2 0 0,-3-2 0 0,0-1 0 16,0-1 0-16,0-1 0 15,0-3-151-15,-3 3-33 0,3-5-6 0</inkml:trace>
  <inkml:trace contextRef="#ctx0" brushRef="#br0" timeOffset="5096.18">8379 11253 997 0,'0'0'44'0,"0"0"9"0,0 0-42 0,0 0-11 0,0 0 0 0,0 0 0 15,0 0 51-15,0 0 8 0,0 0 1 0,0 0 1 0,0 0 2 0,0 0 0 16,0 0 0-16,9-3 0 0,-9 3-3 0,9 0 0 15,-9 0 0-15,0 0 0 0,6 3-12 0,3-1-2 16,-1 1-1-16,1 0 0 0,-6-1-13 0,3 6-2 16,3-2-1-16,-3-1 0 0,0 0-1 0,0-2 0 15,0 2 0-15,0 0 0 0,0-2-11 0,3 5-2 16,-3-3-1-16,3 3 0 0,-3-3-2 0,0 3 0 16,-3 3 0-16,6-3 0 0,0-3-2 0,-1 3-1 15,-5 3 0-15,3-3 0 0,0 0 1 0,0 0 0 16,0-1 0-16,6 1 0 0,-3 0-10 0,3 0 10 15,-6 3-10-15,3-3 10 0,-6 2-10 0,6-2 0 16,0 3 0-16,0-1 8 0,0-2-8 0,-3 3 0 16,2-3 0-16,1 0 8 15,-3 0-8-15,0 0 0 0,3 0 0 0,-3 2 0 0,3-2 0 0,0 0 0 0,-3 3 0 16,6-1 0-16,-3 1 0 0,-3-3 0 0,0 2 0 0,3-2 0 16,-3 3 8-16,0-3-8 0,0 0 8 15,0 0-8-15,-1 0 0 0,1 0 0 0,0-3 8 16,0 0-8-16,0 1 0 0,0 1 8 0,0-1-8 0,3-1 8 15,-3 0 0-15,3 1-8 0,0-4 12 0,3 1-4 16,-3 0 0-16,3-1 0 16,-3 1 0-16,3-1 0 0,-4 4-8 0,7-1 10 0,-6 3-10 0,6 0 10 15,-6-3-10-15,3-2 10 0,0 2-10 16,0-5 10-16,0 5-10 0,-3-2 12 0,0 0-12 0,2 2 12 16,-2-2-12-16,3-1 10 0,-3 1-10 15,-3 0 10-15,3 2-2 0,-3 0-8 0,3-2 12 0,-3 2-4 16,3-2-8-16,0-1 12 0,-3 1-12 0,3 2 12 15,3-2-12-15,-3 0 0 0,-4 2 0 0,4-2-11 0,-3 2 11 16,-6-5 0-16,9 3 0 0,0 2 0 0,0 0 8 0,-3-2 3 16,-6-3 1-16,6 5 0 0,-3 0-12 0,-3-5-17 15,9 8 4-15,-6-2 1 0,-3-6 12 0,6 5 16 16,-3 3-3-16,0-3-1 0,-3 3-12 0,3-3-16 16,-3-5 3-16,0 6 1 15,3-1-212-15,-3 0-43 0,0 6-8 0,0-11-1 0</inkml:trace>
  <inkml:trace contextRef="#ctx0" brushRef="#br0" timeOffset="6237.29">10647 11967 748 0,'0'0'67'0,"-3"3"-54"15,0-3-13-15,3 0 0 0,-3-3 119 0,3 0 21 16,0 3 4-16,-6-2 0 0,3-1-51 0,3 3-10 0,0 0-3 0,0 0 0 15,0 0-20-15,0 0-4 0,0 0 0 0,0 0-1 16,0 0-14-16,0 0-2 0,0 0-1 0,0 0 0 16,0 0-13-16,0 5-2 0,0-5-1 0,-3 8 0 15,3-2 0-15,0 2 0 0,3 0 0 0,-6-1 0 16,3 1-4-16,3 3-1 0,-3 0 0 0,-3-1 0 16,0 3-2-16,0 1-1 15,3 2 0-15,0 2 0 0,0 1 0 0,3-4 0 16,-3 7 0-16,0-4 0 0,0 3 5 0,0 3 1 0,3-3 0 0,-3 3 0 15,0 0-6-15,-3 5-1 0,3 0 0 0,0 0 0 0,0 0 2 16,0-2 0-16,0 2 0 0,0 0 0 0,0 0 11 16,0 3 2-16,-3 2 1 0,3 1 0 0,0-1-11 15,0 0-2-15,-3-2-1 0,3 3 0 0,-3-4-3 0,0 1 0 16,6-3 0-16,-3 0 0 0,0-2-3 0,0 2-1 16,3-3 0-16,-3 6 0 0,3-3-8 0,-3 3 8 15,3 0-8-15,-3-1 8 0,6-4-8 0,-3-1 0 16,-3 1 0-16,6-3 0 0,-3-1 0 0,3 1 10 15,-6 0-10-15,3 0 10 0,3-6-10 0,-3 6 0 16,0-3 0-16,-3 3 0 0,3 0 0 0,0 0 8 16,-3 0-8-16,3-1 0 0,-3 1 0 0,0 0 0 15,3 0 0-15,-3-3 0 0,0 0 0 0,3-5 0 16,0 0 8-16,-3 0-8 0,3 0 0 0,0 2 0 16,-3 1 0-16,0-1 8 0,3 1-8 0,-3 2 0 15,-3 0 0-15,3 3 0 0,3-6 0 0,-3 4 0 16,0-4 0-16,0 3 0 0,0 3 0 0,0-3 0 0,0 0 0 15,0-2 0-15,0-1 0 0,3 1 8 0,-3-1-8 16,0 1 0-16,0-3 0 0,0 2-9 0,0 1 0 0,3-1 0 16,0 1 9-16,0-1 12 15,-3-2-2-15,3 3-1 0,-3-1-9 0,0-2 0 0,0 0 0 0,0 3 0 16,-3-3 0-16,3 2 0 0,0-2 0 16,0 0 0-16,3 2 0 0,-3-2 0 0,0 3 0 15,3-3 0-15,-3-1 0 0,0 4 0 0,0 0 0 16,0-6 0-16,0-3 0 0,-3 1 0 15,3 0 0-15,0-1 0 0,0 3 0 0,3-2 0 16,-3-1 0-16,3 1 0 0,-3 0 0 0,0-1 0 0,0 1 0 0,-3-6 0 16,3-2 0-16,0-3 0 0,0 0 0 0,0 0 0 0,0 0 0 15,0 0 0-15,-3 5 0 0,0 0 0 0,3-2 0 0,0-3-12 16,0 5 2-16,-3-2 1 16,-3-3-19-16,6 0-4 0,0 0-1 0,-6-5 0 15,0-6-102-15,0 0-20 0,3 1-4 0,-3-3-494 16,-3-6-99-16</inkml:trace>
  <inkml:trace contextRef="#ctx0" brushRef="#br0" timeOffset="7648.55">8977 13470 172 0,'0'0'16'0,"0"0"-16"0,3 0 0 0,-3 0 0 0,0-3 133 0,6 1 24 16,-3-1 5-16,0 3 1 0,-3 0-79 0,0 0-15 16,3-3-3-16,3 3-1 0,0 0 9 0,-3 0 2 15,-3 0 0-15,0 0 0 0,6 0-36 0,0 0-6 16,-6 0-2-16,6 0 0 0,0-2 12 0,0 2 3 16,0 0 0-16,0 0 0 0,-6 0-12 0,8 0-3 15,1 0 0-15,0 0 0 0,-3 0-12 0,3 0-2 16,0 0-1-16,3 2 0 0,-6 1-4 0,3-3-1 0,3 0 0 15,0 3 0-15,-3-3-4 0,3 0-8 16,-3 0 11-16,5 2-11 0,-2-2 10 0,0 3-10 0,3 0 8 0,-3-1-8 16,3 4 9-16,-3-4-9 0,3 1 10 0,0-3-10 15,-1 2 12-15,7-2-3 0,0 3-1 0,0 0 0 16,0-1 0-16,-3-2-8 0,0 0 12 0,2 0-4 16,-2 3 8-16,3 0 0 0,0-6 1 0,0 6 0 15,3-3-1-15,-4 0 0 0,1 2 0 0,3-2 0 16,-3-2 0-16,0 2-1 0,0 0 0 0,2-3 0 15,-2 3-7-15,0-3 0 0,0 3-8 0,0 0 12 16,3-2-4-16,-4-1-8 0,-2 0 11 0,3 3-11 16,3 0 9-16,0-2-9 0,-3-1 0 0,2 1 9 15,1-1-1-15,-3 3-8 0,0-3 12 0,-3 3-4 0,0 0 0 16,2 0-8-16,-2 0 12 0,0 0-4 0,-6 0-8 0,3 0 0 16,3 0 9-16,0 0-9 15,-1 0 10-15,1 0-2 0,-3 0-8 0,3 0 12 0,-3 0-12 16,0 3 11-16,3-3-11 0,0 3 10 0,-1-1-10 0,1 1 0 15,-3-3 0-15,3 0 8 0,3 2-8 0,-3-2 0 16,0 0 9-16,-1 0-9 0,4 3 0 0,-3-3 9 16,-3 0-9-16,0 0 0 0,-3 0 10 0,3 3-10 15,0-1 8-15,2 1-8 0,-5-3 0 0,0 0 8 16,3 0-8-16,3 3 0 0,-3-3 0 0,0 2 0 16,0-2 0-16,0 0 0 0,-1 3 9 0,1-3-9 15,3 3 10-15,-3-3-10 0,0 2 0 0,3-2 0 16,-3 0 0-16,0 3 0 0,-1-3-20 0,4 0-3 0,-3 0-1 15,0 3 0-15,-3-1 41 0,3 1 8 0,0-3 2 16,-3 2 0-16,0-2-27 0,-1 3 8 16,-2-3-8-16,3 3 0 15,0-3-18-15,0 2-9 0,0-2-1 0,-3 0-1 0,3 3 46 0,0 0 10 16,0-1 1-16,0 1 1 0,-3 0-46 16,-1-1-10-16,1 1-1 0,0-3-1 0,0 3 29 0,3-3 0 0,-3 2 0 0,0 1 0 15,3-3 0-15,-3 3 0 0,3-1 0 0,0 1 0 16,-3-1 0-16,5 1 0 0,-2-3 0 0,0 3 0 15,0-1 24-15,3 1 10 0,-3 0 2 0,3-1 1 16,-3-2-59-16,3 0-12 16,-3 3-2-16,-1 0-1 0,4-1 37 0,-3 1 0 0,0-3 0 0,3 3 0 15,0-1 24-15,-3 1 12 0,0-3 2 0,0 3 1 16,-3-1-63-16,2 1-12 16,-2-3-2-16,0 0-1 0,-9 0 63 0,12 2 12 0,-6-2 2 0,3 3 1 0,-9-3-31 15,12 0-8-15,-12 0 0 0,9 3 0 0,3-1 0 0,-3-2 12 16,-9 0-4-16,9 3 0 0,0-3-8 0,0 0 12 15,-9 0-4-15,12 0 0 0,-4 0 2 0,-8 0 1 16,12 0 0-16,-3 0 0 0,-9 0-11 0,12 0 0 16,-3 0 0-16,-9 0 0 0,12-3 0 0,-3 3-9 15,-9 0 9-15,12 0-10 0,-3 3 10 0,0-3 9 16,-9 0-1-16,9 0-8 0,3-3 12 0,-4 3-12 16,4-2 12-16,-6 2-12 0,0 0 8 0,3 0-8 15,-9 0 0-15,9 0 0 0,-9 0 9 0,9 0-9 16,-9 0 0-16,6 0 9 0,-6 0-9 0,9 0 0 0,-9 0 9 15,9 0-9-15,0 0 0 0,-9 0 9 0,6-3-9 0,-6 3 0 16,9 0 9-16,-9 0-9 0,0 0 0 16,9 0 9-16,-3-3-9 0,3 3 0 0,-9 0 9 0,5-2-9 15,-5 2 0-15,0 0 8 0,9 0-8 0,-9 0 0 16,0 0 0-16,0 0 8 0,6-3-8 0,3 3 0 16,-9 0 0-16,6 3 9 0,-6-3-9 0,6 0 0 15,-6 0 8-15,0 0-8 0,0 0 0 0,6 0 0 16,-6 0 0-16,0 0-16 0,0 0 4 0,6-3 0 15,0 3-39-15,-6 0-7 16,0 0-2-16,0 0 0 0,6-2-176 0,0 2-35 16</inkml:trace>
  <inkml:trace contextRef="#ctx0" brushRef="#br0" timeOffset="9591.09">8736 11001 1357 0,'0'0'60'0,"0"0"12"0,0 0-57 0,0-5-15 0,0 0 0 0,0-1 0 16,0 1 75-16,0 0 12 0,0 0 2 0,3-1 1 15,-3 1 5-15,0-3 1 0,0 3 0 0,0 5 0 16,0-5-52-16,0 5-9 0,0 0-3 0,0 0 0 15,3-6 10-15,-3 6 2 0,0 0 0 0,0 0 0 16,0 0-28-16,0 0-4 0,0 0-2 0,0 0 0 16,9 3 1-16,-9-3 0 0,9 5 0 0,-3 0 0 15,0 3-11-15,0 0 0 0,0 3 0 0,-3-3 8 16,3 0-8-16,-3 2 0 0,0-2 0 0,2 0 0 0,-2 0-21 0,0-3 0 16,0 1 0-16,0 2 0 15,3-6-25-15,0 4-5 16,-6-6-1-16,6 2 0 0,0 1 20 0,3 0 3 15,0-3 1-15,-9 0 0 0,9-3 16 0,-3 0 3 0,3-2 1 0,0 0 0 0,-3-3 8 0,0 2 0 16,0-1 0-16,3 1 0 0,0-2 11 0,-6 3 4 16,2-3 1-16,-2 3 0 0,0-6 20 0,0 3 5 15,-6 0 1-15,3 0 0 0,0-2 7 0,-3 2 2 16,0 3 0-16,3-3 0 0,-3 2-8 0,1-2-2 16,-1 3 0-16,-3 0 0 0,3 0-16 0,3 2-3 15,-3-2-1-15,0 2 0 0,0 3 5 0,3 0 1 16,0 0 0-16,0 0 0 0,-3-3-14 0,3 3-2 15,0 0-1-15,0 0 0 0,0 0-10 0,-3 6 0 16,0-1 0-16,3 3 0 0,0 2 0 0,0-2 0 16,0 3 0-16,-3 0 0 0,6-1 0 0,-3 1 0 15,-3-1 0-15,3 3 0 0,3 3 0 0,-3-2 0 16,0-1 0-16,-3 0 0 0,3 0 0 0,0 3 0 0,-3 0 0 16,0 0 0-16,0 0 0 0,0 0 0 0,3-3 0 0,0 0 0 15,0 0-19-15,-6 1 4 16,3-1 1-16,-3 0 0 0,3 3 2 0,0 0 0 0,-3-6 0 0,3 6 0 15,-3 3 3-15,0-6 1 0,3 0 0 0,-3-2 0 16,3-1 8-16,-3 1-8 0,3 0 8 0,-3-4-8 16,3 1-3-16,-3 0 0 0,3-2 0 0,-2-1 0 15,2-2-16-15,-3 2-3 16,0-2-1-16,3-1 0 0,-3 1-33 0,3-3-8 16,3 0 0-16,0 0-1 0,0 0-142 0,0 0-28 15,0 0-5-15,0 0-467 0</inkml:trace>
  <inkml:trace contextRef="#ctx0" brushRef="#br0" timeOffset="10173.09">8971 11205 576 0,'0'0'51'0,"0"0"-41"16,0 0-10-16,0 0 0 0,0 0 144 0,0 0 28 0,0 0 4 0,0 0 2 15,0-5-46-15,0 5-8 0,0 0-3 0,0 0 0 16,0-8 17-16,3 3 3 0,-3-1 1 0,3 1 0 16,-3-3-118-16,3 3-24 0,-3-3 0 0,3 0 0 15,0 3 28-15,0-3 12 0,0 0 2 0,3 0 1 16,0 2-13-16,0 1-2 0,-3-3-1 0,3 3 0 15,0 0-9-15,0 2-2 0,0-2 0 0,0 2 0 16,-6 3-16-16,9-3 10 0,-3-2-10 0,-6 5 8 16,5 0-8-16,4-2 0 0,-9 2 0 0,0 0 0 15,9 2 0-15,-3 1 8 0,0-1-8 0,-3 4 0 16,-3-6 0-16,6 10 0 0,-3-2 0 0,0 0 0 16,-3 3-19-16,-3-1-2 0,3-2-1 0,-3 6 0 15,0-1-20-15,0 0-4 0,-6-2-1 0,3 2 0 16,0 3-1-16,0-3 0 0,-3 0 0 15,4 3 0-15,-1-3 14 0,-3-2 2 16,0-1 1-16,3 1 0 0,0 0 20 0,0-1 11 0,3-2-12 0,-3 0 12 0,3-3 0 16,3-5 0-16,0 0 0 0,0 0 0 0,-3 8 0 0,3-8 14 15,0 0-4-15,0 0-1 0,-3 3 3 0,3 2 1 16,0-5 0-16,0 0 0 0,0 0-13 0,0 0-18 16,0 0 4-16,0 0 1 0,9-2 45 0,0-1 8 15,3-5 3-15,-3 3 0 0,3-1-30 0,0 1-5 16,-4 0-8-16,4 0 11 0,0-1-11 0,0-2 0 15,0 0 0-15,0 0 0 16,0 3 0-16,-3 0 0 0,3 0 0 0,0-1 0 0,-3 4 0 0,-1-1-14 16,-2 0 2-16,3 3 0 15,-3 0-44-15,0-2-9 0,0 2-2 0,-6 0-797 0</inkml:trace>
  <inkml:trace contextRef="#ctx0" brushRef="#br0" timeOffset="11297.27">8194 11570 748 0,'-9'-2'33'0,"9"2"7"0,0 0-32 0,0 0-8 0,-3-3 0 0,0 0 0 0,3 3 97 0,0 0 18 16,0 0 3-16,0 0 1 0,-3-2-7 0,3 2-2 16,0 0 0-16,0 0 0 0,-9-3-14 0,9 3-2 15,0 0-1-15,0 0 0 0,0-5-13 0,0 2-4 16,0-2 0-16,0 5 0 0,0 0-15 0,0 0-3 16,0 0-1-16,0 0 0 0,0 0-19 0,0 0-4 15,0 0-1-15,0 0 0 0,0 0-18 0,0 0-4 16,0 0-1-16,0 8 0 0,6 0-10 0,-6 0 0 15,0-3 0-15,3 3 0 0,-3 0 0 0,3 0 0 16,3 13 0-16,-3-16-22 0,0 6 0 16,3-3 0-16,-3 0 0 15,3 2-22-15,-3-2-5 0,6-3-1 0,-3 3 0 16,3-2-10-16,0-4-1 0,0 1-1 0,0-3 0 16,-3 3 18-16,3-6 4 0,3 0 1 0,-4 1 0 0,1-4 23 15,-3 1 4-15,3 0 0 0,0-1 1 0,-3-1 11 0,0 1 14 0,3-2-3 0,-6 0-1 16,3 3 25-16,-6-3 5 0,3 3 0 15,-3-3 1-15,3 0 16 0,-3 0 3 0,0 3 1 0,0-3 0 16,0 3-2-16,-3-3-1 0,3 2 0 0,-3 1 0 16,0 2-26-16,0 1-6 0,3 2-1 0,0 0 0 15,-3-6-5-15,3 6-2 0,0 0 0 0,0 0 0 16,0 0-9-16,0 0-1 0,0 0-8 0,0 0 12 16,0 0-12-16,0 0 0 0,0 0 8 0,-3 8-8 15,3-2 12-15,0 2 0 0,-3 0 0 0,3-1 0 16,3 4-12-16,0 0 0 0,-3 2 0 0,0-3 0 15,0 4-11-15,0 2-5 0,0-3 0 0,-3 3-1 16,0 0 1-16,3-1 0 0,-3-1 0 0,3 1 0 16,-3 4-27-16,3-3-5 15,-6 0 0-15,3 0-1 0,0-3 32 0,-3 0 6 0,0 0 2 0,0 1 0 0,3-4-11 0,-3 1-3 16,0-1 0-16,1 1 0 0,-1-3 14 16,0 0 9-16,-3 0-12 0,3 0 12 15,-3-3-28-15,0 0 2 0,3 1 0 0,-3-1 0 0,0 3 26 16,0-6 0-16,0 1 0 0,3-3 0 0,-3 3 16 0,0-3 9 15,3 2 2-15,6-2 0 16,0 0-43-16,-6 0-9 0,-2 0-2 0,5-2 0 0,3 2 27 0,0 0 0 16,-6-3 0-16,0 0 0 15,6 3-80-15,0 0-10 0,6-5-2 0,-3 0-788 0</inkml:trace>
  <inkml:trace contextRef="#ctx0" brushRef="#br0" timeOffset="11656.22">8447 11763 1148 0,'0'0'51'0,"0"0"10"0,6-2-49 0,-6 2-12 0,0 0 0 0,0 0 0 16,0 0 120-16,0 0 20 0,0-6 5 0,0 6 1 16,0-5-33-16,0 5-6 0,0 0-2 0,0 0 0 15,0 0-29-15,0 0-5 0,0 0-2 0,0 0 0 16,0 0-13-16,0 0-4 0,0 0 0 0,0 0 0 15,0 0-27-15,0 0-5 0,0 0-2 0,0 0 0 0,3 3-4 16,0 2-1-16,0 3 0 0,0-3 0 0,0 3 1 16,0 0 0-16,-3 3 0 0,0-1 0 0,0 1-14 15,0 0 0-15,0 2-12 0,0 0 12 0,0 0 0 0,3 0 0 16,-3-2 0-16,0 2 0 0,0 3 0 0,0-3 0 16,0 1 0-16,0-1 0 0,0-3-12 0,0-2 12 15,3 0-12-15,-3 3 12 16,3-3 0-16,-3 0 12 0,0 0 0 0,0-3 0 15,3 0-60-15,-3 3-13 0,0-3-3 0,3 1 0 16,-3-6 42-16,0 0 8 0,0 0 2 0,0 0 0 16,0 0-135-16,0 0-26 0,0 0-6 0</inkml:trace>
  <inkml:trace contextRef="#ctx0" brushRef="#br0" timeOffset="14984.349">9614 11427 1036 0,'0'0'92'0,"-6"6"-73"0,3-4-19 0,-3 4 0 0,0-4 91 0,0 4 14 15,-3 1 3-15,3 1 1 0,1-2-19 0,-1 2-4 16,0 0-1-16,0 2 0 0,0 1-41 0,3 2-9 15,0-2-2-15,0 2 0 0,3 0-17 0,0 0-3 16,0-2-1-16,0 2 0 0,3-2-12 0,0 2 0 16,3-3 0-16,0 4-10 0,3-6 10 0,-3 2 0 15,2-5 0-15,1 1 0 16,-3-1 0-16,6-2 0 0,0-1-9 0,0-2 9 0,0 0 0 0,0-5 0 0,3 2-9 0,-3-2 9 16,3-3 0-16,-4-2 12 0,1 2-1 0,0-3-1 15,-3 0 5-15,0 1 1 0,0-3 0 0,0 2 0 16,-3 1 38-16,0-1 8 0,-3-2 2 0,0 2 0 15,0-2-1-15,-3 2 0 0,0-2 0 0,-3 0 0 16,3 2-15-16,-3 1-4 0,-3-4 0 0,0 4 0 16,-3-1-18-16,3 3-4 0,-3-2-1 0,0 2 0 15,-3 3-21-15,0-1 0 0,-2 4 0 0,-1-1 0 16,-6 3 8-16,3 3-8 0,-3-3 8 0,0 5-8 16,-3 3-15-16,13-3-7 0,-1 0-2 0,0 3 0 15,-3 0-41-15,3 3-9 0,0-1-2 16,0 1-642-16,6 2-129 0</inkml:trace>
  <inkml:trace contextRef="#ctx0" brushRef="#br0" timeOffset="15574.67">11478 11255 403 0,'0'0'36'0,"0"0"-36"0,0 0 0 0,0 0 0 0,-3 3 224 0,3-3 39 16,-6 0 7-16,6 0 2 0,-3 3-109 0,3-3-22 15,-6 0-4-15,6 0-1 0,0 0-38 0,-6 2-8 16,0 4-2-16,3-4 0 0,-3 4-34 0,3-1-7 16,0 0-2-16,0 3 0 0,3 0-19 0,-3 3-4 15,0 2-1-15,0-3 0 0,3 4-10 0,0-1-3 16,0 3 0-16,0 2 0 0,0-2-8 0,3 3 8 15,-3 2-8-15,0-3 8 0,0 3-17 0,0-2-4 16,0 0-1-16,0 2 0 0,-3-3 14 0,3-2 8 16,-3 3 0-16,3-1-8 15,-3 1-18-15,3-3-10 0,-3-3-3 0,3 3 0 16,-3-3-29-16,3 0-7 0,-3-5-1 0,0 5 0 16,3-2-139-16,-3-3-28 0</inkml:trace>
  <inkml:trace contextRef="#ctx0" brushRef="#br0" timeOffset="16303.66">8584 12488 1036 0,'-3'11'92'0,"-3"-1"-73"0,3-4-19 0,-3 2 0 16,6-8 136-16,-6 5 23 0,-3 0 5 0,4 3 0 15,2-2-56-15,3-6-12 0,0 0-3 0,-6 10 0 16,0 3-38-16,0 3-8 0,0-3-2 0,0 1 0 16,6-1-24-16,0 3-5 0,-3-3 0 0,6 0-1 15,0 3-15-15,0 0 0 0,3 0 8 0,-3 0-8 16,3-3 0-16,-3 3 0 0,3-3 0 0,-1 0 0 15,1 1-18-15,0-4 3 0,0 1 1 0,0-1 0 0,3-4-7 16,-3 2-2-16,6-3 0 0,0-3 0 0,0 1 3 0,-3-3 0 16,0-3 0-16,3 1 0 15,0-6 12-15,-1 3 8 0,-5-1-10 0,3-2 10 0,0 0 0 16,0-5 16-16,0 0-1 0,-3 0-1 0,0-6 24 0,0 3 5 16,0-2 1-16,0-3 0 0,-3-3 21 0,-3 5 5 15,3 1 1-15,-3-1 0 0,-3-2-36 0,0 3-7 16,0 4-2-16,0 1 0 0,-3-5-2 0,-3 7-1 15,3 3 0-15,-3 0 0 0,0 3-13 0,0 0-2 16,-3 2-8-16,-2 3 12 0,2 0-21 0,-6 5-5 16,3-2-1-16,-3 5 0 15,0 2-32-15,3 4-6 0,3 1-2 0,-2 1-673 16,-1-2-134-16</inkml:trace>
  <inkml:trace contextRef="#ctx0" brushRef="#br0" timeOffset="16874.93">8611 14155 1497 0,'0'0'32'0,"3"3"8"0,-6-1 0 0,0 4 4 0,3-4-36 0,-3-2-8 0,3 3 0 0,-6 0 0 16,0-1 80-16,0 4 13 0,6-1 3 0,0 0 1 15,-6 3-1-15,3-3-1 0,3 3 0 0,-3 3 0 16,0-3-25-16,0 5-5 0,0 0-1 0,0 1 0 15,3-1-46-15,-3 0-10 0,3 6-8 0,-3-1 12 16,6-2-12-16,-3 3 0 0,0-1-12 0,3 1 12 16,3 4 15-16,-3 1 10 0,-3-3 3 0,0 1 0 15,3-1-28-15,0-3 0 0,0 3 0 16,0-2 0-16,-3-3 0 0,0 2 0 0,3-2 0 0,-3 0 0 16,0-3-21-16,3 0 3 0,0 1 1 0,0-4 0 15,-3 4-24-15,3-4-5 16,0 1-1-16,0-1 0 0,3-2-15 0,-6 0-3 15,0 0-1-15,3-3-569 0,3-2-113 0</inkml:trace>
  <inkml:trace contextRef="#ctx0" brushRef="#br0" timeOffset="20698.08">9894 12520 230 0,'0'0'10'0,"0"0"2"0,0 0-12 0,0 0 0 0,0 0 0 0,0 0 0 16,0 0 203-16,0 0 37 0,0 0 8 0,0-5 2 16,0 5-130-16,0 0-27 0,0 0-5 0,0 0 0 15,0 0-10-15,0 0-2 0,-3-3 0 0,0 0 0 16,3 3-7-16,0-5-1 0,0 5-1 0,-6-2 0 15,6 2-14-15,0 0-2 0,-3-3-1 0,-3 3 0 16,3 0-29-16,3 0-5 0,0 0-2 0,-6 3 0 16,6-3 40-16,-6 2 8 0,0 1 2 0,3-1 0 15,-3 1-52-15,3 2-12 0,-3 1 0 0,0 2 0 16,1-3 0-16,2 3 0 0,0-3 0 0,-3 6 0 16,0 2 11-16,0 0-1 0,3-2 0 0,0 5 0 15,0-3-10-15,0 3-14 0,0-3 3 0,0 0 1 0,0 3 10 16,0-3 0-16,0 3 0 0,3-5 0 0,-3-1 0 0,3 1 0 15,0 2 0-15,0 0 0 0,0 1 0 16,0-4 0-16,3 3 8 0,-3-2-8 0,0 0 0 0,3-1-12 16,3 1 2-16,-3-3 0 0,0-3-1 0,0 0 0 15,3 9 0-15,0-7 0 0,-3 1-1 0,3 0-1 16,0-2 0-16,0-1 0 16,-1 0-17-16,1-2-3 0,0 0-1 0,3-1 0 0,-6-2 34 15,3-2 0-15,0-4 0 0,3 4 0 0,0 2 0 0,-3 0 0 16,-6 0 0-16,3-8 0 0,3-3 0 0,0 6 0 15,0-3 0-15,0 3 0 0,3-1 0 0,-3-4 0 16,-3-1 0-16,0-2 0 0,-3 5 0 0,3-3 12 16,0 1 0-16,0-1 0 0,0 1 4 0,0-4 1 15,0 4 0-15,-1-1 0 0,1-2 3 0,-3 0 0 16,-5 2 0-16,2 1 0 0,0-4-6 0,0 4-1 0,0-3 0 16,-3-3 0-16,3 5-4 0,0-2-1 0,-6 5 0 0,3-3 0 15,3 1-8-15,0-1 0 0,-3 6 9 0,0-6-9 16,0 3 0-16,0 0 0 0,0 3 0 0,-3 0 0 15,3 0 0-15,-3-1-10 0,3 1 1 0,-3 2 0 16,3-2 9-16,0 0 0 0,-2 5 0 0,2 0 0 16,0 0-53-1,0 0-9-15,0 0-2 0,0 0 0 0,6 0 7 0,0 0 1 16,-3 0 0-16,3 0 0 0,-6 5-118 0,6-5-23 16,-3 5-5-16</inkml:trace>
  <inkml:trace contextRef="#ctx0" brushRef="#br0" timeOffset="28219.12">9903 13973 864 0,'-3'10'76'0,"3"-10"-60"0,0 0-16 0,0 0 0 0,0 0 41 0,0 0 6 0,0 0 1 0,0 0 0 16,0 0 12-16,0 0 4 0,0 0 0 0,0 0 0 15,0 0 0-15,0 0 0 0,0 0 0 0,0 0 0 16,0 0 0-16,0 0 0 0,0 0 0 0,0 0 0 15,0 0-3-15,0 0 0 0,0 0 0 0,0 0 0 16,0 8-16-16,0 0-3 0,0-8-1 0,0 11 0 0,0-3-12 0,-3 0-2 16,3-1-1-16,3 4 0 0,-6-3-26 0,3 3 0 15,-3 2 0-15,3 0 0 16,3 0 32-16,0 3 2 0,-3-3 0 0,0 3 0 16,3-3-34-16,-3 3 0 0,0 0 0 0,3 0 0 15,-3 0 0-15,3 0 0 0,-3 0 0 0,3 0 0 16,0-3 0-16,-3 0 0 0,3-2 0 0,-3 2 0 15,-3 0 0-15,0-2 0 0,0-1 0 0,0 1 0 0,6-3 0 0,0 2-11 16,-6-2 11-16,3 0-10 0,0 0 1 0,-3-3 0 16,3 1 0-16,0-6 0 0,0 0-7 0,0 0 0 15,-3 5-1-15,3 0 0 16,0-5-9-16,0 0-2 0,0 0 0 0,0 0 0 16,0 0-20-16,0 0-5 0,-3 3-1 0,3-3 0 15,0 0-96-15,0 0-19 0,0 0-4 0,0 0-495 0</inkml:trace>
  <inkml:trace contextRef="#ctx0" brushRef="#br0" timeOffset="35761.18">11397 12647 288 0,'3'-5'25'0,"-3"5"-25"0,0 0 0 0,0 0 0 16,3-3 166-16,0-2 28 0,0 2 6 0,-3 3 0 15,3-5-81-15,-3 0-17 0,0-1-3 0,-3 1-1 16,3 2-24-16,0 3-5 0,0-5-1 0,0 5 0 15,-3-5-15-15,0 2-3 0,-3 3-1 0,0-2 0 16,3-1-18-16,0 0-4 0,3 3-1 0,-3 0 0 16,0 0 4-16,-3 3 1 0,6-3 0 0,-3 0 0 0,-3 3-7 15,3-1-2-15,-2 1 0 0,2 2 0 16,0 0-5-16,-3 1-1 0,3-1 0 0,-3 3 0 0,3-3-1 0,-3 3-1 16,3 0 0-16,0-3 0 0,0 1-6 0,0 2 0 15,0 0-8-15,0-1 12 0,3 1-12 0,-3 3 0 16,0 0 0-16,0-1-10 0,3 1 10 0,-3-3 0 15,0 5 0-15,3-3 0 0,0-2 0 0,0 6 0 16,-3-4 0-16,3 1 0 0,0-1 0 0,0-2 0 16,0 3 0-16,0 0 0 0,0-4 0 0,3 4-12 15,-3 0 2-15,0-3 0 0,0-1-1 0,6 1 0 16,-6-8 0-16,3 11 0 0,0-6 11 0,3 3-13 16,-6-8 5-16,0 0 8 0,0 0-16 0,9 8 4 15,-3-3 0-15,3 1 1 16,-9-6-13-16,9 2-2 0,0-4-1 0,-1 2 0 0,1 2 27 0,0-4 9 15,-3-4 0-15,3 1 0 0,-3 0-9 0,3 0 0 0,0-1 0 16,-3-2 0-16,3 3 0 0,0 0-14 0,0-6 5 0,0 1 1 16,-3-4 8-16,3 6 0 0,-3-2 0 0,2 2 0 15,-5-3 0-15,3-2 0 0,0 3 0 0,-3-1 0 16,3-2 32-16,-3-1 9 0,0 4 2 0,0-3 0 16,-3-1-22-16,3 4-4 0,-3-1-1 0,0-2 0 15,0 2 0-15,0 1-1 0,0-1 0 0,0 1 0 16,-3-1 1-16,3 1 0 0,-3-1 0 0,3 0 0 15,-6-2-3-15,3 5 0 0,0-2 0 0,-3 2 0 16,0 0-4-16,3 0-1 0,-5 3 0 0,2-1 0 16,0-2 0-16,-3 3-8 0,6 0 12 0,-6-1-4 15,3 4-8-15,0-4 0 0,0 6 0 0,-3-2 0 0,3-1 0 16,0 3 0-16,0 0 0 0,0 0 0 0,0 0 0 16,3 0-12-16,-3 3 2 0,0-1 1 15,3-2-14-15,-3 3-2 0,3 0-1 16,0-1 0-16,0 1-26 0,1 0-6 0,-4 2-1 0,3 0 0 15,-3 1-35-15,3-1-7 0,0 0-2 0,0 3-703 16</inkml:trace>
  <inkml:trace contextRef="#ctx0" brushRef="#br0" timeOffset="37510.41">11284 13822 633 0,'-3'5'56'0,"3"-5"-44"15,0 0-12-15,0 0 0 0,0-3 166 0,-3 1 31 0,0-3 7 16,0 2 0-16,0-2-96 0,3 5-19 15,0 0-4-15,0 0-1 0,0-6-11 0,0 6-2 16,0 0-1-16,0 0 0 0,0 0 2 0,0 0 1 16,0 0 0-16,0 0 0 0,0 0-50 0,0 0-11 0,0 0-1 0,-3 8-1 15,3 0 2-15,0 3 0 0,-3 2 0 0,6 0 0 16,-3 0-12-16,0 3 8 0,0 0-8 0,3 3 8 16,-3 2-8-16,0-3 0 0,3 4 0 15,-3 1 0-15,3-4 0 0,-3 5 0 0,3-3 0 0,-3 0-11 16,3-2-3-16,-3 2-1 0,3-3 0 0,0 1 0 15,-3-3-5-15,3 0 0 0,-3-1-1 0,3-1 0 16,-3-1 1-16,3-3 1 0,0 1 0 0,-3-3 0 16,0 0 8-16,3-3 2 0,-3 0 0 0,3-2 0 15,-3-3 0-15,0 5 0 0,0-5 0 0,0 0 0 16,0 0 9-16,0 0 0 0,0 0 0 0,0 0-8 16,0 0 8-16,0 0 8 0,0 0-8 0,0-8 11 15,0-2-23-15,0-1-4 0,-3 3 0 0,3-2-1 0,-3 2 47 16,0 0 10-16,0-3 1 0,-3 3 1 0,0 0-26 15,3-5-4-15,-6 3-2 0,3 2 0 0,0 0-1 0,0-3 0 16,0 3 0-16,-3 3 0 0,1-3-1 0,-1 5 0 16,0 1 0-16,0-4 0 0,0 4 2 0,-3-1 0 15,3 3 0-15,3 0 0 0,-3 0-1 0,0 3 0 16,3-1 0-16,-3 1 0 0,9-3-9 0,-6 3 0 16,-3 2 9-16,9-5-9 0,-6 8 0 0,3-3 0 15,-2 3 0-15,2 3 0 16,0-1-17-16,3 1-8 0,0 2-2 0,0 0 0 0,0-2 27 15,3 0 9-15,0 4 0 0,-3-4 0 0,2 2-9 0,-2 0-17 16,3 1 4-16,0-1 1 0,0-2 12 0,0 2-9 16,0-5 9-16,3 5-8 0,-3-2 8 0,3 2-12 15,-3-3 12-15,3-2-12 0,-3 0 12 0,-3-3-8 16,3 3 8-16,3-2-8 0,-6-6 8 0,3 5 0 0,-3-5 0 16,6 3-8-16,0-1 8 0,-6-2 0 0,6-2 8 15,0-1-8-15,3-2 0 0,-3-1 0 0,0 1 0 0,0 0 0 16,0 0 0-16,0-3-12 0,3 0 2 0,-4 0 0 31,1 2-41-31,0-4-8 0,3-1-1 0,-6 6-812 0</inkml:trace>
  <inkml:trace contextRef="#ctx0" brushRef="#br0" timeOffset="40831.4">9671 13814 576 0,'0'0'25'16,"0"0"6"-16,0 3-31 0,-3-3 0 0,3 0 0 0,-3-3 0 0,0 3 71 0,0 0 8 16,0-3 1-16,3 3 1 0,0 0-43 0,0 0-9 15,0 0-1-15,-3-2-1 0,0-1 22 0,3 0 5 16,-3 3 1-16,0-2 0 0,3-4 6 0,-3 6 2 16,3-2 0-16,-3 2 0 0,3 0-16 0,0 0-3 15,0 0-1-15,0 0 0 0,-3 0-11 0,3 0-1 16,0 0-1-16,0 0 0 0,0 0-11 0,0 0-3 15,0 0 0-15,0 8 0 0,0-3-4 0,0 3 0 16,0-3-1-16,3 3 0 0,-3 3-3 0,-3-1 0 16,3 1 0-16,0 2 0 0,0 3-8 0,0 0 12 15,0 0-12-15,0 2 12 0,0-2-12 0,0 3 0 0,-6 2 0 0,6 0 8 16,0 0-8-16,0 3 0 0,-3-3 0 0,0 0 0 16,0 0 0-16,0 1 0 0,3 1 0 0,-3-1 0 15,-3 1 0-15,3 1 0 0,0-3 0 0,0 3 0 16,0 0 0-16,-3 0 0 0,3 0 0 0,0-3 0 15,-3-3 0-15,3 1 8 0,0 2-8 0,1-2 0 16,-1-4 0-16,0 1 8 0,-3 0-8 0,3 0 0 16,0-3 0-16,0-2 0 0,0 2 0 0,0-2 0 15,0-3 8-15,0 2-8 0,0-5 8 0,3 3-8 16,-6-2 14-16,6-6-2 0,0 5-1 0,-3 3 0 16,3-8-11-16,0 5 12 0,0-5-12 0,0 0 12 15,-3 6-12-15,3-6 0 0,-3 7 0 0,3-7 0 0,0 0 0 16,0 0 0-16,0 0 0 0,0 6 8 0,0-6-8 15,0 0 10-15,0 0-10 0,0 0 10 0,0 0-2 0,0 0 0 16,0 0 0-16,0 0 0 0,6 5-8 0,-3 0 0 16,-3-5 9-16,0 0-9 0,0 0 8 0,6 3-8 15,-3 2 8-15,3-2-8 0,-6-3 0 0,6 3 8 16,3-1-8-16,-3-2 0 0,0 3 0 0,-1-1 0 16,4-2 0-16,-3 3 0 0,3 0 0 0,0-3 0 15,-3 0 0-15,3 0 0 0,0 0 0 0,0 0 0 16,3 0 0-16,-3 0 0 0,0 0 0 0,0 0 0 15,3 2 0-15,-1-2 0 0,1-2 0 0,0 2 0 16,0-3 0-16,0 3 8 0,0-3-8 0,0 3 0 16,3-2 0-16,-3-1 0 0,3 3 0 0,-1-2 0 0,1 2 0 0,0-3 8 15,-3 0-8-15,3 1 11 0,-3-1-11 0,6 0 12 16,3 1-12-16,-4-1 0 0,1-2 0 16,-3 2 0-16,3 0 0 0,0 3 0 0,0-5 0 0,-3 3 0 15,0 2 0-15,-1-3 0 0,4 0 0 0,-3 1 0 16,0-1 0-16,-3 0 0 0,3 3 0 0,0-5 0 15,0 5 0-15,-3 0 0 0,2-3 0 0,4 1 0 16,-3-1 8-16,0 0 0 0,3 1 0 0,-3-1 0 16,3 0-8-16,-3 1 0 0,-1-3-12 0,4 2 12 15,3 0-9-15,-6 1 9 0,3-4 0 0,0 1 0 16,3 2 0-16,-4 1 0 0,-2-1 0 0,3-2 0 16,0 5 0-16,-3-3 0 0,3-2 0 0,-3 5 0 15,0-3 0-15,-1 1 0 0,1-1 0 0,0 0 0 16,-3 3 0-16,0 0 0 0,3-2 0 0,-3 2 0 15,0 2 0-15,3-2 0 0,-4-2 0 0,4 2 0 16,0 0 0-16,-3 0 0 0,-3 2 0 0,3-2 0 0,3 0 0 16,-3 3 9-16,-12-3-1 0,12 3 0 0,0-1-8 15,-3 1-11-15,2-3 3 0,-2 0 0 0,3 2 8 0,0 1 0 16,-3 0 0-16,3-3 0 0,-3 2 0 0,3 1 0 16,0 0 0-16,-3-1 0 0,3 1 0 0,5 2 0 15,-5-5 0-15,-6 3 0 0,0 0 0 16,3 2 0-16,3-2 0 0,-3-3 0 0,0 2 0 15,0 1 0-15,0-3 0 0,0 2 0 0,0-2 0 16,0 3 0-16,0-3 0 0,-1 3 0 0,1-3 0 16,-3 2 0-16,3 1 0 0,0-3 0 0,0 3 0 15,0-1 0-15,0 1 0 0,-3-3 0 0,6 0 0 16,-3 3 0-16,3-1 0 0,-3-2 0 0,0 0 8 0,2 3 0 16,1-3 0-16,-6 3-8 0,0-1-12 0,3-2 4 15,-3 0 0-15,3 0 8 0,-3 0 14 0,0 0-3 16,3 0-1-16,0 0-10 0,0 0-14 0,0 0 3 0,-3 0 1 15,3 0 10-15,0 0 0 0,-1 0 0 0,1 0 0 16,-9 0 0-16,6 0 0 0,3 0 0 0,-3 0 0 16,-6 0 0-16,9-2 0 0,0-1 0 0,0 0 0 15,-9 3 0-15,6 0 0 0,3-2 0 0,0-1 0 16,-3 3 0-16,-6 0 0 0,6-5 0 0,0 2 8 16,3 0-8-16,-3 1 0 0,0-4 0 0,-6 6 8 15,8-2-8-15,-5-3 0 0,3-1 0 0,-3 4 0 16,0-4 0-16,-3 6 0 0,6-5 0 0,-3-3 8 15,3 5-8-15,-3-2 0 0,0-3 8 0,3 3-8 0,-3 0 8 16,3-1-8-16,-3-2 8 0,0 3-8 16,0-3 0-16,0 0 8 0,0-2-8 0,-3 2 0 0,3-3 0 15,0 3 9-15,-3-2-9 0,3 2 0 0,0-6 8 0,-3 4-8 16,3-1 0-16,-3-2 0 0,3 2 14 0,-3-2-4 16,3-3-1-16,-3 3 0 0,3-3-1 0,-3 0-8 15,0 0 12-15,0 1-4 0,0-4 0 0,3 3 0 16,-3-2 0-16,0-1 0 0,0 1-8 0,0-1 12 15,0 1-12-15,0-1 12 0,3-2-12 0,-3 2 0 16,0 1 0-16,0-1 0 0,0 3 0 0,0-2 8 16,0 5-8-16,0-3 0 0,0 3 11 0,0-3-3 15,0 0-8-15,0 3 12 0,3-3-12 0,-3 5 11 16,-3-2-11-16,3 0 10 0,3 2-10 0,-3 1 0 16,0 2 9-16,0 0-9 0,3-3 0 0,-3 6 0 0,0-3 0 15,0 0 0-15,0 3 0 0,0-1 8 0,0 1-8 0,0 5 0 16,0 0 8-16,-3-8-8 0,3 3 10 0,0 5-10 15,0 0 8-15,0 0-8 0,-3-5 0 0,3 5 9 16,0 0-9-16,0-3 0 0,-3-2 0 0,3 5 8 16,0 0-8-16,0 0 0 0,0 0 0 0,-3-6 0 15,0 4 0-15,3-1 0 0,-3 0 0 0,3 3 0 16,-3-2 0-16,0-4 0 0,0 4 9 0,3 2-9 16,-6-3 8-16,3 3-8 0,-3-2 10 0,3-1-10 15,-3 0 10-15,3 3-10 0,-3-2 10 0,3 2-10 16,-3-3 8-16,0 0-8 0,-3 3 0 0,3-2 9 15,-3-1-9-15,1 3 10 0,-1 0-10 0,0-3 10 16,0 1-10-16,0 2 0 0,-3 0 9 0,0-3-9 16,-3 3 8-16,0-3-8 0,3 1 10 0,-3 2-10 0,-2-3 10 15,2 0-10-15,3 1 10 0,-3 2-10 0,-3-3 10 16,3 1-10-16,0-1 10 0,0 0-10 0,-2 3 0 0,-1 0 8 16,3-2-8-16,-3 2 0 0,3 0 0 0,-3 0 0 15,0-3 8-15,0 3-8 0,4 0 0 0,-4 0 0 16,-3 0 8-16,3 0-8 0,0-3 0 0,0 3 0 15,0 0 0-15,-2 0 0 0,-1 0 8 0,0 0-8 16,-3 0 0-16,3 0 0 0,0 3 0 0,-2-3 0 16,2-3 0-16,0 3 0 0,3 3 0 0,-3-3 0 15,0 0 0-15,4 0 0 0,-1 0 0 0,0 0 0 16,0 0 0-16,3 0 0 0,0 0 0 0,-3 0 0 16,0 0 0-16,4 0 0 0,-4 0 0 0,0 0 0 0,-3 0 0 15,3 0 0-15,0 0 0 0,0 0 0 0,1 0 0 16,2 3 0-16,-3-3 0 0,0 0 0 0,0 0 0 0,3 0 0 15,0 0 12-15,3 2-3 0,1-2-1 0,-1 0 0 16,0 0-8-16,0 3-11 0,-3-3 3 0,3 3 0 16,0-3 8-16,0 2 0 0,0-2 0 0,0 0 0 15,1 0 0-15,2 0 0 0,-3 0 0 0,0 0 0 16,0 0 0-16,0 0 0 0,0-2 0 0,0 2 0 16,0-3 0-16,0 3 0 0,3 0 0 0,-2 0 0 15,-1-3 0-15,0 3 0 0,0 0 0 0,3 0 0 16,-3 0 0-16,0-2 0 0,0-1 0 0,3 3 0 15,-3 0 0-15,0 0 0 0,3 0 0 0,-2 0 0 16,-1-3 0-16,0 3 0 0,3 0 0 0,3 0 0 16,-3 0 0-16,-3 0 11 0,3 0-3 0,0 0 0 0,0 0-8 15,0 0-11-15,-3 0 3 0,3 0 0 0,1 0 8 0,-4 0 11 16,3 0-3-16,0 0 0 0,-3-2-8 16,3 2-11-16,3 0 3 0,-3 0 0 0,0 2 8 15,0-2 0-15,0 0 0 0,0 0 0 0,3 0 0 0,-3 0 0 16,1 0 0-16,-1 0 8 0,0 0-8 0,3 0 0 15,0 0 0-15,-3 0 0 0,3 0 0 0,0 3 8 16,-3-3-8-16,6 0 0 0,-3 0 0 0,0 0 0 16,0 0 0-16,3 3 0 0,-3-3 0 0,3 2 0 15,0-2 0-15,3 0 0 0,-3 3 0 0,3-3-13 16,-6 3 1-16,3-1 1 16,3-2-38-16,0 0-8 0,0 0-2 0</inkml:trace>
  <inkml:trace contextRef="#ctx0" brushRef="#br0" timeOffset="46408.15">8697 15833 1134 0,'0'0'50'0,"0"0"10"0,0 0-48 0,-3 0-12 0,-3 0 0 0,6 0 0 16,0 0 21-16,0 0 2 0,-3-3 0 0,3 3 0 16,0 0 8-16,0 0 1 0,0 0 1 0,0 0 0 15,0 0-13-15,0 0-2 0,0 0-1 0,0 0 0 16,0 0 2-16,0 0 0 0,0 0 0 0,0 0 0 16,0 8 2-16,3-3 1 0,-3 3 0 0,6-3 0 15,-3 3-11-15,0-2-3 0,0 2 0 0,0 0 0 16,3 0-8-16,-3-3 0 0,3 0 0 0,0 0 8 15,3 1-8-15,-3-1 0 0,3-2 0 0,0-1 8 16,0 1-8-16,0-3 8 0,0 3-8 0,0-6 8 0,2 3 2 16,-2-3 0-16,0 1 0 0,3-4 0 0,0 1 2 15,0 0 0-15,-3-1 0 0,6 1 0 0,-6-3 0 0,3 0 0 16,-3 0 0-16,3 0 0 0,-4-2 5 0,4 2 2 16,-3-3 0-16,0 3 0 0,-3-2 1 0,0 2 1 15,0-3 0-15,0 3 0 0,-3 0 16 0,3 3 3 16,-3-3 1-16,0 3 0 0,-6-6-25 0,3 3-4 15,-3 3-2-15,3-3 0 0,-3 3 2 0,0 0 1 16,-3-1 0-16,-3 1 0 0,3 0-4 0,0-1-1 16,-3 4 0-16,0-1 0 0,0 0 1 0,-2 1 0 15,-1 2 0-15,0 0 0 0,0 0-9 0,-3 0 0 16,3 5 0-16,-3-2 0 0,3 2 0 0,-6 0 0 16,3 6 0-16,1-3 0 0,2 2 0 0,0 1 8 0,-3 0-8 0,6-3 0 15,0 2 0-15,0-2 0 0,0 0 0 0,0 3 0 16,0-1-19-16,3 1-2 0,0-3-1 0,0 2 0 31,3-2-13-31,1 0-2 0,2-8-1 0,0 8 0 16,0-8 5-16,0 0 1 0,0 0 0 0,5 5 0 0,-5-5 13 0,9 3 3 0,0-3 1 0,0 0 0 15,0-5 15-15,0 2 0 0,3-2 0 0,-3-1 0 16,0 1 0-16,3-3 0 0,-3 3 0 0,0-3 0 16,3-3 0-16,-4 3 0 0,1 1 0 0,-3-1 10 15,3 0 1-15,-3 0 0 0,0 0 0 0,0 0 0 16,-6 8 10-16,6-8 3 0,-3 3 0 0,-3 5 0 15,0 0 4-15,0 0 0 0,0 0 1 0,0 0 0 16,0 0-7-16,0 0-2 0,0 0 0 0,6 0 0 0,-6 0-7 16,3 5-1-16,0 3-1 0,0 0 0 15,0 2-11-15,0 1 0 0,-3 0 9 0,3-1-9 0,0 3 8 0,0 1-8 16,0 1 8-16,0 1-8 0,3 0 0 0,-3 0 0 16,3 5 0-16,-3 0 8 0,6 1-8 0,-3-1 0 15,0 0 0-15,-1 3 0 0,1 0 0 0,0-1 0 16,0 1 0-16,0 3 0 0,0-4 0 0,0 1 0 15,0 0 0-15,0 0 0 0,0-3 0 0,0 0-8 16,-3 0 8-16,0-2-12 0,-3-1-6 0,3 1-2 16,-3-3 0-16,0-3 0 15,-3 3-11-15,0-5-2 0,3 2-1 0,-3-3 0 0,0-2 8 0,-3 0 2 16,0 0 0-16,0-3 0 0,0-2 11 0,0 0 2 16,0-1 1-16,-3 1 0 0,0-6 10 0,-2 3 0 15,2 0 0-15,-3-2 0 0,0-1 0 0,-3 3 0 0,3-3 0 0,0-2 0 16,-3 0 13-16,0 0-1 0,3-1-1 0,1-2 0 15,-1 0 17-15,0 0 3 0,0 1 1 0,3-4 0 16,-3 0-9-16,3 1-2 0,0-1 0 0,0 1 0 16,3-4-8-16,0 4-1 0,0-1-1 0,3 1 0 15,0-1-3-15,3-2-8 0,0 2 12 0,3 1-4 16,3-1 0-16,-3 0-8 0,3-2 12 0,3 3-4 16,-3-1-8-16,6-2 0 0,-3 2 0 0,0 1 8 15,3-1-8-15,0 3 0 0,0-5 0 0,2 5 0 16,-2-3-16-16,3 3 2 0,0 1 0 0,3 1 0 15,-3-2-14-15,3 3-4 0,0 0 0 16,2-1 0-16,-2-2-36 0,0 6-7 0,-3-1-1 16,3-2-1-16,0 2-99 0,0-2-19 15</inkml:trace>
  <inkml:trace contextRef="#ctx0" brushRef="#br0" timeOffset="46779.64">9206 15991 1472 0,'0'0'65'0,"-6"3"14"0,0 0-63 0,6-3-16 16,-3 0 0-16,3 0 0 0,-5 0 38 0,5 0 5 16,0 0 1-16,0 0 0 0,0 0-18 0,0 0-3 0,0 0-1 15,0 0 0-15,-3-6-1 0,3 6 0 0,5-2 0 0,-2-4 0 16,-3 6 0-16,3-2 0 0,-3 2 0 0,0 0 0 15,0 0 7-15,0 0 0 0,0 0 1 0,9 5 0 16,-3 0 0-16,0 1 0 0,3 2 0 0,-3 0 0 16,-3 0-2-16,3 5-1 0,-3 0 0 0,3 0 0 15,0 0-3-15,-3 6-1 0,3-1 0 0,0 1 0 16,0 2-5-16,-3 0-1 0,3 3 0 0,0 0 0 16,-3-3-16-16,3 0 8 0,0 3-8 0,-3-3 0 15,0 0 8-15,0-5-8 0,-1 3 0 0,4-1 0 16,0-4 0-16,-3-1 0 0,0 0 0 0,3-2 0 15,-3-1 0-15,0-2-12 0,0 0 3 0,3-3 1 16,-3-2-45-16,-3-3-9 0,6 0-2 0,-6 0-886 16</inkml:trace>
  <inkml:trace contextRef="#ctx0" brushRef="#br0" timeOffset="48110.85">9769 15830 633 0,'0'0'28'0,"0"0"6"0,0 0-34 0,0 0 0 0,0 0 0 0,0 0 0 16,0 0 112-16,0 0 16 0,-3 0 4 0,3 0 0 15,0 0-94-15,0 0-18 0,0 0-4 0,0 0-1 16,0 0 0-16,0 0 0 0,0 0 0 0,0 0 0 0,0 0 5 16,0 0 0-16,0 0 1 0,0 0 0 0,0 0 11 0,0 0 1 15,6 0 1-15,3 0 0 0,0 0-6 0,0 0-2 16,3 0 0-16,0 0 0 0,2-3-5 0,1 3-1 15,0-2 0-15,0 2 0 0,0-3-1 0,3 0-1 16,3 1 0-16,2-1 0 0,-2 0-8 0,3-2-2 16,0 5 0-16,0-5 0 0,-3 2-8 0,-1-2 0 15,4 0 0-15,-3 2 8 0,3 3-8 0,-6 0 0 16,0-3 0-16,-1 1 0 0,1-1-16 0,-3 0 2 16,0 3 0-16,-3 0 0 15,6 0-30-15,-9 0-7 0,0 3-1 0,0 0 0 16,0-1-34-16,0 4-7 0,-7 7-2 0,-2-13 0 0</inkml:trace>
  <inkml:trace contextRef="#ctx0" brushRef="#br0" timeOffset="48410.85">9852 16100 964 0,'-9'5'43'0,"3"-5"9"0,0 0-42 0,1 3-10 0,-1-3 0 0,3 0 0 16,-3-3 49-16,6 3 8 0,0 0 2 0,0 0 0 15,-6-2-20-15,6 2-4 0,0 0-1 0,0 0 0 0,0 0 0 0,0 0 0 16,6-6 0-16,0 4 0 0,5-4 6 16,-2 1 2-16,3 0 0 0,3-1 0 0,3 4-11 0,-3-4-3 15,3 1 0-15,0-3 0 0,5 3-12 0,1 0-4 16,-3-1 0-16,6-2 0 0,0 3-12 0,0 0 8 15,-4 0-8-15,4-1 0 0,3 1 0 0,-3 2 0 16,2-2 0-16,1 2 0 16,6-2-23-16,-6 2-7 0,-4 1-2 0,4 2-460 15,0-3-92-15</inkml:trace>
  <inkml:trace contextRef="#ctx0" brushRef="#br0" timeOffset="52211.228">10656 15550 979 0,'0'0'87'0,"-3"0"-70"0,-3 0-17 0,0 0 0 16,3-3 142-16,3 3 25 0,0 0 5 0,-6-3 0 16,3-2-103-16,3 5-21 0,0 0-4 0,0 0 0 15,-3-3-1-15,3 3 0 0,0 0 0 0,0 0 0 16,0 0-9-16,0 0-2 0,0 0 0 0,0 0 0 16,0 0-14-16,0 0-3 0,0 0-1 0,0 8 0 15,0 0-14-15,0 3 11 0,0-1-11 0,0 1 10 16,0 2-10-16,3 3 0 0,-3 0 0 0,0 0 0 15,3 0 0-15,0 2 0 0,0 1 0 0,3-1 0 16,-3 1-14-16,3-1 2 0,0-2 0 0,3-3 0 16,-3 1-4-16,0-4 0 0,3 1 0 0,3-3 0 15,-3-3 3-15,2-2 0 0,-2 2 0 0,0-5 0 16,6-3 13-16,0-2-12 0,-3 0 12 0,3-1-12 0,3-2 12 16,0 1 0-16,-3-7 0 0,-1 4-9 0,-2-3 9 0,3-3 0 15,-3 0 0-15,0 0 0 0,0 0 0 16,-3 0 8-16,3 3-8 0,-6-3 0 0,0 3 11 0,-3 0-3 15,3-1 0-15,-3 4 0 0,0-1 14 0,0 1 2 16,-3 2 1-16,0 0 0 0,-3 0 4 0,0 2 1 16,3 4 0-16,0 2 0 0,-3-5-2 0,0 2-1 15,-3 0 0-15,6 3 0 0,0 0-15 0,-3 0-2 16,-3 0-1-16,3 3 0 0,0 0-9 0,-3 4 0 16,3-1 0-16,0 2 0 0,0 2 0 0,3 1 0 15,-3-1-9-15,0 6 9 0,0 0 0 0,0 3 0 0,3 2 0 16,-3 0 0-16,3-2-8 0,-3 4 8 0,0 1 0 0,3 0 0 15,0 2-8-15,0-2 8 0,0 3 0 16,0-1 0-16,0 1-13 0,0-4 4 0,-3 4 1 0,-3-3 0 16,3-3 8-16,0 3-8 0,-3 0 8 0,0-3-8 15,0 5 8-15,-3-5 0 0,0 1-9 0,1-7 9 16,-1 4 0-16,-3-3-9 0,3 0 9 0,-3-3 0 16,0-3-8-16,0 1 8 0,0-3 0 0,-3 0 0 15,0-3 0-15,0 1 0 0,1-1 0 0,2-3 9 16,0-2-1-16,0 0-8 0,-3 0 12 0,3 0-4 15,-3-2-8-15,3-3 10 0,0 5-10 0,0-6 10 16,1 1-10-16,-1 0 0 0,0-1 0 0,3 1 0 16,0 0 0-16,0-3 0 0,3 3 0 0,0-1-11 15,0-2-9-15,3 3-1 0,0-3-1 0,3 3 0 16,0-3-31-16,0 0-7 16,6 3 0-16,-3-3-1 0,3 0-135 0,0 2-28 15</inkml:trace>
  <inkml:trace contextRef="#ctx0" brushRef="#br0" timeOffset="52560.65">11111 15907 1555 0,'0'0'138'0,"0"0"-110"0,0 0-28 0,0 0 0 16,0 0 79-16,0 0 10 0,0 0 3 0,0 0 0 16,0 0-74-16,0 0-18 0,0 0 0 0,0 0 0 15,0 0 19-15,0 0 0 0,0 0 0 0,0 0 0 16,3 5 10-16,0 0 3 0,0 3 0 0,-3-2 0 16,3 1 10-16,0 4 2 0,0 0 1 0,-3 2 0 15,0 3-9-15,0 0-3 0,0 0 0 0,3 2 0 16,-3 3-10-16,0 3-3 0,3-3 0 0,-3 3 0 15,0 0-11-15,0 0-9 0,3 2 12 0,3-5-12 16,-6 3 0-16,3-3 0 0,0 0 0 0,3 1 0 16,-3-4 0-16,3 1-11 0,0-4 0 0,0 1 0 15,-3-2-45-15,6-4-8 16,0 3-3-16,0-5-935 0</inkml:trace>
  <inkml:trace contextRef="#ctx0" brushRef="#br0" timeOffset="56773.55">15190 11700 288 0,'0'0'25'0,"0"0"-25"15,0 0 0-15,0 0 0 0,0 0 161 0,6-3 27 16,-6 3 6-16,2-2 1 0,1-1-73 0,-3 3-14 16,0 0-4-16,0 0 0 0,0 0-30 0,0 0-6 0,0 0-2 15,0 0 0-15,0 0 6 0,3-3 2 0,-3 3 0 0,6-5 0 16,-6 5-24-16,0 0-5 0,0 0-1 0,0 0 0 15,0 0-9-15,0 0-3 0,3 3 0 0,-3-3 0 16,6 5 6-16,-3-2 1 0,-3-3 0 0,3 8 0 16,0-1-19-16,0 1-4 0,-3 0-1 0,3 3 0 15,-3-1-5-15,3 1-1 0,-3 0 0 0,3-1 0 16,0 1 19-16,-3 2 4 0,0 0 1 0,3 1 0 16,-3-4-33-16,3 3 0 0,-3-2 0 0,0 2 0 15,0 0 0-15,3 3 0 0,-3-3 0 0,3 3 0 16,-3-2 12-16,0 1-4 0,0 1 0 0,0 0-8 15,0-3 0-15,0 3 0 0,0 0 0 0,0 3 0 16,-3-1 0-16,3-2 0 0,0 3 8 0,0-4-8 0,-3 4 0 16,3 0 0-16,0-1 0 0,0 1 0 0,0-1 0 15,0 1 0-15,0 2 0 0,0 0 0 0,0-3 0 0,0 1 0 16,0 0 0-16,0-1-9 0,-3 1 9 0,3-4 0 16,0 1 0-16,0 0 8 0,3 0-8 0,-3 0 0 15,0 0 8-15,0 0-8 0,0 2 8 0,0-2-8 16,0 0 10-16,0 0-10 0,0 2 8 0,0-2-8 15,0 3 0-15,0-3 9 0,0-1-9 0,0 1 0 16,0 0 9-16,0 0-9 0,0 0 9 0,0 0-9 16,0 0 12-16,0-3-12 0,0 5 12 0,0-4-12 15,0-1 12-15,0 0-12 0,0 3 9 0,0-3-9 16,0 1 0-16,0 1 9 0,0-1-9 0,0 1 0 16,0-1 9-16,0-1-9 0,0-2 0 0,0 2 0 15,0 0 0-15,0 0 8 0,0 0-8 0,-3 1 0 0,3 2 8 0,-3-1-8 16,3 4 0-16,0-6 8 0,0 0-8 0,0 1 0 15,0-1 0-15,0 0 9 0,0 3-9 0,0-3 0 16,0 0 8-16,0 1-8 0,0-1 0 0,0 0 0 16,0 0 0-16,0 1 0 0,0-1 8 0,0 0-8 15,0 0 0-15,0 0 8 0,0 1-8 0,0-4 0 16,0 4 8-16,0-4-8 0,0 3 0 0,0 1 0 16,0-1 0-16,0 0 0 0,0 0 0 0,-3 0 0 15,3 1 0-15,0-4 0 0,0 4 0 0,0-1 0 16,0 0 0-16,0-2-11 0,0 2 0 0,0 0 0 15,0 0 19-15,0 0 4 0,0 1 1 0,0-1 0 16,0 0-13-16,0-2 0 0,0 2 0 0,0 0 0 16,0 3 0-16,0-3 0 0,3 1 0 0,-3-1 0 0,0-3 0 0,0 4 0 15,0-1 0-15,0-3 0 0,0 4 8 0,0-1-8 16,0-3 0-16,0 4 0 0,0-1 0 0,0-3 0 16,0 4 0-16,0-1 0 0,0-2 0 0,0 2 0 15,0 0 0-15,0-2 0 0,0 2 0 0,0-3 0 16,0 4 0-16,0-1 0 0,0 0 0 0,0 0 0 15,0-2 0-15,0 2 0 0,0-2 0 0,0 2 0 16,0 0 0-16,3-2 0 0,-3 2 0 0,0-2 0 16,0 2 0-16,0-3 0 0,0 1 0 0,0 0 0 15,0-6 0-15,0 5 0 0,3-2 0 0,-3 3 8 16,0-3-8-16,0-3 0 0,0 3 0 0,0-3 0 0,-3 1 0 16,3 2 0-16,0-3 0 0,0 3 9 15,0 0-9-15,0 0 8 0,0 0-23 0,3-3-5 16,-3 3 0-16,0-3-1 0,0 0 30 0,0 3 7 0,0-2 0 15,0 2 1-15,-3-3-17 0,3 0 0 0,3 3 0 0,-3-3 0 16,0-2 0-16,0 2 0 0,0 3 0 0,0-2 0 16,0-6 0-16,0 5 0 0,0 0 0 0,0-5 0 15,0 0 0-15,3 3 0 0,-6 2 0 0,3 3 0 16,0-8 0-16,0 0 0 0,0 5 0 0,0-5 0 16,0 0-10-16,0 0 10 0,3 3-10 0,-3-3 10 15,0 0-17-15,0 0 2 0,0 5 1 0,0-5 0 16,-3 6-6-16,3-6 0 0,0 0-1 0,0 0 0 15,0 0-19-15,0 0-3 16,0 0-1-16,0 0 0 0,0 0-113 0,3-11-23 0,-3 3-5 16,0-5-695-16</inkml:trace>
  <inkml:trace contextRef="#ctx0" brushRef="#br0" timeOffset="60089.31">15234 11729 669 0,'0'0'29'0,"0"0"7"0,0 0-28 0,0 0-8 0,0 0 0 0,0 0 0 0,0 0 46 0,0 0 8 15,0 0 2-15,0 0 0 0,0 0 7 0,0 0 1 16,0 0 1-16,0 0 0 0,0 0-26 0,0 0-6 16,0 0-1-16,0 0 0 0,0 0 7 0,0 0 1 15,0 0 0-15,0 0 0 0,0 0-20 0,0 0-3 16,0 0-1-16,0 0 0 0,0 0 20 0,0 0 3 16,0 0 1-16,0 0 0 0,0 0-16 0,0 0-4 15,0 0 0-15,0 0 0 0,6 3 4 0,3-1 0 0,-9-2 0 16,6 3 0-16,3-3 2 0,-3 0 1 0,3 3 0 15,-3-3 0-15,3 2-9 0,-3-2-2 0,6 0 0 16,-3-2 0-16,2 2-7 0,1 0-1 0,-3 0-8 16,0 2 12-16,0-2 17 0,6 3 3 0,3-3 1 0,-3 0 0 15,0 0-25-15,-3 0-8 0,2 0 0 0,1 0 0 16,0 0 9-16,0 0-1 0,-3 0-8 0,3-3 12 16,-3 3-12-16,3 0 0 0,-3 0 0 0,2 0 0 15,1 0 9-15,0-2-9 0,-3 2 8 0,0 0-8 16,0 0 12-16,0 0-4 0,3 0 0 0,0 0 0 15,-1 0-8-15,1 0 8 0,3 0-8 0,3-3 8 16,0 3-8-16,-3-3 0 0,3 3 0 0,-4-2 0 16,1 2 0-16,3-3 8 0,0 3-8 0,0 0 8 15,3-3-8-15,-4 1 0 0,1-1 0 0,-3 0-11 0,0 3 11 16,0-2 0-16,0 2 0 0,0 0 0 0,-1-3 0 16,1 0 11-16,0 3-3 0,6-2 0 0,-3 2-8 0,3-3 0 15,-3 1 0-15,-1-1 0 0,4 0 0 0,0 3 0 16,-3-2 0-16,3 2 0 0,-1 0 0 0,1 0 8 15,-3 0-8-15,6 2 8 0,-3-2 1 0,-6 3 0 16,2-3 0-16,-2 0 0 0,0-3-9 0,3 3-12 16,0 0 2-16,0 0 1 0,-1 0 9 0,10 3 0 15,-3-6 0-15,3 3 0 0,-3 3 0 0,-7 0-12 16,-2-3 12-16,3 0-12 0,6 0 12 0,-3 2 8 16,-9 1-8-16,5-3 11 0,-2 2-11 0,3-2 0 15,0 3 0-15,-3-3-11 0,0 0 11 0,-3 0 0 16,5 0 0-16,-2 3 0 0,-6-1 0 0,6 1 0 15,0-3 0-15,0 3 0 0,-3-3 0 0,0 0 0 0,5 0 0 0,-5 0 0 16,0 0 0-16,-3 0 0 0,3 0 0 0,3 0 0 16,6 0 0-16,-4 0 0 0,-5-3 0 0,3 3 0 15,6 0 0-15,-3 0 0 0,-6 0 8 16,0 3-8-16,-1-3 0 0,1 0 0 0,0 0 0 0,-3 0 0 16,0-3 8-16,0 3-8 0,3-3 8 0,-3 3-8 15,-3-2 0-15,3 2-8 0,2 0 0 0,-2-3 0 16,0 3 8-16,-3-3 11 0,3 3-3 0,0-2 0 15,-3 4 13-15,0-2 3 0,3 0 0 0,0 0 0 16,3-2-24-16,-3 2 0 0,-4-5 0 0,1 5 0 16,3-3-18-16,0 3 2 0,-3-3 0 0,0 1 0 15,3 2 16-15,3 0 0 0,3 0 0 0,0 0 0 16,-4-3 0-16,-2 0 0 0,0 3 0 0,-6 0 0 0,3 0 0 16,-3 0 0-16,3-2 0 0,3 2 0 0,0 0 0 15,0 0 0-15,0 0 0 0,-6 0 0 0,-6 0 0 16,9-3 0-16,-1 3 0 0,1-3 0 0,0 3 0 0,0 0 0 15,-3 0 0-15,3 0 0 0,0 0 0 0,-3 0 0 16,0 0 0-16,0-2 0 0,0 2 0 0,3-3 0 16,3 3 0-16,-3 0 0 0,0 0 21 0,-3 0 8 15,2 0 2-15,1 0 0 0,-3 0-31 0,3 0 0 16,0 0 0-16,0 0 0 0,0 0 0 0,0 0 0 16,-9 0 0-16,0 0 0 0,0 0 12 0,6 0-4 15,6 0-8-15,-3 0 12 0,-9 0-12 0,0 0 0 16,9 3 8-16,0-3-8 0,-9 0 22 0,9 0 2 15,-1 0 0-15,-2 0 0 0,-6 0-24 0,0 0 0 16,6 2 0-16,3-2 0 0,-3 0 0 0,-6 0 0 16,0 0 0-16,0 0 0 0,0 0 0 0,0 0 0 15,0 0 0-15,0 0 0 0,6 6 0 0,-6-6 0 0,0 0 0 16,0 0 0-16,0 5 0 0,0-5 0 0,6 5 0 16,-3 1 0-16,-3 1 56 0,0-7 6 0,3 6 2 0,-3-1 0 15,0 0-52-15,0-5-12 0,0 0 0 0,0 8 0 16,0-2 0-16,0 1 0 0,0 1 0 0,3 0 0 15,-3-8 0-15,3 8 0 0,-3 0 0 0,0 3 0 16,3-1 0-16,-3 1 0 0,0 0 0 0,0-1 0 16,3 3 0-16,-3 1 0 0,0-4 0 0,-3 3 0 15,3 1 0-15,0-1 0 0,0-3 0 0,0 4 0 16,-3 2 0-16,3-3 0 0,0 3 0 0,0 0 0 16,-6-3 0-16,6 5 0 0,0-2 0 0,0 0 0 0,0 3 0 15,0-1 0-15,-3 1 0 0,3-1 0 0,3 1 0 16,-3-1 0-16,-3 1 0 0,0 2 0 0,3-3 0 0,-3 4 0 15,0-1 0-15,3 0 0 0,0-3 0 16,-3 4 0-16,3-1 0 0,0 3 0 0,-3-6 0 0,3 6 0 16,0-3 0-16,0 6 0 0,-3-6 0 0,0 2 0 15,3 1 0-15,-3 3 0 0,3-6 0 0,-3 5 0 16,3-4 0-16,0 1 0 0,0-4 0 0,0 2 0 16,0 0 0-16,0-2 0 0,0-1 0 0,0 3 0 15,0 1 0-15,-3-4 0 0,6 1 0 0,-3 2 0 16,-3-3 0-16,3 1 0 0,-3 2 0 0,3-2 0 15,3 2 0-15,-6-3 0 0,0 1 0 0,0 2 0 16,3-3 0-16,0-2 0 0,-3 3 0 0,3-1 0 16,0-2 0-16,0 0 0 15,0 3 0-15,0-4 0 0,0 4 0 0,0 0 0 0,-2 2 0 0,-1-3 0 0,6-2 0 16,-3 3 0-16,0-1 0 0,0-2 0 16,0 3 0-16,-3-4 0 0,3 1 0 0,-3 3 0 0,3-6 0 0,-3 6 0 15,3-4 0-15,0 4 0 16,0-3 0-16,-3 2 0 0,0-2 28 0,3 3 2 0,0-3 1 0,0 2 0 15,-3 3-23-15,3 0-8 0,-3-2 0 0,3 2 0 16,0-2 0-16,0-1 0 16,3 3 0-16,0-5 0 0,-3 3 0 0,0-3 0 0,0 2 0 0,0-2 0 15,3 3 8-15,-3-4-8 0,-3 1 0 0,0 0 0 16,0 0 0-16,3 0 0 0,0-3 0 0,3 3 0 16,-3-3 8-16,0 3-8 0,0 0 0 0,0 0 0 15,-3-6 8-15,3 4-8 0,6-1 0 0,-3 0 0 16,-3 0 9-16,0-2-9 0,-3 2 8 0,3-2-8 15,3-1 0-15,-3 1 0 0,-3 0 0 0,0-4 0 0,6 1 0 0,-3 0 0 16,0 0 0-16,-3-2 0 0,3-6 13 0,3 8-2 16,-3-3-1-16,0-5 0 0,-6 8-10 0,6-8 0 15,0 5 0-15,0-5 8 0,-3 5-8 0,3-5 8 16,-3 6-8-16,3-1 8 0,-6 0-8 0,3 0 8 16,3-5-8-16,-9 3 8 0,6 0 10 0,-3-1 2 15,-3 1 0-15,9-3 0 0,-6 3-20 0,0-1-16 16,-3 1 4-16,0 0 0 0,3-1 12 0,-3 1 0 15,3-3 0-15,0 3 0 0,-2-1 0 0,2-2 0 16,-3 6 0-16,3-4 0 0,0 1 0 16,-3-1 0-16,3 1 0 0,0 0 0 0,-3-1 0 0,0 1 0 0,3 0 0 15,-9 2 0-15,3-2 0 0,-3 2 0 0,1-2 0 0,-1 2 0 16,0 0 9-16,0-2 2 0,0 2 0 0,3 0 0 16,-6-2-11-16,6 2 0 0,-3-2 0 0,-2 2 0 15,2 1 0-15,3-4-17 0,-3 1 4 0,-3-1 1 16,0 1 12-16,3 0 16 0,6 2-3 0,-3-2-1 15,4-1-21-15,-7 4-5 0,-9-4-1 0,6 4 0 16,3-6 15-16,-3 2 0 0,0 4 0 0,1-4 0 16,5 1 0-16,-6-1 0 0,-3 1 0 0,3 0 0 15,0 2 0-15,-3-2 20 0,1-1-4 0,-4 4 0 16,0-4-16-16,0 4 0 0,0-1 0 0,0-2 0 16,-5 2-12-16,5-3-7 0,3 1-1 0,0 0 0 15,-9 2 20-15,4-2 0 0,5-1 0 0,-3 4 0 16,0-4 0-16,0 4 0 0,1-4 0 0,-1 1 0 0,0-1 0 15,0 1 0-15,-6 2 0 0,7-2 0 0,8 0 0 0,-6-1 0 16,-6 1 0-16,0 0 0 0,-3-3 0 0,4 0 0 16,-1 0 0-16,3 2 0 0,0 1 0 0,0-3 0 15,4 0 0-15,-4 3 0 0,3-3 0 0,-3 0 0 16,6 2 0-16,-6-2 0 0,1 0 0 0,2 0 0 16,0 3 0-16,0-3 0 0,0 0 0 0,0 0 0 15,4 0 0-15,2-3 0 0,0 3 0 0,-3 0 0 16,0 0 0-16,0 0 0 0,-3 0 0 0,4 0 0 15,-1-2 0-15,6-1 0 0,-6 3 0 0,3 0 0 16,0 0 0-16,3 0 0 0,-3 3 0 0,0-3 0 0,4 0 0 16,-4-3 0-16,0 6 0 0,0-3 0 0,0 0 0 15,3 0 0-15,-3 0-8 16,0 0 8-16,0 0 0 0,1 0 0 0,-4 0 0 0,3 0 0 0,3 0 0 0,-9-3 0 16,3 3 0-16,3 3 0 0,0-1 0 0,4-2 0 15,-4-2 0-15,3-1 0 0,-3 3 0 0,3-3 0 16,0 1 0-16,3 2 0 0,-3 0 0 0,3 0 0 15,0 0 0-15,0 0 0 0,1-3 0 0,-1 0-10 16,0 1 10-16,0 2 0 0,0 0 0 0,0-3 0 16,3 3 0-16,-6-3 0 0,3 1 0 0,0-1 0 15,0 0 0-15,0 3 0 0,-3 0 0 0,3 0 0 16,1 0 0-16,-1 0 0 0,0 0 0 0,0 0 0 16,0 0-11-16,0 3 11 0,0-3-13 0,0 0 5 15,0 3 8-15,0-3 11 0,0-3-3 0,3 3 0 16,-6 3-8-16,3-3-11 0,3 0 3 0,-2-3 0 0,2 3 8 15,-3 0 0-15,3-3 8 0,0 1-8 0,0 2 0 0,0 0 0 16,-3 0 0-16,3 0 0 16,0-3 0-16,0 3 0 0,0-2 0 0,0 2 0 0,0 0 0 0,0-3 0 15,0 0 0-15,0 3 0 0,-3-2 0 0,3-1 0 16,-2 0 0-16,2 3 0 0,0-2 0 0,0 2 0 16,0-3 0-16,0-2 0 0,0 2 0 0,3 0 0 15,-3 1 0-15,0-3 0 0,0 2 0 0,3 0 0 16,-3 3 0-16,3-2 0 0,-3-4 0 0,3 4 0 15,-3-1 0-15,3-2 0 0,0-1 0 0,0 1 0 16,0 0 0-16,0 0 0 0,-3 2 0 0,3 0 0 16,0-2 0-16,-3 2 0 0,6 3 0 0,-3-2 0 0,0-4 0 15,1 1 0-15,-1 0 0 0,0 2-15 0,0-2 4 0,0 0 1 32,3-1-42-32,-3 1-8 0,3 0-1 0,0-6-1 15,0 1-143-15,3-1-29 0</inkml:trace>
  <inkml:trace contextRef="#ctx0" brushRef="#br0" timeOffset="61455.46">15216 13189 990 0,'0'0'44'0,"0"0"8"16,0 0-41-16,0 0-11 0,0 0 0 0,0 0 0 0,0 0 79 0,0 0 13 15,0 0 4-15,6 3 0 0,-6-3-20 0,0 0-3 16,0 0-1-16,6 3 0 0,-6-3-20 0,0 0-4 16,3 0 0-16,6 2-1 0,-9-2-14 0,6 6-2 15,-6-6-1-15,9 0 0 0,-3 5-15 0,3-5-3 16,-3 0-1-16,0 0 0 0,3 0 1 0,0 3 0 15,0-3 0-15,3 2 0 0,-1 1-4 0,1-3-8 16,0 0 12-16,3 0-4 0,-3 0 1 0,6 0 0 16,-6 0 0-16,6 0 0 0,-3 3-9 0,-1-3 8 15,4 2-8-15,0 1 8 0,0-3 0 0,0 3 0 16,0-3 0-16,0 0 0 16,2 0 4-16,-2 0 0 0,0 0 0 0,3 0 0 0,0 2-4 0,0 1 0 15,-1-3 0-15,4 2 0 0,0-2-8 0,0 0 0 0,0 0 0 0,6 0 0 16,-7 0 0-16,4 0 0 0,0 0 0 0,-3 0 0 15,3 0 0-15,-1 0 8 16,-2-2-8-16,0-1 8 0,-3 3-8 0,3-2 0 0,-1-1 0 0,1 0 0 16,0 1 23-16,3 2 9 0,0-3 1 0,-1 0 1 15,-2 1-34-15,6 2-12 0,-6-3 0 0,6 3 0 16,-4 0 12-16,-2-3 16 16,3 3-3-16,0-2-1 0,0-1-12 0,-4 3 0 0,1-3 0 0,-3 3 0 15,3-2 9-15,0 2-1 0,-4-3 0 0,7 0 0 16,-3 3-8-16,0-2 0 0,0-1 0 0,-3 1 0 15,-4 2-22-15,4 0-3 0,6 0-1 16,0 0 0-16,-9 0 52 0,5-3 10 0,1 3 3 0,-3-3 0 0,-3 3-31 16,0 0-8-16,3 0 0 15,0 0 0-15,-1 0 0 0,1-2 0 0,-6-1 0 0,3 3 0 16,0 0 0-16,3 0 0 0,-1 0 0 0,-2 3 0 16,3-3 0-16,-6 0 0 0,3-3 0 0,0 6-8 0,0-1 8 0,2-2 0 15,-2 0 0-15,3 0 0 0,-6 0 0 0,3 3 0 16,3-3 0-16,-6 0 8 0,-3 0-8 0,2 3 0 15,4-3 0-15,-3 0 0 0,0 0 0 0,0 0 8 16,0 0-8-16,0 0 8 0,0 0-8 0,-1 2 0 16,-2-2 0-16,3 3 8 0,3-1-8 0,-3-2 0 15,-6-2 0-15,6 2 0 0,9 2 0 0,-9-2 0 16,-10 0 0-16,4 0 11 0,3 0-1 0,3 0 0 16,0 0 0-16,0 0 0 0,-6 0 10 0,3 0 3 15,6 0 0-15,-3-2 0 0,-1 2-23 0,1 0 8 0,-3 0-8 0,6 0 0 16,-6 0 0-16,0 0 0 0,-3 0 0 15,3 0 0-15,0 0 8 0,0 0 1 0,-4 0 0 0,1 0 0 16,0 0-9-16,0 0 8 0,-3 0-8 0,3 0 8 16,0 0-8-16,-3 0 0 0,3-3 0 0,0 3 0 15,-3 0 8-15,3-2 0 0,0 2 0 0,0 0 0 16,0-3-8-16,-1 3 8 0,1-3-8 0,-3 3 8 16,3 0-8-16,-3-2 0 0,3 2 0 0,-3-3 0 15,-6 3 0-15,6 0 0 0,3-3 0 0,-9 3 0 16,0 0 0-16,0 0 0 0,3 3 0 0,-3-3 0 15,6 0 0-15,-6 0-9 0,0 0 9 0,0 0-10 16,0 0-2-16,0 0 0 0,0 0 0 0,0 0 0 16,6 0-21-16,-6 0-5 0,0 0-1 15,0 0 0-15,6 0 21 0,3 0 4 0,-9 0 1 0,0 0 0 0,6-3-7 0,0 3-2 16,-6 0 0-16,0 0 0 16,0 0-22-16,0 0-4 0,0 0 0 0,0 0-900 15</inkml:trace>
  <inkml:trace contextRef="#ctx0" brushRef="#br0" timeOffset="62854.31">16758 11769 1188 0,'0'0'52'0,"0"0"12"0,-6 5-52 0,6-5-12 0,0 0 0 0,0 0 0 16,0 0 93-16,-3 5 16 0,3 3 3 0,0-8 1 15,0 5-39-15,0-5-8 0,0 6-2 0,3 2 0 16,3-3-9-16,-6 3-3 0,-3-3 0 15,3-5 0-15,6 8-10 0,-3-3-2 0,-6 3-1 0,0 0 0 16,3-2-5-16,-3-1-1 0,3 3 0 0,0-3 0 16,-6 0-15-16,6 1-3 0,6-1-1 0,-6-5 0 15,-6 5-2-15,6 3 0 0,6-5 0 0,-6-3 0 16,0 0-4-16,0 0-8 0,0 0 11 0,0 0-11 16,3 5 0-16,-3-5 0 0,0 0 0 0,0 0-9 15,9 3 9-15,-9-3 0 0,0 0 0 0,0 0 0 16,0 0 13-16,0 0 2 0,0 0 0 0,0 0 0 15,0 0 1-15,0 0 0 0,0 0 0 0,0 0 0 16,-6 2-16-16,6-2 0 0,0 0 0 0,0 0 0 16,-6 6 0-16,3-1 0 0,9 0 0 0,-6 1 0 0,-3 2 0 15,0 0 0-15,3-3 0 0,0 3 0 0,3 0 0 16,-3 2 0-16,-3-2 0 0,3 3 0 0,3-1 0 16,0 1 0-16,-6 2 0 0,0-2 0 0,9 2 0 0,-6 0 0 15,-3 0 0-15,0 3 0 0,-3 0-10 0,3 0-2 16,3 0 0-16,0 0 0 0,-9 0-4 0,6 2-2 15,3 1 0-15,0-1 0 0,-8 3 18 0,5 3 0 16,6-3 0-16,-3 6 0 0,-3-3 22 0,3 2 8 16,-3 1 2-16,3-1 0 0,0 1-32 0,0-1 0 15,-3 0 0-15,3 4 0 0,0-1 12 0,0-3-3 16,0 1-1-16,0-1 0 0,3-2-8 0,0 0 0 16,-3-1 0-16,0 1 0 0,-3-3 0 0,3 1 0 0,3-1 9 15,-6 0-9-15,-3 0 0 0,6 0 0 0,3 0 0 0,0 1 0 16,-6-4 0-16,0 1 0 0,9 2 0 0,-3 0 0 15,-3 0 0-15,0-2 12 0,0-1-4 0,3 3 0 16,3-2-8-16,-6-1 0 0,0 1 0 16,0-1 0-16,5 1 0 0,1-1 0 0,-6 1 0 0,0-3 8 15,3 2-8-15,0 1 0 0,0-3 8 0,-6 0-8 16,-3 2 0-16,6-2 0 0,6 0 0 0,-6 0 8 16,-6 0-8-16,3 0 12 0,3-1-4 0,3 1 0 15,-6 0-8-15,6 3 0 0,0-6 0 0,0 0 0 16,-3 3 16-16,3 0-2 0,-3 0 0 0,3 0 0 15,3 0-14-15,-6 2 0 0,-6-5 0 0,6 6 0 16,6-3 0-16,-3 0 0 0,-6-3 0 0,3 5 0 16,0-4 0-16,0 1 0 0,3 1 0 0,-3 0 0 0,-3-3 14 15,0 3 0-15,3-3 0 0,-3 3 0 0,-6-2-22 16,6 1-5-16,9-1-1 0,-6 2 0 0,-3-3 14 16,3 0 0-16,3 0 0 0,0 0 0 0,-3 1 0 15,0-1 0-15,0 3 0 0,0-6 0 16,3 1 0-16,-3 0 0 0,3-1 0 0,0 1 0 0,0-1 27 0,0 1 8 15,-6 2 1-15,3 0 1 0,0 1-8 0,3-1-1 16,-6-3-1-16,3 4 0 0,-6-4-27 0,6 1 0 16,6-1 0-16,-6 1 0 0,-9 0 0 0,9-4-19 15,6-1 3-15,-3 2 1 0,-9 2 15 0,3 1 0 16,9-1 0-16,-3-2 0 0,-3 0 0 0,0 3 10 16,0-3-10-16,3-3 8 0,3 0 1 0,-6 1 0 0,-9-1 0 15,9 3 0-15,6 0-9 0,-3-3 0 0,-3 0 0 16,-3 1 0-16,6-1 0 0,-3 0 0 0,0 3-12 15,-3-2 12-15,-3-1 0 0,3 0 0 0,6 0 0 0,-6 1 12 16,-6-1-12-16,9 3 0 0,6-3 0 0,-3 3 0 16,-3-2 0-16,0 1 0 0,-3-1 0 0,3-1 0 15,3 0 0-15,-3 3 0 0,0-2 0 0,3-1 0 16,3-3 0-16,-6 4 0 0,-9-1 0 0,9-5 0 31,12 3-49-31,-6-1-12 0,-6-2-3 0,0 0 0 0,0 0-113 16,0 0-23-16,0-8-5 0,-3-5-767 0</inkml:trace>
  <inkml:trace contextRef="#ctx0" brushRef="#br0" timeOffset="63950.11">14612 11086 518 0,'0'0'46'0,"0"0"-37"16,0 0-9-16,0 0 0 0,0 0 157 0,0 0 30 16,0 0 5-16,0 0 2 15,0 0-92-15,0-5-18 0,3 5-4 0,-3-3-1 0,0 0-5 0,3 1-1 16,0-1 0-16,-3 3 0 0,3-2-13 0,0-1-4 16,3 3 0-16,0-3 0 0,0 3-7 0,0 0-1 15,-3-2-1-15,3 2 0 0,0 0-7 0,-6 0 0 16,0 0-1-16,9 2 0 0,-3-2-7 0,-1 3-2 0,-5-3 0 15,9 5 0-15,-9-5-6 0,6 5-2 16,0 1 0-16,0 2 0 0,0-3-8 0,0 3-2 0,-3-3 0 0,3 3 0 16,-3 0-1-16,3 0-1 0,0 0 0 0,0 0 0 15,-3 0-2-15,3 2-8 0,-3 1 12 0,3 0-4 16,0 2-8-16,0 0 0 0,-3 0 9 0,3-2-9 16,0 2 0-16,0 0 0 0,-3 1 0 0,2-1 0 15,1 0 0-15,0 0 9 0,0-2-1 0,0-1-8 16,0 1 0-16,3 2 0 0,-3-2 0 0,0-1 0 15,3 1 0-15,-3 0 0 0,0-1 0 0,3 3 0 16,0-5 0-16,-3 0 0 0,3 3 0 0,0-3 0 16,0 2 0-16,-4-2 0 0,4 0 0 0,0 0 0 15,0 0 0-15,0 0 0 0,0 0 0 0,0-3 0 16,0 1 0-16,0 1 0 0,-3-1 0 0,3 2 0 0,0-3 8 16,0 3-8-16,0-3 0 0,0 1 0 0,-1-1 0 15,1 0 0-15,0 0 0 0,0 1 0 0,0-1 0 0,0 0 8 16,0 1-8-16,-3-1 0 0,0 0 9 0,3 0-9 15,-9-5 0-15,6 6 9 0,0 2-9 0,3-3 0 16,-9-5 9-16,6 5-9 0,0 3 0 0,-3-3 8 16,3 3-8-16,0 0 0 0,-6-8 20 0,5 6 0 15,1-1 0-15,-6-5 0 0,6 8-20 0,-3-3-16 16,3 0 2-16,-6-5 1 0,0 0 21 0,6 6 4 16,0-1 0-16,-6-5 1 0,6 5-13 0,-6-5 0 15,6 6-12-15,0-1 12 0,-6-5 0 0,6 8 0 16,-3-3 0-16,-3-5 0 0,6 5 0 0,-6-5-18 15,6 6 2-15,-6-6 1 0,0 0 15 0,6 8 0 0,-6-8 0 16,3 5 0-16,-3-5 0 0,0 0 0 0,0 0 0 16,0 0 0-16,3 5 17 0,-3-5 7 0,6 8 0 0,-6-8 1 15,0 0-25-15,0 0 0 0,0 0-9 0,0 0 9 32,0 0-183-32,0 0-29 0,0 0-7 0</inkml:trace>
  <inkml:trace contextRef="#ctx0" brushRef="#br0" timeOffset="65014.68">14913 10816 460 0,'0'0'41'0,"0"0"-33"0,0-8-8 0,0 0 0 0,0 3 206 0,0-3 39 16,0 0 8-16,0 0 2 0,0 3-111 0,0-3-23 15,3 3-4-15,-3-3-1 0,0 2-32 0,3-2-6 16,-3 3-2-16,0 5 0 0,0 0-15 0,3-2-3 0,0-4-1 15,-3 6 0-15,0 0-9 0,0 0-1 16,0 0-1-16,0 0 0 0,0 0-16 0,0 0-3 0,0 0-1 0,0 0 0 16,0 0-7-16,3 8-2 0,3 0 0 0,-3 3 0 15,0 2-6-15,2 0-2 0,-5 3 0 0,3 5 0 16,0-2-9-16,0 2 0 0,0-3 0 16,3 4 0-16,-3-1 0 0,3-3-14 0,0-2 2 0,0 0 0 31,0 0-17-31,3-3-3 0,-3-2-1 0,3-1 0 15,0-2 3-15,0 0 1 0,0-3 0 0,3 1 0 0,-3-4 9 0,2-2 3 0,-2 0 0 0,0 0 0 16,3-2 17-16,0-4 0 0,-6 1 0 0,3 0 0 16,-3-3 12-16,0 0 8 0,0 0 3 0,0 0 0 15,-3-2 20-15,0 2 4 0,-3-3 1 0,0 0 0 16,3-2 0-16,-3 0 1 0,-3 0 0 0,3 2 0 16,0-2-8-16,0 2-1 0,-3 1-1 0,0-1 0 15,0 3-16-15,3 0-3 0,-3 0-1 0,0 3 0 0,0 2-7 16,3 3 0-16,0 0-1 0,0 0 0 0,0 0-11 15,0 0 10-15,0 0-10 0,-3 8 10 0,0 0-10 0,0 3 0 16,0-1 0-16,0 6 0 0,-3 0 0 0,3 0 0 16,0 3 0-16,0-1 0 0,0 1 0 0,-3-1 0 15,3 3 0-15,3 1 0 0,-3-4-13 0,0 1 5 16,-3-1 8-16,3 1-13 0,0-1-5 0,-3 1-1 16,3-6 0-16,-2 3 0 15,2 0-7-15,-3 0-2 0,3-3 0 0,-3 0 0 16,3 0-11-16,-3 0-2 0,3-2-1 0,-3 2 0 15,3-7-26-15,0 1-4 0,0-1-2 0,0-4 0 16,3-2-170-16,0 0-33 0</inkml:trace>
  <inkml:trace contextRef="#ctx0" brushRef="#br0" timeOffset="65448.45">15175 11157 1764 0,'0'0'39'0,"0"0"8"0,0 0 1 0,0 0 1 0,6-2-39 0,-3-1-10 0,-3-2 0 0,6 2 0 16,-3 1 85-16,0-4 15 0,-1 1 4 0,1 0 0 15,0-1-28-15,3-2-6 0,-3 3-1 0,3 0 0 16,0-3-25-16,0 3-4 0,0-1-2 0,0 4 0 16,3-4-16-16,-3 1-3 0,0 0-1 0,0 2 0 15,3 1-8-15,-3-1-2 0,0 0 0 0,3 3 0 16,-6 0-8-16,3 0 0 0,0 0 0 0,0 3 0 0,-6-3 0 0,3 5 0 15,-1 1 0-15,1 1-11 0,-3-1 11 0,0 4 0 16,0-2 0-16,-3 3-8 0,1-1-12 0,-1 4-3 16,-3-1 0-16,3 0 0 15,-6 0-10-15,6 1-3 0,-6-1 0 0,3 3 0 16,0-3 12-16,0 0 1 0,0 0 1 0,3-2 0 0,-3 0 22 0,3 2-9 16,0-3 9-16,0 1 0 0,3-6 0 0,-3 3 0 15,3-3 0-15,0-5 0 0,0 0 0 0,0 0 0 16,0 0 0-16,0 0 9 0,6 0-9 0,-3 0 12 15,3-2-12-15,3-3 12 0,0-1-12 0,0 1 10 16,3-3-10-16,0 0 10 0,-3 0-10 0,2 0 0 0,1 0 0 16,3 0 8-16,-3 3-8 0,0-3 0 15,-3 3 0-15,3-1 0 16,-3 4-56-16,0-3-4 0,0 5-1 0,-9 0-598 0,3-6-119 0</inkml:trace>
  <inkml:trace contextRef="#ctx0" brushRef="#br0" timeOffset="66401.78">14195 11658 576 0,'0'0'51'0,"3"-6"-41"0,-3-2-10 0,3 3 0 16,-3-3 173-16,3 0 33 0,-3 3 6 0,3-3 2 16,-3 0-77-16,0 3-15 0,3-3-3 0,-3 2-1 15,0 1-18-15,3 0-4 0,0 0-1 0,-3 5 0 16,0-6-15-16,0 1-4 0,3 0 0 0,-3 5 0 16,0-3-18-16,0 3-4 0,3-5-1 0,-3 5 0 15,0 0-15-15,0 0-3 0,0 0-1 0,0 0 0 16,0 0-15-16,0 0-3 0,0 0-1 0,0 0 0 15,3 8-15-15,-3 2 0 0,0-2 0 0,0 5 0 0,3-2 0 0,-3 2 0 16,3-2 0-16,-3 2 0 0,3 0 0 0,0 1-10 16,0 1 0-16,0-1 0 15,0-1-22-15,0 0-4 0,0-2 0 0,3-1-1 16,-3-2-15-16,0 0-4 0,3 0 0 0,3 0 0 16,-3-5 7-16,0-1 1 0,0-4 0 15,2 2 0-15,-2-3 24 0,3 0 6 0,-3 1 1 0,-3-4 0 0,6-2 17 0,-6 3 0 16,0 0 0-16,0 0 0 0,0-3 32 0,0 2 1 15,0-4 0-15,0 2 0 0,-3 0 16 0,0 0 3 16,3 0 1-16,-3 0 0 0,-3 3-14 0,3-3-3 16,0 3-1-16,0-1 0 0,0 1 1 0,0 5 0 15,0 0 0-15,0 0 0 0,0 0-20 0,0 0-3 0,0 0-1 16,0 0 0-16,0 0-4 0,0 0-8 16,0 0 11-16,0 0-11 0,0 0 8 0,0 0-8 15,0 0 0-15,0 8 0 0,3 0 0 0,-3 2 0 0,3 1 0 16,0 2 0-16,-3 3 0 0,0 0 0 0,0-3 0 0,3 6 0 15,-6-1 0-15,3-2 0 0,-3 3 0 0,0-3-9 16,3-1-5-16,-3 1-1 0,0 3 0 0,0-3 0 16,0 0-3-16,-3-1-1 0,0 1 0 0,0-2 0 15,0 1 2-15,-3-1 0 0,0-4 0 0,3 3 0 16,1-2 9-16,-4 0 8 0,0-3-12 0,0 0 12 16,0-3 0-16,3 0 0 0,0 0 0 0,0-2 0 15,0 2 0-15,-3-2 0 0,3 0 0 0,-3-1 0 16,0 1-12-16,3-3 4 0,0-3 8 0,0 1-13 15,0-4-27-15,3 4-6 16,3-6-1-16,0 2 0 0,0-1-45 0,3-1-8 0,3 0-3 16,3 0-853-16</inkml:trace>
  <inkml:trace contextRef="#ctx0" brushRef="#br0" timeOffset="66674.12">14460 11798 806 0,'12'2'36'0,"-12"-2"7"0,0 0-35 0,0 0-8 15,0 0 0-15,0 0 0 0,0 0 245 0,0 0 47 16,0 0 10-16,0 0 2 0,0 0-158 16,0 0-31-16,-3-2-7 0,3 2 0 0,0 0-35 0,0 0-6 0,-3-3-2 0,3 3 0 15,0 0-34-15,0 0-7 0,0 0-2 16,0 0 0-16,0 0 15 0,0 8 3 0,0 0 1 0,0 0 0 16,-3-3-33-16,3 6-8 0,0-3 0 0,0 2 0 15,0 1 0-15,0-1 8 0,0 4-8 0,0-1 8 16,-3 0-8-16,3 3 0 0,-3-3 0 0,3 1-11 15,-3 1 11-15,0 1 0 0,3-3 0 0,-3 1 0 32,0-1-34-32,0 0-5 0,3 0-1 0,-3-2 0 0,0 2-73 15,3-2-15-15,0-1-4 0,0-4-892 0</inkml:trace>
  <inkml:trace contextRef="#ctx0" brushRef="#br0" timeOffset="67348.35">15972 11136 2070 0,'0'0'45'0,"0"0"10"0,0 0 1 0,0 0 3 0,-9 0-47 0,7-2-12 0,2 2 0 0,-9 0 0 16,3 2 64-16,0 1 10 0,-3 0 2 0,3 2 1 15,0 3-36-15,0 0-7 0,0 0-2 0,0 2 0 16,-3 1-13-16,3 5-3 0,0 0-1 0,3 2 0 15,-3 1-15-15,3 2 0 0,-3-3 0 0,6 6 0 16,-3 0 0-16,3-3-10 0,0-2 2 0,3-3 0 16,0-3-19-16,3 0-3 0,0-2-1 0,0-1 0 15,3-2-7-15,3 0-2 0,-3-3 0 0,6 1 0 16,-3-4 8-16,-3-2 0 0,5 0 1 0,1-2 0 16,-3-4 22-16,0 1 9 0,0-3-8 0,3 3 8 0,0-3 0 0,-3-3 0 15,3-2 0-15,-6 2 11 0,2-2 0 0,-2-3 0 16,0 0 0-16,0-5 0 0,-3 3 18 0,0-3 4 15,0 2 1-15,0 3 0 0,-6-2 1 0,3 2 0 16,-3-3 0-16,0 6 0 0,-3 0-5 0,-3 2-1 16,0 3 0-16,0-2 0 0,-3 2-29 0,3 3 8 15,-3 2-8-15,-2 0 0 0,-4 3 0 0,0 0 0 16,0 0 0-16,-3 3 0 16,0 2-40-16,-9 3-5 0,4 3-1 0,-4-3 0 15,6 5-102-15,3 0-20 0,0 3-4 0</inkml:trace>
  <inkml:trace contextRef="#ctx0" brushRef="#br0" timeOffset="67910.78">17476 11054 403 0,'0'0'36'16,"0"0"-36"-16,3-5 0 0,-3 5 0 0,0-5 284 0,0-1 51 0,0 1 9 0,0 5 3 15,0 0-188-15,0 0-38 0,0 0-7 0,0 0-2 16,6-3-20-16,-6 3-5 0,0 0-1 0,0 0 0 16,0 0-34-16,0 0-6 0,-3 6-2 0,0 2 0 15,3 0-21-15,0 2-5 0,0 3-1 0,-3 1 0 16,0-1-6-16,3 0-2 0,-3 0 0 0,0 3 0 16,-3 0-9-16,3 3 8 0,6-1-8 0,-6 3 8 15,0 0-8-15,0 3 0 0,3-3 0 0,0 3 0 16,0-3 0-16,0-2 0 0,0-1-12 0,-3-2 12 15,3 3-34-15,0-6 1 0,-3 0 0 16,3 1 0-16,3-1-31 0,-3-3-7 0,-6-2-1 16,6 3-623-16,-3-3-125 0</inkml:trace>
  <inkml:trace contextRef="#ctx0" brushRef="#br0" timeOffset="68791.42">14871 12438 460 0,'0'0'41'0,"-6"-3"-33"15,0 1-8-15,0 2 0 0,6 0 227 0,-3-6 43 0,-3 4 9 0,6 2 1 16,0 0-151-16,-3 0-30 0,-3 0-7 0,0 2 0 16,0 1-23-16,0 2-4 0,1 1-1 0,2-1 0 15,-3 3-16-15,0 0-3 0,3 2-1 0,0 1 0 16,-3 0-20-16,3 4-4 0,0 1 0 0,0 3-1 16,3-3-19-16,-3 2 0 0,3 1 8 0,0-1-8 15,3-2 0-15,-3 0 0 0,0-3 0 0,3 3 0 16,3-5 0-16,-3 2-11 0,0 0 11 0,3-2-10 15,0-3 1-15,0-3 0 0,2 3 0 0,1-5 0 16,-3-1 9-16,3-2-10 0,3-2 10 0,-3-1-10 16,0-2 10-16,-3-3 0 15,3 2 0-15,-3-1-8 0,3-1 20 0,-3 0 4 0,3 0 0 0,0-3 1 0,-3-2 10 16,0-3 1-16,2 0 1 0,-5-2 0 0,3-1 11 16,-3 3 3-16,-3-2 0 0,0-1 0 0,0 3-15 15,-3 0-4-15,0 3 0 0,0-3 0 0,-3 3-16 0,1 3-8 16,-1-1 8-16,0 3-8 0,-3 0 29 0,3 3 1 15,-3-1 0-15,0 4 0 16,-3 2-50-16,3 2-9 0,0 4-3 0,0 2 0 16,-3 2-32-16,3 1-8 0,0 5 0 0,-2 0-653 15,2-1-131-15</inkml:trace>
  <inkml:trace contextRef="#ctx0" brushRef="#br0" timeOffset="69339.28">14716 13888 748 0,'3'18'67'0,"-3"-18"-54"0,0 0-13 0,3-2 0 0,0-3 110 0,0-1 19 15,-3 1 4-15,3-3 1 0,0 3-48 0,0-1-10 16,-3 6-1-16,0-2-1 0,3-3 33 0,-3 5 6 16,0 0 2-16,0 0 0 0,0 0-35 0,0 0-6 15,0 0-2-15,0 7 0 0,0-7-16 0,0 8-3 16,0 3-1-16,0 2 0 0,0-2-28 0,0 2-5 16,3 0-2-16,-3 6 0 0,0-1 16 0,0 1 3 15,-3 2 1-15,3 0 0 0,3 0-21 0,-3-2-5 16,0-1-1-16,0 4 0 0,3-4-2 0,-3 3 0 15,0-2 0-15,3-1 0 0,0 1-8 0,0-1 0 0,-3 3 0 16,0-5 0-16,0 3 0 0,3-6 0 0,-3 6 0 16,0-6 0-16,0 0 9 0,3-2 0 0,0-1 0 0,-3 1 0 15,0-3-21-15,3 0-4 0,-3 2 0 0,3-2-1 32,-3-8-25-32,3 5-5 0,-3 3-1 0,0-8 0 15,0 0-114-15,0 0-23 0,0 0-5 0,0 0-1 0</inkml:trace>
  <inkml:trace contextRef="#ctx0" brushRef="#br0" timeOffset="74958.4">16023 12322 172 0,'0'0'16'0,"0"0"-16"0,0 0 0 0,0 0 0 0,0 0 169 0,0 0 31 16,0 0 7-16,0 0 1 0,0 0-89 0,0 0-18 16,0 0-3-16,0 0-1 0,0 0-10 0,0 0-3 15,0-3 0-15,0 3 0 0,0 0-12 0,0 0-4 16,0 0 0-16,0 0 0 0,0-5-12 0,0 5-4 16,0 0 0-16,0-3 0 15,-3 3 0-15,-3 0-1 0,3 0 0 0,0 0 0 0,-3-3-15 0,0 3-4 0,3 3 0 0,-3 0 0 16,-3-1-3-16,3 4-1 0,3-1 0 0,-5 3 0 15,2-3-7-15,-3 3-1 0,3 0-1 0,0 3 0 16,0-1-11-16,0 1-8 0,-3-1 9 0,6 4-9 16,-3-1 0-16,3 3 0 15,-3-3 0-15,3 3 0 0,0 0 0 0,3 0 0 0,-3-1 0 0,3 1 0 16,0 0 0-16,0 0 0 0,3 0 0 0,0 0 0 16,0-3 0-16,3 0 0 0,0-2 0 0,0-1-10 15,3 1 10-15,-3-3-12 0,3 0 12 0,0 0-12 16,0 0 1-16,-1-6 0 0,1 4 0 0,0-4 0 15,0-2-1-15,-3 3 0 0,6-3 0 0,-6 0 0 16,3-3 12-16,3 1 0 0,-3-4-9 0,0 1 9 16,3-5 0-16,-3 2 0 0,-3 0 0 0,3 0 0 15,-1-3 9-15,1 1 7 0,-3-1 0 0,-3-2 1 16,0 0-17-16,3-1-19 0,0 1 4 0,0 0 1 0,-6 0 22 16,3-1 5-16,0 1 1 0,0 0 0 0,-6-3-14 15,3 3 0-15,3 2 0 0,-3-2 0 0,-3 0 37 0,3 2 5 16,-6 1 1-16,6 2 0 0,-3-3-24 0,0 0-5 15,-3 4-1-15,3-1 0 0,0-3-5 0,-3 3-8 16,0 0 11-16,0 6-11 16,0-4 8-16,1 1-8 0,-1 2 0 0,0 1 0 0,-3 2 0 0,3-3 0 15,-3 3-15-15,-3 0 5 16,0 0-19-16,3 0-4 0,-3 3-1 0,3-1 0 16,0 1-38-16,3 5-7 0,-3-3-1 0,3 0-611 15,0 1-121-15</inkml:trace>
  <inkml:trace contextRef="#ctx0" brushRef="#br0" timeOffset="77169.62">15984 13819 576 0,'0'0'51'0,"0"0"-41"0,0 0-10 0,0 0 0 0,0 0 124 0,0 0 22 15,0 0 5-15,0 0 1 0,0 0-61 0,0 0-12 16,0 0-3-16,0 0 0 15,0 0 1-15,0 0 0 0,0 0 0 0,0 0 0 0,0 0-17 0,0 0-4 16,0 0-1-16,0 0 0 16,-3-2-7-16,0-1-2 0,-3 3 0 0,6 0 0 0,-3-3-6 0,3 3 0 15,0 0-1-15,-6 0 0 0,4 3-7 0,2-3-2 16,-6 3 0-16,0 2 0 0,0-3-10 0,3 4-1 16,-3-1-1-16,3 0 0 0,0 3 1 0,-3-2 0 15,0 2 0-15,3-1 0 0,0 4-19 0,3-3 0 16,0 5 0-16,0-2 0 0,0-1 0 0,0 4 0 15,-3-4 0-15,3 3 0 0,-3 1 0 0,3 2 0 16,0-1 0-16,0 4 0 0,3-6 0 0,0 0 0 16,-3 1 0-16,3 1-9 0,3-4 9 0,-3 0 0 15,0-1-9-15,3 1 9 0,-3-3-12 0,3 0 1 16,-3 0 1-16,6-3 0 0,-3 0-4 0,-1 0-1 16,1-5 0-16,3 3 0 0,-3-3 15 0,3 0-12 0,-3-3 12 15,3 1-12-15,-3-1 12 0,3-5-9 0,-3 0 9 0,0 3-8 16,3-3-12-16,-3-2-1 15,3 2-1-15,0-6 0 0,-3 4 35 0,3-6 7 0,-3 3 2 0,2-6 0 16,-2 1-14-16,0-1-8 0,0-2 10 0,0 2-10 16,-3-2 18-16,0 3-2 0,0-1-1 0,0 3 0 15,-3-2 0-15,0 2 0 0,0 0 0 0,0 3 0 16,0-3-2-16,-3 5 0 0,-3-2 0 0,3 5 0 16,0-2-4-16,0 2-1 0,-3 0 0 0,0 0 0 15,0 0-8-15,0 0 8 0,-2 0-8 0,-1 0 8 16,0 0-20-16,0 5-5 0,0-2-1 0,-3 5 0 0,3-2 28 15,0 2 6-15,0 0 0 0,0 0 1 16,0 2-35-16,-3-2-7 0,3 3-2 16,3-1 0-16,-2 4-35 0,-1-4-7 0,3 1-2 0,-3 0 0 15,3 2-104-15,0-2-21 0</inkml:trace>
  <inkml:trace contextRef="#ctx0" brushRef="#br0" timeOffset="80827.38">17389 12303 518 0,'18'0'23'0,"-18"0"5"0,0 0-28 0,0 0 0 0,0 0 0 0,3-3 0 16,3-2 191-16,-6 5 33 0,-3-2 6 0,0-4 2 15,3 4-108-15,0 2-22 0,0 0-4 0,0 0-1 16,0 0-21-16,0 0-4 0,0 0 0 0,3-3-1 0,-3-2-25 0,0 5-5 15,0 0-1-15,0 0 0 0,0 0 1 0,0 0 0 16,0 0 0-16,0 0 0 0,0 0-3 0,0 0-1 16,0 0 0-16,0 0 0 0,6 8-10 0,-3 0-3 15,-3-1 0-15,6 1 0 0,3 3-11 0,-6 0-2 16,-3 2-1-16,3 0 0 0,3 0-10 0,-3 3 10 16,-6 0-10-16,0 3 10 0,3-4-10 0,3 1 0 15,0 3 0-15,-3-1 8 0,3 1-8 0,0-1 0 16,-3 1 0-16,0-1 0 0,-3 1 0 0,3-1 0 15,3-4 0-15,-3-4 0 16,0 1 0-16,3-3 0 0,-3 0 0 0,0 0 0 0,0 0 28 0,0 0 4 0,0-1 1 0,0 4 0 31,6 0-70-31,-3-3-15 0,-9 0-2 0,6-1-1 16,6-1 11-16,-3 2 1 0,-3-8 1 0,0 0 0 16,-3 5-42-16,3-5-9 0,0 0-2 0,0 0-529 0,-3 5-107 0</inkml:trace>
  <inkml:trace contextRef="#ctx0" brushRef="#br0" timeOffset="81860.4">17440 13430 633 0,'12'24'28'0,"-12"-24"6"0,0 0-34 0,-3-5 0 0,6-1 0 0,0 1 0 16,3 0 175-16,-3-3 28 0,-6 3 5 0,3-1 2 0,3 1-91 16,0 0-19-16,-6-1-3 0,3 6-1 0,0 0-13 0,0 0-3 15,0-7-1-15,0 7 0 0,0-6-19 16,0 6-3-16,0 0-1 0,0 0 0 0,0 0-18 0,0 0-4 15,0 0-1-15,0 0 0 0,0 0-8 0,0 0-1 16,0 0-1-16,0 0 0 0,6 6-23 0,-6 4 0 16,3 1 0-16,0-1 0 0,3 4 20 0,-3-1 2 15,-3 3 1-15,0 2 0 0,6 3 14 0,-3-2 3 16,-3 5 1-16,-3-3 0 16,0 0-61-16,3 0-13 0,3 0-3 0,-3 0 0 0,3 1 28 15,-3-1 8-15,0 0 0 0,5-2 0 0,-2-1 0 0,-3 3 0 16,0 0 0-16,0-2 0 0,6-3-14 0,-3 0 4 15,-6 0 1-15,3-3 0 0,0-3 1 0,3 6 0 16,-3-5 0-16,-3 2 0 0,3-2-7 0,0-3-1 16,-3-1 0-16,0-1 0 0,-2-1 16 0,5-5 0 15,0 0 0-15,0 0-9 0,0 0 9 0,0 0-10 0,0 0 10 0,0 0-10 16,0 0 10-16,0 0 0 0,-3-5 0 16,3-3 0-16,5 3 0 0,-5-3 9 0,-5-3-1 0,5 0-8 15,3 1 14-15,-3-1-4 0,-6 1-1 0,0-1 0 16,6-2 3-16,-3 2 1 0,-3-2 0 0,0 2 0 15,0 1-4-15,3-1-1 0,-6 3 0 0,0 0 0 16,0-2 0-16,0 2 0 0,3 3 0 0,-3 2 0 16,-3-2-8-16,0 2 0 0,6 0 9 0,-3 1-9 15,1 2 9-15,-1 0-9 0,0 2 12 0,3-2-12 16,0 6 8-16,0-1-8 0,-9 3 0 0,9 0 0 16,6-3 0-16,-3 6 0 0,-9-1 0 0,9 1 0 0,3-1 0 15,-3 4 0-15,-3-1 0 0,0 0 0 16,3 0-8-16,0 3 8 0,0-3 0 0,3 1-9 0,-3 2 9 15,3-3 0-15,9 0-9 0,-3 0 9 0,-3-2 0 0,0-6-11 16,3 6 11-16,0-3-8 0,0-3 8 0,3 0-8 16,-3 3 8-16,3-3-8 0,3-5 8 0,0 3 0 15,-6-3-9-15,3-3 9 0,5 1 0 0,-2-1 0 16,-6-2 0-16,3 0 0 0,3-3-12 0,0 2 12 16,-3-2-10-16,0-2 10 15,0-1-40-15,0 1-3 0,3-4 0 0,-3-1 0 16,-6-1-145-16,6 0-30 0</inkml:trace>
  <inkml:trace contextRef="#ctx0" brushRef="#br0" timeOffset="84652">17127 12020 345 0,'0'0'31'0,"0"0"-31"0,0 0 0 0,-6 0 0 15,0 0 138-15,6 0 22 0,0 0 4 0,0 0 0 16,0 0-67-16,0 0-13 0,0 0-4 0,-5 0 0 16,-1 0-8-16,-3 0-1 15,3 0-1-15,0 0 0 0,0 0-13 0,0 0-2 16,0 0-1-16,3 0 0 0,0 0-8 0,3 0-2 15,0 0 0-15,0 0 0 0,0 0-19 0,0 0-4 0,0 0-1 0,0 0 0 16,0 0-11-16,0 0-9 0,6 5 12 0,6-2-12 0,6 0 28 0,-6-1 0 16,-4-2-1-16,-8 0 0 15,12 0-27-15,0 0 0 0,0 0 8 0,3 0-8 16,0-2 0-16,3-1 0 0,3 3 9 0,-3-3-9 16,2 1 8-16,1-1-8 0,0 3 10 0,0-3-10 0,-6 1 13 0,3-4-3 15,-1 4-1-15,1-1 0 0,0 0-9 16,3 1 8-16,-6-1-8 0,3 1 8 0,3-1-8 0,-4 0 0 15,-8 1 9-15,3 2-9 16,0-3 8-16,3 3-8 0,0 0 8 0,-3 3-8 0,6-3 8 0,-9 0-8 16,-9 0 8-16,0 0-8 0,9 2 13 0,-3-2-1 15,0 0-1-15,-6 0 0 0,0 0 13 0,0 0 4 16,8 3 0-16,-5 0 0 0,-3-3-2 0,0 0 0 0,9 2 0 0,-6 1 0 16,0-1-6-16,-3-2 0 0,0 0-1 15,9 6 0-15,0-4-4 0,-3 4-1 0,-6-6 0 0,6 2 0 16,6 1-1-16,-6 0 0 0,-6-3 0 0,0 0 0 15,6 5-2-15,0 0-1 0,-6-5 0 0,0 0 0 16,3 6-10-16,0-1 10 0,0 0-10 0,3 3 10 16,-6-3-10-16,0 3 8 0,3-2-8 0,0 2 8 15,0 2-8-15,-3-5 10 0,3 3-10 0,0 3 10 16,-3-3-10-16,0 0 0 0,0 0 9 0,6 2-9 16,-3 1 0-16,-3 2 0 0,0-2 0 0,0 2 8 15,5-2-8-15,-5 2 0 0,-5 0 8 0,5 3-8 16,3-6 0-16,-3 6 0 0,0 0 0 0,-3 0 0 15,0 0 0-15,3 2 0 0,3 4 0 0,-6-4 0 0,0 3 0 16,0-2 8-16,3 2-8 0,0 0 0 0,-3 0 0 0,0 0 0 16,6 1 0-16,-3-1 0 0,0 0 0 0,3-8 0 15,-3 3 0-15,3-3 0 16,0 3 0-16,-3 0 0 0,0 0 0 0,0 0 0 0,3 2 0 0,-3 4 0 16,0-1 0-16,0-3 0 0,3-2 0 0,-1 0 0 15,-4-3 0-15,2 3 0 0,0 0 0 0,0 0 0 16,2-6 0-16,-2 4 0 0,-5-1 0 0,5 0 0 15,5-2-9-15,-5 2 9 0,-2-3 0 0,-1 4 0 16,6-4 0-16,-1 4 0 0,-2-1 0 0,0 0 0 16,0 0 0-16,3 3 0 0,3-3 0 0,-6 3 0 15,0-3 0-15,0 1 0 0,6-1 0 0,-6 0 0 0,0 0 0 16,0 1 0-16,3-1 0 0,-3 0 0 0,3-2 0 0,-3-1 0 16,-3 1 0-16,3-1 0 0,0 1 0 0,0 0 0 15,0-4 0-15,3 4 0 0,-3-3 0 0,0 0 0 16,0 0 0-16,0 2 0 0,0 1 0 0,3 0 0 15,0-3 0-15,0 2 0 0,-3 3 0 0,3 1 0 16,3-6 0-16,-3 2 0 0,-6 3 0 0,6-2 0 16,0 2 0-16,0-2 0 0,-3 2 0 0,3-2 0 15,0-4 0-15,-3 4 0 0,0 2 0 0,0-2 0 16,0-3 0-16,0 2 0 0,3-2 0 0,0 3 0 16,-6-1 0-16,3 1 0 0,3 0 0 0,-3 2 0 15,0-5 0-15,0 2 0 0,3 1 0 0,-3 0 0 16,3-1 0-16,0-2 0 0,-6 0 0 0,6 3 0 15,0-3 0-15,0-1 0 0,-3 4 0 0,0 0 0 0,6-1 0 16,-6-2 0-16,0 3 0 0,0-1 0 0,0-2 0 16,3 0 0-16,-3 3 0 0,0-1 0 0,0 1 0 0,0-3 0 15,0 2 0-15,-3 1 0 0,3-3 0 0,0 3 0 16,0-3 0-16,3 2 0 0,-6-2 0 0,3 0 0 16,0 0 0-16,3 0 0 0,-3 2 0 0,0-2 0 15,0 3 0-15,0-3 0 0,3 2 0 0,-3 1 0 16,0-3 0-16,0 3 0 0,0-3 0 0,3-1 0 15,-6 1 0-15,3 0 0 0,0 0 0 0,0 0 0 16,0-2 0-16,0 1 0 0,0-7 0 0,0 8 0 16,0-2 0-16,0 4 0 0,0-4 0 0,0-6 0 15,0 0 0-15,0 7 0 0,0-7 0 0,-3 8 0 16,3 0 0-16,0 0 0 0,0-8 0 0,0 8 0 16,0-8 0-16,0 0 0 0,0 6-9 0,0-6 9 15,-3 7 0-15,3-7 0 16,0 0 0-16,0 0 0 0,0 0 0 0,-3 6 0 0,3-6 0 0,0 0 0 0,0 0 0 0,-3 2 0 15,0 1 0-15,3-3 0 0,-6 3 0 0,-3-1 0 16,3 1 0-16,0 0 0 0,-3-1 8 0,3-2-8 16,0 3 0-16,-3-3 0 0,3 3 0 0,-3-3 0 15,1 0 0-15,2 0 0 0,-6 2 0 0,6-2 0 16,6 0 8-16,-9 0-8 0,0 3 0 0,0 0 0 16,9-3 0-16,-9 2 0 0,-3 1 0 0,-3-1 0 15,3-2 0-15,6 0 0 0,6 0 0 0,-9 3 0 16,-8 0 0-16,5-3 0 0,12 0 0 0,-9 2 0 15,-3-2 0-15,3 3 8 0,3 0-8 0,0-3 12 16,-3 2-12-16,0-2 0 0,0 3 0 0,0-3-10 16,6 0 10-16,-6 3 0 0,-3-1 0 0,7-2 0 0,2 3 0 15,-3 0 0-15,-6-1-9 0,6 1 9 0,0-3 0 0,-3 2 0 16,0 1 0-16,-3 0 0 0,3-1 0 0,0-2 0 16,6 3 0-16,-6 2 0 0,-3-2 0 0,3 0 0 15,3-1 0-15,1 1 0 0,-7 0 0 0,3-1 0 16,0 1 0-16,6 2 0 0,-3-2 0 0,-3-1 0 15,0-2 0-15,6 3 0 0,3-3 0 0,0 0 0 16,-15 5 0-16,3-2 0 16,0 0 0-16,3-1 0 0,3 1 0 0,6-3 0 0,0 0 0 0,-6 0 0 15,-2 3 0-15,-4-1 0 0,3 1 0 0,0 0 0 16,3-1 0-16,-3 1 0 0,0 2 0 0,6-2 0 16,3-3 0-16,0 0 0 0,-9 5 0 0,3-2 0 15,6-3 0-15,0 0 0 0,0 0 0 0,0 0 0 0,-6 2 0 16,6-2 0-16,0 0 0 0,0 0 0 0,-9 3-9 15,9-3 9-15,0 0 0 0,0 0 0 0,-6 3 0 16,6-3 0-16,0 0 0 0,0 0 0 0,0 0 0 16,0 0 0-16,-9 0 0 0,9 0 0 0,0 0 0 0,0 0 0 15,-12-3 0-15,12 3 0 0,0 0-9 0,0 0 9 16,-3-3 0-16,3 3 0 0,0 0 0 0,0 0 0 16,0-8 0-16,0 8 0 0,-3-5 0 0,3 0 10 15,3-3-10-15,-3 8 0 0,-3-5-10 0,3-3 10 16,3 0 0-16,-3 0 0 0,-6 3 0 0,6-3 10 15,0 0-10-15,0 0 0 0,0-3-10 0,-3 1 10 16,-2-1 0-16,2-2 0 0,9 0 0 0,-6-1 10 16,-6-2-10-16,3 1 0 0,9-4 0 0,-6 0 0 0,0 4 0 15,-3-4 0-15,6-2-10 0,0 2 10 0,2 1 0 16,-5-3 0-16,-5 2 0 0,5-2 10 0,5 3-10 0,-2-4 0 16,-6 4 0-16,3 2 0 0,0-3 0 0,3 4 0 15,-3-4 0-15,-3 3 0 0,0-2 0 0,3 2 0 16,0-3 0-16,0 1 0 0,-5 2 0 15,2-3 0-15,3 1 0 0,0-1 0 0,-6 6 0 0,3-3 0 16,3-2 0-16,0 4 0 0,-3-1 0 0,3-1 0 16,-3 0 0-16,3 0 0 0,3 0 0 0,-3 0 0 15,-3 0 0-15,3 0 0 0,6 1 0 0,-6 1 0 16,-9-4 0-16,9 5 0 0,0-3 0 0,0 0 8 16,-3 0-8-16,0 0 8 0,-3 0-8 0,3 3 0 15,3-3 0-15,0 0 8 0,-9 0-8 0,9 0 0 16,3 1-12-16,-6-1 12 0,-3 0 0 0,3 5 10 0,6-2 1 15,-3 0 0-15,0 0-3 0,-3-1-8 0,3 1 12 16,0 0-4-16,3 0 0 0,0-1-8 0,-6 1 12 16,0 0-4-16,6 0-8 0,0 0 0 0,-9-3 0 15,6 2-11-15,3-1 11 0,0 1 0 0,-3-2 10 0,-3 3-10 16,3 0 0-16,0 0 8 0,3 0-8 0,-3-3 0 16,-6 2 0-16,6 1 0 0,0 0 0 0,3 0-10 15,-6-1 10-15,3 4 0 0,3-3 0 0,-3 2 0 16,0-5 0-16,3 6 0 0,-3-1 0 0,3-2 0 15,0 0 0-15,0 2 9 0,-6 0-9 0,3 1 10 16,3-3-10-16,0-1 8 0,-9 4-8 0,3-3 8 16,6-1-8-16,-3 4 0 0,0-1 9 0,0-2-9 0,-3 2 0 15,6 1 0-15,-3-3 0 0,0 2 8 0,-6-2-8 0,3 2 0 16,9 1 8-16,-6-1-8 0,-3-2 0 0,0 0 0 16,6-1 0-16,0 4 8 0,0-4-8 0,-3 4 0 15,0-6 0-15,0 3 8 0,6 2-8 0,-6-2 0 16,0 0 0-16,0 0 0 0,3-1 0 0,3 4 0 15,-9-4 0-15,6 1 0 0,0 0 0 0,-3 2 9 16,0-2-9-16,0 3 10 0,0-1-10 0,0-2 0 16,3 0 0-16,-3 2 0 0,-3 3 0 0,3 0 0 15,6-2 0-15,-3 2 0 0,-6 0 0 0,3 0 0 16,6 2 0-16,0-1 0 0,-6 7 0 0,0-8 0 16,0 0 0-16,0 8 0 0,9-3 0 0,-4-2 0 0,-5-3 0 15,3 2 0-15,3 1 0 0,-6 5 0 0,-3-2 0 0,3 2 0 16,0 0 0-16,0 0-9 0,0 0 0 0,0 0 0 15,0 0-13-15,0 0-2 0,9-3-1 0,-9 3 0 32,0 0-55-32,0 0-12 0,6 3-1 0,-6-3-1015 0</inkml:trace>
  <inkml:trace contextRef="#ctx0" brushRef="#br0" timeOffset="86881.53">15335 15457 1155 0,'0'0'51'0,"-3"0"11"0,0 3-50 0,3-3-12 16,-5 0 0-16,5 0 0 0,-3-3 81 0,3 3 14 0,-6 3 2 0,3-3 1 16,-3 0-30-16,6 0-5 0,0 0-2 15,0 0 0-15,-6 2 3 0,6-2 0 0,0 0 0 0,0 0 0 16,0 0-52-16,0 0-12 0,0 6 0 0,0-6 0 15,0 10 33-15,3-5 4 0,0 3 1 0,0 0 0 16,3-2-38-16,3 2 0 0,-4-1 0 0,1 1 0 16,0 0 0-16,3-2 0 0,-3-1 0 0,0-2 0 15,6 2 0-15,0-3 0 0,-3 1 0 0,0-3-8 16,3 0 8-16,-3-3-8 0,0 1 8 0,0-1-8 16,-1-2 8-16,4 0 0 0,-3-1 0 0,3 1 0 15,-6-3 0-15,3 0 0 0,-3 0 0 0,3 0 0 16,-3 3 11-16,0-3 4 0,0 0 1 0,0 0 0 15,-3-2 21-15,0 2 5 0,-3 0 1 0,0 0 0 16,0 0 2-16,0-3 1 0,-6 3 0 0,3 0 0 16,0 0-6-16,-3 3-2 0,3 0 0 0,-3 0 0 0,0 2-14 15,0 3-2-15,-3 0-1 0,0 0 0 0,0 3-13 16,-3-1-8-16,6 6 10 0,-3 0-10 0,-5 3 0 0,2-1 0 16,3 3-8-16,-3-2 8 0,3 0 0 0,0-1 0 15,3 1 0-15,0 2 0 16,0-2-80-16,3-3-10 0,0 2-2 0,3 1 0 15,0-3-10-15,0 0-2 0,0-8-1 0,0 0 0 16,3 5-15-16,3-2-2 0,3-3-1 0,0 0 0 16,3-6 47-16,-3 1 10 0,3 0 2 0,-3-1 0 0,3-2 80 0,-1 1 16 15,1-1 3-15,3 0 1 0,-6-3 32 0,3 3 8 16,-3 3 0-16,3-3 1 0,-3 0 1 0,-3 0 0 16,0 0 0-16,3 5 0 0,-6-2-12 0,-3 5-2 0,0 0-1 15,0 0 0-15,0 0-11 0,0 0-3 0,0 0 0 0,3 5 0 16,0 1-16-16,0 2-3 0,-3-3-1 0,0 3 0 15,3 2-16-15,-3 1-3 0,0 2-1 0,3 3 0 16,-3 3-9-16,3-1 0 0,0 3 0 0,-1 3 8 16,1 3-8-16,3 2 0 0,0 0-12 0,-3 0 12 15,3 3-21-15,-3-1 3 0,0-1 1 0,0-4 0 32,3 3-34-32,-3-5-6 0,0 2-2 0,-3 1 0 0,3 2 11 15,-3 0 3-15,-3-2 0 0,3-1 0 0,-3 0 9 0,0 1 3 0,0-1 0 0,-3-2 0 16,0 3 16-16,0-1 3 0,0-2 1 0,-3-3 0 15,1 0 13-15,-1-5 0 0,0 0 0 0,0-3 0 16,-3-2 0-16,0-1 15 0,0 1-3 0,0 0-1 0,0-4 28 16,-6 1 5-16,0-2 2 0,4-4 0 0,-1-2-14 15,3 0-2-15,0-2-1 0,0-4 0 0,0 4 28 16,0-6 6-16,3-3 1 0,-3 1 0 0,3-1-22 0,1-2-4 16,2-3-1-16,0-3 0 0,0 4-8 0,3-7-1 15,3 1-1-15,3 0 0 0,3-3-27 0,0 3-19 16,0-3 3-16,2 0 1 0,4 1 15 0,3-4-11 15,-3 6 11-15,3-3-10 16,3 3-22-16,-3 5-4 0,0 3 0 0,5-3-1 16,-2 0-44-16,3-2-9 0,-3 2-2 0,3 0 0 15,0 0-48-15,3-5-9 0,2 5-3 0,-8 3 0 16,0 2 25-16,-3 3 5 0,0 0 1 0,0 3 0 16,-3 2 61-16,-3 3 13 0,2 0 3 0,-2 3 0 0,0 2 31 0,-3 3 13 0,0-2-11 15,0 1 11-15,0 1 12 0,-3 0 9 0,0 3 2 16,0-3 0-16,0 0 30 0,-3 0 7 0,0 2 0 0,0-2 1 15,0 0 5-15,0-8 1 0,-3 6 0 16,3-6 0-16,0 0 15 0,0 0 3 0,0 0 1 0,0 0 0 16,0 0-35-16,0 0-7 0,0 0-2 0,0 0 0 15,-3-3 27-15,0-5 6 0,9 3 1 0,-3-3 0 16,0 0-20-16,0-3-3 0,0 1-1 0,3-4 0 16,0 4-41-16,3-3-11 0,0-1 0 0,0 4 0 15,0-3 0-15,-3-1 0 0,2 4 0 0,4-1 0 16,-3-2 18-16,0 5 2 0,3 0 0 0,-6 5 0 15,-3-2-20-15,6 2 0 0,-3 1 0 0,0 2 0 16,3 0 0-16,-3 2 0 0,3 1 0 0,0 2 0 16,-3 6 0-16,0 0-11 0,-3 2 0 0,-1 3 0 15,-2 2-29-15,0 3-5 0,-2-2-2 0,-1 2 0 16,-3 0-21-16,-3 3-5 0,0-3-1 0,-3 0 0 16,3 0 34-16,0-2 8 0,3 0 0 0,0 2 1 15,-3-3 31-15,3 3 0 0,-3-2 0 0,0 2 0 0,0-2 8 0,-3 4 4 16,1-4 0-16,2 2 1 0,-3-5 24 0,6-5 5 15,3-1 1-15,-3-2 0 0,3 0-18 0,0 0-3 16,0-3-1-16,3 1 0 0,0-6 15 0,0 0 2 16,0 0 1-16,0 0 0 0,6-3-23 0,-3 0-5 15,3 1-1-15,3-1 0 0,0-2-10 0,0-1 10 16,-3 1-10-16,-1 0 10 0,1 2-10 0,0-2 0 16,0-3 0-16,3 3 0 0,0-3 0 0,3 2 0 15,-3-2 0-15,6-2 0 0,0 2 0 0,0 0-12 16,0 0 2-16,2-3 1 15,-2 4-35-15,0-1-6 0,0 2-2 0,0-2-613 0,0 0-123 0</inkml:trace>
  <inkml:trace contextRef="#ctx0" brushRef="#br0" timeOffset="87459.34">16392 15737 1267 0,'0'0'112'0,"0"0"-89"0,0 0-23 0,-6 3 0 15,6-3 107-15,0 0 17 0,0 0 3 0,0 0 1 16,0 0-60-16,0 0-12 0,0 0-3 0,0 0 0 16,0 0-3-16,0 0-1 0,9 0 0 0,0-3 0 15,3 1-11-15,-3 2-2 0,3-3-1 0,3 0 0 16,-3-2-15-16,2 0-2 0,1 0-1 0,0-1 0 15,6-2-9-15,-6 3-8 16,0 2 12-16,0 1-12 0,0-1 8 0,2 0-8 0,4-2 0 0,0 0 0 16,-6 2 0-16,6-2 0 0,3 0 0 0,-6-1 0 15,-10 4-11-15,7-4-9 0,3 4-1 0,-3-1-1 16,-3 3-27-16,-3-2-6 16,0 2-1-16,0 0 0 0,3 2-28 0,-3 1-5 15,-9-3-2-15</inkml:trace>
  <inkml:trace contextRef="#ctx0" brushRef="#br0" timeOffset="87714.66">16541 15957 288 0,'-9'0'12'0,"9"0"4"16,0 0-16-16,-6 3 0 0,0-1 0 0,0-2 0 0,6 0 306 0,0 0 58 15,0 0 12-15,0 0 3 0,-3-2-241 0,3 2-48 16,0 0-10-16,0 0-1 0,0-6-27 0,3 1-6 15,3 0-1-15,0-1 0 0,-3 4-17 0,6-6-3 16,0 3-1-16,0-3 0 0,3 2-12 0,0 1-2 16,-3 0-1-16,3 2 0 15,-1-2-9-15,1 2 0 0,3 1 0 0,3-1 8 0,3 0-8 0,-6-2 0 0,0 0 0 16,3-1 0-16,-1-2 0 0,4 3-16 0,0-3 4 0,-3-2 1 31,0 2-97-31,3 0-20 0,-1-3-4 0</inkml:trace>
  <inkml:trace contextRef="#ctx0" brushRef="#br0" timeOffset="89170.28">17187 15330 1094 0,'0'0'97'0,"0"0"-77"0,0 0-20 0,0 0 0 0,-9 0 93 16,9 0 15-16,0 0 4 0,0 0 0 0,-9-3-2 0,6-2 0 16,3 5 0-16,0 0 0 0,-6-5-24 0,6 5-5 15,0 0-1-15,3-3 0 0,3 0-22 0,-6 3-5 16,0 0-1-16,0 0 0 0,0 0-30 0,0 0-6 16,0 0-2-16,6 8 0 0,3 0 40 0,-3 0 8 15,-9 5 2-15,3 1 0 16,6-1-82-16,-3 0-16 0,3-2-3 0,-3 2-1 0,-3 3 19 0,6-3 4 15,3-2 1-15,0 2 0 16,-9-3-34-16,6 1-8 0,2-3 0 0,-2 0-1 16,0 0-15-16,3-3-2 0,3 0-1 0,0-2 0 15,0-3 9-15,-3 0 2 0,0-3 0 0,3 1 0 0,0-3 37 16,0-1 8-16,-6-2 2 0,0 0 0 0,5 0 17 0,1 0 11 16,-9-2-2-16,6-1 0 0,-3 1 31 0,0-1 7 0,0-2 1 15,-3 0 0-15,3-1 17 0,-3 1 4 0,0 0 1 0,0 0 0 16,-9 0 0-16,6 2 0 0,3 0 0 15,0 1 0-15,-6-1-14 0,0 3-2 0,3 0-1 0,0 3 0 16,0 5-14-16,0 0-3 0,0 0-1 0,0 0 0 16,0 0-11-16,0 0-3 0,0 0 0 0,0 0 0 15,0 0-8-15,0 0-1 0,-9 5-1 0,6 6 0 16,-3-1-11-16,3 4 8 0,3-1-8 0,-3 3 8 16,-3 0-8-16,3 0 0 0,6-1 0 0,-3 1 0 15,-3 3 0-15,3-1 0 0,6-2-10 0,-3 3 10 16,-3-1-24-16,0 3 2 0,3-2 0 0,0-1 0 15,3-2-15-15,-3 3-3 16,-3-1-1-16,0 1 0 0,6-3-11 0,-3 2-1 16,-9 1-1-16,3 2 0 0,3 0 2 0,-3 0 0 0,-6 1 0 0,0-4 0 15,3 3 20-15,-3 0 4 0,3-5 0 0,-5 3 1 16,-7-9 27-16,6 4-8 0,0-1 8 0,-3 0 0 0,-3 0 0 0,0-2 14 16,3 2-2-16,3-2 0 0,-2-3 8 0,-1 0 2 15,3-3 0-15,6 3 0 0,6-8 0 0,0 0 0 16,-6 0 0-16,6 0 0 0,0 0-8 0,0 0-2 15,-9-6 0-15,3-1 0 0,9-1 3 0,-3-3 0 16,0 3 0-16,-3-5 0 16,0 2-63-16,3 1-13 0,6-1-3 0,-3-2 0 15,0-3-153-15,6-3-31 0</inkml:trace>
  <inkml:trace contextRef="#ctx0" brushRef="#br0" timeOffset="89628.73">17535 15700 806 0,'0'0'72'0,"0"0"-58"0,-3 3-14 0,3-3 0 16,0 0 199-16,0 0 37 16,0 0 7-16,0 0 1 0,0 0-114 0,0 0-23 0,0 0-5 0,0 0-1 15,3-3-50-15,0-2-11 0,0 0-1 0,0-1-1 16,-3 1 22-16,6-3 5 0,3 0 1 0,-3 0 0 15,-3 0-54-15,6 1-12 0,9-4 0 0,-6 3 0 16,-6 3 0-16,0-1 0 0,8 1 0 0,-2 0 0 0,-6 2 0 16,3-2 0-16,0 5 0 0,3-3 0 0,0 3 0 0,-3 0 8 15,-9 0 0-15,9 8-8 16,0 0-25-16,-3 3-12 0,-9-1-3 0,0 4 0 16,-3-1-33-16,3 3-7 0,-3-3-2 0,-3 5 0 15,0 1-47-15,3 5-10 0,-3-3-1 0,-3 3-1 16,-6-1 61-16,6 4 13 0,9-6 3 0,-5-2 0 15,-7-3 88-15,3-1 19 0,6-1 3 0,0-1 1 0,3-3 2 0,-3-2 1 16,0 3 0-16,6 0 0 0,0-11-12 0,0 0-2 16,-3 5-1-16,3-5 0 0,9 8-35 0,-9-8 0 15,0 0 0-15,0 0 0 0,12 0 43 0,0 0 14 16,3 0 3-16,-9-3 1 0,0-2-46 0,2 2-15 0,4-2 8 16,0 0-8-16,-3-3 0 0,0 2 0 0,6 1 0 15,0 0 0-15,0-3 10 0,0 0-2 0,0 0 0 0,-1 0 0 31,-2 0-45-31,3 0-10 0,0 0-1 0,-3 0-512 0,-3-2-101 0</inkml:trace>
</inkml:ink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>
            <a:extLst>
              <a:ext uri="{FF2B5EF4-FFF2-40B4-BE49-F238E27FC236}">
                <a16:creationId xmlns:a16="http://schemas.microsoft.com/office/drawing/2014/main" id="{BCD4045B-8F41-6B4E-97BD-FF08E793C303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099" name="Rectangle 3">
            <a:extLst>
              <a:ext uri="{FF2B5EF4-FFF2-40B4-BE49-F238E27FC236}">
                <a16:creationId xmlns:a16="http://schemas.microsoft.com/office/drawing/2014/main" id="{9F0351C3-1740-AA4D-BDDF-BF0F4C69FD11}"/>
              </a:ext>
            </a:extLst>
          </p:cNvPr>
          <p:cNvSpPr>
            <a:spLocks noGrp="1" noChangeArrowheads="1"/>
          </p:cNvSpPr>
          <p:nvPr>
            <p:ph type="dt" idx="1"/>
          </p:nvPr>
        </p:nvSpPr>
        <p:spPr bwMode="auto">
          <a:xfrm>
            <a:off x="388620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2052" name="Rectangle 4">
            <a:extLst>
              <a:ext uri="{FF2B5EF4-FFF2-40B4-BE49-F238E27FC236}">
                <a16:creationId xmlns:a16="http://schemas.microsoft.com/office/drawing/2014/main" id="{6474A07D-2658-461F-8F83-4F740994F24C}"/>
              </a:ext>
            </a:extLst>
          </p:cNvPr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1143000" y="685800"/>
            <a:ext cx="4572000" cy="3429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4101" name="Rectangle 5">
            <a:extLst>
              <a:ext uri="{FF2B5EF4-FFF2-40B4-BE49-F238E27FC236}">
                <a16:creationId xmlns:a16="http://schemas.microsoft.com/office/drawing/2014/main" id="{B0787F0E-99E1-EC46-8903-479D5ABA0DBF}"/>
              </a:ext>
            </a:extLst>
          </p:cNvPr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914400" y="4343400"/>
            <a:ext cx="5029200" cy="4114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4102" name="Rectangle 6">
            <a:extLst>
              <a:ext uri="{FF2B5EF4-FFF2-40B4-BE49-F238E27FC236}">
                <a16:creationId xmlns:a16="http://schemas.microsoft.com/office/drawing/2014/main" id="{8261E7AE-94F1-554C-9081-C782E41C57C0}"/>
              </a:ext>
            </a:extLst>
          </p:cNvPr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868680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103" name="Rectangle 7">
            <a:extLst>
              <a:ext uri="{FF2B5EF4-FFF2-40B4-BE49-F238E27FC236}">
                <a16:creationId xmlns:a16="http://schemas.microsoft.com/office/drawing/2014/main" id="{B74AB494-A933-744C-97AB-D567B6DD35B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imes" charset="0"/>
                <a:ea typeface="ＭＳ Ｐゴシック" charset="-128"/>
              </a:defRPr>
            </a:lvl1pPr>
          </a:lstStyle>
          <a:p>
            <a:pPr>
              <a:defRPr/>
            </a:pPr>
            <a:fld id="{FF969DB7-CD90-4014-9B8D-CC33BD96DEA6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MS PGothic" panose="020B0600070205080204" pitchFamily="34" charset="-128"/>
        <a:cs typeface="ＭＳ Ｐゴシック" charset="0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MS PGothic" panose="020B0600070205080204" pitchFamily="34" charset="-128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MS PGothic" panose="020B0600070205080204" pitchFamily="34" charset="-128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MS PGothic" panose="020B0600070205080204" pitchFamily="34" charset="-128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MS PGothic" panose="020B0600070205080204" pitchFamily="34" charset="-128"/>
        <a:cs typeface="+mn-cs"/>
      </a:defRPr>
    </a:lvl5pPr>
    <a:lvl6pPr marL="22860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289" name="Shape 982">
            <a:extLst>
              <a:ext uri="{FF2B5EF4-FFF2-40B4-BE49-F238E27FC236}">
                <a16:creationId xmlns:a16="http://schemas.microsoft.com/office/drawing/2014/main" id="{E56311F1-15B5-4745-92B2-2F302FD0B2D0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140290" name="Shape 983">
            <a:extLst>
              <a:ext uri="{FF2B5EF4-FFF2-40B4-BE49-F238E27FC236}">
                <a16:creationId xmlns:a16="http://schemas.microsoft.com/office/drawing/2014/main" id="{306661F7-A16E-4012-9C87-3B001F4737DD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  <p:extLst>
      <p:ext uri="{BB962C8B-B14F-4D97-AF65-F5344CB8AC3E}">
        <p14:creationId xmlns:p14="http://schemas.microsoft.com/office/powerpoint/2010/main" val="304852742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289" name="Shape 982">
            <a:extLst>
              <a:ext uri="{FF2B5EF4-FFF2-40B4-BE49-F238E27FC236}">
                <a16:creationId xmlns:a16="http://schemas.microsoft.com/office/drawing/2014/main" id="{E56311F1-15B5-4745-92B2-2F302FD0B2D0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140290" name="Shape 983">
            <a:extLst>
              <a:ext uri="{FF2B5EF4-FFF2-40B4-BE49-F238E27FC236}">
                <a16:creationId xmlns:a16="http://schemas.microsoft.com/office/drawing/2014/main" id="{306661F7-A16E-4012-9C87-3B001F4737DD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  <p:extLst>
      <p:ext uri="{BB962C8B-B14F-4D97-AF65-F5344CB8AC3E}">
        <p14:creationId xmlns:p14="http://schemas.microsoft.com/office/powerpoint/2010/main" val="1816227216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3A225FB7-6986-41E4-8F43-F86C2C274282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5C0D8ACF-9AF7-4BE6-B2E3-865733B3F781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BA1803AE-9905-4AF8-9DA3-73789375BE1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8BAFD67-0D38-4EFF-B956-560E674B21E2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21095917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8914623E-7E5C-4AFD-BE24-3DB80703DAC2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0C93BFD6-7F93-4733-A226-6C0EC46E768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BED5D424-E135-44CC-BA4E-A2DB770BDC8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97619F1-5350-4307-9409-443BD1067667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30216439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009446CB-484F-4252-BB19-9C497B0F540F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73A8F4DA-9E72-49E7-9FF9-D36FD65AE1B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B7A08CB3-EAD0-4E99-8B98-C89B6DB018E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653D098-D75C-4EE5-8B40-FC63AFD0D628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69078586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914400"/>
            <a:ext cx="4267200" cy="5410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914400"/>
            <a:ext cx="4267200" cy="5410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D1C54467-B79B-4B77-A3B1-44DDDE77CE38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462F25E2-A807-49CB-BC93-3D806EA7E07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15932679-2C29-4D7B-881E-4BB2B5FA51E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C11FBC1-3F18-4B9F-83D9-3A5A4B6E257A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17385060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5ED9B991-D00B-4804-89EB-33BB202D7AEB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78015FF5-E07E-4C7A-8238-1AF9E0FFD5C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C3F5F623-7278-4A70-8A13-35C022DCEBF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4CCFC92-1B0B-4860-87FB-21B0774F2EA7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56079894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6200" y="76200"/>
            <a:ext cx="8991600" cy="380999"/>
          </a:xfrm>
        </p:spPr>
        <p:txBody>
          <a:bodyPr/>
          <a:lstStyle>
            <a:lvl1pPr>
              <a:defRPr sz="3400">
                <a:solidFill>
                  <a:srgbClr val="FF0000"/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1FE1E440-A8C8-43AB-B8E7-F86B3E9B4BB3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582FBE08-5985-4EC5-801D-BD8B156BACB7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BDCED17A-0888-409A-80D0-BD3B63CD522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97966BF-D65F-4E28-A407-653B2DF03F01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414361790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>
            <a:extLst>
              <a:ext uri="{FF2B5EF4-FFF2-40B4-BE49-F238E27FC236}">
                <a16:creationId xmlns:a16="http://schemas.microsoft.com/office/drawing/2014/main" id="{31F0ED2C-B519-4F57-8672-730E3329D113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3" name="Rectangle 5">
            <a:extLst>
              <a:ext uri="{FF2B5EF4-FFF2-40B4-BE49-F238E27FC236}">
                <a16:creationId xmlns:a16="http://schemas.microsoft.com/office/drawing/2014/main" id="{AC221C3B-499D-4477-B03B-03A7E024464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DCD4F977-FA0E-4B3A-B94F-0279441CCCC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182C1FB-A275-4CBE-B85C-63204551E734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25559968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7D62850-C9F3-4ECE-848C-FF22D5C8AF2A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EC12A31E-209B-42A9-826C-D78F92405A2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821507E-9AE1-4B0E-B93B-7C085C52966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BC2F104-DF84-4AEF-9187-41AF5BE74E37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408060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A202DB48-69AE-4AF3-868F-545FF5AF8F19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B7F3E5B6-43C3-4346-B165-FDD6F1E37E9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5CD27224-906E-4B0A-BE25-6FED1CA2EB3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1AFDD3B-1453-418D-980A-9289DD4C51F2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6025600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CB9F8C36-2FA4-465E-B8F9-3C035D0919B7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6E95604D-DBCA-4814-BBC5-446C778B819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5758D9F7-727C-4D99-89FD-0C87515CC9B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670AC39-4B88-4002-B23C-3DAA2B76F349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77343722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743700" y="228600"/>
            <a:ext cx="2171700" cy="60960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228600"/>
            <a:ext cx="6362700" cy="60960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C6694072-58C3-4095-B658-E2EC7AE668D6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E093BA2E-5916-442F-A773-1816573953A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69B41EDC-CE19-4648-891A-4EFB1DCC0E4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86CB7B8-7C25-401E-AFCE-7AE2AED9C127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19482324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92ADB1AC-32D3-49A7-A1DC-4BB1BCC5683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228600"/>
            <a:ext cx="86868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2CC26A9E-31B8-4391-AE6F-822CE2529FF9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914400"/>
            <a:ext cx="8686800" cy="541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1028" name="Rectangle 4">
            <a:extLst>
              <a:ext uri="{FF2B5EF4-FFF2-40B4-BE49-F238E27FC236}">
                <a16:creationId xmlns:a16="http://schemas.microsoft.com/office/drawing/2014/main" id="{FD3DE5A9-11D5-4AEB-B896-6DAD1B6EEEBC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228600" y="6324600"/>
            <a:ext cx="19050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400"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1029" name="Rectangle 5">
            <a:extLst>
              <a:ext uri="{FF2B5EF4-FFF2-40B4-BE49-F238E27FC236}">
                <a16:creationId xmlns:a16="http://schemas.microsoft.com/office/drawing/2014/main" id="{2C62297E-DDFC-4E4B-B572-4234ABFF44A5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2590800" y="6324600"/>
            <a:ext cx="39624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400"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1030" name="Rectangle 6">
            <a:extLst>
              <a:ext uri="{FF2B5EF4-FFF2-40B4-BE49-F238E27FC236}">
                <a16:creationId xmlns:a16="http://schemas.microsoft.com/office/drawing/2014/main" id="{B8CD9B8A-A795-4DB1-8964-96651783B99F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010400" y="6324600"/>
            <a:ext cx="19050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400" smtClean="0"/>
            </a:lvl1pPr>
          </a:lstStyle>
          <a:p>
            <a:pPr>
              <a:defRPr/>
            </a:pPr>
            <a:fld id="{6E3611C3-C128-4ADE-9736-85CD38B1067C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1835629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hf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+mj-lt"/>
          <a:ea typeface="MS PGothic" panose="020B0600070205080204" pitchFamily="34" charset="-128"/>
          <a:cs typeface="ＭＳ Ｐゴシック" charset="0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  <a:ea typeface="MS PGothic" panose="020B0600070205080204" pitchFamily="34" charset="-128"/>
          <a:cs typeface="ＭＳ Ｐゴシック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  <a:ea typeface="MS PGothic" panose="020B0600070205080204" pitchFamily="34" charset="-128"/>
          <a:cs typeface="ＭＳ Ｐゴシック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  <a:ea typeface="MS PGothic" panose="020B0600070205080204" pitchFamily="34" charset="-128"/>
          <a:cs typeface="ＭＳ Ｐゴシック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  <a:ea typeface="MS PGothic" panose="020B0600070205080204" pitchFamily="34" charset="-128"/>
          <a:cs typeface="ＭＳ Ｐゴシック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2800">
          <a:solidFill>
            <a:schemeClr val="tx1"/>
          </a:solidFill>
          <a:latin typeface="+mn-lt"/>
          <a:ea typeface="MS PGothic" panose="020B0600070205080204" pitchFamily="34" charset="-128"/>
          <a:cs typeface="ＭＳ Ｐゴシック" charset="0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400">
          <a:solidFill>
            <a:schemeClr val="tx1"/>
          </a:solidFill>
          <a:latin typeface="+mn-lt"/>
          <a:ea typeface="MS PGothic" panose="020B0600070205080204" pitchFamily="34" charset="-128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000">
          <a:solidFill>
            <a:schemeClr val="tx1"/>
          </a:solidFill>
          <a:latin typeface="+mn-lt"/>
          <a:ea typeface="MS PGothic" panose="020B0600070205080204" pitchFamily="34" charset="-128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>
          <a:solidFill>
            <a:schemeClr val="tx1"/>
          </a:solidFill>
          <a:latin typeface="+mn-lt"/>
          <a:ea typeface="MS PGothic" panose="020B0600070205080204" pitchFamily="34" charset="-128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>
          <a:solidFill>
            <a:schemeClr val="tx1"/>
          </a:solidFill>
          <a:latin typeface="+mn-lt"/>
          <a:ea typeface="MS PGothic" panose="020B0600070205080204" pitchFamily="34" charset="-128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hyperlink" Target="mailto:maruf@iastate.edu" TargetMode="External"/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7.png"/><Relationship Id="rId5" Type="http://schemas.openxmlformats.org/officeDocument/2006/relationships/customXml" Target="../ink/ink1.xml"/><Relationship Id="rId4" Type="http://schemas.openxmlformats.org/officeDocument/2006/relationships/image" Target="../media/image6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0.png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customXml" Target="../ink/ink2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wmf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13.wmf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3.wmf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13.wmf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13.wmf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13.wmf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13.wmf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13.wmf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13.wmf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13.wmf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13.wmf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wmf"/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wmf"/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wmf"/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7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18.png"/><Relationship Id="rId4" Type="http://schemas.openxmlformats.org/officeDocument/2006/relationships/image" Target="../media/image17.png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emf"/><Relationship Id="rId1" Type="http://schemas.openxmlformats.org/officeDocument/2006/relationships/slideLayout" Target="../slideLayouts/slideLayout7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7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7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customXml" Target="../ink/ink3.xml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50.png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7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7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gif"/><Relationship Id="rId1" Type="http://schemas.openxmlformats.org/officeDocument/2006/relationships/slideLayout" Target="../slideLayouts/slideLayout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CA0691B0-CEC6-481E-939D-D8810FDC170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5182C1FB-A275-4CBE-B85C-63204551E734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64295ADE-74FF-47AD-9C8F-165D1AECFFA2}"/>
              </a:ext>
            </a:extLst>
          </p:cNvPr>
          <p:cNvSpPr/>
          <p:nvPr/>
        </p:nvSpPr>
        <p:spPr>
          <a:xfrm>
            <a:off x="0" y="2209800"/>
            <a:ext cx="9144000" cy="3454885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12700" cap="flat" cmpd="sng" algn="ctr">
            <a:solidFill>
              <a:srgbClr val="C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1ACCEACF-131C-41A4-94AE-DC03953FB264}"/>
              </a:ext>
            </a:extLst>
          </p:cNvPr>
          <p:cNvSpPr/>
          <p:nvPr/>
        </p:nvSpPr>
        <p:spPr>
          <a:xfrm>
            <a:off x="8756650" y="2218752"/>
            <a:ext cx="387350" cy="3445934"/>
          </a:xfrm>
          <a:prstGeom prst="rect">
            <a:avLst/>
          </a:prstGeom>
          <a:solidFill>
            <a:srgbClr val="C0000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4A2A6099-E7BC-4E0E-A993-A4A0E232DA82}"/>
              </a:ext>
            </a:extLst>
          </p:cNvPr>
          <p:cNvSpPr/>
          <p:nvPr/>
        </p:nvSpPr>
        <p:spPr>
          <a:xfrm>
            <a:off x="0" y="2218752"/>
            <a:ext cx="192024" cy="3445934"/>
          </a:xfrm>
          <a:prstGeom prst="rect">
            <a:avLst/>
          </a:prstGeom>
          <a:solidFill>
            <a:srgbClr val="C0000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AA7D032-226B-4118-91E6-7691DCD6E9C0}"/>
              </a:ext>
            </a:extLst>
          </p:cNvPr>
          <p:cNvSpPr/>
          <p:nvPr/>
        </p:nvSpPr>
        <p:spPr>
          <a:xfrm>
            <a:off x="188735" y="2218752"/>
            <a:ext cx="192024" cy="3445934"/>
          </a:xfrm>
          <a:prstGeom prst="rect">
            <a:avLst/>
          </a:prstGeom>
          <a:solidFill>
            <a:srgbClr val="FFC000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" name="Rectangle 2">
            <a:extLst>
              <a:ext uri="{FF2B5EF4-FFF2-40B4-BE49-F238E27FC236}">
                <a16:creationId xmlns:a16="http://schemas.microsoft.com/office/drawing/2014/main" id="{5103DEAD-D09C-405E-8E54-66750C17923C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663575"/>
            <a:ext cx="9144000" cy="1470025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+mj-lt"/>
                <a:ea typeface="MS PGothic" panose="020B0600070205080204" pitchFamily="34" charset="-128"/>
                <a:cs typeface="ＭＳ Ｐゴシック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  <a:ea typeface="MS PGothic" panose="020B0600070205080204" pitchFamily="34" charset="-128"/>
                <a:cs typeface="ＭＳ Ｐゴシック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  <a:ea typeface="MS PGothic" panose="020B0600070205080204" pitchFamily="34" charset="-128"/>
                <a:cs typeface="ＭＳ Ｐゴシック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  <a:ea typeface="MS PGothic" panose="020B0600070205080204" pitchFamily="34" charset="-128"/>
                <a:cs typeface="ＭＳ Ｐゴシック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  <a:ea typeface="MS PGothic" panose="020B0600070205080204" pitchFamily="34" charset="-128"/>
                <a:cs typeface="ＭＳ Ｐゴシック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/>
                <a:ea typeface="ＭＳ Ｐゴシック" charset="0"/>
                <a:cs typeface="+mj-cs"/>
              </a:rPr>
              <a:t>CPR E 281: Digital Logic</a:t>
            </a:r>
          </a:p>
        </p:txBody>
      </p:sp>
      <p:sp>
        <p:nvSpPr>
          <p:cNvPr id="12" name="Rectangle 3">
            <a:extLst>
              <a:ext uri="{FF2B5EF4-FFF2-40B4-BE49-F238E27FC236}">
                <a16:creationId xmlns:a16="http://schemas.microsoft.com/office/drawing/2014/main" id="{00D3868F-B461-4FA8-9F34-9EACAEC215AB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3048000"/>
            <a:ext cx="9144000" cy="2209800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8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ＭＳ Ｐゴシック" charset="0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400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  <a:t>Md Maruf Ahamed</a:t>
            </a:r>
            <a:b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</a:b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  <a:t>Office: 307 Durham Center</a:t>
            </a:r>
            <a:b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</a:b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  <a:t>Phone: (515) 294-6323</a:t>
            </a:r>
            <a:b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</a:b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  <a:t>Email: </a:t>
            </a: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maruf@iastate.edu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Times New Roman"/>
              <a:ea typeface="MS PGothic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04361169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49FC2C7-9EDE-4430-A34B-E779489E72B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z="3600" dirty="0">
                <a:ea typeface="+mj-ea"/>
                <a:cs typeface="+mj-cs"/>
              </a:rPr>
              <a:t>30-Serial Adder and Arbiter Circuit 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CF09B821-ABB0-4BC8-AF04-34B658E1766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97966BF-D65F-4E28-A407-653B2DF03F01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CA5AE38B-8B29-4CFD-8DC4-49E537DD3855}"/>
              </a:ext>
            </a:extLst>
          </p:cNvPr>
          <p:cNvSpPr txBox="1">
            <a:spLocks noChangeArrowheads="1"/>
          </p:cNvSpPr>
          <p:nvPr/>
        </p:nvSpPr>
        <p:spPr>
          <a:xfrm>
            <a:off x="76200" y="685800"/>
            <a:ext cx="8991600" cy="5589271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8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ＭＳ Ｐゴシック" charset="0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400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9pPr>
          </a:lstStyle>
          <a:p>
            <a:pPr lvl="1" eaLnBrk="1" hangingPunct="1">
              <a:defRPr/>
            </a:pPr>
            <a:r>
              <a:rPr lang="en-US" sz="3000" b="1" kern="0" dirty="0">
                <a:solidFill>
                  <a:schemeClr val="accent2"/>
                </a:solidFill>
              </a:rPr>
              <a:t>Synchronous Sequential Circuits</a:t>
            </a:r>
          </a:p>
          <a:p>
            <a:pPr lvl="2" eaLnBrk="1" hangingPunct="1">
              <a:defRPr/>
            </a:pPr>
            <a:r>
              <a:rPr lang="en-US" sz="2600" b="1" kern="0" dirty="0">
                <a:solidFill>
                  <a:srgbClr val="000000"/>
                </a:solidFill>
              </a:rPr>
              <a:t>Moore Machine</a:t>
            </a:r>
          </a:p>
          <a:p>
            <a:pPr lvl="2" eaLnBrk="1" hangingPunct="1">
              <a:defRPr/>
            </a:pPr>
            <a:r>
              <a:rPr lang="en-US" sz="2600" b="1" kern="0" dirty="0">
                <a:solidFill>
                  <a:srgbClr val="000000"/>
                </a:solidFill>
              </a:rPr>
              <a:t>Mealy Machine</a:t>
            </a:r>
          </a:p>
          <a:p>
            <a:pPr lvl="1" eaLnBrk="1" hangingPunct="1">
              <a:defRPr/>
            </a:pPr>
            <a:r>
              <a:rPr lang="en-US" sz="3000" b="1" kern="0" dirty="0">
                <a:solidFill>
                  <a:srgbClr val="000000"/>
                </a:solidFill>
              </a:rPr>
              <a:t>Designing a Serial Adder Circuit</a:t>
            </a:r>
          </a:p>
          <a:p>
            <a:pPr lvl="1" eaLnBrk="1" hangingPunct="1">
              <a:defRPr/>
            </a:pPr>
            <a:r>
              <a:rPr lang="en-US" sz="3000" b="1" kern="0" dirty="0">
                <a:solidFill>
                  <a:srgbClr val="000000"/>
                </a:solidFill>
              </a:rPr>
              <a:t>Designing an Arbiter Circuit </a:t>
            </a:r>
          </a:p>
          <a:p>
            <a:pPr lvl="1" eaLnBrk="1" hangingPunct="1">
              <a:defRPr/>
            </a:pPr>
            <a:endParaRPr lang="en-US" sz="3000" b="1" kern="0" dirty="0">
              <a:solidFill>
                <a:srgbClr val="000000"/>
              </a:solidFill>
            </a:endParaRPr>
          </a:p>
          <a:p>
            <a:pPr marL="457200" lvl="1" indent="0" eaLnBrk="1" hangingPunct="1">
              <a:buNone/>
              <a:defRPr/>
            </a:pPr>
            <a:br>
              <a:rPr lang="en-US" sz="3000" b="1" kern="0" dirty="0">
                <a:solidFill>
                  <a:srgbClr val="000000"/>
                </a:solidFill>
              </a:rPr>
            </a:br>
            <a:endParaRPr lang="en-US" sz="3000" b="1" kern="0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89657233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80F84150-23C2-2B4E-9AF3-3C96FE96EDE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28600" y="76200"/>
            <a:ext cx="8686800" cy="457200"/>
          </a:xfrm>
        </p:spPr>
        <p:txBody>
          <a:bodyPr/>
          <a:lstStyle/>
          <a:p>
            <a:pPr eaLnBrk="1" hangingPunct="1">
              <a:defRPr/>
            </a:pPr>
            <a:r>
              <a:rPr lang="en-US" sz="3600" dirty="0">
                <a:solidFill>
                  <a:srgbClr val="FF0000"/>
                </a:solidFill>
                <a:ea typeface="+mj-ea"/>
                <a:cs typeface="+mj-cs"/>
              </a:rPr>
              <a:t>Administrative Stuff</a:t>
            </a:r>
          </a:p>
        </p:txBody>
      </p:sp>
      <p:sp>
        <p:nvSpPr>
          <p:cNvPr id="207875" name="Rectangle 3">
            <a:extLst>
              <a:ext uri="{FF2B5EF4-FFF2-40B4-BE49-F238E27FC236}">
                <a16:creationId xmlns:a16="http://schemas.microsoft.com/office/drawing/2014/main" id="{D583FDE5-0A59-BD41-A182-AC71C16B081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76200" y="609600"/>
            <a:ext cx="8991600" cy="5791200"/>
          </a:xfrm>
        </p:spPr>
        <p:txBody>
          <a:bodyPr/>
          <a:lstStyle/>
          <a:p>
            <a:pPr marL="320040" lvl="1" indent="-320040" eaLnBrk="1" hangingPunct="1">
              <a:spcBef>
                <a:spcPts val="400"/>
              </a:spcBef>
              <a:spcAft>
                <a:spcPts val="600"/>
              </a:spcAft>
              <a:defRPr/>
            </a:pPr>
            <a:r>
              <a:rPr lang="en-US" sz="3000" dirty="0">
                <a:solidFill>
                  <a:schemeClr val="accent2"/>
                </a:solidFill>
              </a:rPr>
              <a:t>Homework: </a:t>
            </a:r>
            <a:r>
              <a:rPr lang="en-US" sz="3000" dirty="0"/>
              <a:t>HW#9 due on Sunday @ 11:59 PM</a:t>
            </a:r>
          </a:p>
          <a:p>
            <a:pPr marL="320040" lvl="1" indent="-320040" eaLnBrk="1" hangingPunct="1">
              <a:spcBef>
                <a:spcPts val="400"/>
              </a:spcBef>
              <a:spcAft>
                <a:spcPts val="600"/>
              </a:spcAft>
              <a:defRPr/>
            </a:pPr>
            <a:r>
              <a:rPr lang="en-US" sz="3000" dirty="0">
                <a:solidFill>
                  <a:schemeClr val="accent2"/>
                </a:solidFill>
              </a:rPr>
              <a:t>Quiz: </a:t>
            </a:r>
            <a:r>
              <a:rPr lang="en-US" sz="3000" dirty="0"/>
              <a:t>Quiz #10 due on Friday @ 4:25 PM</a:t>
            </a:r>
          </a:p>
          <a:p>
            <a:pPr marL="320040" lvl="1" indent="-320040" eaLnBrk="1" hangingPunct="1">
              <a:spcBef>
                <a:spcPts val="400"/>
              </a:spcBef>
              <a:spcAft>
                <a:spcPts val="600"/>
              </a:spcAft>
              <a:defRPr/>
            </a:pPr>
            <a:r>
              <a:rPr lang="en-US" sz="3000" dirty="0">
                <a:solidFill>
                  <a:schemeClr val="accent2"/>
                </a:solidFill>
              </a:rPr>
              <a:t>Recitation: </a:t>
            </a:r>
            <a:r>
              <a:rPr lang="en-US" sz="3000" dirty="0"/>
              <a:t>Recitation 10 this week</a:t>
            </a:r>
          </a:p>
          <a:p>
            <a:pPr marL="320040" lvl="1" indent="-320040" eaLnBrk="1" hangingPunct="1">
              <a:spcBef>
                <a:spcPts val="400"/>
              </a:spcBef>
              <a:spcAft>
                <a:spcPts val="600"/>
              </a:spcAft>
              <a:defRPr/>
            </a:pPr>
            <a:r>
              <a:rPr lang="en-US" sz="3000" dirty="0">
                <a:solidFill>
                  <a:schemeClr val="accent2"/>
                </a:solidFill>
              </a:rPr>
              <a:t>Lab: </a:t>
            </a:r>
            <a:r>
              <a:rPr lang="en-US" sz="3000" dirty="0"/>
              <a:t>Lab 10 this week</a:t>
            </a:r>
          </a:p>
          <a:p>
            <a:pPr marL="320040" lvl="1" indent="-320040" eaLnBrk="1" hangingPunct="1">
              <a:spcBef>
                <a:spcPts val="400"/>
              </a:spcBef>
              <a:spcAft>
                <a:spcPts val="600"/>
              </a:spcAft>
              <a:defRPr/>
            </a:pPr>
            <a:r>
              <a:rPr lang="en-US" sz="3000" dirty="0">
                <a:solidFill>
                  <a:srgbClr val="0000FF"/>
                </a:solidFill>
              </a:rPr>
              <a:t>Lecture-31 Readings: </a:t>
            </a:r>
            <a:r>
              <a:rPr lang="en-US" sz="3000" dirty="0"/>
              <a:t>6.6</a:t>
            </a:r>
          </a:p>
        </p:txBody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27480B98-CB43-4109-9B52-91BC90F2543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97619F1-5350-4307-9409-443BD1067667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6528156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1" name="Rectangle 3">
            <a:extLst>
              <a:ext uri="{FF2B5EF4-FFF2-40B4-BE49-F238E27FC236}">
                <a16:creationId xmlns:a16="http://schemas.microsoft.com/office/drawing/2014/main" id="{8D84EEC1-BFE5-4883-BCE6-33AC837527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381000"/>
            <a:ext cx="9067800" cy="52181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6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Serial Adder &amp; Arbiter Circuit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Readings 6.5, 6.8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6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6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2">
            <a:extLst>
              <a:ext uri="{FF2B5EF4-FFF2-40B4-BE49-F238E27FC236}">
                <a16:creationId xmlns:a16="http://schemas.microsoft.com/office/drawing/2014/main" id="{E1604855-9DA2-4044-93C7-E97485F0D09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3048000"/>
            <a:ext cx="9144000" cy="6858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Quick Review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1" name="Picture 1" descr="Screen shot 2013-10-02 at 3.19.54 PM.png">
            <a:extLst>
              <a:ext uri="{FF2B5EF4-FFF2-40B4-BE49-F238E27FC236}">
                <a16:creationId xmlns:a16="http://schemas.microsoft.com/office/drawing/2014/main" id="{79D75127-EF1F-488F-883F-752A676350C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" y="1219200"/>
            <a:ext cx="4485750" cy="3438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2" name="TextBox 125">
            <a:extLst>
              <a:ext uri="{FF2B5EF4-FFF2-40B4-BE49-F238E27FC236}">
                <a16:creationId xmlns:a16="http://schemas.microsoft.com/office/drawing/2014/main" id="{FBBCAEF7-FDA2-4BA6-8545-E2203A327C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56388" y="6477000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3.1b from the textbook ]</a:t>
            </a:r>
          </a:p>
        </p:txBody>
      </p:sp>
      <p:sp>
        <p:nvSpPr>
          <p:cNvPr id="10243" name="Title 1">
            <a:extLst>
              <a:ext uri="{FF2B5EF4-FFF2-40B4-BE49-F238E27FC236}">
                <a16:creationId xmlns:a16="http://schemas.microsoft.com/office/drawing/2014/main" id="{15D5510B-398A-46EB-A00A-15F51FD2712E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50292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Adding two bits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(the truth table)</a:t>
            </a: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174A083-4A63-4B12-B704-453EF8FB894D}"/>
              </a:ext>
            </a:extLst>
          </p:cNvPr>
          <p:cNvSpPr txBox="1">
            <a:spLocks/>
          </p:cNvSpPr>
          <p:nvPr/>
        </p:nvSpPr>
        <p:spPr bwMode="auto">
          <a:xfrm>
            <a:off x="5105400" y="76200"/>
            <a:ext cx="38862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Adding two bits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(the logic circuit)</a:t>
            </a:r>
          </a:p>
        </p:txBody>
      </p:sp>
      <p:pic>
        <p:nvPicPr>
          <p:cNvPr id="6" name="Picture 4" descr="Screen shot 2013-10-02 at 3.28.38 PM.png">
            <a:extLst>
              <a:ext uri="{FF2B5EF4-FFF2-40B4-BE49-F238E27FC236}">
                <a16:creationId xmlns:a16="http://schemas.microsoft.com/office/drawing/2014/main" id="{64AC7494-C5C0-44F9-A261-3C1BE0A391F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16166" y="1524000"/>
            <a:ext cx="4051634" cy="2636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25492DD6-589B-4700-AA41-63825EDFF66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88379" y="4419600"/>
            <a:ext cx="3503221" cy="1143000"/>
          </a:xfrm>
          <a:prstGeom prst="rect">
            <a:avLst/>
          </a:prstGeom>
        </p:spPr>
      </p:pic>
      <p:sp>
        <p:nvSpPr>
          <p:cNvPr id="3" name="Rectangle 2">
            <a:extLst>
              <a:ext uri="{FF2B5EF4-FFF2-40B4-BE49-F238E27FC236}">
                <a16:creationId xmlns:a16="http://schemas.microsoft.com/office/drawing/2014/main" id="{528F9821-245A-4425-9B3A-9759A9C4A135}"/>
              </a:ext>
            </a:extLst>
          </p:cNvPr>
          <p:cNvSpPr/>
          <p:nvPr/>
        </p:nvSpPr>
        <p:spPr>
          <a:xfrm>
            <a:off x="6161007" y="5533571"/>
            <a:ext cx="2157963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dirty="0"/>
              <a:t>The Half-Adder</a:t>
            </a: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5" name="Title 1">
            <a:extLst>
              <a:ext uri="{FF2B5EF4-FFF2-40B4-BE49-F238E27FC236}">
                <a16:creationId xmlns:a16="http://schemas.microsoft.com/office/drawing/2014/main" id="{4C3C2F8A-CE7D-4BDD-AF0D-4C53534DADEC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lvl="0" algn="ctr">
              <a:spcBef>
                <a:spcPct val="0"/>
              </a:spcBef>
              <a:buNone/>
              <a:defRPr/>
            </a:pPr>
            <a:r>
              <a:rPr lang="en-US" altLang="en-US" sz="3600" dirty="0">
                <a:solidFill>
                  <a:srgbClr val="000000"/>
                </a:solidFill>
              </a:rPr>
              <a:t>Full-adder : Let’s </a:t>
            </a:r>
            <a:r>
              <a:rPr kumimoji="0" lang="en-US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fill-in the two K-maps</a:t>
            </a:r>
          </a:p>
        </p:txBody>
      </p:sp>
      <p:sp>
        <p:nvSpPr>
          <p:cNvPr id="16386" name="TextBox 125">
            <a:extLst>
              <a:ext uri="{FF2B5EF4-FFF2-40B4-BE49-F238E27FC236}">
                <a16:creationId xmlns:a16="http://schemas.microsoft.com/office/drawing/2014/main" id="{B664522C-1C4F-4E90-94DD-ED1E477386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7000" y="6477000"/>
            <a:ext cx="26924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3.3a-b from the textbook ]</a:t>
            </a:r>
          </a:p>
        </p:txBody>
      </p:sp>
      <p:pic>
        <p:nvPicPr>
          <p:cNvPr id="16387" name="Picture 6" descr="Screen shot 2013-10-02 at 3.26.39 PM.png">
            <a:extLst>
              <a:ext uri="{FF2B5EF4-FFF2-40B4-BE49-F238E27FC236}">
                <a16:creationId xmlns:a16="http://schemas.microsoft.com/office/drawing/2014/main" id="{34CFC8EF-2830-4180-8BCA-A996BFE1DCC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84813" y="1143000"/>
            <a:ext cx="3201987" cy="5105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6388" name="Group 5">
            <a:extLst>
              <a:ext uri="{FF2B5EF4-FFF2-40B4-BE49-F238E27FC236}">
                <a16:creationId xmlns:a16="http://schemas.microsoft.com/office/drawing/2014/main" id="{1ACC06F8-5573-43BC-BBC3-D78A1ACA65C0}"/>
              </a:ext>
            </a:extLst>
          </p:cNvPr>
          <p:cNvGrpSpPr>
            <a:grpSpLocks/>
          </p:cNvGrpSpPr>
          <p:nvPr/>
        </p:nvGrpSpPr>
        <p:grpSpPr bwMode="auto">
          <a:xfrm>
            <a:off x="350838" y="1600200"/>
            <a:ext cx="4144962" cy="4191000"/>
            <a:chOff x="350520" y="1600200"/>
            <a:chExt cx="4145280" cy="4191000"/>
          </a:xfrm>
        </p:grpSpPr>
        <p:pic>
          <p:nvPicPr>
            <p:cNvPr id="16389" name="Picture 1" descr="Screen shot 2013-10-02 at 3.26.06 PM.png">
              <a:extLst>
                <a:ext uri="{FF2B5EF4-FFF2-40B4-BE49-F238E27FC236}">
                  <a16:creationId xmlns:a16="http://schemas.microsoft.com/office/drawing/2014/main" id="{B5FF78E8-F53D-499F-BCF2-CE467D72EA9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0520" y="1600200"/>
              <a:ext cx="4145280" cy="4191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390" name="Picture 2" descr="Screen shot 2013-10-02 at 3.42.40 PM.png">
              <a:extLst>
                <a:ext uri="{FF2B5EF4-FFF2-40B4-BE49-F238E27FC236}">
                  <a16:creationId xmlns:a16="http://schemas.microsoft.com/office/drawing/2014/main" id="{AC6C65C9-F3DD-4155-978C-FB85943249B1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90800" y="1607038"/>
              <a:ext cx="677008" cy="5836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mc:AlternateContent xmlns:mc="http://schemas.openxmlformats.org/markup-compatibility/2006" xmlns:p14="http://schemas.microsoft.com/office/powerpoint/2010/main">
        <mc:Choice Requires="p14">
          <p:contentPart p14:bwMode="auto" r:id="rId5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CD3B9606-C90F-40A3-8EA2-4C99EB35E3D7}"/>
                  </a:ext>
                </a:extLst>
              </p14:cNvPr>
              <p14:cNvContentPartPr/>
              <p14:nvPr/>
            </p14:nvContentPartPr>
            <p14:xfrm>
              <a:off x="6502320" y="1974600"/>
              <a:ext cx="1991520" cy="36712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CD3B9606-C90F-40A3-8EA2-4C99EB35E3D7}"/>
                  </a:ext>
                </a:extLst>
              </p:cNvPr>
              <p:cNvPicPr/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6492960" y="1965240"/>
                <a:ext cx="2010240" cy="369000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69" name="Rectangle 23">
            <a:extLst>
              <a:ext uri="{FF2B5EF4-FFF2-40B4-BE49-F238E27FC236}">
                <a16:creationId xmlns:a16="http://schemas.microsoft.com/office/drawing/2014/main" id="{56F99CDE-7152-43F7-85DC-28F39D2410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22513" y="1217613"/>
            <a:ext cx="906462" cy="590550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3570" name="Freeform 24">
            <a:extLst>
              <a:ext uri="{FF2B5EF4-FFF2-40B4-BE49-F238E27FC236}">
                <a16:creationId xmlns:a16="http://schemas.microsoft.com/office/drawing/2014/main" id="{2667238C-33FE-4A4A-BFBC-8FD393C080CE}"/>
              </a:ext>
            </a:extLst>
          </p:cNvPr>
          <p:cNvSpPr>
            <a:spLocks/>
          </p:cNvSpPr>
          <p:nvPr/>
        </p:nvSpPr>
        <p:spPr bwMode="auto">
          <a:xfrm>
            <a:off x="2174875" y="1344613"/>
            <a:ext cx="125413" cy="42862"/>
          </a:xfrm>
          <a:custGeom>
            <a:avLst/>
            <a:gdLst>
              <a:gd name="T0" fmla="*/ 0 w 160"/>
              <a:gd name="T1" fmla="*/ 2147483646 h 54"/>
              <a:gd name="T2" fmla="*/ 2147483646 w 160"/>
              <a:gd name="T3" fmla="*/ 2147483646 h 54"/>
              <a:gd name="T4" fmla="*/ 0 w 160"/>
              <a:gd name="T5" fmla="*/ 0 h 54"/>
              <a:gd name="T6" fmla="*/ 0 w 160"/>
              <a:gd name="T7" fmla="*/ 2147483646 h 54"/>
              <a:gd name="T8" fmla="*/ 0 w 160"/>
              <a:gd name="T9" fmla="*/ 2147483646 h 5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60"/>
              <a:gd name="T16" fmla="*/ 0 h 54"/>
              <a:gd name="T17" fmla="*/ 160 w 160"/>
              <a:gd name="T18" fmla="*/ 54 h 5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60" h="54">
                <a:moveTo>
                  <a:pt x="0" y="54"/>
                </a:moveTo>
                <a:lnTo>
                  <a:pt x="160" y="27"/>
                </a:lnTo>
                <a:lnTo>
                  <a:pt x="0" y="0"/>
                </a:lnTo>
                <a:lnTo>
                  <a:pt x="0" y="27"/>
                </a:lnTo>
                <a:lnTo>
                  <a:pt x="0" y="5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3571" name="Line 25">
            <a:extLst>
              <a:ext uri="{FF2B5EF4-FFF2-40B4-BE49-F238E27FC236}">
                <a16:creationId xmlns:a16="http://schemas.microsoft.com/office/drawing/2014/main" id="{A2EC780E-A84A-4C9E-879E-719E04CA9B6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731963" y="1365250"/>
            <a:ext cx="4206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3572" name="Freeform 26">
            <a:extLst>
              <a:ext uri="{FF2B5EF4-FFF2-40B4-BE49-F238E27FC236}">
                <a16:creationId xmlns:a16="http://schemas.microsoft.com/office/drawing/2014/main" id="{D47C5FD4-38D1-49E2-BC29-5805DDFDD703}"/>
              </a:ext>
            </a:extLst>
          </p:cNvPr>
          <p:cNvSpPr>
            <a:spLocks/>
          </p:cNvSpPr>
          <p:nvPr/>
        </p:nvSpPr>
        <p:spPr bwMode="auto">
          <a:xfrm>
            <a:off x="2174875" y="1639888"/>
            <a:ext cx="125413" cy="42862"/>
          </a:xfrm>
          <a:custGeom>
            <a:avLst/>
            <a:gdLst>
              <a:gd name="T0" fmla="*/ 0 w 160"/>
              <a:gd name="T1" fmla="*/ 2147483646 h 54"/>
              <a:gd name="T2" fmla="*/ 2147483646 w 160"/>
              <a:gd name="T3" fmla="*/ 2147483646 h 54"/>
              <a:gd name="T4" fmla="*/ 0 w 160"/>
              <a:gd name="T5" fmla="*/ 0 h 54"/>
              <a:gd name="T6" fmla="*/ 0 w 160"/>
              <a:gd name="T7" fmla="*/ 2147483646 h 54"/>
              <a:gd name="T8" fmla="*/ 0 w 160"/>
              <a:gd name="T9" fmla="*/ 2147483646 h 5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60"/>
              <a:gd name="T16" fmla="*/ 0 h 54"/>
              <a:gd name="T17" fmla="*/ 160 w 160"/>
              <a:gd name="T18" fmla="*/ 54 h 5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60" h="54">
                <a:moveTo>
                  <a:pt x="0" y="54"/>
                </a:moveTo>
                <a:lnTo>
                  <a:pt x="160" y="27"/>
                </a:lnTo>
                <a:lnTo>
                  <a:pt x="0" y="0"/>
                </a:lnTo>
                <a:lnTo>
                  <a:pt x="0" y="27"/>
                </a:lnTo>
                <a:lnTo>
                  <a:pt x="0" y="5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3573" name="Line 27">
            <a:extLst>
              <a:ext uri="{FF2B5EF4-FFF2-40B4-BE49-F238E27FC236}">
                <a16:creationId xmlns:a16="http://schemas.microsoft.com/office/drawing/2014/main" id="{B2870896-05CF-488E-A428-9C7DF0581C7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731963" y="1660525"/>
            <a:ext cx="4206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3574" name="Freeform 28">
            <a:extLst>
              <a:ext uri="{FF2B5EF4-FFF2-40B4-BE49-F238E27FC236}">
                <a16:creationId xmlns:a16="http://schemas.microsoft.com/office/drawing/2014/main" id="{FD90A925-2A5C-4115-82BF-8E40489E46F3}"/>
              </a:ext>
            </a:extLst>
          </p:cNvPr>
          <p:cNvSpPr>
            <a:spLocks/>
          </p:cNvSpPr>
          <p:nvPr/>
        </p:nvSpPr>
        <p:spPr bwMode="auto">
          <a:xfrm>
            <a:off x="3967163" y="1344613"/>
            <a:ext cx="127000" cy="42862"/>
          </a:xfrm>
          <a:custGeom>
            <a:avLst/>
            <a:gdLst>
              <a:gd name="T0" fmla="*/ 0 w 159"/>
              <a:gd name="T1" fmla="*/ 2147483646 h 54"/>
              <a:gd name="T2" fmla="*/ 2147483646 w 159"/>
              <a:gd name="T3" fmla="*/ 2147483646 h 54"/>
              <a:gd name="T4" fmla="*/ 0 w 159"/>
              <a:gd name="T5" fmla="*/ 0 h 54"/>
              <a:gd name="T6" fmla="*/ 0 w 159"/>
              <a:gd name="T7" fmla="*/ 2147483646 h 54"/>
              <a:gd name="T8" fmla="*/ 0 w 159"/>
              <a:gd name="T9" fmla="*/ 2147483646 h 5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54"/>
              <a:gd name="T17" fmla="*/ 159 w 159"/>
              <a:gd name="T18" fmla="*/ 54 h 5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54">
                <a:moveTo>
                  <a:pt x="0" y="54"/>
                </a:moveTo>
                <a:lnTo>
                  <a:pt x="159" y="27"/>
                </a:lnTo>
                <a:lnTo>
                  <a:pt x="0" y="0"/>
                </a:lnTo>
                <a:lnTo>
                  <a:pt x="0" y="27"/>
                </a:lnTo>
                <a:lnTo>
                  <a:pt x="0" y="54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3575" name="Line 29">
            <a:extLst>
              <a:ext uri="{FF2B5EF4-FFF2-40B4-BE49-F238E27FC236}">
                <a16:creationId xmlns:a16="http://schemas.microsoft.com/office/drawing/2014/main" id="{0844F614-9CF6-4EED-9EB3-A008B510DC5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228975" y="1365250"/>
            <a:ext cx="7175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3576" name="Line 30">
            <a:extLst>
              <a:ext uri="{FF2B5EF4-FFF2-40B4-BE49-F238E27FC236}">
                <a16:creationId xmlns:a16="http://schemas.microsoft.com/office/drawing/2014/main" id="{C19F1A2E-2BF3-46DA-BE9F-83169F6910B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228975" y="1660525"/>
            <a:ext cx="2382838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3577" name="Rectangle 31">
            <a:extLst>
              <a:ext uri="{FF2B5EF4-FFF2-40B4-BE49-F238E27FC236}">
                <a16:creationId xmlns:a16="http://schemas.microsoft.com/office/drawing/2014/main" id="{BE8BCD6E-9B20-4D07-ACAC-4845AFD614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4800" y="922338"/>
            <a:ext cx="906463" cy="590550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3578" name="Freeform 32">
            <a:extLst>
              <a:ext uri="{FF2B5EF4-FFF2-40B4-BE49-F238E27FC236}">
                <a16:creationId xmlns:a16="http://schemas.microsoft.com/office/drawing/2014/main" id="{06D9FAE3-9C11-49BD-8DFA-8DE7224D6FF4}"/>
              </a:ext>
            </a:extLst>
          </p:cNvPr>
          <p:cNvSpPr>
            <a:spLocks/>
          </p:cNvSpPr>
          <p:nvPr/>
        </p:nvSpPr>
        <p:spPr bwMode="auto">
          <a:xfrm>
            <a:off x="3967163" y="1049338"/>
            <a:ext cx="127000" cy="42862"/>
          </a:xfrm>
          <a:custGeom>
            <a:avLst/>
            <a:gdLst>
              <a:gd name="T0" fmla="*/ 0 w 159"/>
              <a:gd name="T1" fmla="*/ 2147483646 h 54"/>
              <a:gd name="T2" fmla="*/ 2147483646 w 159"/>
              <a:gd name="T3" fmla="*/ 2147483646 h 54"/>
              <a:gd name="T4" fmla="*/ 0 w 159"/>
              <a:gd name="T5" fmla="*/ 0 h 54"/>
              <a:gd name="T6" fmla="*/ 0 w 159"/>
              <a:gd name="T7" fmla="*/ 2147483646 h 54"/>
              <a:gd name="T8" fmla="*/ 0 w 159"/>
              <a:gd name="T9" fmla="*/ 2147483646 h 5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54"/>
              <a:gd name="T17" fmla="*/ 159 w 159"/>
              <a:gd name="T18" fmla="*/ 54 h 5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54">
                <a:moveTo>
                  <a:pt x="0" y="54"/>
                </a:moveTo>
                <a:lnTo>
                  <a:pt x="159" y="27"/>
                </a:lnTo>
                <a:lnTo>
                  <a:pt x="0" y="0"/>
                </a:lnTo>
                <a:lnTo>
                  <a:pt x="0" y="27"/>
                </a:lnTo>
                <a:lnTo>
                  <a:pt x="0" y="54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3579" name="Line 33">
            <a:extLst>
              <a:ext uri="{FF2B5EF4-FFF2-40B4-BE49-F238E27FC236}">
                <a16:creationId xmlns:a16="http://schemas.microsoft.com/office/drawing/2014/main" id="{D2D1484A-9D13-455A-A146-1E0525011D4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731963" y="1069975"/>
            <a:ext cx="2214562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3580" name="Line 34">
            <a:extLst>
              <a:ext uri="{FF2B5EF4-FFF2-40B4-BE49-F238E27FC236}">
                <a16:creationId xmlns:a16="http://schemas.microsoft.com/office/drawing/2014/main" id="{DBF1A62C-19FA-49AD-9905-A8D3F37B400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021263" y="1069975"/>
            <a:ext cx="20891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3581" name="Line 35">
            <a:extLst>
              <a:ext uri="{FF2B5EF4-FFF2-40B4-BE49-F238E27FC236}">
                <a16:creationId xmlns:a16="http://schemas.microsoft.com/office/drawing/2014/main" id="{7E7B6810-6217-4CC4-B744-7964D2B9EE1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021263" y="1365250"/>
            <a:ext cx="5905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3582" name="Rectangle 36">
            <a:extLst>
              <a:ext uri="{FF2B5EF4-FFF2-40B4-BE49-F238E27FC236}">
                <a16:creationId xmlns:a16="http://schemas.microsoft.com/office/drawing/2014/main" id="{6296B7B0-8D3B-4D20-B7A5-2248C1B351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38425" y="1420813"/>
            <a:ext cx="37465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HA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3583" name="Line 37">
            <a:extLst>
              <a:ext uri="{FF2B5EF4-FFF2-40B4-BE49-F238E27FC236}">
                <a16:creationId xmlns:a16="http://schemas.microsoft.com/office/drawing/2014/main" id="{D951FAAF-693B-4AA4-89A2-774FEB3233A6}"/>
              </a:ext>
            </a:extLst>
          </p:cNvPr>
          <p:cNvSpPr>
            <a:spLocks noChangeShapeType="1"/>
          </p:cNvSpPr>
          <p:nvPr/>
        </p:nvSpPr>
        <p:spPr bwMode="auto">
          <a:xfrm>
            <a:off x="5611813" y="1365250"/>
            <a:ext cx="31750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3584" name="Line 38">
            <a:extLst>
              <a:ext uri="{FF2B5EF4-FFF2-40B4-BE49-F238E27FC236}">
                <a16:creationId xmlns:a16="http://schemas.microsoft.com/office/drawing/2014/main" id="{330B3C3D-402D-4818-A1A0-63B7104F94DF}"/>
              </a:ext>
            </a:extLst>
          </p:cNvPr>
          <p:cNvSpPr>
            <a:spLocks noChangeShapeType="1"/>
          </p:cNvSpPr>
          <p:nvPr/>
        </p:nvSpPr>
        <p:spPr bwMode="auto">
          <a:xfrm>
            <a:off x="5611813" y="1660525"/>
            <a:ext cx="31750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3585" name="Freeform 40">
            <a:extLst>
              <a:ext uri="{FF2B5EF4-FFF2-40B4-BE49-F238E27FC236}">
                <a16:creationId xmlns:a16="http://schemas.microsoft.com/office/drawing/2014/main" id="{D354F6A9-188F-4269-A3B6-217A6345F793}"/>
              </a:ext>
            </a:extLst>
          </p:cNvPr>
          <p:cNvSpPr>
            <a:spLocks/>
          </p:cNvSpPr>
          <p:nvPr/>
        </p:nvSpPr>
        <p:spPr bwMode="auto">
          <a:xfrm>
            <a:off x="5891213" y="1263650"/>
            <a:ext cx="631825" cy="250825"/>
          </a:xfrm>
          <a:custGeom>
            <a:avLst/>
            <a:gdLst>
              <a:gd name="T0" fmla="*/ 2147483646 w 794"/>
              <a:gd name="T1" fmla="*/ 0 h 316"/>
              <a:gd name="T2" fmla="*/ 2147483646 w 794"/>
              <a:gd name="T3" fmla="*/ 2147483646 h 316"/>
              <a:gd name="T4" fmla="*/ 2147483646 w 794"/>
              <a:gd name="T5" fmla="*/ 2147483646 h 316"/>
              <a:gd name="T6" fmla="*/ 2147483646 w 794"/>
              <a:gd name="T7" fmla="*/ 2147483646 h 316"/>
              <a:gd name="T8" fmla="*/ 2147483646 w 794"/>
              <a:gd name="T9" fmla="*/ 2147483646 h 316"/>
              <a:gd name="T10" fmla="*/ 2147483646 w 794"/>
              <a:gd name="T11" fmla="*/ 2147483646 h 316"/>
              <a:gd name="T12" fmla="*/ 2147483646 w 794"/>
              <a:gd name="T13" fmla="*/ 2147483646 h 316"/>
              <a:gd name="T14" fmla="*/ 2147483646 w 794"/>
              <a:gd name="T15" fmla="*/ 2147483646 h 316"/>
              <a:gd name="T16" fmla="*/ 2147483646 w 794"/>
              <a:gd name="T17" fmla="*/ 2147483646 h 316"/>
              <a:gd name="T18" fmla="*/ 2147483646 w 794"/>
              <a:gd name="T19" fmla="*/ 2147483646 h 316"/>
              <a:gd name="T20" fmla="*/ 2147483646 w 794"/>
              <a:gd name="T21" fmla="*/ 2147483646 h 316"/>
              <a:gd name="T22" fmla="*/ 2147483646 w 794"/>
              <a:gd name="T23" fmla="*/ 2147483646 h 316"/>
              <a:gd name="T24" fmla="*/ 2147483646 w 794"/>
              <a:gd name="T25" fmla="*/ 2147483646 h 316"/>
              <a:gd name="T26" fmla="*/ 2147483646 w 794"/>
              <a:gd name="T27" fmla="*/ 2147483646 h 316"/>
              <a:gd name="T28" fmla="*/ 2147483646 w 794"/>
              <a:gd name="T29" fmla="*/ 2147483646 h 316"/>
              <a:gd name="T30" fmla="*/ 2147483646 w 794"/>
              <a:gd name="T31" fmla="*/ 2147483646 h 316"/>
              <a:gd name="T32" fmla="*/ 2147483646 w 794"/>
              <a:gd name="T33" fmla="*/ 2147483646 h 316"/>
              <a:gd name="T34" fmla="*/ 2147483646 w 794"/>
              <a:gd name="T35" fmla="*/ 2147483646 h 316"/>
              <a:gd name="T36" fmla="*/ 2147483646 w 794"/>
              <a:gd name="T37" fmla="*/ 2147483646 h 316"/>
              <a:gd name="T38" fmla="*/ 2147483646 w 794"/>
              <a:gd name="T39" fmla="*/ 2147483646 h 316"/>
              <a:gd name="T40" fmla="*/ 2147483646 w 794"/>
              <a:gd name="T41" fmla="*/ 2147483646 h 316"/>
              <a:gd name="T42" fmla="*/ 2147483646 w 794"/>
              <a:gd name="T43" fmla="*/ 2147483646 h 316"/>
              <a:gd name="T44" fmla="*/ 2147483646 w 794"/>
              <a:gd name="T45" fmla="*/ 2147483646 h 316"/>
              <a:gd name="T46" fmla="*/ 2147483646 w 794"/>
              <a:gd name="T47" fmla="*/ 2147483646 h 316"/>
              <a:gd name="T48" fmla="*/ 2147483646 w 794"/>
              <a:gd name="T49" fmla="*/ 2147483646 h 316"/>
              <a:gd name="T50" fmla="*/ 2147483646 w 794"/>
              <a:gd name="T51" fmla="*/ 2147483646 h 316"/>
              <a:gd name="T52" fmla="*/ 2147483646 w 794"/>
              <a:gd name="T53" fmla="*/ 2147483646 h 316"/>
              <a:gd name="T54" fmla="*/ 2147483646 w 794"/>
              <a:gd name="T55" fmla="*/ 2147483646 h 316"/>
              <a:gd name="T56" fmla="*/ 2147483646 w 794"/>
              <a:gd name="T57" fmla="*/ 2147483646 h 316"/>
              <a:gd name="T58" fmla="*/ 2147483646 w 794"/>
              <a:gd name="T59" fmla="*/ 2147483646 h 316"/>
              <a:gd name="T60" fmla="*/ 2147483646 w 794"/>
              <a:gd name="T61" fmla="*/ 2147483646 h 316"/>
              <a:gd name="T62" fmla="*/ 2147483646 w 794"/>
              <a:gd name="T63" fmla="*/ 2147483646 h 316"/>
              <a:gd name="T64" fmla="*/ 2147483646 w 794"/>
              <a:gd name="T65" fmla="*/ 2147483646 h 316"/>
              <a:gd name="T66" fmla="*/ 2147483646 w 794"/>
              <a:gd name="T67" fmla="*/ 2147483646 h 316"/>
              <a:gd name="T68" fmla="*/ 2147483646 w 794"/>
              <a:gd name="T69" fmla="*/ 2147483646 h 316"/>
              <a:gd name="T70" fmla="*/ 2147483646 w 794"/>
              <a:gd name="T71" fmla="*/ 2147483646 h 316"/>
              <a:gd name="T72" fmla="*/ 2147483646 w 794"/>
              <a:gd name="T73" fmla="*/ 2147483646 h 316"/>
              <a:gd name="T74" fmla="*/ 2147483646 w 794"/>
              <a:gd name="T75" fmla="*/ 2147483646 h 316"/>
              <a:gd name="T76" fmla="*/ 2147483646 w 794"/>
              <a:gd name="T77" fmla="*/ 2147483646 h 316"/>
              <a:gd name="T78" fmla="*/ 2147483646 w 794"/>
              <a:gd name="T79" fmla="*/ 2147483646 h 316"/>
              <a:gd name="T80" fmla="*/ 2147483646 w 794"/>
              <a:gd name="T81" fmla="*/ 2147483646 h 316"/>
              <a:gd name="T82" fmla="*/ 2147483646 w 794"/>
              <a:gd name="T83" fmla="*/ 2147483646 h 316"/>
              <a:gd name="T84" fmla="*/ 2147483646 w 794"/>
              <a:gd name="T85" fmla="*/ 2147483646 h 316"/>
              <a:gd name="T86" fmla="*/ 2147483646 w 794"/>
              <a:gd name="T87" fmla="*/ 2147483646 h 316"/>
              <a:gd name="T88" fmla="*/ 2147483646 w 794"/>
              <a:gd name="T89" fmla="*/ 2147483646 h 316"/>
              <a:gd name="T90" fmla="*/ 2147483646 w 794"/>
              <a:gd name="T91" fmla="*/ 2147483646 h 316"/>
              <a:gd name="T92" fmla="*/ 2147483646 w 794"/>
              <a:gd name="T93" fmla="*/ 2147483646 h 316"/>
              <a:gd name="T94" fmla="*/ 2147483646 w 794"/>
              <a:gd name="T95" fmla="*/ 2147483646 h 316"/>
              <a:gd name="T96" fmla="*/ 2147483646 w 794"/>
              <a:gd name="T97" fmla="*/ 2147483646 h 316"/>
              <a:gd name="T98" fmla="*/ 2147483646 w 794"/>
              <a:gd name="T99" fmla="*/ 2147483646 h 316"/>
              <a:gd name="T100" fmla="*/ 2147483646 w 794"/>
              <a:gd name="T101" fmla="*/ 2147483646 h 316"/>
              <a:gd name="T102" fmla="*/ 2147483646 w 794"/>
              <a:gd name="T103" fmla="*/ 2147483646 h 316"/>
              <a:gd name="T104" fmla="*/ 2147483646 w 794"/>
              <a:gd name="T105" fmla="*/ 2147483646 h 316"/>
              <a:gd name="T106" fmla="*/ 2147483646 w 794"/>
              <a:gd name="T107" fmla="*/ 2147483646 h 316"/>
              <a:gd name="T108" fmla="*/ 2147483646 w 794"/>
              <a:gd name="T109" fmla="*/ 2147483646 h 316"/>
              <a:gd name="T110" fmla="*/ 2147483646 w 794"/>
              <a:gd name="T111" fmla="*/ 2147483646 h 316"/>
              <a:gd name="T112" fmla="*/ 2147483646 w 794"/>
              <a:gd name="T113" fmla="*/ 2147483646 h 316"/>
              <a:gd name="T114" fmla="*/ 2147483646 w 794"/>
              <a:gd name="T115" fmla="*/ 2147483646 h 316"/>
              <a:gd name="T116" fmla="*/ 2147483646 w 794"/>
              <a:gd name="T117" fmla="*/ 2147483646 h 316"/>
              <a:gd name="T118" fmla="*/ 2147483646 w 794"/>
              <a:gd name="T119" fmla="*/ 2147483646 h 316"/>
              <a:gd name="T120" fmla="*/ 2147483646 w 794"/>
              <a:gd name="T121" fmla="*/ 2147483646 h 31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6"/>
              <a:gd name="T185" fmla="*/ 794 w 794"/>
              <a:gd name="T186" fmla="*/ 316 h 31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6">
                <a:moveTo>
                  <a:pt x="0" y="0"/>
                </a:moveTo>
                <a:lnTo>
                  <a:pt x="30" y="0"/>
                </a:lnTo>
                <a:lnTo>
                  <a:pt x="59" y="0"/>
                </a:lnTo>
                <a:lnTo>
                  <a:pt x="86" y="0"/>
                </a:lnTo>
                <a:lnTo>
                  <a:pt x="110" y="0"/>
                </a:lnTo>
                <a:lnTo>
                  <a:pt x="134" y="0"/>
                </a:lnTo>
                <a:lnTo>
                  <a:pt x="155" y="0"/>
                </a:lnTo>
                <a:lnTo>
                  <a:pt x="175" y="0"/>
                </a:lnTo>
                <a:lnTo>
                  <a:pt x="194" y="0"/>
                </a:lnTo>
                <a:lnTo>
                  <a:pt x="211" y="0"/>
                </a:lnTo>
                <a:lnTo>
                  <a:pt x="227" y="0"/>
                </a:lnTo>
                <a:lnTo>
                  <a:pt x="240" y="0"/>
                </a:lnTo>
                <a:lnTo>
                  <a:pt x="253" y="1"/>
                </a:lnTo>
                <a:lnTo>
                  <a:pt x="265" y="1"/>
                </a:lnTo>
                <a:lnTo>
                  <a:pt x="276" y="1"/>
                </a:lnTo>
                <a:lnTo>
                  <a:pt x="287" y="1"/>
                </a:lnTo>
                <a:lnTo>
                  <a:pt x="296" y="1"/>
                </a:lnTo>
                <a:lnTo>
                  <a:pt x="304" y="1"/>
                </a:lnTo>
                <a:lnTo>
                  <a:pt x="311" y="1"/>
                </a:lnTo>
                <a:lnTo>
                  <a:pt x="317" y="1"/>
                </a:lnTo>
                <a:lnTo>
                  <a:pt x="322" y="1"/>
                </a:lnTo>
                <a:lnTo>
                  <a:pt x="328" y="1"/>
                </a:lnTo>
                <a:lnTo>
                  <a:pt x="332" y="1"/>
                </a:lnTo>
                <a:lnTo>
                  <a:pt x="336" y="1"/>
                </a:lnTo>
                <a:lnTo>
                  <a:pt x="338" y="1"/>
                </a:lnTo>
                <a:lnTo>
                  <a:pt x="342" y="1"/>
                </a:lnTo>
                <a:lnTo>
                  <a:pt x="345" y="1"/>
                </a:lnTo>
                <a:lnTo>
                  <a:pt x="348" y="1"/>
                </a:lnTo>
                <a:lnTo>
                  <a:pt x="349" y="1"/>
                </a:lnTo>
                <a:lnTo>
                  <a:pt x="352" y="1"/>
                </a:lnTo>
                <a:lnTo>
                  <a:pt x="353" y="1"/>
                </a:lnTo>
                <a:lnTo>
                  <a:pt x="356" y="3"/>
                </a:lnTo>
                <a:lnTo>
                  <a:pt x="358" y="3"/>
                </a:lnTo>
                <a:lnTo>
                  <a:pt x="360" y="3"/>
                </a:lnTo>
                <a:lnTo>
                  <a:pt x="362" y="3"/>
                </a:lnTo>
                <a:lnTo>
                  <a:pt x="364" y="3"/>
                </a:lnTo>
                <a:lnTo>
                  <a:pt x="366" y="3"/>
                </a:lnTo>
                <a:lnTo>
                  <a:pt x="368" y="3"/>
                </a:lnTo>
                <a:lnTo>
                  <a:pt x="369" y="3"/>
                </a:lnTo>
                <a:lnTo>
                  <a:pt x="370" y="3"/>
                </a:lnTo>
                <a:lnTo>
                  <a:pt x="372" y="3"/>
                </a:lnTo>
                <a:lnTo>
                  <a:pt x="374" y="4"/>
                </a:lnTo>
                <a:lnTo>
                  <a:pt x="376" y="4"/>
                </a:lnTo>
                <a:lnTo>
                  <a:pt x="377" y="4"/>
                </a:lnTo>
                <a:lnTo>
                  <a:pt x="378" y="4"/>
                </a:lnTo>
                <a:lnTo>
                  <a:pt x="380" y="4"/>
                </a:lnTo>
                <a:lnTo>
                  <a:pt x="381" y="4"/>
                </a:lnTo>
                <a:lnTo>
                  <a:pt x="382" y="4"/>
                </a:lnTo>
                <a:lnTo>
                  <a:pt x="384" y="4"/>
                </a:lnTo>
                <a:lnTo>
                  <a:pt x="385" y="4"/>
                </a:lnTo>
                <a:lnTo>
                  <a:pt x="386" y="5"/>
                </a:lnTo>
                <a:lnTo>
                  <a:pt x="388" y="5"/>
                </a:lnTo>
                <a:lnTo>
                  <a:pt x="389" y="5"/>
                </a:lnTo>
                <a:lnTo>
                  <a:pt x="390" y="5"/>
                </a:lnTo>
                <a:lnTo>
                  <a:pt x="392" y="5"/>
                </a:lnTo>
                <a:lnTo>
                  <a:pt x="393" y="5"/>
                </a:lnTo>
                <a:lnTo>
                  <a:pt x="394" y="5"/>
                </a:lnTo>
                <a:lnTo>
                  <a:pt x="396" y="5"/>
                </a:lnTo>
                <a:lnTo>
                  <a:pt x="398" y="7"/>
                </a:lnTo>
                <a:lnTo>
                  <a:pt x="400" y="7"/>
                </a:lnTo>
                <a:lnTo>
                  <a:pt x="401" y="7"/>
                </a:lnTo>
                <a:lnTo>
                  <a:pt x="404" y="7"/>
                </a:lnTo>
                <a:lnTo>
                  <a:pt x="405" y="7"/>
                </a:lnTo>
                <a:lnTo>
                  <a:pt x="408" y="8"/>
                </a:lnTo>
                <a:lnTo>
                  <a:pt x="410" y="8"/>
                </a:lnTo>
                <a:lnTo>
                  <a:pt x="412" y="8"/>
                </a:lnTo>
                <a:lnTo>
                  <a:pt x="413" y="8"/>
                </a:lnTo>
                <a:lnTo>
                  <a:pt x="415" y="9"/>
                </a:lnTo>
                <a:lnTo>
                  <a:pt x="417" y="9"/>
                </a:lnTo>
                <a:lnTo>
                  <a:pt x="418" y="9"/>
                </a:lnTo>
                <a:lnTo>
                  <a:pt x="419" y="9"/>
                </a:lnTo>
                <a:lnTo>
                  <a:pt x="421" y="9"/>
                </a:lnTo>
                <a:lnTo>
                  <a:pt x="422" y="9"/>
                </a:lnTo>
                <a:lnTo>
                  <a:pt x="423" y="11"/>
                </a:lnTo>
                <a:lnTo>
                  <a:pt x="425" y="11"/>
                </a:lnTo>
                <a:lnTo>
                  <a:pt x="426" y="11"/>
                </a:lnTo>
                <a:lnTo>
                  <a:pt x="427" y="11"/>
                </a:lnTo>
                <a:lnTo>
                  <a:pt x="429" y="11"/>
                </a:lnTo>
                <a:lnTo>
                  <a:pt x="430" y="12"/>
                </a:lnTo>
                <a:lnTo>
                  <a:pt x="431" y="12"/>
                </a:lnTo>
                <a:lnTo>
                  <a:pt x="433" y="12"/>
                </a:lnTo>
                <a:lnTo>
                  <a:pt x="434" y="12"/>
                </a:lnTo>
                <a:lnTo>
                  <a:pt x="435" y="13"/>
                </a:lnTo>
                <a:lnTo>
                  <a:pt x="437" y="13"/>
                </a:lnTo>
                <a:lnTo>
                  <a:pt x="438" y="13"/>
                </a:lnTo>
                <a:lnTo>
                  <a:pt x="439" y="15"/>
                </a:lnTo>
                <a:lnTo>
                  <a:pt x="441" y="15"/>
                </a:lnTo>
                <a:lnTo>
                  <a:pt x="442" y="15"/>
                </a:lnTo>
                <a:lnTo>
                  <a:pt x="445" y="16"/>
                </a:lnTo>
                <a:lnTo>
                  <a:pt x="446" y="16"/>
                </a:lnTo>
                <a:lnTo>
                  <a:pt x="449" y="17"/>
                </a:lnTo>
                <a:lnTo>
                  <a:pt x="450" y="17"/>
                </a:lnTo>
                <a:lnTo>
                  <a:pt x="453" y="19"/>
                </a:lnTo>
                <a:lnTo>
                  <a:pt x="455" y="19"/>
                </a:lnTo>
                <a:lnTo>
                  <a:pt x="458" y="20"/>
                </a:lnTo>
                <a:lnTo>
                  <a:pt x="459" y="20"/>
                </a:lnTo>
                <a:lnTo>
                  <a:pt x="462" y="21"/>
                </a:lnTo>
                <a:lnTo>
                  <a:pt x="465" y="21"/>
                </a:lnTo>
                <a:lnTo>
                  <a:pt x="466" y="23"/>
                </a:lnTo>
                <a:lnTo>
                  <a:pt x="467" y="23"/>
                </a:lnTo>
                <a:lnTo>
                  <a:pt x="470" y="24"/>
                </a:lnTo>
                <a:lnTo>
                  <a:pt x="471" y="24"/>
                </a:lnTo>
                <a:lnTo>
                  <a:pt x="473" y="24"/>
                </a:lnTo>
                <a:lnTo>
                  <a:pt x="474" y="25"/>
                </a:lnTo>
                <a:lnTo>
                  <a:pt x="475" y="25"/>
                </a:lnTo>
                <a:lnTo>
                  <a:pt x="477" y="25"/>
                </a:lnTo>
                <a:lnTo>
                  <a:pt x="478" y="27"/>
                </a:lnTo>
                <a:lnTo>
                  <a:pt x="479" y="27"/>
                </a:lnTo>
                <a:lnTo>
                  <a:pt x="481" y="27"/>
                </a:lnTo>
                <a:lnTo>
                  <a:pt x="482" y="28"/>
                </a:lnTo>
                <a:lnTo>
                  <a:pt x="483" y="28"/>
                </a:lnTo>
                <a:lnTo>
                  <a:pt x="485" y="29"/>
                </a:lnTo>
                <a:lnTo>
                  <a:pt x="486" y="29"/>
                </a:lnTo>
                <a:lnTo>
                  <a:pt x="487" y="31"/>
                </a:lnTo>
                <a:lnTo>
                  <a:pt x="489" y="31"/>
                </a:lnTo>
                <a:lnTo>
                  <a:pt x="490" y="32"/>
                </a:lnTo>
                <a:lnTo>
                  <a:pt x="491" y="32"/>
                </a:lnTo>
                <a:lnTo>
                  <a:pt x="493" y="33"/>
                </a:lnTo>
                <a:lnTo>
                  <a:pt x="494" y="33"/>
                </a:lnTo>
                <a:lnTo>
                  <a:pt x="495" y="35"/>
                </a:lnTo>
                <a:lnTo>
                  <a:pt x="498" y="35"/>
                </a:lnTo>
                <a:lnTo>
                  <a:pt x="499" y="36"/>
                </a:lnTo>
                <a:lnTo>
                  <a:pt x="501" y="37"/>
                </a:lnTo>
                <a:lnTo>
                  <a:pt x="503" y="37"/>
                </a:lnTo>
                <a:lnTo>
                  <a:pt x="505" y="39"/>
                </a:lnTo>
                <a:lnTo>
                  <a:pt x="507" y="40"/>
                </a:lnTo>
                <a:lnTo>
                  <a:pt x="510" y="41"/>
                </a:lnTo>
                <a:lnTo>
                  <a:pt x="511" y="41"/>
                </a:lnTo>
                <a:lnTo>
                  <a:pt x="512" y="43"/>
                </a:lnTo>
                <a:lnTo>
                  <a:pt x="514" y="44"/>
                </a:lnTo>
                <a:lnTo>
                  <a:pt x="516" y="44"/>
                </a:lnTo>
                <a:lnTo>
                  <a:pt x="518" y="45"/>
                </a:lnTo>
                <a:lnTo>
                  <a:pt x="519" y="45"/>
                </a:lnTo>
                <a:lnTo>
                  <a:pt x="520" y="47"/>
                </a:lnTo>
                <a:lnTo>
                  <a:pt x="522" y="47"/>
                </a:lnTo>
                <a:lnTo>
                  <a:pt x="523" y="48"/>
                </a:lnTo>
                <a:lnTo>
                  <a:pt x="524" y="49"/>
                </a:lnTo>
                <a:lnTo>
                  <a:pt x="526" y="49"/>
                </a:lnTo>
                <a:lnTo>
                  <a:pt x="527" y="51"/>
                </a:lnTo>
                <a:lnTo>
                  <a:pt x="528" y="51"/>
                </a:lnTo>
                <a:lnTo>
                  <a:pt x="530" y="52"/>
                </a:lnTo>
                <a:lnTo>
                  <a:pt x="531" y="52"/>
                </a:lnTo>
                <a:lnTo>
                  <a:pt x="532" y="53"/>
                </a:lnTo>
                <a:lnTo>
                  <a:pt x="534" y="53"/>
                </a:lnTo>
                <a:lnTo>
                  <a:pt x="534" y="55"/>
                </a:lnTo>
                <a:lnTo>
                  <a:pt x="535" y="55"/>
                </a:lnTo>
                <a:lnTo>
                  <a:pt x="536" y="56"/>
                </a:lnTo>
                <a:lnTo>
                  <a:pt x="538" y="56"/>
                </a:lnTo>
                <a:lnTo>
                  <a:pt x="539" y="57"/>
                </a:lnTo>
                <a:lnTo>
                  <a:pt x="540" y="57"/>
                </a:lnTo>
                <a:lnTo>
                  <a:pt x="542" y="59"/>
                </a:lnTo>
                <a:lnTo>
                  <a:pt x="543" y="59"/>
                </a:lnTo>
                <a:lnTo>
                  <a:pt x="546" y="60"/>
                </a:lnTo>
                <a:lnTo>
                  <a:pt x="547" y="61"/>
                </a:lnTo>
                <a:lnTo>
                  <a:pt x="548" y="63"/>
                </a:lnTo>
                <a:lnTo>
                  <a:pt x="551" y="63"/>
                </a:lnTo>
                <a:lnTo>
                  <a:pt x="552" y="64"/>
                </a:lnTo>
                <a:lnTo>
                  <a:pt x="554" y="65"/>
                </a:lnTo>
                <a:lnTo>
                  <a:pt x="556" y="66"/>
                </a:lnTo>
                <a:lnTo>
                  <a:pt x="558" y="66"/>
                </a:lnTo>
                <a:lnTo>
                  <a:pt x="559" y="68"/>
                </a:lnTo>
                <a:lnTo>
                  <a:pt x="560" y="68"/>
                </a:lnTo>
                <a:lnTo>
                  <a:pt x="562" y="69"/>
                </a:lnTo>
                <a:lnTo>
                  <a:pt x="563" y="69"/>
                </a:lnTo>
                <a:lnTo>
                  <a:pt x="563" y="70"/>
                </a:lnTo>
                <a:lnTo>
                  <a:pt x="564" y="70"/>
                </a:lnTo>
                <a:lnTo>
                  <a:pt x="566" y="72"/>
                </a:lnTo>
                <a:lnTo>
                  <a:pt x="567" y="72"/>
                </a:lnTo>
                <a:lnTo>
                  <a:pt x="567" y="73"/>
                </a:lnTo>
                <a:lnTo>
                  <a:pt x="568" y="73"/>
                </a:lnTo>
                <a:lnTo>
                  <a:pt x="570" y="73"/>
                </a:lnTo>
                <a:lnTo>
                  <a:pt x="570" y="74"/>
                </a:lnTo>
                <a:lnTo>
                  <a:pt x="571" y="74"/>
                </a:lnTo>
                <a:lnTo>
                  <a:pt x="572" y="76"/>
                </a:lnTo>
                <a:lnTo>
                  <a:pt x="574" y="76"/>
                </a:lnTo>
                <a:lnTo>
                  <a:pt x="575" y="77"/>
                </a:lnTo>
                <a:lnTo>
                  <a:pt x="576" y="78"/>
                </a:lnTo>
                <a:lnTo>
                  <a:pt x="578" y="78"/>
                </a:lnTo>
                <a:lnTo>
                  <a:pt x="579" y="80"/>
                </a:lnTo>
                <a:lnTo>
                  <a:pt x="580" y="80"/>
                </a:lnTo>
                <a:lnTo>
                  <a:pt x="580" y="81"/>
                </a:lnTo>
                <a:lnTo>
                  <a:pt x="582" y="82"/>
                </a:lnTo>
                <a:lnTo>
                  <a:pt x="583" y="82"/>
                </a:lnTo>
                <a:lnTo>
                  <a:pt x="586" y="84"/>
                </a:lnTo>
                <a:lnTo>
                  <a:pt x="587" y="85"/>
                </a:lnTo>
                <a:lnTo>
                  <a:pt x="588" y="85"/>
                </a:lnTo>
                <a:lnTo>
                  <a:pt x="590" y="86"/>
                </a:lnTo>
                <a:lnTo>
                  <a:pt x="591" y="88"/>
                </a:lnTo>
                <a:lnTo>
                  <a:pt x="592" y="88"/>
                </a:lnTo>
                <a:lnTo>
                  <a:pt x="594" y="89"/>
                </a:lnTo>
                <a:lnTo>
                  <a:pt x="595" y="90"/>
                </a:lnTo>
                <a:lnTo>
                  <a:pt x="596" y="90"/>
                </a:lnTo>
                <a:lnTo>
                  <a:pt x="598" y="92"/>
                </a:lnTo>
                <a:lnTo>
                  <a:pt x="599" y="93"/>
                </a:lnTo>
                <a:lnTo>
                  <a:pt x="600" y="93"/>
                </a:lnTo>
                <a:lnTo>
                  <a:pt x="601" y="94"/>
                </a:lnTo>
                <a:lnTo>
                  <a:pt x="603" y="96"/>
                </a:lnTo>
                <a:lnTo>
                  <a:pt x="604" y="96"/>
                </a:lnTo>
                <a:lnTo>
                  <a:pt x="604" y="97"/>
                </a:lnTo>
                <a:lnTo>
                  <a:pt x="605" y="97"/>
                </a:lnTo>
                <a:lnTo>
                  <a:pt x="607" y="98"/>
                </a:lnTo>
                <a:lnTo>
                  <a:pt x="608" y="98"/>
                </a:lnTo>
                <a:lnTo>
                  <a:pt x="608" y="100"/>
                </a:lnTo>
                <a:lnTo>
                  <a:pt x="609" y="100"/>
                </a:lnTo>
                <a:lnTo>
                  <a:pt x="609" y="101"/>
                </a:lnTo>
                <a:lnTo>
                  <a:pt x="611" y="101"/>
                </a:lnTo>
                <a:lnTo>
                  <a:pt x="612" y="102"/>
                </a:lnTo>
                <a:lnTo>
                  <a:pt x="613" y="104"/>
                </a:lnTo>
                <a:lnTo>
                  <a:pt x="615" y="105"/>
                </a:lnTo>
                <a:lnTo>
                  <a:pt x="616" y="105"/>
                </a:lnTo>
                <a:lnTo>
                  <a:pt x="616" y="106"/>
                </a:lnTo>
                <a:lnTo>
                  <a:pt x="617" y="106"/>
                </a:lnTo>
                <a:lnTo>
                  <a:pt x="619" y="108"/>
                </a:lnTo>
                <a:lnTo>
                  <a:pt x="620" y="109"/>
                </a:lnTo>
                <a:lnTo>
                  <a:pt x="621" y="109"/>
                </a:lnTo>
                <a:lnTo>
                  <a:pt x="621" y="110"/>
                </a:lnTo>
                <a:lnTo>
                  <a:pt x="623" y="110"/>
                </a:lnTo>
                <a:lnTo>
                  <a:pt x="624" y="112"/>
                </a:lnTo>
                <a:lnTo>
                  <a:pt x="625" y="112"/>
                </a:lnTo>
                <a:lnTo>
                  <a:pt x="625" y="113"/>
                </a:lnTo>
                <a:lnTo>
                  <a:pt x="627" y="113"/>
                </a:lnTo>
                <a:lnTo>
                  <a:pt x="627" y="114"/>
                </a:lnTo>
                <a:lnTo>
                  <a:pt x="628" y="114"/>
                </a:lnTo>
                <a:lnTo>
                  <a:pt x="629" y="116"/>
                </a:lnTo>
                <a:lnTo>
                  <a:pt x="631" y="117"/>
                </a:lnTo>
                <a:lnTo>
                  <a:pt x="632" y="117"/>
                </a:lnTo>
                <a:lnTo>
                  <a:pt x="632" y="118"/>
                </a:lnTo>
                <a:lnTo>
                  <a:pt x="633" y="118"/>
                </a:lnTo>
                <a:lnTo>
                  <a:pt x="635" y="120"/>
                </a:lnTo>
                <a:lnTo>
                  <a:pt x="636" y="121"/>
                </a:lnTo>
                <a:lnTo>
                  <a:pt x="637" y="121"/>
                </a:lnTo>
                <a:lnTo>
                  <a:pt x="639" y="122"/>
                </a:lnTo>
                <a:lnTo>
                  <a:pt x="640" y="122"/>
                </a:lnTo>
                <a:lnTo>
                  <a:pt x="641" y="124"/>
                </a:lnTo>
                <a:lnTo>
                  <a:pt x="641" y="125"/>
                </a:lnTo>
                <a:lnTo>
                  <a:pt x="643" y="125"/>
                </a:lnTo>
                <a:lnTo>
                  <a:pt x="644" y="126"/>
                </a:lnTo>
                <a:lnTo>
                  <a:pt x="645" y="126"/>
                </a:lnTo>
                <a:lnTo>
                  <a:pt x="645" y="128"/>
                </a:lnTo>
                <a:lnTo>
                  <a:pt x="647" y="128"/>
                </a:lnTo>
                <a:lnTo>
                  <a:pt x="648" y="129"/>
                </a:lnTo>
                <a:lnTo>
                  <a:pt x="649" y="129"/>
                </a:lnTo>
                <a:lnTo>
                  <a:pt x="649" y="130"/>
                </a:lnTo>
                <a:lnTo>
                  <a:pt x="651" y="130"/>
                </a:lnTo>
                <a:lnTo>
                  <a:pt x="651" y="132"/>
                </a:lnTo>
                <a:lnTo>
                  <a:pt x="652" y="132"/>
                </a:lnTo>
                <a:lnTo>
                  <a:pt x="653" y="133"/>
                </a:lnTo>
                <a:lnTo>
                  <a:pt x="655" y="134"/>
                </a:lnTo>
                <a:lnTo>
                  <a:pt x="656" y="136"/>
                </a:lnTo>
                <a:lnTo>
                  <a:pt x="657" y="137"/>
                </a:lnTo>
                <a:lnTo>
                  <a:pt x="659" y="138"/>
                </a:lnTo>
                <a:lnTo>
                  <a:pt x="660" y="140"/>
                </a:lnTo>
                <a:lnTo>
                  <a:pt x="661" y="141"/>
                </a:lnTo>
                <a:lnTo>
                  <a:pt x="663" y="142"/>
                </a:lnTo>
                <a:lnTo>
                  <a:pt x="664" y="144"/>
                </a:lnTo>
                <a:lnTo>
                  <a:pt x="665" y="145"/>
                </a:lnTo>
                <a:lnTo>
                  <a:pt x="667" y="146"/>
                </a:lnTo>
                <a:lnTo>
                  <a:pt x="668" y="148"/>
                </a:lnTo>
                <a:lnTo>
                  <a:pt x="669" y="149"/>
                </a:lnTo>
                <a:lnTo>
                  <a:pt x="671" y="150"/>
                </a:lnTo>
                <a:lnTo>
                  <a:pt x="672" y="152"/>
                </a:lnTo>
                <a:lnTo>
                  <a:pt x="673" y="153"/>
                </a:lnTo>
                <a:lnTo>
                  <a:pt x="673" y="154"/>
                </a:lnTo>
                <a:lnTo>
                  <a:pt x="675" y="154"/>
                </a:lnTo>
                <a:lnTo>
                  <a:pt x="676" y="156"/>
                </a:lnTo>
                <a:lnTo>
                  <a:pt x="676" y="157"/>
                </a:lnTo>
                <a:lnTo>
                  <a:pt x="677" y="157"/>
                </a:lnTo>
                <a:lnTo>
                  <a:pt x="677" y="158"/>
                </a:lnTo>
                <a:lnTo>
                  <a:pt x="679" y="159"/>
                </a:lnTo>
                <a:lnTo>
                  <a:pt x="680" y="159"/>
                </a:lnTo>
                <a:lnTo>
                  <a:pt x="680" y="161"/>
                </a:lnTo>
                <a:lnTo>
                  <a:pt x="681" y="162"/>
                </a:lnTo>
                <a:lnTo>
                  <a:pt x="683" y="163"/>
                </a:lnTo>
                <a:lnTo>
                  <a:pt x="684" y="165"/>
                </a:lnTo>
                <a:lnTo>
                  <a:pt x="684" y="166"/>
                </a:lnTo>
                <a:lnTo>
                  <a:pt x="685" y="166"/>
                </a:lnTo>
                <a:lnTo>
                  <a:pt x="687" y="167"/>
                </a:lnTo>
                <a:lnTo>
                  <a:pt x="687" y="169"/>
                </a:lnTo>
                <a:lnTo>
                  <a:pt x="688" y="170"/>
                </a:lnTo>
                <a:lnTo>
                  <a:pt x="689" y="171"/>
                </a:lnTo>
                <a:lnTo>
                  <a:pt x="691" y="173"/>
                </a:lnTo>
                <a:lnTo>
                  <a:pt x="691" y="174"/>
                </a:lnTo>
                <a:lnTo>
                  <a:pt x="692" y="175"/>
                </a:lnTo>
                <a:lnTo>
                  <a:pt x="693" y="177"/>
                </a:lnTo>
                <a:lnTo>
                  <a:pt x="695" y="178"/>
                </a:lnTo>
                <a:lnTo>
                  <a:pt x="696" y="179"/>
                </a:lnTo>
                <a:lnTo>
                  <a:pt x="697" y="182"/>
                </a:lnTo>
                <a:lnTo>
                  <a:pt x="700" y="183"/>
                </a:lnTo>
                <a:lnTo>
                  <a:pt x="701" y="185"/>
                </a:lnTo>
                <a:lnTo>
                  <a:pt x="702" y="186"/>
                </a:lnTo>
                <a:lnTo>
                  <a:pt x="704" y="189"/>
                </a:lnTo>
                <a:lnTo>
                  <a:pt x="704" y="190"/>
                </a:lnTo>
                <a:lnTo>
                  <a:pt x="705" y="191"/>
                </a:lnTo>
                <a:lnTo>
                  <a:pt x="706" y="193"/>
                </a:lnTo>
                <a:lnTo>
                  <a:pt x="708" y="194"/>
                </a:lnTo>
                <a:lnTo>
                  <a:pt x="709" y="194"/>
                </a:lnTo>
                <a:lnTo>
                  <a:pt x="709" y="195"/>
                </a:lnTo>
                <a:lnTo>
                  <a:pt x="710" y="197"/>
                </a:lnTo>
                <a:lnTo>
                  <a:pt x="712" y="198"/>
                </a:lnTo>
                <a:lnTo>
                  <a:pt x="712" y="199"/>
                </a:lnTo>
                <a:lnTo>
                  <a:pt x="713" y="199"/>
                </a:lnTo>
                <a:lnTo>
                  <a:pt x="713" y="201"/>
                </a:lnTo>
                <a:lnTo>
                  <a:pt x="714" y="202"/>
                </a:lnTo>
                <a:lnTo>
                  <a:pt x="714" y="203"/>
                </a:lnTo>
                <a:lnTo>
                  <a:pt x="716" y="205"/>
                </a:lnTo>
                <a:lnTo>
                  <a:pt x="717" y="205"/>
                </a:lnTo>
                <a:lnTo>
                  <a:pt x="717" y="206"/>
                </a:lnTo>
                <a:lnTo>
                  <a:pt x="718" y="207"/>
                </a:lnTo>
                <a:lnTo>
                  <a:pt x="720" y="209"/>
                </a:lnTo>
                <a:lnTo>
                  <a:pt x="720" y="210"/>
                </a:lnTo>
                <a:lnTo>
                  <a:pt x="721" y="211"/>
                </a:lnTo>
                <a:lnTo>
                  <a:pt x="722" y="213"/>
                </a:lnTo>
                <a:lnTo>
                  <a:pt x="724" y="214"/>
                </a:lnTo>
                <a:lnTo>
                  <a:pt x="724" y="215"/>
                </a:lnTo>
                <a:lnTo>
                  <a:pt x="725" y="217"/>
                </a:lnTo>
                <a:lnTo>
                  <a:pt x="726" y="219"/>
                </a:lnTo>
                <a:lnTo>
                  <a:pt x="728" y="221"/>
                </a:lnTo>
                <a:lnTo>
                  <a:pt x="729" y="223"/>
                </a:lnTo>
                <a:lnTo>
                  <a:pt x="730" y="225"/>
                </a:lnTo>
                <a:lnTo>
                  <a:pt x="733" y="227"/>
                </a:lnTo>
                <a:lnTo>
                  <a:pt x="734" y="229"/>
                </a:lnTo>
                <a:lnTo>
                  <a:pt x="736" y="231"/>
                </a:lnTo>
                <a:lnTo>
                  <a:pt x="737" y="233"/>
                </a:lnTo>
                <a:lnTo>
                  <a:pt x="737" y="234"/>
                </a:lnTo>
                <a:lnTo>
                  <a:pt x="738" y="235"/>
                </a:lnTo>
                <a:lnTo>
                  <a:pt x="740" y="238"/>
                </a:lnTo>
                <a:lnTo>
                  <a:pt x="741" y="239"/>
                </a:lnTo>
                <a:lnTo>
                  <a:pt x="742" y="241"/>
                </a:lnTo>
                <a:lnTo>
                  <a:pt x="742" y="242"/>
                </a:lnTo>
                <a:lnTo>
                  <a:pt x="744" y="242"/>
                </a:lnTo>
                <a:lnTo>
                  <a:pt x="745" y="243"/>
                </a:lnTo>
                <a:lnTo>
                  <a:pt x="745" y="245"/>
                </a:lnTo>
                <a:lnTo>
                  <a:pt x="746" y="246"/>
                </a:lnTo>
                <a:lnTo>
                  <a:pt x="746" y="247"/>
                </a:lnTo>
                <a:lnTo>
                  <a:pt x="748" y="249"/>
                </a:lnTo>
                <a:lnTo>
                  <a:pt x="749" y="250"/>
                </a:lnTo>
                <a:lnTo>
                  <a:pt x="750" y="251"/>
                </a:lnTo>
                <a:lnTo>
                  <a:pt x="750" y="252"/>
                </a:lnTo>
                <a:lnTo>
                  <a:pt x="752" y="254"/>
                </a:lnTo>
                <a:lnTo>
                  <a:pt x="753" y="255"/>
                </a:lnTo>
                <a:lnTo>
                  <a:pt x="754" y="256"/>
                </a:lnTo>
                <a:lnTo>
                  <a:pt x="754" y="258"/>
                </a:lnTo>
                <a:lnTo>
                  <a:pt x="756" y="259"/>
                </a:lnTo>
                <a:lnTo>
                  <a:pt x="757" y="260"/>
                </a:lnTo>
                <a:lnTo>
                  <a:pt x="758" y="263"/>
                </a:lnTo>
                <a:lnTo>
                  <a:pt x="760" y="264"/>
                </a:lnTo>
                <a:lnTo>
                  <a:pt x="761" y="266"/>
                </a:lnTo>
                <a:lnTo>
                  <a:pt x="762" y="268"/>
                </a:lnTo>
                <a:lnTo>
                  <a:pt x="764" y="270"/>
                </a:lnTo>
                <a:lnTo>
                  <a:pt x="765" y="272"/>
                </a:lnTo>
                <a:lnTo>
                  <a:pt x="766" y="274"/>
                </a:lnTo>
                <a:lnTo>
                  <a:pt x="768" y="276"/>
                </a:lnTo>
                <a:lnTo>
                  <a:pt x="769" y="279"/>
                </a:lnTo>
                <a:lnTo>
                  <a:pt x="770" y="280"/>
                </a:lnTo>
                <a:lnTo>
                  <a:pt x="772" y="282"/>
                </a:lnTo>
                <a:lnTo>
                  <a:pt x="773" y="283"/>
                </a:lnTo>
                <a:lnTo>
                  <a:pt x="774" y="286"/>
                </a:lnTo>
                <a:lnTo>
                  <a:pt x="776" y="287"/>
                </a:lnTo>
                <a:lnTo>
                  <a:pt x="776" y="288"/>
                </a:lnTo>
                <a:lnTo>
                  <a:pt x="777" y="290"/>
                </a:lnTo>
                <a:lnTo>
                  <a:pt x="778" y="291"/>
                </a:lnTo>
                <a:lnTo>
                  <a:pt x="780" y="292"/>
                </a:lnTo>
                <a:lnTo>
                  <a:pt x="781" y="294"/>
                </a:lnTo>
                <a:lnTo>
                  <a:pt x="781" y="295"/>
                </a:lnTo>
                <a:lnTo>
                  <a:pt x="782" y="296"/>
                </a:lnTo>
                <a:lnTo>
                  <a:pt x="784" y="298"/>
                </a:lnTo>
                <a:lnTo>
                  <a:pt x="784" y="299"/>
                </a:lnTo>
                <a:lnTo>
                  <a:pt x="785" y="300"/>
                </a:lnTo>
                <a:lnTo>
                  <a:pt x="785" y="302"/>
                </a:lnTo>
                <a:lnTo>
                  <a:pt x="786" y="302"/>
                </a:lnTo>
                <a:lnTo>
                  <a:pt x="786" y="303"/>
                </a:lnTo>
                <a:lnTo>
                  <a:pt x="788" y="304"/>
                </a:lnTo>
                <a:lnTo>
                  <a:pt x="788" y="306"/>
                </a:lnTo>
                <a:lnTo>
                  <a:pt x="789" y="307"/>
                </a:lnTo>
                <a:lnTo>
                  <a:pt x="789" y="308"/>
                </a:lnTo>
                <a:lnTo>
                  <a:pt x="790" y="310"/>
                </a:lnTo>
                <a:lnTo>
                  <a:pt x="791" y="311"/>
                </a:lnTo>
                <a:lnTo>
                  <a:pt x="791" y="312"/>
                </a:lnTo>
                <a:lnTo>
                  <a:pt x="793" y="315"/>
                </a:lnTo>
                <a:lnTo>
                  <a:pt x="794" y="316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3586" name="Freeform 41">
            <a:extLst>
              <a:ext uri="{FF2B5EF4-FFF2-40B4-BE49-F238E27FC236}">
                <a16:creationId xmlns:a16="http://schemas.microsoft.com/office/drawing/2014/main" id="{2CED28D7-7D71-460C-8B1E-D63726C95E87}"/>
              </a:ext>
            </a:extLst>
          </p:cNvPr>
          <p:cNvSpPr>
            <a:spLocks/>
          </p:cNvSpPr>
          <p:nvPr/>
        </p:nvSpPr>
        <p:spPr bwMode="auto">
          <a:xfrm>
            <a:off x="5891213" y="1516063"/>
            <a:ext cx="631825" cy="250825"/>
          </a:xfrm>
          <a:custGeom>
            <a:avLst/>
            <a:gdLst>
              <a:gd name="T0" fmla="*/ 2147483646 w 794"/>
              <a:gd name="T1" fmla="*/ 2147483646 h 316"/>
              <a:gd name="T2" fmla="*/ 2147483646 w 794"/>
              <a:gd name="T3" fmla="*/ 2147483646 h 316"/>
              <a:gd name="T4" fmla="*/ 2147483646 w 794"/>
              <a:gd name="T5" fmla="*/ 2147483646 h 316"/>
              <a:gd name="T6" fmla="*/ 2147483646 w 794"/>
              <a:gd name="T7" fmla="*/ 2147483646 h 316"/>
              <a:gd name="T8" fmla="*/ 2147483646 w 794"/>
              <a:gd name="T9" fmla="*/ 2147483646 h 316"/>
              <a:gd name="T10" fmla="*/ 2147483646 w 794"/>
              <a:gd name="T11" fmla="*/ 2147483646 h 316"/>
              <a:gd name="T12" fmla="*/ 2147483646 w 794"/>
              <a:gd name="T13" fmla="*/ 2147483646 h 316"/>
              <a:gd name="T14" fmla="*/ 2147483646 w 794"/>
              <a:gd name="T15" fmla="*/ 2147483646 h 316"/>
              <a:gd name="T16" fmla="*/ 2147483646 w 794"/>
              <a:gd name="T17" fmla="*/ 2147483646 h 316"/>
              <a:gd name="T18" fmla="*/ 2147483646 w 794"/>
              <a:gd name="T19" fmla="*/ 2147483646 h 316"/>
              <a:gd name="T20" fmla="*/ 2147483646 w 794"/>
              <a:gd name="T21" fmla="*/ 2147483646 h 316"/>
              <a:gd name="T22" fmla="*/ 2147483646 w 794"/>
              <a:gd name="T23" fmla="*/ 2147483646 h 316"/>
              <a:gd name="T24" fmla="*/ 2147483646 w 794"/>
              <a:gd name="T25" fmla="*/ 2147483646 h 316"/>
              <a:gd name="T26" fmla="*/ 2147483646 w 794"/>
              <a:gd name="T27" fmla="*/ 2147483646 h 316"/>
              <a:gd name="T28" fmla="*/ 2147483646 w 794"/>
              <a:gd name="T29" fmla="*/ 2147483646 h 316"/>
              <a:gd name="T30" fmla="*/ 2147483646 w 794"/>
              <a:gd name="T31" fmla="*/ 2147483646 h 316"/>
              <a:gd name="T32" fmla="*/ 2147483646 w 794"/>
              <a:gd name="T33" fmla="*/ 2147483646 h 316"/>
              <a:gd name="T34" fmla="*/ 2147483646 w 794"/>
              <a:gd name="T35" fmla="*/ 2147483646 h 316"/>
              <a:gd name="T36" fmla="*/ 2147483646 w 794"/>
              <a:gd name="T37" fmla="*/ 2147483646 h 316"/>
              <a:gd name="T38" fmla="*/ 2147483646 w 794"/>
              <a:gd name="T39" fmla="*/ 2147483646 h 316"/>
              <a:gd name="T40" fmla="*/ 2147483646 w 794"/>
              <a:gd name="T41" fmla="*/ 2147483646 h 316"/>
              <a:gd name="T42" fmla="*/ 2147483646 w 794"/>
              <a:gd name="T43" fmla="*/ 2147483646 h 316"/>
              <a:gd name="T44" fmla="*/ 2147483646 w 794"/>
              <a:gd name="T45" fmla="*/ 2147483646 h 316"/>
              <a:gd name="T46" fmla="*/ 2147483646 w 794"/>
              <a:gd name="T47" fmla="*/ 2147483646 h 316"/>
              <a:gd name="T48" fmla="*/ 2147483646 w 794"/>
              <a:gd name="T49" fmla="*/ 2147483646 h 316"/>
              <a:gd name="T50" fmla="*/ 2147483646 w 794"/>
              <a:gd name="T51" fmla="*/ 2147483646 h 316"/>
              <a:gd name="T52" fmla="*/ 2147483646 w 794"/>
              <a:gd name="T53" fmla="*/ 2147483646 h 316"/>
              <a:gd name="T54" fmla="*/ 2147483646 w 794"/>
              <a:gd name="T55" fmla="*/ 2147483646 h 316"/>
              <a:gd name="T56" fmla="*/ 2147483646 w 794"/>
              <a:gd name="T57" fmla="*/ 2147483646 h 316"/>
              <a:gd name="T58" fmla="*/ 2147483646 w 794"/>
              <a:gd name="T59" fmla="*/ 2147483646 h 316"/>
              <a:gd name="T60" fmla="*/ 2147483646 w 794"/>
              <a:gd name="T61" fmla="*/ 2147483646 h 316"/>
              <a:gd name="T62" fmla="*/ 2147483646 w 794"/>
              <a:gd name="T63" fmla="*/ 2147483646 h 316"/>
              <a:gd name="T64" fmla="*/ 2147483646 w 794"/>
              <a:gd name="T65" fmla="*/ 2147483646 h 316"/>
              <a:gd name="T66" fmla="*/ 2147483646 w 794"/>
              <a:gd name="T67" fmla="*/ 2147483646 h 316"/>
              <a:gd name="T68" fmla="*/ 2147483646 w 794"/>
              <a:gd name="T69" fmla="*/ 2147483646 h 316"/>
              <a:gd name="T70" fmla="*/ 2147483646 w 794"/>
              <a:gd name="T71" fmla="*/ 2147483646 h 316"/>
              <a:gd name="T72" fmla="*/ 2147483646 w 794"/>
              <a:gd name="T73" fmla="*/ 2147483646 h 316"/>
              <a:gd name="T74" fmla="*/ 2147483646 w 794"/>
              <a:gd name="T75" fmla="*/ 2147483646 h 316"/>
              <a:gd name="T76" fmla="*/ 2147483646 w 794"/>
              <a:gd name="T77" fmla="*/ 2147483646 h 316"/>
              <a:gd name="T78" fmla="*/ 2147483646 w 794"/>
              <a:gd name="T79" fmla="*/ 2147483646 h 316"/>
              <a:gd name="T80" fmla="*/ 2147483646 w 794"/>
              <a:gd name="T81" fmla="*/ 2147483646 h 316"/>
              <a:gd name="T82" fmla="*/ 2147483646 w 794"/>
              <a:gd name="T83" fmla="*/ 2147483646 h 316"/>
              <a:gd name="T84" fmla="*/ 2147483646 w 794"/>
              <a:gd name="T85" fmla="*/ 2147483646 h 316"/>
              <a:gd name="T86" fmla="*/ 2147483646 w 794"/>
              <a:gd name="T87" fmla="*/ 2147483646 h 316"/>
              <a:gd name="T88" fmla="*/ 2147483646 w 794"/>
              <a:gd name="T89" fmla="*/ 2147483646 h 316"/>
              <a:gd name="T90" fmla="*/ 2147483646 w 794"/>
              <a:gd name="T91" fmla="*/ 2147483646 h 316"/>
              <a:gd name="T92" fmla="*/ 2147483646 w 794"/>
              <a:gd name="T93" fmla="*/ 2147483646 h 316"/>
              <a:gd name="T94" fmla="*/ 2147483646 w 794"/>
              <a:gd name="T95" fmla="*/ 2147483646 h 316"/>
              <a:gd name="T96" fmla="*/ 2147483646 w 794"/>
              <a:gd name="T97" fmla="*/ 2147483646 h 316"/>
              <a:gd name="T98" fmla="*/ 2147483646 w 794"/>
              <a:gd name="T99" fmla="*/ 2147483646 h 316"/>
              <a:gd name="T100" fmla="*/ 2147483646 w 794"/>
              <a:gd name="T101" fmla="*/ 2147483646 h 316"/>
              <a:gd name="T102" fmla="*/ 2147483646 w 794"/>
              <a:gd name="T103" fmla="*/ 2147483646 h 316"/>
              <a:gd name="T104" fmla="*/ 2147483646 w 794"/>
              <a:gd name="T105" fmla="*/ 2147483646 h 316"/>
              <a:gd name="T106" fmla="*/ 2147483646 w 794"/>
              <a:gd name="T107" fmla="*/ 2147483646 h 316"/>
              <a:gd name="T108" fmla="*/ 2147483646 w 794"/>
              <a:gd name="T109" fmla="*/ 2147483646 h 316"/>
              <a:gd name="T110" fmla="*/ 2147483646 w 794"/>
              <a:gd name="T111" fmla="*/ 2147483646 h 316"/>
              <a:gd name="T112" fmla="*/ 2147483646 w 794"/>
              <a:gd name="T113" fmla="*/ 2147483646 h 316"/>
              <a:gd name="T114" fmla="*/ 2147483646 w 794"/>
              <a:gd name="T115" fmla="*/ 2147483646 h 316"/>
              <a:gd name="T116" fmla="*/ 2147483646 w 794"/>
              <a:gd name="T117" fmla="*/ 2147483646 h 316"/>
              <a:gd name="T118" fmla="*/ 2147483646 w 794"/>
              <a:gd name="T119" fmla="*/ 2147483646 h 316"/>
              <a:gd name="T120" fmla="*/ 2147483646 w 794"/>
              <a:gd name="T121" fmla="*/ 2147483646 h 31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6"/>
              <a:gd name="T185" fmla="*/ 794 w 794"/>
              <a:gd name="T186" fmla="*/ 316 h 31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6">
                <a:moveTo>
                  <a:pt x="0" y="316"/>
                </a:moveTo>
                <a:lnTo>
                  <a:pt x="30" y="316"/>
                </a:lnTo>
                <a:lnTo>
                  <a:pt x="59" y="316"/>
                </a:lnTo>
                <a:lnTo>
                  <a:pt x="86" y="316"/>
                </a:lnTo>
                <a:lnTo>
                  <a:pt x="110" y="316"/>
                </a:lnTo>
                <a:lnTo>
                  <a:pt x="134" y="316"/>
                </a:lnTo>
                <a:lnTo>
                  <a:pt x="155" y="316"/>
                </a:lnTo>
                <a:lnTo>
                  <a:pt x="175" y="316"/>
                </a:lnTo>
                <a:lnTo>
                  <a:pt x="194" y="316"/>
                </a:lnTo>
                <a:lnTo>
                  <a:pt x="211" y="316"/>
                </a:lnTo>
                <a:lnTo>
                  <a:pt x="227" y="316"/>
                </a:lnTo>
                <a:lnTo>
                  <a:pt x="240" y="316"/>
                </a:lnTo>
                <a:lnTo>
                  <a:pt x="253" y="316"/>
                </a:lnTo>
                <a:lnTo>
                  <a:pt x="265" y="316"/>
                </a:lnTo>
                <a:lnTo>
                  <a:pt x="276" y="316"/>
                </a:lnTo>
                <a:lnTo>
                  <a:pt x="287" y="316"/>
                </a:lnTo>
                <a:lnTo>
                  <a:pt x="296" y="314"/>
                </a:lnTo>
                <a:lnTo>
                  <a:pt x="304" y="314"/>
                </a:lnTo>
                <a:lnTo>
                  <a:pt x="311" y="314"/>
                </a:lnTo>
                <a:lnTo>
                  <a:pt x="317" y="314"/>
                </a:lnTo>
                <a:lnTo>
                  <a:pt x="322" y="314"/>
                </a:lnTo>
                <a:lnTo>
                  <a:pt x="328" y="314"/>
                </a:lnTo>
                <a:lnTo>
                  <a:pt x="332" y="314"/>
                </a:lnTo>
                <a:lnTo>
                  <a:pt x="336" y="314"/>
                </a:lnTo>
                <a:lnTo>
                  <a:pt x="338" y="314"/>
                </a:lnTo>
                <a:lnTo>
                  <a:pt x="342" y="314"/>
                </a:lnTo>
                <a:lnTo>
                  <a:pt x="345" y="314"/>
                </a:lnTo>
                <a:lnTo>
                  <a:pt x="348" y="314"/>
                </a:lnTo>
                <a:lnTo>
                  <a:pt x="349" y="314"/>
                </a:lnTo>
                <a:lnTo>
                  <a:pt x="352" y="314"/>
                </a:lnTo>
                <a:lnTo>
                  <a:pt x="353" y="314"/>
                </a:lnTo>
                <a:lnTo>
                  <a:pt x="356" y="314"/>
                </a:lnTo>
                <a:lnTo>
                  <a:pt x="358" y="313"/>
                </a:lnTo>
                <a:lnTo>
                  <a:pt x="360" y="313"/>
                </a:lnTo>
                <a:lnTo>
                  <a:pt x="362" y="313"/>
                </a:lnTo>
                <a:lnTo>
                  <a:pt x="364" y="313"/>
                </a:lnTo>
                <a:lnTo>
                  <a:pt x="366" y="313"/>
                </a:lnTo>
                <a:lnTo>
                  <a:pt x="368" y="313"/>
                </a:lnTo>
                <a:lnTo>
                  <a:pt x="369" y="313"/>
                </a:lnTo>
                <a:lnTo>
                  <a:pt x="370" y="313"/>
                </a:lnTo>
                <a:lnTo>
                  <a:pt x="372" y="313"/>
                </a:lnTo>
                <a:lnTo>
                  <a:pt x="374" y="313"/>
                </a:lnTo>
                <a:lnTo>
                  <a:pt x="376" y="313"/>
                </a:lnTo>
                <a:lnTo>
                  <a:pt x="376" y="312"/>
                </a:lnTo>
                <a:lnTo>
                  <a:pt x="377" y="312"/>
                </a:lnTo>
                <a:lnTo>
                  <a:pt x="378" y="312"/>
                </a:lnTo>
                <a:lnTo>
                  <a:pt x="380" y="312"/>
                </a:lnTo>
                <a:lnTo>
                  <a:pt x="381" y="312"/>
                </a:lnTo>
                <a:lnTo>
                  <a:pt x="382" y="312"/>
                </a:lnTo>
                <a:lnTo>
                  <a:pt x="384" y="312"/>
                </a:lnTo>
                <a:lnTo>
                  <a:pt x="385" y="312"/>
                </a:lnTo>
                <a:lnTo>
                  <a:pt x="386" y="312"/>
                </a:lnTo>
                <a:lnTo>
                  <a:pt x="388" y="312"/>
                </a:lnTo>
                <a:lnTo>
                  <a:pt x="389" y="310"/>
                </a:lnTo>
                <a:lnTo>
                  <a:pt x="390" y="310"/>
                </a:lnTo>
                <a:lnTo>
                  <a:pt x="392" y="310"/>
                </a:lnTo>
                <a:lnTo>
                  <a:pt x="393" y="310"/>
                </a:lnTo>
                <a:lnTo>
                  <a:pt x="394" y="310"/>
                </a:lnTo>
                <a:lnTo>
                  <a:pt x="396" y="310"/>
                </a:lnTo>
                <a:lnTo>
                  <a:pt x="398" y="309"/>
                </a:lnTo>
                <a:lnTo>
                  <a:pt x="400" y="309"/>
                </a:lnTo>
                <a:lnTo>
                  <a:pt x="401" y="309"/>
                </a:lnTo>
                <a:lnTo>
                  <a:pt x="404" y="309"/>
                </a:lnTo>
                <a:lnTo>
                  <a:pt x="405" y="309"/>
                </a:lnTo>
                <a:lnTo>
                  <a:pt x="408" y="308"/>
                </a:lnTo>
                <a:lnTo>
                  <a:pt x="410" y="308"/>
                </a:lnTo>
                <a:lnTo>
                  <a:pt x="412" y="308"/>
                </a:lnTo>
                <a:lnTo>
                  <a:pt x="413" y="308"/>
                </a:lnTo>
                <a:lnTo>
                  <a:pt x="415" y="308"/>
                </a:lnTo>
                <a:lnTo>
                  <a:pt x="417" y="307"/>
                </a:lnTo>
                <a:lnTo>
                  <a:pt x="418" y="307"/>
                </a:lnTo>
                <a:lnTo>
                  <a:pt x="419" y="307"/>
                </a:lnTo>
                <a:lnTo>
                  <a:pt x="421" y="307"/>
                </a:lnTo>
                <a:lnTo>
                  <a:pt x="422" y="307"/>
                </a:lnTo>
                <a:lnTo>
                  <a:pt x="423" y="307"/>
                </a:lnTo>
                <a:lnTo>
                  <a:pt x="425" y="305"/>
                </a:lnTo>
                <a:lnTo>
                  <a:pt x="426" y="305"/>
                </a:lnTo>
                <a:lnTo>
                  <a:pt x="427" y="305"/>
                </a:lnTo>
                <a:lnTo>
                  <a:pt x="429" y="305"/>
                </a:lnTo>
                <a:lnTo>
                  <a:pt x="430" y="305"/>
                </a:lnTo>
                <a:lnTo>
                  <a:pt x="431" y="304"/>
                </a:lnTo>
                <a:lnTo>
                  <a:pt x="433" y="304"/>
                </a:lnTo>
                <a:lnTo>
                  <a:pt x="434" y="304"/>
                </a:lnTo>
                <a:lnTo>
                  <a:pt x="435" y="304"/>
                </a:lnTo>
                <a:lnTo>
                  <a:pt x="437" y="303"/>
                </a:lnTo>
                <a:lnTo>
                  <a:pt x="438" y="303"/>
                </a:lnTo>
                <a:lnTo>
                  <a:pt x="439" y="303"/>
                </a:lnTo>
                <a:lnTo>
                  <a:pt x="441" y="301"/>
                </a:lnTo>
                <a:lnTo>
                  <a:pt x="442" y="301"/>
                </a:lnTo>
                <a:lnTo>
                  <a:pt x="445" y="301"/>
                </a:lnTo>
                <a:lnTo>
                  <a:pt x="446" y="300"/>
                </a:lnTo>
                <a:lnTo>
                  <a:pt x="449" y="300"/>
                </a:lnTo>
                <a:lnTo>
                  <a:pt x="450" y="299"/>
                </a:lnTo>
                <a:lnTo>
                  <a:pt x="453" y="299"/>
                </a:lnTo>
                <a:lnTo>
                  <a:pt x="455" y="297"/>
                </a:lnTo>
                <a:lnTo>
                  <a:pt x="458" y="296"/>
                </a:lnTo>
                <a:lnTo>
                  <a:pt x="459" y="296"/>
                </a:lnTo>
                <a:lnTo>
                  <a:pt x="462" y="295"/>
                </a:lnTo>
                <a:lnTo>
                  <a:pt x="465" y="295"/>
                </a:lnTo>
                <a:lnTo>
                  <a:pt x="466" y="293"/>
                </a:lnTo>
                <a:lnTo>
                  <a:pt x="467" y="293"/>
                </a:lnTo>
                <a:lnTo>
                  <a:pt x="470" y="293"/>
                </a:lnTo>
                <a:lnTo>
                  <a:pt x="471" y="292"/>
                </a:lnTo>
                <a:lnTo>
                  <a:pt x="473" y="292"/>
                </a:lnTo>
                <a:lnTo>
                  <a:pt x="474" y="291"/>
                </a:lnTo>
                <a:lnTo>
                  <a:pt x="475" y="291"/>
                </a:lnTo>
                <a:lnTo>
                  <a:pt x="477" y="291"/>
                </a:lnTo>
                <a:lnTo>
                  <a:pt x="478" y="289"/>
                </a:lnTo>
                <a:lnTo>
                  <a:pt x="479" y="289"/>
                </a:lnTo>
                <a:lnTo>
                  <a:pt x="481" y="289"/>
                </a:lnTo>
                <a:lnTo>
                  <a:pt x="482" y="288"/>
                </a:lnTo>
                <a:lnTo>
                  <a:pt x="483" y="288"/>
                </a:lnTo>
                <a:lnTo>
                  <a:pt x="485" y="287"/>
                </a:lnTo>
                <a:lnTo>
                  <a:pt x="486" y="287"/>
                </a:lnTo>
                <a:lnTo>
                  <a:pt x="487" y="285"/>
                </a:lnTo>
                <a:lnTo>
                  <a:pt x="489" y="285"/>
                </a:lnTo>
                <a:lnTo>
                  <a:pt x="490" y="285"/>
                </a:lnTo>
                <a:lnTo>
                  <a:pt x="491" y="284"/>
                </a:lnTo>
                <a:lnTo>
                  <a:pt x="493" y="284"/>
                </a:lnTo>
                <a:lnTo>
                  <a:pt x="494" y="283"/>
                </a:lnTo>
                <a:lnTo>
                  <a:pt x="495" y="281"/>
                </a:lnTo>
                <a:lnTo>
                  <a:pt x="498" y="281"/>
                </a:lnTo>
                <a:lnTo>
                  <a:pt x="499" y="280"/>
                </a:lnTo>
                <a:lnTo>
                  <a:pt x="501" y="280"/>
                </a:lnTo>
                <a:lnTo>
                  <a:pt x="503" y="279"/>
                </a:lnTo>
                <a:lnTo>
                  <a:pt x="505" y="277"/>
                </a:lnTo>
                <a:lnTo>
                  <a:pt x="507" y="276"/>
                </a:lnTo>
                <a:lnTo>
                  <a:pt x="510" y="275"/>
                </a:lnTo>
                <a:lnTo>
                  <a:pt x="511" y="275"/>
                </a:lnTo>
                <a:lnTo>
                  <a:pt x="512" y="273"/>
                </a:lnTo>
                <a:lnTo>
                  <a:pt x="514" y="272"/>
                </a:lnTo>
                <a:lnTo>
                  <a:pt x="516" y="272"/>
                </a:lnTo>
                <a:lnTo>
                  <a:pt x="518" y="271"/>
                </a:lnTo>
                <a:lnTo>
                  <a:pt x="519" y="271"/>
                </a:lnTo>
                <a:lnTo>
                  <a:pt x="520" y="269"/>
                </a:lnTo>
                <a:lnTo>
                  <a:pt x="522" y="269"/>
                </a:lnTo>
                <a:lnTo>
                  <a:pt x="523" y="268"/>
                </a:lnTo>
                <a:lnTo>
                  <a:pt x="524" y="267"/>
                </a:lnTo>
                <a:lnTo>
                  <a:pt x="526" y="267"/>
                </a:lnTo>
                <a:lnTo>
                  <a:pt x="527" y="267"/>
                </a:lnTo>
                <a:lnTo>
                  <a:pt x="528" y="265"/>
                </a:lnTo>
                <a:lnTo>
                  <a:pt x="530" y="264"/>
                </a:lnTo>
                <a:lnTo>
                  <a:pt x="531" y="264"/>
                </a:lnTo>
                <a:lnTo>
                  <a:pt x="532" y="264"/>
                </a:lnTo>
                <a:lnTo>
                  <a:pt x="534" y="263"/>
                </a:lnTo>
                <a:lnTo>
                  <a:pt x="535" y="261"/>
                </a:lnTo>
                <a:lnTo>
                  <a:pt x="536" y="261"/>
                </a:lnTo>
                <a:lnTo>
                  <a:pt x="538" y="260"/>
                </a:lnTo>
                <a:lnTo>
                  <a:pt x="539" y="260"/>
                </a:lnTo>
                <a:lnTo>
                  <a:pt x="540" y="259"/>
                </a:lnTo>
                <a:lnTo>
                  <a:pt x="542" y="257"/>
                </a:lnTo>
                <a:lnTo>
                  <a:pt x="543" y="257"/>
                </a:lnTo>
                <a:lnTo>
                  <a:pt x="546" y="256"/>
                </a:lnTo>
                <a:lnTo>
                  <a:pt x="547" y="255"/>
                </a:lnTo>
                <a:lnTo>
                  <a:pt x="548" y="253"/>
                </a:lnTo>
                <a:lnTo>
                  <a:pt x="551" y="253"/>
                </a:lnTo>
                <a:lnTo>
                  <a:pt x="552" y="252"/>
                </a:lnTo>
                <a:lnTo>
                  <a:pt x="554" y="251"/>
                </a:lnTo>
                <a:lnTo>
                  <a:pt x="556" y="251"/>
                </a:lnTo>
                <a:lnTo>
                  <a:pt x="558" y="249"/>
                </a:lnTo>
                <a:lnTo>
                  <a:pt x="559" y="248"/>
                </a:lnTo>
                <a:lnTo>
                  <a:pt x="560" y="248"/>
                </a:lnTo>
                <a:lnTo>
                  <a:pt x="562" y="247"/>
                </a:lnTo>
                <a:lnTo>
                  <a:pt x="563" y="247"/>
                </a:lnTo>
                <a:lnTo>
                  <a:pt x="563" y="245"/>
                </a:lnTo>
                <a:lnTo>
                  <a:pt x="564" y="245"/>
                </a:lnTo>
                <a:lnTo>
                  <a:pt x="566" y="244"/>
                </a:lnTo>
                <a:lnTo>
                  <a:pt x="567" y="244"/>
                </a:lnTo>
                <a:lnTo>
                  <a:pt x="568" y="243"/>
                </a:lnTo>
                <a:lnTo>
                  <a:pt x="570" y="243"/>
                </a:lnTo>
                <a:lnTo>
                  <a:pt x="570" y="241"/>
                </a:lnTo>
                <a:lnTo>
                  <a:pt x="571" y="241"/>
                </a:lnTo>
                <a:lnTo>
                  <a:pt x="572" y="241"/>
                </a:lnTo>
                <a:lnTo>
                  <a:pt x="572" y="240"/>
                </a:lnTo>
                <a:lnTo>
                  <a:pt x="574" y="240"/>
                </a:lnTo>
                <a:lnTo>
                  <a:pt x="575" y="239"/>
                </a:lnTo>
                <a:lnTo>
                  <a:pt x="576" y="237"/>
                </a:lnTo>
                <a:lnTo>
                  <a:pt x="578" y="237"/>
                </a:lnTo>
                <a:lnTo>
                  <a:pt x="579" y="236"/>
                </a:lnTo>
                <a:lnTo>
                  <a:pt x="580" y="236"/>
                </a:lnTo>
                <a:lnTo>
                  <a:pt x="580" y="235"/>
                </a:lnTo>
                <a:lnTo>
                  <a:pt x="582" y="235"/>
                </a:lnTo>
                <a:lnTo>
                  <a:pt x="583" y="233"/>
                </a:lnTo>
                <a:lnTo>
                  <a:pt x="586" y="232"/>
                </a:lnTo>
                <a:lnTo>
                  <a:pt x="587" y="232"/>
                </a:lnTo>
                <a:lnTo>
                  <a:pt x="588" y="231"/>
                </a:lnTo>
                <a:lnTo>
                  <a:pt x="590" y="229"/>
                </a:lnTo>
                <a:lnTo>
                  <a:pt x="591" y="229"/>
                </a:lnTo>
                <a:lnTo>
                  <a:pt x="592" y="228"/>
                </a:lnTo>
                <a:lnTo>
                  <a:pt x="594" y="227"/>
                </a:lnTo>
                <a:lnTo>
                  <a:pt x="595" y="225"/>
                </a:lnTo>
                <a:lnTo>
                  <a:pt x="596" y="225"/>
                </a:lnTo>
                <a:lnTo>
                  <a:pt x="598" y="224"/>
                </a:lnTo>
                <a:lnTo>
                  <a:pt x="599" y="223"/>
                </a:lnTo>
                <a:lnTo>
                  <a:pt x="600" y="223"/>
                </a:lnTo>
                <a:lnTo>
                  <a:pt x="601" y="221"/>
                </a:lnTo>
                <a:lnTo>
                  <a:pt x="603" y="221"/>
                </a:lnTo>
                <a:lnTo>
                  <a:pt x="603" y="220"/>
                </a:lnTo>
                <a:lnTo>
                  <a:pt x="604" y="220"/>
                </a:lnTo>
                <a:lnTo>
                  <a:pt x="605" y="219"/>
                </a:lnTo>
                <a:lnTo>
                  <a:pt x="607" y="217"/>
                </a:lnTo>
                <a:lnTo>
                  <a:pt x="608" y="217"/>
                </a:lnTo>
                <a:lnTo>
                  <a:pt x="608" y="216"/>
                </a:lnTo>
                <a:lnTo>
                  <a:pt x="609" y="216"/>
                </a:lnTo>
                <a:lnTo>
                  <a:pt x="609" y="215"/>
                </a:lnTo>
                <a:lnTo>
                  <a:pt x="611" y="215"/>
                </a:lnTo>
                <a:lnTo>
                  <a:pt x="612" y="213"/>
                </a:lnTo>
                <a:lnTo>
                  <a:pt x="613" y="212"/>
                </a:lnTo>
                <a:lnTo>
                  <a:pt x="615" y="212"/>
                </a:lnTo>
                <a:lnTo>
                  <a:pt x="616" y="211"/>
                </a:lnTo>
                <a:lnTo>
                  <a:pt x="616" y="210"/>
                </a:lnTo>
                <a:lnTo>
                  <a:pt x="617" y="210"/>
                </a:lnTo>
                <a:lnTo>
                  <a:pt x="619" y="208"/>
                </a:lnTo>
                <a:lnTo>
                  <a:pt x="620" y="207"/>
                </a:lnTo>
                <a:lnTo>
                  <a:pt x="621" y="207"/>
                </a:lnTo>
                <a:lnTo>
                  <a:pt x="621" y="206"/>
                </a:lnTo>
                <a:lnTo>
                  <a:pt x="623" y="206"/>
                </a:lnTo>
                <a:lnTo>
                  <a:pt x="624" y="204"/>
                </a:lnTo>
                <a:lnTo>
                  <a:pt x="625" y="204"/>
                </a:lnTo>
                <a:lnTo>
                  <a:pt x="625" y="203"/>
                </a:lnTo>
                <a:lnTo>
                  <a:pt x="627" y="203"/>
                </a:lnTo>
                <a:lnTo>
                  <a:pt x="627" y="202"/>
                </a:lnTo>
                <a:lnTo>
                  <a:pt x="628" y="202"/>
                </a:lnTo>
                <a:lnTo>
                  <a:pt x="629" y="200"/>
                </a:lnTo>
                <a:lnTo>
                  <a:pt x="631" y="200"/>
                </a:lnTo>
                <a:lnTo>
                  <a:pt x="631" y="199"/>
                </a:lnTo>
                <a:lnTo>
                  <a:pt x="632" y="199"/>
                </a:lnTo>
                <a:lnTo>
                  <a:pt x="632" y="198"/>
                </a:lnTo>
                <a:lnTo>
                  <a:pt x="633" y="198"/>
                </a:lnTo>
                <a:lnTo>
                  <a:pt x="635" y="198"/>
                </a:lnTo>
                <a:lnTo>
                  <a:pt x="635" y="196"/>
                </a:lnTo>
                <a:lnTo>
                  <a:pt x="636" y="196"/>
                </a:lnTo>
                <a:lnTo>
                  <a:pt x="637" y="195"/>
                </a:lnTo>
                <a:lnTo>
                  <a:pt x="639" y="194"/>
                </a:lnTo>
                <a:lnTo>
                  <a:pt x="640" y="194"/>
                </a:lnTo>
                <a:lnTo>
                  <a:pt x="641" y="192"/>
                </a:lnTo>
                <a:lnTo>
                  <a:pt x="643" y="191"/>
                </a:lnTo>
                <a:lnTo>
                  <a:pt x="644" y="191"/>
                </a:lnTo>
                <a:lnTo>
                  <a:pt x="645" y="190"/>
                </a:lnTo>
                <a:lnTo>
                  <a:pt x="647" y="188"/>
                </a:lnTo>
                <a:lnTo>
                  <a:pt x="648" y="188"/>
                </a:lnTo>
                <a:lnTo>
                  <a:pt x="648" y="187"/>
                </a:lnTo>
                <a:lnTo>
                  <a:pt x="649" y="187"/>
                </a:lnTo>
                <a:lnTo>
                  <a:pt x="649" y="186"/>
                </a:lnTo>
                <a:lnTo>
                  <a:pt x="651" y="186"/>
                </a:lnTo>
                <a:lnTo>
                  <a:pt x="652" y="184"/>
                </a:lnTo>
                <a:lnTo>
                  <a:pt x="653" y="183"/>
                </a:lnTo>
                <a:lnTo>
                  <a:pt x="655" y="183"/>
                </a:lnTo>
                <a:lnTo>
                  <a:pt x="655" y="182"/>
                </a:lnTo>
                <a:lnTo>
                  <a:pt x="656" y="182"/>
                </a:lnTo>
                <a:lnTo>
                  <a:pt x="656" y="180"/>
                </a:lnTo>
                <a:lnTo>
                  <a:pt x="657" y="180"/>
                </a:lnTo>
                <a:lnTo>
                  <a:pt x="657" y="179"/>
                </a:lnTo>
                <a:lnTo>
                  <a:pt x="659" y="178"/>
                </a:lnTo>
                <a:lnTo>
                  <a:pt x="660" y="178"/>
                </a:lnTo>
                <a:lnTo>
                  <a:pt x="660" y="176"/>
                </a:lnTo>
                <a:lnTo>
                  <a:pt x="661" y="175"/>
                </a:lnTo>
                <a:lnTo>
                  <a:pt x="663" y="174"/>
                </a:lnTo>
                <a:lnTo>
                  <a:pt x="664" y="174"/>
                </a:lnTo>
                <a:lnTo>
                  <a:pt x="664" y="172"/>
                </a:lnTo>
                <a:lnTo>
                  <a:pt x="665" y="171"/>
                </a:lnTo>
                <a:lnTo>
                  <a:pt x="667" y="170"/>
                </a:lnTo>
                <a:lnTo>
                  <a:pt x="668" y="168"/>
                </a:lnTo>
                <a:lnTo>
                  <a:pt x="669" y="167"/>
                </a:lnTo>
                <a:lnTo>
                  <a:pt x="671" y="166"/>
                </a:lnTo>
                <a:lnTo>
                  <a:pt x="672" y="164"/>
                </a:lnTo>
                <a:lnTo>
                  <a:pt x="673" y="163"/>
                </a:lnTo>
                <a:lnTo>
                  <a:pt x="673" y="162"/>
                </a:lnTo>
                <a:lnTo>
                  <a:pt x="675" y="162"/>
                </a:lnTo>
                <a:lnTo>
                  <a:pt x="676" y="160"/>
                </a:lnTo>
                <a:lnTo>
                  <a:pt x="676" y="159"/>
                </a:lnTo>
                <a:lnTo>
                  <a:pt x="677" y="159"/>
                </a:lnTo>
                <a:lnTo>
                  <a:pt x="677" y="158"/>
                </a:lnTo>
                <a:lnTo>
                  <a:pt x="679" y="156"/>
                </a:lnTo>
                <a:lnTo>
                  <a:pt x="680" y="156"/>
                </a:lnTo>
                <a:lnTo>
                  <a:pt x="680" y="155"/>
                </a:lnTo>
                <a:lnTo>
                  <a:pt x="681" y="155"/>
                </a:lnTo>
                <a:lnTo>
                  <a:pt x="681" y="154"/>
                </a:lnTo>
                <a:lnTo>
                  <a:pt x="683" y="152"/>
                </a:lnTo>
                <a:lnTo>
                  <a:pt x="684" y="151"/>
                </a:lnTo>
                <a:lnTo>
                  <a:pt x="684" y="150"/>
                </a:lnTo>
                <a:lnTo>
                  <a:pt x="685" y="150"/>
                </a:lnTo>
                <a:lnTo>
                  <a:pt x="687" y="148"/>
                </a:lnTo>
                <a:lnTo>
                  <a:pt x="687" y="147"/>
                </a:lnTo>
                <a:lnTo>
                  <a:pt x="688" y="146"/>
                </a:lnTo>
                <a:lnTo>
                  <a:pt x="689" y="144"/>
                </a:lnTo>
                <a:lnTo>
                  <a:pt x="691" y="143"/>
                </a:lnTo>
                <a:lnTo>
                  <a:pt x="691" y="142"/>
                </a:lnTo>
                <a:lnTo>
                  <a:pt x="692" y="140"/>
                </a:lnTo>
                <a:lnTo>
                  <a:pt x="693" y="139"/>
                </a:lnTo>
                <a:lnTo>
                  <a:pt x="695" y="138"/>
                </a:lnTo>
                <a:lnTo>
                  <a:pt x="696" y="136"/>
                </a:lnTo>
                <a:lnTo>
                  <a:pt x="697" y="134"/>
                </a:lnTo>
                <a:lnTo>
                  <a:pt x="700" y="132"/>
                </a:lnTo>
                <a:lnTo>
                  <a:pt x="701" y="131"/>
                </a:lnTo>
                <a:lnTo>
                  <a:pt x="702" y="130"/>
                </a:lnTo>
                <a:lnTo>
                  <a:pt x="704" y="127"/>
                </a:lnTo>
                <a:lnTo>
                  <a:pt x="704" y="126"/>
                </a:lnTo>
                <a:lnTo>
                  <a:pt x="705" y="124"/>
                </a:lnTo>
                <a:lnTo>
                  <a:pt x="706" y="123"/>
                </a:lnTo>
                <a:lnTo>
                  <a:pt x="708" y="122"/>
                </a:lnTo>
                <a:lnTo>
                  <a:pt x="709" y="122"/>
                </a:lnTo>
                <a:lnTo>
                  <a:pt x="709" y="120"/>
                </a:lnTo>
                <a:lnTo>
                  <a:pt x="710" y="119"/>
                </a:lnTo>
                <a:lnTo>
                  <a:pt x="712" y="118"/>
                </a:lnTo>
                <a:lnTo>
                  <a:pt x="712" y="117"/>
                </a:lnTo>
                <a:lnTo>
                  <a:pt x="713" y="117"/>
                </a:lnTo>
                <a:lnTo>
                  <a:pt x="713" y="115"/>
                </a:lnTo>
                <a:lnTo>
                  <a:pt x="714" y="114"/>
                </a:lnTo>
                <a:lnTo>
                  <a:pt x="714" y="113"/>
                </a:lnTo>
                <a:lnTo>
                  <a:pt x="716" y="113"/>
                </a:lnTo>
                <a:lnTo>
                  <a:pt x="717" y="111"/>
                </a:lnTo>
                <a:lnTo>
                  <a:pt x="717" y="110"/>
                </a:lnTo>
                <a:lnTo>
                  <a:pt x="718" y="109"/>
                </a:lnTo>
                <a:lnTo>
                  <a:pt x="720" y="107"/>
                </a:lnTo>
                <a:lnTo>
                  <a:pt x="720" y="106"/>
                </a:lnTo>
                <a:lnTo>
                  <a:pt x="721" y="105"/>
                </a:lnTo>
                <a:lnTo>
                  <a:pt x="722" y="103"/>
                </a:lnTo>
                <a:lnTo>
                  <a:pt x="724" y="102"/>
                </a:lnTo>
                <a:lnTo>
                  <a:pt x="724" y="101"/>
                </a:lnTo>
                <a:lnTo>
                  <a:pt x="725" y="99"/>
                </a:lnTo>
                <a:lnTo>
                  <a:pt x="726" y="97"/>
                </a:lnTo>
                <a:lnTo>
                  <a:pt x="728" y="95"/>
                </a:lnTo>
                <a:lnTo>
                  <a:pt x="729" y="94"/>
                </a:lnTo>
                <a:lnTo>
                  <a:pt x="730" y="91"/>
                </a:lnTo>
                <a:lnTo>
                  <a:pt x="733" y="89"/>
                </a:lnTo>
                <a:lnTo>
                  <a:pt x="734" y="87"/>
                </a:lnTo>
                <a:lnTo>
                  <a:pt x="736" y="86"/>
                </a:lnTo>
                <a:lnTo>
                  <a:pt x="737" y="83"/>
                </a:lnTo>
                <a:lnTo>
                  <a:pt x="737" y="82"/>
                </a:lnTo>
                <a:lnTo>
                  <a:pt x="738" y="81"/>
                </a:lnTo>
                <a:lnTo>
                  <a:pt x="740" y="79"/>
                </a:lnTo>
                <a:lnTo>
                  <a:pt x="741" y="78"/>
                </a:lnTo>
                <a:lnTo>
                  <a:pt x="742" y="77"/>
                </a:lnTo>
                <a:lnTo>
                  <a:pt x="742" y="75"/>
                </a:lnTo>
                <a:lnTo>
                  <a:pt x="744" y="74"/>
                </a:lnTo>
                <a:lnTo>
                  <a:pt x="745" y="73"/>
                </a:lnTo>
                <a:lnTo>
                  <a:pt x="745" y="71"/>
                </a:lnTo>
                <a:lnTo>
                  <a:pt x="746" y="70"/>
                </a:lnTo>
                <a:lnTo>
                  <a:pt x="746" y="69"/>
                </a:lnTo>
                <a:lnTo>
                  <a:pt x="748" y="67"/>
                </a:lnTo>
                <a:lnTo>
                  <a:pt x="749" y="67"/>
                </a:lnTo>
                <a:lnTo>
                  <a:pt x="749" y="66"/>
                </a:lnTo>
                <a:lnTo>
                  <a:pt x="750" y="65"/>
                </a:lnTo>
                <a:lnTo>
                  <a:pt x="750" y="63"/>
                </a:lnTo>
                <a:lnTo>
                  <a:pt x="752" y="62"/>
                </a:lnTo>
                <a:lnTo>
                  <a:pt x="753" y="61"/>
                </a:lnTo>
                <a:lnTo>
                  <a:pt x="754" y="59"/>
                </a:lnTo>
                <a:lnTo>
                  <a:pt x="754" y="58"/>
                </a:lnTo>
                <a:lnTo>
                  <a:pt x="756" y="57"/>
                </a:lnTo>
                <a:lnTo>
                  <a:pt x="757" y="55"/>
                </a:lnTo>
                <a:lnTo>
                  <a:pt x="758" y="54"/>
                </a:lnTo>
                <a:lnTo>
                  <a:pt x="760" y="51"/>
                </a:lnTo>
                <a:lnTo>
                  <a:pt x="761" y="50"/>
                </a:lnTo>
                <a:lnTo>
                  <a:pt x="762" y="49"/>
                </a:lnTo>
                <a:lnTo>
                  <a:pt x="764" y="46"/>
                </a:lnTo>
                <a:lnTo>
                  <a:pt x="765" y="43"/>
                </a:lnTo>
                <a:lnTo>
                  <a:pt x="766" y="42"/>
                </a:lnTo>
                <a:lnTo>
                  <a:pt x="768" y="39"/>
                </a:lnTo>
                <a:lnTo>
                  <a:pt x="769" y="38"/>
                </a:lnTo>
                <a:lnTo>
                  <a:pt x="770" y="35"/>
                </a:lnTo>
                <a:lnTo>
                  <a:pt x="772" y="34"/>
                </a:lnTo>
                <a:lnTo>
                  <a:pt x="773" y="33"/>
                </a:lnTo>
                <a:lnTo>
                  <a:pt x="774" y="31"/>
                </a:lnTo>
                <a:lnTo>
                  <a:pt x="776" y="30"/>
                </a:lnTo>
                <a:lnTo>
                  <a:pt x="776" y="29"/>
                </a:lnTo>
                <a:lnTo>
                  <a:pt x="777" y="27"/>
                </a:lnTo>
                <a:lnTo>
                  <a:pt x="778" y="26"/>
                </a:lnTo>
                <a:lnTo>
                  <a:pt x="778" y="25"/>
                </a:lnTo>
                <a:lnTo>
                  <a:pt x="780" y="24"/>
                </a:lnTo>
                <a:lnTo>
                  <a:pt x="781" y="22"/>
                </a:lnTo>
                <a:lnTo>
                  <a:pt x="781" y="21"/>
                </a:lnTo>
                <a:lnTo>
                  <a:pt x="782" y="21"/>
                </a:lnTo>
                <a:lnTo>
                  <a:pt x="782" y="20"/>
                </a:lnTo>
                <a:lnTo>
                  <a:pt x="784" y="18"/>
                </a:lnTo>
                <a:lnTo>
                  <a:pt x="784" y="17"/>
                </a:lnTo>
                <a:lnTo>
                  <a:pt x="785" y="17"/>
                </a:lnTo>
                <a:lnTo>
                  <a:pt x="785" y="16"/>
                </a:lnTo>
                <a:lnTo>
                  <a:pt x="786" y="14"/>
                </a:lnTo>
                <a:lnTo>
                  <a:pt x="786" y="13"/>
                </a:lnTo>
                <a:lnTo>
                  <a:pt x="788" y="12"/>
                </a:lnTo>
                <a:lnTo>
                  <a:pt x="788" y="10"/>
                </a:lnTo>
                <a:lnTo>
                  <a:pt x="789" y="9"/>
                </a:lnTo>
                <a:lnTo>
                  <a:pt x="789" y="8"/>
                </a:lnTo>
                <a:lnTo>
                  <a:pt x="790" y="6"/>
                </a:lnTo>
                <a:lnTo>
                  <a:pt x="791" y="5"/>
                </a:lnTo>
                <a:lnTo>
                  <a:pt x="791" y="4"/>
                </a:lnTo>
                <a:lnTo>
                  <a:pt x="793" y="2"/>
                </a:lnTo>
                <a:lnTo>
                  <a:pt x="794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3587" name="Freeform 42">
            <a:extLst>
              <a:ext uri="{FF2B5EF4-FFF2-40B4-BE49-F238E27FC236}">
                <a16:creationId xmlns:a16="http://schemas.microsoft.com/office/drawing/2014/main" id="{9D5DAEE7-4C13-4F8D-BCB4-F620296A1B8F}"/>
              </a:ext>
            </a:extLst>
          </p:cNvPr>
          <p:cNvSpPr>
            <a:spLocks/>
          </p:cNvSpPr>
          <p:nvPr/>
        </p:nvSpPr>
        <p:spPr bwMode="auto">
          <a:xfrm>
            <a:off x="5884863" y="1263650"/>
            <a:ext cx="76200" cy="252413"/>
          </a:xfrm>
          <a:custGeom>
            <a:avLst/>
            <a:gdLst>
              <a:gd name="T0" fmla="*/ 2147483646 w 94"/>
              <a:gd name="T1" fmla="*/ 2147483646 h 318"/>
              <a:gd name="T2" fmla="*/ 2147483646 w 94"/>
              <a:gd name="T3" fmla="*/ 2147483646 h 318"/>
              <a:gd name="T4" fmla="*/ 2147483646 w 94"/>
              <a:gd name="T5" fmla="*/ 2147483646 h 318"/>
              <a:gd name="T6" fmla="*/ 2147483646 w 94"/>
              <a:gd name="T7" fmla="*/ 2147483646 h 318"/>
              <a:gd name="T8" fmla="*/ 2147483646 w 94"/>
              <a:gd name="T9" fmla="*/ 2147483646 h 318"/>
              <a:gd name="T10" fmla="*/ 2147483646 w 94"/>
              <a:gd name="T11" fmla="*/ 2147483646 h 318"/>
              <a:gd name="T12" fmla="*/ 2147483646 w 94"/>
              <a:gd name="T13" fmla="*/ 2147483646 h 318"/>
              <a:gd name="T14" fmla="*/ 2147483646 w 94"/>
              <a:gd name="T15" fmla="*/ 2147483646 h 318"/>
              <a:gd name="T16" fmla="*/ 2147483646 w 94"/>
              <a:gd name="T17" fmla="*/ 2147483646 h 318"/>
              <a:gd name="T18" fmla="*/ 2147483646 w 94"/>
              <a:gd name="T19" fmla="*/ 2147483646 h 318"/>
              <a:gd name="T20" fmla="*/ 2147483646 w 94"/>
              <a:gd name="T21" fmla="*/ 2147483646 h 318"/>
              <a:gd name="T22" fmla="*/ 2147483646 w 94"/>
              <a:gd name="T23" fmla="*/ 2147483646 h 318"/>
              <a:gd name="T24" fmla="*/ 2147483646 w 94"/>
              <a:gd name="T25" fmla="*/ 2147483646 h 318"/>
              <a:gd name="T26" fmla="*/ 2147483646 w 94"/>
              <a:gd name="T27" fmla="*/ 2147483646 h 318"/>
              <a:gd name="T28" fmla="*/ 2147483646 w 94"/>
              <a:gd name="T29" fmla="*/ 2147483646 h 318"/>
              <a:gd name="T30" fmla="*/ 2147483646 w 94"/>
              <a:gd name="T31" fmla="*/ 2147483646 h 318"/>
              <a:gd name="T32" fmla="*/ 2147483646 w 94"/>
              <a:gd name="T33" fmla="*/ 2147483646 h 318"/>
              <a:gd name="T34" fmla="*/ 2147483646 w 94"/>
              <a:gd name="T35" fmla="*/ 2147483646 h 318"/>
              <a:gd name="T36" fmla="*/ 2147483646 w 94"/>
              <a:gd name="T37" fmla="*/ 2147483646 h 318"/>
              <a:gd name="T38" fmla="*/ 2147483646 w 94"/>
              <a:gd name="T39" fmla="*/ 2147483646 h 318"/>
              <a:gd name="T40" fmla="*/ 2147483646 w 94"/>
              <a:gd name="T41" fmla="*/ 2147483646 h 318"/>
              <a:gd name="T42" fmla="*/ 2147483646 w 94"/>
              <a:gd name="T43" fmla="*/ 2147483646 h 318"/>
              <a:gd name="T44" fmla="*/ 2147483646 w 94"/>
              <a:gd name="T45" fmla="*/ 2147483646 h 318"/>
              <a:gd name="T46" fmla="*/ 2147483646 w 94"/>
              <a:gd name="T47" fmla="*/ 2147483646 h 318"/>
              <a:gd name="T48" fmla="*/ 2147483646 w 94"/>
              <a:gd name="T49" fmla="*/ 2147483646 h 318"/>
              <a:gd name="T50" fmla="*/ 2147483646 w 94"/>
              <a:gd name="T51" fmla="*/ 2147483646 h 318"/>
              <a:gd name="T52" fmla="*/ 2147483646 w 94"/>
              <a:gd name="T53" fmla="*/ 2147483646 h 318"/>
              <a:gd name="T54" fmla="*/ 2147483646 w 94"/>
              <a:gd name="T55" fmla="*/ 2147483646 h 318"/>
              <a:gd name="T56" fmla="*/ 2147483646 w 94"/>
              <a:gd name="T57" fmla="*/ 2147483646 h 318"/>
              <a:gd name="T58" fmla="*/ 2147483646 w 94"/>
              <a:gd name="T59" fmla="*/ 2147483646 h 318"/>
              <a:gd name="T60" fmla="*/ 2147483646 w 94"/>
              <a:gd name="T61" fmla="*/ 2147483646 h 318"/>
              <a:gd name="T62" fmla="*/ 2147483646 w 94"/>
              <a:gd name="T63" fmla="*/ 2147483646 h 318"/>
              <a:gd name="T64" fmla="*/ 2147483646 w 94"/>
              <a:gd name="T65" fmla="*/ 2147483646 h 318"/>
              <a:gd name="T66" fmla="*/ 2147483646 w 94"/>
              <a:gd name="T67" fmla="*/ 2147483646 h 318"/>
              <a:gd name="T68" fmla="*/ 2147483646 w 94"/>
              <a:gd name="T69" fmla="*/ 2147483646 h 318"/>
              <a:gd name="T70" fmla="*/ 2147483646 w 94"/>
              <a:gd name="T71" fmla="*/ 2147483646 h 318"/>
              <a:gd name="T72" fmla="*/ 2147483646 w 94"/>
              <a:gd name="T73" fmla="*/ 2147483646 h 318"/>
              <a:gd name="T74" fmla="*/ 2147483646 w 94"/>
              <a:gd name="T75" fmla="*/ 2147483646 h 318"/>
              <a:gd name="T76" fmla="*/ 2147483646 w 94"/>
              <a:gd name="T77" fmla="*/ 2147483646 h 318"/>
              <a:gd name="T78" fmla="*/ 2147483646 w 94"/>
              <a:gd name="T79" fmla="*/ 2147483646 h 318"/>
              <a:gd name="T80" fmla="*/ 2147483646 w 94"/>
              <a:gd name="T81" fmla="*/ 2147483646 h 318"/>
              <a:gd name="T82" fmla="*/ 2147483646 w 94"/>
              <a:gd name="T83" fmla="*/ 2147483646 h 318"/>
              <a:gd name="T84" fmla="*/ 2147483646 w 94"/>
              <a:gd name="T85" fmla="*/ 2147483646 h 318"/>
              <a:gd name="T86" fmla="*/ 2147483646 w 94"/>
              <a:gd name="T87" fmla="*/ 2147483646 h 318"/>
              <a:gd name="T88" fmla="*/ 2147483646 w 94"/>
              <a:gd name="T89" fmla="*/ 2147483646 h 318"/>
              <a:gd name="T90" fmla="*/ 2147483646 w 94"/>
              <a:gd name="T91" fmla="*/ 2147483646 h 318"/>
              <a:gd name="T92" fmla="*/ 2147483646 w 94"/>
              <a:gd name="T93" fmla="*/ 2147483646 h 318"/>
              <a:gd name="T94" fmla="*/ 2147483646 w 94"/>
              <a:gd name="T95" fmla="*/ 2147483646 h 318"/>
              <a:gd name="T96" fmla="*/ 2147483646 w 94"/>
              <a:gd name="T97" fmla="*/ 2147483646 h 318"/>
              <a:gd name="T98" fmla="*/ 2147483646 w 94"/>
              <a:gd name="T99" fmla="*/ 2147483646 h 318"/>
              <a:gd name="T100" fmla="*/ 2147483646 w 94"/>
              <a:gd name="T101" fmla="*/ 2147483646 h 318"/>
              <a:gd name="T102" fmla="*/ 2147483646 w 94"/>
              <a:gd name="T103" fmla="*/ 2147483646 h 318"/>
              <a:gd name="T104" fmla="*/ 2147483646 w 94"/>
              <a:gd name="T105" fmla="*/ 2147483646 h 318"/>
              <a:gd name="T106" fmla="*/ 2147483646 w 94"/>
              <a:gd name="T107" fmla="*/ 2147483646 h 318"/>
              <a:gd name="T108" fmla="*/ 2147483646 w 94"/>
              <a:gd name="T109" fmla="*/ 2147483646 h 318"/>
              <a:gd name="T110" fmla="*/ 2147483646 w 94"/>
              <a:gd name="T111" fmla="*/ 2147483646 h 318"/>
              <a:gd name="T112" fmla="*/ 2147483646 w 94"/>
              <a:gd name="T113" fmla="*/ 2147483646 h 318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8"/>
              <a:gd name="T173" fmla="*/ 94 w 94"/>
              <a:gd name="T174" fmla="*/ 318 h 318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8">
                <a:moveTo>
                  <a:pt x="0" y="0"/>
                </a:moveTo>
                <a:lnTo>
                  <a:pt x="2" y="4"/>
                </a:lnTo>
                <a:lnTo>
                  <a:pt x="4" y="8"/>
                </a:lnTo>
                <a:lnTo>
                  <a:pt x="5" y="11"/>
                </a:lnTo>
                <a:lnTo>
                  <a:pt x="8" y="13"/>
                </a:lnTo>
                <a:lnTo>
                  <a:pt x="9" y="16"/>
                </a:lnTo>
                <a:lnTo>
                  <a:pt x="10" y="19"/>
                </a:lnTo>
                <a:lnTo>
                  <a:pt x="12" y="21"/>
                </a:lnTo>
                <a:lnTo>
                  <a:pt x="13" y="23"/>
                </a:lnTo>
                <a:lnTo>
                  <a:pt x="14" y="25"/>
                </a:lnTo>
                <a:lnTo>
                  <a:pt x="14" y="27"/>
                </a:lnTo>
                <a:lnTo>
                  <a:pt x="16" y="29"/>
                </a:lnTo>
                <a:lnTo>
                  <a:pt x="17" y="31"/>
                </a:lnTo>
                <a:lnTo>
                  <a:pt x="17" y="32"/>
                </a:lnTo>
                <a:lnTo>
                  <a:pt x="18" y="33"/>
                </a:lnTo>
                <a:lnTo>
                  <a:pt x="20" y="35"/>
                </a:lnTo>
                <a:lnTo>
                  <a:pt x="20" y="37"/>
                </a:lnTo>
                <a:lnTo>
                  <a:pt x="21" y="39"/>
                </a:lnTo>
                <a:lnTo>
                  <a:pt x="22" y="40"/>
                </a:lnTo>
                <a:lnTo>
                  <a:pt x="22" y="41"/>
                </a:lnTo>
                <a:lnTo>
                  <a:pt x="24" y="43"/>
                </a:lnTo>
                <a:lnTo>
                  <a:pt x="24" y="44"/>
                </a:lnTo>
                <a:lnTo>
                  <a:pt x="24" y="45"/>
                </a:lnTo>
                <a:lnTo>
                  <a:pt x="25" y="47"/>
                </a:lnTo>
                <a:lnTo>
                  <a:pt x="25" y="48"/>
                </a:lnTo>
                <a:lnTo>
                  <a:pt x="26" y="49"/>
                </a:lnTo>
                <a:lnTo>
                  <a:pt x="26" y="51"/>
                </a:lnTo>
                <a:lnTo>
                  <a:pt x="28" y="52"/>
                </a:lnTo>
                <a:lnTo>
                  <a:pt x="28" y="53"/>
                </a:lnTo>
                <a:lnTo>
                  <a:pt x="29" y="56"/>
                </a:lnTo>
                <a:lnTo>
                  <a:pt x="29" y="57"/>
                </a:lnTo>
                <a:lnTo>
                  <a:pt x="30" y="59"/>
                </a:lnTo>
                <a:lnTo>
                  <a:pt x="30" y="61"/>
                </a:lnTo>
                <a:lnTo>
                  <a:pt x="32" y="63"/>
                </a:lnTo>
                <a:lnTo>
                  <a:pt x="32" y="64"/>
                </a:lnTo>
                <a:lnTo>
                  <a:pt x="33" y="65"/>
                </a:lnTo>
                <a:lnTo>
                  <a:pt x="33" y="66"/>
                </a:lnTo>
                <a:lnTo>
                  <a:pt x="34" y="68"/>
                </a:lnTo>
                <a:lnTo>
                  <a:pt x="34" y="69"/>
                </a:lnTo>
                <a:lnTo>
                  <a:pt x="34" y="70"/>
                </a:lnTo>
                <a:lnTo>
                  <a:pt x="36" y="72"/>
                </a:lnTo>
                <a:lnTo>
                  <a:pt x="36" y="73"/>
                </a:lnTo>
                <a:lnTo>
                  <a:pt x="36" y="74"/>
                </a:lnTo>
                <a:lnTo>
                  <a:pt x="37" y="76"/>
                </a:lnTo>
                <a:lnTo>
                  <a:pt x="37" y="77"/>
                </a:lnTo>
                <a:lnTo>
                  <a:pt x="38" y="78"/>
                </a:lnTo>
                <a:lnTo>
                  <a:pt x="38" y="80"/>
                </a:lnTo>
                <a:lnTo>
                  <a:pt x="40" y="81"/>
                </a:lnTo>
                <a:lnTo>
                  <a:pt x="40" y="82"/>
                </a:lnTo>
                <a:lnTo>
                  <a:pt x="40" y="84"/>
                </a:lnTo>
                <a:lnTo>
                  <a:pt x="41" y="85"/>
                </a:lnTo>
                <a:lnTo>
                  <a:pt x="41" y="86"/>
                </a:lnTo>
                <a:lnTo>
                  <a:pt x="41" y="88"/>
                </a:lnTo>
                <a:lnTo>
                  <a:pt x="42" y="89"/>
                </a:lnTo>
                <a:lnTo>
                  <a:pt x="42" y="90"/>
                </a:lnTo>
                <a:lnTo>
                  <a:pt x="42" y="92"/>
                </a:lnTo>
                <a:lnTo>
                  <a:pt x="44" y="93"/>
                </a:lnTo>
                <a:lnTo>
                  <a:pt x="44" y="94"/>
                </a:lnTo>
                <a:lnTo>
                  <a:pt x="45" y="97"/>
                </a:lnTo>
                <a:lnTo>
                  <a:pt x="45" y="98"/>
                </a:lnTo>
                <a:lnTo>
                  <a:pt x="46" y="101"/>
                </a:lnTo>
                <a:lnTo>
                  <a:pt x="48" y="102"/>
                </a:lnTo>
                <a:lnTo>
                  <a:pt x="48" y="105"/>
                </a:lnTo>
                <a:lnTo>
                  <a:pt x="49" y="108"/>
                </a:lnTo>
                <a:lnTo>
                  <a:pt x="49" y="109"/>
                </a:lnTo>
                <a:lnTo>
                  <a:pt x="50" y="110"/>
                </a:lnTo>
                <a:lnTo>
                  <a:pt x="51" y="113"/>
                </a:lnTo>
                <a:lnTo>
                  <a:pt x="51" y="114"/>
                </a:lnTo>
                <a:lnTo>
                  <a:pt x="51" y="116"/>
                </a:lnTo>
                <a:lnTo>
                  <a:pt x="53" y="117"/>
                </a:lnTo>
                <a:lnTo>
                  <a:pt x="53" y="118"/>
                </a:lnTo>
                <a:lnTo>
                  <a:pt x="54" y="120"/>
                </a:lnTo>
                <a:lnTo>
                  <a:pt x="54" y="121"/>
                </a:lnTo>
                <a:lnTo>
                  <a:pt x="54" y="122"/>
                </a:lnTo>
                <a:lnTo>
                  <a:pt x="55" y="124"/>
                </a:lnTo>
                <a:lnTo>
                  <a:pt x="55" y="125"/>
                </a:lnTo>
                <a:lnTo>
                  <a:pt x="55" y="126"/>
                </a:lnTo>
                <a:lnTo>
                  <a:pt x="57" y="126"/>
                </a:lnTo>
                <a:lnTo>
                  <a:pt x="57" y="128"/>
                </a:lnTo>
                <a:lnTo>
                  <a:pt x="57" y="129"/>
                </a:lnTo>
                <a:lnTo>
                  <a:pt x="57" y="130"/>
                </a:lnTo>
                <a:lnTo>
                  <a:pt x="58" y="132"/>
                </a:lnTo>
                <a:lnTo>
                  <a:pt x="58" y="133"/>
                </a:lnTo>
                <a:lnTo>
                  <a:pt x="58" y="134"/>
                </a:lnTo>
                <a:lnTo>
                  <a:pt x="59" y="136"/>
                </a:lnTo>
                <a:lnTo>
                  <a:pt x="59" y="137"/>
                </a:lnTo>
                <a:lnTo>
                  <a:pt x="59" y="138"/>
                </a:lnTo>
                <a:lnTo>
                  <a:pt x="61" y="140"/>
                </a:lnTo>
                <a:lnTo>
                  <a:pt x="61" y="141"/>
                </a:lnTo>
                <a:lnTo>
                  <a:pt x="61" y="144"/>
                </a:lnTo>
                <a:lnTo>
                  <a:pt x="62" y="145"/>
                </a:lnTo>
                <a:lnTo>
                  <a:pt x="62" y="146"/>
                </a:lnTo>
                <a:lnTo>
                  <a:pt x="63" y="149"/>
                </a:lnTo>
                <a:lnTo>
                  <a:pt x="63" y="152"/>
                </a:lnTo>
                <a:lnTo>
                  <a:pt x="65" y="153"/>
                </a:lnTo>
                <a:lnTo>
                  <a:pt x="65" y="156"/>
                </a:lnTo>
                <a:lnTo>
                  <a:pt x="66" y="157"/>
                </a:lnTo>
                <a:lnTo>
                  <a:pt x="66" y="159"/>
                </a:lnTo>
                <a:lnTo>
                  <a:pt x="67" y="161"/>
                </a:lnTo>
                <a:lnTo>
                  <a:pt x="67" y="162"/>
                </a:lnTo>
                <a:lnTo>
                  <a:pt x="67" y="163"/>
                </a:lnTo>
                <a:lnTo>
                  <a:pt x="69" y="165"/>
                </a:lnTo>
                <a:lnTo>
                  <a:pt x="69" y="166"/>
                </a:lnTo>
                <a:lnTo>
                  <a:pt x="69" y="167"/>
                </a:lnTo>
                <a:lnTo>
                  <a:pt x="70" y="169"/>
                </a:lnTo>
                <a:lnTo>
                  <a:pt x="70" y="170"/>
                </a:lnTo>
                <a:lnTo>
                  <a:pt x="70" y="171"/>
                </a:lnTo>
                <a:lnTo>
                  <a:pt x="70" y="173"/>
                </a:lnTo>
                <a:lnTo>
                  <a:pt x="71" y="174"/>
                </a:lnTo>
                <a:lnTo>
                  <a:pt x="71" y="175"/>
                </a:lnTo>
                <a:lnTo>
                  <a:pt x="71" y="177"/>
                </a:lnTo>
                <a:lnTo>
                  <a:pt x="73" y="178"/>
                </a:lnTo>
                <a:lnTo>
                  <a:pt x="73" y="179"/>
                </a:lnTo>
                <a:lnTo>
                  <a:pt x="73" y="181"/>
                </a:lnTo>
                <a:lnTo>
                  <a:pt x="74" y="182"/>
                </a:lnTo>
                <a:lnTo>
                  <a:pt x="74" y="183"/>
                </a:lnTo>
                <a:lnTo>
                  <a:pt x="74" y="185"/>
                </a:lnTo>
                <a:lnTo>
                  <a:pt x="74" y="186"/>
                </a:lnTo>
                <a:lnTo>
                  <a:pt x="75" y="187"/>
                </a:lnTo>
                <a:lnTo>
                  <a:pt x="75" y="190"/>
                </a:lnTo>
                <a:lnTo>
                  <a:pt x="77" y="191"/>
                </a:lnTo>
                <a:lnTo>
                  <a:pt x="77" y="193"/>
                </a:lnTo>
                <a:lnTo>
                  <a:pt x="77" y="195"/>
                </a:lnTo>
                <a:lnTo>
                  <a:pt x="78" y="197"/>
                </a:lnTo>
                <a:lnTo>
                  <a:pt x="78" y="199"/>
                </a:lnTo>
                <a:lnTo>
                  <a:pt x="79" y="201"/>
                </a:lnTo>
                <a:lnTo>
                  <a:pt x="79" y="203"/>
                </a:lnTo>
                <a:lnTo>
                  <a:pt x="81" y="206"/>
                </a:lnTo>
                <a:lnTo>
                  <a:pt x="81" y="207"/>
                </a:lnTo>
                <a:lnTo>
                  <a:pt x="82" y="209"/>
                </a:lnTo>
                <a:lnTo>
                  <a:pt x="82" y="210"/>
                </a:lnTo>
                <a:lnTo>
                  <a:pt x="82" y="213"/>
                </a:lnTo>
                <a:lnTo>
                  <a:pt x="83" y="214"/>
                </a:lnTo>
                <a:lnTo>
                  <a:pt x="83" y="215"/>
                </a:lnTo>
                <a:lnTo>
                  <a:pt x="83" y="217"/>
                </a:lnTo>
                <a:lnTo>
                  <a:pt x="85" y="218"/>
                </a:lnTo>
                <a:lnTo>
                  <a:pt x="85" y="219"/>
                </a:lnTo>
                <a:lnTo>
                  <a:pt x="85" y="221"/>
                </a:lnTo>
                <a:lnTo>
                  <a:pt x="85" y="222"/>
                </a:lnTo>
                <a:lnTo>
                  <a:pt x="86" y="223"/>
                </a:lnTo>
                <a:lnTo>
                  <a:pt x="86" y="225"/>
                </a:lnTo>
                <a:lnTo>
                  <a:pt x="86" y="226"/>
                </a:lnTo>
                <a:lnTo>
                  <a:pt x="86" y="227"/>
                </a:lnTo>
                <a:lnTo>
                  <a:pt x="86" y="229"/>
                </a:lnTo>
                <a:lnTo>
                  <a:pt x="86" y="230"/>
                </a:lnTo>
                <a:lnTo>
                  <a:pt x="87" y="231"/>
                </a:lnTo>
                <a:lnTo>
                  <a:pt x="87" y="233"/>
                </a:lnTo>
                <a:lnTo>
                  <a:pt x="87" y="234"/>
                </a:lnTo>
                <a:lnTo>
                  <a:pt x="87" y="235"/>
                </a:lnTo>
                <a:lnTo>
                  <a:pt x="87" y="237"/>
                </a:lnTo>
                <a:lnTo>
                  <a:pt x="87" y="239"/>
                </a:lnTo>
                <a:lnTo>
                  <a:pt x="87" y="241"/>
                </a:lnTo>
                <a:lnTo>
                  <a:pt x="87" y="242"/>
                </a:lnTo>
                <a:lnTo>
                  <a:pt x="87" y="245"/>
                </a:lnTo>
                <a:lnTo>
                  <a:pt x="89" y="246"/>
                </a:lnTo>
                <a:lnTo>
                  <a:pt x="89" y="247"/>
                </a:lnTo>
                <a:lnTo>
                  <a:pt x="89" y="250"/>
                </a:lnTo>
                <a:lnTo>
                  <a:pt x="89" y="251"/>
                </a:lnTo>
                <a:lnTo>
                  <a:pt x="89" y="252"/>
                </a:lnTo>
                <a:lnTo>
                  <a:pt x="89" y="254"/>
                </a:lnTo>
                <a:lnTo>
                  <a:pt x="89" y="255"/>
                </a:lnTo>
                <a:lnTo>
                  <a:pt x="89" y="256"/>
                </a:lnTo>
                <a:lnTo>
                  <a:pt x="89" y="258"/>
                </a:lnTo>
                <a:lnTo>
                  <a:pt x="89" y="259"/>
                </a:lnTo>
                <a:lnTo>
                  <a:pt x="89" y="260"/>
                </a:lnTo>
                <a:lnTo>
                  <a:pt x="90" y="262"/>
                </a:lnTo>
                <a:lnTo>
                  <a:pt x="90" y="263"/>
                </a:lnTo>
                <a:lnTo>
                  <a:pt x="90" y="264"/>
                </a:lnTo>
                <a:lnTo>
                  <a:pt x="90" y="266"/>
                </a:lnTo>
                <a:lnTo>
                  <a:pt x="90" y="267"/>
                </a:lnTo>
                <a:lnTo>
                  <a:pt x="90" y="268"/>
                </a:lnTo>
                <a:lnTo>
                  <a:pt x="90" y="270"/>
                </a:lnTo>
                <a:lnTo>
                  <a:pt x="91" y="271"/>
                </a:lnTo>
                <a:lnTo>
                  <a:pt x="91" y="272"/>
                </a:lnTo>
                <a:lnTo>
                  <a:pt x="91" y="274"/>
                </a:lnTo>
                <a:lnTo>
                  <a:pt x="91" y="275"/>
                </a:lnTo>
                <a:lnTo>
                  <a:pt x="91" y="276"/>
                </a:lnTo>
                <a:lnTo>
                  <a:pt x="91" y="278"/>
                </a:lnTo>
                <a:lnTo>
                  <a:pt x="93" y="278"/>
                </a:lnTo>
                <a:lnTo>
                  <a:pt x="93" y="279"/>
                </a:lnTo>
                <a:lnTo>
                  <a:pt x="93" y="280"/>
                </a:lnTo>
                <a:lnTo>
                  <a:pt x="93" y="282"/>
                </a:lnTo>
                <a:lnTo>
                  <a:pt x="93" y="283"/>
                </a:lnTo>
                <a:lnTo>
                  <a:pt x="94" y="284"/>
                </a:lnTo>
                <a:lnTo>
                  <a:pt x="94" y="286"/>
                </a:lnTo>
                <a:lnTo>
                  <a:pt x="94" y="287"/>
                </a:lnTo>
                <a:lnTo>
                  <a:pt x="94" y="288"/>
                </a:lnTo>
                <a:lnTo>
                  <a:pt x="94" y="290"/>
                </a:lnTo>
                <a:lnTo>
                  <a:pt x="94" y="291"/>
                </a:lnTo>
                <a:lnTo>
                  <a:pt x="94" y="292"/>
                </a:lnTo>
                <a:lnTo>
                  <a:pt x="94" y="294"/>
                </a:lnTo>
                <a:lnTo>
                  <a:pt x="94" y="295"/>
                </a:lnTo>
                <a:lnTo>
                  <a:pt x="94" y="296"/>
                </a:lnTo>
                <a:lnTo>
                  <a:pt x="94" y="298"/>
                </a:lnTo>
                <a:lnTo>
                  <a:pt x="94" y="299"/>
                </a:lnTo>
                <a:lnTo>
                  <a:pt x="94" y="300"/>
                </a:lnTo>
                <a:lnTo>
                  <a:pt x="94" y="302"/>
                </a:lnTo>
                <a:lnTo>
                  <a:pt x="94" y="303"/>
                </a:lnTo>
                <a:lnTo>
                  <a:pt x="94" y="304"/>
                </a:lnTo>
                <a:lnTo>
                  <a:pt x="94" y="307"/>
                </a:lnTo>
                <a:lnTo>
                  <a:pt x="94" y="308"/>
                </a:lnTo>
                <a:lnTo>
                  <a:pt x="93" y="311"/>
                </a:lnTo>
                <a:lnTo>
                  <a:pt x="93" y="314"/>
                </a:lnTo>
                <a:lnTo>
                  <a:pt x="93" y="315"/>
                </a:lnTo>
                <a:lnTo>
                  <a:pt x="93" y="31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3588" name="Freeform 43">
            <a:extLst>
              <a:ext uri="{FF2B5EF4-FFF2-40B4-BE49-F238E27FC236}">
                <a16:creationId xmlns:a16="http://schemas.microsoft.com/office/drawing/2014/main" id="{6BF44E4F-0F32-4FC6-A61B-9EFD8223C0A7}"/>
              </a:ext>
            </a:extLst>
          </p:cNvPr>
          <p:cNvSpPr>
            <a:spLocks/>
          </p:cNvSpPr>
          <p:nvPr/>
        </p:nvSpPr>
        <p:spPr bwMode="auto">
          <a:xfrm>
            <a:off x="5884863" y="1514475"/>
            <a:ext cx="76200" cy="252413"/>
          </a:xfrm>
          <a:custGeom>
            <a:avLst/>
            <a:gdLst>
              <a:gd name="T0" fmla="*/ 2147483646 w 94"/>
              <a:gd name="T1" fmla="*/ 2147483646 h 318"/>
              <a:gd name="T2" fmla="*/ 2147483646 w 94"/>
              <a:gd name="T3" fmla="*/ 2147483646 h 318"/>
              <a:gd name="T4" fmla="*/ 2147483646 w 94"/>
              <a:gd name="T5" fmla="*/ 2147483646 h 318"/>
              <a:gd name="T6" fmla="*/ 2147483646 w 94"/>
              <a:gd name="T7" fmla="*/ 2147483646 h 318"/>
              <a:gd name="T8" fmla="*/ 2147483646 w 94"/>
              <a:gd name="T9" fmla="*/ 2147483646 h 318"/>
              <a:gd name="T10" fmla="*/ 2147483646 w 94"/>
              <a:gd name="T11" fmla="*/ 2147483646 h 318"/>
              <a:gd name="T12" fmla="*/ 2147483646 w 94"/>
              <a:gd name="T13" fmla="*/ 2147483646 h 318"/>
              <a:gd name="T14" fmla="*/ 2147483646 w 94"/>
              <a:gd name="T15" fmla="*/ 2147483646 h 318"/>
              <a:gd name="T16" fmla="*/ 2147483646 w 94"/>
              <a:gd name="T17" fmla="*/ 2147483646 h 318"/>
              <a:gd name="T18" fmla="*/ 2147483646 w 94"/>
              <a:gd name="T19" fmla="*/ 2147483646 h 318"/>
              <a:gd name="T20" fmla="*/ 2147483646 w 94"/>
              <a:gd name="T21" fmla="*/ 2147483646 h 318"/>
              <a:gd name="T22" fmla="*/ 2147483646 w 94"/>
              <a:gd name="T23" fmla="*/ 2147483646 h 318"/>
              <a:gd name="T24" fmla="*/ 2147483646 w 94"/>
              <a:gd name="T25" fmla="*/ 2147483646 h 318"/>
              <a:gd name="T26" fmla="*/ 2147483646 w 94"/>
              <a:gd name="T27" fmla="*/ 2147483646 h 318"/>
              <a:gd name="T28" fmla="*/ 2147483646 w 94"/>
              <a:gd name="T29" fmla="*/ 2147483646 h 318"/>
              <a:gd name="T30" fmla="*/ 2147483646 w 94"/>
              <a:gd name="T31" fmla="*/ 2147483646 h 318"/>
              <a:gd name="T32" fmla="*/ 2147483646 w 94"/>
              <a:gd name="T33" fmla="*/ 2147483646 h 318"/>
              <a:gd name="T34" fmla="*/ 2147483646 w 94"/>
              <a:gd name="T35" fmla="*/ 2147483646 h 318"/>
              <a:gd name="T36" fmla="*/ 2147483646 w 94"/>
              <a:gd name="T37" fmla="*/ 2147483646 h 318"/>
              <a:gd name="T38" fmla="*/ 2147483646 w 94"/>
              <a:gd name="T39" fmla="*/ 2147483646 h 318"/>
              <a:gd name="T40" fmla="*/ 2147483646 w 94"/>
              <a:gd name="T41" fmla="*/ 2147483646 h 318"/>
              <a:gd name="T42" fmla="*/ 2147483646 w 94"/>
              <a:gd name="T43" fmla="*/ 2147483646 h 318"/>
              <a:gd name="T44" fmla="*/ 2147483646 w 94"/>
              <a:gd name="T45" fmla="*/ 2147483646 h 318"/>
              <a:gd name="T46" fmla="*/ 2147483646 w 94"/>
              <a:gd name="T47" fmla="*/ 2147483646 h 318"/>
              <a:gd name="T48" fmla="*/ 2147483646 w 94"/>
              <a:gd name="T49" fmla="*/ 2147483646 h 318"/>
              <a:gd name="T50" fmla="*/ 2147483646 w 94"/>
              <a:gd name="T51" fmla="*/ 2147483646 h 318"/>
              <a:gd name="T52" fmla="*/ 2147483646 w 94"/>
              <a:gd name="T53" fmla="*/ 2147483646 h 318"/>
              <a:gd name="T54" fmla="*/ 2147483646 w 94"/>
              <a:gd name="T55" fmla="*/ 2147483646 h 318"/>
              <a:gd name="T56" fmla="*/ 2147483646 w 94"/>
              <a:gd name="T57" fmla="*/ 2147483646 h 318"/>
              <a:gd name="T58" fmla="*/ 2147483646 w 94"/>
              <a:gd name="T59" fmla="*/ 2147483646 h 318"/>
              <a:gd name="T60" fmla="*/ 2147483646 w 94"/>
              <a:gd name="T61" fmla="*/ 2147483646 h 318"/>
              <a:gd name="T62" fmla="*/ 2147483646 w 94"/>
              <a:gd name="T63" fmla="*/ 2147483646 h 318"/>
              <a:gd name="T64" fmla="*/ 2147483646 w 94"/>
              <a:gd name="T65" fmla="*/ 2147483646 h 318"/>
              <a:gd name="T66" fmla="*/ 2147483646 w 94"/>
              <a:gd name="T67" fmla="*/ 2147483646 h 318"/>
              <a:gd name="T68" fmla="*/ 2147483646 w 94"/>
              <a:gd name="T69" fmla="*/ 2147483646 h 318"/>
              <a:gd name="T70" fmla="*/ 2147483646 w 94"/>
              <a:gd name="T71" fmla="*/ 2147483646 h 318"/>
              <a:gd name="T72" fmla="*/ 2147483646 w 94"/>
              <a:gd name="T73" fmla="*/ 2147483646 h 318"/>
              <a:gd name="T74" fmla="*/ 2147483646 w 94"/>
              <a:gd name="T75" fmla="*/ 2147483646 h 318"/>
              <a:gd name="T76" fmla="*/ 2147483646 w 94"/>
              <a:gd name="T77" fmla="*/ 2147483646 h 318"/>
              <a:gd name="T78" fmla="*/ 2147483646 w 94"/>
              <a:gd name="T79" fmla="*/ 2147483646 h 318"/>
              <a:gd name="T80" fmla="*/ 2147483646 w 94"/>
              <a:gd name="T81" fmla="*/ 2147483646 h 318"/>
              <a:gd name="T82" fmla="*/ 2147483646 w 94"/>
              <a:gd name="T83" fmla="*/ 2147483646 h 318"/>
              <a:gd name="T84" fmla="*/ 2147483646 w 94"/>
              <a:gd name="T85" fmla="*/ 2147483646 h 318"/>
              <a:gd name="T86" fmla="*/ 2147483646 w 94"/>
              <a:gd name="T87" fmla="*/ 2147483646 h 318"/>
              <a:gd name="T88" fmla="*/ 2147483646 w 94"/>
              <a:gd name="T89" fmla="*/ 2147483646 h 318"/>
              <a:gd name="T90" fmla="*/ 2147483646 w 94"/>
              <a:gd name="T91" fmla="*/ 2147483646 h 318"/>
              <a:gd name="T92" fmla="*/ 2147483646 w 94"/>
              <a:gd name="T93" fmla="*/ 2147483646 h 318"/>
              <a:gd name="T94" fmla="*/ 2147483646 w 94"/>
              <a:gd name="T95" fmla="*/ 2147483646 h 318"/>
              <a:gd name="T96" fmla="*/ 2147483646 w 94"/>
              <a:gd name="T97" fmla="*/ 2147483646 h 318"/>
              <a:gd name="T98" fmla="*/ 2147483646 w 94"/>
              <a:gd name="T99" fmla="*/ 2147483646 h 318"/>
              <a:gd name="T100" fmla="*/ 2147483646 w 94"/>
              <a:gd name="T101" fmla="*/ 2147483646 h 318"/>
              <a:gd name="T102" fmla="*/ 2147483646 w 94"/>
              <a:gd name="T103" fmla="*/ 2147483646 h 318"/>
              <a:gd name="T104" fmla="*/ 2147483646 w 94"/>
              <a:gd name="T105" fmla="*/ 2147483646 h 318"/>
              <a:gd name="T106" fmla="*/ 2147483646 w 94"/>
              <a:gd name="T107" fmla="*/ 2147483646 h 318"/>
              <a:gd name="T108" fmla="*/ 2147483646 w 94"/>
              <a:gd name="T109" fmla="*/ 2147483646 h 318"/>
              <a:gd name="T110" fmla="*/ 2147483646 w 94"/>
              <a:gd name="T111" fmla="*/ 2147483646 h 318"/>
              <a:gd name="T112" fmla="*/ 2147483646 w 94"/>
              <a:gd name="T113" fmla="*/ 2147483646 h 318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8"/>
              <a:gd name="T173" fmla="*/ 94 w 94"/>
              <a:gd name="T174" fmla="*/ 318 h 318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8">
                <a:moveTo>
                  <a:pt x="0" y="318"/>
                </a:moveTo>
                <a:lnTo>
                  <a:pt x="2" y="314"/>
                </a:lnTo>
                <a:lnTo>
                  <a:pt x="4" y="311"/>
                </a:lnTo>
                <a:lnTo>
                  <a:pt x="5" y="307"/>
                </a:lnTo>
                <a:lnTo>
                  <a:pt x="8" y="305"/>
                </a:lnTo>
                <a:lnTo>
                  <a:pt x="9" y="302"/>
                </a:lnTo>
                <a:lnTo>
                  <a:pt x="10" y="299"/>
                </a:lnTo>
                <a:lnTo>
                  <a:pt x="12" y="298"/>
                </a:lnTo>
                <a:lnTo>
                  <a:pt x="13" y="295"/>
                </a:lnTo>
                <a:lnTo>
                  <a:pt x="14" y="293"/>
                </a:lnTo>
                <a:lnTo>
                  <a:pt x="14" y="291"/>
                </a:lnTo>
                <a:lnTo>
                  <a:pt x="16" y="290"/>
                </a:lnTo>
                <a:lnTo>
                  <a:pt x="17" y="287"/>
                </a:lnTo>
                <a:lnTo>
                  <a:pt x="17" y="286"/>
                </a:lnTo>
                <a:lnTo>
                  <a:pt x="18" y="285"/>
                </a:lnTo>
                <a:lnTo>
                  <a:pt x="20" y="283"/>
                </a:lnTo>
                <a:lnTo>
                  <a:pt x="20" y="282"/>
                </a:lnTo>
                <a:lnTo>
                  <a:pt x="21" y="281"/>
                </a:lnTo>
                <a:lnTo>
                  <a:pt x="21" y="279"/>
                </a:lnTo>
                <a:lnTo>
                  <a:pt x="22" y="278"/>
                </a:lnTo>
                <a:lnTo>
                  <a:pt x="22" y="277"/>
                </a:lnTo>
                <a:lnTo>
                  <a:pt x="24" y="275"/>
                </a:lnTo>
                <a:lnTo>
                  <a:pt x="24" y="274"/>
                </a:lnTo>
                <a:lnTo>
                  <a:pt x="24" y="273"/>
                </a:lnTo>
                <a:lnTo>
                  <a:pt x="25" y="271"/>
                </a:lnTo>
                <a:lnTo>
                  <a:pt x="25" y="270"/>
                </a:lnTo>
                <a:lnTo>
                  <a:pt x="26" y="269"/>
                </a:lnTo>
                <a:lnTo>
                  <a:pt x="26" y="267"/>
                </a:lnTo>
                <a:lnTo>
                  <a:pt x="28" y="266"/>
                </a:lnTo>
                <a:lnTo>
                  <a:pt x="28" y="265"/>
                </a:lnTo>
                <a:lnTo>
                  <a:pt x="29" y="263"/>
                </a:lnTo>
                <a:lnTo>
                  <a:pt x="29" y="261"/>
                </a:lnTo>
                <a:lnTo>
                  <a:pt x="30" y="259"/>
                </a:lnTo>
                <a:lnTo>
                  <a:pt x="30" y="258"/>
                </a:lnTo>
                <a:lnTo>
                  <a:pt x="32" y="255"/>
                </a:lnTo>
                <a:lnTo>
                  <a:pt x="32" y="254"/>
                </a:lnTo>
                <a:lnTo>
                  <a:pt x="33" y="253"/>
                </a:lnTo>
                <a:lnTo>
                  <a:pt x="33" y="251"/>
                </a:lnTo>
                <a:lnTo>
                  <a:pt x="34" y="250"/>
                </a:lnTo>
                <a:lnTo>
                  <a:pt x="34" y="249"/>
                </a:lnTo>
                <a:lnTo>
                  <a:pt x="34" y="247"/>
                </a:lnTo>
                <a:lnTo>
                  <a:pt x="36" y="246"/>
                </a:lnTo>
                <a:lnTo>
                  <a:pt x="36" y="245"/>
                </a:lnTo>
                <a:lnTo>
                  <a:pt x="37" y="243"/>
                </a:lnTo>
                <a:lnTo>
                  <a:pt x="37" y="242"/>
                </a:lnTo>
                <a:lnTo>
                  <a:pt x="37" y="241"/>
                </a:lnTo>
                <a:lnTo>
                  <a:pt x="38" y="239"/>
                </a:lnTo>
                <a:lnTo>
                  <a:pt x="38" y="238"/>
                </a:lnTo>
                <a:lnTo>
                  <a:pt x="40" y="237"/>
                </a:lnTo>
                <a:lnTo>
                  <a:pt x="40" y="235"/>
                </a:lnTo>
                <a:lnTo>
                  <a:pt x="40" y="234"/>
                </a:lnTo>
                <a:lnTo>
                  <a:pt x="41" y="234"/>
                </a:lnTo>
                <a:lnTo>
                  <a:pt x="41" y="233"/>
                </a:lnTo>
                <a:lnTo>
                  <a:pt x="41" y="231"/>
                </a:lnTo>
                <a:lnTo>
                  <a:pt x="42" y="230"/>
                </a:lnTo>
                <a:lnTo>
                  <a:pt x="42" y="229"/>
                </a:lnTo>
                <a:lnTo>
                  <a:pt x="42" y="226"/>
                </a:lnTo>
                <a:lnTo>
                  <a:pt x="44" y="225"/>
                </a:lnTo>
                <a:lnTo>
                  <a:pt x="44" y="223"/>
                </a:lnTo>
                <a:lnTo>
                  <a:pt x="45" y="222"/>
                </a:lnTo>
                <a:lnTo>
                  <a:pt x="45" y="219"/>
                </a:lnTo>
                <a:lnTo>
                  <a:pt x="46" y="217"/>
                </a:lnTo>
                <a:lnTo>
                  <a:pt x="48" y="215"/>
                </a:lnTo>
                <a:lnTo>
                  <a:pt x="48" y="213"/>
                </a:lnTo>
                <a:lnTo>
                  <a:pt x="49" y="212"/>
                </a:lnTo>
                <a:lnTo>
                  <a:pt x="49" y="209"/>
                </a:lnTo>
                <a:lnTo>
                  <a:pt x="50" y="208"/>
                </a:lnTo>
                <a:lnTo>
                  <a:pt x="51" y="206"/>
                </a:lnTo>
                <a:lnTo>
                  <a:pt x="51" y="204"/>
                </a:lnTo>
                <a:lnTo>
                  <a:pt x="51" y="202"/>
                </a:lnTo>
                <a:lnTo>
                  <a:pt x="53" y="201"/>
                </a:lnTo>
                <a:lnTo>
                  <a:pt x="53" y="200"/>
                </a:lnTo>
                <a:lnTo>
                  <a:pt x="54" y="198"/>
                </a:lnTo>
                <a:lnTo>
                  <a:pt x="54" y="197"/>
                </a:lnTo>
                <a:lnTo>
                  <a:pt x="54" y="196"/>
                </a:lnTo>
                <a:lnTo>
                  <a:pt x="55" y="194"/>
                </a:lnTo>
                <a:lnTo>
                  <a:pt x="55" y="193"/>
                </a:lnTo>
                <a:lnTo>
                  <a:pt x="57" y="192"/>
                </a:lnTo>
                <a:lnTo>
                  <a:pt x="57" y="190"/>
                </a:lnTo>
                <a:lnTo>
                  <a:pt x="57" y="189"/>
                </a:lnTo>
                <a:lnTo>
                  <a:pt x="57" y="188"/>
                </a:lnTo>
                <a:lnTo>
                  <a:pt x="58" y="186"/>
                </a:lnTo>
                <a:lnTo>
                  <a:pt x="58" y="185"/>
                </a:lnTo>
                <a:lnTo>
                  <a:pt x="58" y="184"/>
                </a:lnTo>
                <a:lnTo>
                  <a:pt x="59" y="182"/>
                </a:lnTo>
                <a:lnTo>
                  <a:pt x="59" y="181"/>
                </a:lnTo>
                <a:lnTo>
                  <a:pt x="59" y="180"/>
                </a:lnTo>
                <a:lnTo>
                  <a:pt x="61" y="178"/>
                </a:lnTo>
                <a:lnTo>
                  <a:pt x="61" y="177"/>
                </a:lnTo>
                <a:lnTo>
                  <a:pt x="61" y="176"/>
                </a:lnTo>
                <a:lnTo>
                  <a:pt x="62" y="173"/>
                </a:lnTo>
                <a:lnTo>
                  <a:pt x="62" y="172"/>
                </a:lnTo>
                <a:lnTo>
                  <a:pt x="63" y="169"/>
                </a:lnTo>
                <a:lnTo>
                  <a:pt x="63" y="168"/>
                </a:lnTo>
                <a:lnTo>
                  <a:pt x="65" y="165"/>
                </a:lnTo>
                <a:lnTo>
                  <a:pt x="65" y="162"/>
                </a:lnTo>
                <a:lnTo>
                  <a:pt x="66" y="161"/>
                </a:lnTo>
                <a:lnTo>
                  <a:pt x="66" y="160"/>
                </a:lnTo>
                <a:lnTo>
                  <a:pt x="67" y="157"/>
                </a:lnTo>
                <a:lnTo>
                  <a:pt x="67" y="156"/>
                </a:lnTo>
                <a:lnTo>
                  <a:pt x="67" y="154"/>
                </a:lnTo>
                <a:lnTo>
                  <a:pt x="69" y="153"/>
                </a:lnTo>
                <a:lnTo>
                  <a:pt x="69" y="152"/>
                </a:lnTo>
                <a:lnTo>
                  <a:pt x="69" y="150"/>
                </a:lnTo>
                <a:lnTo>
                  <a:pt x="70" y="149"/>
                </a:lnTo>
                <a:lnTo>
                  <a:pt x="70" y="148"/>
                </a:lnTo>
                <a:lnTo>
                  <a:pt x="70" y="146"/>
                </a:lnTo>
                <a:lnTo>
                  <a:pt x="70" y="145"/>
                </a:lnTo>
                <a:lnTo>
                  <a:pt x="71" y="144"/>
                </a:lnTo>
                <a:lnTo>
                  <a:pt x="71" y="142"/>
                </a:lnTo>
                <a:lnTo>
                  <a:pt x="71" y="141"/>
                </a:lnTo>
                <a:lnTo>
                  <a:pt x="73" y="140"/>
                </a:lnTo>
                <a:lnTo>
                  <a:pt x="73" y="138"/>
                </a:lnTo>
                <a:lnTo>
                  <a:pt x="73" y="137"/>
                </a:lnTo>
                <a:lnTo>
                  <a:pt x="74" y="136"/>
                </a:lnTo>
                <a:lnTo>
                  <a:pt x="74" y="134"/>
                </a:lnTo>
                <a:lnTo>
                  <a:pt x="74" y="133"/>
                </a:lnTo>
                <a:lnTo>
                  <a:pt x="74" y="132"/>
                </a:lnTo>
                <a:lnTo>
                  <a:pt x="75" y="130"/>
                </a:lnTo>
                <a:lnTo>
                  <a:pt x="75" y="129"/>
                </a:lnTo>
                <a:lnTo>
                  <a:pt x="77" y="126"/>
                </a:lnTo>
                <a:lnTo>
                  <a:pt x="77" y="125"/>
                </a:lnTo>
                <a:lnTo>
                  <a:pt x="77" y="124"/>
                </a:lnTo>
                <a:lnTo>
                  <a:pt x="78" y="121"/>
                </a:lnTo>
                <a:lnTo>
                  <a:pt x="78" y="119"/>
                </a:lnTo>
                <a:lnTo>
                  <a:pt x="79" y="117"/>
                </a:lnTo>
                <a:lnTo>
                  <a:pt x="79" y="115"/>
                </a:lnTo>
                <a:lnTo>
                  <a:pt x="81" y="113"/>
                </a:lnTo>
                <a:lnTo>
                  <a:pt x="81" y="111"/>
                </a:lnTo>
                <a:lnTo>
                  <a:pt x="82" y="109"/>
                </a:lnTo>
                <a:lnTo>
                  <a:pt x="82" y="108"/>
                </a:lnTo>
                <a:lnTo>
                  <a:pt x="82" y="107"/>
                </a:lnTo>
                <a:lnTo>
                  <a:pt x="83" y="105"/>
                </a:lnTo>
                <a:lnTo>
                  <a:pt x="83" y="104"/>
                </a:lnTo>
                <a:lnTo>
                  <a:pt x="83" y="103"/>
                </a:lnTo>
                <a:lnTo>
                  <a:pt x="85" y="101"/>
                </a:lnTo>
                <a:lnTo>
                  <a:pt x="85" y="100"/>
                </a:lnTo>
                <a:lnTo>
                  <a:pt x="85" y="99"/>
                </a:lnTo>
                <a:lnTo>
                  <a:pt x="85" y="97"/>
                </a:lnTo>
                <a:lnTo>
                  <a:pt x="85" y="96"/>
                </a:lnTo>
                <a:lnTo>
                  <a:pt x="86" y="96"/>
                </a:lnTo>
                <a:lnTo>
                  <a:pt x="86" y="95"/>
                </a:lnTo>
                <a:lnTo>
                  <a:pt x="86" y="93"/>
                </a:lnTo>
                <a:lnTo>
                  <a:pt x="86" y="92"/>
                </a:lnTo>
                <a:lnTo>
                  <a:pt x="86" y="91"/>
                </a:lnTo>
                <a:lnTo>
                  <a:pt x="86" y="89"/>
                </a:lnTo>
                <a:lnTo>
                  <a:pt x="86" y="88"/>
                </a:lnTo>
                <a:lnTo>
                  <a:pt x="87" y="87"/>
                </a:lnTo>
                <a:lnTo>
                  <a:pt x="87" y="85"/>
                </a:lnTo>
                <a:lnTo>
                  <a:pt x="87" y="84"/>
                </a:lnTo>
                <a:lnTo>
                  <a:pt x="87" y="83"/>
                </a:lnTo>
                <a:lnTo>
                  <a:pt x="87" y="81"/>
                </a:lnTo>
                <a:lnTo>
                  <a:pt x="87" y="80"/>
                </a:lnTo>
                <a:lnTo>
                  <a:pt x="87" y="77"/>
                </a:lnTo>
                <a:lnTo>
                  <a:pt x="87" y="76"/>
                </a:lnTo>
                <a:lnTo>
                  <a:pt x="87" y="75"/>
                </a:lnTo>
                <a:lnTo>
                  <a:pt x="89" y="72"/>
                </a:lnTo>
                <a:lnTo>
                  <a:pt x="89" y="71"/>
                </a:lnTo>
                <a:lnTo>
                  <a:pt x="89" y="69"/>
                </a:lnTo>
                <a:lnTo>
                  <a:pt x="89" y="67"/>
                </a:lnTo>
                <a:lnTo>
                  <a:pt x="89" y="65"/>
                </a:lnTo>
                <a:lnTo>
                  <a:pt x="89" y="64"/>
                </a:lnTo>
                <a:lnTo>
                  <a:pt x="89" y="63"/>
                </a:lnTo>
                <a:lnTo>
                  <a:pt x="89" y="61"/>
                </a:lnTo>
                <a:lnTo>
                  <a:pt x="89" y="60"/>
                </a:lnTo>
                <a:lnTo>
                  <a:pt x="89" y="59"/>
                </a:lnTo>
                <a:lnTo>
                  <a:pt x="89" y="57"/>
                </a:lnTo>
                <a:lnTo>
                  <a:pt x="90" y="57"/>
                </a:lnTo>
                <a:lnTo>
                  <a:pt x="90" y="56"/>
                </a:lnTo>
                <a:lnTo>
                  <a:pt x="90" y="55"/>
                </a:lnTo>
                <a:lnTo>
                  <a:pt x="90" y="53"/>
                </a:lnTo>
                <a:lnTo>
                  <a:pt x="90" y="52"/>
                </a:lnTo>
                <a:lnTo>
                  <a:pt x="90" y="51"/>
                </a:lnTo>
                <a:lnTo>
                  <a:pt x="90" y="49"/>
                </a:lnTo>
                <a:lnTo>
                  <a:pt x="90" y="48"/>
                </a:lnTo>
                <a:lnTo>
                  <a:pt x="91" y="48"/>
                </a:lnTo>
                <a:lnTo>
                  <a:pt x="91" y="47"/>
                </a:lnTo>
                <a:lnTo>
                  <a:pt x="91" y="45"/>
                </a:lnTo>
                <a:lnTo>
                  <a:pt x="91" y="44"/>
                </a:lnTo>
                <a:lnTo>
                  <a:pt x="91" y="43"/>
                </a:lnTo>
                <a:lnTo>
                  <a:pt x="91" y="41"/>
                </a:lnTo>
                <a:lnTo>
                  <a:pt x="93" y="40"/>
                </a:lnTo>
                <a:lnTo>
                  <a:pt x="93" y="39"/>
                </a:lnTo>
                <a:lnTo>
                  <a:pt x="93" y="37"/>
                </a:lnTo>
                <a:lnTo>
                  <a:pt x="93" y="36"/>
                </a:lnTo>
                <a:lnTo>
                  <a:pt x="93" y="35"/>
                </a:lnTo>
                <a:lnTo>
                  <a:pt x="94" y="33"/>
                </a:lnTo>
                <a:lnTo>
                  <a:pt x="94" y="32"/>
                </a:lnTo>
                <a:lnTo>
                  <a:pt x="94" y="31"/>
                </a:lnTo>
                <a:lnTo>
                  <a:pt x="94" y="29"/>
                </a:lnTo>
                <a:lnTo>
                  <a:pt x="94" y="28"/>
                </a:lnTo>
                <a:lnTo>
                  <a:pt x="94" y="27"/>
                </a:lnTo>
                <a:lnTo>
                  <a:pt x="94" y="26"/>
                </a:lnTo>
                <a:lnTo>
                  <a:pt x="94" y="24"/>
                </a:lnTo>
                <a:lnTo>
                  <a:pt x="94" y="23"/>
                </a:lnTo>
                <a:lnTo>
                  <a:pt x="94" y="22"/>
                </a:lnTo>
                <a:lnTo>
                  <a:pt x="94" y="20"/>
                </a:lnTo>
                <a:lnTo>
                  <a:pt x="94" y="19"/>
                </a:lnTo>
                <a:lnTo>
                  <a:pt x="94" y="16"/>
                </a:lnTo>
                <a:lnTo>
                  <a:pt x="94" y="15"/>
                </a:lnTo>
                <a:lnTo>
                  <a:pt x="94" y="14"/>
                </a:lnTo>
                <a:lnTo>
                  <a:pt x="94" y="12"/>
                </a:lnTo>
                <a:lnTo>
                  <a:pt x="94" y="10"/>
                </a:lnTo>
                <a:lnTo>
                  <a:pt x="93" y="7"/>
                </a:lnTo>
                <a:lnTo>
                  <a:pt x="93" y="6"/>
                </a:lnTo>
                <a:lnTo>
                  <a:pt x="93" y="3"/>
                </a:lnTo>
                <a:lnTo>
                  <a:pt x="93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3589" name="Line 44">
            <a:extLst>
              <a:ext uri="{FF2B5EF4-FFF2-40B4-BE49-F238E27FC236}">
                <a16:creationId xmlns:a16="http://schemas.microsoft.com/office/drawing/2014/main" id="{0D9E2F32-576E-4205-84CE-FA3C1392757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523038" y="1512888"/>
            <a:ext cx="5873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3590" name="Rectangle 45">
            <a:extLst>
              <a:ext uri="{FF2B5EF4-FFF2-40B4-BE49-F238E27FC236}">
                <a16:creationId xmlns:a16="http://schemas.microsoft.com/office/drawing/2014/main" id="{332774FE-C2D3-454F-A9F9-B09EA9F722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32300" y="1122363"/>
            <a:ext cx="37465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HA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3591" name="Rectangle 46">
            <a:extLst>
              <a:ext uri="{FF2B5EF4-FFF2-40B4-BE49-F238E27FC236}">
                <a16:creationId xmlns:a16="http://schemas.microsoft.com/office/drawing/2014/main" id="{5C0F81E3-02B8-4CC6-A567-26DE9354F9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0425" y="1147763"/>
            <a:ext cx="212725" cy="27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3592" name="Rectangle 47">
            <a:extLst>
              <a:ext uri="{FF2B5EF4-FFF2-40B4-BE49-F238E27FC236}">
                <a16:creationId xmlns:a16="http://schemas.microsoft.com/office/drawing/2014/main" id="{BC8EC529-A24B-4AA5-9F23-C71D8C060A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5663" y="1443038"/>
            <a:ext cx="223837" cy="27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3593" name="Rectangle 48">
            <a:extLst>
              <a:ext uri="{FF2B5EF4-FFF2-40B4-BE49-F238E27FC236}">
                <a16:creationId xmlns:a16="http://schemas.microsoft.com/office/drawing/2014/main" id="{BB583C61-8808-4048-8B74-C6955AAA7C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94300" y="849313"/>
            <a:ext cx="212725" cy="27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3594" name="Rectangle 49">
            <a:extLst>
              <a:ext uri="{FF2B5EF4-FFF2-40B4-BE49-F238E27FC236}">
                <a16:creationId xmlns:a16="http://schemas.microsoft.com/office/drawing/2014/main" id="{77199880-57C7-416F-944B-45A5E8D129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89538" y="1144588"/>
            <a:ext cx="223837" cy="27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3595" name="Rectangle 50">
            <a:extLst>
              <a:ext uri="{FF2B5EF4-FFF2-40B4-BE49-F238E27FC236}">
                <a16:creationId xmlns:a16="http://schemas.microsoft.com/office/drawing/2014/main" id="{BC8973EB-DB7F-4B03-BA65-4E1C57EA42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84313" y="927100"/>
            <a:ext cx="223837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3596" name="Rectangle 51">
            <a:extLst>
              <a:ext uri="{FF2B5EF4-FFF2-40B4-BE49-F238E27FC236}">
                <a16:creationId xmlns:a16="http://schemas.microsoft.com/office/drawing/2014/main" id="{6DC1DE00-B7F6-402F-816A-53B1315FBC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76388" y="1023938"/>
            <a:ext cx="141287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i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3597" name="Rectangle 52">
            <a:extLst>
              <a:ext uri="{FF2B5EF4-FFF2-40B4-BE49-F238E27FC236}">
                <a16:creationId xmlns:a16="http://schemas.microsoft.com/office/drawing/2014/main" id="{664505C9-D4BA-4250-A2F4-CCFE46BCA2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87488" y="1244600"/>
            <a:ext cx="223837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3598" name="Rectangle 53">
            <a:extLst>
              <a:ext uri="{FF2B5EF4-FFF2-40B4-BE49-F238E27FC236}">
                <a16:creationId xmlns:a16="http://schemas.microsoft.com/office/drawing/2014/main" id="{A33A6302-934C-4F28-A00C-AC4110F612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79563" y="1341438"/>
            <a:ext cx="141287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i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3599" name="Rectangle 54">
            <a:extLst>
              <a:ext uri="{FF2B5EF4-FFF2-40B4-BE49-F238E27FC236}">
                <a16:creationId xmlns:a16="http://schemas.microsoft.com/office/drawing/2014/main" id="{00AE9549-4E6E-4324-9EC6-835FC8A00E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87488" y="1525588"/>
            <a:ext cx="223837" cy="27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y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3600" name="Rectangle 55">
            <a:extLst>
              <a:ext uri="{FF2B5EF4-FFF2-40B4-BE49-F238E27FC236}">
                <a16:creationId xmlns:a16="http://schemas.microsoft.com/office/drawing/2014/main" id="{0CF4D440-C08E-4BC9-A61E-7294100DB8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77975" y="1622425"/>
            <a:ext cx="141288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i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3601" name="Rectangle 56">
            <a:extLst>
              <a:ext uri="{FF2B5EF4-FFF2-40B4-BE49-F238E27FC236}">
                <a16:creationId xmlns:a16="http://schemas.microsoft.com/office/drawing/2014/main" id="{9CF98D47-FF9C-4BEC-914E-5F52B2A5ED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72338" y="1385888"/>
            <a:ext cx="223837" cy="27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3602" name="Rectangle 57">
            <a:extLst>
              <a:ext uri="{FF2B5EF4-FFF2-40B4-BE49-F238E27FC236}">
                <a16:creationId xmlns:a16="http://schemas.microsoft.com/office/drawing/2014/main" id="{D18B05B6-2176-4C51-B4A2-F7B9BD8002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64413" y="1482725"/>
            <a:ext cx="141287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i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3603" name="Rectangle 58">
            <a:extLst>
              <a:ext uri="{FF2B5EF4-FFF2-40B4-BE49-F238E27FC236}">
                <a16:creationId xmlns:a16="http://schemas.microsoft.com/office/drawing/2014/main" id="{A0CA1D3E-7AAA-46A4-9F6F-5811EBE857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1263" y="1482725"/>
            <a:ext cx="176212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3604" name="Rectangle 59">
            <a:extLst>
              <a:ext uri="{FF2B5EF4-FFF2-40B4-BE49-F238E27FC236}">
                <a16:creationId xmlns:a16="http://schemas.microsoft.com/office/drawing/2014/main" id="{F7D38CC3-85A2-4D66-A383-0E2250B8BC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40613" y="1482725"/>
            <a:ext cx="185737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3605" name="Rectangle 60">
            <a:extLst>
              <a:ext uri="{FF2B5EF4-FFF2-40B4-BE49-F238E27FC236}">
                <a16:creationId xmlns:a16="http://schemas.microsoft.com/office/drawing/2014/main" id="{2D4DD4F5-9BCC-4A7A-8836-7B636FF7F7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6625" y="936625"/>
            <a:ext cx="212725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3629" name="Rectangle 96">
            <a:extLst>
              <a:ext uri="{FF2B5EF4-FFF2-40B4-BE49-F238E27FC236}">
                <a16:creationId xmlns:a16="http://schemas.microsoft.com/office/drawing/2014/main" id="{D61DCE1E-4DAF-433B-8C37-78B303DA3E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66000" y="1031875"/>
            <a:ext cx="141288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i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3651" name="Title 1">
            <a:extLst>
              <a:ext uri="{FF2B5EF4-FFF2-40B4-BE49-F238E27FC236}">
                <a16:creationId xmlns:a16="http://schemas.microsoft.com/office/drawing/2014/main" id="{2B01344D-5E5F-42A6-B56A-C49B741B7417}"/>
              </a:ext>
            </a:extLst>
          </p:cNvPr>
          <p:cNvSpPr txBox="1">
            <a:spLocks/>
          </p:cNvSpPr>
          <p:nvPr/>
        </p:nvSpPr>
        <p:spPr bwMode="auto">
          <a:xfrm>
            <a:off x="0" y="20638"/>
            <a:ext cx="91440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A Full-adder circuit</a:t>
            </a:r>
          </a:p>
        </p:txBody>
      </p:sp>
      <p:grpSp>
        <p:nvGrpSpPr>
          <p:cNvPr id="108" name="Group 8">
            <a:extLst>
              <a:ext uri="{FF2B5EF4-FFF2-40B4-BE49-F238E27FC236}">
                <a16:creationId xmlns:a16="http://schemas.microsoft.com/office/drawing/2014/main" id="{757E21F0-FCEF-4DB7-AE4B-8508CFDF1E30}"/>
              </a:ext>
            </a:extLst>
          </p:cNvPr>
          <p:cNvGrpSpPr>
            <a:grpSpLocks/>
          </p:cNvGrpSpPr>
          <p:nvPr/>
        </p:nvGrpSpPr>
        <p:grpSpPr bwMode="auto">
          <a:xfrm>
            <a:off x="990600" y="2362200"/>
            <a:ext cx="7797800" cy="3843337"/>
            <a:chOff x="533400" y="1600200"/>
            <a:chExt cx="8482860" cy="4577762"/>
          </a:xfrm>
        </p:grpSpPr>
        <p:pic>
          <p:nvPicPr>
            <p:cNvPr id="109" name="Picture 2" descr="Screen shot 2013-10-02 at 3.27.17 PM.png">
              <a:extLst>
                <a:ext uri="{FF2B5EF4-FFF2-40B4-BE49-F238E27FC236}">
                  <a16:creationId xmlns:a16="http://schemas.microsoft.com/office/drawing/2014/main" id="{3570029E-38FE-4770-8673-E77CB4A3ABD6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3400" y="1600200"/>
              <a:ext cx="6172200" cy="4577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0" name="Picture 5" descr="Screen shot 2013-10-02 at 3.41.08 PM.png">
              <a:extLst>
                <a:ext uri="{FF2B5EF4-FFF2-40B4-BE49-F238E27FC236}">
                  <a16:creationId xmlns:a16="http://schemas.microsoft.com/office/drawing/2014/main" id="{595B7EB3-3087-476A-8C01-83E04436FCE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2133601"/>
              <a:ext cx="2438400" cy="4981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1" name="Picture 7" descr="Screen shot 2013-10-02 at 3.41.14 PM.png">
              <a:extLst>
                <a:ext uri="{FF2B5EF4-FFF2-40B4-BE49-F238E27FC236}">
                  <a16:creationId xmlns:a16="http://schemas.microsoft.com/office/drawing/2014/main" id="{80113CBF-B56A-4CC9-AF0D-08F93837264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20660" y="4468916"/>
              <a:ext cx="2895600" cy="5061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7" name="Rectangle 23">
            <a:extLst>
              <a:ext uri="{FF2B5EF4-FFF2-40B4-BE49-F238E27FC236}">
                <a16:creationId xmlns:a16="http://schemas.microsoft.com/office/drawing/2014/main" id="{8FF37F26-1BE4-48D1-8AE1-DC497D4D41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09838" y="1522413"/>
            <a:ext cx="906462" cy="590550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4578" name="Freeform 24">
            <a:extLst>
              <a:ext uri="{FF2B5EF4-FFF2-40B4-BE49-F238E27FC236}">
                <a16:creationId xmlns:a16="http://schemas.microsoft.com/office/drawing/2014/main" id="{AA80D39C-852C-45B8-9DE9-2714E5D10088}"/>
              </a:ext>
            </a:extLst>
          </p:cNvPr>
          <p:cNvSpPr>
            <a:spLocks/>
          </p:cNvSpPr>
          <p:nvPr/>
        </p:nvSpPr>
        <p:spPr bwMode="auto">
          <a:xfrm>
            <a:off x="2362200" y="1649413"/>
            <a:ext cx="125413" cy="42862"/>
          </a:xfrm>
          <a:custGeom>
            <a:avLst/>
            <a:gdLst>
              <a:gd name="T0" fmla="*/ 0 w 160"/>
              <a:gd name="T1" fmla="*/ 2147483646 h 54"/>
              <a:gd name="T2" fmla="*/ 2147483646 w 160"/>
              <a:gd name="T3" fmla="*/ 2147483646 h 54"/>
              <a:gd name="T4" fmla="*/ 0 w 160"/>
              <a:gd name="T5" fmla="*/ 0 h 54"/>
              <a:gd name="T6" fmla="*/ 0 w 160"/>
              <a:gd name="T7" fmla="*/ 2147483646 h 54"/>
              <a:gd name="T8" fmla="*/ 0 w 160"/>
              <a:gd name="T9" fmla="*/ 2147483646 h 5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60"/>
              <a:gd name="T16" fmla="*/ 0 h 54"/>
              <a:gd name="T17" fmla="*/ 160 w 160"/>
              <a:gd name="T18" fmla="*/ 54 h 5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60" h="54">
                <a:moveTo>
                  <a:pt x="0" y="54"/>
                </a:moveTo>
                <a:lnTo>
                  <a:pt x="160" y="27"/>
                </a:lnTo>
                <a:lnTo>
                  <a:pt x="0" y="0"/>
                </a:lnTo>
                <a:lnTo>
                  <a:pt x="0" y="27"/>
                </a:lnTo>
                <a:lnTo>
                  <a:pt x="0" y="5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4579" name="Line 25">
            <a:extLst>
              <a:ext uri="{FF2B5EF4-FFF2-40B4-BE49-F238E27FC236}">
                <a16:creationId xmlns:a16="http://schemas.microsoft.com/office/drawing/2014/main" id="{29AFE7AD-2AFA-4DD4-88BF-4511A67EAB6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54163" y="1670050"/>
            <a:ext cx="785812" cy="1746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4580" name="Freeform 26">
            <a:extLst>
              <a:ext uri="{FF2B5EF4-FFF2-40B4-BE49-F238E27FC236}">
                <a16:creationId xmlns:a16="http://schemas.microsoft.com/office/drawing/2014/main" id="{AA026BA9-1E6D-4C0A-9D9F-93F271A4AEBD}"/>
              </a:ext>
            </a:extLst>
          </p:cNvPr>
          <p:cNvSpPr>
            <a:spLocks/>
          </p:cNvSpPr>
          <p:nvPr/>
        </p:nvSpPr>
        <p:spPr bwMode="auto">
          <a:xfrm>
            <a:off x="2362200" y="1944688"/>
            <a:ext cx="125413" cy="42862"/>
          </a:xfrm>
          <a:custGeom>
            <a:avLst/>
            <a:gdLst>
              <a:gd name="T0" fmla="*/ 0 w 160"/>
              <a:gd name="T1" fmla="*/ 2147483646 h 54"/>
              <a:gd name="T2" fmla="*/ 2147483646 w 160"/>
              <a:gd name="T3" fmla="*/ 2147483646 h 54"/>
              <a:gd name="T4" fmla="*/ 0 w 160"/>
              <a:gd name="T5" fmla="*/ 0 h 54"/>
              <a:gd name="T6" fmla="*/ 0 w 160"/>
              <a:gd name="T7" fmla="*/ 2147483646 h 54"/>
              <a:gd name="T8" fmla="*/ 0 w 160"/>
              <a:gd name="T9" fmla="*/ 2147483646 h 5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60"/>
              <a:gd name="T16" fmla="*/ 0 h 54"/>
              <a:gd name="T17" fmla="*/ 160 w 160"/>
              <a:gd name="T18" fmla="*/ 54 h 5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60" h="54">
                <a:moveTo>
                  <a:pt x="0" y="54"/>
                </a:moveTo>
                <a:lnTo>
                  <a:pt x="160" y="27"/>
                </a:lnTo>
                <a:lnTo>
                  <a:pt x="0" y="0"/>
                </a:lnTo>
                <a:lnTo>
                  <a:pt x="0" y="27"/>
                </a:lnTo>
                <a:lnTo>
                  <a:pt x="0" y="5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4581" name="Line 27">
            <a:extLst>
              <a:ext uri="{FF2B5EF4-FFF2-40B4-BE49-F238E27FC236}">
                <a16:creationId xmlns:a16="http://schemas.microsoft.com/office/drawing/2014/main" id="{6CE3E0A3-AD6C-459C-A917-815DE47C872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54163" y="1965325"/>
            <a:ext cx="785812" cy="63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4582" name="Freeform 28">
            <a:extLst>
              <a:ext uri="{FF2B5EF4-FFF2-40B4-BE49-F238E27FC236}">
                <a16:creationId xmlns:a16="http://schemas.microsoft.com/office/drawing/2014/main" id="{063061E5-B6C2-4398-AC4B-DCDE3AD2153C}"/>
              </a:ext>
            </a:extLst>
          </p:cNvPr>
          <p:cNvSpPr>
            <a:spLocks/>
          </p:cNvSpPr>
          <p:nvPr/>
        </p:nvSpPr>
        <p:spPr bwMode="auto">
          <a:xfrm>
            <a:off x="4154488" y="1649413"/>
            <a:ext cx="127000" cy="42862"/>
          </a:xfrm>
          <a:custGeom>
            <a:avLst/>
            <a:gdLst>
              <a:gd name="T0" fmla="*/ 0 w 159"/>
              <a:gd name="T1" fmla="*/ 2147483646 h 54"/>
              <a:gd name="T2" fmla="*/ 2147483646 w 159"/>
              <a:gd name="T3" fmla="*/ 2147483646 h 54"/>
              <a:gd name="T4" fmla="*/ 0 w 159"/>
              <a:gd name="T5" fmla="*/ 0 h 54"/>
              <a:gd name="T6" fmla="*/ 0 w 159"/>
              <a:gd name="T7" fmla="*/ 2147483646 h 54"/>
              <a:gd name="T8" fmla="*/ 0 w 159"/>
              <a:gd name="T9" fmla="*/ 2147483646 h 5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54"/>
              <a:gd name="T17" fmla="*/ 159 w 159"/>
              <a:gd name="T18" fmla="*/ 54 h 5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54">
                <a:moveTo>
                  <a:pt x="0" y="54"/>
                </a:moveTo>
                <a:lnTo>
                  <a:pt x="159" y="27"/>
                </a:lnTo>
                <a:lnTo>
                  <a:pt x="0" y="0"/>
                </a:lnTo>
                <a:lnTo>
                  <a:pt x="0" y="27"/>
                </a:lnTo>
                <a:lnTo>
                  <a:pt x="0" y="54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4583" name="Line 29">
            <a:extLst>
              <a:ext uri="{FF2B5EF4-FFF2-40B4-BE49-F238E27FC236}">
                <a16:creationId xmlns:a16="http://schemas.microsoft.com/office/drawing/2014/main" id="{CDA63372-9261-4DE0-BB06-3546653CA10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416300" y="1670050"/>
            <a:ext cx="7175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4584" name="Line 30">
            <a:extLst>
              <a:ext uri="{FF2B5EF4-FFF2-40B4-BE49-F238E27FC236}">
                <a16:creationId xmlns:a16="http://schemas.microsoft.com/office/drawing/2014/main" id="{A5E9206D-0961-4B0D-89DC-7D6D540B4BA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416300" y="1965325"/>
            <a:ext cx="2382838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4585" name="Rectangle 31">
            <a:extLst>
              <a:ext uri="{FF2B5EF4-FFF2-40B4-BE49-F238E27FC236}">
                <a16:creationId xmlns:a16="http://schemas.microsoft.com/office/drawing/2014/main" id="{BD220EF0-5AA7-4ABA-BA63-22AC91402B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02125" y="1227138"/>
            <a:ext cx="906463" cy="590550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4586" name="Freeform 32">
            <a:extLst>
              <a:ext uri="{FF2B5EF4-FFF2-40B4-BE49-F238E27FC236}">
                <a16:creationId xmlns:a16="http://schemas.microsoft.com/office/drawing/2014/main" id="{41F29578-7E7F-40F4-9556-199BAAE59B3A}"/>
              </a:ext>
            </a:extLst>
          </p:cNvPr>
          <p:cNvSpPr>
            <a:spLocks/>
          </p:cNvSpPr>
          <p:nvPr/>
        </p:nvSpPr>
        <p:spPr bwMode="auto">
          <a:xfrm>
            <a:off x="4154488" y="1354138"/>
            <a:ext cx="127000" cy="42862"/>
          </a:xfrm>
          <a:custGeom>
            <a:avLst/>
            <a:gdLst>
              <a:gd name="T0" fmla="*/ 0 w 159"/>
              <a:gd name="T1" fmla="*/ 2147483646 h 54"/>
              <a:gd name="T2" fmla="*/ 2147483646 w 159"/>
              <a:gd name="T3" fmla="*/ 2147483646 h 54"/>
              <a:gd name="T4" fmla="*/ 0 w 159"/>
              <a:gd name="T5" fmla="*/ 0 h 54"/>
              <a:gd name="T6" fmla="*/ 0 w 159"/>
              <a:gd name="T7" fmla="*/ 2147483646 h 54"/>
              <a:gd name="T8" fmla="*/ 0 w 159"/>
              <a:gd name="T9" fmla="*/ 2147483646 h 5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54"/>
              <a:gd name="T17" fmla="*/ 159 w 159"/>
              <a:gd name="T18" fmla="*/ 54 h 5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54">
                <a:moveTo>
                  <a:pt x="0" y="54"/>
                </a:moveTo>
                <a:lnTo>
                  <a:pt x="159" y="27"/>
                </a:lnTo>
                <a:lnTo>
                  <a:pt x="0" y="0"/>
                </a:lnTo>
                <a:lnTo>
                  <a:pt x="0" y="27"/>
                </a:lnTo>
                <a:lnTo>
                  <a:pt x="0" y="54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4587" name="Line 33">
            <a:extLst>
              <a:ext uri="{FF2B5EF4-FFF2-40B4-BE49-F238E27FC236}">
                <a16:creationId xmlns:a16="http://schemas.microsoft.com/office/drawing/2014/main" id="{78652D3D-888B-44F9-AA41-FC892D816C1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54163" y="1374775"/>
            <a:ext cx="2579687" cy="285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4588" name="Line 34">
            <a:extLst>
              <a:ext uri="{FF2B5EF4-FFF2-40B4-BE49-F238E27FC236}">
                <a16:creationId xmlns:a16="http://schemas.microsoft.com/office/drawing/2014/main" id="{3A61939C-E96A-42D3-9397-0AF7C9CB9AA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208588" y="1376363"/>
            <a:ext cx="169545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4589" name="Line 35">
            <a:extLst>
              <a:ext uri="{FF2B5EF4-FFF2-40B4-BE49-F238E27FC236}">
                <a16:creationId xmlns:a16="http://schemas.microsoft.com/office/drawing/2014/main" id="{D7DF1059-A409-4810-9BA6-A6E388FE356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08588" y="1670050"/>
            <a:ext cx="5905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4590" name="Rectangle 36">
            <a:extLst>
              <a:ext uri="{FF2B5EF4-FFF2-40B4-BE49-F238E27FC236}">
                <a16:creationId xmlns:a16="http://schemas.microsoft.com/office/drawing/2014/main" id="{EB741F0C-25E7-4EAC-A69E-5C5510FE69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5750" y="1725613"/>
            <a:ext cx="37465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HA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4591" name="Line 37">
            <a:extLst>
              <a:ext uri="{FF2B5EF4-FFF2-40B4-BE49-F238E27FC236}">
                <a16:creationId xmlns:a16="http://schemas.microsoft.com/office/drawing/2014/main" id="{6363F662-3F12-4BE9-B9C1-DD98D4CBA978}"/>
              </a:ext>
            </a:extLst>
          </p:cNvPr>
          <p:cNvSpPr>
            <a:spLocks noChangeShapeType="1"/>
          </p:cNvSpPr>
          <p:nvPr/>
        </p:nvSpPr>
        <p:spPr bwMode="auto">
          <a:xfrm>
            <a:off x="5799138" y="1670050"/>
            <a:ext cx="31750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4592" name="Line 38">
            <a:extLst>
              <a:ext uri="{FF2B5EF4-FFF2-40B4-BE49-F238E27FC236}">
                <a16:creationId xmlns:a16="http://schemas.microsoft.com/office/drawing/2014/main" id="{4358038F-57D0-45C8-A0EB-CFEC60B8C57A}"/>
              </a:ext>
            </a:extLst>
          </p:cNvPr>
          <p:cNvSpPr>
            <a:spLocks noChangeShapeType="1"/>
          </p:cNvSpPr>
          <p:nvPr/>
        </p:nvSpPr>
        <p:spPr bwMode="auto">
          <a:xfrm>
            <a:off x="5799138" y="1965325"/>
            <a:ext cx="31750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4593" name="Freeform 40">
            <a:extLst>
              <a:ext uri="{FF2B5EF4-FFF2-40B4-BE49-F238E27FC236}">
                <a16:creationId xmlns:a16="http://schemas.microsoft.com/office/drawing/2014/main" id="{7D17F4BA-F008-4CBB-B23D-0B780076CCB1}"/>
              </a:ext>
            </a:extLst>
          </p:cNvPr>
          <p:cNvSpPr>
            <a:spLocks/>
          </p:cNvSpPr>
          <p:nvPr/>
        </p:nvSpPr>
        <p:spPr bwMode="auto">
          <a:xfrm>
            <a:off x="6078538" y="1568450"/>
            <a:ext cx="631825" cy="250825"/>
          </a:xfrm>
          <a:custGeom>
            <a:avLst/>
            <a:gdLst>
              <a:gd name="T0" fmla="*/ 2147483646 w 794"/>
              <a:gd name="T1" fmla="*/ 0 h 316"/>
              <a:gd name="T2" fmla="*/ 2147483646 w 794"/>
              <a:gd name="T3" fmla="*/ 2147483646 h 316"/>
              <a:gd name="T4" fmla="*/ 2147483646 w 794"/>
              <a:gd name="T5" fmla="*/ 2147483646 h 316"/>
              <a:gd name="T6" fmla="*/ 2147483646 w 794"/>
              <a:gd name="T7" fmla="*/ 2147483646 h 316"/>
              <a:gd name="T8" fmla="*/ 2147483646 w 794"/>
              <a:gd name="T9" fmla="*/ 2147483646 h 316"/>
              <a:gd name="T10" fmla="*/ 2147483646 w 794"/>
              <a:gd name="T11" fmla="*/ 2147483646 h 316"/>
              <a:gd name="T12" fmla="*/ 2147483646 w 794"/>
              <a:gd name="T13" fmla="*/ 2147483646 h 316"/>
              <a:gd name="T14" fmla="*/ 2147483646 w 794"/>
              <a:gd name="T15" fmla="*/ 2147483646 h 316"/>
              <a:gd name="T16" fmla="*/ 2147483646 w 794"/>
              <a:gd name="T17" fmla="*/ 2147483646 h 316"/>
              <a:gd name="T18" fmla="*/ 2147483646 w 794"/>
              <a:gd name="T19" fmla="*/ 2147483646 h 316"/>
              <a:gd name="T20" fmla="*/ 2147483646 w 794"/>
              <a:gd name="T21" fmla="*/ 2147483646 h 316"/>
              <a:gd name="T22" fmla="*/ 2147483646 w 794"/>
              <a:gd name="T23" fmla="*/ 2147483646 h 316"/>
              <a:gd name="T24" fmla="*/ 2147483646 w 794"/>
              <a:gd name="T25" fmla="*/ 2147483646 h 316"/>
              <a:gd name="T26" fmla="*/ 2147483646 w 794"/>
              <a:gd name="T27" fmla="*/ 2147483646 h 316"/>
              <a:gd name="T28" fmla="*/ 2147483646 w 794"/>
              <a:gd name="T29" fmla="*/ 2147483646 h 316"/>
              <a:gd name="T30" fmla="*/ 2147483646 w 794"/>
              <a:gd name="T31" fmla="*/ 2147483646 h 316"/>
              <a:gd name="T32" fmla="*/ 2147483646 w 794"/>
              <a:gd name="T33" fmla="*/ 2147483646 h 316"/>
              <a:gd name="T34" fmla="*/ 2147483646 w 794"/>
              <a:gd name="T35" fmla="*/ 2147483646 h 316"/>
              <a:gd name="T36" fmla="*/ 2147483646 w 794"/>
              <a:gd name="T37" fmla="*/ 2147483646 h 316"/>
              <a:gd name="T38" fmla="*/ 2147483646 w 794"/>
              <a:gd name="T39" fmla="*/ 2147483646 h 316"/>
              <a:gd name="T40" fmla="*/ 2147483646 w 794"/>
              <a:gd name="T41" fmla="*/ 2147483646 h 316"/>
              <a:gd name="T42" fmla="*/ 2147483646 w 794"/>
              <a:gd name="T43" fmla="*/ 2147483646 h 316"/>
              <a:gd name="T44" fmla="*/ 2147483646 w 794"/>
              <a:gd name="T45" fmla="*/ 2147483646 h 316"/>
              <a:gd name="T46" fmla="*/ 2147483646 w 794"/>
              <a:gd name="T47" fmla="*/ 2147483646 h 316"/>
              <a:gd name="T48" fmla="*/ 2147483646 w 794"/>
              <a:gd name="T49" fmla="*/ 2147483646 h 316"/>
              <a:gd name="T50" fmla="*/ 2147483646 w 794"/>
              <a:gd name="T51" fmla="*/ 2147483646 h 316"/>
              <a:gd name="T52" fmla="*/ 2147483646 w 794"/>
              <a:gd name="T53" fmla="*/ 2147483646 h 316"/>
              <a:gd name="T54" fmla="*/ 2147483646 w 794"/>
              <a:gd name="T55" fmla="*/ 2147483646 h 316"/>
              <a:gd name="T56" fmla="*/ 2147483646 w 794"/>
              <a:gd name="T57" fmla="*/ 2147483646 h 316"/>
              <a:gd name="T58" fmla="*/ 2147483646 w 794"/>
              <a:gd name="T59" fmla="*/ 2147483646 h 316"/>
              <a:gd name="T60" fmla="*/ 2147483646 w 794"/>
              <a:gd name="T61" fmla="*/ 2147483646 h 316"/>
              <a:gd name="T62" fmla="*/ 2147483646 w 794"/>
              <a:gd name="T63" fmla="*/ 2147483646 h 316"/>
              <a:gd name="T64" fmla="*/ 2147483646 w 794"/>
              <a:gd name="T65" fmla="*/ 2147483646 h 316"/>
              <a:gd name="T66" fmla="*/ 2147483646 w 794"/>
              <a:gd name="T67" fmla="*/ 2147483646 h 316"/>
              <a:gd name="T68" fmla="*/ 2147483646 w 794"/>
              <a:gd name="T69" fmla="*/ 2147483646 h 316"/>
              <a:gd name="T70" fmla="*/ 2147483646 w 794"/>
              <a:gd name="T71" fmla="*/ 2147483646 h 316"/>
              <a:gd name="T72" fmla="*/ 2147483646 w 794"/>
              <a:gd name="T73" fmla="*/ 2147483646 h 316"/>
              <a:gd name="T74" fmla="*/ 2147483646 w 794"/>
              <a:gd name="T75" fmla="*/ 2147483646 h 316"/>
              <a:gd name="T76" fmla="*/ 2147483646 w 794"/>
              <a:gd name="T77" fmla="*/ 2147483646 h 316"/>
              <a:gd name="T78" fmla="*/ 2147483646 w 794"/>
              <a:gd name="T79" fmla="*/ 2147483646 h 316"/>
              <a:gd name="T80" fmla="*/ 2147483646 w 794"/>
              <a:gd name="T81" fmla="*/ 2147483646 h 316"/>
              <a:gd name="T82" fmla="*/ 2147483646 w 794"/>
              <a:gd name="T83" fmla="*/ 2147483646 h 316"/>
              <a:gd name="T84" fmla="*/ 2147483646 w 794"/>
              <a:gd name="T85" fmla="*/ 2147483646 h 316"/>
              <a:gd name="T86" fmla="*/ 2147483646 w 794"/>
              <a:gd name="T87" fmla="*/ 2147483646 h 316"/>
              <a:gd name="T88" fmla="*/ 2147483646 w 794"/>
              <a:gd name="T89" fmla="*/ 2147483646 h 316"/>
              <a:gd name="T90" fmla="*/ 2147483646 w 794"/>
              <a:gd name="T91" fmla="*/ 2147483646 h 316"/>
              <a:gd name="T92" fmla="*/ 2147483646 w 794"/>
              <a:gd name="T93" fmla="*/ 2147483646 h 316"/>
              <a:gd name="T94" fmla="*/ 2147483646 w 794"/>
              <a:gd name="T95" fmla="*/ 2147483646 h 316"/>
              <a:gd name="T96" fmla="*/ 2147483646 w 794"/>
              <a:gd name="T97" fmla="*/ 2147483646 h 316"/>
              <a:gd name="T98" fmla="*/ 2147483646 w 794"/>
              <a:gd name="T99" fmla="*/ 2147483646 h 316"/>
              <a:gd name="T100" fmla="*/ 2147483646 w 794"/>
              <a:gd name="T101" fmla="*/ 2147483646 h 316"/>
              <a:gd name="T102" fmla="*/ 2147483646 w 794"/>
              <a:gd name="T103" fmla="*/ 2147483646 h 316"/>
              <a:gd name="T104" fmla="*/ 2147483646 w 794"/>
              <a:gd name="T105" fmla="*/ 2147483646 h 316"/>
              <a:gd name="T106" fmla="*/ 2147483646 w 794"/>
              <a:gd name="T107" fmla="*/ 2147483646 h 316"/>
              <a:gd name="T108" fmla="*/ 2147483646 w 794"/>
              <a:gd name="T109" fmla="*/ 2147483646 h 316"/>
              <a:gd name="T110" fmla="*/ 2147483646 w 794"/>
              <a:gd name="T111" fmla="*/ 2147483646 h 316"/>
              <a:gd name="T112" fmla="*/ 2147483646 w 794"/>
              <a:gd name="T113" fmla="*/ 2147483646 h 316"/>
              <a:gd name="T114" fmla="*/ 2147483646 w 794"/>
              <a:gd name="T115" fmla="*/ 2147483646 h 316"/>
              <a:gd name="T116" fmla="*/ 2147483646 w 794"/>
              <a:gd name="T117" fmla="*/ 2147483646 h 316"/>
              <a:gd name="T118" fmla="*/ 2147483646 w 794"/>
              <a:gd name="T119" fmla="*/ 2147483646 h 316"/>
              <a:gd name="T120" fmla="*/ 2147483646 w 794"/>
              <a:gd name="T121" fmla="*/ 2147483646 h 31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6"/>
              <a:gd name="T185" fmla="*/ 794 w 794"/>
              <a:gd name="T186" fmla="*/ 316 h 31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6">
                <a:moveTo>
                  <a:pt x="0" y="0"/>
                </a:moveTo>
                <a:lnTo>
                  <a:pt x="30" y="0"/>
                </a:lnTo>
                <a:lnTo>
                  <a:pt x="59" y="0"/>
                </a:lnTo>
                <a:lnTo>
                  <a:pt x="86" y="0"/>
                </a:lnTo>
                <a:lnTo>
                  <a:pt x="110" y="0"/>
                </a:lnTo>
                <a:lnTo>
                  <a:pt x="134" y="0"/>
                </a:lnTo>
                <a:lnTo>
                  <a:pt x="155" y="0"/>
                </a:lnTo>
                <a:lnTo>
                  <a:pt x="175" y="0"/>
                </a:lnTo>
                <a:lnTo>
                  <a:pt x="194" y="0"/>
                </a:lnTo>
                <a:lnTo>
                  <a:pt x="211" y="0"/>
                </a:lnTo>
                <a:lnTo>
                  <a:pt x="227" y="0"/>
                </a:lnTo>
                <a:lnTo>
                  <a:pt x="240" y="0"/>
                </a:lnTo>
                <a:lnTo>
                  <a:pt x="253" y="1"/>
                </a:lnTo>
                <a:lnTo>
                  <a:pt x="265" y="1"/>
                </a:lnTo>
                <a:lnTo>
                  <a:pt x="276" y="1"/>
                </a:lnTo>
                <a:lnTo>
                  <a:pt x="287" y="1"/>
                </a:lnTo>
                <a:lnTo>
                  <a:pt x="296" y="1"/>
                </a:lnTo>
                <a:lnTo>
                  <a:pt x="304" y="1"/>
                </a:lnTo>
                <a:lnTo>
                  <a:pt x="311" y="1"/>
                </a:lnTo>
                <a:lnTo>
                  <a:pt x="317" y="1"/>
                </a:lnTo>
                <a:lnTo>
                  <a:pt x="322" y="1"/>
                </a:lnTo>
                <a:lnTo>
                  <a:pt x="328" y="1"/>
                </a:lnTo>
                <a:lnTo>
                  <a:pt x="332" y="1"/>
                </a:lnTo>
                <a:lnTo>
                  <a:pt x="336" y="1"/>
                </a:lnTo>
                <a:lnTo>
                  <a:pt x="338" y="1"/>
                </a:lnTo>
                <a:lnTo>
                  <a:pt x="342" y="1"/>
                </a:lnTo>
                <a:lnTo>
                  <a:pt x="345" y="1"/>
                </a:lnTo>
                <a:lnTo>
                  <a:pt x="348" y="1"/>
                </a:lnTo>
                <a:lnTo>
                  <a:pt x="349" y="1"/>
                </a:lnTo>
                <a:lnTo>
                  <a:pt x="352" y="1"/>
                </a:lnTo>
                <a:lnTo>
                  <a:pt x="353" y="1"/>
                </a:lnTo>
                <a:lnTo>
                  <a:pt x="356" y="3"/>
                </a:lnTo>
                <a:lnTo>
                  <a:pt x="358" y="3"/>
                </a:lnTo>
                <a:lnTo>
                  <a:pt x="360" y="3"/>
                </a:lnTo>
                <a:lnTo>
                  <a:pt x="362" y="3"/>
                </a:lnTo>
                <a:lnTo>
                  <a:pt x="364" y="3"/>
                </a:lnTo>
                <a:lnTo>
                  <a:pt x="366" y="3"/>
                </a:lnTo>
                <a:lnTo>
                  <a:pt x="368" y="3"/>
                </a:lnTo>
                <a:lnTo>
                  <a:pt x="369" y="3"/>
                </a:lnTo>
                <a:lnTo>
                  <a:pt x="370" y="3"/>
                </a:lnTo>
                <a:lnTo>
                  <a:pt x="372" y="3"/>
                </a:lnTo>
                <a:lnTo>
                  <a:pt x="374" y="4"/>
                </a:lnTo>
                <a:lnTo>
                  <a:pt x="376" y="4"/>
                </a:lnTo>
                <a:lnTo>
                  <a:pt x="377" y="4"/>
                </a:lnTo>
                <a:lnTo>
                  <a:pt x="378" y="4"/>
                </a:lnTo>
                <a:lnTo>
                  <a:pt x="380" y="4"/>
                </a:lnTo>
                <a:lnTo>
                  <a:pt x="381" y="4"/>
                </a:lnTo>
                <a:lnTo>
                  <a:pt x="382" y="4"/>
                </a:lnTo>
                <a:lnTo>
                  <a:pt x="384" y="4"/>
                </a:lnTo>
                <a:lnTo>
                  <a:pt x="385" y="4"/>
                </a:lnTo>
                <a:lnTo>
                  <a:pt x="386" y="5"/>
                </a:lnTo>
                <a:lnTo>
                  <a:pt x="388" y="5"/>
                </a:lnTo>
                <a:lnTo>
                  <a:pt x="389" y="5"/>
                </a:lnTo>
                <a:lnTo>
                  <a:pt x="390" y="5"/>
                </a:lnTo>
                <a:lnTo>
                  <a:pt x="392" y="5"/>
                </a:lnTo>
                <a:lnTo>
                  <a:pt x="393" y="5"/>
                </a:lnTo>
                <a:lnTo>
                  <a:pt x="394" y="5"/>
                </a:lnTo>
                <a:lnTo>
                  <a:pt x="396" y="5"/>
                </a:lnTo>
                <a:lnTo>
                  <a:pt x="398" y="7"/>
                </a:lnTo>
                <a:lnTo>
                  <a:pt x="400" y="7"/>
                </a:lnTo>
                <a:lnTo>
                  <a:pt x="401" y="7"/>
                </a:lnTo>
                <a:lnTo>
                  <a:pt x="404" y="7"/>
                </a:lnTo>
                <a:lnTo>
                  <a:pt x="405" y="7"/>
                </a:lnTo>
                <a:lnTo>
                  <a:pt x="408" y="8"/>
                </a:lnTo>
                <a:lnTo>
                  <a:pt x="410" y="8"/>
                </a:lnTo>
                <a:lnTo>
                  <a:pt x="412" y="8"/>
                </a:lnTo>
                <a:lnTo>
                  <a:pt x="413" y="8"/>
                </a:lnTo>
                <a:lnTo>
                  <a:pt x="415" y="9"/>
                </a:lnTo>
                <a:lnTo>
                  <a:pt x="417" y="9"/>
                </a:lnTo>
                <a:lnTo>
                  <a:pt x="418" y="9"/>
                </a:lnTo>
                <a:lnTo>
                  <a:pt x="419" y="9"/>
                </a:lnTo>
                <a:lnTo>
                  <a:pt x="421" y="9"/>
                </a:lnTo>
                <a:lnTo>
                  <a:pt x="422" y="9"/>
                </a:lnTo>
                <a:lnTo>
                  <a:pt x="423" y="11"/>
                </a:lnTo>
                <a:lnTo>
                  <a:pt x="425" y="11"/>
                </a:lnTo>
                <a:lnTo>
                  <a:pt x="426" y="11"/>
                </a:lnTo>
                <a:lnTo>
                  <a:pt x="427" y="11"/>
                </a:lnTo>
                <a:lnTo>
                  <a:pt x="429" y="11"/>
                </a:lnTo>
                <a:lnTo>
                  <a:pt x="430" y="12"/>
                </a:lnTo>
                <a:lnTo>
                  <a:pt x="431" y="12"/>
                </a:lnTo>
                <a:lnTo>
                  <a:pt x="433" y="12"/>
                </a:lnTo>
                <a:lnTo>
                  <a:pt x="434" y="12"/>
                </a:lnTo>
                <a:lnTo>
                  <a:pt x="435" y="13"/>
                </a:lnTo>
                <a:lnTo>
                  <a:pt x="437" y="13"/>
                </a:lnTo>
                <a:lnTo>
                  <a:pt x="438" y="13"/>
                </a:lnTo>
                <a:lnTo>
                  <a:pt x="439" y="15"/>
                </a:lnTo>
                <a:lnTo>
                  <a:pt x="441" y="15"/>
                </a:lnTo>
                <a:lnTo>
                  <a:pt x="442" y="15"/>
                </a:lnTo>
                <a:lnTo>
                  <a:pt x="445" y="16"/>
                </a:lnTo>
                <a:lnTo>
                  <a:pt x="446" y="16"/>
                </a:lnTo>
                <a:lnTo>
                  <a:pt x="449" y="17"/>
                </a:lnTo>
                <a:lnTo>
                  <a:pt x="450" y="17"/>
                </a:lnTo>
                <a:lnTo>
                  <a:pt x="453" y="19"/>
                </a:lnTo>
                <a:lnTo>
                  <a:pt x="455" y="19"/>
                </a:lnTo>
                <a:lnTo>
                  <a:pt x="458" y="20"/>
                </a:lnTo>
                <a:lnTo>
                  <a:pt x="459" y="20"/>
                </a:lnTo>
                <a:lnTo>
                  <a:pt x="462" y="21"/>
                </a:lnTo>
                <a:lnTo>
                  <a:pt x="465" y="21"/>
                </a:lnTo>
                <a:lnTo>
                  <a:pt x="466" y="23"/>
                </a:lnTo>
                <a:lnTo>
                  <a:pt x="467" y="23"/>
                </a:lnTo>
                <a:lnTo>
                  <a:pt x="470" y="24"/>
                </a:lnTo>
                <a:lnTo>
                  <a:pt x="471" y="24"/>
                </a:lnTo>
                <a:lnTo>
                  <a:pt x="473" y="24"/>
                </a:lnTo>
                <a:lnTo>
                  <a:pt x="474" y="25"/>
                </a:lnTo>
                <a:lnTo>
                  <a:pt x="475" y="25"/>
                </a:lnTo>
                <a:lnTo>
                  <a:pt x="477" y="25"/>
                </a:lnTo>
                <a:lnTo>
                  <a:pt x="478" y="27"/>
                </a:lnTo>
                <a:lnTo>
                  <a:pt x="479" y="27"/>
                </a:lnTo>
                <a:lnTo>
                  <a:pt x="481" y="27"/>
                </a:lnTo>
                <a:lnTo>
                  <a:pt x="482" y="28"/>
                </a:lnTo>
                <a:lnTo>
                  <a:pt x="483" y="28"/>
                </a:lnTo>
                <a:lnTo>
                  <a:pt x="485" y="29"/>
                </a:lnTo>
                <a:lnTo>
                  <a:pt x="486" y="29"/>
                </a:lnTo>
                <a:lnTo>
                  <a:pt x="487" y="31"/>
                </a:lnTo>
                <a:lnTo>
                  <a:pt x="489" y="31"/>
                </a:lnTo>
                <a:lnTo>
                  <a:pt x="490" y="32"/>
                </a:lnTo>
                <a:lnTo>
                  <a:pt x="491" y="32"/>
                </a:lnTo>
                <a:lnTo>
                  <a:pt x="493" y="33"/>
                </a:lnTo>
                <a:lnTo>
                  <a:pt x="494" y="33"/>
                </a:lnTo>
                <a:lnTo>
                  <a:pt x="495" y="35"/>
                </a:lnTo>
                <a:lnTo>
                  <a:pt x="498" y="35"/>
                </a:lnTo>
                <a:lnTo>
                  <a:pt x="499" y="36"/>
                </a:lnTo>
                <a:lnTo>
                  <a:pt x="501" y="37"/>
                </a:lnTo>
                <a:lnTo>
                  <a:pt x="503" y="37"/>
                </a:lnTo>
                <a:lnTo>
                  <a:pt x="505" y="39"/>
                </a:lnTo>
                <a:lnTo>
                  <a:pt x="507" y="40"/>
                </a:lnTo>
                <a:lnTo>
                  <a:pt x="510" y="41"/>
                </a:lnTo>
                <a:lnTo>
                  <a:pt x="511" y="41"/>
                </a:lnTo>
                <a:lnTo>
                  <a:pt x="512" y="43"/>
                </a:lnTo>
                <a:lnTo>
                  <a:pt x="514" y="44"/>
                </a:lnTo>
                <a:lnTo>
                  <a:pt x="516" y="44"/>
                </a:lnTo>
                <a:lnTo>
                  <a:pt x="518" y="45"/>
                </a:lnTo>
                <a:lnTo>
                  <a:pt x="519" y="45"/>
                </a:lnTo>
                <a:lnTo>
                  <a:pt x="520" y="47"/>
                </a:lnTo>
                <a:lnTo>
                  <a:pt x="522" y="47"/>
                </a:lnTo>
                <a:lnTo>
                  <a:pt x="523" y="48"/>
                </a:lnTo>
                <a:lnTo>
                  <a:pt x="524" y="49"/>
                </a:lnTo>
                <a:lnTo>
                  <a:pt x="526" y="49"/>
                </a:lnTo>
                <a:lnTo>
                  <a:pt x="527" y="51"/>
                </a:lnTo>
                <a:lnTo>
                  <a:pt x="528" y="51"/>
                </a:lnTo>
                <a:lnTo>
                  <a:pt x="530" y="52"/>
                </a:lnTo>
                <a:lnTo>
                  <a:pt x="531" y="52"/>
                </a:lnTo>
                <a:lnTo>
                  <a:pt x="532" y="53"/>
                </a:lnTo>
                <a:lnTo>
                  <a:pt x="534" y="53"/>
                </a:lnTo>
                <a:lnTo>
                  <a:pt x="534" y="55"/>
                </a:lnTo>
                <a:lnTo>
                  <a:pt x="535" y="55"/>
                </a:lnTo>
                <a:lnTo>
                  <a:pt x="536" y="56"/>
                </a:lnTo>
                <a:lnTo>
                  <a:pt x="538" y="56"/>
                </a:lnTo>
                <a:lnTo>
                  <a:pt x="539" y="57"/>
                </a:lnTo>
                <a:lnTo>
                  <a:pt x="540" y="57"/>
                </a:lnTo>
                <a:lnTo>
                  <a:pt x="542" y="59"/>
                </a:lnTo>
                <a:lnTo>
                  <a:pt x="543" y="59"/>
                </a:lnTo>
                <a:lnTo>
                  <a:pt x="546" y="60"/>
                </a:lnTo>
                <a:lnTo>
                  <a:pt x="547" y="61"/>
                </a:lnTo>
                <a:lnTo>
                  <a:pt x="548" y="63"/>
                </a:lnTo>
                <a:lnTo>
                  <a:pt x="551" y="63"/>
                </a:lnTo>
                <a:lnTo>
                  <a:pt x="552" y="64"/>
                </a:lnTo>
                <a:lnTo>
                  <a:pt x="554" y="65"/>
                </a:lnTo>
                <a:lnTo>
                  <a:pt x="556" y="66"/>
                </a:lnTo>
                <a:lnTo>
                  <a:pt x="558" y="66"/>
                </a:lnTo>
                <a:lnTo>
                  <a:pt x="559" y="68"/>
                </a:lnTo>
                <a:lnTo>
                  <a:pt x="560" y="68"/>
                </a:lnTo>
                <a:lnTo>
                  <a:pt x="562" y="69"/>
                </a:lnTo>
                <a:lnTo>
                  <a:pt x="563" y="69"/>
                </a:lnTo>
                <a:lnTo>
                  <a:pt x="563" y="70"/>
                </a:lnTo>
                <a:lnTo>
                  <a:pt x="564" y="70"/>
                </a:lnTo>
                <a:lnTo>
                  <a:pt x="566" y="72"/>
                </a:lnTo>
                <a:lnTo>
                  <a:pt x="567" y="72"/>
                </a:lnTo>
                <a:lnTo>
                  <a:pt x="567" y="73"/>
                </a:lnTo>
                <a:lnTo>
                  <a:pt x="568" y="73"/>
                </a:lnTo>
                <a:lnTo>
                  <a:pt x="570" y="73"/>
                </a:lnTo>
                <a:lnTo>
                  <a:pt x="570" y="74"/>
                </a:lnTo>
                <a:lnTo>
                  <a:pt x="571" y="74"/>
                </a:lnTo>
                <a:lnTo>
                  <a:pt x="572" y="76"/>
                </a:lnTo>
                <a:lnTo>
                  <a:pt x="574" y="76"/>
                </a:lnTo>
                <a:lnTo>
                  <a:pt x="575" y="77"/>
                </a:lnTo>
                <a:lnTo>
                  <a:pt x="576" y="78"/>
                </a:lnTo>
                <a:lnTo>
                  <a:pt x="578" y="78"/>
                </a:lnTo>
                <a:lnTo>
                  <a:pt x="579" y="80"/>
                </a:lnTo>
                <a:lnTo>
                  <a:pt x="580" y="80"/>
                </a:lnTo>
                <a:lnTo>
                  <a:pt x="580" y="81"/>
                </a:lnTo>
                <a:lnTo>
                  <a:pt x="582" y="82"/>
                </a:lnTo>
                <a:lnTo>
                  <a:pt x="583" y="82"/>
                </a:lnTo>
                <a:lnTo>
                  <a:pt x="586" y="84"/>
                </a:lnTo>
                <a:lnTo>
                  <a:pt x="587" y="85"/>
                </a:lnTo>
                <a:lnTo>
                  <a:pt x="588" y="85"/>
                </a:lnTo>
                <a:lnTo>
                  <a:pt x="590" y="86"/>
                </a:lnTo>
                <a:lnTo>
                  <a:pt x="591" y="88"/>
                </a:lnTo>
                <a:lnTo>
                  <a:pt x="592" y="88"/>
                </a:lnTo>
                <a:lnTo>
                  <a:pt x="594" y="89"/>
                </a:lnTo>
                <a:lnTo>
                  <a:pt x="595" y="90"/>
                </a:lnTo>
                <a:lnTo>
                  <a:pt x="596" y="90"/>
                </a:lnTo>
                <a:lnTo>
                  <a:pt x="598" y="92"/>
                </a:lnTo>
                <a:lnTo>
                  <a:pt x="599" y="93"/>
                </a:lnTo>
                <a:lnTo>
                  <a:pt x="600" y="93"/>
                </a:lnTo>
                <a:lnTo>
                  <a:pt x="601" y="94"/>
                </a:lnTo>
                <a:lnTo>
                  <a:pt x="603" y="96"/>
                </a:lnTo>
                <a:lnTo>
                  <a:pt x="604" y="96"/>
                </a:lnTo>
                <a:lnTo>
                  <a:pt x="604" y="97"/>
                </a:lnTo>
                <a:lnTo>
                  <a:pt x="605" y="97"/>
                </a:lnTo>
                <a:lnTo>
                  <a:pt x="607" y="98"/>
                </a:lnTo>
                <a:lnTo>
                  <a:pt x="608" y="98"/>
                </a:lnTo>
                <a:lnTo>
                  <a:pt x="608" y="100"/>
                </a:lnTo>
                <a:lnTo>
                  <a:pt x="609" y="100"/>
                </a:lnTo>
                <a:lnTo>
                  <a:pt x="609" y="101"/>
                </a:lnTo>
                <a:lnTo>
                  <a:pt x="611" y="101"/>
                </a:lnTo>
                <a:lnTo>
                  <a:pt x="612" y="102"/>
                </a:lnTo>
                <a:lnTo>
                  <a:pt x="613" y="104"/>
                </a:lnTo>
                <a:lnTo>
                  <a:pt x="615" y="105"/>
                </a:lnTo>
                <a:lnTo>
                  <a:pt x="616" y="105"/>
                </a:lnTo>
                <a:lnTo>
                  <a:pt x="616" y="106"/>
                </a:lnTo>
                <a:lnTo>
                  <a:pt x="617" y="106"/>
                </a:lnTo>
                <a:lnTo>
                  <a:pt x="619" y="108"/>
                </a:lnTo>
                <a:lnTo>
                  <a:pt x="620" y="109"/>
                </a:lnTo>
                <a:lnTo>
                  <a:pt x="621" y="109"/>
                </a:lnTo>
                <a:lnTo>
                  <a:pt x="621" y="110"/>
                </a:lnTo>
                <a:lnTo>
                  <a:pt x="623" y="110"/>
                </a:lnTo>
                <a:lnTo>
                  <a:pt x="624" y="112"/>
                </a:lnTo>
                <a:lnTo>
                  <a:pt x="625" y="112"/>
                </a:lnTo>
                <a:lnTo>
                  <a:pt x="625" y="113"/>
                </a:lnTo>
                <a:lnTo>
                  <a:pt x="627" y="113"/>
                </a:lnTo>
                <a:lnTo>
                  <a:pt x="627" y="114"/>
                </a:lnTo>
                <a:lnTo>
                  <a:pt x="628" y="114"/>
                </a:lnTo>
                <a:lnTo>
                  <a:pt x="629" y="116"/>
                </a:lnTo>
                <a:lnTo>
                  <a:pt x="631" y="117"/>
                </a:lnTo>
                <a:lnTo>
                  <a:pt x="632" y="117"/>
                </a:lnTo>
                <a:lnTo>
                  <a:pt x="632" y="118"/>
                </a:lnTo>
                <a:lnTo>
                  <a:pt x="633" y="118"/>
                </a:lnTo>
                <a:lnTo>
                  <a:pt x="635" y="120"/>
                </a:lnTo>
                <a:lnTo>
                  <a:pt x="636" y="121"/>
                </a:lnTo>
                <a:lnTo>
                  <a:pt x="637" y="121"/>
                </a:lnTo>
                <a:lnTo>
                  <a:pt x="639" y="122"/>
                </a:lnTo>
                <a:lnTo>
                  <a:pt x="640" y="122"/>
                </a:lnTo>
                <a:lnTo>
                  <a:pt x="641" y="124"/>
                </a:lnTo>
                <a:lnTo>
                  <a:pt x="641" y="125"/>
                </a:lnTo>
                <a:lnTo>
                  <a:pt x="643" y="125"/>
                </a:lnTo>
                <a:lnTo>
                  <a:pt x="644" y="126"/>
                </a:lnTo>
                <a:lnTo>
                  <a:pt x="645" y="126"/>
                </a:lnTo>
                <a:lnTo>
                  <a:pt x="645" y="128"/>
                </a:lnTo>
                <a:lnTo>
                  <a:pt x="647" y="128"/>
                </a:lnTo>
                <a:lnTo>
                  <a:pt x="648" y="129"/>
                </a:lnTo>
                <a:lnTo>
                  <a:pt x="649" y="129"/>
                </a:lnTo>
                <a:lnTo>
                  <a:pt x="649" y="130"/>
                </a:lnTo>
                <a:lnTo>
                  <a:pt x="651" y="130"/>
                </a:lnTo>
                <a:lnTo>
                  <a:pt x="651" y="132"/>
                </a:lnTo>
                <a:lnTo>
                  <a:pt x="652" y="132"/>
                </a:lnTo>
                <a:lnTo>
                  <a:pt x="653" y="133"/>
                </a:lnTo>
                <a:lnTo>
                  <a:pt x="655" y="134"/>
                </a:lnTo>
                <a:lnTo>
                  <a:pt x="656" y="136"/>
                </a:lnTo>
                <a:lnTo>
                  <a:pt x="657" y="137"/>
                </a:lnTo>
                <a:lnTo>
                  <a:pt x="659" y="138"/>
                </a:lnTo>
                <a:lnTo>
                  <a:pt x="660" y="140"/>
                </a:lnTo>
                <a:lnTo>
                  <a:pt x="661" y="141"/>
                </a:lnTo>
                <a:lnTo>
                  <a:pt x="663" y="142"/>
                </a:lnTo>
                <a:lnTo>
                  <a:pt x="664" y="144"/>
                </a:lnTo>
                <a:lnTo>
                  <a:pt x="665" y="145"/>
                </a:lnTo>
                <a:lnTo>
                  <a:pt x="667" y="146"/>
                </a:lnTo>
                <a:lnTo>
                  <a:pt x="668" y="148"/>
                </a:lnTo>
                <a:lnTo>
                  <a:pt x="669" y="149"/>
                </a:lnTo>
                <a:lnTo>
                  <a:pt x="671" y="150"/>
                </a:lnTo>
                <a:lnTo>
                  <a:pt x="672" y="152"/>
                </a:lnTo>
                <a:lnTo>
                  <a:pt x="673" y="153"/>
                </a:lnTo>
                <a:lnTo>
                  <a:pt x="673" y="154"/>
                </a:lnTo>
                <a:lnTo>
                  <a:pt x="675" y="154"/>
                </a:lnTo>
                <a:lnTo>
                  <a:pt x="676" y="156"/>
                </a:lnTo>
                <a:lnTo>
                  <a:pt x="676" y="157"/>
                </a:lnTo>
                <a:lnTo>
                  <a:pt x="677" y="157"/>
                </a:lnTo>
                <a:lnTo>
                  <a:pt x="677" y="158"/>
                </a:lnTo>
                <a:lnTo>
                  <a:pt x="679" y="159"/>
                </a:lnTo>
                <a:lnTo>
                  <a:pt x="680" y="159"/>
                </a:lnTo>
                <a:lnTo>
                  <a:pt x="680" y="161"/>
                </a:lnTo>
                <a:lnTo>
                  <a:pt x="681" y="162"/>
                </a:lnTo>
                <a:lnTo>
                  <a:pt x="683" y="163"/>
                </a:lnTo>
                <a:lnTo>
                  <a:pt x="684" y="165"/>
                </a:lnTo>
                <a:lnTo>
                  <a:pt x="684" y="166"/>
                </a:lnTo>
                <a:lnTo>
                  <a:pt x="685" y="166"/>
                </a:lnTo>
                <a:lnTo>
                  <a:pt x="687" y="167"/>
                </a:lnTo>
                <a:lnTo>
                  <a:pt x="687" y="169"/>
                </a:lnTo>
                <a:lnTo>
                  <a:pt x="688" y="170"/>
                </a:lnTo>
                <a:lnTo>
                  <a:pt x="689" y="171"/>
                </a:lnTo>
                <a:lnTo>
                  <a:pt x="691" y="173"/>
                </a:lnTo>
                <a:lnTo>
                  <a:pt x="691" y="174"/>
                </a:lnTo>
                <a:lnTo>
                  <a:pt x="692" y="175"/>
                </a:lnTo>
                <a:lnTo>
                  <a:pt x="693" y="177"/>
                </a:lnTo>
                <a:lnTo>
                  <a:pt x="695" y="178"/>
                </a:lnTo>
                <a:lnTo>
                  <a:pt x="696" y="179"/>
                </a:lnTo>
                <a:lnTo>
                  <a:pt x="697" y="182"/>
                </a:lnTo>
                <a:lnTo>
                  <a:pt x="700" y="183"/>
                </a:lnTo>
                <a:lnTo>
                  <a:pt x="701" y="185"/>
                </a:lnTo>
                <a:lnTo>
                  <a:pt x="702" y="186"/>
                </a:lnTo>
                <a:lnTo>
                  <a:pt x="704" y="189"/>
                </a:lnTo>
                <a:lnTo>
                  <a:pt x="704" y="190"/>
                </a:lnTo>
                <a:lnTo>
                  <a:pt x="705" y="191"/>
                </a:lnTo>
                <a:lnTo>
                  <a:pt x="706" y="193"/>
                </a:lnTo>
                <a:lnTo>
                  <a:pt x="708" y="194"/>
                </a:lnTo>
                <a:lnTo>
                  <a:pt x="709" y="194"/>
                </a:lnTo>
                <a:lnTo>
                  <a:pt x="709" y="195"/>
                </a:lnTo>
                <a:lnTo>
                  <a:pt x="710" y="197"/>
                </a:lnTo>
                <a:lnTo>
                  <a:pt x="712" y="198"/>
                </a:lnTo>
                <a:lnTo>
                  <a:pt x="712" y="199"/>
                </a:lnTo>
                <a:lnTo>
                  <a:pt x="713" y="199"/>
                </a:lnTo>
                <a:lnTo>
                  <a:pt x="713" y="201"/>
                </a:lnTo>
                <a:lnTo>
                  <a:pt x="714" y="202"/>
                </a:lnTo>
                <a:lnTo>
                  <a:pt x="714" y="203"/>
                </a:lnTo>
                <a:lnTo>
                  <a:pt x="716" y="205"/>
                </a:lnTo>
                <a:lnTo>
                  <a:pt x="717" y="205"/>
                </a:lnTo>
                <a:lnTo>
                  <a:pt x="717" y="206"/>
                </a:lnTo>
                <a:lnTo>
                  <a:pt x="718" y="207"/>
                </a:lnTo>
                <a:lnTo>
                  <a:pt x="720" y="209"/>
                </a:lnTo>
                <a:lnTo>
                  <a:pt x="720" y="210"/>
                </a:lnTo>
                <a:lnTo>
                  <a:pt x="721" y="211"/>
                </a:lnTo>
                <a:lnTo>
                  <a:pt x="722" y="213"/>
                </a:lnTo>
                <a:lnTo>
                  <a:pt x="724" y="214"/>
                </a:lnTo>
                <a:lnTo>
                  <a:pt x="724" y="215"/>
                </a:lnTo>
                <a:lnTo>
                  <a:pt x="725" y="217"/>
                </a:lnTo>
                <a:lnTo>
                  <a:pt x="726" y="219"/>
                </a:lnTo>
                <a:lnTo>
                  <a:pt x="728" y="221"/>
                </a:lnTo>
                <a:lnTo>
                  <a:pt x="729" y="223"/>
                </a:lnTo>
                <a:lnTo>
                  <a:pt x="730" y="225"/>
                </a:lnTo>
                <a:lnTo>
                  <a:pt x="733" y="227"/>
                </a:lnTo>
                <a:lnTo>
                  <a:pt x="734" y="229"/>
                </a:lnTo>
                <a:lnTo>
                  <a:pt x="736" y="231"/>
                </a:lnTo>
                <a:lnTo>
                  <a:pt x="737" y="233"/>
                </a:lnTo>
                <a:lnTo>
                  <a:pt x="737" y="234"/>
                </a:lnTo>
                <a:lnTo>
                  <a:pt x="738" y="235"/>
                </a:lnTo>
                <a:lnTo>
                  <a:pt x="740" y="238"/>
                </a:lnTo>
                <a:lnTo>
                  <a:pt x="741" y="239"/>
                </a:lnTo>
                <a:lnTo>
                  <a:pt x="742" y="241"/>
                </a:lnTo>
                <a:lnTo>
                  <a:pt x="742" y="242"/>
                </a:lnTo>
                <a:lnTo>
                  <a:pt x="744" y="242"/>
                </a:lnTo>
                <a:lnTo>
                  <a:pt x="745" y="243"/>
                </a:lnTo>
                <a:lnTo>
                  <a:pt x="745" y="245"/>
                </a:lnTo>
                <a:lnTo>
                  <a:pt x="746" y="246"/>
                </a:lnTo>
                <a:lnTo>
                  <a:pt x="746" y="247"/>
                </a:lnTo>
                <a:lnTo>
                  <a:pt x="748" y="249"/>
                </a:lnTo>
                <a:lnTo>
                  <a:pt x="749" y="250"/>
                </a:lnTo>
                <a:lnTo>
                  <a:pt x="750" y="251"/>
                </a:lnTo>
                <a:lnTo>
                  <a:pt x="750" y="252"/>
                </a:lnTo>
                <a:lnTo>
                  <a:pt x="752" y="254"/>
                </a:lnTo>
                <a:lnTo>
                  <a:pt x="753" y="255"/>
                </a:lnTo>
                <a:lnTo>
                  <a:pt x="754" y="256"/>
                </a:lnTo>
                <a:lnTo>
                  <a:pt x="754" y="258"/>
                </a:lnTo>
                <a:lnTo>
                  <a:pt x="756" y="259"/>
                </a:lnTo>
                <a:lnTo>
                  <a:pt x="757" y="260"/>
                </a:lnTo>
                <a:lnTo>
                  <a:pt x="758" y="263"/>
                </a:lnTo>
                <a:lnTo>
                  <a:pt x="760" y="264"/>
                </a:lnTo>
                <a:lnTo>
                  <a:pt x="761" y="266"/>
                </a:lnTo>
                <a:lnTo>
                  <a:pt x="762" y="268"/>
                </a:lnTo>
                <a:lnTo>
                  <a:pt x="764" y="270"/>
                </a:lnTo>
                <a:lnTo>
                  <a:pt x="765" y="272"/>
                </a:lnTo>
                <a:lnTo>
                  <a:pt x="766" y="274"/>
                </a:lnTo>
                <a:lnTo>
                  <a:pt x="768" y="276"/>
                </a:lnTo>
                <a:lnTo>
                  <a:pt x="769" y="279"/>
                </a:lnTo>
                <a:lnTo>
                  <a:pt x="770" y="280"/>
                </a:lnTo>
                <a:lnTo>
                  <a:pt x="772" y="282"/>
                </a:lnTo>
                <a:lnTo>
                  <a:pt x="773" y="283"/>
                </a:lnTo>
                <a:lnTo>
                  <a:pt x="774" y="286"/>
                </a:lnTo>
                <a:lnTo>
                  <a:pt x="776" y="287"/>
                </a:lnTo>
                <a:lnTo>
                  <a:pt x="776" y="288"/>
                </a:lnTo>
                <a:lnTo>
                  <a:pt x="777" y="290"/>
                </a:lnTo>
                <a:lnTo>
                  <a:pt x="778" y="291"/>
                </a:lnTo>
                <a:lnTo>
                  <a:pt x="780" y="292"/>
                </a:lnTo>
                <a:lnTo>
                  <a:pt x="781" y="294"/>
                </a:lnTo>
                <a:lnTo>
                  <a:pt x="781" y="295"/>
                </a:lnTo>
                <a:lnTo>
                  <a:pt x="782" y="296"/>
                </a:lnTo>
                <a:lnTo>
                  <a:pt x="784" y="298"/>
                </a:lnTo>
                <a:lnTo>
                  <a:pt x="784" y="299"/>
                </a:lnTo>
                <a:lnTo>
                  <a:pt x="785" y="300"/>
                </a:lnTo>
                <a:lnTo>
                  <a:pt x="785" y="302"/>
                </a:lnTo>
                <a:lnTo>
                  <a:pt x="786" y="302"/>
                </a:lnTo>
                <a:lnTo>
                  <a:pt x="786" y="303"/>
                </a:lnTo>
                <a:lnTo>
                  <a:pt x="788" y="304"/>
                </a:lnTo>
                <a:lnTo>
                  <a:pt x="788" y="306"/>
                </a:lnTo>
                <a:lnTo>
                  <a:pt x="789" y="307"/>
                </a:lnTo>
                <a:lnTo>
                  <a:pt x="789" y="308"/>
                </a:lnTo>
                <a:lnTo>
                  <a:pt x="790" y="310"/>
                </a:lnTo>
                <a:lnTo>
                  <a:pt x="791" y="311"/>
                </a:lnTo>
                <a:lnTo>
                  <a:pt x="791" y="312"/>
                </a:lnTo>
                <a:lnTo>
                  <a:pt x="793" y="315"/>
                </a:lnTo>
                <a:lnTo>
                  <a:pt x="794" y="316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4594" name="Freeform 41">
            <a:extLst>
              <a:ext uri="{FF2B5EF4-FFF2-40B4-BE49-F238E27FC236}">
                <a16:creationId xmlns:a16="http://schemas.microsoft.com/office/drawing/2014/main" id="{BF4C9FA5-35C2-4AA2-9449-1F9239DD2DB9}"/>
              </a:ext>
            </a:extLst>
          </p:cNvPr>
          <p:cNvSpPr>
            <a:spLocks/>
          </p:cNvSpPr>
          <p:nvPr/>
        </p:nvSpPr>
        <p:spPr bwMode="auto">
          <a:xfrm>
            <a:off x="6078538" y="1820863"/>
            <a:ext cx="631825" cy="250825"/>
          </a:xfrm>
          <a:custGeom>
            <a:avLst/>
            <a:gdLst>
              <a:gd name="T0" fmla="*/ 2147483646 w 794"/>
              <a:gd name="T1" fmla="*/ 2147483646 h 316"/>
              <a:gd name="T2" fmla="*/ 2147483646 w 794"/>
              <a:gd name="T3" fmla="*/ 2147483646 h 316"/>
              <a:gd name="T4" fmla="*/ 2147483646 w 794"/>
              <a:gd name="T5" fmla="*/ 2147483646 h 316"/>
              <a:gd name="T6" fmla="*/ 2147483646 w 794"/>
              <a:gd name="T7" fmla="*/ 2147483646 h 316"/>
              <a:gd name="T8" fmla="*/ 2147483646 w 794"/>
              <a:gd name="T9" fmla="*/ 2147483646 h 316"/>
              <a:gd name="T10" fmla="*/ 2147483646 w 794"/>
              <a:gd name="T11" fmla="*/ 2147483646 h 316"/>
              <a:gd name="T12" fmla="*/ 2147483646 w 794"/>
              <a:gd name="T13" fmla="*/ 2147483646 h 316"/>
              <a:gd name="T14" fmla="*/ 2147483646 w 794"/>
              <a:gd name="T15" fmla="*/ 2147483646 h 316"/>
              <a:gd name="T16" fmla="*/ 2147483646 w 794"/>
              <a:gd name="T17" fmla="*/ 2147483646 h 316"/>
              <a:gd name="T18" fmla="*/ 2147483646 w 794"/>
              <a:gd name="T19" fmla="*/ 2147483646 h 316"/>
              <a:gd name="T20" fmla="*/ 2147483646 w 794"/>
              <a:gd name="T21" fmla="*/ 2147483646 h 316"/>
              <a:gd name="T22" fmla="*/ 2147483646 w 794"/>
              <a:gd name="T23" fmla="*/ 2147483646 h 316"/>
              <a:gd name="T24" fmla="*/ 2147483646 w 794"/>
              <a:gd name="T25" fmla="*/ 2147483646 h 316"/>
              <a:gd name="T26" fmla="*/ 2147483646 w 794"/>
              <a:gd name="T27" fmla="*/ 2147483646 h 316"/>
              <a:gd name="T28" fmla="*/ 2147483646 w 794"/>
              <a:gd name="T29" fmla="*/ 2147483646 h 316"/>
              <a:gd name="T30" fmla="*/ 2147483646 w 794"/>
              <a:gd name="T31" fmla="*/ 2147483646 h 316"/>
              <a:gd name="T32" fmla="*/ 2147483646 w 794"/>
              <a:gd name="T33" fmla="*/ 2147483646 h 316"/>
              <a:gd name="T34" fmla="*/ 2147483646 w 794"/>
              <a:gd name="T35" fmla="*/ 2147483646 h 316"/>
              <a:gd name="T36" fmla="*/ 2147483646 w 794"/>
              <a:gd name="T37" fmla="*/ 2147483646 h 316"/>
              <a:gd name="T38" fmla="*/ 2147483646 w 794"/>
              <a:gd name="T39" fmla="*/ 2147483646 h 316"/>
              <a:gd name="T40" fmla="*/ 2147483646 w 794"/>
              <a:gd name="T41" fmla="*/ 2147483646 h 316"/>
              <a:gd name="T42" fmla="*/ 2147483646 w 794"/>
              <a:gd name="T43" fmla="*/ 2147483646 h 316"/>
              <a:gd name="T44" fmla="*/ 2147483646 w 794"/>
              <a:gd name="T45" fmla="*/ 2147483646 h 316"/>
              <a:gd name="T46" fmla="*/ 2147483646 w 794"/>
              <a:gd name="T47" fmla="*/ 2147483646 h 316"/>
              <a:gd name="T48" fmla="*/ 2147483646 w 794"/>
              <a:gd name="T49" fmla="*/ 2147483646 h 316"/>
              <a:gd name="T50" fmla="*/ 2147483646 w 794"/>
              <a:gd name="T51" fmla="*/ 2147483646 h 316"/>
              <a:gd name="T52" fmla="*/ 2147483646 w 794"/>
              <a:gd name="T53" fmla="*/ 2147483646 h 316"/>
              <a:gd name="T54" fmla="*/ 2147483646 w 794"/>
              <a:gd name="T55" fmla="*/ 2147483646 h 316"/>
              <a:gd name="T56" fmla="*/ 2147483646 w 794"/>
              <a:gd name="T57" fmla="*/ 2147483646 h 316"/>
              <a:gd name="T58" fmla="*/ 2147483646 w 794"/>
              <a:gd name="T59" fmla="*/ 2147483646 h 316"/>
              <a:gd name="T60" fmla="*/ 2147483646 w 794"/>
              <a:gd name="T61" fmla="*/ 2147483646 h 316"/>
              <a:gd name="T62" fmla="*/ 2147483646 w 794"/>
              <a:gd name="T63" fmla="*/ 2147483646 h 316"/>
              <a:gd name="T64" fmla="*/ 2147483646 w 794"/>
              <a:gd name="T65" fmla="*/ 2147483646 h 316"/>
              <a:gd name="T66" fmla="*/ 2147483646 w 794"/>
              <a:gd name="T67" fmla="*/ 2147483646 h 316"/>
              <a:gd name="T68" fmla="*/ 2147483646 w 794"/>
              <a:gd name="T69" fmla="*/ 2147483646 h 316"/>
              <a:gd name="T70" fmla="*/ 2147483646 w 794"/>
              <a:gd name="T71" fmla="*/ 2147483646 h 316"/>
              <a:gd name="T72" fmla="*/ 2147483646 w 794"/>
              <a:gd name="T73" fmla="*/ 2147483646 h 316"/>
              <a:gd name="T74" fmla="*/ 2147483646 w 794"/>
              <a:gd name="T75" fmla="*/ 2147483646 h 316"/>
              <a:gd name="T76" fmla="*/ 2147483646 w 794"/>
              <a:gd name="T77" fmla="*/ 2147483646 h 316"/>
              <a:gd name="T78" fmla="*/ 2147483646 w 794"/>
              <a:gd name="T79" fmla="*/ 2147483646 h 316"/>
              <a:gd name="T80" fmla="*/ 2147483646 w 794"/>
              <a:gd name="T81" fmla="*/ 2147483646 h 316"/>
              <a:gd name="T82" fmla="*/ 2147483646 w 794"/>
              <a:gd name="T83" fmla="*/ 2147483646 h 316"/>
              <a:gd name="T84" fmla="*/ 2147483646 w 794"/>
              <a:gd name="T85" fmla="*/ 2147483646 h 316"/>
              <a:gd name="T86" fmla="*/ 2147483646 w 794"/>
              <a:gd name="T87" fmla="*/ 2147483646 h 316"/>
              <a:gd name="T88" fmla="*/ 2147483646 w 794"/>
              <a:gd name="T89" fmla="*/ 2147483646 h 316"/>
              <a:gd name="T90" fmla="*/ 2147483646 w 794"/>
              <a:gd name="T91" fmla="*/ 2147483646 h 316"/>
              <a:gd name="T92" fmla="*/ 2147483646 w 794"/>
              <a:gd name="T93" fmla="*/ 2147483646 h 316"/>
              <a:gd name="T94" fmla="*/ 2147483646 w 794"/>
              <a:gd name="T95" fmla="*/ 2147483646 h 316"/>
              <a:gd name="T96" fmla="*/ 2147483646 w 794"/>
              <a:gd name="T97" fmla="*/ 2147483646 h 316"/>
              <a:gd name="T98" fmla="*/ 2147483646 w 794"/>
              <a:gd name="T99" fmla="*/ 2147483646 h 316"/>
              <a:gd name="T100" fmla="*/ 2147483646 w 794"/>
              <a:gd name="T101" fmla="*/ 2147483646 h 316"/>
              <a:gd name="T102" fmla="*/ 2147483646 w 794"/>
              <a:gd name="T103" fmla="*/ 2147483646 h 316"/>
              <a:gd name="T104" fmla="*/ 2147483646 w 794"/>
              <a:gd name="T105" fmla="*/ 2147483646 h 316"/>
              <a:gd name="T106" fmla="*/ 2147483646 w 794"/>
              <a:gd name="T107" fmla="*/ 2147483646 h 316"/>
              <a:gd name="T108" fmla="*/ 2147483646 w 794"/>
              <a:gd name="T109" fmla="*/ 2147483646 h 316"/>
              <a:gd name="T110" fmla="*/ 2147483646 w 794"/>
              <a:gd name="T111" fmla="*/ 2147483646 h 316"/>
              <a:gd name="T112" fmla="*/ 2147483646 w 794"/>
              <a:gd name="T113" fmla="*/ 2147483646 h 316"/>
              <a:gd name="T114" fmla="*/ 2147483646 w 794"/>
              <a:gd name="T115" fmla="*/ 2147483646 h 316"/>
              <a:gd name="T116" fmla="*/ 2147483646 w 794"/>
              <a:gd name="T117" fmla="*/ 2147483646 h 316"/>
              <a:gd name="T118" fmla="*/ 2147483646 w 794"/>
              <a:gd name="T119" fmla="*/ 2147483646 h 316"/>
              <a:gd name="T120" fmla="*/ 2147483646 w 794"/>
              <a:gd name="T121" fmla="*/ 2147483646 h 31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6"/>
              <a:gd name="T185" fmla="*/ 794 w 794"/>
              <a:gd name="T186" fmla="*/ 316 h 31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6">
                <a:moveTo>
                  <a:pt x="0" y="316"/>
                </a:moveTo>
                <a:lnTo>
                  <a:pt x="30" y="316"/>
                </a:lnTo>
                <a:lnTo>
                  <a:pt x="59" y="316"/>
                </a:lnTo>
                <a:lnTo>
                  <a:pt x="86" y="316"/>
                </a:lnTo>
                <a:lnTo>
                  <a:pt x="110" y="316"/>
                </a:lnTo>
                <a:lnTo>
                  <a:pt x="134" y="316"/>
                </a:lnTo>
                <a:lnTo>
                  <a:pt x="155" y="316"/>
                </a:lnTo>
                <a:lnTo>
                  <a:pt x="175" y="316"/>
                </a:lnTo>
                <a:lnTo>
                  <a:pt x="194" y="316"/>
                </a:lnTo>
                <a:lnTo>
                  <a:pt x="211" y="316"/>
                </a:lnTo>
                <a:lnTo>
                  <a:pt x="227" y="316"/>
                </a:lnTo>
                <a:lnTo>
                  <a:pt x="240" y="316"/>
                </a:lnTo>
                <a:lnTo>
                  <a:pt x="253" y="316"/>
                </a:lnTo>
                <a:lnTo>
                  <a:pt x="265" y="316"/>
                </a:lnTo>
                <a:lnTo>
                  <a:pt x="276" y="316"/>
                </a:lnTo>
                <a:lnTo>
                  <a:pt x="287" y="316"/>
                </a:lnTo>
                <a:lnTo>
                  <a:pt x="296" y="314"/>
                </a:lnTo>
                <a:lnTo>
                  <a:pt x="304" y="314"/>
                </a:lnTo>
                <a:lnTo>
                  <a:pt x="311" y="314"/>
                </a:lnTo>
                <a:lnTo>
                  <a:pt x="317" y="314"/>
                </a:lnTo>
                <a:lnTo>
                  <a:pt x="322" y="314"/>
                </a:lnTo>
                <a:lnTo>
                  <a:pt x="328" y="314"/>
                </a:lnTo>
                <a:lnTo>
                  <a:pt x="332" y="314"/>
                </a:lnTo>
                <a:lnTo>
                  <a:pt x="336" y="314"/>
                </a:lnTo>
                <a:lnTo>
                  <a:pt x="338" y="314"/>
                </a:lnTo>
                <a:lnTo>
                  <a:pt x="342" y="314"/>
                </a:lnTo>
                <a:lnTo>
                  <a:pt x="345" y="314"/>
                </a:lnTo>
                <a:lnTo>
                  <a:pt x="348" y="314"/>
                </a:lnTo>
                <a:lnTo>
                  <a:pt x="349" y="314"/>
                </a:lnTo>
                <a:lnTo>
                  <a:pt x="352" y="314"/>
                </a:lnTo>
                <a:lnTo>
                  <a:pt x="353" y="314"/>
                </a:lnTo>
                <a:lnTo>
                  <a:pt x="356" y="314"/>
                </a:lnTo>
                <a:lnTo>
                  <a:pt x="358" y="313"/>
                </a:lnTo>
                <a:lnTo>
                  <a:pt x="360" y="313"/>
                </a:lnTo>
                <a:lnTo>
                  <a:pt x="362" y="313"/>
                </a:lnTo>
                <a:lnTo>
                  <a:pt x="364" y="313"/>
                </a:lnTo>
                <a:lnTo>
                  <a:pt x="366" y="313"/>
                </a:lnTo>
                <a:lnTo>
                  <a:pt x="368" y="313"/>
                </a:lnTo>
                <a:lnTo>
                  <a:pt x="369" y="313"/>
                </a:lnTo>
                <a:lnTo>
                  <a:pt x="370" y="313"/>
                </a:lnTo>
                <a:lnTo>
                  <a:pt x="372" y="313"/>
                </a:lnTo>
                <a:lnTo>
                  <a:pt x="374" y="313"/>
                </a:lnTo>
                <a:lnTo>
                  <a:pt x="376" y="313"/>
                </a:lnTo>
                <a:lnTo>
                  <a:pt x="376" y="312"/>
                </a:lnTo>
                <a:lnTo>
                  <a:pt x="377" y="312"/>
                </a:lnTo>
                <a:lnTo>
                  <a:pt x="378" y="312"/>
                </a:lnTo>
                <a:lnTo>
                  <a:pt x="380" y="312"/>
                </a:lnTo>
                <a:lnTo>
                  <a:pt x="381" y="312"/>
                </a:lnTo>
                <a:lnTo>
                  <a:pt x="382" y="312"/>
                </a:lnTo>
                <a:lnTo>
                  <a:pt x="384" y="312"/>
                </a:lnTo>
                <a:lnTo>
                  <a:pt x="385" y="312"/>
                </a:lnTo>
                <a:lnTo>
                  <a:pt x="386" y="312"/>
                </a:lnTo>
                <a:lnTo>
                  <a:pt x="388" y="312"/>
                </a:lnTo>
                <a:lnTo>
                  <a:pt x="389" y="310"/>
                </a:lnTo>
                <a:lnTo>
                  <a:pt x="390" y="310"/>
                </a:lnTo>
                <a:lnTo>
                  <a:pt x="392" y="310"/>
                </a:lnTo>
                <a:lnTo>
                  <a:pt x="393" y="310"/>
                </a:lnTo>
                <a:lnTo>
                  <a:pt x="394" y="310"/>
                </a:lnTo>
                <a:lnTo>
                  <a:pt x="396" y="310"/>
                </a:lnTo>
                <a:lnTo>
                  <a:pt x="398" y="309"/>
                </a:lnTo>
                <a:lnTo>
                  <a:pt x="400" y="309"/>
                </a:lnTo>
                <a:lnTo>
                  <a:pt x="401" y="309"/>
                </a:lnTo>
                <a:lnTo>
                  <a:pt x="404" y="309"/>
                </a:lnTo>
                <a:lnTo>
                  <a:pt x="405" y="309"/>
                </a:lnTo>
                <a:lnTo>
                  <a:pt x="408" y="308"/>
                </a:lnTo>
                <a:lnTo>
                  <a:pt x="410" y="308"/>
                </a:lnTo>
                <a:lnTo>
                  <a:pt x="412" y="308"/>
                </a:lnTo>
                <a:lnTo>
                  <a:pt x="413" y="308"/>
                </a:lnTo>
                <a:lnTo>
                  <a:pt x="415" y="308"/>
                </a:lnTo>
                <a:lnTo>
                  <a:pt x="417" y="307"/>
                </a:lnTo>
                <a:lnTo>
                  <a:pt x="418" y="307"/>
                </a:lnTo>
                <a:lnTo>
                  <a:pt x="419" y="307"/>
                </a:lnTo>
                <a:lnTo>
                  <a:pt x="421" y="307"/>
                </a:lnTo>
                <a:lnTo>
                  <a:pt x="422" y="307"/>
                </a:lnTo>
                <a:lnTo>
                  <a:pt x="423" y="307"/>
                </a:lnTo>
                <a:lnTo>
                  <a:pt x="425" y="305"/>
                </a:lnTo>
                <a:lnTo>
                  <a:pt x="426" y="305"/>
                </a:lnTo>
                <a:lnTo>
                  <a:pt x="427" y="305"/>
                </a:lnTo>
                <a:lnTo>
                  <a:pt x="429" y="305"/>
                </a:lnTo>
                <a:lnTo>
                  <a:pt x="430" y="305"/>
                </a:lnTo>
                <a:lnTo>
                  <a:pt x="431" y="304"/>
                </a:lnTo>
                <a:lnTo>
                  <a:pt x="433" y="304"/>
                </a:lnTo>
                <a:lnTo>
                  <a:pt x="434" y="304"/>
                </a:lnTo>
                <a:lnTo>
                  <a:pt x="435" y="304"/>
                </a:lnTo>
                <a:lnTo>
                  <a:pt x="437" y="303"/>
                </a:lnTo>
                <a:lnTo>
                  <a:pt x="438" y="303"/>
                </a:lnTo>
                <a:lnTo>
                  <a:pt x="439" y="303"/>
                </a:lnTo>
                <a:lnTo>
                  <a:pt x="441" y="301"/>
                </a:lnTo>
                <a:lnTo>
                  <a:pt x="442" y="301"/>
                </a:lnTo>
                <a:lnTo>
                  <a:pt x="445" y="301"/>
                </a:lnTo>
                <a:lnTo>
                  <a:pt x="446" y="300"/>
                </a:lnTo>
                <a:lnTo>
                  <a:pt x="449" y="300"/>
                </a:lnTo>
                <a:lnTo>
                  <a:pt x="450" y="299"/>
                </a:lnTo>
                <a:lnTo>
                  <a:pt x="453" y="299"/>
                </a:lnTo>
                <a:lnTo>
                  <a:pt x="455" y="297"/>
                </a:lnTo>
                <a:lnTo>
                  <a:pt x="458" y="296"/>
                </a:lnTo>
                <a:lnTo>
                  <a:pt x="459" y="296"/>
                </a:lnTo>
                <a:lnTo>
                  <a:pt x="462" y="295"/>
                </a:lnTo>
                <a:lnTo>
                  <a:pt x="465" y="295"/>
                </a:lnTo>
                <a:lnTo>
                  <a:pt x="466" y="293"/>
                </a:lnTo>
                <a:lnTo>
                  <a:pt x="467" y="293"/>
                </a:lnTo>
                <a:lnTo>
                  <a:pt x="470" y="293"/>
                </a:lnTo>
                <a:lnTo>
                  <a:pt x="471" y="292"/>
                </a:lnTo>
                <a:lnTo>
                  <a:pt x="473" y="292"/>
                </a:lnTo>
                <a:lnTo>
                  <a:pt x="474" y="291"/>
                </a:lnTo>
                <a:lnTo>
                  <a:pt x="475" y="291"/>
                </a:lnTo>
                <a:lnTo>
                  <a:pt x="477" y="291"/>
                </a:lnTo>
                <a:lnTo>
                  <a:pt x="478" y="289"/>
                </a:lnTo>
                <a:lnTo>
                  <a:pt x="479" y="289"/>
                </a:lnTo>
                <a:lnTo>
                  <a:pt x="481" y="289"/>
                </a:lnTo>
                <a:lnTo>
                  <a:pt x="482" y="288"/>
                </a:lnTo>
                <a:lnTo>
                  <a:pt x="483" y="288"/>
                </a:lnTo>
                <a:lnTo>
                  <a:pt x="485" y="287"/>
                </a:lnTo>
                <a:lnTo>
                  <a:pt x="486" y="287"/>
                </a:lnTo>
                <a:lnTo>
                  <a:pt x="487" y="285"/>
                </a:lnTo>
                <a:lnTo>
                  <a:pt x="489" y="285"/>
                </a:lnTo>
                <a:lnTo>
                  <a:pt x="490" y="285"/>
                </a:lnTo>
                <a:lnTo>
                  <a:pt x="491" y="284"/>
                </a:lnTo>
                <a:lnTo>
                  <a:pt x="493" y="284"/>
                </a:lnTo>
                <a:lnTo>
                  <a:pt x="494" y="283"/>
                </a:lnTo>
                <a:lnTo>
                  <a:pt x="495" y="281"/>
                </a:lnTo>
                <a:lnTo>
                  <a:pt x="498" y="281"/>
                </a:lnTo>
                <a:lnTo>
                  <a:pt x="499" y="280"/>
                </a:lnTo>
                <a:lnTo>
                  <a:pt x="501" y="280"/>
                </a:lnTo>
                <a:lnTo>
                  <a:pt x="503" y="279"/>
                </a:lnTo>
                <a:lnTo>
                  <a:pt x="505" y="277"/>
                </a:lnTo>
                <a:lnTo>
                  <a:pt x="507" y="276"/>
                </a:lnTo>
                <a:lnTo>
                  <a:pt x="510" y="275"/>
                </a:lnTo>
                <a:lnTo>
                  <a:pt x="511" y="275"/>
                </a:lnTo>
                <a:lnTo>
                  <a:pt x="512" y="273"/>
                </a:lnTo>
                <a:lnTo>
                  <a:pt x="514" y="272"/>
                </a:lnTo>
                <a:lnTo>
                  <a:pt x="516" y="272"/>
                </a:lnTo>
                <a:lnTo>
                  <a:pt x="518" y="271"/>
                </a:lnTo>
                <a:lnTo>
                  <a:pt x="519" y="271"/>
                </a:lnTo>
                <a:lnTo>
                  <a:pt x="520" y="269"/>
                </a:lnTo>
                <a:lnTo>
                  <a:pt x="522" y="269"/>
                </a:lnTo>
                <a:lnTo>
                  <a:pt x="523" y="268"/>
                </a:lnTo>
                <a:lnTo>
                  <a:pt x="524" y="267"/>
                </a:lnTo>
                <a:lnTo>
                  <a:pt x="526" y="267"/>
                </a:lnTo>
                <a:lnTo>
                  <a:pt x="527" y="267"/>
                </a:lnTo>
                <a:lnTo>
                  <a:pt x="528" y="265"/>
                </a:lnTo>
                <a:lnTo>
                  <a:pt x="530" y="264"/>
                </a:lnTo>
                <a:lnTo>
                  <a:pt x="531" y="264"/>
                </a:lnTo>
                <a:lnTo>
                  <a:pt x="532" y="264"/>
                </a:lnTo>
                <a:lnTo>
                  <a:pt x="534" y="263"/>
                </a:lnTo>
                <a:lnTo>
                  <a:pt x="535" y="261"/>
                </a:lnTo>
                <a:lnTo>
                  <a:pt x="536" y="261"/>
                </a:lnTo>
                <a:lnTo>
                  <a:pt x="538" y="260"/>
                </a:lnTo>
                <a:lnTo>
                  <a:pt x="539" y="260"/>
                </a:lnTo>
                <a:lnTo>
                  <a:pt x="540" y="259"/>
                </a:lnTo>
                <a:lnTo>
                  <a:pt x="542" y="257"/>
                </a:lnTo>
                <a:lnTo>
                  <a:pt x="543" y="257"/>
                </a:lnTo>
                <a:lnTo>
                  <a:pt x="546" y="256"/>
                </a:lnTo>
                <a:lnTo>
                  <a:pt x="547" y="255"/>
                </a:lnTo>
                <a:lnTo>
                  <a:pt x="548" y="253"/>
                </a:lnTo>
                <a:lnTo>
                  <a:pt x="551" y="253"/>
                </a:lnTo>
                <a:lnTo>
                  <a:pt x="552" y="252"/>
                </a:lnTo>
                <a:lnTo>
                  <a:pt x="554" y="251"/>
                </a:lnTo>
                <a:lnTo>
                  <a:pt x="556" y="251"/>
                </a:lnTo>
                <a:lnTo>
                  <a:pt x="558" y="249"/>
                </a:lnTo>
                <a:lnTo>
                  <a:pt x="559" y="248"/>
                </a:lnTo>
                <a:lnTo>
                  <a:pt x="560" y="248"/>
                </a:lnTo>
                <a:lnTo>
                  <a:pt x="562" y="247"/>
                </a:lnTo>
                <a:lnTo>
                  <a:pt x="563" y="247"/>
                </a:lnTo>
                <a:lnTo>
                  <a:pt x="563" y="245"/>
                </a:lnTo>
                <a:lnTo>
                  <a:pt x="564" y="245"/>
                </a:lnTo>
                <a:lnTo>
                  <a:pt x="566" y="244"/>
                </a:lnTo>
                <a:lnTo>
                  <a:pt x="567" y="244"/>
                </a:lnTo>
                <a:lnTo>
                  <a:pt x="568" y="243"/>
                </a:lnTo>
                <a:lnTo>
                  <a:pt x="570" y="243"/>
                </a:lnTo>
                <a:lnTo>
                  <a:pt x="570" y="241"/>
                </a:lnTo>
                <a:lnTo>
                  <a:pt x="571" y="241"/>
                </a:lnTo>
                <a:lnTo>
                  <a:pt x="572" y="241"/>
                </a:lnTo>
                <a:lnTo>
                  <a:pt x="572" y="240"/>
                </a:lnTo>
                <a:lnTo>
                  <a:pt x="574" y="240"/>
                </a:lnTo>
                <a:lnTo>
                  <a:pt x="575" y="239"/>
                </a:lnTo>
                <a:lnTo>
                  <a:pt x="576" y="237"/>
                </a:lnTo>
                <a:lnTo>
                  <a:pt x="578" y="237"/>
                </a:lnTo>
                <a:lnTo>
                  <a:pt x="579" y="236"/>
                </a:lnTo>
                <a:lnTo>
                  <a:pt x="580" y="236"/>
                </a:lnTo>
                <a:lnTo>
                  <a:pt x="580" y="235"/>
                </a:lnTo>
                <a:lnTo>
                  <a:pt x="582" y="235"/>
                </a:lnTo>
                <a:lnTo>
                  <a:pt x="583" y="233"/>
                </a:lnTo>
                <a:lnTo>
                  <a:pt x="586" y="232"/>
                </a:lnTo>
                <a:lnTo>
                  <a:pt x="587" y="232"/>
                </a:lnTo>
                <a:lnTo>
                  <a:pt x="588" y="231"/>
                </a:lnTo>
                <a:lnTo>
                  <a:pt x="590" y="229"/>
                </a:lnTo>
                <a:lnTo>
                  <a:pt x="591" y="229"/>
                </a:lnTo>
                <a:lnTo>
                  <a:pt x="592" y="228"/>
                </a:lnTo>
                <a:lnTo>
                  <a:pt x="594" y="227"/>
                </a:lnTo>
                <a:lnTo>
                  <a:pt x="595" y="225"/>
                </a:lnTo>
                <a:lnTo>
                  <a:pt x="596" y="225"/>
                </a:lnTo>
                <a:lnTo>
                  <a:pt x="598" y="224"/>
                </a:lnTo>
                <a:lnTo>
                  <a:pt x="599" y="223"/>
                </a:lnTo>
                <a:lnTo>
                  <a:pt x="600" y="223"/>
                </a:lnTo>
                <a:lnTo>
                  <a:pt x="601" y="221"/>
                </a:lnTo>
                <a:lnTo>
                  <a:pt x="603" y="221"/>
                </a:lnTo>
                <a:lnTo>
                  <a:pt x="603" y="220"/>
                </a:lnTo>
                <a:lnTo>
                  <a:pt x="604" y="220"/>
                </a:lnTo>
                <a:lnTo>
                  <a:pt x="605" y="219"/>
                </a:lnTo>
                <a:lnTo>
                  <a:pt x="607" y="217"/>
                </a:lnTo>
                <a:lnTo>
                  <a:pt x="608" y="217"/>
                </a:lnTo>
                <a:lnTo>
                  <a:pt x="608" y="216"/>
                </a:lnTo>
                <a:lnTo>
                  <a:pt x="609" y="216"/>
                </a:lnTo>
                <a:lnTo>
                  <a:pt x="609" y="215"/>
                </a:lnTo>
                <a:lnTo>
                  <a:pt x="611" y="215"/>
                </a:lnTo>
                <a:lnTo>
                  <a:pt x="612" y="213"/>
                </a:lnTo>
                <a:lnTo>
                  <a:pt x="613" y="212"/>
                </a:lnTo>
                <a:lnTo>
                  <a:pt x="615" y="212"/>
                </a:lnTo>
                <a:lnTo>
                  <a:pt x="616" y="211"/>
                </a:lnTo>
                <a:lnTo>
                  <a:pt x="616" y="210"/>
                </a:lnTo>
                <a:lnTo>
                  <a:pt x="617" y="210"/>
                </a:lnTo>
                <a:lnTo>
                  <a:pt x="619" y="208"/>
                </a:lnTo>
                <a:lnTo>
                  <a:pt x="620" y="207"/>
                </a:lnTo>
                <a:lnTo>
                  <a:pt x="621" y="207"/>
                </a:lnTo>
                <a:lnTo>
                  <a:pt x="621" y="206"/>
                </a:lnTo>
                <a:lnTo>
                  <a:pt x="623" y="206"/>
                </a:lnTo>
                <a:lnTo>
                  <a:pt x="624" y="204"/>
                </a:lnTo>
                <a:lnTo>
                  <a:pt x="625" y="204"/>
                </a:lnTo>
                <a:lnTo>
                  <a:pt x="625" y="203"/>
                </a:lnTo>
                <a:lnTo>
                  <a:pt x="627" y="203"/>
                </a:lnTo>
                <a:lnTo>
                  <a:pt x="627" y="202"/>
                </a:lnTo>
                <a:lnTo>
                  <a:pt x="628" y="202"/>
                </a:lnTo>
                <a:lnTo>
                  <a:pt x="629" y="200"/>
                </a:lnTo>
                <a:lnTo>
                  <a:pt x="631" y="200"/>
                </a:lnTo>
                <a:lnTo>
                  <a:pt x="631" y="199"/>
                </a:lnTo>
                <a:lnTo>
                  <a:pt x="632" y="199"/>
                </a:lnTo>
                <a:lnTo>
                  <a:pt x="632" y="198"/>
                </a:lnTo>
                <a:lnTo>
                  <a:pt x="633" y="198"/>
                </a:lnTo>
                <a:lnTo>
                  <a:pt x="635" y="198"/>
                </a:lnTo>
                <a:lnTo>
                  <a:pt x="635" y="196"/>
                </a:lnTo>
                <a:lnTo>
                  <a:pt x="636" y="196"/>
                </a:lnTo>
                <a:lnTo>
                  <a:pt x="637" y="195"/>
                </a:lnTo>
                <a:lnTo>
                  <a:pt x="639" y="194"/>
                </a:lnTo>
                <a:lnTo>
                  <a:pt x="640" y="194"/>
                </a:lnTo>
                <a:lnTo>
                  <a:pt x="641" y="192"/>
                </a:lnTo>
                <a:lnTo>
                  <a:pt x="643" y="191"/>
                </a:lnTo>
                <a:lnTo>
                  <a:pt x="644" y="191"/>
                </a:lnTo>
                <a:lnTo>
                  <a:pt x="645" y="190"/>
                </a:lnTo>
                <a:lnTo>
                  <a:pt x="647" y="188"/>
                </a:lnTo>
                <a:lnTo>
                  <a:pt x="648" y="188"/>
                </a:lnTo>
                <a:lnTo>
                  <a:pt x="648" y="187"/>
                </a:lnTo>
                <a:lnTo>
                  <a:pt x="649" y="187"/>
                </a:lnTo>
                <a:lnTo>
                  <a:pt x="649" y="186"/>
                </a:lnTo>
                <a:lnTo>
                  <a:pt x="651" y="186"/>
                </a:lnTo>
                <a:lnTo>
                  <a:pt x="652" y="184"/>
                </a:lnTo>
                <a:lnTo>
                  <a:pt x="653" y="183"/>
                </a:lnTo>
                <a:lnTo>
                  <a:pt x="655" y="183"/>
                </a:lnTo>
                <a:lnTo>
                  <a:pt x="655" y="182"/>
                </a:lnTo>
                <a:lnTo>
                  <a:pt x="656" y="182"/>
                </a:lnTo>
                <a:lnTo>
                  <a:pt x="656" y="180"/>
                </a:lnTo>
                <a:lnTo>
                  <a:pt x="657" y="180"/>
                </a:lnTo>
                <a:lnTo>
                  <a:pt x="657" y="179"/>
                </a:lnTo>
                <a:lnTo>
                  <a:pt x="659" y="178"/>
                </a:lnTo>
                <a:lnTo>
                  <a:pt x="660" y="178"/>
                </a:lnTo>
                <a:lnTo>
                  <a:pt x="660" y="176"/>
                </a:lnTo>
                <a:lnTo>
                  <a:pt x="661" y="175"/>
                </a:lnTo>
                <a:lnTo>
                  <a:pt x="663" y="174"/>
                </a:lnTo>
                <a:lnTo>
                  <a:pt x="664" y="174"/>
                </a:lnTo>
                <a:lnTo>
                  <a:pt x="664" y="172"/>
                </a:lnTo>
                <a:lnTo>
                  <a:pt x="665" y="171"/>
                </a:lnTo>
                <a:lnTo>
                  <a:pt x="667" y="170"/>
                </a:lnTo>
                <a:lnTo>
                  <a:pt x="668" y="168"/>
                </a:lnTo>
                <a:lnTo>
                  <a:pt x="669" y="167"/>
                </a:lnTo>
                <a:lnTo>
                  <a:pt x="671" y="166"/>
                </a:lnTo>
                <a:lnTo>
                  <a:pt x="672" y="164"/>
                </a:lnTo>
                <a:lnTo>
                  <a:pt x="673" y="163"/>
                </a:lnTo>
                <a:lnTo>
                  <a:pt x="673" y="162"/>
                </a:lnTo>
                <a:lnTo>
                  <a:pt x="675" y="162"/>
                </a:lnTo>
                <a:lnTo>
                  <a:pt x="676" y="160"/>
                </a:lnTo>
                <a:lnTo>
                  <a:pt x="676" y="159"/>
                </a:lnTo>
                <a:lnTo>
                  <a:pt x="677" y="159"/>
                </a:lnTo>
                <a:lnTo>
                  <a:pt x="677" y="158"/>
                </a:lnTo>
                <a:lnTo>
                  <a:pt x="679" y="156"/>
                </a:lnTo>
                <a:lnTo>
                  <a:pt x="680" y="156"/>
                </a:lnTo>
                <a:lnTo>
                  <a:pt x="680" y="155"/>
                </a:lnTo>
                <a:lnTo>
                  <a:pt x="681" y="155"/>
                </a:lnTo>
                <a:lnTo>
                  <a:pt x="681" y="154"/>
                </a:lnTo>
                <a:lnTo>
                  <a:pt x="683" y="152"/>
                </a:lnTo>
                <a:lnTo>
                  <a:pt x="684" y="151"/>
                </a:lnTo>
                <a:lnTo>
                  <a:pt x="684" y="150"/>
                </a:lnTo>
                <a:lnTo>
                  <a:pt x="685" y="150"/>
                </a:lnTo>
                <a:lnTo>
                  <a:pt x="687" y="148"/>
                </a:lnTo>
                <a:lnTo>
                  <a:pt x="687" y="147"/>
                </a:lnTo>
                <a:lnTo>
                  <a:pt x="688" y="146"/>
                </a:lnTo>
                <a:lnTo>
                  <a:pt x="689" y="144"/>
                </a:lnTo>
                <a:lnTo>
                  <a:pt x="691" y="143"/>
                </a:lnTo>
                <a:lnTo>
                  <a:pt x="691" y="142"/>
                </a:lnTo>
                <a:lnTo>
                  <a:pt x="692" y="140"/>
                </a:lnTo>
                <a:lnTo>
                  <a:pt x="693" y="139"/>
                </a:lnTo>
                <a:lnTo>
                  <a:pt x="695" y="138"/>
                </a:lnTo>
                <a:lnTo>
                  <a:pt x="696" y="136"/>
                </a:lnTo>
                <a:lnTo>
                  <a:pt x="697" y="134"/>
                </a:lnTo>
                <a:lnTo>
                  <a:pt x="700" y="132"/>
                </a:lnTo>
                <a:lnTo>
                  <a:pt x="701" y="131"/>
                </a:lnTo>
                <a:lnTo>
                  <a:pt x="702" y="130"/>
                </a:lnTo>
                <a:lnTo>
                  <a:pt x="704" y="127"/>
                </a:lnTo>
                <a:lnTo>
                  <a:pt x="704" y="126"/>
                </a:lnTo>
                <a:lnTo>
                  <a:pt x="705" y="124"/>
                </a:lnTo>
                <a:lnTo>
                  <a:pt x="706" y="123"/>
                </a:lnTo>
                <a:lnTo>
                  <a:pt x="708" y="122"/>
                </a:lnTo>
                <a:lnTo>
                  <a:pt x="709" y="122"/>
                </a:lnTo>
                <a:lnTo>
                  <a:pt x="709" y="120"/>
                </a:lnTo>
                <a:lnTo>
                  <a:pt x="710" y="119"/>
                </a:lnTo>
                <a:lnTo>
                  <a:pt x="712" y="118"/>
                </a:lnTo>
                <a:lnTo>
                  <a:pt x="712" y="117"/>
                </a:lnTo>
                <a:lnTo>
                  <a:pt x="713" y="117"/>
                </a:lnTo>
                <a:lnTo>
                  <a:pt x="713" y="115"/>
                </a:lnTo>
                <a:lnTo>
                  <a:pt x="714" y="114"/>
                </a:lnTo>
                <a:lnTo>
                  <a:pt x="714" y="113"/>
                </a:lnTo>
                <a:lnTo>
                  <a:pt x="716" y="113"/>
                </a:lnTo>
                <a:lnTo>
                  <a:pt x="717" y="111"/>
                </a:lnTo>
                <a:lnTo>
                  <a:pt x="717" y="110"/>
                </a:lnTo>
                <a:lnTo>
                  <a:pt x="718" y="109"/>
                </a:lnTo>
                <a:lnTo>
                  <a:pt x="720" y="107"/>
                </a:lnTo>
                <a:lnTo>
                  <a:pt x="720" y="106"/>
                </a:lnTo>
                <a:lnTo>
                  <a:pt x="721" y="105"/>
                </a:lnTo>
                <a:lnTo>
                  <a:pt x="722" y="103"/>
                </a:lnTo>
                <a:lnTo>
                  <a:pt x="724" y="102"/>
                </a:lnTo>
                <a:lnTo>
                  <a:pt x="724" y="101"/>
                </a:lnTo>
                <a:lnTo>
                  <a:pt x="725" y="99"/>
                </a:lnTo>
                <a:lnTo>
                  <a:pt x="726" y="97"/>
                </a:lnTo>
                <a:lnTo>
                  <a:pt x="728" y="95"/>
                </a:lnTo>
                <a:lnTo>
                  <a:pt x="729" y="94"/>
                </a:lnTo>
                <a:lnTo>
                  <a:pt x="730" y="91"/>
                </a:lnTo>
                <a:lnTo>
                  <a:pt x="733" y="89"/>
                </a:lnTo>
                <a:lnTo>
                  <a:pt x="734" y="87"/>
                </a:lnTo>
                <a:lnTo>
                  <a:pt x="736" y="86"/>
                </a:lnTo>
                <a:lnTo>
                  <a:pt x="737" y="83"/>
                </a:lnTo>
                <a:lnTo>
                  <a:pt x="737" y="82"/>
                </a:lnTo>
                <a:lnTo>
                  <a:pt x="738" y="81"/>
                </a:lnTo>
                <a:lnTo>
                  <a:pt x="740" y="79"/>
                </a:lnTo>
                <a:lnTo>
                  <a:pt x="741" y="78"/>
                </a:lnTo>
                <a:lnTo>
                  <a:pt x="742" y="77"/>
                </a:lnTo>
                <a:lnTo>
                  <a:pt x="742" y="75"/>
                </a:lnTo>
                <a:lnTo>
                  <a:pt x="744" y="74"/>
                </a:lnTo>
                <a:lnTo>
                  <a:pt x="745" y="73"/>
                </a:lnTo>
                <a:lnTo>
                  <a:pt x="745" y="71"/>
                </a:lnTo>
                <a:lnTo>
                  <a:pt x="746" y="70"/>
                </a:lnTo>
                <a:lnTo>
                  <a:pt x="746" y="69"/>
                </a:lnTo>
                <a:lnTo>
                  <a:pt x="748" y="67"/>
                </a:lnTo>
                <a:lnTo>
                  <a:pt x="749" y="67"/>
                </a:lnTo>
                <a:lnTo>
                  <a:pt x="749" y="66"/>
                </a:lnTo>
                <a:lnTo>
                  <a:pt x="750" y="65"/>
                </a:lnTo>
                <a:lnTo>
                  <a:pt x="750" y="63"/>
                </a:lnTo>
                <a:lnTo>
                  <a:pt x="752" y="62"/>
                </a:lnTo>
                <a:lnTo>
                  <a:pt x="753" y="61"/>
                </a:lnTo>
                <a:lnTo>
                  <a:pt x="754" y="59"/>
                </a:lnTo>
                <a:lnTo>
                  <a:pt x="754" y="58"/>
                </a:lnTo>
                <a:lnTo>
                  <a:pt x="756" y="57"/>
                </a:lnTo>
                <a:lnTo>
                  <a:pt x="757" y="55"/>
                </a:lnTo>
                <a:lnTo>
                  <a:pt x="758" y="54"/>
                </a:lnTo>
                <a:lnTo>
                  <a:pt x="760" y="51"/>
                </a:lnTo>
                <a:lnTo>
                  <a:pt x="761" y="50"/>
                </a:lnTo>
                <a:lnTo>
                  <a:pt x="762" y="49"/>
                </a:lnTo>
                <a:lnTo>
                  <a:pt x="764" y="46"/>
                </a:lnTo>
                <a:lnTo>
                  <a:pt x="765" y="43"/>
                </a:lnTo>
                <a:lnTo>
                  <a:pt x="766" y="42"/>
                </a:lnTo>
                <a:lnTo>
                  <a:pt x="768" y="39"/>
                </a:lnTo>
                <a:lnTo>
                  <a:pt x="769" y="38"/>
                </a:lnTo>
                <a:lnTo>
                  <a:pt x="770" y="35"/>
                </a:lnTo>
                <a:lnTo>
                  <a:pt x="772" y="34"/>
                </a:lnTo>
                <a:lnTo>
                  <a:pt x="773" y="33"/>
                </a:lnTo>
                <a:lnTo>
                  <a:pt x="774" y="31"/>
                </a:lnTo>
                <a:lnTo>
                  <a:pt x="776" y="30"/>
                </a:lnTo>
                <a:lnTo>
                  <a:pt x="776" y="29"/>
                </a:lnTo>
                <a:lnTo>
                  <a:pt x="777" y="27"/>
                </a:lnTo>
                <a:lnTo>
                  <a:pt x="778" y="26"/>
                </a:lnTo>
                <a:lnTo>
                  <a:pt x="778" y="25"/>
                </a:lnTo>
                <a:lnTo>
                  <a:pt x="780" y="24"/>
                </a:lnTo>
                <a:lnTo>
                  <a:pt x="781" y="22"/>
                </a:lnTo>
                <a:lnTo>
                  <a:pt x="781" y="21"/>
                </a:lnTo>
                <a:lnTo>
                  <a:pt x="782" y="21"/>
                </a:lnTo>
                <a:lnTo>
                  <a:pt x="782" y="20"/>
                </a:lnTo>
                <a:lnTo>
                  <a:pt x="784" y="18"/>
                </a:lnTo>
                <a:lnTo>
                  <a:pt x="784" y="17"/>
                </a:lnTo>
                <a:lnTo>
                  <a:pt x="785" y="17"/>
                </a:lnTo>
                <a:lnTo>
                  <a:pt x="785" y="16"/>
                </a:lnTo>
                <a:lnTo>
                  <a:pt x="786" y="14"/>
                </a:lnTo>
                <a:lnTo>
                  <a:pt x="786" y="13"/>
                </a:lnTo>
                <a:lnTo>
                  <a:pt x="788" y="12"/>
                </a:lnTo>
                <a:lnTo>
                  <a:pt x="788" y="10"/>
                </a:lnTo>
                <a:lnTo>
                  <a:pt x="789" y="9"/>
                </a:lnTo>
                <a:lnTo>
                  <a:pt x="789" y="8"/>
                </a:lnTo>
                <a:lnTo>
                  <a:pt x="790" y="6"/>
                </a:lnTo>
                <a:lnTo>
                  <a:pt x="791" y="5"/>
                </a:lnTo>
                <a:lnTo>
                  <a:pt x="791" y="4"/>
                </a:lnTo>
                <a:lnTo>
                  <a:pt x="793" y="2"/>
                </a:lnTo>
                <a:lnTo>
                  <a:pt x="794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4595" name="Freeform 42">
            <a:extLst>
              <a:ext uri="{FF2B5EF4-FFF2-40B4-BE49-F238E27FC236}">
                <a16:creationId xmlns:a16="http://schemas.microsoft.com/office/drawing/2014/main" id="{0D69DDC9-17A8-4523-85EE-0F327ED004AB}"/>
              </a:ext>
            </a:extLst>
          </p:cNvPr>
          <p:cNvSpPr>
            <a:spLocks/>
          </p:cNvSpPr>
          <p:nvPr/>
        </p:nvSpPr>
        <p:spPr bwMode="auto">
          <a:xfrm>
            <a:off x="6072188" y="1568450"/>
            <a:ext cx="76200" cy="252413"/>
          </a:xfrm>
          <a:custGeom>
            <a:avLst/>
            <a:gdLst>
              <a:gd name="T0" fmla="*/ 2147483646 w 94"/>
              <a:gd name="T1" fmla="*/ 2147483646 h 318"/>
              <a:gd name="T2" fmla="*/ 2147483646 w 94"/>
              <a:gd name="T3" fmla="*/ 2147483646 h 318"/>
              <a:gd name="T4" fmla="*/ 2147483646 w 94"/>
              <a:gd name="T5" fmla="*/ 2147483646 h 318"/>
              <a:gd name="T6" fmla="*/ 2147483646 w 94"/>
              <a:gd name="T7" fmla="*/ 2147483646 h 318"/>
              <a:gd name="T8" fmla="*/ 2147483646 w 94"/>
              <a:gd name="T9" fmla="*/ 2147483646 h 318"/>
              <a:gd name="T10" fmla="*/ 2147483646 w 94"/>
              <a:gd name="T11" fmla="*/ 2147483646 h 318"/>
              <a:gd name="T12" fmla="*/ 2147483646 w 94"/>
              <a:gd name="T13" fmla="*/ 2147483646 h 318"/>
              <a:gd name="T14" fmla="*/ 2147483646 w 94"/>
              <a:gd name="T15" fmla="*/ 2147483646 h 318"/>
              <a:gd name="T16" fmla="*/ 2147483646 w 94"/>
              <a:gd name="T17" fmla="*/ 2147483646 h 318"/>
              <a:gd name="T18" fmla="*/ 2147483646 w 94"/>
              <a:gd name="T19" fmla="*/ 2147483646 h 318"/>
              <a:gd name="T20" fmla="*/ 2147483646 w 94"/>
              <a:gd name="T21" fmla="*/ 2147483646 h 318"/>
              <a:gd name="T22" fmla="*/ 2147483646 w 94"/>
              <a:gd name="T23" fmla="*/ 2147483646 h 318"/>
              <a:gd name="T24" fmla="*/ 2147483646 w 94"/>
              <a:gd name="T25" fmla="*/ 2147483646 h 318"/>
              <a:gd name="T26" fmla="*/ 2147483646 w 94"/>
              <a:gd name="T27" fmla="*/ 2147483646 h 318"/>
              <a:gd name="T28" fmla="*/ 2147483646 w 94"/>
              <a:gd name="T29" fmla="*/ 2147483646 h 318"/>
              <a:gd name="T30" fmla="*/ 2147483646 w 94"/>
              <a:gd name="T31" fmla="*/ 2147483646 h 318"/>
              <a:gd name="T32" fmla="*/ 2147483646 w 94"/>
              <a:gd name="T33" fmla="*/ 2147483646 h 318"/>
              <a:gd name="T34" fmla="*/ 2147483646 w 94"/>
              <a:gd name="T35" fmla="*/ 2147483646 h 318"/>
              <a:gd name="T36" fmla="*/ 2147483646 w 94"/>
              <a:gd name="T37" fmla="*/ 2147483646 h 318"/>
              <a:gd name="T38" fmla="*/ 2147483646 w 94"/>
              <a:gd name="T39" fmla="*/ 2147483646 h 318"/>
              <a:gd name="T40" fmla="*/ 2147483646 w 94"/>
              <a:gd name="T41" fmla="*/ 2147483646 h 318"/>
              <a:gd name="T42" fmla="*/ 2147483646 w 94"/>
              <a:gd name="T43" fmla="*/ 2147483646 h 318"/>
              <a:gd name="T44" fmla="*/ 2147483646 w 94"/>
              <a:gd name="T45" fmla="*/ 2147483646 h 318"/>
              <a:gd name="T46" fmla="*/ 2147483646 w 94"/>
              <a:gd name="T47" fmla="*/ 2147483646 h 318"/>
              <a:gd name="T48" fmla="*/ 2147483646 w 94"/>
              <a:gd name="T49" fmla="*/ 2147483646 h 318"/>
              <a:gd name="T50" fmla="*/ 2147483646 w 94"/>
              <a:gd name="T51" fmla="*/ 2147483646 h 318"/>
              <a:gd name="T52" fmla="*/ 2147483646 w 94"/>
              <a:gd name="T53" fmla="*/ 2147483646 h 318"/>
              <a:gd name="T54" fmla="*/ 2147483646 w 94"/>
              <a:gd name="T55" fmla="*/ 2147483646 h 318"/>
              <a:gd name="T56" fmla="*/ 2147483646 w 94"/>
              <a:gd name="T57" fmla="*/ 2147483646 h 318"/>
              <a:gd name="T58" fmla="*/ 2147483646 w 94"/>
              <a:gd name="T59" fmla="*/ 2147483646 h 318"/>
              <a:gd name="T60" fmla="*/ 2147483646 w 94"/>
              <a:gd name="T61" fmla="*/ 2147483646 h 318"/>
              <a:gd name="T62" fmla="*/ 2147483646 w 94"/>
              <a:gd name="T63" fmla="*/ 2147483646 h 318"/>
              <a:gd name="T64" fmla="*/ 2147483646 w 94"/>
              <a:gd name="T65" fmla="*/ 2147483646 h 318"/>
              <a:gd name="T66" fmla="*/ 2147483646 w 94"/>
              <a:gd name="T67" fmla="*/ 2147483646 h 318"/>
              <a:gd name="T68" fmla="*/ 2147483646 w 94"/>
              <a:gd name="T69" fmla="*/ 2147483646 h 318"/>
              <a:gd name="T70" fmla="*/ 2147483646 w 94"/>
              <a:gd name="T71" fmla="*/ 2147483646 h 318"/>
              <a:gd name="T72" fmla="*/ 2147483646 w 94"/>
              <a:gd name="T73" fmla="*/ 2147483646 h 318"/>
              <a:gd name="T74" fmla="*/ 2147483646 w 94"/>
              <a:gd name="T75" fmla="*/ 2147483646 h 318"/>
              <a:gd name="T76" fmla="*/ 2147483646 w 94"/>
              <a:gd name="T77" fmla="*/ 2147483646 h 318"/>
              <a:gd name="T78" fmla="*/ 2147483646 w 94"/>
              <a:gd name="T79" fmla="*/ 2147483646 h 318"/>
              <a:gd name="T80" fmla="*/ 2147483646 w 94"/>
              <a:gd name="T81" fmla="*/ 2147483646 h 318"/>
              <a:gd name="T82" fmla="*/ 2147483646 w 94"/>
              <a:gd name="T83" fmla="*/ 2147483646 h 318"/>
              <a:gd name="T84" fmla="*/ 2147483646 w 94"/>
              <a:gd name="T85" fmla="*/ 2147483646 h 318"/>
              <a:gd name="T86" fmla="*/ 2147483646 w 94"/>
              <a:gd name="T87" fmla="*/ 2147483646 h 318"/>
              <a:gd name="T88" fmla="*/ 2147483646 w 94"/>
              <a:gd name="T89" fmla="*/ 2147483646 h 318"/>
              <a:gd name="T90" fmla="*/ 2147483646 w 94"/>
              <a:gd name="T91" fmla="*/ 2147483646 h 318"/>
              <a:gd name="T92" fmla="*/ 2147483646 w 94"/>
              <a:gd name="T93" fmla="*/ 2147483646 h 318"/>
              <a:gd name="T94" fmla="*/ 2147483646 w 94"/>
              <a:gd name="T95" fmla="*/ 2147483646 h 318"/>
              <a:gd name="T96" fmla="*/ 2147483646 w 94"/>
              <a:gd name="T97" fmla="*/ 2147483646 h 318"/>
              <a:gd name="T98" fmla="*/ 2147483646 w 94"/>
              <a:gd name="T99" fmla="*/ 2147483646 h 318"/>
              <a:gd name="T100" fmla="*/ 2147483646 w 94"/>
              <a:gd name="T101" fmla="*/ 2147483646 h 318"/>
              <a:gd name="T102" fmla="*/ 2147483646 w 94"/>
              <a:gd name="T103" fmla="*/ 2147483646 h 318"/>
              <a:gd name="T104" fmla="*/ 2147483646 w 94"/>
              <a:gd name="T105" fmla="*/ 2147483646 h 318"/>
              <a:gd name="T106" fmla="*/ 2147483646 w 94"/>
              <a:gd name="T107" fmla="*/ 2147483646 h 318"/>
              <a:gd name="T108" fmla="*/ 2147483646 w 94"/>
              <a:gd name="T109" fmla="*/ 2147483646 h 318"/>
              <a:gd name="T110" fmla="*/ 2147483646 w 94"/>
              <a:gd name="T111" fmla="*/ 2147483646 h 318"/>
              <a:gd name="T112" fmla="*/ 2147483646 w 94"/>
              <a:gd name="T113" fmla="*/ 2147483646 h 318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8"/>
              <a:gd name="T173" fmla="*/ 94 w 94"/>
              <a:gd name="T174" fmla="*/ 318 h 318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8">
                <a:moveTo>
                  <a:pt x="0" y="0"/>
                </a:moveTo>
                <a:lnTo>
                  <a:pt x="2" y="4"/>
                </a:lnTo>
                <a:lnTo>
                  <a:pt x="4" y="8"/>
                </a:lnTo>
                <a:lnTo>
                  <a:pt x="5" y="11"/>
                </a:lnTo>
                <a:lnTo>
                  <a:pt x="8" y="13"/>
                </a:lnTo>
                <a:lnTo>
                  <a:pt x="9" y="16"/>
                </a:lnTo>
                <a:lnTo>
                  <a:pt x="10" y="19"/>
                </a:lnTo>
                <a:lnTo>
                  <a:pt x="12" y="21"/>
                </a:lnTo>
                <a:lnTo>
                  <a:pt x="13" y="23"/>
                </a:lnTo>
                <a:lnTo>
                  <a:pt x="14" y="25"/>
                </a:lnTo>
                <a:lnTo>
                  <a:pt x="14" y="27"/>
                </a:lnTo>
                <a:lnTo>
                  <a:pt x="16" y="29"/>
                </a:lnTo>
                <a:lnTo>
                  <a:pt x="17" y="31"/>
                </a:lnTo>
                <a:lnTo>
                  <a:pt x="17" y="32"/>
                </a:lnTo>
                <a:lnTo>
                  <a:pt x="18" y="33"/>
                </a:lnTo>
                <a:lnTo>
                  <a:pt x="20" y="35"/>
                </a:lnTo>
                <a:lnTo>
                  <a:pt x="20" y="37"/>
                </a:lnTo>
                <a:lnTo>
                  <a:pt x="21" y="39"/>
                </a:lnTo>
                <a:lnTo>
                  <a:pt x="22" y="40"/>
                </a:lnTo>
                <a:lnTo>
                  <a:pt x="22" y="41"/>
                </a:lnTo>
                <a:lnTo>
                  <a:pt x="24" y="43"/>
                </a:lnTo>
                <a:lnTo>
                  <a:pt x="24" y="44"/>
                </a:lnTo>
                <a:lnTo>
                  <a:pt x="24" y="45"/>
                </a:lnTo>
                <a:lnTo>
                  <a:pt x="25" y="47"/>
                </a:lnTo>
                <a:lnTo>
                  <a:pt x="25" y="48"/>
                </a:lnTo>
                <a:lnTo>
                  <a:pt x="26" y="49"/>
                </a:lnTo>
                <a:lnTo>
                  <a:pt x="26" y="51"/>
                </a:lnTo>
                <a:lnTo>
                  <a:pt x="28" y="52"/>
                </a:lnTo>
                <a:lnTo>
                  <a:pt x="28" y="53"/>
                </a:lnTo>
                <a:lnTo>
                  <a:pt x="29" y="56"/>
                </a:lnTo>
                <a:lnTo>
                  <a:pt x="29" y="57"/>
                </a:lnTo>
                <a:lnTo>
                  <a:pt x="30" y="59"/>
                </a:lnTo>
                <a:lnTo>
                  <a:pt x="30" y="61"/>
                </a:lnTo>
                <a:lnTo>
                  <a:pt x="32" y="63"/>
                </a:lnTo>
                <a:lnTo>
                  <a:pt x="32" y="64"/>
                </a:lnTo>
                <a:lnTo>
                  <a:pt x="33" y="65"/>
                </a:lnTo>
                <a:lnTo>
                  <a:pt x="33" y="66"/>
                </a:lnTo>
                <a:lnTo>
                  <a:pt x="34" y="68"/>
                </a:lnTo>
                <a:lnTo>
                  <a:pt x="34" y="69"/>
                </a:lnTo>
                <a:lnTo>
                  <a:pt x="34" y="70"/>
                </a:lnTo>
                <a:lnTo>
                  <a:pt x="36" y="72"/>
                </a:lnTo>
                <a:lnTo>
                  <a:pt x="36" y="73"/>
                </a:lnTo>
                <a:lnTo>
                  <a:pt x="36" y="74"/>
                </a:lnTo>
                <a:lnTo>
                  <a:pt x="37" y="76"/>
                </a:lnTo>
                <a:lnTo>
                  <a:pt x="37" y="77"/>
                </a:lnTo>
                <a:lnTo>
                  <a:pt x="38" y="78"/>
                </a:lnTo>
                <a:lnTo>
                  <a:pt x="38" y="80"/>
                </a:lnTo>
                <a:lnTo>
                  <a:pt x="40" y="81"/>
                </a:lnTo>
                <a:lnTo>
                  <a:pt x="40" y="82"/>
                </a:lnTo>
                <a:lnTo>
                  <a:pt x="40" y="84"/>
                </a:lnTo>
                <a:lnTo>
                  <a:pt x="41" y="85"/>
                </a:lnTo>
                <a:lnTo>
                  <a:pt x="41" y="86"/>
                </a:lnTo>
                <a:lnTo>
                  <a:pt x="41" y="88"/>
                </a:lnTo>
                <a:lnTo>
                  <a:pt x="42" y="89"/>
                </a:lnTo>
                <a:lnTo>
                  <a:pt x="42" y="90"/>
                </a:lnTo>
                <a:lnTo>
                  <a:pt x="42" y="92"/>
                </a:lnTo>
                <a:lnTo>
                  <a:pt x="44" y="93"/>
                </a:lnTo>
                <a:lnTo>
                  <a:pt x="44" y="94"/>
                </a:lnTo>
                <a:lnTo>
                  <a:pt x="45" y="97"/>
                </a:lnTo>
                <a:lnTo>
                  <a:pt x="45" y="98"/>
                </a:lnTo>
                <a:lnTo>
                  <a:pt x="46" y="101"/>
                </a:lnTo>
                <a:lnTo>
                  <a:pt x="48" y="102"/>
                </a:lnTo>
                <a:lnTo>
                  <a:pt x="48" y="105"/>
                </a:lnTo>
                <a:lnTo>
                  <a:pt x="49" y="108"/>
                </a:lnTo>
                <a:lnTo>
                  <a:pt x="49" y="109"/>
                </a:lnTo>
                <a:lnTo>
                  <a:pt x="50" y="110"/>
                </a:lnTo>
                <a:lnTo>
                  <a:pt x="51" y="113"/>
                </a:lnTo>
                <a:lnTo>
                  <a:pt x="51" y="114"/>
                </a:lnTo>
                <a:lnTo>
                  <a:pt x="51" y="116"/>
                </a:lnTo>
                <a:lnTo>
                  <a:pt x="53" y="117"/>
                </a:lnTo>
                <a:lnTo>
                  <a:pt x="53" y="118"/>
                </a:lnTo>
                <a:lnTo>
                  <a:pt x="54" y="120"/>
                </a:lnTo>
                <a:lnTo>
                  <a:pt x="54" y="121"/>
                </a:lnTo>
                <a:lnTo>
                  <a:pt x="54" y="122"/>
                </a:lnTo>
                <a:lnTo>
                  <a:pt x="55" y="124"/>
                </a:lnTo>
                <a:lnTo>
                  <a:pt x="55" y="125"/>
                </a:lnTo>
                <a:lnTo>
                  <a:pt x="55" y="126"/>
                </a:lnTo>
                <a:lnTo>
                  <a:pt x="57" y="126"/>
                </a:lnTo>
                <a:lnTo>
                  <a:pt x="57" y="128"/>
                </a:lnTo>
                <a:lnTo>
                  <a:pt x="57" y="129"/>
                </a:lnTo>
                <a:lnTo>
                  <a:pt x="57" y="130"/>
                </a:lnTo>
                <a:lnTo>
                  <a:pt x="58" y="132"/>
                </a:lnTo>
                <a:lnTo>
                  <a:pt x="58" y="133"/>
                </a:lnTo>
                <a:lnTo>
                  <a:pt x="58" y="134"/>
                </a:lnTo>
                <a:lnTo>
                  <a:pt x="59" y="136"/>
                </a:lnTo>
                <a:lnTo>
                  <a:pt x="59" y="137"/>
                </a:lnTo>
                <a:lnTo>
                  <a:pt x="59" y="138"/>
                </a:lnTo>
                <a:lnTo>
                  <a:pt x="61" y="140"/>
                </a:lnTo>
                <a:lnTo>
                  <a:pt x="61" y="141"/>
                </a:lnTo>
                <a:lnTo>
                  <a:pt x="61" y="144"/>
                </a:lnTo>
                <a:lnTo>
                  <a:pt x="62" y="145"/>
                </a:lnTo>
                <a:lnTo>
                  <a:pt x="62" y="146"/>
                </a:lnTo>
                <a:lnTo>
                  <a:pt x="63" y="149"/>
                </a:lnTo>
                <a:lnTo>
                  <a:pt x="63" y="152"/>
                </a:lnTo>
                <a:lnTo>
                  <a:pt x="65" y="153"/>
                </a:lnTo>
                <a:lnTo>
                  <a:pt x="65" y="156"/>
                </a:lnTo>
                <a:lnTo>
                  <a:pt x="66" y="157"/>
                </a:lnTo>
                <a:lnTo>
                  <a:pt x="66" y="159"/>
                </a:lnTo>
                <a:lnTo>
                  <a:pt x="67" y="161"/>
                </a:lnTo>
                <a:lnTo>
                  <a:pt x="67" y="162"/>
                </a:lnTo>
                <a:lnTo>
                  <a:pt x="67" y="163"/>
                </a:lnTo>
                <a:lnTo>
                  <a:pt x="69" y="165"/>
                </a:lnTo>
                <a:lnTo>
                  <a:pt x="69" y="166"/>
                </a:lnTo>
                <a:lnTo>
                  <a:pt x="69" y="167"/>
                </a:lnTo>
                <a:lnTo>
                  <a:pt x="70" y="169"/>
                </a:lnTo>
                <a:lnTo>
                  <a:pt x="70" y="170"/>
                </a:lnTo>
                <a:lnTo>
                  <a:pt x="70" y="171"/>
                </a:lnTo>
                <a:lnTo>
                  <a:pt x="70" y="173"/>
                </a:lnTo>
                <a:lnTo>
                  <a:pt x="71" y="174"/>
                </a:lnTo>
                <a:lnTo>
                  <a:pt x="71" y="175"/>
                </a:lnTo>
                <a:lnTo>
                  <a:pt x="71" y="177"/>
                </a:lnTo>
                <a:lnTo>
                  <a:pt x="73" y="178"/>
                </a:lnTo>
                <a:lnTo>
                  <a:pt x="73" y="179"/>
                </a:lnTo>
                <a:lnTo>
                  <a:pt x="73" y="181"/>
                </a:lnTo>
                <a:lnTo>
                  <a:pt x="74" y="182"/>
                </a:lnTo>
                <a:lnTo>
                  <a:pt x="74" y="183"/>
                </a:lnTo>
                <a:lnTo>
                  <a:pt x="74" y="185"/>
                </a:lnTo>
                <a:lnTo>
                  <a:pt x="74" y="186"/>
                </a:lnTo>
                <a:lnTo>
                  <a:pt x="75" y="187"/>
                </a:lnTo>
                <a:lnTo>
                  <a:pt x="75" y="190"/>
                </a:lnTo>
                <a:lnTo>
                  <a:pt x="77" y="191"/>
                </a:lnTo>
                <a:lnTo>
                  <a:pt x="77" y="193"/>
                </a:lnTo>
                <a:lnTo>
                  <a:pt x="77" y="195"/>
                </a:lnTo>
                <a:lnTo>
                  <a:pt x="78" y="197"/>
                </a:lnTo>
                <a:lnTo>
                  <a:pt x="78" y="199"/>
                </a:lnTo>
                <a:lnTo>
                  <a:pt x="79" y="201"/>
                </a:lnTo>
                <a:lnTo>
                  <a:pt x="79" y="203"/>
                </a:lnTo>
                <a:lnTo>
                  <a:pt x="81" y="206"/>
                </a:lnTo>
                <a:lnTo>
                  <a:pt x="81" y="207"/>
                </a:lnTo>
                <a:lnTo>
                  <a:pt x="82" y="209"/>
                </a:lnTo>
                <a:lnTo>
                  <a:pt x="82" y="210"/>
                </a:lnTo>
                <a:lnTo>
                  <a:pt x="82" y="213"/>
                </a:lnTo>
                <a:lnTo>
                  <a:pt x="83" y="214"/>
                </a:lnTo>
                <a:lnTo>
                  <a:pt x="83" y="215"/>
                </a:lnTo>
                <a:lnTo>
                  <a:pt x="83" y="217"/>
                </a:lnTo>
                <a:lnTo>
                  <a:pt x="85" y="218"/>
                </a:lnTo>
                <a:lnTo>
                  <a:pt x="85" y="219"/>
                </a:lnTo>
                <a:lnTo>
                  <a:pt x="85" y="221"/>
                </a:lnTo>
                <a:lnTo>
                  <a:pt x="85" y="222"/>
                </a:lnTo>
                <a:lnTo>
                  <a:pt x="86" y="223"/>
                </a:lnTo>
                <a:lnTo>
                  <a:pt x="86" y="225"/>
                </a:lnTo>
                <a:lnTo>
                  <a:pt x="86" y="226"/>
                </a:lnTo>
                <a:lnTo>
                  <a:pt x="86" y="227"/>
                </a:lnTo>
                <a:lnTo>
                  <a:pt x="86" y="229"/>
                </a:lnTo>
                <a:lnTo>
                  <a:pt x="86" y="230"/>
                </a:lnTo>
                <a:lnTo>
                  <a:pt x="87" y="231"/>
                </a:lnTo>
                <a:lnTo>
                  <a:pt x="87" y="233"/>
                </a:lnTo>
                <a:lnTo>
                  <a:pt x="87" y="234"/>
                </a:lnTo>
                <a:lnTo>
                  <a:pt x="87" y="235"/>
                </a:lnTo>
                <a:lnTo>
                  <a:pt x="87" y="237"/>
                </a:lnTo>
                <a:lnTo>
                  <a:pt x="87" y="239"/>
                </a:lnTo>
                <a:lnTo>
                  <a:pt x="87" y="241"/>
                </a:lnTo>
                <a:lnTo>
                  <a:pt x="87" y="242"/>
                </a:lnTo>
                <a:lnTo>
                  <a:pt x="87" y="245"/>
                </a:lnTo>
                <a:lnTo>
                  <a:pt x="89" y="246"/>
                </a:lnTo>
                <a:lnTo>
                  <a:pt x="89" y="247"/>
                </a:lnTo>
                <a:lnTo>
                  <a:pt x="89" y="250"/>
                </a:lnTo>
                <a:lnTo>
                  <a:pt x="89" y="251"/>
                </a:lnTo>
                <a:lnTo>
                  <a:pt x="89" y="252"/>
                </a:lnTo>
                <a:lnTo>
                  <a:pt x="89" y="254"/>
                </a:lnTo>
                <a:lnTo>
                  <a:pt x="89" y="255"/>
                </a:lnTo>
                <a:lnTo>
                  <a:pt x="89" y="256"/>
                </a:lnTo>
                <a:lnTo>
                  <a:pt x="89" y="258"/>
                </a:lnTo>
                <a:lnTo>
                  <a:pt x="89" y="259"/>
                </a:lnTo>
                <a:lnTo>
                  <a:pt x="89" y="260"/>
                </a:lnTo>
                <a:lnTo>
                  <a:pt x="90" y="262"/>
                </a:lnTo>
                <a:lnTo>
                  <a:pt x="90" y="263"/>
                </a:lnTo>
                <a:lnTo>
                  <a:pt x="90" y="264"/>
                </a:lnTo>
                <a:lnTo>
                  <a:pt x="90" y="266"/>
                </a:lnTo>
                <a:lnTo>
                  <a:pt x="90" y="267"/>
                </a:lnTo>
                <a:lnTo>
                  <a:pt x="90" y="268"/>
                </a:lnTo>
                <a:lnTo>
                  <a:pt x="90" y="270"/>
                </a:lnTo>
                <a:lnTo>
                  <a:pt x="91" y="271"/>
                </a:lnTo>
                <a:lnTo>
                  <a:pt x="91" y="272"/>
                </a:lnTo>
                <a:lnTo>
                  <a:pt x="91" y="274"/>
                </a:lnTo>
                <a:lnTo>
                  <a:pt x="91" y="275"/>
                </a:lnTo>
                <a:lnTo>
                  <a:pt x="91" y="276"/>
                </a:lnTo>
                <a:lnTo>
                  <a:pt x="91" y="278"/>
                </a:lnTo>
                <a:lnTo>
                  <a:pt x="93" y="278"/>
                </a:lnTo>
                <a:lnTo>
                  <a:pt x="93" y="279"/>
                </a:lnTo>
                <a:lnTo>
                  <a:pt x="93" y="280"/>
                </a:lnTo>
                <a:lnTo>
                  <a:pt x="93" y="282"/>
                </a:lnTo>
                <a:lnTo>
                  <a:pt x="93" y="283"/>
                </a:lnTo>
                <a:lnTo>
                  <a:pt x="94" y="284"/>
                </a:lnTo>
                <a:lnTo>
                  <a:pt x="94" y="286"/>
                </a:lnTo>
                <a:lnTo>
                  <a:pt x="94" y="287"/>
                </a:lnTo>
                <a:lnTo>
                  <a:pt x="94" y="288"/>
                </a:lnTo>
                <a:lnTo>
                  <a:pt x="94" y="290"/>
                </a:lnTo>
                <a:lnTo>
                  <a:pt x="94" y="291"/>
                </a:lnTo>
                <a:lnTo>
                  <a:pt x="94" y="292"/>
                </a:lnTo>
                <a:lnTo>
                  <a:pt x="94" y="294"/>
                </a:lnTo>
                <a:lnTo>
                  <a:pt x="94" y="295"/>
                </a:lnTo>
                <a:lnTo>
                  <a:pt x="94" y="296"/>
                </a:lnTo>
                <a:lnTo>
                  <a:pt x="94" y="298"/>
                </a:lnTo>
                <a:lnTo>
                  <a:pt x="94" y="299"/>
                </a:lnTo>
                <a:lnTo>
                  <a:pt x="94" y="300"/>
                </a:lnTo>
                <a:lnTo>
                  <a:pt x="94" y="302"/>
                </a:lnTo>
                <a:lnTo>
                  <a:pt x="94" y="303"/>
                </a:lnTo>
                <a:lnTo>
                  <a:pt x="94" y="304"/>
                </a:lnTo>
                <a:lnTo>
                  <a:pt x="94" y="307"/>
                </a:lnTo>
                <a:lnTo>
                  <a:pt x="94" y="308"/>
                </a:lnTo>
                <a:lnTo>
                  <a:pt x="93" y="311"/>
                </a:lnTo>
                <a:lnTo>
                  <a:pt x="93" y="314"/>
                </a:lnTo>
                <a:lnTo>
                  <a:pt x="93" y="315"/>
                </a:lnTo>
                <a:lnTo>
                  <a:pt x="93" y="31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4596" name="Freeform 43">
            <a:extLst>
              <a:ext uri="{FF2B5EF4-FFF2-40B4-BE49-F238E27FC236}">
                <a16:creationId xmlns:a16="http://schemas.microsoft.com/office/drawing/2014/main" id="{7BC8BC78-077F-41C3-92D5-7877CB0A36CB}"/>
              </a:ext>
            </a:extLst>
          </p:cNvPr>
          <p:cNvSpPr>
            <a:spLocks/>
          </p:cNvSpPr>
          <p:nvPr/>
        </p:nvSpPr>
        <p:spPr bwMode="auto">
          <a:xfrm>
            <a:off x="6072188" y="1819275"/>
            <a:ext cx="76200" cy="252413"/>
          </a:xfrm>
          <a:custGeom>
            <a:avLst/>
            <a:gdLst>
              <a:gd name="T0" fmla="*/ 2147483646 w 94"/>
              <a:gd name="T1" fmla="*/ 2147483646 h 318"/>
              <a:gd name="T2" fmla="*/ 2147483646 w 94"/>
              <a:gd name="T3" fmla="*/ 2147483646 h 318"/>
              <a:gd name="T4" fmla="*/ 2147483646 w 94"/>
              <a:gd name="T5" fmla="*/ 2147483646 h 318"/>
              <a:gd name="T6" fmla="*/ 2147483646 w 94"/>
              <a:gd name="T7" fmla="*/ 2147483646 h 318"/>
              <a:gd name="T8" fmla="*/ 2147483646 w 94"/>
              <a:gd name="T9" fmla="*/ 2147483646 h 318"/>
              <a:gd name="T10" fmla="*/ 2147483646 w 94"/>
              <a:gd name="T11" fmla="*/ 2147483646 h 318"/>
              <a:gd name="T12" fmla="*/ 2147483646 w 94"/>
              <a:gd name="T13" fmla="*/ 2147483646 h 318"/>
              <a:gd name="T14" fmla="*/ 2147483646 w 94"/>
              <a:gd name="T15" fmla="*/ 2147483646 h 318"/>
              <a:gd name="T16" fmla="*/ 2147483646 w 94"/>
              <a:gd name="T17" fmla="*/ 2147483646 h 318"/>
              <a:gd name="T18" fmla="*/ 2147483646 w 94"/>
              <a:gd name="T19" fmla="*/ 2147483646 h 318"/>
              <a:gd name="T20" fmla="*/ 2147483646 w 94"/>
              <a:gd name="T21" fmla="*/ 2147483646 h 318"/>
              <a:gd name="T22" fmla="*/ 2147483646 w 94"/>
              <a:gd name="T23" fmla="*/ 2147483646 h 318"/>
              <a:gd name="T24" fmla="*/ 2147483646 w 94"/>
              <a:gd name="T25" fmla="*/ 2147483646 h 318"/>
              <a:gd name="T26" fmla="*/ 2147483646 w 94"/>
              <a:gd name="T27" fmla="*/ 2147483646 h 318"/>
              <a:gd name="T28" fmla="*/ 2147483646 w 94"/>
              <a:gd name="T29" fmla="*/ 2147483646 h 318"/>
              <a:gd name="T30" fmla="*/ 2147483646 w 94"/>
              <a:gd name="T31" fmla="*/ 2147483646 h 318"/>
              <a:gd name="T32" fmla="*/ 2147483646 w 94"/>
              <a:gd name="T33" fmla="*/ 2147483646 h 318"/>
              <a:gd name="T34" fmla="*/ 2147483646 w 94"/>
              <a:gd name="T35" fmla="*/ 2147483646 h 318"/>
              <a:gd name="T36" fmla="*/ 2147483646 w 94"/>
              <a:gd name="T37" fmla="*/ 2147483646 h 318"/>
              <a:gd name="T38" fmla="*/ 2147483646 w 94"/>
              <a:gd name="T39" fmla="*/ 2147483646 h 318"/>
              <a:gd name="T40" fmla="*/ 2147483646 w 94"/>
              <a:gd name="T41" fmla="*/ 2147483646 h 318"/>
              <a:gd name="T42" fmla="*/ 2147483646 w 94"/>
              <a:gd name="T43" fmla="*/ 2147483646 h 318"/>
              <a:gd name="T44" fmla="*/ 2147483646 w 94"/>
              <a:gd name="T45" fmla="*/ 2147483646 h 318"/>
              <a:gd name="T46" fmla="*/ 2147483646 w 94"/>
              <a:gd name="T47" fmla="*/ 2147483646 h 318"/>
              <a:gd name="T48" fmla="*/ 2147483646 w 94"/>
              <a:gd name="T49" fmla="*/ 2147483646 h 318"/>
              <a:gd name="T50" fmla="*/ 2147483646 w 94"/>
              <a:gd name="T51" fmla="*/ 2147483646 h 318"/>
              <a:gd name="T52" fmla="*/ 2147483646 w 94"/>
              <a:gd name="T53" fmla="*/ 2147483646 h 318"/>
              <a:gd name="T54" fmla="*/ 2147483646 w 94"/>
              <a:gd name="T55" fmla="*/ 2147483646 h 318"/>
              <a:gd name="T56" fmla="*/ 2147483646 w 94"/>
              <a:gd name="T57" fmla="*/ 2147483646 h 318"/>
              <a:gd name="T58" fmla="*/ 2147483646 w 94"/>
              <a:gd name="T59" fmla="*/ 2147483646 h 318"/>
              <a:gd name="T60" fmla="*/ 2147483646 w 94"/>
              <a:gd name="T61" fmla="*/ 2147483646 h 318"/>
              <a:gd name="T62" fmla="*/ 2147483646 w 94"/>
              <a:gd name="T63" fmla="*/ 2147483646 h 318"/>
              <a:gd name="T64" fmla="*/ 2147483646 w 94"/>
              <a:gd name="T65" fmla="*/ 2147483646 h 318"/>
              <a:gd name="T66" fmla="*/ 2147483646 w 94"/>
              <a:gd name="T67" fmla="*/ 2147483646 h 318"/>
              <a:gd name="T68" fmla="*/ 2147483646 w 94"/>
              <a:gd name="T69" fmla="*/ 2147483646 h 318"/>
              <a:gd name="T70" fmla="*/ 2147483646 w 94"/>
              <a:gd name="T71" fmla="*/ 2147483646 h 318"/>
              <a:gd name="T72" fmla="*/ 2147483646 w 94"/>
              <a:gd name="T73" fmla="*/ 2147483646 h 318"/>
              <a:gd name="T74" fmla="*/ 2147483646 w 94"/>
              <a:gd name="T75" fmla="*/ 2147483646 h 318"/>
              <a:gd name="T76" fmla="*/ 2147483646 w 94"/>
              <a:gd name="T77" fmla="*/ 2147483646 h 318"/>
              <a:gd name="T78" fmla="*/ 2147483646 w 94"/>
              <a:gd name="T79" fmla="*/ 2147483646 h 318"/>
              <a:gd name="T80" fmla="*/ 2147483646 w 94"/>
              <a:gd name="T81" fmla="*/ 2147483646 h 318"/>
              <a:gd name="T82" fmla="*/ 2147483646 w 94"/>
              <a:gd name="T83" fmla="*/ 2147483646 h 318"/>
              <a:gd name="T84" fmla="*/ 2147483646 w 94"/>
              <a:gd name="T85" fmla="*/ 2147483646 h 318"/>
              <a:gd name="T86" fmla="*/ 2147483646 w 94"/>
              <a:gd name="T87" fmla="*/ 2147483646 h 318"/>
              <a:gd name="T88" fmla="*/ 2147483646 w 94"/>
              <a:gd name="T89" fmla="*/ 2147483646 h 318"/>
              <a:gd name="T90" fmla="*/ 2147483646 w 94"/>
              <a:gd name="T91" fmla="*/ 2147483646 h 318"/>
              <a:gd name="T92" fmla="*/ 2147483646 w 94"/>
              <a:gd name="T93" fmla="*/ 2147483646 h 318"/>
              <a:gd name="T94" fmla="*/ 2147483646 w 94"/>
              <a:gd name="T95" fmla="*/ 2147483646 h 318"/>
              <a:gd name="T96" fmla="*/ 2147483646 w 94"/>
              <a:gd name="T97" fmla="*/ 2147483646 h 318"/>
              <a:gd name="T98" fmla="*/ 2147483646 w 94"/>
              <a:gd name="T99" fmla="*/ 2147483646 h 318"/>
              <a:gd name="T100" fmla="*/ 2147483646 w 94"/>
              <a:gd name="T101" fmla="*/ 2147483646 h 318"/>
              <a:gd name="T102" fmla="*/ 2147483646 w 94"/>
              <a:gd name="T103" fmla="*/ 2147483646 h 318"/>
              <a:gd name="T104" fmla="*/ 2147483646 w 94"/>
              <a:gd name="T105" fmla="*/ 2147483646 h 318"/>
              <a:gd name="T106" fmla="*/ 2147483646 w 94"/>
              <a:gd name="T107" fmla="*/ 2147483646 h 318"/>
              <a:gd name="T108" fmla="*/ 2147483646 w 94"/>
              <a:gd name="T109" fmla="*/ 2147483646 h 318"/>
              <a:gd name="T110" fmla="*/ 2147483646 w 94"/>
              <a:gd name="T111" fmla="*/ 2147483646 h 318"/>
              <a:gd name="T112" fmla="*/ 2147483646 w 94"/>
              <a:gd name="T113" fmla="*/ 2147483646 h 318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8"/>
              <a:gd name="T173" fmla="*/ 94 w 94"/>
              <a:gd name="T174" fmla="*/ 318 h 318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8">
                <a:moveTo>
                  <a:pt x="0" y="318"/>
                </a:moveTo>
                <a:lnTo>
                  <a:pt x="2" y="314"/>
                </a:lnTo>
                <a:lnTo>
                  <a:pt x="4" y="311"/>
                </a:lnTo>
                <a:lnTo>
                  <a:pt x="5" y="307"/>
                </a:lnTo>
                <a:lnTo>
                  <a:pt x="8" y="305"/>
                </a:lnTo>
                <a:lnTo>
                  <a:pt x="9" y="302"/>
                </a:lnTo>
                <a:lnTo>
                  <a:pt x="10" y="299"/>
                </a:lnTo>
                <a:lnTo>
                  <a:pt x="12" y="298"/>
                </a:lnTo>
                <a:lnTo>
                  <a:pt x="13" y="295"/>
                </a:lnTo>
                <a:lnTo>
                  <a:pt x="14" y="293"/>
                </a:lnTo>
                <a:lnTo>
                  <a:pt x="14" y="291"/>
                </a:lnTo>
                <a:lnTo>
                  <a:pt x="16" y="290"/>
                </a:lnTo>
                <a:lnTo>
                  <a:pt x="17" y="287"/>
                </a:lnTo>
                <a:lnTo>
                  <a:pt x="17" y="286"/>
                </a:lnTo>
                <a:lnTo>
                  <a:pt x="18" y="285"/>
                </a:lnTo>
                <a:lnTo>
                  <a:pt x="20" y="283"/>
                </a:lnTo>
                <a:lnTo>
                  <a:pt x="20" y="282"/>
                </a:lnTo>
                <a:lnTo>
                  <a:pt x="21" y="281"/>
                </a:lnTo>
                <a:lnTo>
                  <a:pt x="21" y="279"/>
                </a:lnTo>
                <a:lnTo>
                  <a:pt x="22" y="278"/>
                </a:lnTo>
                <a:lnTo>
                  <a:pt x="22" y="277"/>
                </a:lnTo>
                <a:lnTo>
                  <a:pt x="24" y="275"/>
                </a:lnTo>
                <a:lnTo>
                  <a:pt x="24" y="274"/>
                </a:lnTo>
                <a:lnTo>
                  <a:pt x="24" y="273"/>
                </a:lnTo>
                <a:lnTo>
                  <a:pt x="25" y="271"/>
                </a:lnTo>
                <a:lnTo>
                  <a:pt x="25" y="270"/>
                </a:lnTo>
                <a:lnTo>
                  <a:pt x="26" y="269"/>
                </a:lnTo>
                <a:lnTo>
                  <a:pt x="26" y="267"/>
                </a:lnTo>
                <a:lnTo>
                  <a:pt x="28" y="266"/>
                </a:lnTo>
                <a:lnTo>
                  <a:pt x="28" y="265"/>
                </a:lnTo>
                <a:lnTo>
                  <a:pt x="29" y="263"/>
                </a:lnTo>
                <a:lnTo>
                  <a:pt x="29" y="261"/>
                </a:lnTo>
                <a:lnTo>
                  <a:pt x="30" y="259"/>
                </a:lnTo>
                <a:lnTo>
                  <a:pt x="30" y="258"/>
                </a:lnTo>
                <a:lnTo>
                  <a:pt x="32" y="255"/>
                </a:lnTo>
                <a:lnTo>
                  <a:pt x="32" y="254"/>
                </a:lnTo>
                <a:lnTo>
                  <a:pt x="33" y="253"/>
                </a:lnTo>
                <a:lnTo>
                  <a:pt x="33" y="251"/>
                </a:lnTo>
                <a:lnTo>
                  <a:pt x="34" y="250"/>
                </a:lnTo>
                <a:lnTo>
                  <a:pt x="34" y="249"/>
                </a:lnTo>
                <a:lnTo>
                  <a:pt x="34" y="247"/>
                </a:lnTo>
                <a:lnTo>
                  <a:pt x="36" y="246"/>
                </a:lnTo>
                <a:lnTo>
                  <a:pt x="36" y="245"/>
                </a:lnTo>
                <a:lnTo>
                  <a:pt x="37" y="243"/>
                </a:lnTo>
                <a:lnTo>
                  <a:pt x="37" y="242"/>
                </a:lnTo>
                <a:lnTo>
                  <a:pt x="37" y="241"/>
                </a:lnTo>
                <a:lnTo>
                  <a:pt x="38" y="239"/>
                </a:lnTo>
                <a:lnTo>
                  <a:pt x="38" y="238"/>
                </a:lnTo>
                <a:lnTo>
                  <a:pt x="40" y="237"/>
                </a:lnTo>
                <a:lnTo>
                  <a:pt x="40" y="235"/>
                </a:lnTo>
                <a:lnTo>
                  <a:pt x="40" y="234"/>
                </a:lnTo>
                <a:lnTo>
                  <a:pt x="41" y="234"/>
                </a:lnTo>
                <a:lnTo>
                  <a:pt x="41" y="233"/>
                </a:lnTo>
                <a:lnTo>
                  <a:pt x="41" y="231"/>
                </a:lnTo>
                <a:lnTo>
                  <a:pt x="42" y="230"/>
                </a:lnTo>
                <a:lnTo>
                  <a:pt x="42" y="229"/>
                </a:lnTo>
                <a:lnTo>
                  <a:pt x="42" y="226"/>
                </a:lnTo>
                <a:lnTo>
                  <a:pt x="44" y="225"/>
                </a:lnTo>
                <a:lnTo>
                  <a:pt x="44" y="223"/>
                </a:lnTo>
                <a:lnTo>
                  <a:pt x="45" y="222"/>
                </a:lnTo>
                <a:lnTo>
                  <a:pt x="45" y="219"/>
                </a:lnTo>
                <a:lnTo>
                  <a:pt x="46" y="217"/>
                </a:lnTo>
                <a:lnTo>
                  <a:pt x="48" y="215"/>
                </a:lnTo>
                <a:lnTo>
                  <a:pt x="48" y="213"/>
                </a:lnTo>
                <a:lnTo>
                  <a:pt x="49" y="212"/>
                </a:lnTo>
                <a:lnTo>
                  <a:pt x="49" y="209"/>
                </a:lnTo>
                <a:lnTo>
                  <a:pt x="50" y="208"/>
                </a:lnTo>
                <a:lnTo>
                  <a:pt x="51" y="206"/>
                </a:lnTo>
                <a:lnTo>
                  <a:pt x="51" y="204"/>
                </a:lnTo>
                <a:lnTo>
                  <a:pt x="51" y="202"/>
                </a:lnTo>
                <a:lnTo>
                  <a:pt x="53" y="201"/>
                </a:lnTo>
                <a:lnTo>
                  <a:pt x="53" y="200"/>
                </a:lnTo>
                <a:lnTo>
                  <a:pt x="54" y="198"/>
                </a:lnTo>
                <a:lnTo>
                  <a:pt x="54" y="197"/>
                </a:lnTo>
                <a:lnTo>
                  <a:pt x="54" y="196"/>
                </a:lnTo>
                <a:lnTo>
                  <a:pt x="55" y="194"/>
                </a:lnTo>
                <a:lnTo>
                  <a:pt x="55" y="193"/>
                </a:lnTo>
                <a:lnTo>
                  <a:pt x="57" y="192"/>
                </a:lnTo>
                <a:lnTo>
                  <a:pt x="57" y="190"/>
                </a:lnTo>
                <a:lnTo>
                  <a:pt x="57" y="189"/>
                </a:lnTo>
                <a:lnTo>
                  <a:pt x="57" y="188"/>
                </a:lnTo>
                <a:lnTo>
                  <a:pt x="58" y="186"/>
                </a:lnTo>
                <a:lnTo>
                  <a:pt x="58" y="185"/>
                </a:lnTo>
                <a:lnTo>
                  <a:pt x="58" y="184"/>
                </a:lnTo>
                <a:lnTo>
                  <a:pt x="59" y="182"/>
                </a:lnTo>
                <a:lnTo>
                  <a:pt x="59" y="181"/>
                </a:lnTo>
                <a:lnTo>
                  <a:pt x="59" y="180"/>
                </a:lnTo>
                <a:lnTo>
                  <a:pt x="61" y="178"/>
                </a:lnTo>
                <a:lnTo>
                  <a:pt x="61" y="177"/>
                </a:lnTo>
                <a:lnTo>
                  <a:pt x="61" y="176"/>
                </a:lnTo>
                <a:lnTo>
                  <a:pt x="62" y="173"/>
                </a:lnTo>
                <a:lnTo>
                  <a:pt x="62" y="172"/>
                </a:lnTo>
                <a:lnTo>
                  <a:pt x="63" y="169"/>
                </a:lnTo>
                <a:lnTo>
                  <a:pt x="63" y="168"/>
                </a:lnTo>
                <a:lnTo>
                  <a:pt x="65" y="165"/>
                </a:lnTo>
                <a:lnTo>
                  <a:pt x="65" y="162"/>
                </a:lnTo>
                <a:lnTo>
                  <a:pt x="66" y="161"/>
                </a:lnTo>
                <a:lnTo>
                  <a:pt x="66" y="160"/>
                </a:lnTo>
                <a:lnTo>
                  <a:pt x="67" y="157"/>
                </a:lnTo>
                <a:lnTo>
                  <a:pt x="67" y="156"/>
                </a:lnTo>
                <a:lnTo>
                  <a:pt x="67" y="154"/>
                </a:lnTo>
                <a:lnTo>
                  <a:pt x="69" y="153"/>
                </a:lnTo>
                <a:lnTo>
                  <a:pt x="69" y="152"/>
                </a:lnTo>
                <a:lnTo>
                  <a:pt x="69" y="150"/>
                </a:lnTo>
                <a:lnTo>
                  <a:pt x="70" y="149"/>
                </a:lnTo>
                <a:lnTo>
                  <a:pt x="70" y="148"/>
                </a:lnTo>
                <a:lnTo>
                  <a:pt x="70" y="146"/>
                </a:lnTo>
                <a:lnTo>
                  <a:pt x="70" y="145"/>
                </a:lnTo>
                <a:lnTo>
                  <a:pt x="71" y="144"/>
                </a:lnTo>
                <a:lnTo>
                  <a:pt x="71" y="142"/>
                </a:lnTo>
                <a:lnTo>
                  <a:pt x="71" y="141"/>
                </a:lnTo>
                <a:lnTo>
                  <a:pt x="73" y="140"/>
                </a:lnTo>
                <a:lnTo>
                  <a:pt x="73" y="138"/>
                </a:lnTo>
                <a:lnTo>
                  <a:pt x="73" y="137"/>
                </a:lnTo>
                <a:lnTo>
                  <a:pt x="74" y="136"/>
                </a:lnTo>
                <a:lnTo>
                  <a:pt x="74" y="134"/>
                </a:lnTo>
                <a:lnTo>
                  <a:pt x="74" y="133"/>
                </a:lnTo>
                <a:lnTo>
                  <a:pt x="74" y="132"/>
                </a:lnTo>
                <a:lnTo>
                  <a:pt x="75" y="130"/>
                </a:lnTo>
                <a:lnTo>
                  <a:pt x="75" y="129"/>
                </a:lnTo>
                <a:lnTo>
                  <a:pt x="77" y="126"/>
                </a:lnTo>
                <a:lnTo>
                  <a:pt x="77" y="125"/>
                </a:lnTo>
                <a:lnTo>
                  <a:pt x="77" y="124"/>
                </a:lnTo>
                <a:lnTo>
                  <a:pt x="78" y="121"/>
                </a:lnTo>
                <a:lnTo>
                  <a:pt x="78" y="119"/>
                </a:lnTo>
                <a:lnTo>
                  <a:pt x="79" y="117"/>
                </a:lnTo>
                <a:lnTo>
                  <a:pt x="79" y="115"/>
                </a:lnTo>
                <a:lnTo>
                  <a:pt x="81" y="113"/>
                </a:lnTo>
                <a:lnTo>
                  <a:pt x="81" y="111"/>
                </a:lnTo>
                <a:lnTo>
                  <a:pt x="82" y="109"/>
                </a:lnTo>
                <a:lnTo>
                  <a:pt x="82" y="108"/>
                </a:lnTo>
                <a:lnTo>
                  <a:pt x="82" y="107"/>
                </a:lnTo>
                <a:lnTo>
                  <a:pt x="83" y="105"/>
                </a:lnTo>
                <a:lnTo>
                  <a:pt x="83" y="104"/>
                </a:lnTo>
                <a:lnTo>
                  <a:pt x="83" y="103"/>
                </a:lnTo>
                <a:lnTo>
                  <a:pt x="85" y="101"/>
                </a:lnTo>
                <a:lnTo>
                  <a:pt x="85" y="100"/>
                </a:lnTo>
                <a:lnTo>
                  <a:pt x="85" y="99"/>
                </a:lnTo>
                <a:lnTo>
                  <a:pt x="85" y="97"/>
                </a:lnTo>
                <a:lnTo>
                  <a:pt x="85" y="96"/>
                </a:lnTo>
                <a:lnTo>
                  <a:pt x="86" y="96"/>
                </a:lnTo>
                <a:lnTo>
                  <a:pt x="86" y="95"/>
                </a:lnTo>
                <a:lnTo>
                  <a:pt x="86" y="93"/>
                </a:lnTo>
                <a:lnTo>
                  <a:pt x="86" y="92"/>
                </a:lnTo>
                <a:lnTo>
                  <a:pt x="86" y="91"/>
                </a:lnTo>
                <a:lnTo>
                  <a:pt x="86" y="89"/>
                </a:lnTo>
                <a:lnTo>
                  <a:pt x="86" y="88"/>
                </a:lnTo>
                <a:lnTo>
                  <a:pt x="87" y="87"/>
                </a:lnTo>
                <a:lnTo>
                  <a:pt x="87" y="85"/>
                </a:lnTo>
                <a:lnTo>
                  <a:pt x="87" y="84"/>
                </a:lnTo>
                <a:lnTo>
                  <a:pt x="87" y="83"/>
                </a:lnTo>
                <a:lnTo>
                  <a:pt x="87" y="81"/>
                </a:lnTo>
                <a:lnTo>
                  <a:pt x="87" y="80"/>
                </a:lnTo>
                <a:lnTo>
                  <a:pt x="87" y="77"/>
                </a:lnTo>
                <a:lnTo>
                  <a:pt x="87" y="76"/>
                </a:lnTo>
                <a:lnTo>
                  <a:pt x="87" y="75"/>
                </a:lnTo>
                <a:lnTo>
                  <a:pt x="89" y="72"/>
                </a:lnTo>
                <a:lnTo>
                  <a:pt x="89" y="71"/>
                </a:lnTo>
                <a:lnTo>
                  <a:pt x="89" y="69"/>
                </a:lnTo>
                <a:lnTo>
                  <a:pt x="89" y="67"/>
                </a:lnTo>
                <a:lnTo>
                  <a:pt x="89" y="65"/>
                </a:lnTo>
                <a:lnTo>
                  <a:pt x="89" y="64"/>
                </a:lnTo>
                <a:lnTo>
                  <a:pt x="89" y="63"/>
                </a:lnTo>
                <a:lnTo>
                  <a:pt x="89" y="61"/>
                </a:lnTo>
                <a:lnTo>
                  <a:pt x="89" y="60"/>
                </a:lnTo>
                <a:lnTo>
                  <a:pt x="89" y="59"/>
                </a:lnTo>
                <a:lnTo>
                  <a:pt x="89" y="57"/>
                </a:lnTo>
                <a:lnTo>
                  <a:pt x="90" y="57"/>
                </a:lnTo>
                <a:lnTo>
                  <a:pt x="90" y="56"/>
                </a:lnTo>
                <a:lnTo>
                  <a:pt x="90" y="55"/>
                </a:lnTo>
                <a:lnTo>
                  <a:pt x="90" y="53"/>
                </a:lnTo>
                <a:lnTo>
                  <a:pt x="90" y="52"/>
                </a:lnTo>
                <a:lnTo>
                  <a:pt x="90" y="51"/>
                </a:lnTo>
                <a:lnTo>
                  <a:pt x="90" y="49"/>
                </a:lnTo>
                <a:lnTo>
                  <a:pt x="90" y="48"/>
                </a:lnTo>
                <a:lnTo>
                  <a:pt x="91" y="48"/>
                </a:lnTo>
                <a:lnTo>
                  <a:pt x="91" y="47"/>
                </a:lnTo>
                <a:lnTo>
                  <a:pt x="91" y="45"/>
                </a:lnTo>
                <a:lnTo>
                  <a:pt x="91" y="44"/>
                </a:lnTo>
                <a:lnTo>
                  <a:pt x="91" y="43"/>
                </a:lnTo>
                <a:lnTo>
                  <a:pt x="91" y="41"/>
                </a:lnTo>
                <a:lnTo>
                  <a:pt x="93" y="40"/>
                </a:lnTo>
                <a:lnTo>
                  <a:pt x="93" y="39"/>
                </a:lnTo>
                <a:lnTo>
                  <a:pt x="93" y="37"/>
                </a:lnTo>
                <a:lnTo>
                  <a:pt x="93" y="36"/>
                </a:lnTo>
                <a:lnTo>
                  <a:pt x="93" y="35"/>
                </a:lnTo>
                <a:lnTo>
                  <a:pt x="94" y="33"/>
                </a:lnTo>
                <a:lnTo>
                  <a:pt x="94" y="32"/>
                </a:lnTo>
                <a:lnTo>
                  <a:pt x="94" y="31"/>
                </a:lnTo>
                <a:lnTo>
                  <a:pt x="94" y="29"/>
                </a:lnTo>
                <a:lnTo>
                  <a:pt x="94" y="28"/>
                </a:lnTo>
                <a:lnTo>
                  <a:pt x="94" y="27"/>
                </a:lnTo>
                <a:lnTo>
                  <a:pt x="94" y="26"/>
                </a:lnTo>
                <a:lnTo>
                  <a:pt x="94" y="24"/>
                </a:lnTo>
                <a:lnTo>
                  <a:pt x="94" y="23"/>
                </a:lnTo>
                <a:lnTo>
                  <a:pt x="94" y="22"/>
                </a:lnTo>
                <a:lnTo>
                  <a:pt x="94" y="20"/>
                </a:lnTo>
                <a:lnTo>
                  <a:pt x="94" y="19"/>
                </a:lnTo>
                <a:lnTo>
                  <a:pt x="94" y="16"/>
                </a:lnTo>
                <a:lnTo>
                  <a:pt x="94" y="15"/>
                </a:lnTo>
                <a:lnTo>
                  <a:pt x="94" y="14"/>
                </a:lnTo>
                <a:lnTo>
                  <a:pt x="94" y="12"/>
                </a:lnTo>
                <a:lnTo>
                  <a:pt x="94" y="10"/>
                </a:lnTo>
                <a:lnTo>
                  <a:pt x="93" y="7"/>
                </a:lnTo>
                <a:lnTo>
                  <a:pt x="93" y="6"/>
                </a:lnTo>
                <a:lnTo>
                  <a:pt x="93" y="3"/>
                </a:lnTo>
                <a:lnTo>
                  <a:pt x="93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4597" name="Line 44">
            <a:extLst>
              <a:ext uri="{FF2B5EF4-FFF2-40B4-BE49-F238E27FC236}">
                <a16:creationId xmlns:a16="http://schemas.microsoft.com/office/drawing/2014/main" id="{BA38998E-BE00-4348-98FF-EF988A6AE2EC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710363" y="1819275"/>
            <a:ext cx="166687" cy="31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4598" name="Rectangle 45">
            <a:extLst>
              <a:ext uri="{FF2B5EF4-FFF2-40B4-BE49-F238E27FC236}">
                <a16:creationId xmlns:a16="http://schemas.microsoft.com/office/drawing/2014/main" id="{924DB5D6-BB87-4220-9C46-1625F4AE31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9625" y="1427163"/>
            <a:ext cx="37465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HA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4599" name="Rectangle 46">
            <a:extLst>
              <a:ext uri="{FF2B5EF4-FFF2-40B4-BE49-F238E27FC236}">
                <a16:creationId xmlns:a16="http://schemas.microsoft.com/office/drawing/2014/main" id="{2AC929C7-2A62-4D7C-AE61-8C3C051E87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7750" y="1452563"/>
            <a:ext cx="212725" cy="27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4600" name="Rectangle 47">
            <a:extLst>
              <a:ext uri="{FF2B5EF4-FFF2-40B4-BE49-F238E27FC236}">
                <a16:creationId xmlns:a16="http://schemas.microsoft.com/office/drawing/2014/main" id="{28CE06E6-24DE-43FE-9CB4-12EFFDB164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2988" y="1747838"/>
            <a:ext cx="223837" cy="27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4601" name="Rectangle 48">
            <a:extLst>
              <a:ext uri="{FF2B5EF4-FFF2-40B4-BE49-F238E27FC236}">
                <a16:creationId xmlns:a16="http://schemas.microsoft.com/office/drawing/2014/main" id="{10BA1044-07C9-4309-8BAD-875DB0FE64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81625" y="1154113"/>
            <a:ext cx="212725" cy="27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4602" name="Rectangle 49">
            <a:extLst>
              <a:ext uri="{FF2B5EF4-FFF2-40B4-BE49-F238E27FC236}">
                <a16:creationId xmlns:a16="http://schemas.microsoft.com/office/drawing/2014/main" id="{55A1D219-3C9F-4B80-B166-D4CD6E0A51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6863" y="1449388"/>
            <a:ext cx="223837" cy="27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4603" name="Rectangle 50">
            <a:extLst>
              <a:ext uri="{FF2B5EF4-FFF2-40B4-BE49-F238E27FC236}">
                <a16:creationId xmlns:a16="http://schemas.microsoft.com/office/drawing/2014/main" id="{636A6D91-C9D6-432A-9422-9FCB206DB3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95400" y="1231900"/>
            <a:ext cx="223838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4604" name="Rectangle 51">
            <a:extLst>
              <a:ext uri="{FF2B5EF4-FFF2-40B4-BE49-F238E27FC236}">
                <a16:creationId xmlns:a16="http://schemas.microsoft.com/office/drawing/2014/main" id="{E34F8A59-2C27-4B18-8DA3-24C544FD80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87475" y="1328738"/>
            <a:ext cx="141288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i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4605" name="Rectangle 52">
            <a:extLst>
              <a:ext uri="{FF2B5EF4-FFF2-40B4-BE49-F238E27FC236}">
                <a16:creationId xmlns:a16="http://schemas.microsoft.com/office/drawing/2014/main" id="{B4D83FA4-2216-4C7B-91D4-287E5019B3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98575" y="1549400"/>
            <a:ext cx="223838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4606" name="Rectangle 53">
            <a:extLst>
              <a:ext uri="{FF2B5EF4-FFF2-40B4-BE49-F238E27FC236}">
                <a16:creationId xmlns:a16="http://schemas.microsoft.com/office/drawing/2014/main" id="{3B14CFF3-F586-4607-AD37-C67B17BBB7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90650" y="1646238"/>
            <a:ext cx="141288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i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4607" name="Rectangle 54">
            <a:extLst>
              <a:ext uri="{FF2B5EF4-FFF2-40B4-BE49-F238E27FC236}">
                <a16:creationId xmlns:a16="http://schemas.microsoft.com/office/drawing/2014/main" id="{47350362-5CDF-4C86-8A11-720ADB182E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98575" y="1830388"/>
            <a:ext cx="223838" cy="27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y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4608" name="Rectangle 55">
            <a:extLst>
              <a:ext uri="{FF2B5EF4-FFF2-40B4-BE49-F238E27FC236}">
                <a16:creationId xmlns:a16="http://schemas.microsoft.com/office/drawing/2014/main" id="{AACAFE0A-1D1E-4E4B-8ABA-413C2DF07E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89063" y="1927225"/>
            <a:ext cx="141287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i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24609" name="Group 2">
            <a:extLst>
              <a:ext uri="{FF2B5EF4-FFF2-40B4-BE49-F238E27FC236}">
                <a16:creationId xmlns:a16="http://schemas.microsoft.com/office/drawing/2014/main" id="{27FD191C-7B51-4998-86AF-442F4A5BE443}"/>
              </a:ext>
            </a:extLst>
          </p:cNvPr>
          <p:cNvGrpSpPr>
            <a:grpSpLocks/>
          </p:cNvGrpSpPr>
          <p:nvPr/>
        </p:nvGrpSpPr>
        <p:grpSpPr bwMode="auto">
          <a:xfrm>
            <a:off x="7905750" y="1639888"/>
            <a:ext cx="465138" cy="307975"/>
            <a:chOff x="7459663" y="3367088"/>
            <a:chExt cx="465137" cy="307975"/>
          </a:xfrm>
        </p:grpSpPr>
        <p:sp>
          <p:nvSpPr>
            <p:cNvPr id="24621" name="Rectangle 56">
              <a:extLst>
                <a:ext uri="{FF2B5EF4-FFF2-40B4-BE49-F238E27FC236}">
                  <a16:creationId xmlns:a16="http://schemas.microsoft.com/office/drawing/2014/main" id="{5D51BE99-C85B-4496-AE76-EFD655C0C1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59663" y="3367088"/>
              <a:ext cx="223837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4622" name="Rectangle 57">
              <a:extLst>
                <a:ext uri="{FF2B5EF4-FFF2-40B4-BE49-F238E27FC236}">
                  <a16:creationId xmlns:a16="http://schemas.microsoft.com/office/drawing/2014/main" id="{0A0AE15F-9BE1-4A64-AA1F-D814705582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51738" y="3463925"/>
              <a:ext cx="141287" cy="211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i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4623" name="Rectangle 58">
              <a:extLst>
                <a:ext uri="{FF2B5EF4-FFF2-40B4-BE49-F238E27FC236}">
                  <a16:creationId xmlns:a16="http://schemas.microsoft.com/office/drawing/2014/main" id="{685FA9AB-3540-4D04-8BCD-573403F2DB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48588" y="3463925"/>
              <a:ext cx="176212" cy="211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4624" name="Rectangle 59">
              <a:extLst>
                <a:ext uri="{FF2B5EF4-FFF2-40B4-BE49-F238E27FC236}">
                  <a16:creationId xmlns:a16="http://schemas.microsoft.com/office/drawing/2014/main" id="{8F8D2707-2D61-4ED0-ACD2-BDD85644DE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27938" y="3463925"/>
              <a:ext cx="185737" cy="211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+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24610" name="Group 3">
            <a:extLst>
              <a:ext uri="{FF2B5EF4-FFF2-40B4-BE49-F238E27FC236}">
                <a16:creationId xmlns:a16="http://schemas.microsoft.com/office/drawing/2014/main" id="{65734522-B77D-479C-A9B2-23CCA3C26AF7}"/>
              </a:ext>
            </a:extLst>
          </p:cNvPr>
          <p:cNvGrpSpPr>
            <a:grpSpLocks/>
          </p:cNvGrpSpPr>
          <p:nvPr/>
        </p:nvGrpSpPr>
        <p:grpSpPr bwMode="auto">
          <a:xfrm>
            <a:off x="7947025" y="1196975"/>
            <a:ext cx="220663" cy="306388"/>
            <a:chOff x="7473950" y="2917825"/>
            <a:chExt cx="220663" cy="306388"/>
          </a:xfrm>
        </p:grpSpPr>
        <p:sp>
          <p:nvSpPr>
            <p:cNvPr id="24619" name="Rectangle 60">
              <a:extLst>
                <a:ext uri="{FF2B5EF4-FFF2-40B4-BE49-F238E27FC236}">
                  <a16:creationId xmlns:a16="http://schemas.microsoft.com/office/drawing/2014/main" id="{8162D874-9497-4726-B25E-05BF225A7B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73950" y="2917825"/>
              <a:ext cx="212725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4620" name="Rectangle 96">
              <a:extLst>
                <a:ext uri="{FF2B5EF4-FFF2-40B4-BE49-F238E27FC236}">
                  <a16:creationId xmlns:a16="http://schemas.microsoft.com/office/drawing/2014/main" id="{24B689DE-FE03-4844-B349-8F1681F09F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53325" y="3013075"/>
              <a:ext cx="141288" cy="211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i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24611" name="Title 1">
            <a:extLst>
              <a:ext uri="{FF2B5EF4-FFF2-40B4-BE49-F238E27FC236}">
                <a16:creationId xmlns:a16="http://schemas.microsoft.com/office/drawing/2014/main" id="{39FDA780-D69B-48B5-9735-97DD8E1DD494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The Full-Adder Abstraction</a:t>
            </a:r>
          </a:p>
        </p:txBody>
      </p:sp>
      <p:sp>
        <p:nvSpPr>
          <p:cNvPr id="24612" name="Rectangle 1">
            <a:extLst>
              <a:ext uri="{FF2B5EF4-FFF2-40B4-BE49-F238E27FC236}">
                <a16:creationId xmlns:a16="http://schemas.microsoft.com/office/drawing/2014/main" id="{9FEE04A2-652E-4E4B-A1F7-8B1A659523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55838" y="914400"/>
            <a:ext cx="4621212" cy="1624013"/>
          </a:xfrm>
          <a:prstGeom prst="rect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24613" name="Group 4">
            <a:extLst>
              <a:ext uri="{FF2B5EF4-FFF2-40B4-BE49-F238E27FC236}">
                <a16:creationId xmlns:a16="http://schemas.microsoft.com/office/drawing/2014/main" id="{BF38529A-56A1-4629-9383-F8A1CBCD8A4F}"/>
              </a:ext>
            </a:extLst>
          </p:cNvPr>
          <p:cNvGrpSpPr>
            <a:grpSpLocks/>
          </p:cNvGrpSpPr>
          <p:nvPr/>
        </p:nvGrpSpPr>
        <p:grpSpPr bwMode="auto">
          <a:xfrm>
            <a:off x="6873875" y="1357313"/>
            <a:ext cx="865188" cy="42862"/>
            <a:chOff x="6995820" y="2209800"/>
            <a:chExt cx="865188" cy="42862"/>
          </a:xfrm>
        </p:grpSpPr>
        <p:sp>
          <p:nvSpPr>
            <p:cNvPr id="24617" name="Freeform 28">
              <a:extLst>
                <a:ext uri="{FF2B5EF4-FFF2-40B4-BE49-F238E27FC236}">
                  <a16:creationId xmlns:a16="http://schemas.microsoft.com/office/drawing/2014/main" id="{5058E31A-F74C-4ABA-BBA5-FB1E8F766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4008" y="2209800"/>
              <a:ext cx="127000" cy="42862"/>
            </a:xfrm>
            <a:custGeom>
              <a:avLst/>
              <a:gdLst>
                <a:gd name="T0" fmla="*/ 0 w 159"/>
                <a:gd name="T1" fmla="*/ 2147483646 h 54"/>
                <a:gd name="T2" fmla="*/ 2147483646 w 159"/>
                <a:gd name="T3" fmla="*/ 2147483646 h 54"/>
                <a:gd name="T4" fmla="*/ 0 w 159"/>
                <a:gd name="T5" fmla="*/ 0 h 54"/>
                <a:gd name="T6" fmla="*/ 0 w 159"/>
                <a:gd name="T7" fmla="*/ 2147483646 h 54"/>
                <a:gd name="T8" fmla="*/ 0 w 159"/>
                <a:gd name="T9" fmla="*/ 2147483646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54"/>
                <a:gd name="T17" fmla="*/ 159 w 159"/>
                <a:gd name="T18" fmla="*/ 54 h 5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54">
                  <a:moveTo>
                    <a:pt x="0" y="54"/>
                  </a:moveTo>
                  <a:lnTo>
                    <a:pt x="159" y="27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54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4618" name="Line 29">
              <a:extLst>
                <a:ext uri="{FF2B5EF4-FFF2-40B4-BE49-F238E27FC236}">
                  <a16:creationId xmlns:a16="http://schemas.microsoft.com/office/drawing/2014/main" id="{0CD52FDE-D147-4A81-A038-6C773E4868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995820" y="2230437"/>
              <a:ext cx="717550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24614" name="Group 113">
            <a:extLst>
              <a:ext uri="{FF2B5EF4-FFF2-40B4-BE49-F238E27FC236}">
                <a16:creationId xmlns:a16="http://schemas.microsoft.com/office/drawing/2014/main" id="{277C4D31-6784-4514-85C2-17B1367A60E1}"/>
              </a:ext>
            </a:extLst>
          </p:cNvPr>
          <p:cNvGrpSpPr>
            <a:grpSpLocks/>
          </p:cNvGrpSpPr>
          <p:nvPr/>
        </p:nvGrpSpPr>
        <p:grpSpPr bwMode="auto">
          <a:xfrm>
            <a:off x="6858000" y="1804988"/>
            <a:ext cx="865188" cy="42862"/>
            <a:chOff x="6995820" y="2209800"/>
            <a:chExt cx="865188" cy="42862"/>
          </a:xfrm>
        </p:grpSpPr>
        <p:sp>
          <p:nvSpPr>
            <p:cNvPr id="24615" name="Freeform 28">
              <a:extLst>
                <a:ext uri="{FF2B5EF4-FFF2-40B4-BE49-F238E27FC236}">
                  <a16:creationId xmlns:a16="http://schemas.microsoft.com/office/drawing/2014/main" id="{45723377-B74F-4982-B370-8890900D5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4008" y="2209800"/>
              <a:ext cx="127000" cy="42862"/>
            </a:xfrm>
            <a:custGeom>
              <a:avLst/>
              <a:gdLst>
                <a:gd name="T0" fmla="*/ 0 w 159"/>
                <a:gd name="T1" fmla="*/ 2147483646 h 54"/>
                <a:gd name="T2" fmla="*/ 2147483646 w 159"/>
                <a:gd name="T3" fmla="*/ 2147483646 h 54"/>
                <a:gd name="T4" fmla="*/ 0 w 159"/>
                <a:gd name="T5" fmla="*/ 0 h 54"/>
                <a:gd name="T6" fmla="*/ 0 w 159"/>
                <a:gd name="T7" fmla="*/ 2147483646 h 54"/>
                <a:gd name="T8" fmla="*/ 0 w 159"/>
                <a:gd name="T9" fmla="*/ 2147483646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54"/>
                <a:gd name="T17" fmla="*/ 159 w 159"/>
                <a:gd name="T18" fmla="*/ 54 h 5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54">
                  <a:moveTo>
                    <a:pt x="0" y="54"/>
                  </a:moveTo>
                  <a:lnTo>
                    <a:pt x="159" y="27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54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4616" name="Line 29">
              <a:extLst>
                <a:ext uri="{FF2B5EF4-FFF2-40B4-BE49-F238E27FC236}">
                  <a16:creationId xmlns:a16="http://schemas.microsoft.com/office/drawing/2014/main" id="{2930862F-8312-417C-BB2E-AC16D0DDF5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995820" y="2230437"/>
              <a:ext cx="717550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pic>
        <p:nvPicPr>
          <p:cNvPr id="2" name="Picture 1">
            <a:extLst>
              <a:ext uri="{FF2B5EF4-FFF2-40B4-BE49-F238E27FC236}">
                <a16:creationId xmlns:a16="http://schemas.microsoft.com/office/drawing/2014/main" id="{C34A23A4-FAB0-4EAE-B7E1-9F89D9CC7BE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71756" y="2819400"/>
            <a:ext cx="6600644" cy="3757612"/>
          </a:xfrm>
          <a:prstGeom prst="rect">
            <a:avLst/>
          </a:prstGeom>
        </p:spPr>
      </p:pic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1" name="Title 1">
            <a:extLst>
              <a:ext uri="{FF2B5EF4-FFF2-40B4-BE49-F238E27FC236}">
                <a16:creationId xmlns:a16="http://schemas.microsoft.com/office/drawing/2014/main" id="{CF0F5B39-AFAC-4F7C-B673-0FCCA4715C0C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The x and y lines are typically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grouped together for better visualization,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but the underlying logic remains the same</a:t>
            </a:r>
          </a:p>
        </p:txBody>
      </p:sp>
      <p:grpSp>
        <p:nvGrpSpPr>
          <p:cNvPr id="30722" name="Group 1">
            <a:extLst>
              <a:ext uri="{FF2B5EF4-FFF2-40B4-BE49-F238E27FC236}">
                <a16:creationId xmlns:a16="http://schemas.microsoft.com/office/drawing/2014/main" id="{80BDC229-9408-4374-97D5-6FE4AAD099E4}"/>
              </a:ext>
            </a:extLst>
          </p:cNvPr>
          <p:cNvGrpSpPr>
            <a:grpSpLocks/>
          </p:cNvGrpSpPr>
          <p:nvPr/>
        </p:nvGrpSpPr>
        <p:grpSpPr bwMode="auto">
          <a:xfrm>
            <a:off x="954088" y="2286000"/>
            <a:ext cx="7504112" cy="2474913"/>
            <a:chOff x="954088" y="2286000"/>
            <a:chExt cx="7504112" cy="2474913"/>
          </a:xfrm>
        </p:grpSpPr>
        <p:sp>
          <p:nvSpPr>
            <p:cNvPr id="30723" name="Freeform 5">
              <a:extLst>
                <a:ext uri="{FF2B5EF4-FFF2-40B4-BE49-F238E27FC236}">
                  <a16:creationId xmlns:a16="http://schemas.microsoft.com/office/drawing/2014/main" id="{68E81587-C386-4EEE-A20F-118138A41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500" y="3544888"/>
              <a:ext cx="127000" cy="63500"/>
            </a:xfrm>
            <a:custGeom>
              <a:avLst/>
              <a:gdLst>
                <a:gd name="T0" fmla="*/ 2147483646 w 159"/>
                <a:gd name="T1" fmla="*/ 0 h 79"/>
                <a:gd name="T2" fmla="*/ 0 w 159"/>
                <a:gd name="T3" fmla="*/ 2147483646 h 79"/>
                <a:gd name="T4" fmla="*/ 2147483646 w 159"/>
                <a:gd name="T5" fmla="*/ 2147483646 h 79"/>
                <a:gd name="T6" fmla="*/ 2147483646 w 159"/>
                <a:gd name="T7" fmla="*/ 2147483646 h 79"/>
                <a:gd name="T8" fmla="*/ 2147483646 w 159"/>
                <a:gd name="T9" fmla="*/ 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79"/>
                <a:gd name="T17" fmla="*/ 159 w 159"/>
                <a:gd name="T18" fmla="*/ 79 h 7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79">
                  <a:moveTo>
                    <a:pt x="159" y="0"/>
                  </a:moveTo>
                  <a:lnTo>
                    <a:pt x="0" y="26"/>
                  </a:lnTo>
                  <a:lnTo>
                    <a:pt x="159" y="79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chemeClr val="tx1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24" name="Line 6">
              <a:extLst>
                <a:ext uri="{FF2B5EF4-FFF2-40B4-BE49-F238E27FC236}">
                  <a16:creationId xmlns:a16="http://schemas.microsoft.com/office/drawing/2014/main" id="{1D0A5C08-20B8-4FD3-B79B-6A8AE204E0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33500" y="3565525"/>
              <a:ext cx="441325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25" name="Rectangle 10">
              <a:extLst>
                <a:ext uri="{FF2B5EF4-FFF2-40B4-BE49-F238E27FC236}">
                  <a16:creationId xmlns:a16="http://schemas.microsoft.com/office/drawing/2014/main" id="{C572D839-BB0A-4A76-8672-85CFC071B8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6725" y="2352675"/>
              <a:ext cx="223838" cy="269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26" name="Rectangle 11">
              <a:extLst>
                <a:ext uri="{FF2B5EF4-FFF2-40B4-BE49-F238E27FC236}">
                  <a16:creationId xmlns:a16="http://schemas.microsoft.com/office/drawing/2014/main" id="{503DDF47-F23A-4F35-B7D5-6F596AFE50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8800" y="2447925"/>
              <a:ext cx="1905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n –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27" name="Rectangle 12">
              <a:extLst>
                <a:ext uri="{FF2B5EF4-FFF2-40B4-BE49-F238E27FC236}">
                  <a16:creationId xmlns:a16="http://schemas.microsoft.com/office/drawing/2014/main" id="{2A3F7099-513D-48F4-A939-1710475A51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9463" y="2447925"/>
              <a:ext cx="176212" cy="211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28" name="Rectangle 14">
              <a:extLst>
                <a:ext uri="{FF2B5EF4-FFF2-40B4-BE49-F238E27FC236}">
                  <a16:creationId xmlns:a16="http://schemas.microsoft.com/office/drawing/2014/main" id="{841916BD-D0A4-4056-91F8-644A80797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4088" y="3419475"/>
              <a:ext cx="223837" cy="269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29" name="Rectangle 15">
              <a:extLst>
                <a:ext uri="{FF2B5EF4-FFF2-40B4-BE49-F238E27FC236}">
                  <a16:creationId xmlns:a16="http://schemas.microsoft.com/office/drawing/2014/main" id="{F30A69AF-49D7-442D-9120-CC7656178C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6163" y="3513138"/>
              <a:ext cx="176212" cy="211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n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30" name="Freeform 19">
              <a:extLst>
                <a:ext uri="{FF2B5EF4-FFF2-40B4-BE49-F238E27FC236}">
                  <a16:creationId xmlns:a16="http://schemas.microsoft.com/office/drawing/2014/main" id="{2926CF4A-AE07-4E1D-AE19-20B88BCC6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513" y="4302125"/>
              <a:ext cx="42862" cy="127000"/>
            </a:xfrm>
            <a:custGeom>
              <a:avLst/>
              <a:gdLst>
                <a:gd name="T0" fmla="*/ 0 w 53"/>
                <a:gd name="T1" fmla="*/ 0 h 159"/>
                <a:gd name="T2" fmla="*/ 2147483646 w 53"/>
                <a:gd name="T3" fmla="*/ 2147483646 h 159"/>
                <a:gd name="T4" fmla="*/ 2147483646 w 53"/>
                <a:gd name="T5" fmla="*/ 0 h 159"/>
                <a:gd name="T6" fmla="*/ 2147483646 w 53"/>
                <a:gd name="T7" fmla="*/ 0 h 159"/>
                <a:gd name="T8" fmla="*/ 0 w 53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59"/>
                <a:gd name="T17" fmla="*/ 53 w 53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59">
                  <a:moveTo>
                    <a:pt x="0" y="0"/>
                  </a:moveTo>
                  <a:lnTo>
                    <a:pt x="26" y="159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31" name="Line 20">
              <a:extLst>
                <a:ext uri="{FF2B5EF4-FFF2-40B4-BE49-F238E27FC236}">
                  <a16:creationId xmlns:a16="http://schemas.microsoft.com/office/drawing/2014/main" id="{1AC3278C-9A78-476B-B09A-929513B978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17738" y="3860800"/>
              <a:ext cx="1587" cy="441325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32" name="Freeform 21">
              <a:extLst>
                <a:ext uri="{FF2B5EF4-FFF2-40B4-BE49-F238E27FC236}">
                  <a16:creationId xmlns:a16="http://schemas.microsoft.com/office/drawing/2014/main" id="{BADCE2F4-5470-4E9B-B943-92F13E380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000" y="3124200"/>
              <a:ext cx="63500" cy="125413"/>
            </a:xfrm>
            <a:custGeom>
              <a:avLst/>
              <a:gdLst>
                <a:gd name="T0" fmla="*/ 0 w 79"/>
                <a:gd name="T1" fmla="*/ 0 h 160"/>
                <a:gd name="T2" fmla="*/ 2147483646 w 79"/>
                <a:gd name="T3" fmla="*/ 2147483646 h 160"/>
                <a:gd name="T4" fmla="*/ 2147483646 w 79"/>
                <a:gd name="T5" fmla="*/ 0 h 160"/>
                <a:gd name="T6" fmla="*/ 2147483646 w 79"/>
                <a:gd name="T7" fmla="*/ 0 h 160"/>
                <a:gd name="T8" fmla="*/ 0 w 79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9"/>
                <a:gd name="T16" fmla="*/ 0 h 160"/>
                <a:gd name="T17" fmla="*/ 79 w 79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9" h="160">
                  <a:moveTo>
                    <a:pt x="0" y="0"/>
                  </a:moveTo>
                  <a:lnTo>
                    <a:pt x="53" y="160"/>
                  </a:lnTo>
                  <a:lnTo>
                    <a:pt x="79" y="0"/>
                  </a:ln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33" name="Line 22">
              <a:extLst>
                <a:ext uri="{FF2B5EF4-FFF2-40B4-BE49-F238E27FC236}">
                  <a16:creationId xmlns:a16="http://schemas.microsoft.com/office/drawing/2014/main" id="{3BF65AED-4A31-4EC1-BD05-91D2EFDA71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70275" y="2681288"/>
              <a:ext cx="1588" cy="420687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34" name="Freeform 23">
              <a:extLst>
                <a:ext uri="{FF2B5EF4-FFF2-40B4-BE49-F238E27FC236}">
                  <a16:creationId xmlns:a16="http://schemas.microsoft.com/office/drawing/2014/main" id="{6CE34685-4BDC-42F8-A728-E687D6028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325" y="3124200"/>
              <a:ext cx="61913" cy="125413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35" name="Line 24">
              <a:extLst>
                <a:ext uri="{FF2B5EF4-FFF2-40B4-BE49-F238E27FC236}">
                  <a16:creationId xmlns:a16="http://schemas.microsoft.com/office/drawing/2014/main" id="{2153C6F8-62D7-444E-8591-A4BE0415BB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85963" y="2681288"/>
              <a:ext cx="1587" cy="420687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36" name="Rectangle 26">
              <a:extLst>
                <a:ext uri="{FF2B5EF4-FFF2-40B4-BE49-F238E27FC236}">
                  <a16:creationId xmlns:a16="http://schemas.microsoft.com/office/drawing/2014/main" id="{95494D9B-22A8-488D-8577-DACC17C1A2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9850" y="2352675"/>
              <a:ext cx="223838" cy="269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37" name="Rectangle 27">
              <a:extLst>
                <a:ext uri="{FF2B5EF4-FFF2-40B4-BE49-F238E27FC236}">
                  <a16:creationId xmlns:a16="http://schemas.microsoft.com/office/drawing/2014/main" id="{84B6874D-B8E1-4386-BC14-90E69E242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1925" y="2447925"/>
              <a:ext cx="176213" cy="211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n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38" name="Rectangle 28">
              <a:extLst>
                <a:ext uri="{FF2B5EF4-FFF2-40B4-BE49-F238E27FC236}">
                  <a16:creationId xmlns:a16="http://schemas.microsoft.com/office/drawing/2014/main" id="{FC41C7DF-A1AE-4D54-B7AD-DD07218FB3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2588" y="2447925"/>
              <a:ext cx="176212" cy="211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39" name="Rectangle 29">
              <a:extLst>
                <a:ext uri="{FF2B5EF4-FFF2-40B4-BE49-F238E27FC236}">
                  <a16:creationId xmlns:a16="http://schemas.microsoft.com/office/drawing/2014/main" id="{5ADE2FCB-2F08-4B18-A2B3-814F81FD65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1463" y="2447925"/>
              <a:ext cx="1143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40" name="Rectangle 30">
              <a:extLst>
                <a:ext uri="{FF2B5EF4-FFF2-40B4-BE49-F238E27FC236}">
                  <a16:creationId xmlns:a16="http://schemas.microsoft.com/office/drawing/2014/main" id="{9B2D9D95-FCE5-478E-9B41-92A2794AE1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9938" y="4456113"/>
              <a:ext cx="211137" cy="269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41" name="Rectangle 31">
              <a:extLst>
                <a:ext uri="{FF2B5EF4-FFF2-40B4-BE49-F238E27FC236}">
                  <a16:creationId xmlns:a16="http://schemas.microsoft.com/office/drawing/2014/main" id="{257E3949-DD64-4CE5-948D-7DA04D782A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0900" y="4549775"/>
              <a:ext cx="176213" cy="211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n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42" name="Rectangle 32">
              <a:extLst>
                <a:ext uri="{FF2B5EF4-FFF2-40B4-BE49-F238E27FC236}">
                  <a16:creationId xmlns:a16="http://schemas.microsoft.com/office/drawing/2014/main" id="{8D5B9AC2-D11C-48B6-912D-95497501B8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1563" y="4549775"/>
              <a:ext cx="176212" cy="211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43" name="Rectangle 38">
              <a:extLst>
                <a:ext uri="{FF2B5EF4-FFF2-40B4-BE49-F238E27FC236}">
                  <a16:creationId xmlns:a16="http://schemas.microsoft.com/office/drawing/2014/main" id="{0B9CE9E1-0F78-490F-8E9A-A7E9DC2437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2025" y="4549775"/>
              <a:ext cx="1143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44" name="Rectangle 40">
              <a:extLst>
                <a:ext uri="{FF2B5EF4-FFF2-40B4-BE49-F238E27FC236}">
                  <a16:creationId xmlns:a16="http://schemas.microsoft.com/office/drawing/2014/main" id="{9AF5E92C-054D-454C-ACDF-904A2231B0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2800" y="2286000"/>
              <a:ext cx="223837" cy="269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45" name="Rectangle 41">
              <a:extLst>
                <a:ext uri="{FF2B5EF4-FFF2-40B4-BE49-F238E27FC236}">
                  <a16:creationId xmlns:a16="http://schemas.microsoft.com/office/drawing/2014/main" id="{C6882209-03C4-429E-AC6D-00BA0AE6BD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6462" y="2379662"/>
              <a:ext cx="176213" cy="211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46" name="Freeform 43">
              <a:extLst>
                <a:ext uri="{FF2B5EF4-FFF2-40B4-BE49-F238E27FC236}">
                  <a16:creationId xmlns:a16="http://schemas.microsoft.com/office/drawing/2014/main" id="{AB620599-F160-40BB-9473-660D4184C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1325" y="4302125"/>
              <a:ext cx="41275" cy="127000"/>
            </a:xfrm>
            <a:custGeom>
              <a:avLst/>
              <a:gdLst>
                <a:gd name="T0" fmla="*/ 0 w 53"/>
                <a:gd name="T1" fmla="*/ 0 h 159"/>
                <a:gd name="T2" fmla="*/ 2147483646 w 53"/>
                <a:gd name="T3" fmla="*/ 2147483646 h 159"/>
                <a:gd name="T4" fmla="*/ 2147483646 w 53"/>
                <a:gd name="T5" fmla="*/ 0 h 159"/>
                <a:gd name="T6" fmla="*/ 2147483646 w 53"/>
                <a:gd name="T7" fmla="*/ 0 h 159"/>
                <a:gd name="T8" fmla="*/ 0 w 53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59"/>
                <a:gd name="T17" fmla="*/ 53 w 53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59">
                  <a:moveTo>
                    <a:pt x="0" y="0"/>
                  </a:moveTo>
                  <a:lnTo>
                    <a:pt x="26" y="159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47" name="Line 44">
              <a:extLst>
                <a:ext uri="{FF2B5EF4-FFF2-40B4-BE49-F238E27FC236}">
                  <a16:creationId xmlns:a16="http://schemas.microsoft.com/office/drawing/2014/main" id="{EA17D2D4-532F-4628-A80B-FED82BDE55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1963" y="3860800"/>
              <a:ext cx="1587" cy="441325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48" name="Freeform 45">
              <a:extLst>
                <a:ext uri="{FF2B5EF4-FFF2-40B4-BE49-F238E27FC236}">
                  <a16:creationId xmlns:a16="http://schemas.microsoft.com/office/drawing/2014/main" id="{2F2D2830-AAD7-4CD2-AF55-016238B7D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900" y="3124200"/>
              <a:ext cx="63500" cy="125413"/>
            </a:xfrm>
            <a:custGeom>
              <a:avLst/>
              <a:gdLst>
                <a:gd name="T0" fmla="*/ 0 w 79"/>
                <a:gd name="T1" fmla="*/ 0 h 160"/>
                <a:gd name="T2" fmla="*/ 2147483646 w 79"/>
                <a:gd name="T3" fmla="*/ 2147483646 h 160"/>
                <a:gd name="T4" fmla="*/ 2147483646 w 79"/>
                <a:gd name="T5" fmla="*/ 0 h 160"/>
                <a:gd name="T6" fmla="*/ 2147483646 w 79"/>
                <a:gd name="T7" fmla="*/ 0 h 160"/>
                <a:gd name="T8" fmla="*/ 0 w 79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9"/>
                <a:gd name="T16" fmla="*/ 0 h 160"/>
                <a:gd name="T17" fmla="*/ 79 w 79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9" h="160">
                  <a:moveTo>
                    <a:pt x="0" y="0"/>
                  </a:moveTo>
                  <a:lnTo>
                    <a:pt x="53" y="160"/>
                  </a:lnTo>
                  <a:lnTo>
                    <a:pt x="79" y="0"/>
                  </a:ln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49" name="Line 46">
              <a:extLst>
                <a:ext uri="{FF2B5EF4-FFF2-40B4-BE49-F238E27FC236}">
                  <a16:creationId xmlns:a16="http://schemas.microsoft.com/office/drawing/2014/main" id="{25A38D71-2EFF-4632-92D1-14FEDF44D8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41763" y="2681288"/>
              <a:ext cx="1587" cy="420687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50" name="Freeform 47">
              <a:extLst>
                <a:ext uri="{FF2B5EF4-FFF2-40B4-BE49-F238E27FC236}">
                  <a16:creationId xmlns:a16="http://schemas.microsoft.com/office/drawing/2014/main" id="{5F313F54-20ED-4008-932B-FCA16E278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9550" y="3124200"/>
              <a:ext cx="63500" cy="125413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51" name="Line 48">
              <a:extLst>
                <a:ext uri="{FF2B5EF4-FFF2-40B4-BE49-F238E27FC236}">
                  <a16:creationId xmlns:a16="http://schemas.microsoft.com/office/drawing/2014/main" id="{F194235D-349C-41B4-AC54-099A47026A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10188" y="2681288"/>
              <a:ext cx="1587" cy="420687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52" name="Rectangle 50">
              <a:extLst>
                <a:ext uri="{FF2B5EF4-FFF2-40B4-BE49-F238E27FC236}">
                  <a16:creationId xmlns:a16="http://schemas.microsoft.com/office/drawing/2014/main" id="{BA49A093-D53F-4FF1-807F-1E3A679305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05600" y="2347913"/>
              <a:ext cx="223838" cy="269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53" name="Rectangle 51">
              <a:extLst>
                <a:ext uri="{FF2B5EF4-FFF2-40B4-BE49-F238E27FC236}">
                  <a16:creationId xmlns:a16="http://schemas.microsoft.com/office/drawing/2014/main" id="{9EDE1DF3-A5F1-4622-95CD-E6D24D6AFD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97675" y="2441575"/>
              <a:ext cx="176213" cy="211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54" name="Rectangle 52">
              <a:extLst>
                <a:ext uri="{FF2B5EF4-FFF2-40B4-BE49-F238E27FC236}">
                  <a16:creationId xmlns:a16="http://schemas.microsoft.com/office/drawing/2014/main" id="{95354F38-F0D4-4BC4-891B-12B9EBB1E0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76875" y="4456113"/>
              <a:ext cx="211138" cy="269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55" name="Freeform 54">
              <a:extLst>
                <a:ext uri="{FF2B5EF4-FFF2-40B4-BE49-F238E27FC236}">
                  <a16:creationId xmlns:a16="http://schemas.microsoft.com/office/drawing/2014/main" id="{4E711D87-60B0-4983-8CD6-EB5559DF7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9988" y="3544888"/>
              <a:ext cx="127000" cy="63500"/>
            </a:xfrm>
            <a:custGeom>
              <a:avLst/>
              <a:gdLst>
                <a:gd name="T0" fmla="*/ 2147483646 w 159"/>
                <a:gd name="T1" fmla="*/ 0 h 79"/>
                <a:gd name="T2" fmla="*/ 0 w 159"/>
                <a:gd name="T3" fmla="*/ 2147483646 h 79"/>
                <a:gd name="T4" fmla="*/ 2147483646 w 159"/>
                <a:gd name="T5" fmla="*/ 2147483646 h 79"/>
                <a:gd name="T6" fmla="*/ 2147483646 w 159"/>
                <a:gd name="T7" fmla="*/ 2147483646 h 79"/>
                <a:gd name="T8" fmla="*/ 2147483646 w 159"/>
                <a:gd name="T9" fmla="*/ 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79"/>
                <a:gd name="T17" fmla="*/ 159 w 159"/>
                <a:gd name="T18" fmla="*/ 79 h 7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79">
                  <a:moveTo>
                    <a:pt x="159" y="0"/>
                  </a:moveTo>
                  <a:lnTo>
                    <a:pt x="0" y="26"/>
                  </a:lnTo>
                  <a:lnTo>
                    <a:pt x="159" y="79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56" name="Line 55">
              <a:extLst>
                <a:ext uri="{FF2B5EF4-FFF2-40B4-BE49-F238E27FC236}">
                  <a16:creationId xmlns:a16="http://schemas.microsoft.com/office/drawing/2014/main" id="{981B7B7C-4EF3-4EFE-8AB8-5E2E647751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46988" y="3565525"/>
              <a:ext cx="441325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57" name="Rectangle 56">
              <a:extLst>
                <a:ext uri="{FF2B5EF4-FFF2-40B4-BE49-F238E27FC236}">
                  <a16:creationId xmlns:a16="http://schemas.microsoft.com/office/drawing/2014/main" id="{2B5DAFF0-F5D5-4DC4-931B-4F12D53EED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7838" y="4549775"/>
              <a:ext cx="176212" cy="211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58" name="Freeform 57">
              <a:extLst>
                <a:ext uri="{FF2B5EF4-FFF2-40B4-BE49-F238E27FC236}">
                  <a16:creationId xmlns:a16="http://schemas.microsoft.com/office/drawing/2014/main" id="{C4EC844C-9C41-44BC-B5D5-B590FFD1C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5163" y="4302125"/>
              <a:ext cx="42862" cy="127000"/>
            </a:xfrm>
            <a:custGeom>
              <a:avLst/>
              <a:gdLst>
                <a:gd name="T0" fmla="*/ 0 w 53"/>
                <a:gd name="T1" fmla="*/ 0 h 159"/>
                <a:gd name="T2" fmla="*/ 2147483646 w 53"/>
                <a:gd name="T3" fmla="*/ 2147483646 h 159"/>
                <a:gd name="T4" fmla="*/ 2147483646 w 53"/>
                <a:gd name="T5" fmla="*/ 0 h 159"/>
                <a:gd name="T6" fmla="*/ 2147483646 w 53"/>
                <a:gd name="T7" fmla="*/ 0 h 159"/>
                <a:gd name="T8" fmla="*/ 0 w 53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59"/>
                <a:gd name="T17" fmla="*/ 53 w 53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59">
                  <a:moveTo>
                    <a:pt x="0" y="0"/>
                  </a:moveTo>
                  <a:lnTo>
                    <a:pt x="27" y="159"/>
                  </a:lnTo>
                  <a:lnTo>
                    <a:pt x="53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59" name="Line 58">
              <a:extLst>
                <a:ext uri="{FF2B5EF4-FFF2-40B4-BE49-F238E27FC236}">
                  <a16:creationId xmlns:a16="http://schemas.microsoft.com/office/drawing/2014/main" id="{C8CA642A-F4F5-4276-8500-F751286407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35800" y="3860800"/>
              <a:ext cx="1588" cy="441325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60" name="Freeform 59">
              <a:extLst>
                <a:ext uri="{FF2B5EF4-FFF2-40B4-BE49-F238E27FC236}">
                  <a16:creationId xmlns:a16="http://schemas.microsoft.com/office/drawing/2014/main" id="{319ED16A-7269-4AB0-A5A6-59FBB5471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6300" y="3124200"/>
              <a:ext cx="61913" cy="125413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53" y="160"/>
                  </a:lnTo>
                  <a:lnTo>
                    <a:pt x="80" y="0"/>
                  </a:ln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61" name="Line 60">
              <a:extLst>
                <a:ext uri="{FF2B5EF4-FFF2-40B4-BE49-F238E27FC236}">
                  <a16:creationId xmlns:a16="http://schemas.microsoft.com/office/drawing/2014/main" id="{C608425D-53FA-41B4-923A-291D348281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67575" y="2681288"/>
              <a:ext cx="1588" cy="420687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62" name="Freeform 61">
              <a:extLst>
                <a:ext uri="{FF2B5EF4-FFF2-40B4-BE49-F238E27FC236}">
                  <a16:creationId xmlns:a16="http://schemas.microsoft.com/office/drawing/2014/main" id="{DBDBE781-88DB-4A0D-86A0-57596BD49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3388" y="3124200"/>
              <a:ext cx="63500" cy="125413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63" name="Line 62">
              <a:extLst>
                <a:ext uri="{FF2B5EF4-FFF2-40B4-BE49-F238E27FC236}">
                  <a16:creationId xmlns:a16="http://schemas.microsoft.com/office/drawing/2014/main" id="{247534A4-B5F0-4BEE-9EC2-E002551C2C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04025" y="2681288"/>
              <a:ext cx="1588" cy="420687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64" name="Rectangle 64">
              <a:extLst>
                <a:ext uri="{FF2B5EF4-FFF2-40B4-BE49-F238E27FC236}">
                  <a16:creationId xmlns:a16="http://schemas.microsoft.com/office/drawing/2014/main" id="{78A3D786-2D8E-4833-9355-BDFBD11B32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10300" y="3221038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65" name="Rectangle 68">
              <a:extLst>
                <a:ext uri="{FF2B5EF4-FFF2-40B4-BE49-F238E27FC236}">
                  <a16:creationId xmlns:a16="http://schemas.microsoft.com/office/drawing/2014/main" id="{E93A8EC0-4729-4CB5-84FB-5AB3AE4070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8200" y="2347913"/>
              <a:ext cx="223838" cy="269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66" name="Rectangle 69">
              <a:extLst>
                <a:ext uri="{FF2B5EF4-FFF2-40B4-BE49-F238E27FC236}">
                  <a16:creationId xmlns:a16="http://schemas.microsoft.com/office/drawing/2014/main" id="{45CF0184-E1BF-48AD-BDAE-CCC207A0FE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80275" y="2441575"/>
              <a:ext cx="176213" cy="211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67" name="Rectangle 70">
              <a:extLst>
                <a:ext uri="{FF2B5EF4-FFF2-40B4-BE49-F238E27FC236}">
                  <a16:creationId xmlns:a16="http://schemas.microsoft.com/office/drawing/2014/main" id="{B8F909B4-3164-40EA-A166-02DBDE83C5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54838" y="4456113"/>
              <a:ext cx="211137" cy="269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68" name="Rectangle 71">
              <a:extLst>
                <a:ext uri="{FF2B5EF4-FFF2-40B4-BE49-F238E27FC236}">
                  <a16:creationId xmlns:a16="http://schemas.microsoft.com/office/drawing/2014/main" id="{2CB8B383-AA25-450D-894E-D86BAC09C0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35800" y="4549775"/>
              <a:ext cx="176213" cy="211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69" name="Rectangle 72">
              <a:extLst>
                <a:ext uri="{FF2B5EF4-FFF2-40B4-BE49-F238E27FC236}">
                  <a16:creationId xmlns:a16="http://schemas.microsoft.com/office/drawing/2014/main" id="{94BD6B83-106A-424D-87AB-ABB363C314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9913" y="3433763"/>
              <a:ext cx="223837" cy="269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70" name="Rectangle 76">
              <a:extLst>
                <a:ext uri="{FF2B5EF4-FFF2-40B4-BE49-F238E27FC236}">
                  <a16:creationId xmlns:a16="http://schemas.microsoft.com/office/drawing/2014/main" id="{2FAFDD8A-5E86-4AFC-95FF-B160EF3084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81988" y="3527425"/>
              <a:ext cx="176212" cy="211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71" name="Freeform 15">
              <a:extLst>
                <a:ext uri="{FF2B5EF4-FFF2-40B4-BE49-F238E27FC236}">
                  <a16:creationId xmlns:a16="http://schemas.microsoft.com/office/drawing/2014/main" id="{42993452-F745-4405-B175-05F7D24A9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000" y="2971800"/>
              <a:ext cx="7010400" cy="1219201"/>
            </a:xfrm>
            <a:custGeom>
              <a:avLst/>
              <a:gdLst>
                <a:gd name="T0" fmla="*/ 2147483646 w 6772"/>
                <a:gd name="T1" fmla="*/ 2147483646 h 1434"/>
                <a:gd name="T2" fmla="*/ 2147483646 w 6772"/>
                <a:gd name="T3" fmla="*/ 2147483646 h 1434"/>
                <a:gd name="T4" fmla="*/ 2147483646 w 6772"/>
                <a:gd name="T5" fmla="*/ 0 h 1434"/>
                <a:gd name="T6" fmla="*/ 2147483646 w 6772"/>
                <a:gd name="T7" fmla="*/ 0 h 1434"/>
                <a:gd name="T8" fmla="*/ 2147483646 w 6772"/>
                <a:gd name="T9" fmla="*/ 2147483646 h 1434"/>
                <a:gd name="T10" fmla="*/ 2147483646 w 6772"/>
                <a:gd name="T11" fmla="*/ 0 h 1434"/>
                <a:gd name="T12" fmla="*/ 0 w 6772"/>
                <a:gd name="T13" fmla="*/ 0 h 1434"/>
                <a:gd name="T14" fmla="*/ 2147483646 w 6772"/>
                <a:gd name="T15" fmla="*/ 2147483646 h 14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72"/>
                <a:gd name="T25" fmla="*/ 0 h 1434"/>
                <a:gd name="T26" fmla="*/ 6772 w 6772"/>
                <a:gd name="T27" fmla="*/ 1434 h 14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72" h="1434">
                  <a:moveTo>
                    <a:pt x="717" y="1434"/>
                  </a:moveTo>
                  <a:lnTo>
                    <a:pt x="6081" y="1434"/>
                  </a:lnTo>
                  <a:lnTo>
                    <a:pt x="6772" y="0"/>
                  </a:lnTo>
                  <a:lnTo>
                    <a:pt x="3745" y="0"/>
                  </a:lnTo>
                  <a:lnTo>
                    <a:pt x="3399" y="372"/>
                  </a:lnTo>
                  <a:lnTo>
                    <a:pt x="3028" y="0"/>
                  </a:lnTo>
                  <a:lnTo>
                    <a:pt x="0" y="0"/>
                  </a:lnTo>
                  <a:lnTo>
                    <a:pt x="717" y="1434"/>
                  </a:lnTo>
                  <a:close/>
                </a:path>
              </a:pathLst>
            </a:cu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72" name="Rectangle 40">
              <a:extLst>
                <a:ext uri="{FF2B5EF4-FFF2-40B4-BE49-F238E27FC236}">
                  <a16:creationId xmlns:a16="http://schemas.microsoft.com/office/drawing/2014/main" id="{1AB59078-1840-4F15-9FF4-B102C17944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4304" y="2286000"/>
              <a:ext cx="223837" cy="269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73" name="Rectangle 41">
              <a:extLst>
                <a:ext uri="{FF2B5EF4-FFF2-40B4-BE49-F238E27FC236}">
                  <a16:creationId xmlns:a16="http://schemas.microsoft.com/office/drawing/2014/main" id="{446F2311-C664-4EF2-BEC4-DE31615284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7966" y="2379662"/>
              <a:ext cx="7694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B3EBAC68-A1E4-C64A-AEFC-A2E5DA7AB24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76200"/>
            <a:ext cx="8915400" cy="5334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Serial Adder</a:t>
            </a:r>
          </a:p>
        </p:txBody>
      </p:sp>
      <p:sp>
        <p:nvSpPr>
          <p:cNvPr id="31746" name="Rectangle 3">
            <a:extLst>
              <a:ext uri="{FF2B5EF4-FFF2-40B4-BE49-F238E27FC236}">
                <a16:creationId xmlns:a16="http://schemas.microsoft.com/office/drawing/2014/main" id="{863DFFDE-BCFA-47C1-B410-0270868CFDC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228600" y="685800"/>
            <a:ext cx="8763000" cy="5791200"/>
          </a:xfrm>
        </p:spPr>
        <p:txBody>
          <a:bodyPr/>
          <a:lstStyle/>
          <a:p>
            <a:pPr marL="182880" indent="-182880" eaLnBrk="1" hangingPunct="1"/>
            <a:r>
              <a:rPr lang="en-US" altLang="en-US" dirty="0"/>
              <a:t>The n-bit adder requires all bits to be provided at the same time.</a:t>
            </a:r>
          </a:p>
          <a:p>
            <a:pPr marL="182880" indent="-182880" eaLnBrk="1" hangingPunct="1"/>
            <a:endParaRPr lang="en-US" altLang="en-US" sz="1400" dirty="0"/>
          </a:p>
          <a:p>
            <a:pPr marL="182880" indent="-182880" eaLnBrk="1" hangingPunct="1"/>
            <a:r>
              <a:rPr lang="en-US" altLang="en-US" dirty="0"/>
              <a:t>Also, with an n-bit adder we are limited to n-bits. Circuits for larger n are more complex.</a:t>
            </a:r>
          </a:p>
          <a:p>
            <a:pPr marL="182880" indent="-182880" eaLnBrk="1" hangingPunct="1"/>
            <a:endParaRPr lang="en-US" altLang="en-US" sz="1400" dirty="0"/>
          </a:p>
          <a:p>
            <a:pPr marL="182880" indent="-182880" eaLnBrk="1" hangingPunct="1"/>
            <a:r>
              <a:rPr lang="en-US" altLang="en-US" dirty="0"/>
              <a:t>Fast adders are more complex and thus more expensive. </a:t>
            </a:r>
          </a:p>
          <a:p>
            <a:pPr marL="182880" indent="-182880" eaLnBrk="1" hangingPunct="1"/>
            <a:endParaRPr lang="en-US" altLang="en-US" sz="1400" dirty="0"/>
          </a:p>
          <a:p>
            <a:pPr marL="182880" indent="-182880" eaLnBrk="1" hangingPunct="1"/>
            <a:r>
              <a:rPr lang="en-US" altLang="en-US" dirty="0"/>
              <a:t>If speed is not of great importance, then </a:t>
            </a:r>
            <a:r>
              <a:rPr lang="en-US" altLang="en-US" b="1" dirty="0"/>
              <a:t>a cost-effective option is to use a serial adder</a:t>
            </a:r>
            <a:r>
              <a:rPr lang="en-US" altLang="en-US" dirty="0"/>
              <a:t>, in which bits are added a pair at a time.</a:t>
            </a: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DF9A5A27-2917-4799-88A1-2D13FBCC75F0}"/>
                  </a:ext>
                </a:extLst>
              </p14:cNvPr>
              <p14:cNvContentPartPr/>
              <p14:nvPr/>
            </p14:nvContentPartPr>
            <p14:xfrm>
              <a:off x="6854760" y="1173600"/>
              <a:ext cx="1985760" cy="67932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DF9A5A27-2917-4799-88A1-2D13FBCC75F0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6845400" y="1164240"/>
                <a:ext cx="2004480" cy="69804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69" name="Freeform 4">
            <a:extLst>
              <a:ext uri="{FF2B5EF4-FFF2-40B4-BE49-F238E27FC236}">
                <a16:creationId xmlns:a16="http://schemas.microsoft.com/office/drawing/2014/main" id="{E309E633-03F6-49ED-A0C1-B962A86C6E05}"/>
              </a:ext>
            </a:extLst>
          </p:cNvPr>
          <p:cNvSpPr>
            <a:spLocks/>
          </p:cNvSpPr>
          <p:nvPr/>
        </p:nvSpPr>
        <p:spPr bwMode="auto">
          <a:xfrm>
            <a:off x="5203825" y="3641725"/>
            <a:ext cx="46038" cy="46038"/>
          </a:xfrm>
          <a:custGeom>
            <a:avLst/>
            <a:gdLst>
              <a:gd name="T0" fmla="*/ 0 w 57"/>
              <a:gd name="T1" fmla="*/ 2147483646 h 57"/>
              <a:gd name="T2" fmla="*/ 2147483646 w 57"/>
              <a:gd name="T3" fmla="*/ 2147483646 h 57"/>
              <a:gd name="T4" fmla="*/ 2147483646 w 57"/>
              <a:gd name="T5" fmla="*/ 2147483646 h 57"/>
              <a:gd name="T6" fmla="*/ 2147483646 w 57"/>
              <a:gd name="T7" fmla="*/ 2147483646 h 57"/>
              <a:gd name="T8" fmla="*/ 2147483646 w 57"/>
              <a:gd name="T9" fmla="*/ 2147483646 h 57"/>
              <a:gd name="T10" fmla="*/ 2147483646 w 57"/>
              <a:gd name="T11" fmla="*/ 2147483646 h 57"/>
              <a:gd name="T12" fmla="*/ 2147483646 w 57"/>
              <a:gd name="T13" fmla="*/ 2147483646 h 57"/>
              <a:gd name="T14" fmla="*/ 2147483646 w 57"/>
              <a:gd name="T15" fmla="*/ 2147483646 h 57"/>
              <a:gd name="T16" fmla="*/ 2147483646 w 57"/>
              <a:gd name="T17" fmla="*/ 2147483646 h 57"/>
              <a:gd name="T18" fmla="*/ 2147483646 w 57"/>
              <a:gd name="T19" fmla="*/ 2147483646 h 57"/>
              <a:gd name="T20" fmla="*/ 2147483646 w 57"/>
              <a:gd name="T21" fmla="*/ 0 h 57"/>
              <a:gd name="T22" fmla="*/ 2147483646 w 57"/>
              <a:gd name="T23" fmla="*/ 0 h 57"/>
              <a:gd name="T24" fmla="*/ 2147483646 w 57"/>
              <a:gd name="T25" fmla="*/ 2147483646 h 57"/>
              <a:gd name="T26" fmla="*/ 2147483646 w 57"/>
              <a:gd name="T27" fmla="*/ 2147483646 h 57"/>
              <a:gd name="T28" fmla="*/ 2147483646 w 57"/>
              <a:gd name="T29" fmla="*/ 2147483646 h 57"/>
              <a:gd name="T30" fmla="*/ 2147483646 w 57"/>
              <a:gd name="T31" fmla="*/ 2147483646 h 57"/>
              <a:gd name="T32" fmla="*/ 2147483646 w 57"/>
              <a:gd name="T33" fmla="*/ 2147483646 h 57"/>
              <a:gd name="T34" fmla="*/ 2147483646 w 57"/>
              <a:gd name="T35" fmla="*/ 2147483646 h 57"/>
              <a:gd name="T36" fmla="*/ 2147483646 w 57"/>
              <a:gd name="T37" fmla="*/ 2147483646 h 57"/>
              <a:gd name="T38" fmla="*/ 2147483646 w 57"/>
              <a:gd name="T39" fmla="*/ 2147483646 h 57"/>
              <a:gd name="T40" fmla="*/ 2147483646 w 57"/>
              <a:gd name="T41" fmla="*/ 2147483646 h 57"/>
              <a:gd name="T42" fmla="*/ 2147483646 w 57"/>
              <a:gd name="T43" fmla="*/ 2147483646 h 57"/>
              <a:gd name="T44" fmla="*/ 2147483646 w 57"/>
              <a:gd name="T45" fmla="*/ 2147483646 h 57"/>
              <a:gd name="T46" fmla="*/ 2147483646 w 57"/>
              <a:gd name="T47" fmla="*/ 2147483646 h 57"/>
              <a:gd name="T48" fmla="*/ 2147483646 w 57"/>
              <a:gd name="T49" fmla="*/ 2147483646 h 57"/>
              <a:gd name="T50" fmla="*/ 2147483646 w 57"/>
              <a:gd name="T51" fmla="*/ 2147483646 h 57"/>
              <a:gd name="T52" fmla="*/ 2147483646 w 57"/>
              <a:gd name="T53" fmla="*/ 2147483646 h 57"/>
              <a:gd name="T54" fmla="*/ 2147483646 w 57"/>
              <a:gd name="T55" fmla="*/ 2147483646 h 57"/>
              <a:gd name="T56" fmla="*/ 2147483646 w 57"/>
              <a:gd name="T57" fmla="*/ 2147483646 h 57"/>
              <a:gd name="T58" fmla="*/ 2147483646 w 57"/>
              <a:gd name="T59" fmla="*/ 2147483646 h 57"/>
              <a:gd name="T60" fmla="*/ 2147483646 w 57"/>
              <a:gd name="T61" fmla="*/ 2147483646 h 57"/>
              <a:gd name="T62" fmla="*/ 2147483646 w 57"/>
              <a:gd name="T63" fmla="*/ 2147483646 h 57"/>
              <a:gd name="T64" fmla="*/ 2147483646 w 57"/>
              <a:gd name="T65" fmla="*/ 2147483646 h 57"/>
              <a:gd name="T66" fmla="*/ 2147483646 w 57"/>
              <a:gd name="T67" fmla="*/ 2147483646 h 57"/>
              <a:gd name="T68" fmla="*/ 2147483646 w 57"/>
              <a:gd name="T69" fmla="*/ 2147483646 h 57"/>
              <a:gd name="T70" fmla="*/ 2147483646 w 57"/>
              <a:gd name="T71" fmla="*/ 2147483646 h 57"/>
              <a:gd name="T72" fmla="*/ 2147483646 w 57"/>
              <a:gd name="T73" fmla="*/ 2147483646 h 57"/>
              <a:gd name="T74" fmla="*/ 2147483646 w 57"/>
              <a:gd name="T75" fmla="*/ 2147483646 h 57"/>
              <a:gd name="T76" fmla="*/ 2147483646 w 57"/>
              <a:gd name="T77" fmla="*/ 2147483646 h 57"/>
              <a:gd name="T78" fmla="*/ 2147483646 w 57"/>
              <a:gd name="T79" fmla="*/ 2147483646 h 57"/>
              <a:gd name="T80" fmla="*/ 2147483646 w 57"/>
              <a:gd name="T81" fmla="*/ 2147483646 h 57"/>
              <a:gd name="T82" fmla="*/ 2147483646 w 57"/>
              <a:gd name="T83" fmla="*/ 2147483646 h 57"/>
              <a:gd name="T84" fmla="*/ 2147483646 w 57"/>
              <a:gd name="T85" fmla="*/ 2147483646 h 57"/>
              <a:gd name="T86" fmla="*/ 2147483646 w 57"/>
              <a:gd name="T87" fmla="*/ 2147483646 h 57"/>
              <a:gd name="T88" fmla="*/ 2147483646 w 57"/>
              <a:gd name="T89" fmla="*/ 2147483646 h 57"/>
              <a:gd name="T90" fmla="*/ 2147483646 w 57"/>
              <a:gd name="T91" fmla="*/ 2147483646 h 57"/>
              <a:gd name="T92" fmla="*/ 2147483646 w 57"/>
              <a:gd name="T93" fmla="*/ 2147483646 h 57"/>
              <a:gd name="T94" fmla="*/ 2147483646 w 57"/>
              <a:gd name="T95" fmla="*/ 2147483646 h 57"/>
              <a:gd name="T96" fmla="*/ 2147483646 w 57"/>
              <a:gd name="T97" fmla="*/ 2147483646 h 57"/>
              <a:gd name="T98" fmla="*/ 2147483646 w 57"/>
              <a:gd name="T99" fmla="*/ 2147483646 h 57"/>
              <a:gd name="T100" fmla="*/ 2147483646 w 57"/>
              <a:gd name="T101" fmla="*/ 2147483646 h 57"/>
              <a:gd name="T102" fmla="*/ 2147483646 w 57"/>
              <a:gd name="T103" fmla="*/ 2147483646 h 57"/>
              <a:gd name="T104" fmla="*/ 2147483646 w 57"/>
              <a:gd name="T105" fmla="*/ 2147483646 h 57"/>
              <a:gd name="T106" fmla="*/ 2147483646 w 57"/>
              <a:gd name="T107" fmla="*/ 2147483646 h 57"/>
              <a:gd name="T108" fmla="*/ 2147483646 w 57"/>
              <a:gd name="T109" fmla="*/ 2147483646 h 57"/>
              <a:gd name="T110" fmla="*/ 0 w 57"/>
              <a:gd name="T111" fmla="*/ 2147483646 h 57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7"/>
              <a:gd name="T169" fmla="*/ 0 h 57"/>
              <a:gd name="T170" fmla="*/ 57 w 57"/>
              <a:gd name="T171" fmla="*/ 57 h 57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7" h="57">
                <a:moveTo>
                  <a:pt x="0" y="23"/>
                </a:moveTo>
                <a:lnTo>
                  <a:pt x="0" y="34"/>
                </a:lnTo>
                <a:lnTo>
                  <a:pt x="0" y="33"/>
                </a:lnTo>
                <a:lnTo>
                  <a:pt x="0" y="31"/>
                </a:lnTo>
                <a:lnTo>
                  <a:pt x="0" y="30"/>
                </a:lnTo>
                <a:lnTo>
                  <a:pt x="1" y="28"/>
                </a:lnTo>
                <a:lnTo>
                  <a:pt x="1" y="25"/>
                </a:lnTo>
                <a:lnTo>
                  <a:pt x="1" y="24"/>
                </a:lnTo>
                <a:lnTo>
                  <a:pt x="3" y="23"/>
                </a:lnTo>
                <a:lnTo>
                  <a:pt x="3" y="21"/>
                </a:lnTo>
                <a:lnTo>
                  <a:pt x="3" y="20"/>
                </a:lnTo>
                <a:lnTo>
                  <a:pt x="4" y="18"/>
                </a:lnTo>
                <a:lnTo>
                  <a:pt x="6" y="17"/>
                </a:lnTo>
                <a:lnTo>
                  <a:pt x="6" y="15"/>
                </a:lnTo>
                <a:lnTo>
                  <a:pt x="7" y="14"/>
                </a:lnTo>
                <a:lnTo>
                  <a:pt x="8" y="12"/>
                </a:lnTo>
                <a:lnTo>
                  <a:pt x="8" y="11"/>
                </a:lnTo>
                <a:lnTo>
                  <a:pt x="10" y="10"/>
                </a:lnTo>
                <a:lnTo>
                  <a:pt x="11" y="10"/>
                </a:lnTo>
                <a:lnTo>
                  <a:pt x="13" y="8"/>
                </a:lnTo>
                <a:lnTo>
                  <a:pt x="14" y="7"/>
                </a:lnTo>
                <a:lnTo>
                  <a:pt x="16" y="5"/>
                </a:lnTo>
                <a:lnTo>
                  <a:pt x="17" y="5"/>
                </a:lnTo>
                <a:lnTo>
                  <a:pt x="19" y="4"/>
                </a:lnTo>
                <a:lnTo>
                  <a:pt x="20" y="4"/>
                </a:lnTo>
                <a:lnTo>
                  <a:pt x="21" y="2"/>
                </a:lnTo>
                <a:lnTo>
                  <a:pt x="23" y="2"/>
                </a:lnTo>
                <a:lnTo>
                  <a:pt x="24" y="1"/>
                </a:lnTo>
                <a:lnTo>
                  <a:pt x="26" y="1"/>
                </a:lnTo>
                <a:lnTo>
                  <a:pt x="27" y="1"/>
                </a:lnTo>
                <a:lnTo>
                  <a:pt x="30" y="1"/>
                </a:lnTo>
                <a:lnTo>
                  <a:pt x="31" y="0"/>
                </a:lnTo>
                <a:lnTo>
                  <a:pt x="33" y="0"/>
                </a:lnTo>
                <a:lnTo>
                  <a:pt x="34" y="0"/>
                </a:lnTo>
                <a:lnTo>
                  <a:pt x="23" y="0"/>
                </a:lnTo>
                <a:lnTo>
                  <a:pt x="24" y="0"/>
                </a:lnTo>
                <a:lnTo>
                  <a:pt x="26" y="0"/>
                </a:lnTo>
                <a:lnTo>
                  <a:pt x="29" y="1"/>
                </a:lnTo>
                <a:lnTo>
                  <a:pt x="30" y="1"/>
                </a:lnTo>
                <a:lnTo>
                  <a:pt x="31" y="1"/>
                </a:lnTo>
                <a:lnTo>
                  <a:pt x="33" y="1"/>
                </a:lnTo>
                <a:lnTo>
                  <a:pt x="34" y="2"/>
                </a:lnTo>
                <a:lnTo>
                  <a:pt x="36" y="2"/>
                </a:lnTo>
                <a:lnTo>
                  <a:pt x="37" y="4"/>
                </a:lnTo>
                <a:lnTo>
                  <a:pt x="39" y="4"/>
                </a:lnTo>
                <a:lnTo>
                  <a:pt x="40" y="5"/>
                </a:lnTo>
                <a:lnTo>
                  <a:pt x="42" y="5"/>
                </a:lnTo>
                <a:lnTo>
                  <a:pt x="43" y="7"/>
                </a:lnTo>
                <a:lnTo>
                  <a:pt x="44" y="8"/>
                </a:lnTo>
                <a:lnTo>
                  <a:pt x="46" y="10"/>
                </a:lnTo>
                <a:lnTo>
                  <a:pt x="47" y="10"/>
                </a:lnTo>
                <a:lnTo>
                  <a:pt x="49" y="11"/>
                </a:lnTo>
                <a:lnTo>
                  <a:pt x="50" y="12"/>
                </a:lnTo>
                <a:lnTo>
                  <a:pt x="50" y="14"/>
                </a:lnTo>
                <a:lnTo>
                  <a:pt x="52" y="15"/>
                </a:lnTo>
                <a:lnTo>
                  <a:pt x="53" y="17"/>
                </a:lnTo>
                <a:lnTo>
                  <a:pt x="53" y="18"/>
                </a:lnTo>
                <a:lnTo>
                  <a:pt x="54" y="20"/>
                </a:lnTo>
                <a:lnTo>
                  <a:pt x="54" y="21"/>
                </a:lnTo>
                <a:lnTo>
                  <a:pt x="56" y="23"/>
                </a:lnTo>
                <a:lnTo>
                  <a:pt x="56" y="24"/>
                </a:lnTo>
                <a:lnTo>
                  <a:pt x="56" y="25"/>
                </a:lnTo>
                <a:lnTo>
                  <a:pt x="57" y="28"/>
                </a:lnTo>
                <a:lnTo>
                  <a:pt x="57" y="30"/>
                </a:lnTo>
                <a:lnTo>
                  <a:pt x="57" y="31"/>
                </a:lnTo>
                <a:lnTo>
                  <a:pt x="57" y="33"/>
                </a:lnTo>
                <a:lnTo>
                  <a:pt x="57" y="34"/>
                </a:lnTo>
                <a:lnTo>
                  <a:pt x="57" y="23"/>
                </a:lnTo>
                <a:lnTo>
                  <a:pt x="57" y="24"/>
                </a:lnTo>
                <a:lnTo>
                  <a:pt x="57" y="27"/>
                </a:lnTo>
                <a:lnTo>
                  <a:pt x="57" y="28"/>
                </a:lnTo>
                <a:lnTo>
                  <a:pt x="57" y="30"/>
                </a:lnTo>
                <a:lnTo>
                  <a:pt x="56" y="31"/>
                </a:lnTo>
                <a:lnTo>
                  <a:pt x="56" y="33"/>
                </a:lnTo>
                <a:lnTo>
                  <a:pt x="56" y="34"/>
                </a:lnTo>
                <a:lnTo>
                  <a:pt x="54" y="35"/>
                </a:lnTo>
                <a:lnTo>
                  <a:pt x="54" y="38"/>
                </a:lnTo>
                <a:lnTo>
                  <a:pt x="53" y="40"/>
                </a:lnTo>
                <a:lnTo>
                  <a:pt x="53" y="41"/>
                </a:lnTo>
                <a:lnTo>
                  <a:pt x="52" y="43"/>
                </a:lnTo>
                <a:lnTo>
                  <a:pt x="50" y="44"/>
                </a:lnTo>
                <a:lnTo>
                  <a:pt x="49" y="45"/>
                </a:lnTo>
                <a:lnTo>
                  <a:pt x="47" y="47"/>
                </a:lnTo>
                <a:lnTo>
                  <a:pt x="46" y="48"/>
                </a:lnTo>
                <a:lnTo>
                  <a:pt x="44" y="50"/>
                </a:lnTo>
                <a:lnTo>
                  <a:pt x="43" y="50"/>
                </a:lnTo>
                <a:lnTo>
                  <a:pt x="42" y="51"/>
                </a:lnTo>
                <a:lnTo>
                  <a:pt x="40" y="53"/>
                </a:lnTo>
                <a:lnTo>
                  <a:pt x="39" y="53"/>
                </a:lnTo>
                <a:lnTo>
                  <a:pt x="37" y="54"/>
                </a:lnTo>
                <a:lnTo>
                  <a:pt x="36" y="54"/>
                </a:lnTo>
                <a:lnTo>
                  <a:pt x="34" y="56"/>
                </a:lnTo>
                <a:lnTo>
                  <a:pt x="33" y="56"/>
                </a:lnTo>
                <a:lnTo>
                  <a:pt x="31" y="56"/>
                </a:lnTo>
                <a:lnTo>
                  <a:pt x="30" y="57"/>
                </a:lnTo>
                <a:lnTo>
                  <a:pt x="29" y="57"/>
                </a:lnTo>
                <a:lnTo>
                  <a:pt x="26" y="57"/>
                </a:lnTo>
                <a:lnTo>
                  <a:pt x="24" y="57"/>
                </a:lnTo>
                <a:lnTo>
                  <a:pt x="23" y="57"/>
                </a:lnTo>
                <a:lnTo>
                  <a:pt x="34" y="57"/>
                </a:lnTo>
                <a:lnTo>
                  <a:pt x="33" y="57"/>
                </a:lnTo>
                <a:lnTo>
                  <a:pt x="31" y="57"/>
                </a:lnTo>
                <a:lnTo>
                  <a:pt x="30" y="57"/>
                </a:lnTo>
                <a:lnTo>
                  <a:pt x="27" y="57"/>
                </a:lnTo>
                <a:lnTo>
                  <a:pt x="26" y="56"/>
                </a:lnTo>
                <a:lnTo>
                  <a:pt x="24" y="56"/>
                </a:lnTo>
                <a:lnTo>
                  <a:pt x="23" y="56"/>
                </a:lnTo>
                <a:lnTo>
                  <a:pt x="21" y="54"/>
                </a:lnTo>
                <a:lnTo>
                  <a:pt x="20" y="54"/>
                </a:lnTo>
                <a:lnTo>
                  <a:pt x="19" y="53"/>
                </a:lnTo>
                <a:lnTo>
                  <a:pt x="17" y="53"/>
                </a:lnTo>
                <a:lnTo>
                  <a:pt x="16" y="51"/>
                </a:lnTo>
                <a:lnTo>
                  <a:pt x="14" y="50"/>
                </a:lnTo>
                <a:lnTo>
                  <a:pt x="13" y="50"/>
                </a:lnTo>
                <a:lnTo>
                  <a:pt x="11" y="48"/>
                </a:lnTo>
                <a:lnTo>
                  <a:pt x="10" y="47"/>
                </a:lnTo>
                <a:lnTo>
                  <a:pt x="8" y="45"/>
                </a:lnTo>
                <a:lnTo>
                  <a:pt x="8" y="44"/>
                </a:lnTo>
                <a:lnTo>
                  <a:pt x="7" y="44"/>
                </a:lnTo>
                <a:lnTo>
                  <a:pt x="6" y="43"/>
                </a:lnTo>
                <a:lnTo>
                  <a:pt x="6" y="41"/>
                </a:lnTo>
                <a:lnTo>
                  <a:pt x="4" y="40"/>
                </a:lnTo>
                <a:lnTo>
                  <a:pt x="3" y="38"/>
                </a:lnTo>
                <a:lnTo>
                  <a:pt x="3" y="35"/>
                </a:lnTo>
                <a:lnTo>
                  <a:pt x="3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8"/>
                </a:lnTo>
                <a:lnTo>
                  <a:pt x="0" y="27"/>
                </a:lnTo>
                <a:lnTo>
                  <a:pt x="0" y="24"/>
                </a:lnTo>
                <a:lnTo>
                  <a:pt x="0" y="23"/>
                </a:lnTo>
                <a:close/>
              </a:path>
            </a:pathLst>
          </a:custGeom>
          <a:solidFill>
            <a:schemeClr val="tx1"/>
          </a:solidFill>
          <a:ln w="222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2770" name="Rectangle 5">
            <a:extLst>
              <a:ext uri="{FF2B5EF4-FFF2-40B4-BE49-F238E27FC236}">
                <a16:creationId xmlns:a16="http://schemas.microsoft.com/office/drawing/2014/main" id="{2366E11E-C8BA-4604-BCA5-0218F4AE2A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3063" y="2930525"/>
            <a:ext cx="423862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Sum </a:t>
            </a:r>
          </a:p>
        </p:txBody>
      </p:sp>
      <p:sp>
        <p:nvSpPr>
          <p:cNvPr id="32771" name="Rectangle 6">
            <a:extLst>
              <a:ext uri="{FF2B5EF4-FFF2-40B4-BE49-F238E27FC236}">
                <a16:creationId xmlns:a16="http://schemas.microsoft.com/office/drawing/2014/main" id="{8A0CB54F-AB40-4CC0-BDAA-361603CB33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2675" y="2930525"/>
            <a:ext cx="19685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A </a:t>
            </a:r>
          </a:p>
        </p:txBody>
      </p:sp>
      <p:sp>
        <p:nvSpPr>
          <p:cNvPr id="32772" name="Rectangle 7">
            <a:extLst>
              <a:ext uri="{FF2B5EF4-FFF2-40B4-BE49-F238E27FC236}">
                <a16:creationId xmlns:a16="http://schemas.microsoft.com/office/drawing/2014/main" id="{4F5CD2F7-90BA-4DDB-BC05-7D73BF36CE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77163" y="2930525"/>
            <a:ext cx="185737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B </a:t>
            </a:r>
          </a:p>
        </p:txBody>
      </p:sp>
      <p:sp>
        <p:nvSpPr>
          <p:cNvPr id="32773" name="Rectangle 8">
            <a:extLst>
              <a:ext uri="{FF2B5EF4-FFF2-40B4-BE49-F238E27FC236}">
                <a16:creationId xmlns:a16="http://schemas.microsoft.com/office/drawing/2014/main" id="{237DB1AB-FD4A-4EE4-B814-65401C422D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08888" y="2941638"/>
            <a:ext cx="1651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+ </a:t>
            </a:r>
          </a:p>
        </p:txBody>
      </p:sp>
      <p:sp>
        <p:nvSpPr>
          <p:cNvPr id="32774" name="Rectangle 9">
            <a:extLst>
              <a:ext uri="{FF2B5EF4-FFF2-40B4-BE49-F238E27FC236}">
                <a16:creationId xmlns:a16="http://schemas.microsoft.com/office/drawing/2014/main" id="{3CA4F034-ED65-4621-94FC-99C8550003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06638" y="1579563"/>
            <a:ext cx="1619250" cy="477837"/>
          </a:xfrm>
          <a:prstGeom prst="rect">
            <a:avLst/>
          </a:prstGeom>
          <a:noFill/>
          <a:ln w="285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2775" name="Rectangle 10">
            <a:extLst>
              <a:ext uri="{FF2B5EF4-FFF2-40B4-BE49-F238E27FC236}">
                <a16:creationId xmlns:a16="http://schemas.microsoft.com/office/drawing/2014/main" id="{E44D9279-6454-42B2-AB26-DB25C3C6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4075" y="2941638"/>
            <a:ext cx="1651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</a:t>
            </a:r>
          </a:p>
        </p:txBody>
      </p:sp>
      <p:sp>
        <p:nvSpPr>
          <p:cNvPr id="32776" name="Rectangle 11">
            <a:extLst>
              <a:ext uri="{FF2B5EF4-FFF2-40B4-BE49-F238E27FC236}">
                <a16:creationId xmlns:a16="http://schemas.microsoft.com/office/drawing/2014/main" id="{3D5C79FC-EB8F-418E-AC0C-D103E22FEA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06638" y="2378075"/>
            <a:ext cx="1619250" cy="477838"/>
          </a:xfrm>
          <a:prstGeom prst="rect">
            <a:avLst/>
          </a:prstGeom>
          <a:noFill/>
          <a:ln w="285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2777" name="Rectangle 12">
            <a:extLst>
              <a:ext uri="{FF2B5EF4-FFF2-40B4-BE49-F238E27FC236}">
                <a16:creationId xmlns:a16="http://schemas.microsoft.com/office/drawing/2014/main" id="{0ED262E2-D112-4CBC-969C-F53D168AAC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0800" y="1716088"/>
            <a:ext cx="106045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Shift register</a:t>
            </a:r>
          </a:p>
        </p:txBody>
      </p:sp>
      <p:sp>
        <p:nvSpPr>
          <p:cNvPr id="32778" name="Rectangle 15">
            <a:extLst>
              <a:ext uri="{FF2B5EF4-FFF2-40B4-BE49-F238E27FC236}">
                <a16:creationId xmlns:a16="http://schemas.microsoft.com/office/drawing/2014/main" id="{80625243-97C8-4328-A440-FC51ECC315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7875" y="1579563"/>
            <a:ext cx="1277938" cy="1276350"/>
          </a:xfrm>
          <a:prstGeom prst="rect">
            <a:avLst/>
          </a:prstGeom>
          <a:noFill/>
          <a:ln w="285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2779" name="Rectangle 16">
            <a:extLst>
              <a:ext uri="{FF2B5EF4-FFF2-40B4-BE49-F238E27FC236}">
                <a16:creationId xmlns:a16="http://schemas.microsoft.com/office/drawing/2014/main" id="{2F400704-BD01-422C-90C1-C6E7D66A43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0800" y="2522538"/>
            <a:ext cx="106045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Shift register</a:t>
            </a:r>
          </a:p>
        </p:txBody>
      </p:sp>
      <p:sp>
        <p:nvSpPr>
          <p:cNvPr id="32780" name="Rectangle 17">
            <a:extLst>
              <a:ext uri="{FF2B5EF4-FFF2-40B4-BE49-F238E27FC236}">
                <a16:creationId xmlns:a16="http://schemas.microsoft.com/office/drawing/2014/main" id="{C539B0EB-8ED0-4AB7-9318-B2E0CDAB7A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0463" y="1982788"/>
            <a:ext cx="5588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Adder </a:t>
            </a:r>
          </a:p>
        </p:txBody>
      </p:sp>
      <p:sp>
        <p:nvSpPr>
          <p:cNvPr id="32781" name="Rectangle 18">
            <a:extLst>
              <a:ext uri="{FF2B5EF4-FFF2-40B4-BE49-F238E27FC236}">
                <a16:creationId xmlns:a16="http://schemas.microsoft.com/office/drawing/2014/main" id="{9F3E22FC-1471-4882-B777-D17CEE8C9A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26213" y="2057400"/>
            <a:ext cx="1620837" cy="479425"/>
          </a:xfrm>
          <a:prstGeom prst="rect">
            <a:avLst/>
          </a:prstGeom>
          <a:noFill/>
          <a:ln w="285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2782" name="Rectangle 19">
            <a:extLst>
              <a:ext uri="{FF2B5EF4-FFF2-40B4-BE49-F238E27FC236}">
                <a16:creationId xmlns:a16="http://schemas.microsoft.com/office/drawing/2014/main" id="{66D8F92C-D90A-4B12-BE1A-8EF4D0E755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1263" y="2211388"/>
            <a:ext cx="4572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FSM </a:t>
            </a:r>
          </a:p>
        </p:txBody>
      </p:sp>
      <p:sp>
        <p:nvSpPr>
          <p:cNvPr id="32783" name="Freeform 21">
            <a:extLst>
              <a:ext uri="{FF2B5EF4-FFF2-40B4-BE49-F238E27FC236}">
                <a16:creationId xmlns:a16="http://schemas.microsoft.com/office/drawing/2014/main" id="{DDAE2DC0-98C8-4F16-B0D8-C90C630AF009}"/>
              </a:ext>
            </a:extLst>
          </p:cNvPr>
          <p:cNvSpPr>
            <a:spLocks/>
          </p:cNvSpPr>
          <p:nvPr/>
        </p:nvSpPr>
        <p:spPr bwMode="auto">
          <a:xfrm>
            <a:off x="4405313" y="1784350"/>
            <a:ext cx="136525" cy="68263"/>
          </a:xfrm>
          <a:custGeom>
            <a:avLst/>
            <a:gdLst>
              <a:gd name="T0" fmla="*/ 0 w 172"/>
              <a:gd name="T1" fmla="*/ 2147483646 h 86"/>
              <a:gd name="T2" fmla="*/ 2147483646 w 172"/>
              <a:gd name="T3" fmla="*/ 2147483646 h 86"/>
              <a:gd name="T4" fmla="*/ 0 w 172"/>
              <a:gd name="T5" fmla="*/ 0 h 86"/>
              <a:gd name="T6" fmla="*/ 0 w 172"/>
              <a:gd name="T7" fmla="*/ 2147483646 h 86"/>
              <a:gd name="T8" fmla="*/ 0 w 172"/>
              <a:gd name="T9" fmla="*/ 2147483646 h 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72"/>
              <a:gd name="T16" fmla="*/ 0 h 86"/>
              <a:gd name="T17" fmla="*/ 172 w 172"/>
              <a:gd name="T18" fmla="*/ 86 h 8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72" h="86">
                <a:moveTo>
                  <a:pt x="0" y="86"/>
                </a:moveTo>
                <a:lnTo>
                  <a:pt x="172" y="29"/>
                </a:lnTo>
                <a:lnTo>
                  <a:pt x="0" y="0"/>
                </a:lnTo>
                <a:lnTo>
                  <a:pt x="0" y="29"/>
                </a:lnTo>
                <a:lnTo>
                  <a:pt x="0" y="86"/>
                </a:lnTo>
                <a:close/>
              </a:path>
            </a:pathLst>
          </a:custGeom>
          <a:solidFill>
            <a:srgbClr val="000000"/>
          </a:solidFill>
          <a:ln w="222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2784" name="Line 22">
            <a:extLst>
              <a:ext uri="{FF2B5EF4-FFF2-40B4-BE49-F238E27FC236}">
                <a16:creationId xmlns:a16="http://schemas.microsoft.com/office/drawing/2014/main" id="{4F053630-9655-4170-B5EC-E70049199E4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925888" y="1806575"/>
            <a:ext cx="47942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2785" name="Freeform 23">
            <a:extLst>
              <a:ext uri="{FF2B5EF4-FFF2-40B4-BE49-F238E27FC236}">
                <a16:creationId xmlns:a16="http://schemas.microsoft.com/office/drawing/2014/main" id="{F1F491F3-4AF3-4B9D-A0D4-C04ACC6696C3}"/>
              </a:ext>
            </a:extLst>
          </p:cNvPr>
          <p:cNvSpPr>
            <a:spLocks/>
          </p:cNvSpPr>
          <p:nvPr/>
        </p:nvSpPr>
        <p:spPr bwMode="auto">
          <a:xfrm>
            <a:off x="4405313" y="2605088"/>
            <a:ext cx="136525" cy="46037"/>
          </a:xfrm>
          <a:custGeom>
            <a:avLst/>
            <a:gdLst>
              <a:gd name="T0" fmla="*/ 0 w 172"/>
              <a:gd name="T1" fmla="*/ 2147483646 h 57"/>
              <a:gd name="T2" fmla="*/ 2147483646 w 172"/>
              <a:gd name="T3" fmla="*/ 2147483646 h 57"/>
              <a:gd name="T4" fmla="*/ 0 w 172"/>
              <a:gd name="T5" fmla="*/ 0 h 57"/>
              <a:gd name="T6" fmla="*/ 0 w 172"/>
              <a:gd name="T7" fmla="*/ 2147483646 h 57"/>
              <a:gd name="T8" fmla="*/ 0 w 172"/>
              <a:gd name="T9" fmla="*/ 2147483646 h 5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72"/>
              <a:gd name="T16" fmla="*/ 0 h 57"/>
              <a:gd name="T17" fmla="*/ 172 w 172"/>
              <a:gd name="T18" fmla="*/ 57 h 5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72" h="57">
                <a:moveTo>
                  <a:pt x="0" y="57"/>
                </a:moveTo>
                <a:lnTo>
                  <a:pt x="172" y="28"/>
                </a:lnTo>
                <a:lnTo>
                  <a:pt x="0" y="0"/>
                </a:lnTo>
                <a:lnTo>
                  <a:pt x="0" y="28"/>
                </a:lnTo>
                <a:lnTo>
                  <a:pt x="0" y="57"/>
                </a:lnTo>
                <a:close/>
              </a:path>
            </a:pathLst>
          </a:custGeom>
          <a:solidFill>
            <a:srgbClr val="000000"/>
          </a:solidFill>
          <a:ln w="222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2786" name="Line 24">
            <a:extLst>
              <a:ext uri="{FF2B5EF4-FFF2-40B4-BE49-F238E27FC236}">
                <a16:creationId xmlns:a16="http://schemas.microsoft.com/office/drawing/2014/main" id="{D39E447E-008F-4583-9554-C227AC43487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925888" y="2628900"/>
            <a:ext cx="479425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2787" name="Freeform 25">
            <a:extLst>
              <a:ext uri="{FF2B5EF4-FFF2-40B4-BE49-F238E27FC236}">
                <a16:creationId xmlns:a16="http://schemas.microsoft.com/office/drawing/2014/main" id="{7CAB23D3-6673-46FC-B6DB-2E8A19A93517}"/>
              </a:ext>
            </a:extLst>
          </p:cNvPr>
          <p:cNvSpPr>
            <a:spLocks/>
          </p:cNvSpPr>
          <p:nvPr/>
        </p:nvSpPr>
        <p:spPr bwMode="auto">
          <a:xfrm>
            <a:off x="6343650" y="2195513"/>
            <a:ext cx="138113" cy="44450"/>
          </a:xfrm>
          <a:custGeom>
            <a:avLst/>
            <a:gdLst>
              <a:gd name="T0" fmla="*/ 0 w 172"/>
              <a:gd name="T1" fmla="*/ 2147483646 h 58"/>
              <a:gd name="T2" fmla="*/ 2147483646 w 172"/>
              <a:gd name="T3" fmla="*/ 2147483646 h 58"/>
              <a:gd name="T4" fmla="*/ 0 w 172"/>
              <a:gd name="T5" fmla="*/ 0 h 58"/>
              <a:gd name="T6" fmla="*/ 0 w 172"/>
              <a:gd name="T7" fmla="*/ 2147483646 h 58"/>
              <a:gd name="T8" fmla="*/ 0 w 172"/>
              <a:gd name="T9" fmla="*/ 2147483646 h 5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72"/>
              <a:gd name="T16" fmla="*/ 0 h 58"/>
              <a:gd name="T17" fmla="*/ 172 w 172"/>
              <a:gd name="T18" fmla="*/ 58 h 5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72" h="58">
                <a:moveTo>
                  <a:pt x="0" y="58"/>
                </a:moveTo>
                <a:lnTo>
                  <a:pt x="172" y="29"/>
                </a:lnTo>
                <a:lnTo>
                  <a:pt x="0" y="0"/>
                </a:lnTo>
                <a:lnTo>
                  <a:pt x="0" y="29"/>
                </a:lnTo>
                <a:lnTo>
                  <a:pt x="0" y="58"/>
                </a:lnTo>
                <a:close/>
              </a:path>
            </a:pathLst>
          </a:custGeom>
          <a:solidFill>
            <a:srgbClr val="000000"/>
          </a:solidFill>
          <a:ln w="222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2788" name="Line 26">
            <a:extLst>
              <a:ext uri="{FF2B5EF4-FFF2-40B4-BE49-F238E27FC236}">
                <a16:creationId xmlns:a16="http://schemas.microsoft.com/office/drawing/2014/main" id="{C8A58132-9844-48F8-939A-FC952028F62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865813" y="2217738"/>
            <a:ext cx="477837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2789" name="Freeform 27">
            <a:extLst>
              <a:ext uri="{FF2B5EF4-FFF2-40B4-BE49-F238E27FC236}">
                <a16:creationId xmlns:a16="http://schemas.microsoft.com/office/drawing/2014/main" id="{BFEE018B-E4F6-4027-A89F-877FE5593665}"/>
              </a:ext>
            </a:extLst>
          </p:cNvPr>
          <p:cNvSpPr>
            <a:spLocks/>
          </p:cNvSpPr>
          <p:nvPr/>
        </p:nvSpPr>
        <p:spPr bwMode="auto">
          <a:xfrm>
            <a:off x="6343650" y="2354263"/>
            <a:ext cx="138113" cy="46037"/>
          </a:xfrm>
          <a:custGeom>
            <a:avLst/>
            <a:gdLst>
              <a:gd name="T0" fmla="*/ 0 w 172"/>
              <a:gd name="T1" fmla="*/ 2147483646 h 57"/>
              <a:gd name="T2" fmla="*/ 2147483646 w 172"/>
              <a:gd name="T3" fmla="*/ 2147483646 h 57"/>
              <a:gd name="T4" fmla="*/ 0 w 172"/>
              <a:gd name="T5" fmla="*/ 0 h 57"/>
              <a:gd name="T6" fmla="*/ 0 w 172"/>
              <a:gd name="T7" fmla="*/ 2147483646 h 57"/>
              <a:gd name="T8" fmla="*/ 0 w 172"/>
              <a:gd name="T9" fmla="*/ 2147483646 h 5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72"/>
              <a:gd name="T16" fmla="*/ 0 h 57"/>
              <a:gd name="T17" fmla="*/ 172 w 172"/>
              <a:gd name="T18" fmla="*/ 57 h 5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72" h="57">
                <a:moveTo>
                  <a:pt x="0" y="57"/>
                </a:moveTo>
                <a:lnTo>
                  <a:pt x="172" y="28"/>
                </a:lnTo>
                <a:lnTo>
                  <a:pt x="0" y="0"/>
                </a:lnTo>
                <a:lnTo>
                  <a:pt x="0" y="28"/>
                </a:lnTo>
                <a:lnTo>
                  <a:pt x="0" y="57"/>
                </a:lnTo>
                <a:close/>
              </a:path>
            </a:pathLst>
          </a:custGeom>
          <a:solidFill>
            <a:srgbClr val="000000"/>
          </a:solidFill>
          <a:ln w="222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2790" name="Freeform 28">
            <a:extLst>
              <a:ext uri="{FF2B5EF4-FFF2-40B4-BE49-F238E27FC236}">
                <a16:creationId xmlns:a16="http://schemas.microsoft.com/office/drawing/2014/main" id="{2D26A0E7-F478-4E3C-885D-BE4CC1ACC25F}"/>
              </a:ext>
            </a:extLst>
          </p:cNvPr>
          <p:cNvSpPr>
            <a:spLocks/>
          </p:cNvSpPr>
          <p:nvPr/>
        </p:nvSpPr>
        <p:spPr bwMode="auto">
          <a:xfrm>
            <a:off x="1666875" y="2378075"/>
            <a:ext cx="4676775" cy="1300163"/>
          </a:xfrm>
          <a:custGeom>
            <a:avLst/>
            <a:gdLst>
              <a:gd name="T0" fmla="*/ 2147483646 w 5892"/>
              <a:gd name="T1" fmla="*/ 0 h 1638"/>
              <a:gd name="T2" fmla="*/ 2147483646 w 5892"/>
              <a:gd name="T3" fmla="*/ 0 h 1638"/>
              <a:gd name="T4" fmla="*/ 2147483646 w 5892"/>
              <a:gd name="T5" fmla="*/ 2147483646 h 1638"/>
              <a:gd name="T6" fmla="*/ 0 w 5892"/>
              <a:gd name="T7" fmla="*/ 2147483646 h 1638"/>
              <a:gd name="T8" fmla="*/ 0 60000 65536"/>
              <a:gd name="T9" fmla="*/ 0 60000 65536"/>
              <a:gd name="T10" fmla="*/ 0 60000 65536"/>
              <a:gd name="T11" fmla="*/ 0 60000 65536"/>
              <a:gd name="T12" fmla="*/ 0 w 5892"/>
              <a:gd name="T13" fmla="*/ 0 h 1638"/>
              <a:gd name="T14" fmla="*/ 5892 w 5892"/>
              <a:gd name="T15" fmla="*/ 1638 h 1638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5892" h="1638">
                <a:moveTo>
                  <a:pt x="5892" y="0"/>
                </a:moveTo>
                <a:lnTo>
                  <a:pt x="5720" y="0"/>
                </a:lnTo>
                <a:lnTo>
                  <a:pt x="5720" y="1638"/>
                </a:lnTo>
                <a:lnTo>
                  <a:pt x="0" y="1638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2791" name="Freeform 29">
            <a:extLst>
              <a:ext uri="{FF2B5EF4-FFF2-40B4-BE49-F238E27FC236}">
                <a16:creationId xmlns:a16="http://schemas.microsoft.com/office/drawing/2014/main" id="{99AAD34F-C875-4316-B9D1-53487E3D533F}"/>
              </a:ext>
            </a:extLst>
          </p:cNvPr>
          <p:cNvSpPr>
            <a:spLocks/>
          </p:cNvSpPr>
          <p:nvPr/>
        </p:nvSpPr>
        <p:spPr bwMode="auto">
          <a:xfrm>
            <a:off x="5203825" y="2901950"/>
            <a:ext cx="46038" cy="136525"/>
          </a:xfrm>
          <a:custGeom>
            <a:avLst/>
            <a:gdLst>
              <a:gd name="T0" fmla="*/ 2147483646 w 57"/>
              <a:gd name="T1" fmla="*/ 2147483646 h 173"/>
              <a:gd name="T2" fmla="*/ 2147483646 w 57"/>
              <a:gd name="T3" fmla="*/ 0 h 173"/>
              <a:gd name="T4" fmla="*/ 0 w 57"/>
              <a:gd name="T5" fmla="*/ 2147483646 h 173"/>
              <a:gd name="T6" fmla="*/ 2147483646 w 57"/>
              <a:gd name="T7" fmla="*/ 2147483646 h 173"/>
              <a:gd name="T8" fmla="*/ 2147483646 w 57"/>
              <a:gd name="T9" fmla="*/ 2147483646 h 17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7"/>
              <a:gd name="T16" fmla="*/ 0 h 173"/>
              <a:gd name="T17" fmla="*/ 57 w 57"/>
              <a:gd name="T18" fmla="*/ 173 h 17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7" h="173">
                <a:moveTo>
                  <a:pt x="57" y="173"/>
                </a:moveTo>
                <a:lnTo>
                  <a:pt x="29" y="0"/>
                </a:lnTo>
                <a:lnTo>
                  <a:pt x="0" y="173"/>
                </a:lnTo>
                <a:lnTo>
                  <a:pt x="29" y="173"/>
                </a:lnTo>
                <a:lnTo>
                  <a:pt x="57" y="173"/>
                </a:lnTo>
                <a:close/>
              </a:path>
            </a:pathLst>
          </a:custGeom>
          <a:solidFill>
            <a:srgbClr val="000000"/>
          </a:solidFill>
          <a:ln w="222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2792" name="Line 30">
            <a:extLst>
              <a:ext uri="{FF2B5EF4-FFF2-40B4-BE49-F238E27FC236}">
                <a16:creationId xmlns:a16="http://schemas.microsoft.com/office/drawing/2014/main" id="{95C317D6-8940-4819-8776-7A38C93DB5B1}"/>
              </a:ext>
            </a:extLst>
          </p:cNvPr>
          <p:cNvSpPr>
            <a:spLocks noChangeShapeType="1"/>
          </p:cNvSpPr>
          <p:nvPr/>
        </p:nvSpPr>
        <p:spPr bwMode="auto">
          <a:xfrm>
            <a:off x="5226050" y="3038475"/>
            <a:ext cx="1588" cy="6397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2793" name="Freeform 31">
            <a:extLst>
              <a:ext uri="{FF2B5EF4-FFF2-40B4-BE49-F238E27FC236}">
                <a16:creationId xmlns:a16="http://schemas.microsoft.com/office/drawing/2014/main" id="{34038C82-8A06-49FA-9FFA-051301C3F476}"/>
              </a:ext>
            </a:extLst>
          </p:cNvPr>
          <p:cNvSpPr>
            <a:spLocks/>
          </p:cNvSpPr>
          <p:nvPr/>
        </p:nvSpPr>
        <p:spPr bwMode="auto">
          <a:xfrm>
            <a:off x="2146300" y="1876425"/>
            <a:ext cx="136525" cy="44450"/>
          </a:xfrm>
          <a:custGeom>
            <a:avLst/>
            <a:gdLst>
              <a:gd name="T0" fmla="*/ 0 w 173"/>
              <a:gd name="T1" fmla="*/ 2147483646 h 58"/>
              <a:gd name="T2" fmla="*/ 2147483646 w 173"/>
              <a:gd name="T3" fmla="*/ 2147483646 h 58"/>
              <a:gd name="T4" fmla="*/ 0 w 173"/>
              <a:gd name="T5" fmla="*/ 0 h 58"/>
              <a:gd name="T6" fmla="*/ 0 w 173"/>
              <a:gd name="T7" fmla="*/ 2147483646 h 58"/>
              <a:gd name="T8" fmla="*/ 0 w 173"/>
              <a:gd name="T9" fmla="*/ 2147483646 h 5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73"/>
              <a:gd name="T16" fmla="*/ 0 h 58"/>
              <a:gd name="T17" fmla="*/ 173 w 173"/>
              <a:gd name="T18" fmla="*/ 58 h 5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73" h="58">
                <a:moveTo>
                  <a:pt x="0" y="58"/>
                </a:moveTo>
                <a:lnTo>
                  <a:pt x="173" y="29"/>
                </a:lnTo>
                <a:lnTo>
                  <a:pt x="0" y="0"/>
                </a:lnTo>
                <a:lnTo>
                  <a:pt x="0" y="29"/>
                </a:lnTo>
                <a:lnTo>
                  <a:pt x="0" y="58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2794" name="Freeform 32">
            <a:extLst>
              <a:ext uri="{FF2B5EF4-FFF2-40B4-BE49-F238E27FC236}">
                <a16:creationId xmlns:a16="http://schemas.microsoft.com/office/drawing/2014/main" id="{AB14A522-B167-40D3-91F4-C4A241F8EEC9}"/>
              </a:ext>
            </a:extLst>
          </p:cNvPr>
          <p:cNvSpPr>
            <a:spLocks/>
          </p:cNvSpPr>
          <p:nvPr/>
        </p:nvSpPr>
        <p:spPr bwMode="auto">
          <a:xfrm>
            <a:off x="1987550" y="1898650"/>
            <a:ext cx="158750" cy="1779588"/>
          </a:xfrm>
          <a:custGeom>
            <a:avLst/>
            <a:gdLst>
              <a:gd name="T0" fmla="*/ 2147483646 w 201"/>
              <a:gd name="T1" fmla="*/ 0 h 2241"/>
              <a:gd name="T2" fmla="*/ 0 w 201"/>
              <a:gd name="T3" fmla="*/ 0 h 2241"/>
              <a:gd name="T4" fmla="*/ 0 w 201"/>
              <a:gd name="T5" fmla="*/ 2147483646 h 2241"/>
              <a:gd name="T6" fmla="*/ 0 60000 65536"/>
              <a:gd name="T7" fmla="*/ 0 60000 65536"/>
              <a:gd name="T8" fmla="*/ 0 60000 65536"/>
              <a:gd name="T9" fmla="*/ 0 w 201"/>
              <a:gd name="T10" fmla="*/ 0 h 2241"/>
              <a:gd name="T11" fmla="*/ 201 w 201"/>
              <a:gd name="T12" fmla="*/ 2241 h 224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01" h="2241">
                <a:moveTo>
                  <a:pt x="201" y="0"/>
                </a:moveTo>
                <a:lnTo>
                  <a:pt x="0" y="0"/>
                </a:lnTo>
                <a:lnTo>
                  <a:pt x="0" y="2241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2795" name="Freeform 33">
            <a:extLst>
              <a:ext uri="{FF2B5EF4-FFF2-40B4-BE49-F238E27FC236}">
                <a16:creationId xmlns:a16="http://schemas.microsoft.com/office/drawing/2014/main" id="{3A514099-261B-4299-B1C7-8D55D355D198}"/>
              </a:ext>
            </a:extLst>
          </p:cNvPr>
          <p:cNvSpPr>
            <a:spLocks/>
          </p:cNvSpPr>
          <p:nvPr/>
        </p:nvSpPr>
        <p:spPr bwMode="auto">
          <a:xfrm>
            <a:off x="2146300" y="2673350"/>
            <a:ext cx="136525" cy="69850"/>
          </a:xfrm>
          <a:custGeom>
            <a:avLst/>
            <a:gdLst>
              <a:gd name="T0" fmla="*/ 0 w 173"/>
              <a:gd name="T1" fmla="*/ 2147483646 h 86"/>
              <a:gd name="T2" fmla="*/ 2147483646 w 173"/>
              <a:gd name="T3" fmla="*/ 2147483646 h 86"/>
              <a:gd name="T4" fmla="*/ 0 w 173"/>
              <a:gd name="T5" fmla="*/ 0 h 86"/>
              <a:gd name="T6" fmla="*/ 0 w 173"/>
              <a:gd name="T7" fmla="*/ 2147483646 h 86"/>
              <a:gd name="T8" fmla="*/ 0 w 173"/>
              <a:gd name="T9" fmla="*/ 2147483646 h 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73"/>
              <a:gd name="T16" fmla="*/ 0 h 86"/>
              <a:gd name="T17" fmla="*/ 173 w 173"/>
              <a:gd name="T18" fmla="*/ 86 h 8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73" h="86">
                <a:moveTo>
                  <a:pt x="0" y="86"/>
                </a:moveTo>
                <a:lnTo>
                  <a:pt x="173" y="29"/>
                </a:lnTo>
                <a:lnTo>
                  <a:pt x="0" y="0"/>
                </a:lnTo>
                <a:lnTo>
                  <a:pt x="0" y="29"/>
                </a:lnTo>
                <a:lnTo>
                  <a:pt x="0" y="86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2796" name="Line 34">
            <a:extLst>
              <a:ext uri="{FF2B5EF4-FFF2-40B4-BE49-F238E27FC236}">
                <a16:creationId xmlns:a16="http://schemas.microsoft.com/office/drawing/2014/main" id="{F3251876-28E7-4EC6-B8E3-D1EC5229CB9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987550" y="2697163"/>
            <a:ext cx="158750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2797" name="Freeform 35">
            <a:extLst>
              <a:ext uri="{FF2B5EF4-FFF2-40B4-BE49-F238E27FC236}">
                <a16:creationId xmlns:a16="http://schemas.microsoft.com/office/drawing/2014/main" id="{CBDC548F-B8F1-4F42-B4AF-EA6E803A81C7}"/>
              </a:ext>
            </a:extLst>
          </p:cNvPr>
          <p:cNvSpPr>
            <a:spLocks/>
          </p:cNvSpPr>
          <p:nvPr/>
        </p:nvSpPr>
        <p:spPr bwMode="auto">
          <a:xfrm>
            <a:off x="1963738" y="2673350"/>
            <a:ext cx="46037" cy="69850"/>
          </a:xfrm>
          <a:custGeom>
            <a:avLst/>
            <a:gdLst>
              <a:gd name="T0" fmla="*/ 0 w 58"/>
              <a:gd name="T1" fmla="*/ 2147483646 h 86"/>
              <a:gd name="T2" fmla="*/ 2147483646 w 58"/>
              <a:gd name="T3" fmla="*/ 2147483646 h 86"/>
              <a:gd name="T4" fmla="*/ 2147483646 w 58"/>
              <a:gd name="T5" fmla="*/ 2147483646 h 86"/>
              <a:gd name="T6" fmla="*/ 2147483646 w 58"/>
              <a:gd name="T7" fmla="*/ 2147483646 h 86"/>
              <a:gd name="T8" fmla="*/ 2147483646 w 58"/>
              <a:gd name="T9" fmla="*/ 2147483646 h 86"/>
              <a:gd name="T10" fmla="*/ 2147483646 w 58"/>
              <a:gd name="T11" fmla="*/ 2147483646 h 86"/>
              <a:gd name="T12" fmla="*/ 2147483646 w 58"/>
              <a:gd name="T13" fmla="*/ 2147483646 h 86"/>
              <a:gd name="T14" fmla="*/ 2147483646 w 58"/>
              <a:gd name="T15" fmla="*/ 2147483646 h 86"/>
              <a:gd name="T16" fmla="*/ 2147483646 w 58"/>
              <a:gd name="T17" fmla="*/ 2147483646 h 86"/>
              <a:gd name="T18" fmla="*/ 2147483646 w 58"/>
              <a:gd name="T19" fmla="*/ 2147483646 h 86"/>
              <a:gd name="T20" fmla="*/ 2147483646 w 58"/>
              <a:gd name="T21" fmla="*/ 0 h 86"/>
              <a:gd name="T22" fmla="*/ 2147483646 w 58"/>
              <a:gd name="T23" fmla="*/ 0 h 86"/>
              <a:gd name="T24" fmla="*/ 2147483646 w 58"/>
              <a:gd name="T25" fmla="*/ 2147483646 h 86"/>
              <a:gd name="T26" fmla="*/ 2147483646 w 58"/>
              <a:gd name="T27" fmla="*/ 2147483646 h 86"/>
              <a:gd name="T28" fmla="*/ 2147483646 w 58"/>
              <a:gd name="T29" fmla="*/ 2147483646 h 86"/>
              <a:gd name="T30" fmla="*/ 2147483646 w 58"/>
              <a:gd name="T31" fmla="*/ 2147483646 h 86"/>
              <a:gd name="T32" fmla="*/ 2147483646 w 58"/>
              <a:gd name="T33" fmla="*/ 2147483646 h 86"/>
              <a:gd name="T34" fmla="*/ 2147483646 w 58"/>
              <a:gd name="T35" fmla="*/ 2147483646 h 86"/>
              <a:gd name="T36" fmla="*/ 2147483646 w 58"/>
              <a:gd name="T37" fmla="*/ 2147483646 h 86"/>
              <a:gd name="T38" fmla="*/ 2147483646 w 58"/>
              <a:gd name="T39" fmla="*/ 2147483646 h 86"/>
              <a:gd name="T40" fmla="*/ 2147483646 w 58"/>
              <a:gd name="T41" fmla="*/ 2147483646 h 86"/>
              <a:gd name="T42" fmla="*/ 2147483646 w 58"/>
              <a:gd name="T43" fmla="*/ 2147483646 h 86"/>
              <a:gd name="T44" fmla="*/ 2147483646 w 58"/>
              <a:gd name="T45" fmla="*/ 2147483646 h 86"/>
              <a:gd name="T46" fmla="*/ 2147483646 w 58"/>
              <a:gd name="T47" fmla="*/ 2147483646 h 86"/>
              <a:gd name="T48" fmla="*/ 2147483646 w 58"/>
              <a:gd name="T49" fmla="*/ 2147483646 h 86"/>
              <a:gd name="T50" fmla="*/ 2147483646 w 58"/>
              <a:gd name="T51" fmla="*/ 2147483646 h 86"/>
              <a:gd name="T52" fmla="*/ 2147483646 w 58"/>
              <a:gd name="T53" fmla="*/ 2147483646 h 86"/>
              <a:gd name="T54" fmla="*/ 2147483646 w 58"/>
              <a:gd name="T55" fmla="*/ 2147483646 h 86"/>
              <a:gd name="T56" fmla="*/ 2147483646 w 58"/>
              <a:gd name="T57" fmla="*/ 2147483646 h 86"/>
              <a:gd name="T58" fmla="*/ 2147483646 w 58"/>
              <a:gd name="T59" fmla="*/ 2147483646 h 86"/>
              <a:gd name="T60" fmla="*/ 2147483646 w 58"/>
              <a:gd name="T61" fmla="*/ 2147483646 h 86"/>
              <a:gd name="T62" fmla="*/ 2147483646 w 58"/>
              <a:gd name="T63" fmla="*/ 2147483646 h 86"/>
              <a:gd name="T64" fmla="*/ 2147483646 w 58"/>
              <a:gd name="T65" fmla="*/ 2147483646 h 86"/>
              <a:gd name="T66" fmla="*/ 2147483646 w 58"/>
              <a:gd name="T67" fmla="*/ 2147483646 h 86"/>
              <a:gd name="T68" fmla="*/ 2147483646 w 58"/>
              <a:gd name="T69" fmla="*/ 2147483646 h 86"/>
              <a:gd name="T70" fmla="*/ 2147483646 w 58"/>
              <a:gd name="T71" fmla="*/ 2147483646 h 86"/>
              <a:gd name="T72" fmla="*/ 2147483646 w 58"/>
              <a:gd name="T73" fmla="*/ 2147483646 h 86"/>
              <a:gd name="T74" fmla="*/ 2147483646 w 58"/>
              <a:gd name="T75" fmla="*/ 2147483646 h 86"/>
              <a:gd name="T76" fmla="*/ 2147483646 w 58"/>
              <a:gd name="T77" fmla="*/ 2147483646 h 86"/>
              <a:gd name="T78" fmla="*/ 2147483646 w 58"/>
              <a:gd name="T79" fmla="*/ 2147483646 h 86"/>
              <a:gd name="T80" fmla="*/ 2147483646 w 58"/>
              <a:gd name="T81" fmla="*/ 2147483646 h 86"/>
              <a:gd name="T82" fmla="*/ 2147483646 w 58"/>
              <a:gd name="T83" fmla="*/ 2147483646 h 86"/>
              <a:gd name="T84" fmla="*/ 2147483646 w 58"/>
              <a:gd name="T85" fmla="*/ 2147483646 h 86"/>
              <a:gd name="T86" fmla="*/ 2147483646 w 58"/>
              <a:gd name="T87" fmla="*/ 2147483646 h 86"/>
              <a:gd name="T88" fmla="*/ 2147483646 w 58"/>
              <a:gd name="T89" fmla="*/ 2147483646 h 86"/>
              <a:gd name="T90" fmla="*/ 2147483646 w 58"/>
              <a:gd name="T91" fmla="*/ 2147483646 h 86"/>
              <a:gd name="T92" fmla="*/ 2147483646 w 58"/>
              <a:gd name="T93" fmla="*/ 2147483646 h 86"/>
              <a:gd name="T94" fmla="*/ 2147483646 w 58"/>
              <a:gd name="T95" fmla="*/ 2147483646 h 86"/>
              <a:gd name="T96" fmla="*/ 2147483646 w 58"/>
              <a:gd name="T97" fmla="*/ 2147483646 h 86"/>
              <a:gd name="T98" fmla="*/ 2147483646 w 58"/>
              <a:gd name="T99" fmla="*/ 2147483646 h 86"/>
              <a:gd name="T100" fmla="*/ 2147483646 w 58"/>
              <a:gd name="T101" fmla="*/ 2147483646 h 86"/>
              <a:gd name="T102" fmla="*/ 2147483646 w 58"/>
              <a:gd name="T103" fmla="*/ 2147483646 h 86"/>
              <a:gd name="T104" fmla="*/ 2147483646 w 58"/>
              <a:gd name="T105" fmla="*/ 2147483646 h 86"/>
              <a:gd name="T106" fmla="*/ 2147483646 w 58"/>
              <a:gd name="T107" fmla="*/ 2147483646 h 86"/>
              <a:gd name="T108" fmla="*/ 2147483646 w 58"/>
              <a:gd name="T109" fmla="*/ 2147483646 h 86"/>
              <a:gd name="T110" fmla="*/ 0 w 58"/>
              <a:gd name="T111" fmla="*/ 2147483646 h 8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8"/>
              <a:gd name="T169" fmla="*/ 0 h 86"/>
              <a:gd name="T170" fmla="*/ 58 w 58"/>
              <a:gd name="T171" fmla="*/ 86 h 8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8" h="86">
                <a:moveTo>
                  <a:pt x="0" y="52"/>
                </a:moveTo>
                <a:lnTo>
                  <a:pt x="0" y="34"/>
                </a:lnTo>
                <a:lnTo>
                  <a:pt x="0" y="33"/>
                </a:lnTo>
                <a:lnTo>
                  <a:pt x="0" y="31"/>
                </a:lnTo>
                <a:lnTo>
                  <a:pt x="0" y="30"/>
                </a:lnTo>
                <a:lnTo>
                  <a:pt x="2" y="29"/>
                </a:lnTo>
                <a:lnTo>
                  <a:pt x="2" y="26"/>
                </a:lnTo>
                <a:lnTo>
                  <a:pt x="2" y="24"/>
                </a:lnTo>
                <a:lnTo>
                  <a:pt x="3" y="23"/>
                </a:lnTo>
                <a:lnTo>
                  <a:pt x="3" y="21"/>
                </a:lnTo>
                <a:lnTo>
                  <a:pt x="3" y="20"/>
                </a:lnTo>
                <a:lnTo>
                  <a:pt x="5" y="19"/>
                </a:lnTo>
                <a:lnTo>
                  <a:pt x="6" y="17"/>
                </a:lnTo>
                <a:lnTo>
                  <a:pt x="6" y="16"/>
                </a:lnTo>
                <a:lnTo>
                  <a:pt x="8" y="14"/>
                </a:lnTo>
                <a:lnTo>
                  <a:pt x="9" y="13"/>
                </a:lnTo>
                <a:lnTo>
                  <a:pt x="9" y="11"/>
                </a:lnTo>
                <a:lnTo>
                  <a:pt x="10" y="10"/>
                </a:lnTo>
                <a:lnTo>
                  <a:pt x="12" y="10"/>
                </a:lnTo>
                <a:lnTo>
                  <a:pt x="13" y="8"/>
                </a:lnTo>
                <a:lnTo>
                  <a:pt x="15" y="7"/>
                </a:lnTo>
                <a:lnTo>
                  <a:pt x="16" y="6"/>
                </a:lnTo>
                <a:lnTo>
                  <a:pt x="18" y="6"/>
                </a:lnTo>
                <a:lnTo>
                  <a:pt x="19" y="4"/>
                </a:lnTo>
                <a:lnTo>
                  <a:pt x="21" y="4"/>
                </a:lnTo>
                <a:lnTo>
                  <a:pt x="22" y="3"/>
                </a:lnTo>
                <a:lnTo>
                  <a:pt x="23" y="3"/>
                </a:lnTo>
                <a:lnTo>
                  <a:pt x="25" y="1"/>
                </a:lnTo>
                <a:lnTo>
                  <a:pt x="26" y="1"/>
                </a:lnTo>
                <a:lnTo>
                  <a:pt x="28" y="1"/>
                </a:lnTo>
                <a:lnTo>
                  <a:pt x="31" y="1"/>
                </a:lnTo>
                <a:lnTo>
                  <a:pt x="32" y="0"/>
                </a:lnTo>
                <a:lnTo>
                  <a:pt x="33" y="0"/>
                </a:lnTo>
                <a:lnTo>
                  <a:pt x="35" y="0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9" y="1"/>
                </a:lnTo>
                <a:lnTo>
                  <a:pt x="31" y="1"/>
                </a:lnTo>
                <a:lnTo>
                  <a:pt x="32" y="1"/>
                </a:lnTo>
                <a:lnTo>
                  <a:pt x="33" y="1"/>
                </a:lnTo>
                <a:lnTo>
                  <a:pt x="35" y="3"/>
                </a:lnTo>
                <a:lnTo>
                  <a:pt x="36" y="3"/>
                </a:lnTo>
                <a:lnTo>
                  <a:pt x="38" y="4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4" y="7"/>
                </a:lnTo>
                <a:lnTo>
                  <a:pt x="45" y="8"/>
                </a:lnTo>
                <a:lnTo>
                  <a:pt x="46" y="10"/>
                </a:lnTo>
                <a:lnTo>
                  <a:pt x="48" y="10"/>
                </a:lnTo>
                <a:lnTo>
                  <a:pt x="49" y="11"/>
                </a:lnTo>
                <a:lnTo>
                  <a:pt x="51" y="13"/>
                </a:lnTo>
                <a:lnTo>
                  <a:pt x="51" y="14"/>
                </a:lnTo>
                <a:lnTo>
                  <a:pt x="52" y="16"/>
                </a:lnTo>
                <a:lnTo>
                  <a:pt x="54" y="17"/>
                </a:lnTo>
                <a:lnTo>
                  <a:pt x="54" y="19"/>
                </a:lnTo>
                <a:lnTo>
                  <a:pt x="55" y="20"/>
                </a:lnTo>
                <a:lnTo>
                  <a:pt x="55" y="21"/>
                </a:lnTo>
                <a:lnTo>
                  <a:pt x="56" y="23"/>
                </a:lnTo>
                <a:lnTo>
                  <a:pt x="56" y="24"/>
                </a:lnTo>
                <a:lnTo>
                  <a:pt x="56" y="26"/>
                </a:lnTo>
                <a:lnTo>
                  <a:pt x="58" y="29"/>
                </a:lnTo>
                <a:lnTo>
                  <a:pt x="58" y="30"/>
                </a:lnTo>
                <a:lnTo>
                  <a:pt x="58" y="31"/>
                </a:lnTo>
                <a:lnTo>
                  <a:pt x="58" y="33"/>
                </a:lnTo>
                <a:lnTo>
                  <a:pt x="58" y="34"/>
                </a:lnTo>
                <a:lnTo>
                  <a:pt x="58" y="52"/>
                </a:lnTo>
                <a:lnTo>
                  <a:pt x="58" y="53"/>
                </a:lnTo>
                <a:lnTo>
                  <a:pt x="58" y="56"/>
                </a:lnTo>
                <a:lnTo>
                  <a:pt x="58" y="57"/>
                </a:lnTo>
                <a:lnTo>
                  <a:pt x="58" y="59"/>
                </a:lnTo>
                <a:lnTo>
                  <a:pt x="56" y="60"/>
                </a:lnTo>
                <a:lnTo>
                  <a:pt x="56" y="62"/>
                </a:lnTo>
                <a:lnTo>
                  <a:pt x="56" y="63"/>
                </a:lnTo>
                <a:lnTo>
                  <a:pt x="55" y="65"/>
                </a:lnTo>
                <a:lnTo>
                  <a:pt x="55" y="67"/>
                </a:lnTo>
                <a:lnTo>
                  <a:pt x="54" y="69"/>
                </a:lnTo>
                <a:lnTo>
                  <a:pt x="54" y="70"/>
                </a:lnTo>
                <a:lnTo>
                  <a:pt x="52" y="72"/>
                </a:lnTo>
                <a:lnTo>
                  <a:pt x="51" y="73"/>
                </a:lnTo>
                <a:lnTo>
                  <a:pt x="49" y="75"/>
                </a:lnTo>
                <a:lnTo>
                  <a:pt x="48" y="76"/>
                </a:lnTo>
                <a:lnTo>
                  <a:pt x="46" y="77"/>
                </a:lnTo>
                <a:lnTo>
                  <a:pt x="45" y="79"/>
                </a:lnTo>
                <a:lnTo>
                  <a:pt x="44" y="79"/>
                </a:lnTo>
                <a:lnTo>
                  <a:pt x="42" y="80"/>
                </a:lnTo>
                <a:lnTo>
                  <a:pt x="41" y="82"/>
                </a:lnTo>
                <a:lnTo>
                  <a:pt x="39" y="82"/>
                </a:lnTo>
                <a:lnTo>
                  <a:pt x="38" y="83"/>
                </a:lnTo>
                <a:lnTo>
                  <a:pt x="36" y="83"/>
                </a:lnTo>
                <a:lnTo>
                  <a:pt x="35" y="85"/>
                </a:lnTo>
                <a:lnTo>
                  <a:pt x="33" y="85"/>
                </a:lnTo>
                <a:lnTo>
                  <a:pt x="32" y="85"/>
                </a:lnTo>
                <a:lnTo>
                  <a:pt x="31" y="86"/>
                </a:lnTo>
                <a:lnTo>
                  <a:pt x="29" y="86"/>
                </a:lnTo>
                <a:lnTo>
                  <a:pt x="26" y="86"/>
                </a:lnTo>
                <a:lnTo>
                  <a:pt x="25" y="86"/>
                </a:lnTo>
                <a:lnTo>
                  <a:pt x="23" y="86"/>
                </a:lnTo>
                <a:lnTo>
                  <a:pt x="35" y="86"/>
                </a:lnTo>
                <a:lnTo>
                  <a:pt x="33" y="86"/>
                </a:lnTo>
                <a:lnTo>
                  <a:pt x="32" y="86"/>
                </a:lnTo>
                <a:lnTo>
                  <a:pt x="31" y="86"/>
                </a:lnTo>
                <a:lnTo>
                  <a:pt x="28" y="86"/>
                </a:lnTo>
                <a:lnTo>
                  <a:pt x="26" y="85"/>
                </a:lnTo>
                <a:lnTo>
                  <a:pt x="25" y="85"/>
                </a:lnTo>
                <a:lnTo>
                  <a:pt x="23" y="85"/>
                </a:lnTo>
                <a:lnTo>
                  <a:pt x="22" y="83"/>
                </a:lnTo>
                <a:lnTo>
                  <a:pt x="21" y="83"/>
                </a:lnTo>
                <a:lnTo>
                  <a:pt x="19" y="82"/>
                </a:lnTo>
                <a:lnTo>
                  <a:pt x="18" y="82"/>
                </a:lnTo>
                <a:lnTo>
                  <a:pt x="16" y="80"/>
                </a:lnTo>
                <a:lnTo>
                  <a:pt x="15" y="79"/>
                </a:lnTo>
                <a:lnTo>
                  <a:pt x="13" y="79"/>
                </a:lnTo>
                <a:lnTo>
                  <a:pt x="12" y="77"/>
                </a:lnTo>
                <a:lnTo>
                  <a:pt x="10" y="76"/>
                </a:lnTo>
                <a:lnTo>
                  <a:pt x="9" y="75"/>
                </a:lnTo>
                <a:lnTo>
                  <a:pt x="9" y="73"/>
                </a:lnTo>
                <a:lnTo>
                  <a:pt x="8" y="73"/>
                </a:lnTo>
                <a:lnTo>
                  <a:pt x="6" y="72"/>
                </a:lnTo>
                <a:lnTo>
                  <a:pt x="6" y="70"/>
                </a:lnTo>
                <a:lnTo>
                  <a:pt x="5" y="69"/>
                </a:lnTo>
                <a:lnTo>
                  <a:pt x="3" y="67"/>
                </a:lnTo>
                <a:lnTo>
                  <a:pt x="3" y="65"/>
                </a:lnTo>
                <a:lnTo>
                  <a:pt x="3" y="63"/>
                </a:lnTo>
                <a:lnTo>
                  <a:pt x="2" y="62"/>
                </a:lnTo>
                <a:lnTo>
                  <a:pt x="2" y="60"/>
                </a:lnTo>
                <a:lnTo>
                  <a:pt x="2" y="59"/>
                </a:lnTo>
                <a:lnTo>
                  <a:pt x="0" y="57"/>
                </a:lnTo>
                <a:lnTo>
                  <a:pt x="0" y="56"/>
                </a:lnTo>
                <a:lnTo>
                  <a:pt x="0" y="53"/>
                </a:lnTo>
                <a:lnTo>
                  <a:pt x="0" y="52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2798" name="Freeform 36">
            <a:extLst>
              <a:ext uri="{FF2B5EF4-FFF2-40B4-BE49-F238E27FC236}">
                <a16:creationId xmlns:a16="http://schemas.microsoft.com/office/drawing/2014/main" id="{6A498005-6B52-4170-8FCB-BF0F8A2C7492}"/>
              </a:ext>
            </a:extLst>
          </p:cNvPr>
          <p:cNvSpPr>
            <a:spLocks/>
          </p:cNvSpPr>
          <p:nvPr/>
        </p:nvSpPr>
        <p:spPr bwMode="auto">
          <a:xfrm>
            <a:off x="1963738" y="3654425"/>
            <a:ext cx="46037" cy="46038"/>
          </a:xfrm>
          <a:custGeom>
            <a:avLst/>
            <a:gdLst>
              <a:gd name="T0" fmla="*/ 0 w 58"/>
              <a:gd name="T1" fmla="*/ 2147483646 h 57"/>
              <a:gd name="T2" fmla="*/ 2147483646 w 58"/>
              <a:gd name="T3" fmla="*/ 2147483646 h 57"/>
              <a:gd name="T4" fmla="*/ 2147483646 w 58"/>
              <a:gd name="T5" fmla="*/ 2147483646 h 57"/>
              <a:gd name="T6" fmla="*/ 2147483646 w 58"/>
              <a:gd name="T7" fmla="*/ 2147483646 h 57"/>
              <a:gd name="T8" fmla="*/ 2147483646 w 58"/>
              <a:gd name="T9" fmla="*/ 2147483646 h 57"/>
              <a:gd name="T10" fmla="*/ 2147483646 w 58"/>
              <a:gd name="T11" fmla="*/ 2147483646 h 57"/>
              <a:gd name="T12" fmla="*/ 2147483646 w 58"/>
              <a:gd name="T13" fmla="*/ 2147483646 h 57"/>
              <a:gd name="T14" fmla="*/ 2147483646 w 58"/>
              <a:gd name="T15" fmla="*/ 2147483646 h 57"/>
              <a:gd name="T16" fmla="*/ 2147483646 w 58"/>
              <a:gd name="T17" fmla="*/ 2147483646 h 57"/>
              <a:gd name="T18" fmla="*/ 2147483646 w 58"/>
              <a:gd name="T19" fmla="*/ 2147483646 h 57"/>
              <a:gd name="T20" fmla="*/ 2147483646 w 58"/>
              <a:gd name="T21" fmla="*/ 0 h 57"/>
              <a:gd name="T22" fmla="*/ 2147483646 w 58"/>
              <a:gd name="T23" fmla="*/ 0 h 57"/>
              <a:gd name="T24" fmla="*/ 2147483646 w 58"/>
              <a:gd name="T25" fmla="*/ 2147483646 h 57"/>
              <a:gd name="T26" fmla="*/ 2147483646 w 58"/>
              <a:gd name="T27" fmla="*/ 2147483646 h 57"/>
              <a:gd name="T28" fmla="*/ 2147483646 w 58"/>
              <a:gd name="T29" fmla="*/ 2147483646 h 57"/>
              <a:gd name="T30" fmla="*/ 2147483646 w 58"/>
              <a:gd name="T31" fmla="*/ 2147483646 h 57"/>
              <a:gd name="T32" fmla="*/ 2147483646 w 58"/>
              <a:gd name="T33" fmla="*/ 2147483646 h 57"/>
              <a:gd name="T34" fmla="*/ 2147483646 w 58"/>
              <a:gd name="T35" fmla="*/ 2147483646 h 57"/>
              <a:gd name="T36" fmla="*/ 2147483646 w 58"/>
              <a:gd name="T37" fmla="*/ 2147483646 h 57"/>
              <a:gd name="T38" fmla="*/ 2147483646 w 58"/>
              <a:gd name="T39" fmla="*/ 2147483646 h 57"/>
              <a:gd name="T40" fmla="*/ 2147483646 w 58"/>
              <a:gd name="T41" fmla="*/ 2147483646 h 57"/>
              <a:gd name="T42" fmla="*/ 2147483646 w 58"/>
              <a:gd name="T43" fmla="*/ 2147483646 h 57"/>
              <a:gd name="T44" fmla="*/ 2147483646 w 58"/>
              <a:gd name="T45" fmla="*/ 2147483646 h 57"/>
              <a:gd name="T46" fmla="*/ 2147483646 w 58"/>
              <a:gd name="T47" fmla="*/ 2147483646 h 57"/>
              <a:gd name="T48" fmla="*/ 2147483646 w 58"/>
              <a:gd name="T49" fmla="*/ 2147483646 h 57"/>
              <a:gd name="T50" fmla="*/ 2147483646 w 58"/>
              <a:gd name="T51" fmla="*/ 2147483646 h 57"/>
              <a:gd name="T52" fmla="*/ 2147483646 w 58"/>
              <a:gd name="T53" fmla="*/ 2147483646 h 57"/>
              <a:gd name="T54" fmla="*/ 2147483646 w 58"/>
              <a:gd name="T55" fmla="*/ 2147483646 h 57"/>
              <a:gd name="T56" fmla="*/ 2147483646 w 58"/>
              <a:gd name="T57" fmla="*/ 2147483646 h 57"/>
              <a:gd name="T58" fmla="*/ 2147483646 w 58"/>
              <a:gd name="T59" fmla="*/ 2147483646 h 57"/>
              <a:gd name="T60" fmla="*/ 2147483646 w 58"/>
              <a:gd name="T61" fmla="*/ 2147483646 h 57"/>
              <a:gd name="T62" fmla="*/ 2147483646 w 58"/>
              <a:gd name="T63" fmla="*/ 2147483646 h 57"/>
              <a:gd name="T64" fmla="*/ 2147483646 w 58"/>
              <a:gd name="T65" fmla="*/ 2147483646 h 57"/>
              <a:gd name="T66" fmla="*/ 2147483646 w 58"/>
              <a:gd name="T67" fmla="*/ 2147483646 h 57"/>
              <a:gd name="T68" fmla="*/ 2147483646 w 58"/>
              <a:gd name="T69" fmla="*/ 2147483646 h 57"/>
              <a:gd name="T70" fmla="*/ 2147483646 w 58"/>
              <a:gd name="T71" fmla="*/ 2147483646 h 57"/>
              <a:gd name="T72" fmla="*/ 2147483646 w 58"/>
              <a:gd name="T73" fmla="*/ 2147483646 h 57"/>
              <a:gd name="T74" fmla="*/ 2147483646 w 58"/>
              <a:gd name="T75" fmla="*/ 2147483646 h 57"/>
              <a:gd name="T76" fmla="*/ 2147483646 w 58"/>
              <a:gd name="T77" fmla="*/ 2147483646 h 57"/>
              <a:gd name="T78" fmla="*/ 2147483646 w 58"/>
              <a:gd name="T79" fmla="*/ 2147483646 h 57"/>
              <a:gd name="T80" fmla="*/ 2147483646 w 58"/>
              <a:gd name="T81" fmla="*/ 2147483646 h 57"/>
              <a:gd name="T82" fmla="*/ 2147483646 w 58"/>
              <a:gd name="T83" fmla="*/ 2147483646 h 57"/>
              <a:gd name="T84" fmla="*/ 2147483646 w 58"/>
              <a:gd name="T85" fmla="*/ 2147483646 h 57"/>
              <a:gd name="T86" fmla="*/ 2147483646 w 58"/>
              <a:gd name="T87" fmla="*/ 2147483646 h 57"/>
              <a:gd name="T88" fmla="*/ 2147483646 w 58"/>
              <a:gd name="T89" fmla="*/ 2147483646 h 57"/>
              <a:gd name="T90" fmla="*/ 2147483646 w 58"/>
              <a:gd name="T91" fmla="*/ 2147483646 h 57"/>
              <a:gd name="T92" fmla="*/ 2147483646 w 58"/>
              <a:gd name="T93" fmla="*/ 2147483646 h 57"/>
              <a:gd name="T94" fmla="*/ 2147483646 w 58"/>
              <a:gd name="T95" fmla="*/ 2147483646 h 57"/>
              <a:gd name="T96" fmla="*/ 2147483646 w 58"/>
              <a:gd name="T97" fmla="*/ 2147483646 h 57"/>
              <a:gd name="T98" fmla="*/ 2147483646 w 58"/>
              <a:gd name="T99" fmla="*/ 2147483646 h 57"/>
              <a:gd name="T100" fmla="*/ 2147483646 w 58"/>
              <a:gd name="T101" fmla="*/ 2147483646 h 57"/>
              <a:gd name="T102" fmla="*/ 2147483646 w 58"/>
              <a:gd name="T103" fmla="*/ 2147483646 h 57"/>
              <a:gd name="T104" fmla="*/ 2147483646 w 58"/>
              <a:gd name="T105" fmla="*/ 2147483646 h 57"/>
              <a:gd name="T106" fmla="*/ 2147483646 w 58"/>
              <a:gd name="T107" fmla="*/ 2147483646 h 57"/>
              <a:gd name="T108" fmla="*/ 2147483646 w 58"/>
              <a:gd name="T109" fmla="*/ 2147483646 h 57"/>
              <a:gd name="T110" fmla="*/ 0 w 58"/>
              <a:gd name="T111" fmla="*/ 2147483646 h 57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8"/>
              <a:gd name="T169" fmla="*/ 0 h 57"/>
              <a:gd name="T170" fmla="*/ 58 w 58"/>
              <a:gd name="T171" fmla="*/ 57 h 57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8" h="57">
                <a:moveTo>
                  <a:pt x="0" y="23"/>
                </a:moveTo>
                <a:lnTo>
                  <a:pt x="0" y="34"/>
                </a:lnTo>
                <a:lnTo>
                  <a:pt x="0" y="33"/>
                </a:lnTo>
                <a:lnTo>
                  <a:pt x="0" y="31"/>
                </a:lnTo>
                <a:lnTo>
                  <a:pt x="0" y="30"/>
                </a:lnTo>
                <a:lnTo>
                  <a:pt x="2" y="28"/>
                </a:lnTo>
                <a:lnTo>
                  <a:pt x="2" y="25"/>
                </a:lnTo>
                <a:lnTo>
                  <a:pt x="2" y="24"/>
                </a:lnTo>
                <a:lnTo>
                  <a:pt x="3" y="23"/>
                </a:lnTo>
                <a:lnTo>
                  <a:pt x="3" y="21"/>
                </a:lnTo>
                <a:lnTo>
                  <a:pt x="3" y="20"/>
                </a:lnTo>
                <a:lnTo>
                  <a:pt x="5" y="18"/>
                </a:lnTo>
                <a:lnTo>
                  <a:pt x="6" y="17"/>
                </a:lnTo>
                <a:lnTo>
                  <a:pt x="6" y="15"/>
                </a:lnTo>
                <a:lnTo>
                  <a:pt x="8" y="14"/>
                </a:lnTo>
                <a:lnTo>
                  <a:pt x="9" y="12"/>
                </a:lnTo>
                <a:lnTo>
                  <a:pt x="9" y="11"/>
                </a:lnTo>
                <a:lnTo>
                  <a:pt x="10" y="10"/>
                </a:lnTo>
                <a:lnTo>
                  <a:pt x="12" y="10"/>
                </a:lnTo>
                <a:lnTo>
                  <a:pt x="13" y="8"/>
                </a:lnTo>
                <a:lnTo>
                  <a:pt x="15" y="7"/>
                </a:lnTo>
                <a:lnTo>
                  <a:pt x="16" y="5"/>
                </a:lnTo>
                <a:lnTo>
                  <a:pt x="18" y="5"/>
                </a:lnTo>
                <a:lnTo>
                  <a:pt x="19" y="4"/>
                </a:lnTo>
                <a:lnTo>
                  <a:pt x="21" y="4"/>
                </a:lnTo>
                <a:lnTo>
                  <a:pt x="22" y="2"/>
                </a:lnTo>
                <a:lnTo>
                  <a:pt x="23" y="2"/>
                </a:lnTo>
                <a:lnTo>
                  <a:pt x="25" y="1"/>
                </a:lnTo>
                <a:lnTo>
                  <a:pt x="26" y="1"/>
                </a:lnTo>
                <a:lnTo>
                  <a:pt x="28" y="1"/>
                </a:lnTo>
                <a:lnTo>
                  <a:pt x="31" y="1"/>
                </a:lnTo>
                <a:lnTo>
                  <a:pt x="32" y="0"/>
                </a:lnTo>
                <a:lnTo>
                  <a:pt x="33" y="0"/>
                </a:lnTo>
                <a:lnTo>
                  <a:pt x="35" y="0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9" y="1"/>
                </a:lnTo>
                <a:lnTo>
                  <a:pt x="31" y="1"/>
                </a:lnTo>
                <a:lnTo>
                  <a:pt x="32" y="1"/>
                </a:lnTo>
                <a:lnTo>
                  <a:pt x="33" y="1"/>
                </a:lnTo>
                <a:lnTo>
                  <a:pt x="35" y="2"/>
                </a:lnTo>
                <a:lnTo>
                  <a:pt x="36" y="2"/>
                </a:lnTo>
                <a:lnTo>
                  <a:pt x="38" y="4"/>
                </a:lnTo>
                <a:lnTo>
                  <a:pt x="39" y="4"/>
                </a:lnTo>
                <a:lnTo>
                  <a:pt x="41" y="5"/>
                </a:lnTo>
                <a:lnTo>
                  <a:pt x="42" y="5"/>
                </a:lnTo>
                <a:lnTo>
                  <a:pt x="44" y="7"/>
                </a:lnTo>
                <a:lnTo>
                  <a:pt x="45" y="8"/>
                </a:lnTo>
                <a:lnTo>
                  <a:pt x="46" y="10"/>
                </a:lnTo>
                <a:lnTo>
                  <a:pt x="48" y="10"/>
                </a:lnTo>
                <a:lnTo>
                  <a:pt x="49" y="11"/>
                </a:lnTo>
                <a:lnTo>
                  <a:pt x="51" y="12"/>
                </a:lnTo>
                <a:lnTo>
                  <a:pt x="51" y="14"/>
                </a:lnTo>
                <a:lnTo>
                  <a:pt x="52" y="15"/>
                </a:lnTo>
                <a:lnTo>
                  <a:pt x="54" y="17"/>
                </a:lnTo>
                <a:lnTo>
                  <a:pt x="54" y="18"/>
                </a:lnTo>
                <a:lnTo>
                  <a:pt x="55" y="20"/>
                </a:lnTo>
                <a:lnTo>
                  <a:pt x="55" y="21"/>
                </a:lnTo>
                <a:lnTo>
                  <a:pt x="56" y="23"/>
                </a:lnTo>
                <a:lnTo>
                  <a:pt x="56" y="24"/>
                </a:lnTo>
                <a:lnTo>
                  <a:pt x="56" y="25"/>
                </a:lnTo>
                <a:lnTo>
                  <a:pt x="58" y="28"/>
                </a:lnTo>
                <a:lnTo>
                  <a:pt x="58" y="30"/>
                </a:lnTo>
                <a:lnTo>
                  <a:pt x="58" y="31"/>
                </a:lnTo>
                <a:lnTo>
                  <a:pt x="58" y="33"/>
                </a:lnTo>
                <a:lnTo>
                  <a:pt x="58" y="34"/>
                </a:lnTo>
                <a:lnTo>
                  <a:pt x="58" y="23"/>
                </a:lnTo>
                <a:lnTo>
                  <a:pt x="58" y="24"/>
                </a:lnTo>
                <a:lnTo>
                  <a:pt x="58" y="27"/>
                </a:lnTo>
                <a:lnTo>
                  <a:pt x="58" y="28"/>
                </a:lnTo>
                <a:lnTo>
                  <a:pt x="58" y="30"/>
                </a:lnTo>
                <a:lnTo>
                  <a:pt x="56" y="31"/>
                </a:lnTo>
                <a:lnTo>
                  <a:pt x="56" y="33"/>
                </a:lnTo>
                <a:lnTo>
                  <a:pt x="56" y="34"/>
                </a:lnTo>
                <a:lnTo>
                  <a:pt x="55" y="35"/>
                </a:lnTo>
                <a:lnTo>
                  <a:pt x="55" y="38"/>
                </a:lnTo>
                <a:lnTo>
                  <a:pt x="54" y="40"/>
                </a:lnTo>
                <a:lnTo>
                  <a:pt x="54" y="41"/>
                </a:lnTo>
                <a:lnTo>
                  <a:pt x="52" y="43"/>
                </a:lnTo>
                <a:lnTo>
                  <a:pt x="51" y="44"/>
                </a:lnTo>
                <a:lnTo>
                  <a:pt x="49" y="45"/>
                </a:lnTo>
                <a:lnTo>
                  <a:pt x="48" y="47"/>
                </a:lnTo>
                <a:lnTo>
                  <a:pt x="46" y="48"/>
                </a:lnTo>
                <a:lnTo>
                  <a:pt x="45" y="50"/>
                </a:lnTo>
                <a:lnTo>
                  <a:pt x="44" y="50"/>
                </a:lnTo>
                <a:lnTo>
                  <a:pt x="42" y="51"/>
                </a:lnTo>
                <a:lnTo>
                  <a:pt x="41" y="53"/>
                </a:lnTo>
                <a:lnTo>
                  <a:pt x="39" y="53"/>
                </a:lnTo>
                <a:lnTo>
                  <a:pt x="38" y="54"/>
                </a:lnTo>
                <a:lnTo>
                  <a:pt x="36" y="54"/>
                </a:lnTo>
                <a:lnTo>
                  <a:pt x="35" y="56"/>
                </a:lnTo>
                <a:lnTo>
                  <a:pt x="33" y="56"/>
                </a:lnTo>
                <a:lnTo>
                  <a:pt x="32" y="56"/>
                </a:lnTo>
                <a:lnTo>
                  <a:pt x="31" y="57"/>
                </a:lnTo>
                <a:lnTo>
                  <a:pt x="29" y="57"/>
                </a:lnTo>
                <a:lnTo>
                  <a:pt x="26" y="57"/>
                </a:lnTo>
                <a:lnTo>
                  <a:pt x="25" y="57"/>
                </a:lnTo>
                <a:lnTo>
                  <a:pt x="23" y="57"/>
                </a:lnTo>
                <a:lnTo>
                  <a:pt x="35" y="57"/>
                </a:lnTo>
                <a:lnTo>
                  <a:pt x="33" y="57"/>
                </a:lnTo>
                <a:lnTo>
                  <a:pt x="32" y="57"/>
                </a:lnTo>
                <a:lnTo>
                  <a:pt x="31" y="57"/>
                </a:lnTo>
                <a:lnTo>
                  <a:pt x="28" y="57"/>
                </a:lnTo>
                <a:lnTo>
                  <a:pt x="26" y="56"/>
                </a:lnTo>
                <a:lnTo>
                  <a:pt x="25" y="56"/>
                </a:lnTo>
                <a:lnTo>
                  <a:pt x="23" y="56"/>
                </a:lnTo>
                <a:lnTo>
                  <a:pt x="22" y="54"/>
                </a:lnTo>
                <a:lnTo>
                  <a:pt x="21" y="54"/>
                </a:lnTo>
                <a:lnTo>
                  <a:pt x="19" y="53"/>
                </a:lnTo>
                <a:lnTo>
                  <a:pt x="18" y="53"/>
                </a:lnTo>
                <a:lnTo>
                  <a:pt x="16" y="51"/>
                </a:lnTo>
                <a:lnTo>
                  <a:pt x="15" y="50"/>
                </a:lnTo>
                <a:lnTo>
                  <a:pt x="13" y="50"/>
                </a:lnTo>
                <a:lnTo>
                  <a:pt x="12" y="48"/>
                </a:lnTo>
                <a:lnTo>
                  <a:pt x="10" y="47"/>
                </a:lnTo>
                <a:lnTo>
                  <a:pt x="9" y="45"/>
                </a:lnTo>
                <a:lnTo>
                  <a:pt x="9" y="44"/>
                </a:lnTo>
                <a:lnTo>
                  <a:pt x="8" y="44"/>
                </a:lnTo>
                <a:lnTo>
                  <a:pt x="6" y="43"/>
                </a:lnTo>
                <a:lnTo>
                  <a:pt x="6" y="41"/>
                </a:lnTo>
                <a:lnTo>
                  <a:pt x="5" y="40"/>
                </a:lnTo>
                <a:lnTo>
                  <a:pt x="3" y="38"/>
                </a:lnTo>
                <a:lnTo>
                  <a:pt x="3" y="35"/>
                </a:lnTo>
                <a:lnTo>
                  <a:pt x="3" y="34"/>
                </a:lnTo>
                <a:lnTo>
                  <a:pt x="2" y="33"/>
                </a:lnTo>
                <a:lnTo>
                  <a:pt x="2" y="31"/>
                </a:lnTo>
                <a:lnTo>
                  <a:pt x="2" y="30"/>
                </a:lnTo>
                <a:lnTo>
                  <a:pt x="0" y="28"/>
                </a:lnTo>
                <a:lnTo>
                  <a:pt x="0" y="27"/>
                </a:lnTo>
                <a:lnTo>
                  <a:pt x="0" y="24"/>
                </a:lnTo>
                <a:lnTo>
                  <a:pt x="0" y="2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2799" name="Rectangle 37">
            <a:extLst>
              <a:ext uri="{FF2B5EF4-FFF2-40B4-BE49-F238E27FC236}">
                <a16:creationId xmlns:a16="http://schemas.microsoft.com/office/drawing/2014/main" id="{33A0CC7A-51C9-42FA-AF6B-DC3EF39CBF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94500" y="2200275"/>
            <a:ext cx="106045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Shift register</a:t>
            </a:r>
          </a:p>
        </p:txBody>
      </p:sp>
      <p:sp>
        <p:nvSpPr>
          <p:cNvPr id="32800" name="Rectangle 38">
            <a:extLst>
              <a:ext uri="{FF2B5EF4-FFF2-40B4-BE49-F238E27FC236}">
                <a16:creationId xmlns:a16="http://schemas.microsoft.com/office/drawing/2014/main" id="{6E785F95-9D90-4CF2-83C9-DD46697710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9588" y="3267075"/>
            <a:ext cx="17462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B 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2802" name="Rectangle 40">
            <a:extLst>
              <a:ext uri="{FF2B5EF4-FFF2-40B4-BE49-F238E27FC236}">
                <a16:creationId xmlns:a16="http://schemas.microsoft.com/office/drawing/2014/main" id="{1937ADB5-2643-46DF-A634-A5451EAD9D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03700" y="1476375"/>
            <a:ext cx="1524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a </a:t>
            </a:r>
            <a:endParaRPr kumimoji="0" lang="en-US" alt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2803" name="Rectangle 41">
            <a:extLst>
              <a:ext uri="{FF2B5EF4-FFF2-40B4-BE49-F238E27FC236}">
                <a16:creationId xmlns:a16="http://schemas.microsoft.com/office/drawing/2014/main" id="{DDB1CC74-36E5-44E0-9107-179FE294FC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03700" y="2733675"/>
            <a:ext cx="1524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b </a:t>
            </a:r>
            <a:endParaRPr kumimoji="0" lang="en-US" alt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2804" name="Rectangle 42">
            <a:extLst>
              <a:ext uri="{FF2B5EF4-FFF2-40B4-BE49-F238E27FC236}">
                <a16:creationId xmlns:a16="http://schemas.microsoft.com/office/drawing/2014/main" id="{39F50337-DC84-4813-9E76-6DFDF6FC37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56325" y="1855788"/>
            <a:ext cx="1301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s </a:t>
            </a:r>
            <a:endParaRPr kumimoji="0" lang="en-US" alt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2805" name="Rectangle 43">
            <a:extLst>
              <a:ext uri="{FF2B5EF4-FFF2-40B4-BE49-F238E27FC236}">
                <a16:creationId xmlns:a16="http://schemas.microsoft.com/office/drawing/2014/main" id="{F0852C4B-BF03-494C-93A6-E2A0F7B424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68388" y="3565525"/>
            <a:ext cx="525462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Clock </a:t>
            </a:r>
            <a:endParaRPr kumimoji="0" lang="en-US" alt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2806" name="AutoShape 44">
            <a:extLst>
              <a:ext uri="{FF2B5EF4-FFF2-40B4-BE49-F238E27FC236}">
                <a16:creationId xmlns:a16="http://schemas.microsoft.com/office/drawing/2014/main" id="{39FD04A6-757E-44A2-8C7D-11FF1348C9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9888" y="2867025"/>
            <a:ext cx="377825" cy="319088"/>
          </a:xfrm>
          <a:prstGeom prst="upArrow">
            <a:avLst>
              <a:gd name="adj1" fmla="val 50000"/>
              <a:gd name="adj2" fmla="val 2500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2807" name="AutoShape 45">
            <a:extLst>
              <a:ext uri="{FF2B5EF4-FFF2-40B4-BE49-F238E27FC236}">
                <a16:creationId xmlns:a16="http://schemas.microsoft.com/office/drawing/2014/main" id="{26AAB9BE-D650-4853-B96F-86FEC9CDF2F3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2922588" y="1246188"/>
            <a:ext cx="377825" cy="319087"/>
          </a:xfrm>
          <a:prstGeom prst="upArrow">
            <a:avLst>
              <a:gd name="adj1" fmla="val 50000"/>
              <a:gd name="adj2" fmla="val 2500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2808" name="AutoShape 46">
            <a:extLst>
              <a:ext uri="{FF2B5EF4-FFF2-40B4-BE49-F238E27FC236}">
                <a16:creationId xmlns:a16="http://schemas.microsoft.com/office/drawing/2014/main" id="{D167FE84-3580-496D-9CE4-7E88D11783C5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7107238" y="2547938"/>
            <a:ext cx="377825" cy="319087"/>
          </a:xfrm>
          <a:prstGeom prst="upArrow">
            <a:avLst>
              <a:gd name="adj1" fmla="val 50000"/>
              <a:gd name="adj2" fmla="val 2500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3" name="Rectangle 2">
            <a:extLst>
              <a:ext uri="{FF2B5EF4-FFF2-40B4-BE49-F238E27FC236}">
                <a16:creationId xmlns:a16="http://schemas.microsoft.com/office/drawing/2014/main" id="{1ED7BA8F-ECD6-E94E-AE02-D3399B566685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76200"/>
            <a:ext cx="9144000" cy="554037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/>
                <a:cs typeface="Times New Roman" panose="02020603050405020304" pitchFamily="18" charset="0"/>
              </a:rPr>
              <a:t>Block diagram for the serial adder</a:t>
            </a:r>
          </a:p>
        </p:txBody>
      </p:sp>
      <p:sp>
        <p:nvSpPr>
          <p:cNvPr id="32810" name="TextBox 125">
            <a:extLst>
              <a:ext uri="{FF2B5EF4-FFF2-40B4-BE49-F238E27FC236}">
                <a16:creationId xmlns:a16="http://schemas.microsoft.com/office/drawing/2014/main" id="{487A15A0-7D0C-4E21-91B2-8C70643475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151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6.39 from the textbook ]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9386CFAA-9891-4685-990A-0248DEB936D9}"/>
              </a:ext>
            </a:extLst>
          </p:cNvPr>
          <p:cNvSpPr/>
          <p:nvPr/>
        </p:nvSpPr>
        <p:spPr>
          <a:xfrm>
            <a:off x="76200" y="4343400"/>
            <a:ext cx="8991600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dirty="0"/>
              <a:t>The addition task begins by loading the values of A and B into the registers. Then in each clock cycle, a pair of bits is added by the adder FSM, and at the end of the cycle the resulting sum bit is shifted into the Sum register.</a:t>
            </a:r>
          </a:p>
        </p:txBody>
      </p:sp>
      <p:sp>
        <p:nvSpPr>
          <p:cNvPr id="45" name="Rectangle 38">
            <a:extLst>
              <a:ext uri="{FF2B5EF4-FFF2-40B4-BE49-F238E27FC236}">
                <a16:creationId xmlns:a16="http://schemas.microsoft.com/office/drawing/2014/main" id="{1EEC36AB-F011-46B2-829A-50A325BB2A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9588" y="996682"/>
            <a:ext cx="17462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A 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Title 1">
            <a:extLst>
              <a:ext uri="{FF2B5EF4-FFF2-40B4-BE49-F238E27FC236}">
                <a16:creationId xmlns:a16="http://schemas.microsoft.com/office/drawing/2014/main" id="{F602D74F-8324-4786-9123-5555A060BD2A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(ii) Mealy Type</a:t>
            </a:r>
          </a:p>
        </p:txBody>
      </p:sp>
      <p:grpSp>
        <p:nvGrpSpPr>
          <p:cNvPr id="34" name="Group 33">
            <a:extLst>
              <a:ext uri="{FF2B5EF4-FFF2-40B4-BE49-F238E27FC236}">
                <a16:creationId xmlns:a16="http://schemas.microsoft.com/office/drawing/2014/main" id="{51680590-960C-4E59-B18E-44B7E9FD5CBC}"/>
              </a:ext>
            </a:extLst>
          </p:cNvPr>
          <p:cNvGrpSpPr/>
          <p:nvPr/>
        </p:nvGrpSpPr>
        <p:grpSpPr>
          <a:xfrm>
            <a:off x="722313" y="960438"/>
            <a:ext cx="7845425" cy="2392362"/>
            <a:chOff x="722313" y="2179638"/>
            <a:chExt cx="7845425" cy="2392362"/>
          </a:xfrm>
        </p:grpSpPr>
        <p:sp>
          <p:nvSpPr>
            <p:cNvPr id="35" name="Rectangle 4">
              <a:extLst>
                <a:ext uri="{FF2B5EF4-FFF2-40B4-BE49-F238E27FC236}">
                  <a16:creationId xmlns:a16="http://schemas.microsoft.com/office/drawing/2014/main" id="{3F0191E1-0072-4A4C-82F3-B12D7801813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171700" y="2890838"/>
              <a:ext cx="1262063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Combinational </a:t>
              </a:r>
            </a:p>
          </p:txBody>
        </p:sp>
        <p:sp>
          <p:nvSpPr>
            <p:cNvPr id="36" name="Rectangle 5">
              <a:extLst>
                <a:ext uri="{FF2B5EF4-FFF2-40B4-BE49-F238E27FC236}">
                  <a16:creationId xmlns:a16="http://schemas.microsoft.com/office/drawing/2014/main" id="{AF740C71-0FDA-42A9-9E27-DF571AB7AF3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005013" y="2574925"/>
              <a:ext cx="1514475" cy="111918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" name="Rectangle 6">
              <a:extLst>
                <a:ext uri="{FF2B5EF4-FFF2-40B4-BE49-F238E27FC236}">
                  <a16:creationId xmlns:a16="http://schemas.microsoft.com/office/drawing/2014/main" id="{40F72839-5606-4D4A-B215-0EBE2BC9777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505075" y="3124200"/>
              <a:ext cx="5730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circuit </a:t>
              </a:r>
            </a:p>
          </p:txBody>
        </p:sp>
        <p:sp>
          <p:nvSpPr>
            <p:cNvPr id="38" name="Rectangle 7">
              <a:extLst>
                <a:ext uri="{FF2B5EF4-FFF2-40B4-BE49-F238E27FC236}">
                  <a16:creationId xmlns:a16="http://schemas.microsoft.com/office/drawing/2014/main" id="{8E6EA084-6A2F-4A8D-975D-30A24402DDA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310063" y="2509838"/>
              <a:ext cx="1073150" cy="127158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" name="Freeform 8">
              <a:extLst>
                <a:ext uri="{FF2B5EF4-FFF2-40B4-BE49-F238E27FC236}">
                  <a16:creationId xmlns:a16="http://schemas.microsoft.com/office/drawing/2014/main" id="{0DAC5C6F-257E-40C0-821F-1E0C29E715D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32263" y="3100388"/>
              <a:ext cx="133350" cy="66675"/>
            </a:xfrm>
            <a:custGeom>
              <a:avLst/>
              <a:gdLst>
                <a:gd name="T0" fmla="*/ 0 w 144"/>
                <a:gd name="T1" fmla="*/ 2147483646 h 72"/>
                <a:gd name="T2" fmla="*/ 2147483646 w 144"/>
                <a:gd name="T3" fmla="*/ 2147483646 h 72"/>
                <a:gd name="T4" fmla="*/ 0 w 144"/>
                <a:gd name="T5" fmla="*/ 0 h 72"/>
                <a:gd name="T6" fmla="*/ 0 w 144"/>
                <a:gd name="T7" fmla="*/ 2147483646 h 72"/>
                <a:gd name="T8" fmla="*/ 0 w 144"/>
                <a:gd name="T9" fmla="*/ 2147483646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72"/>
                <a:gd name="T17" fmla="*/ 144 w 144"/>
                <a:gd name="T18" fmla="*/ 72 h 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72">
                  <a:moveTo>
                    <a:pt x="0" y="72"/>
                  </a:moveTo>
                  <a:lnTo>
                    <a:pt x="144" y="48"/>
                  </a:lnTo>
                  <a:lnTo>
                    <a:pt x="0" y="0"/>
                  </a:lnTo>
                  <a:lnTo>
                    <a:pt x="0" y="48"/>
                  </a:lnTo>
                  <a:lnTo>
                    <a:pt x="0" y="72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" name="Line 9">
              <a:extLst>
                <a:ext uri="{FF2B5EF4-FFF2-40B4-BE49-F238E27FC236}">
                  <a16:creationId xmlns:a16="http://schemas.microsoft.com/office/drawing/2014/main" id="{AC289164-37B6-4D15-96B7-F9A82779DED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3519488" y="3144838"/>
              <a:ext cx="6127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" name="Freeform 10">
              <a:extLst>
                <a:ext uri="{FF2B5EF4-FFF2-40B4-BE49-F238E27FC236}">
                  <a16:creationId xmlns:a16="http://schemas.microsoft.com/office/drawing/2014/main" id="{D75D3435-6799-45CB-8F12-70E384684C5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32263" y="3475038"/>
              <a:ext cx="155575" cy="87312"/>
            </a:xfrm>
            <a:custGeom>
              <a:avLst/>
              <a:gdLst>
                <a:gd name="T0" fmla="*/ 0 w 168"/>
                <a:gd name="T1" fmla="*/ 2147483646 h 96"/>
                <a:gd name="T2" fmla="*/ 2147483646 w 168"/>
                <a:gd name="T3" fmla="*/ 2147483646 h 96"/>
                <a:gd name="T4" fmla="*/ 0 w 168"/>
                <a:gd name="T5" fmla="*/ 0 h 96"/>
                <a:gd name="T6" fmla="*/ 0 w 168"/>
                <a:gd name="T7" fmla="*/ 2147483646 h 96"/>
                <a:gd name="T8" fmla="*/ 0 w 168"/>
                <a:gd name="T9" fmla="*/ 2147483646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8"/>
                <a:gd name="T16" fmla="*/ 0 h 96"/>
                <a:gd name="T17" fmla="*/ 168 w 168"/>
                <a:gd name="T18" fmla="*/ 96 h 9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8" h="96">
                  <a:moveTo>
                    <a:pt x="0" y="96"/>
                  </a:moveTo>
                  <a:lnTo>
                    <a:pt x="168" y="48"/>
                  </a:lnTo>
                  <a:lnTo>
                    <a:pt x="0" y="0"/>
                  </a:lnTo>
                  <a:lnTo>
                    <a:pt x="0" y="48"/>
                  </a:lnTo>
                  <a:lnTo>
                    <a:pt x="0" y="96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" name="Freeform 11">
              <a:extLst>
                <a:ext uri="{FF2B5EF4-FFF2-40B4-BE49-F238E27FC236}">
                  <a16:creationId xmlns:a16="http://schemas.microsoft.com/office/drawing/2014/main" id="{5A508444-84D2-400C-B1B4-2B5B6C666AE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81113" y="3519488"/>
              <a:ext cx="2851150" cy="723900"/>
            </a:xfrm>
            <a:custGeom>
              <a:avLst/>
              <a:gdLst>
                <a:gd name="T0" fmla="*/ 0 w 3128"/>
                <a:gd name="T1" fmla="*/ 2147483646 h 793"/>
                <a:gd name="T2" fmla="*/ 2147483646 w 3128"/>
                <a:gd name="T3" fmla="*/ 2147483646 h 793"/>
                <a:gd name="T4" fmla="*/ 2147483646 w 3128"/>
                <a:gd name="T5" fmla="*/ 0 h 793"/>
                <a:gd name="T6" fmla="*/ 2147483646 w 3128"/>
                <a:gd name="T7" fmla="*/ 0 h 79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128"/>
                <a:gd name="T13" fmla="*/ 0 h 793"/>
                <a:gd name="T14" fmla="*/ 3128 w 3128"/>
                <a:gd name="T15" fmla="*/ 793 h 79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128" h="793">
                  <a:moveTo>
                    <a:pt x="0" y="793"/>
                  </a:moveTo>
                  <a:lnTo>
                    <a:pt x="2815" y="793"/>
                  </a:lnTo>
                  <a:lnTo>
                    <a:pt x="2815" y="0"/>
                  </a:lnTo>
                  <a:lnTo>
                    <a:pt x="3128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" name="Rectangle 12">
              <a:extLst>
                <a:ext uri="{FF2B5EF4-FFF2-40B4-BE49-F238E27FC236}">
                  <a16:creationId xmlns:a16="http://schemas.microsoft.com/office/drawing/2014/main" id="{7C4755EC-9A5A-4E72-8DE9-C6EC5B483D7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478338" y="2973388"/>
              <a:ext cx="804862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Flip-flops</a:t>
              </a:r>
            </a:p>
          </p:txBody>
        </p:sp>
        <p:sp>
          <p:nvSpPr>
            <p:cNvPr id="44" name="Freeform 13">
              <a:extLst>
                <a:ext uri="{FF2B5EF4-FFF2-40B4-BE49-F238E27FC236}">
                  <a16:creationId xmlns:a16="http://schemas.microsoft.com/office/drawing/2014/main" id="{BBE54256-E581-4C62-BC29-1B6968956B4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64250" y="3100388"/>
              <a:ext cx="131763" cy="66675"/>
            </a:xfrm>
            <a:custGeom>
              <a:avLst/>
              <a:gdLst>
                <a:gd name="T0" fmla="*/ 0 w 144"/>
                <a:gd name="T1" fmla="*/ 2147483646 h 72"/>
                <a:gd name="T2" fmla="*/ 2147483646 w 144"/>
                <a:gd name="T3" fmla="*/ 2147483646 h 72"/>
                <a:gd name="T4" fmla="*/ 0 w 144"/>
                <a:gd name="T5" fmla="*/ 0 h 72"/>
                <a:gd name="T6" fmla="*/ 0 w 144"/>
                <a:gd name="T7" fmla="*/ 2147483646 h 72"/>
                <a:gd name="T8" fmla="*/ 0 w 144"/>
                <a:gd name="T9" fmla="*/ 2147483646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72"/>
                <a:gd name="T17" fmla="*/ 144 w 144"/>
                <a:gd name="T18" fmla="*/ 72 h 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72">
                  <a:moveTo>
                    <a:pt x="0" y="72"/>
                  </a:moveTo>
                  <a:lnTo>
                    <a:pt x="144" y="48"/>
                  </a:lnTo>
                  <a:lnTo>
                    <a:pt x="0" y="0"/>
                  </a:lnTo>
                  <a:lnTo>
                    <a:pt x="0" y="48"/>
                  </a:lnTo>
                  <a:lnTo>
                    <a:pt x="0" y="72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" name="Line 14">
              <a:extLst>
                <a:ext uri="{FF2B5EF4-FFF2-40B4-BE49-F238E27FC236}">
                  <a16:creationId xmlns:a16="http://schemas.microsoft.com/office/drawing/2014/main" id="{2E012D8D-1566-4C69-A6FC-37024ED3E7BB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5383213" y="3144838"/>
              <a:ext cx="68103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" name="Rectangle 15">
              <a:extLst>
                <a:ext uri="{FF2B5EF4-FFF2-40B4-BE49-F238E27FC236}">
                  <a16:creationId xmlns:a16="http://schemas.microsoft.com/office/drawing/2014/main" id="{2692CF27-8965-4224-9C28-7684339418A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2313" y="4100513"/>
              <a:ext cx="5365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Clock </a:t>
              </a:r>
            </a:p>
          </p:txBody>
        </p:sp>
        <p:sp>
          <p:nvSpPr>
            <p:cNvPr id="47" name="Freeform 16">
              <a:extLst>
                <a:ext uri="{FF2B5EF4-FFF2-40B4-BE49-F238E27FC236}">
                  <a16:creationId xmlns:a16="http://schemas.microsoft.com/office/drawing/2014/main" id="{FAD85AB5-1BA5-4AC4-B0DE-AC17347F170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49438" y="3409950"/>
              <a:ext cx="133350" cy="65088"/>
            </a:xfrm>
            <a:custGeom>
              <a:avLst/>
              <a:gdLst>
                <a:gd name="T0" fmla="*/ 0 w 144"/>
                <a:gd name="T1" fmla="*/ 2147483646 h 73"/>
                <a:gd name="T2" fmla="*/ 2147483646 w 144"/>
                <a:gd name="T3" fmla="*/ 2147483646 h 73"/>
                <a:gd name="T4" fmla="*/ 0 w 144"/>
                <a:gd name="T5" fmla="*/ 0 h 73"/>
                <a:gd name="T6" fmla="*/ 0 w 144"/>
                <a:gd name="T7" fmla="*/ 2147483646 h 73"/>
                <a:gd name="T8" fmla="*/ 0 w 144"/>
                <a:gd name="T9" fmla="*/ 2147483646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73"/>
                <a:gd name="T17" fmla="*/ 144 w 144"/>
                <a:gd name="T18" fmla="*/ 73 h 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73">
                  <a:moveTo>
                    <a:pt x="0" y="73"/>
                  </a:moveTo>
                  <a:lnTo>
                    <a:pt x="144" y="49"/>
                  </a:lnTo>
                  <a:lnTo>
                    <a:pt x="0" y="0"/>
                  </a:lnTo>
                  <a:lnTo>
                    <a:pt x="0" y="49"/>
                  </a:lnTo>
                  <a:lnTo>
                    <a:pt x="0" y="7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" name="Freeform 17">
              <a:extLst>
                <a:ext uri="{FF2B5EF4-FFF2-40B4-BE49-F238E27FC236}">
                  <a16:creationId xmlns:a16="http://schemas.microsoft.com/office/drawing/2014/main" id="{F56AAA80-A22E-4844-81AA-E0F3AFCE85E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87500" y="3144838"/>
              <a:ext cx="4192588" cy="1427162"/>
            </a:xfrm>
            <a:custGeom>
              <a:avLst/>
              <a:gdLst>
                <a:gd name="T0" fmla="*/ 2147483646 w 4595"/>
                <a:gd name="T1" fmla="*/ 2147483646 h 1563"/>
                <a:gd name="T2" fmla="*/ 0 w 4595"/>
                <a:gd name="T3" fmla="*/ 2147483646 h 1563"/>
                <a:gd name="T4" fmla="*/ 0 w 4595"/>
                <a:gd name="T5" fmla="*/ 2147483646 h 1563"/>
                <a:gd name="T6" fmla="*/ 2147483646 w 4595"/>
                <a:gd name="T7" fmla="*/ 2147483646 h 1563"/>
                <a:gd name="T8" fmla="*/ 2147483646 w 4595"/>
                <a:gd name="T9" fmla="*/ 0 h 15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595"/>
                <a:gd name="T16" fmla="*/ 0 h 1563"/>
                <a:gd name="T17" fmla="*/ 4595 w 4595"/>
                <a:gd name="T18" fmla="*/ 1563 h 15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595" h="1563">
                  <a:moveTo>
                    <a:pt x="265" y="337"/>
                  </a:moveTo>
                  <a:lnTo>
                    <a:pt x="0" y="337"/>
                  </a:lnTo>
                  <a:lnTo>
                    <a:pt x="0" y="1563"/>
                  </a:lnTo>
                  <a:lnTo>
                    <a:pt x="4595" y="1563"/>
                  </a:lnTo>
                  <a:lnTo>
                    <a:pt x="4595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" name="Freeform 18">
              <a:extLst>
                <a:ext uri="{FF2B5EF4-FFF2-40B4-BE49-F238E27FC236}">
                  <a16:creationId xmlns:a16="http://schemas.microsoft.com/office/drawing/2014/main" id="{17F00A26-D653-4FFA-B035-0E37B76EA3E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49438" y="2903538"/>
              <a:ext cx="133350" cy="44450"/>
            </a:xfrm>
            <a:custGeom>
              <a:avLst/>
              <a:gdLst>
                <a:gd name="T0" fmla="*/ 0 w 144"/>
                <a:gd name="T1" fmla="*/ 2147483646 h 48"/>
                <a:gd name="T2" fmla="*/ 2147483646 w 144"/>
                <a:gd name="T3" fmla="*/ 2147483646 h 48"/>
                <a:gd name="T4" fmla="*/ 0 w 144"/>
                <a:gd name="T5" fmla="*/ 0 h 48"/>
                <a:gd name="T6" fmla="*/ 0 w 144"/>
                <a:gd name="T7" fmla="*/ 2147483646 h 48"/>
                <a:gd name="T8" fmla="*/ 0 w 144"/>
                <a:gd name="T9" fmla="*/ 2147483646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48"/>
                <a:gd name="T17" fmla="*/ 144 w 144"/>
                <a:gd name="T18" fmla="*/ 48 h 4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48">
                  <a:moveTo>
                    <a:pt x="0" y="48"/>
                  </a:moveTo>
                  <a:lnTo>
                    <a:pt x="144" y="24"/>
                  </a:lnTo>
                  <a:lnTo>
                    <a:pt x="0" y="0"/>
                  </a:lnTo>
                  <a:lnTo>
                    <a:pt x="0" y="2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" name="Line 19">
              <a:extLst>
                <a:ext uri="{FF2B5EF4-FFF2-40B4-BE49-F238E27FC236}">
                  <a16:creationId xmlns:a16="http://schemas.microsoft.com/office/drawing/2014/main" id="{CD929D15-7C7C-4FF6-9FAE-2A376A86CC8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1301750" y="2925763"/>
              <a:ext cx="525463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" name="Freeform 20">
              <a:extLst>
                <a:ext uri="{FF2B5EF4-FFF2-40B4-BE49-F238E27FC236}">
                  <a16:creationId xmlns:a16="http://schemas.microsoft.com/office/drawing/2014/main" id="{46A56427-F517-49C2-8842-E6C056E594F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64250" y="2751138"/>
              <a:ext cx="131763" cy="65087"/>
            </a:xfrm>
            <a:custGeom>
              <a:avLst/>
              <a:gdLst>
                <a:gd name="T0" fmla="*/ 0 w 144"/>
                <a:gd name="T1" fmla="*/ 2147483646 h 72"/>
                <a:gd name="T2" fmla="*/ 2147483646 w 144"/>
                <a:gd name="T3" fmla="*/ 2147483646 h 72"/>
                <a:gd name="T4" fmla="*/ 0 w 144"/>
                <a:gd name="T5" fmla="*/ 0 h 72"/>
                <a:gd name="T6" fmla="*/ 0 w 144"/>
                <a:gd name="T7" fmla="*/ 2147483646 h 72"/>
                <a:gd name="T8" fmla="*/ 0 w 144"/>
                <a:gd name="T9" fmla="*/ 2147483646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72"/>
                <a:gd name="T17" fmla="*/ 144 w 144"/>
                <a:gd name="T18" fmla="*/ 72 h 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72">
                  <a:moveTo>
                    <a:pt x="0" y="72"/>
                  </a:moveTo>
                  <a:lnTo>
                    <a:pt x="144" y="48"/>
                  </a:lnTo>
                  <a:lnTo>
                    <a:pt x="0" y="0"/>
                  </a:lnTo>
                  <a:lnTo>
                    <a:pt x="0" y="48"/>
                  </a:lnTo>
                  <a:lnTo>
                    <a:pt x="0" y="72"/>
                  </a:lnTo>
                  <a:close/>
                </a:path>
              </a:pathLst>
            </a:custGeom>
            <a:solidFill>
              <a:srgbClr val="3366FF"/>
            </a:solidFill>
            <a:ln w="19050">
              <a:solidFill>
                <a:srgbClr val="3366FF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" name="Freeform 21">
              <a:extLst>
                <a:ext uri="{FF2B5EF4-FFF2-40B4-BE49-F238E27FC236}">
                  <a16:creationId xmlns:a16="http://schemas.microsoft.com/office/drawing/2014/main" id="{6E5FBB53-B6DE-4DCA-B416-E62C77FE12E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87500" y="2179638"/>
              <a:ext cx="4476750" cy="746125"/>
            </a:xfrm>
            <a:custGeom>
              <a:avLst/>
              <a:gdLst>
                <a:gd name="T0" fmla="*/ 2147483646 w 4908"/>
                <a:gd name="T1" fmla="*/ 2147483646 h 817"/>
                <a:gd name="T2" fmla="*/ 2147483646 w 4908"/>
                <a:gd name="T3" fmla="*/ 2147483646 h 817"/>
                <a:gd name="T4" fmla="*/ 2147483646 w 4908"/>
                <a:gd name="T5" fmla="*/ 0 h 817"/>
                <a:gd name="T6" fmla="*/ 0 w 4908"/>
                <a:gd name="T7" fmla="*/ 0 h 817"/>
                <a:gd name="T8" fmla="*/ 0 w 4908"/>
                <a:gd name="T9" fmla="*/ 2147483646 h 8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08"/>
                <a:gd name="T16" fmla="*/ 0 h 817"/>
                <a:gd name="T17" fmla="*/ 4908 w 4908"/>
                <a:gd name="T18" fmla="*/ 817 h 81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08" h="817">
                  <a:moveTo>
                    <a:pt x="4908" y="673"/>
                  </a:moveTo>
                  <a:lnTo>
                    <a:pt x="4619" y="673"/>
                  </a:lnTo>
                  <a:lnTo>
                    <a:pt x="4619" y="0"/>
                  </a:lnTo>
                  <a:lnTo>
                    <a:pt x="0" y="0"/>
                  </a:lnTo>
                  <a:lnTo>
                    <a:pt x="0" y="817"/>
                  </a:lnTo>
                </a:path>
              </a:pathLst>
            </a:custGeom>
            <a:noFill/>
            <a:ln w="25400">
              <a:solidFill>
                <a:srgbClr val="3366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" name="Rectangle 22">
              <a:extLst>
                <a:ext uri="{FF2B5EF4-FFF2-40B4-BE49-F238E27FC236}">
                  <a16:creationId xmlns:a16="http://schemas.microsoft.com/office/drawing/2014/main" id="{B067DA4F-9628-4765-BFEB-CA1E63AD0CB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26088" y="3135313"/>
              <a:ext cx="19685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</a:p>
          </p:txBody>
        </p:sp>
        <p:sp>
          <p:nvSpPr>
            <p:cNvPr id="54" name="Freeform 23">
              <a:extLst>
                <a:ext uri="{FF2B5EF4-FFF2-40B4-BE49-F238E27FC236}">
                  <a16:creationId xmlns:a16="http://schemas.microsoft.com/office/drawing/2014/main" id="{38C0559B-23BD-43C1-B324-89C15047299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745163" y="3135313"/>
              <a:ext cx="44450" cy="44450"/>
            </a:xfrm>
            <a:custGeom>
              <a:avLst/>
              <a:gdLst>
                <a:gd name="T0" fmla="*/ 2147483646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0 w 48"/>
                <a:gd name="T19" fmla="*/ 2147483646 h 48"/>
                <a:gd name="T20" fmla="*/ 0 w 48"/>
                <a:gd name="T21" fmla="*/ 2147483646 h 48"/>
                <a:gd name="T22" fmla="*/ 0 w 48"/>
                <a:gd name="T23" fmla="*/ 2147483646 h 48"/>
                <a:gd name="T24" fmla="*/ 0 w 48"/>
                <a:gd name="T25" fmla="*/ 2147483646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2147483646 h 48"/>
                <a:gd name="T42" fmla="*/ 2147483646 w 48"/>
                <a:gd name="T43" fmla="*/ 2147483646 h 48"/>
                <a:gd name="T44" fmla="*/ 2147483646 w 48"/>
                <a:gd name="T45" fmla="*/ 2147483646 h 48"/>
                <a:gd name="T46" fmla="*/ 2147483646 w 48"/>
                <a:gd name="T47" fmla="*/ 2147483646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2147483646 w 48"/>
                <a:gd name="T65" fmla="*/ 2147483646 h 48"/>
                <a:gd name="T66" fmla="*/ 2147483646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8"/>
                <a:gd name="T136" fmla="*/ 0 h 48"/>
                <a:gd name="T137" fmla="*/ 48 w 48"/>
                <a:gd name="T138" fmla="*/ 48 h 4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8" h="48">
                  <a:moveTo>
                    <a:pt x="24" y="24"/>
                  </a:moveTo>
                  <a:lnTo>
                    <a:pt x="24" y="0"/>
                  </a:lnTo>
                  <a:lnTo>
                    <a:pt x="23" y="1"/>
                  </a:lnTo>
                  <a:lnTo>
                    <a:pt x="22" y="1"/>
                  </a:lnTo>
                  <a:lnTo>
                    <a:pt x="20" y="1"/>
                  </a:lnTo>
                  <a:lnTo>
                    <a:pt x="19" y="1"/>
                  </a:lnTo>
                  <a:lnTo>
                    <a:pt x="18" y="1"/>
                  </a:lnTo>
                  <a:lnTo>
                    <a:pt x="17" y="1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3" y="3"/>
                  </a:lnTo>
                  <a:lnTo>
                    <a:pt x="12" y="3"/>
                  </a:lnTo>
                  <a:lnTo>
                    <a:pt x="11" y="5"/>
                  </a:lnTo>
                  <a:lnTo>
                    <a:pt x="10" y="5"/>
                  </a:lnTo>
                  <a:lnTo>
                    <a:pt x="8" y="6"/>
                  </a:lnTo>
                  <a:lnTo>
                    <a:pt x="8" y="7"/>
                  </a:lnTo>
                  <a:lnTo>
                    <a:pt x="7" y="7"/>
                  </a:lnTo>
                  <a:lnTo>
                    <a:pt x="6" y="8"/>
                  </a:lnTo>
                  <a:lnTo>
                    <a:pt x="6" y="9"/>
                  </a:lnTo>
                  <a:lnTo>
                    <a:pt x="5" y="11"/>
                  </a:lnTo>
                  <a:lnTo>
                    <a:pt x="4" y="12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2" y="15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1" y="19"/>
                  </a:lnTo>
                  <a:lnTo>
                    <a:pt x="0" y="19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29"/>
                  </a:lnTo>
                  <a:lnTo>
                    <a:pt x="0" y="30"/>
                  </a:lnTo>
                  <a:lnTo>
                    <a:pt x="1" y="30"/>
                  </a:lnTo>
                  <a:lnTo>
                    <a:pt x="1" y="31"/>
                  </a:lnTo>
                  <a:lnTo>
                    <a:pt x="1" y="32"/>
                  </a:lnTo>
                  <a:lnTo>
                    <a:pt x="2" y="34"/>
                  </a:lnTo>
                  <a:lnTo>
                    <a:pt x="2" y="35"/>
                  </a:lnTo>
                  <a:lnTo>
                    <a:pt x="2" y="36"/>
                  </a:lnTo>
                  <a:lnTo>
                    <a:pt x="4" y="37"/>
                  </a:lnTo>
                  <a:lnTo>
                    <a:pt x="5" y="38"/>
                  </a:lnTo>
                  <a:lnTo>
                    <a:pt x="6" y="40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8" y="42"/>
                  </a:lnTo>
                  <a:lnTo>
                    <a:pt x="8" y="43"/>
                  </a:lnTo>
                  <a:lnTo>
                    <a:pt x="10" y="44"/>
                  </a:lnTo>
                  <a:lnTo>
                    <a:pt x="11" y="44"/>
                  </a:lnTo>
                  <a:lnTo>
                    <a:pt x="12" y="46"/>
                  </a:lnTo>
                  <a:lnTo>
                    <a:pt x="13" y="46"/>
                  </a:lnTo>
                  <a:lnTo>
                    <a:pt x="13" y="47"/>
                  </a:lnTo>
                  <a:lnTo>
                    <a:pt x="14" y="47"/>
                  </a:lnTo>
                  <a:lnTo>
                    <a:pt x="16" y="47"/>
                  </a:lnTo>
                  <a:lnTo>
                    <a:pt x="17" y="48"/>
                  </a:lnTo>
                  <a:lnTo>
                    <a:pt x="18" y="48"/>
                  </a:lnTo>
                  <a:lnTo>
                    <a:pt x="19" y="48"/>
                  </a:lnTo>
                  <a:lnTo>
                    <a:pt x="20" y="48"/>
                  </a:lnTo>
                  <a:lnTo>
                    <a:pt x="22" y="48"/>
                  </a:lnTo>
                  <a:lnTo>
                    <a:pt x="23" y="48"/>
                  </a:lnTo>
                  <a:lnTo>
                    <a:pt x="24" y="48"/>
                  </a:lnTo>
                  <a:lnTo>
                    <a:pt x="25" y="48"/>
                  </a:lnTo>
                  <a:lnTo>
                    <a:pt x="26" y="48"/>
                  </a:lnTo>
                  <a:lnTo>
                    <a:pt x="28" y="48"/>
                  </a:lnTo>
                  <a:lnTo>
                    <a:pt x="29" y="48"/>
                  </a:lnTo>
                  <a:lnTo>
                    <a:pt x="30" y="48"/>
                  </a:lnTo>
                  <a:lnTo>
                    <a:pt x="31" y="48"/>
                  </a:lnTo>
                  <a:lnTo>
                    <a:pt x="32" y="47"/>
                  </a:lnTo>
                  <a:lnTo>
                    <a:pt x="34" y="47"/>
                  </a:lnTo>
                  <a:lnTo>
                    <a:pt x="35" y="47"/>
                  </a:lnTo>
                  <a:lnTo>
                    <a:pt x="36" y="46"/>
                  </a:lnTo>
                  <a:lnTo>
                    <a:pt x="37" y="44"/>
                  </a:lnTo>
                  <a:lnTo>
                    <a:pt x="39" y="44"/>
                  </a:lnTo>
                  <a:lnTo>
                    <a:pt x="40" y="43"/>
                  </a:lnTo>
                  <a:lnTo>
                    <a:pt x="41" y="42"/>
                  </a:lnTo>
                  <a:lnTo>
                    <a:pt x="42" y="41"/>
                  </a:lnTo>
                  <a:lnTo>
                    <a:pt x="43" y="40"/>
                  </a:lnTo>
                  <a:lnTo>
                    <a:pt x="43" y="38"/>
                  </a:lnTo>
                  <a:lnTo>
                    <a:pt x="45" y="38"/>
                  </a:lnTo>
                  <a:lnTo>
                    <a:pt x="45" y="37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7" y="34"/>
                  </a:lnTo>
                  <a:lnTo>
                    <a:pt x="47" y="32"/>
                  </a:lnTo>
                  <a:lnTo>
                    <a:pt x="47" y="31"/>
                  </a:lnTo>
                  <a:lnTo>
                    <a:pt x="47" y="30"/>
                  </a:lnTo>
                  <a:lnTo>
                    <a:pt x="48" y="30"/>
                  </a:lnTo>
                  <a:lnTo>
                    <a:pt x="48" y="29"/>
                  </a:lnTo>
                  <a:lnTo>
                    <a:pt x="48" y="28"/>
                  </a:lnTo>
                  <a:lnTo>
                    <a:pt x="48" y="26"/>
                  </a:lnTo>
                  <a:lnTo>
                    <a:pt x="48" y="24"/>
                  </a:lnTo>
                  <a:lnTo>
                    <a:pt x="48" y="23"/>
                  </a:lnTo>
                  <a:lnTo>
                    <a:pt x="48" y="21"/>
                  </a:lnTo>
                  <a:lnTo>
                    <a:pt x="48" y="20"/>
                  </a:lnTo>
                  <a:lnTo>
                    <a:pt x="48" y="19"/>
                  </a:lnTo>
                  <a:lnTo>
                    <a:pt x="47" y="19"/>
                  </a:lnTo>
                  <a:lnTo>
                    <a:pt x="47" y="18"/>
                  </a:lnTo>
                  <a:lnTo>
                    <a:pt x="47" y="17"/>
                  </a:lnTo>
                  <a:lnTo>
                    <a:pt x="47" y="15"/>
                  </a:lnTo>
                  <a:lnTo>
                    <a:pt x="46" y="14"/>
                  </a:lnTo>
                  <a:lnTo>
                    <a:pt x="46" y="13"/>
                  </a:lnTo>
                  <a:lnTo>
                    <a:pt x="45" y="12"/>
                  </a:lnTo>
                  <a:lnTo>
                    <a:pt x="45" y="11"/>
                  </a:lnTo>
                  <a:lnTo>
                    <a:pt x="43" y="11"/>
                  </a:lnTo>
                  <a:lnTo>
                    <a:pt x="43" y="9"/>
                  </a:lnTo>
                  <a:lnTo>
                    <a:pt x="42" y="8"/>
                  </a:lnTo>
                  <a:lnTo>
                    <a:pt x="41" y="7"/>
                  </a:lnTo>
                  <a:lnTo>
                    <a:pt x="40" y="6"/>
                  </a:lnTo>
                  <a:lnTo>
                    <a:pt x="39" y="5"/>
                  </a:lnTo>
                  <a:lnTo>
                    <a:pt x="37" y="5"/>
                  </a:lnTo>
                  <a:lnTo>
                    <a:pt x="36" y="3"/>
                  </a:lnTo>
                  <a:lnTo>
                    <a:pt x="35" y="2"/>
                  </a:lnTo>
                  <a:lnTo>
                    <a:pt x="34" y="2"/>
                  </a:lnTo>
                  <a:lnTo>
                    <a:pt x="32" y="2"/>
                  </a:lnTo>
                  <a:lnTo>
                    <a:pt x="31" y="1"/>
                  </a:lnTo>
                  <a:lnTo>
                    <a:pt x="30" y="1"/>
                  </a:lnTo>
                  <a:lnTo>
                    <a:pt x="29" y="1"/>
                  </a:lnTo>
                  <a:lnTo>
                    <a:pt x="28" y="1"/>
                  </a:lnTo>
                  <a:lnTo>
                    <a:pt x="26" y="1"/>
                  </a:lnTo>
                  <a:lnTo>
                    <a:pt x="25" y="1"/>
                  </a:lnTo>
                  <a:lnTo>
                    <a:pt x="24" y="0"/>
                  </a:lnTo>
                  <a:lnTo>
                    <a:pt x="24" y="24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" name="Freeform 24">
              <a:extLst>
                <a:ext uri="{FF2B5EF4-FFF2-40B4-BE49-F238E27FC236}">
                  <a16:creationId xmlns:a16="http://schemas.microsoft.com/office/drawing/2014/main" id="{37F2EEBA-8129-4DA0-A484-F5AA06D0A44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753100" y="3124200"/>
              <a:ext cx="52388" cy="49213"/>
            </a:xfrm>
            <a:custGeom>
              <a:avLst/>
              <a:gdLst>
                <a:gd name="T0" fmla="*/ 2147483646 w 56"/>
                <a:gd name="T1" fmla="*/ 0 h 55"/>
                <a:gd name="T2" fmla="*/ 2147483646 w 56"/>
                <a:gd name="T3" fmla="*/ 2147483646 h 55"/>
                <a:gd name="T4" fmla="*/ 2147483646 w 56"/>
                <a:gd name="T5" fmla="*/ 2147483646 h 55"/>
                <a:gd name="T6" fmla="*/ 2147483646 w 56"/>
                <a:gd name="T7" fmla="*/ 2147483646 h 55"/>
                <a:gd name="T8" fmla="*/ 2147483646 w 56"/>
                <a:gd name="T9" fmla="*/ 2147483646 h 55"/>
                <a:gd name="T10" fmla="*/ 2147483646 w 56"/>
                <a:gd name="T11" fmla="*/ 2147483646 h 55"/>
                <a:gd name="T12" fmla="*/ 2147483646 w 56"/>
                <a:gd name="T13" fmla="*/ 2147483646 h 55"/>
                <a:gd name="T14" fmla="*/ 2147483646 w 56"/>
                <a:gd name="T15" fmla="*/ 2147483646 h 55"/>
                <a:gd name="T16" fmla="*/ 2147483646 w 56"/>
                <a:gd name="T17" fmla="*/ 2147483646 h 55"/>
                <a:gd name="T18" fmla="*/ 2147483646 w 56"/>
                <a:gd name="T19" fmla="*/ 2147483646 h 55"/>
                <a:gd name="T20" fmla="*/ 0 w 56"/>
                <a:gd name="T21" fmla="*/ 2147483646 h 55"/>
                <a:gd name="T22" fmla="*/ 2147483646 w 56"/>
                <a:gd name="T23" fmla="*/ 2147483646 h 55"/>
                <a:gd name="T24" fmla="*/ 2147483646 w 56"/>
                <a:gd name="T25" fmla="*/ 2147483646 h 55"/>
                <a:gd name="T26" fmla="*/ 2147483646 w 56"/>
                <a:gd name="T27" fmla="*/ 2147483646 h 55"/>
                <a:gd name="T28" fmla="*/ 2147483646 w 56"/>
                <a:gd name="T29" fmla="*/ 2147483646 h 55"/>
                <a:gd name="T30" fmla="*/ 2147483646 w 56"/>
                <a:gd name="T31" fmla="*/ 2147483646 h 55"/>
                <a:gd name="T32" fmla="*/ 2147483646 w 56"/>
                <a:gd name="T33" fmla="*/ 2147483646 h 55"/>
                <a:gd name="T34" fmla="*/ 2147483646 w 56"/>
                <a:gd name="T35" fmla="*/ 2147483646 h 55"/>
                <a:gd name="T36" fmla="*/ 2147483646 w 56"/>
                <a:gd name="T37" fmla="*/ 2147483646 h 55"/>
                <a:gd name="T38" fmla="*/ 2147483646 w 56"/>
                <a:gd name="T39" fmla="*/ 2147483646 h 55"/>
                <a:gd name="T40" fmla="*/ 2147483646 w 56"/>
                <a:gd name="T41" fmla="*/ 2147483646 h 55"/>
                <a:gd name="T42" fmla="*/ 2147483646 w 56"/>
                <a:gd name="T43" fmla="*/ 2147483646 h 55"/>
                <a:gd name="T44" fmla="*/ 2147483646 w 56"/>
                <a:gd name="T45" fmla="*/ 2147483646 h 55"/>
                <a:gd name="T46" fmla="*/ 2147483646 w 56"/>
                <a:gd name="T47" fmla="*/ 2147483646 h 55"/>
                <a:gd name="T48" fmla="*/ 2147483646 w 56"/>
                <a:gd name="T49" fmla="*/ 2147483646 h 55"/>
                <a:gd name="T50" fmla="*/ 2147483646 w 56"/>
                <a:gd name="T51" fmla="*/ 2147483646 h 55"/>
                <a:gd name="T52" fmla="*/ 2147483646 w 56"/>
                <a:gd name="T53" fmla="*/ 2147483646 h 55"/>
                <a:gd name="T54" fmla="*/ 2147483646 w 56"/>
                <a:gd name="T55" fmla="*/ 2147483646 h 55"/>
                <a:gd name="T56" fmla="*/ 2147483646 w 56"/>
                <a:gd name="T57" fmla="*/ 2147483646 h 55"/>
                <a:gd name="T58" fmla="*/ 2147483646 w 56"/>
                <a:gd name="T59" fmla="*/ 2147483646 h 55"/>
                <a:gd name="T60" fmla="*/ 2147483646 w 56"/>
                <a:gd name="T61" fmla="*/ 2147483646 h 55"/>
                <a:gd name="T62" fmla="*/ 2147483646 w 56"/>
                <a:gd name="T63" fmla="*/ 2147483646 h 55"/>
                <a:gd name="T64" fmla="*/ 2147483646 w 56"/>
                <a:gd name="T65" fmla="*/ 2147483646 h 55"/>
                <a:gd name="T66" fmla="*/ 2147483646 w 56"/>
                <a:gd name="T67" fmla="*/ 2147483646 h 55"/>
                <a:gd name="T68" fmla="*/ 2147483646 w 56"/>
                <a:gd name="T69" fmla="*/ 2147483646 h 55"/>
                <a:gd name="T70" fmla="*/ 2147483646 w 56"/>
                <a:gd name="T71" fmla="*/ 2147483646 h 55"/>
                <a:gd name="T72" fmla="*/ 2147483646 w 56"/>
                <a:gd name="T73" fmla="*/ 2147483646 h 55"/>
                <a:gd name="T74" fmla="*/ 2147483646 w 56"/>
                <a:gd name="T75" fmla="*/ 2147483646 h 55"/>
                <a:gd name="T76" fmla="*/ 2147483646 w 56"/>
                <a:gd name="T77" fmla="*/ 2147483646 h 55"/>
                <a:gd name="T78" fmla="*/ 2147483646 w 56"/>
                <a:gd name="T79" fmla="*/ 2147483646 h 55"/>
                <a:gd name="T80" fmla="*/ 2147483646 w 56"/>
                <a:gd name="T81" fmla="*/ 2147483646 h 55"/>
                <a:gd name="T82" fmla="*/ 2147483646 w 56"/>
                <a:gd name="T83" fmla="*/ 2147483646 h 55"/>
                <a:gd name="T84" fmla="*/ 2147483646 w 56"/>
                <a:gd name="T85" fmla="*/ 0 h 55"/>
                <a:gd name="T86" fmla="*/ 2147483646 w 56"/>
                <a:gd name="T87" fmla="*/ 0 h 5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6"/>
                <a:gd name="T133" fmla="*/ 0 h 55"/>
                <a:gd name="T134" fmla="*/ 56 w 56"/>
                <a:gd name="T135" fmla="*/ 55 h 5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6" h="55">
                  <a:moveTo>
                    <a:pt x="29" y="0"/>
                  </a:moveTo>
                  <a:lnTo>
                    <a:pt x="26" y="0"/>
                  </a:lnTo>
                  <a:lnTo>
                    <a:pt x="25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1" y="1"/>
                  </a:lnTo>
                  <a:lnTo>
                    <a:pt x="20" y="1"/>
                  </a:lnTo>
                  <a:lnTo>
                    <a:pt x="19" y="1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5" y="3"/>
                  </a:lnTo>
                  <a:lnTo>
                    <a:pt x="14" y="3"/>
                  </a:lnTo>
                  <a:lnTo>
                    <a:pt x="13" y="4"/>
                  </a:lnTo>
                  <a:lnTo>
                    <a:pt x="12" y="6"/>
                  </a:lnTo>
                  <a:lnTo>
                    <a:pt x="10" y="6"/>
                  </a:lnTo>
                  <a:lnTo>
                    <a:pt x="9" y="7"/>
                  </a:lnTo>
                  <a:lnTo>
                    <a:pt x="8" y="8"/>
                  </a:lnTo>
                  <a:lnTo>
                    <a:pt x="7" y="9"/>
                  </a:lnTo>
                  <a:lnTo>
                    <a:pt x="6" y="10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2" y="16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1" y="20"/>
                  </a:lnTo>
                  <a:lnTo>
                    <a:pt x="1" y="21"/>
                  </a:lnTo>
                  <a:lnTo>
                    <a:pt x="1" y="24"/>
                  </a:lnTo>
                  <a:lnTo>
                    <a:pt x="1" y="25"/>
                  </a:lnTo>
                  <a:lnTo>
                    <a:pt x="1" y="26"/>
                  </a:lnTo>
                  <a:lnTo>
                    <a:pt x="0" y="27"/>
                  </a:lnTo>
                  <a:lnTo>
                    <a:pt x="1" y="28"/>
                  </a:lnTo>
                  <a:lnTo>
                    <a:pt x="1" y="30"/>
                  </a:lnTo>
                  <a:lnTo>
                    <a:pt x="1" y="32"/>
                  </a:lnTo>
                  <a:lnTo>
                    <a:pt x="1" y="33"/>
                  </a:lnTo>
                  <a:lnTo>
                    <a:pt x="1" y="34"/>
                  </a:lnTo>
                  <a:lnTo>
                    <a:pt x="2" y="36"/>
                  </a:lnTo>
                  <a:lnTo>
                    <a:pt x="2" y="37"/>
                  </a:lnTo>
                  <a:lnTo>
                    <a:pt x="2" y="38"/>
                  </a:lnTo>
                  <a:lnTo>
                    <a:pt x="3" y="39"/>
                  </a:lnTo>
                  <a:lnTo>
                    <a:pt x="3" y="41"/>
                  </a:lnTo>
                  <a:lnTo>
                    <a:pt x="4" y="42"/>
                  </a:lnTo>
                  <a:lnTo>
                    <a:pt x="4" y="43"/>
                  </a:lnTo>
                  <a:lnTo>
                    <a:pt x="6" y="44"/>
                  </a:lnTo>
                  <a:lnTo>
                    <a:pt x="7" y="45"/>
                  </a:lnTo>
                  <a:lnTo>
                    <a:pt x="8" y="47"/>
                  </a:lnTo>
                  <a:lnTo>
                    <a:pt x="8" y="48"/>
                  </a:lnTo>
                  <a:lnTo>
                    <a:pt x="9" y="48"/>
                  </a:lnTo>
                  <a:lnTo>
                    <a:pt x="10" y="49"/>
                  </a:lnTo>
                  <a:lnTo>
                    <a:pt x="12" y="50"/>
                  </a:lnTo>
                  <a:lnTo>
                    <a:pt x="13" y="50"/>
                  </a:lnTo>
                  <a:lnTo>
                    <a:pt x="14" y="51"/>
                  </a:lnTo>
                  <a:lnTo>
                    <a:pt x="15" y="51"/>
                  </a:lnTo>
                  <a:lnTo>
                    <a:pt x="16" y="53"/>
                  </a:lnTo>
                  <a:lnTo>
                    <a:pt x="18" y="53"/>
                  </a:lnTo>
                  <a:lnTo>
                    <a:pt x="19" y="54"/>
                  </a:lnTo>
                  <a:lnTo>
                    <a:pt x="20" y="54"/>
                  </a:lnTo>
                  <a:lnTo>
                    <a:pt x="21" y="55"/>
                  </a:lnTo>
                  <a:lnTo>
                    <a:pt x="22" y="55"/>
                  </a:lnTo>
                  <a:lnTo>
                    <a:pt x="24" y="55"/>
                  </a:lnTo>
                  <a:lnTo>
                    <a:pt x="25" y="55"/>
                  </a:lnTo>
                  <a:lnTo>
                    <a:pt x="26" y="55"/>
                  </a:lnTo>
                  <a:lnTo>
                    <a:pt x="29" y="55"/>
                  </a:lnTo>
                  <a:lnTo>
                    <a:pt x="30" y="55"/>
                  </a:lnTo>
                  <a:lnTo>
                    <a:pt x="31" y="55"/>
                  </a:lnTo>
                  <a:lnTo>
                    <a:pt x="32" y="55"/>
                  </a:lnTo>
                  <a:lnTo>
                    <a:pt x="33" y="55"/>
                  </a:lnTo>
                  <a:lnTo>
                    <a:pt x="35" y="55"/>
                  </a:lnTo>
                  <a:lnTo>
                    <a:pt x="37" y="54"/>
                  </a:lnTo>
                  <a:lnTo>
                    <a:pt x="38" y="54"/>
                  </a:lnTo>
                  <a:lnTo>
                    <a:pt x="39" y="53"/>
                  </a:lnTo>
                  <a:lnTo>
                    <a:pt x="41" y="53"/>
                  </a:lnTo>
                  <a:lnTo>
                    <a:pt x="42" y="51"/>
                  </a:lnTo>
                  <a:lnTo>
                    <a:pt x="43" y="51"/>
                  </a:lnTo>
                  <a:lnTo>
                    <a:pt x="44" y="50"/>
                  </a:lnTo>
                  <a:lnTo>
                    <a:pt x="45" y="50"/>
                  </a:lnTo>
                  <a:lnTo>
                    <a:pt x="45" y="49"/>
                  </a:lnTo>
                  <a:lnTo>
                    <a:pt x="47" y="48"/>
                  </a:lnTo>
                  <a:lnTo>
                    <a:pt x="48" y="48"/>
                  </a:lnTo>
                  <a:lnTo>
                    <a:pt x="49" y="47"/>
                  </a:lnTo>
                  <a:lnTo>
                    <a:pt x="50" y="45"/>
                  </a:lnTo>
                  <a:lnTo>
                    <a:pt x="50" y="44"/>
                  </a:lnTo>
                  <a:lnTo>
                    <a:pt x="51" y="43"/>
                  </a:lnTo>
                  <a:lnTo>
                    <a:pt x="53" y="42"/>
                  </a:lnTo>
                  <a:lnTo>
                    <a:pt x="53" y="41"/>
                  </a:lnTo>
                  <a:lnTo>
                    <a:pt x="54" y="39"/>
                  </a:lnTo>
                  <a:lnTo>
                    <a:pt x="54" y="38"/>
                  </a:lnTo>
                  <a:lnTo>
                    <a:pt x="54" y="37"/>
                  </a:lnTo>
                  <a:lnTo>
                    <a:pt x="55" y="36"/>
                  </a:lnTo>
                  <a:lnTo>
                    <a:pt x="55" y="34"/>
                  </a:lnTo>
                  <a:lnTo>
                    <a:pt x="55" y="33"/>
                  </a:lnTo>
                  <a:lnTo>
                    <a:pt x="56" y="32"/>
                  </a:lnTo>
                  <a:lnTo>
                    <a:pt x="56" y="30"/>
                  </a:lnTo>
                  <a:lnTo>
                    <a:pt x="56" y="28"/>
                  </a:lnTo>
                  <a:lnTo>
                    <a:pt x="56" y="27"/>
                  </a:lnTo>
                  <a:lnTo>
                    <a:pt x="56" y="26"/>
                  </a:lnTo>
                  <a:lnTo>
                    <a:pt x="56" y="25"/>
                  </a:lnTo>
                  <a:lnTo>
                    <a:pt x="56" y="24"/>
                  </a:lnTo>
                  <a:lnTo>
                    <a:pt x="55" y="21"/>
                  </a:lnTo>
                  <a:lnTo>
                    <a:pt x="55" y="20"/>
                  </a:lnTo>
                  <a:lnTo>
                    <a:pt x="55" y="19"/>
                  </a:lnTo>
                  <a:lnTo>
                    <a:pt x="54" y="18"/>
                  </a:lnTo>
                  <a:lnTo>
                    <a:pt x="54" y="16"/>
                  </a:lnTo>
                  <a:lnTo>
                    <a:pt x="54" y="15"/>
                  </a:lnTo>
                  <a:lnTo>
                    <a:pt x="53" y="14"/>
                  </a:lnTo>
                  <a:lnTo>
                    <a:pt x="53" y="13"/>
                  </a:lnTo>
                  <a:lnTo>
                    <a:pt x="51" y="12"/>
                  </a:lnTo>
                  <a:lnTo>
                    <a:pt x="50" y="10"/>
                  </a:lnTo>
                  <a:lnTo>
                    <a:pt x="50" y="9"/>
                  </a:lnTo>
                  <a:lnTo>
                    <a:pt x="49" y="8"/>
                  </a:lnTo>
                  <a:lnTo>
                    <a:pt x="48" y="8"/>
                  </a:lnTo>
                  <a:lnTo>
                    <a:pt x="47" y="7"/>
                  </a:lnTo>
                  <a:lnTo>
                    <a:pt x="45" y="6"/>
                  </a:lnTo>
                  <a:lnTo>
                    <a:pt x="44" y="4"/>
                  </a:lnTo>
                  <a:lnTo>
                    <a:pt x="43" y="3"/>
                  </a:lnTo>
                  <a:lnTo>
                    <a:pt x="42" y="3"/>
                  </a:lnTo>
                  <a:lnTo>
                    <a:pt x="41" y="2"/>
                  </a:lnTo>
                  <a:lnTo>
                    <a:pt x="39" y="2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2" y="0"/>
                  </a:lnTo>
                  <a:lnTo>
                    <a:pt x="31" y="0"/>
                  </a:lnTo>
                  <a:lnTo>
                    <a:pt x="30" y="0"/>
                  </a:lnTo>
                  <a:lnTo>
                    <a:pt x="29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" name="Freeform 25">
              <a:extLst>
                <a:ext uri="{FF2B5EF4-FFF2-40B4-BE49-F238E27FC236}">
                  <a16:creationId xmlns:a16="http://schemas.microsoft.com/office/drawing/2014/main" id="{A7A1496B-F3BC-4D7B-801B-821A8139984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77975" y="2916238"/>
              <a:ext cx="44450" cy="44450"/>
            </a:xfrm>
            <a:custGeom>
              <a:avLst/>
              <a:gdLst>
                <a:gd name="T0" fmla="*/ 2147483646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0 w 48"/>
                <a:gd name="T19" fmla="*/ 2147483646 h 48"/>
                <a:gd name="T20" fmla="*/ 0 w 48"/>
                <a:gd name="T21" fmla="*/ 2147483646 h 48"/>
                <a:gd name="T22" fmla="*/ 0 w 48"/>
                <a:gd name="T23" fmla="*/ 2147483646 h 48"/>
                <a:gd name="T24" fmla="*/ 0 w 48"/>
                <a:gd name="T25" fmla="*/ 2147483646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2147483646 h 48"/>
                <a:gd name="T42" fmla="*/ 2147483646 w 48"/>
                <a:gd name="T43" fmla="*/ 2147483646 h 48"/>
                <a:gd name="T44" fmla="*/ 2147483646 w 48"/>
                <a:gd name="T45" fmla="*/ 2147483646 h 48"/>
                <a:gd name="T46" fmla="*/ 2147483646 w 48"/>
                <a:gd name="T47" fmla="*/ 2147483646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2147483646 w 48"/>
                <a:gd name="T65" fmla="*/ 2147483646 h 48"/>
                <a:gd name="T66" fmla="*/ 2147483646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8"/>
                <a:gd name="T136" fmla="*/ 0 h 48"/>
                <a:gd name="T137" fmla="*/ 48 w 48"/>
                <a:gd name="T138" fmla="*/ 48 h 4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8" h="48">
                  <a:moveTo>
                    <a:pt x="24" y="24"/>
                  </a:moveTo>
                  <a:lnTo>
                    <a:pt x="24" y="0"/>
                  </a:lnTo>
                  <a:lnTo>
                    <a:pt x="23" y="2"/>
                  </a:lnTo>
                  <a:lnTo>
                    <a:pt x="22" y="2"/>
                  </a:lnTo>
                  <a:lnTo>
                    <a:pt x="20" y="2"/>
                  </a:lnTo>
                  <a:lnTo>
                    <a:pt x="19" y="2"/>
                  </a:lnTo>
                  <a:lnTo>
                    <a:pt x="18" y="2"/>
                  </a:lnTo>
                  <a:lnTo>
                    <a:pt x="17" y="2"/>
                  </a:lnTo>
                  <a:lnTo>
                    <a:pt x="16" y="3"/>
                  </a:lnTo>
                  <a:lnTo>
                    <a:pt x="14" y="3"/>
                  </a:lnTo>
                  <a:lnTo>
                    <a:pt x="13" y="3"/>
                  </a:lnTo>
                  <a:lnTo>
                    <a:pt x="13" y="4"/>
                  </a:lnTo>
                  <a:lnTo>
                    <a:pt x="12" y="4"/>
                  </a:lnTo>
                  <a:lnTo>
                    <a:pt x="11" y="5"/>
                  </a:lnTo>
                  <a:lnTo>
                    <a:pt x="10" y="5"/>
                  </a:lnTo>
                  <a:lnTo>
                    <a:pt x="8" y="6"/>
                  </a:lnTo>
                  <a:lnTo>
                    <a:pt x="8" y="8"/>
                  </a:lnTo>
                  <a:lnTo>
                    <a:pt x="7" y="8"/>
                  </a:lnTo>
                  <a:lnTo>
                    <a:pt x="6" y="9"/>
                  </a:lnTo>
                  <a:lnTo>
                    <a:pt x="6" y="10"/>
                  </a:lnTo>
                  <a:lnTo>
                    <a:pt x="5" y="11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2" y="15"/>
                  </a:lnTo>
                  <a:lnTo>
                    <a:pt x="2" y="16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1" y="20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0" y="22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0" y="27"/>
                  </a:lnTo>
                  <a:lnTo>
                    <a:pt x="0" y="28"/>
                  </a:lnTo>
                  <a:lnTo>
                    <a:pt x="0" y="29"/>
                  </a:lnTo>
                  <a:lnTo>
                    <a:pt x="0" y="30"/>
                  </a:lnTo>
                  <a:lnTo>
                    <a:pt x="1" y="30"/>
                  </a:lnTo>
                  <a:lnTo>
                    <a:pt x="1" y="32"/>
                  </a:lnTo>
                  <a:lnTo>
                    <a:pt x="1" y="33"/>
                  </a:lnTo>
                  <a:lnTo>
                    <a:pt x="2" y="34"/>
                  </a:lnTo>
                  <a:lnTo>
                    <a:pt x="2" y="35"/>
                  </a:lnTo>
                  <a:lnTo>
                    <a:pt x="4" y="36"/>
                  </a:lnTo>
                  <a:lnTo>
                    <a:pt x="4" y="38"/>
                  </a:lnTo>
                  <a:lnTo>
                    <a:pt x="5" y="39"/>
                  </a:lnTo>
                  <a:lnTo>
                    <a:pt x="6" y="40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8" y="42"/>
                  </a:lnTo>
                  <a:lnTo>
                    <a:pt x="8" y="44"/>
                  </a:lnTo>
                  <a:lnTo>
                    <a:pt x="10" y="45"/>
                  </a:lnTo>
                  <a:lnTo>
                    <a:pt x="11" y="45"/>
                  </a:lnTo>
                  <a:lnTo>
                    <a:pt x="12" y="46"/>
                  </a:lnTo>
                  <a:lnTo>
                    <a:pt x="13" y="46"/>
                  </a:lnTo>
                  <a:lnTo>
                    <a:pt x="13" y="47"/>
                  </a:lnTo>
                  <a:lnTo>
                    <a:pt x="14" y="47"/>
                  </a:lnTo>
                  <a:lnTo>
                    <a:pt x="16" y="47"/>
                  </a:lnTo>
                  <a:lnTo>
                    <a:pt x="17" y="48"/>
                  </a:lnTo>
                  <a:lnTo>
                    <a:pt x="18" y="48"/>
                  </a:lnTo>
                  <a:lnTo>
                    <a:pt x="19" y="48"/>
                  </a:lnTo>
                  <a:lnTo>
                    <a:pt x="20" y="48"/>
                  </a:lnTo>
                  <a:lnTo>
                    <a:pt x="22" y="48"/>
                  </a:lnTo>
                  <a:lnTo>
                    <a:pt x="23" y="48"/>
                  </a:lnTo>
                  <a:lnTo>
                    <a:pt x="24" y="48"/>
                  </a:lnTo>
                  <a:lnTo>
                    <a:pt x="25" y="48"/>
                  </a:lnTo>
                  <a:lnTo>
                    <a:pt x="26" y="48"/>
                  </a:lnTo>
                  <a:lnTo>
                    <a:pt x="28" y="48"/>
                  </a:lnTo>
                  <a:lnTo>
                    <a:pt x="29" y="48"/>
                  </a:lnTo>
                  <a:lnTo>
                    <a:pt x="30" y="48"/>
                  </a:lnTo>
                  <a:lnTo>
                    <a:pt x="31" y="48"/>
                  </a:lnTo>
                  <a:lnTo>
                    <a:pt x="32" y="47"/>
                  </a:lnTo>
                  <a:lnTo>
                    <a:pt x="34" y="47"/>
                  </a:lnTo>
                  <a:lnTo>
                    <a:pt x="35" y="47"/>
                  </a:lnTo>
                  <a:lnTo>
                    <a:pt x="36" y="46"/>
                  </a:lnTo>
                  <a:lnTo>
                    <a:pt x="37" y="45"/>
                  </a:lnTo>
                  <a:lnTo>
                    <a:pt x="38" y="45"/>
                  </a:lnTo>
                  <a:lnTo>
                    <a:pt x="40" y="44"/>
                  </a:lnTo>
                  <a:lnTo>
                    <a:pt x="41" y="42"/>
                  </a:lnTo>
                  <a:lnTo>
                    <a:pt x="42" y="41"/>
                  </a:lnTo>
                  <a:lnTo>
                    <a:pt x="43" y="40"/>
                  </a:lnTo>
                  <a:lnTo>
                    <a:pt x="43" y="39"/>
                  </a:lnTo>
                  <a:lnTo>
                    <a:pt x="44" y="39"/>
                  </a:lnTo>
                  <a:lnTo>
                    <a:pt x="44" y="38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7" y="34"/>
                  </a:lnTo>
                  <a:lnTo>
                    <a:pt x="47" y="33"/>
                  </a:lnTo>
                  <a:lnTo>
                    <a:pt x="47" y="32"/>
                  </a:lnTo>
                  <a:lnTo>
                    <a:pt x="47" y="30"/>
                  </a:lnTo>
                  <a:lnTo>
                    <a:pt x="48" y="30"/>
                  </a:lnTo>
                  <a:lnTo>
                    <a:pt x="48" y="29"/>
                  </a:lnTo>
                  <a:lnTo>
                    <a:pt x="48" y="28"/>
                  </a:lnTo>
                  <a:lnTo>
                    <a:pt x="48" y="27"/>
                  </a:lnTo>
                  <a:lnTo>
                    <a:pt x="48" y="24"/>
                  </a:lnTo>
                  <a:lnTo>
                    <a:pt x="48" y="23"/>
                  </a:lnTo>
                  <a:lnTo>
                    <a:pt x="48" y="22"/>
                  </a:lnTo>
                  <a:lnTo>
                    <a:pt x="48" y="21"/>
                  </a:lnTo>
                  <a:lnTo>
                    <a:pt x="48" y="20"/>
                  </a:lnTo>
                  <a:lnTo>
                    <a:pt x="47" y="20"/>
                  </a:lnTo>
                  <a:lnTo>
                    <a:pt x="47" y="18"/>
                  </a:lnTo>
                  <a:lnTo>
                    <a:pt x="47" y="17"/>
                  </a:lnTo>
                  <a:lnTo>
                    <a:pt x="47" y="16"/>
                  </a:lnTo>
                  <a:lnTo>
                    <a:pt x="46" y="15"/>
                  </a:lnTo>
                  <a:lnTo>
                    <a:pt x="46" y="14"/>
                  </a:lnTo>
                  <a:lnTo>
                    <a:pt x="44" y="12"/>
                  </a:lnTo>
                  <a:lnTo>
                    <a:pt x="44" y="11"/>
                  </a:lnTo>
                  <a:lnTo>
                    <a:pt x="43" y="11"/>
                  </a:lnTo>
                  <a:lnTo>
                    <a:pt x="43" y="10"/>
                  </a:lnTo>
                  <a:lnTo>
                    <a:pt x="42" y="9"/>
                  </a:lnTo>
                  <a:lnTo>
                    <a:pt x="41" y="8"/>
                  </a:lnTo>
                  <a:lnTo>
                    <a:pt x="40" y="6"/>
                  </a:lnTo>
                  <a:lnTo>
                    <a:pt x="38" y="5"/>
                  </a:lnTo>
                  <a:lnTo>
                    <a:pt x="37" y="5"/>
                  </a:lnTo>
                  <a:lnTo>
                    <a:pt x="36" y="4"/>
                  </a:lnTo>
                  <a:lnTo>
                    <a:pt x="35" y="3"/>
                  </a:lnTo>
                  <a:lnTo>
                    <a:pt x="34" y="3"/>
                  </a:lnTo>
                  <a:lnTo>
                    <a:pt x="32" y="3"/>
                  </a:lnTo>
                  <a:lnTo>
                    <a:pt x="31" y="2"/>
                  </a:lnTo>
                  <a:lnTo>
                    <a:pt x="30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5" y="2"/>
                  </a:lnTo>
                  <a:lnTo>
                    <a:pt x="24" y="0"/>
                  </a:lnTo>
                  <a:lnTo>
                    <a:pt x="24" y="24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" name="Freeform 26">
              <a:extLst>
                <a:ext uri="{FF2B5EF4-FFF2-40B4-BE49-F238E27FC236}">
                  <a16:creationId xmlns:a16="http://schemas.microsoft.com/office/drawing/2014/main" id="{CC193781-0BE7-4016-9FAC-8F164684F38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65275" y="2905125"/>
              <a:ext cx="50800" cy="49213"/>
            </a:xfrm>
            <a:custGeom>
              <a:avLst/>
              <a:gdLst>
                <a:gd name="T0" fmla="*/ 2147483646 w 57"/>
                <a:gd name="T1" fmla="*/ 0 h 55"/>
                <a:gd name="T2" fmla="*/ 2147483646 w 57"/>
                <a:gd name="T3" fmla="*/ 2147483646 h 55"/>
                <a:gd name="T4" fmla="*/ 2147483646 w 57"/>
                <a:gd name="T5" fmla="*/ 2147483646 h 55"/>
                <a:gd name="T6" fmla="*/ 2147483646 w 57"/>
                <a:gd name="T7" fmla="*/ 2147483646 h 55"/>
                <a:gd name="T8" fmla="*/ 2147483646 w 57"/>
                <a:gd name="T9" fmla="*/ 2147483646 h 55"/>
                <a:gd name="T10" fmla="*/ 2147483646 w 57"/>
                <a:gd name="T11" fmla="*/ 2147483646 h 55"/>
                <a:gd name="T12" fmla="*/ 2147483646 w 57"/>
                <a:gd name="T13" fmla="*/ 2147483646 h 55"/>
                <a:gd name="T14" fmla="*/ 2147483646 w 57"/>
                <a:gd name="T15" fmla="*/ 2147483646 h 55"/>
                <a:gd name="T16" fmla="*/ 2147483646 w 57"/>
                <a:gd name="T17" fmla="*/ 2147483646 h 55"/>
                <a:gd name="T18" fmla="*/ 2147483646 w 57"/>
                <a:gd name="T19" fmla="*/ 2147483646 h 55"/>
                <a:gd name="T20" fmla="*/ 0 w 57"/>
                <a:gd name="T21" fmla="*/ 2147483646 h 55"/>
                <a:gd name="T22" fmla="*/ 2147483646 w 57"/>
                <a:gd name="T23" fmla="*/ 2147483646 h 55"/>
                <a:gd name="T24" fmla="*/ 2147483646 w 57"/>
                <a:gd name="T25" fmla="*/ 2147483646 h 55"/>
                <a:gd name="T26" fmla="*/ 2147483646 w 57"/>
                <a:gd name="T27" fmla="*/ 2147483646 h 55"/>
                <a:gd name="T28" fmla="*/ 2147483646 w 57"/>
                <a:gd name="T29" fmla="*/ 2147483646 h 55"/>
                <a:gd name="T30" fmla="*/ 2147483646 w 57"/>
                <a:gd name="T31" fmla="*/ 2147483646 h 55"/>
                <a:gd name="T32" fmla="*/ 2147483646 w 57"/>
                <a:gd name="T33" fmla="*/ 2147483646 h 55"/>
                <a:gd name="T34" fmla="*/ 2147483646 w 57"/>
                <a:gd name="T35" fmla="*/ 2147483646 h 55"/>
                <a:gd name="T36" fmla="*/ 2147483646 w 57"/>
                <a:gd name="T37" fmla="*/ 2147483646 h 55"/>
                <a:gd name="T38" fmla="*/ 2147483646 w 57"/>
                <a:gd name="T39" fmla="*/ 2147483646 h 55"/>
                <a:gd name="T40" fmla="*/ 2147483646 w 57"/>
                <a:gd name="T41" fmla="*/ 2147483646 h 55"/>
                <a:gd name="T42" fmla="*/ 2147483646 w 57"/>
                <a:gd name="T43" fmla="*/ 2147483646 h 55"/>
                <a:gd name="T44" fmla="*/ 2147483646 w 57"/>
                <a:gd name="T45" fmla="*/ 2147483646 h 55"/>
                <a:gd name="T46" fmla="*/ 2147483646 w 57"/>
                <a:gd name="T47" fmla="*/ 2147483646 h 55"/>
                <a:gd name="T48" fmla="*/ 2147483646 w 57"/>
                <a:gd name="T49" fmla="*/ 2147483646 h 55"/>
                <a:gd name="T50" fmla="*/ 2147483646 w 57"/>
                <a:gd name="T51" fmla="*/ 2147483646 h 55"/>
                <a:gd name="T52" fmla="*/ 2147483646 w 57"/>
                <a:gd name="T53" fmla="*/ 2147483646 h 55"/>
                <a:gd name="T54" fmla="*/ 2147483646 w 57"/>
                <a:gd name="T55" fmla="*/ 2147483646 h 55"/>
                <a:gd name="T56" fmla="*/ 2147483646 w 57"/>
                <a:gd name="T57" fmla="*/ 2147483646 h 55"/>
                <a:gd name="T58" fmla="*/ 2147483646 w 57"/>
                <a:gd name="T59" fmla="*/ 2147483646 h 55"/>
                <a:gd name="T60" fmla="*/ 2147483646 w 57"/>
                <a:gd name="T61" fmla="*/ 2147483646 h 55"/>
                <a:gd name="T62" fmla="*/ 2147483646 w 57"/>
                <a:gd name="T63" fmla="*/ 2147483646 h 55"/>
                <a:gd name="T64" fmla="*/ 2147483646 w 57"/>
                <a:gd name="T65" fmla="*/ 2147483646 h 55"/>
                <a:gd name="T66" fmla="*/ 2147483646 w 57"/>
                <a:gd name="T67" fmla="*/ 2147483646 h 55"/>
                <a:gd name="T68" fmla="*/ 2147483646 w 57"/>
                <a:gd name="T69" fmla="*/ 2147483646 h 55"/>
                <a:gd name="T70" fmla="*/ 2147483646 w 57"/>
                <a:gd name="T71" fmla="*/ 2147483646 h 55"/>
                <a:gd name="T72" fmla="*/ 2147483646 w 57"/>
                <a:gd name="T73" fmla="*/ 2147483646 h 55"/>
                <a:gd name="T74" fmla="*/ 2147483646 w 57"/>
                <a:gd name="T75" fmla="*/ 2147483646 h 55"/>
                <a:gd name="T76" fmla="*/ 2147483646 w 57"/>
                <a:gd name="T77" fmla="*/ 2147483646 h 55"/>
                <a:gd name="T78" fmla="*/ 2147483646 w 57"/>
                <a:gd name="T79" fmla="*/ 2147483646 h 55"/>
                <a:gd name="T80" fmla="*/ 2147483646 w 57"/>
                <a:gd name="T81" fmla="*/ 2147483646 h 55"/>
                <a:gd name="T82" fmla="*/ 2147483646 w 57"/>
                <a:gd name="T83" fmla="*/ 2147483646 h 55"/>
                <a:gd name="T84" fmla="*/ 2147483646 w 57"/>
                <a:gd name="T85" fmla="*/ 0 h 55"/>
                <a:gd name="T86" fmla="*/ 2147483646 w 57"/>
                <a:gd name="T87" fmla="*/ 0 h 5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7"/>
                <a:gd name="T133" fmla="*/ 0 h 55"/>
                <a:gd name="T134" fmla="*/ 57 w 57"/>
                <a:gd name="T135" fmla="*/ 55 h 5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7" h="55">
                  <a:moveTo>
                    <a:pt x="29" y="0"/>
                  </a:moveTo>
                  <a:lnTo>
                    <a:pt x="27" y="0"/>
                  </a:lnTo>
                  <a:lnTo>
                    <a:pt x="26" y="0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2" y="1"/>
                  </a:lnTo>
                  <a:lnTo>
                    <a:pt x="21" y="1"/>
                  </a:lnTo>
                  <a:lnTo>
                    <a:pt x="20" y="1"/>
                  </a:lnTo>
                  <a:lnTo>
                    <a:pt x="19" y="3"/>
                  </a:lnTo>
                  <a:lnTo>
                    <a:pt x="17" y="3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4" y="5"/>
                  </a:lnTo>
                  <a:lnTo>
                    <a:pt x="13" y="6"/>
                  </a:lnTo>
                  <a:lnTo>
                    <a:pt x="11" y="6"/>
                  </a:lnTo>
                  <a:lnTo>
                    <a:pt x="10" y="7"/>
                  </a:lnTo>
                  <a:lnTo>
                    <a:pt x="9" y="9"/>
                  </a:lnTo>
                  <a:lnTo>
                    <a:pt x="9" y="10"/>
                  </a:lnTo>
                  <a:lnTo>
                    <a:pt x="8" y="10"/>
                  </a:lnTo>
                  <a:lnTo>
                    <a:pt x="7" y="11"/>
                  </a:lnTo>
                  <a:lnTo>
                    <a:pt x="5" y="12"/>
                  </a:lnTo>
                  <a:lnTo>
                    <a:pt x="5" y="13"/>
                  </a:lnTo>
                  <a:lnTo>
                    <a:pt x="4" y="15"/>
                  </a:lnTo>
                  <a:lnTo>
                    <a:pt x="4" y="16"/>
                  </a:lnTo>
                  <a:lnTo>
                    <a:pt x="3" y="17"/>
                  </a:lnTo>
                  <a:lnTo>
                    <a:pt x="3" y="18"/>
                  </a:lnTo>
                  <a:lnTo>
                    <a:pt x="3" y="19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2" y="24"/>
                  </a:lnTo>
                  <a:lnTo>
                    <a:pt x="2" y="25"/>
                  </a:lnTo>
                  <a:lnTo>
                    <a:pt x="2" y="27"/>
                  </a:lnTo>
                  <a:lnTo>
                    <a:pt x="0" y="28"/>
                  </a:lnTo>
                  <a:lnTo>
                    <a:pt x="2" y="29"/>
                  </a:lnTo>
                  <a:lnTo>
                    <a:pt x="2" y="30"/>
                  </a:lnTo>
                  <a:lnTo>
                    <a:pt x="2" y="33"/>
                  </a:lnTo>
                  <a:lnTo>
                    <a:pt x="2" y="34"/>
                  </a:lnTo>
                  <a:lnTo>
                    <a:pt x="2" y="35"/>
                  </a:lnTo>
                  <a:lnTo>
                    <a:pt x="3" y="36"/>
                  </a:lnTo>
                  <a:lnTo>
                    <a:pt x="3" y="37"/>
                  </a:lnTo>
                  <a:lnTo>
                    <a:pt x="3" y="39"/>
                  </a:lnTo>
                  <a:lnTo>
                    <a:pt x="4" y="40"/>
                  </a:lnTo>
                  <a:lnTo>
                    <a:pt x="4" y="41"/>
                  </a:lnTo>
                  <a:lnTo>
                    <a:pt x="5" y="42"/>
                  </a:lnTo>
                  <a:lnTo>
                    <a:pt x="5" y="43"/>
                  </a:lnTo>
                  <a:lnTo>
                    <a:pt x="7" y="45"/>
                  </a:lnTo>
                  <a:lnTo>
                    <a:pt x="8" y="46"/>
                  </a:lnTo>
                  <a:lnTo>
                    <a:pt x="9" y="47"/>
                  </a:lnTo>
                  <a:lnTo>
                    <a:pt x="9" y="48"/>
                  </a:lnTo>
                  <a:lnTo>
                    <a:pt x="10" y="48"/>
                  </a:lnTo>
                  <a:lnTo>
                    <a:pt x="11" y="49"/>
                  </a:lnTo>
                  <a:lnTo>
                    <a:pt x="13" y="51"/>
                  </a:lnTo>
                  <a:lnTo>
                    <a:pt x="14" y="51"/>
                  </a:lnTo>
                  <a:lnTo>
                    <a:pt x="15" y="52"/>
                  </a:lnTo>
                  <a:lnTo>
                    <a:pt x="16" y="52"/>
                  </a:lnTo>
                  <a:lnTo>
                    <a:pt x="17" y="53"/>
                  </a:lnTo>
                  <a:lnTo>
                    <a:pt x="19" y="53"/>
                  </a:lnTo>
                  <a:lnTo>
                    <a:pt x="20" y="54"/>
                  </a:lnTo>
                  <a:lnTo>
                    <a:pt x="21" y="54"/>
                  </a:lnTo>
                  <a:lnTo>
                    <a:pt x="22" y="55"/>
                  </a:lnTo>
                  <a:lnTo>
                    <a:pt x="23" y="55"/>
                  </a:lnTo>
                  <a:lnTo>
                    <a:pt x="25" y="55"/>
                  </a:lnTo>
                  <a:lnTo>
                    <a:pt x="26" y="55"/>
                  </a:lnTo>
                  <a:lnTo>
                    <a:pt x="27" y="55"/>
                  </a:lnTo>
                  <a:lnTo>
                    <a:pt x="29" y="55"/>
                  </a:lnTo>
                  <a:lnTo>
                    <a:pt x="31" y="55"/>
                  </a:lnTo>
                  <a:lnTo>
                    <a:pt x="32" y="55"/>
                  </a:lnTo>
                  <a:lnTo>
                    <a:pt x="33" y="55"/>
                  </a:lnTo>
                  <a:lnTo>
                    <a:pt x="34" y="55"/>
                  </a:lnTo>
                  <a:lnTo>
                    <a:pt x="35" y="55"/>
                  </a:lnTo>
                  <a:lnTo>
                    <a:pt x="38" y="54"/>
                  </a:lnTo>
                  <a:lnTo>
                    <a:pt x="39" y="54"/>
                  </a:lnTo>
                  <a:lnTo>
                    <a:pt x="40" y="53"/>
                  </a:lnTo>
                  <a:lnTo>
                    <a:pt x="41" y="53"/>
                  </a:lnTo>
                  <a:lnTo>
                    <a:pt x="43" y="52"/>
                  </a:lnTo>
                  <a:lnTo>
                    <a:pt x="44" y="52"/>
                  </a:lnTo>
                  <a:lnTo>
                    <a:pt x="45" y="51"/>
                  </a:lnTo>
                  <a:lnTo>
                    <a:pt x="46" y="51"/>
                  </a:lnTo>
                  <a:lnTo>
                    <a:pt x="46" y="49"/>
                  </a:lnTo>
                  <a:lnTo>
                    <a:pt x="47" y="48"/>
                  </a:lnTo>
                  <a:lnTo>
                    <a:pt x="49" y="48"/>
                  </a:lnTo>
                  <a:lnTo>
                    <a:pt x="50" y="47"/>
                  </a:lnTo>
                  <a:lnTo>
                    <a:pt x="51" y="46"/>
                  </a:lnTo>
                  <a:lnTo>
                    <a:pt x="51" y="45"/>
                  </a:lnTo>
                  <a:lnTo>
                    <a:pt x="52" y="43"/>
                  </a:lnTo>
                  <a:lnTo>
                    <a:pt x="53" y="42"/>
                  </a:lnTo>
                  <a:lnTo>
                    <a:pt x="53" y="41"/>
                  </a:lnTo>
                  <a:lnTo>
                    <a:pt x="55" y="40"/>
                  </a:lnTo>
                  <a:lnTo>
                    <a:pt x="55" y="39"/>
                  </a:lnTo>
                  <a:lnTo>
                    <a:pt x="55" y="37"/>
                  </a:lnTo>
                  <a:lnTo>
                    <a:pt x="56" y="36"/>
                  </a:lnTo>
                  <a:lnTo>
                    <a:pt x="56" y="35"/>
                  </a:lnTo>
                  <a:lnTo>
                    <a:pt x="56" y="34"/>
                  </a:lnTo>
                  <a:lnTo>
                    <a:pt x="57" y="33"/>
                  </a:lnTo>
                  <a:lnTo>
                    <a:pt x="57" y="30"/>
                  </a:lnTo>
                  <a:lnTo>
                    <a:pt x="57" y="29"/>
                  </a:lnTo>
                  <a:lnTo>
                    <a:pt x="57" y="28"/>
                  </a:lnTo>
                  <a:lnTo>
                    <a:pt x="57" y="27"/>
                  </a:lnTo>
                  <a:lnTo>
                    <a:pt x="57" y="25"/>
                  </a:lnTo>
                  <a:lnTo>
                    <a:pt x="57" y="24"/>
                  </a:lnTo>
                  <a:lnTo>
                    <a:pt x="56" y="22"/>
                  </a:lnTo>
                  <a:lnTo>
                    <a:pt x="56" y="21"/>
                  </a:lnTo>
                  <a:lnTo>
                    <a:pt x="56" y="19"/>
                  </a:lnTo>
                  <a:lnTo>
                    <a:pt x="55" y="18"/>
                  </a:lnTo>
                  <a:lnTo>
                    <a:pt x="55" y="17"/>
                  </a:lnTo>
                  <a:lnTo>
                    <a:pt x="55" y="16"/>
                  </a:lnTo>
                  <a:lnTo>
                    <a:pt x="53" y="15"/>
                  </a:lnTo>
                  <a:lnTo>
                    <a:pt x="53" y="13"/>
                  </a:lnTo>
                  <a:lnTo>
                    <a:pt x="52" y="12"/>
                  </a:lnTo>
                  <a:lnTo>
                    <a:pt x="51" y="11"/>
                  </a:lnTo>
                  <a:lnTo>
                    <a:pt x="51" y="10"/>
                  </a:lnTo>
                  <a:lnTo>
                    <a:pt x="50" y="10"/>
                  </a:lnTo>
                  <a:lnTo>
                    <a:pt x="49" y="9"/>
                  </a:lnTo>
                  <a:lnTo>
                    <a:pt x="47" y="7"/>
                  </a:lnTo>
                  <a:lnTo>
                    <a:pt x="46" y="6"/>
                  </a:lnTo>
                  <a:lnTo>
                    <a:pt x="45" y="5"/>
                  </a:lnTo>
                  <a:lnTo>
                    <a:pt x="44" y="4"/>
                  </a:lnTo>
                  <a:lnTo>
                    <a:pt x="43" y="4"/>
                  </a:lnTo>
                  <a:lnTo>
                    <a:pt x="41" y="3"/>
                  </a:lnTo>
                  <a:lnTo>
                    <a:pt x="40" y="3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5" y="1"/>
                  </a:lnTo>
                  <a:lnTo>
                    <a:pt x="34" y="0"/>
                  </a:lnTo>
                  <a:lnTo>
                    <a:pt x="33" y="0"/>
                  </a:lnTo>
                  <a:lnTo>
                    <a:pt x="32" y="0"/>
                  </a:lnTo>
                  <a:lnTo>
                    <a:pt x="31" y="0"/>
                  </a:lnTo>
                  <a:lnTo>
                    <a:pt x="29" y="0"/>
                  </a:lnTo>
                </a:path>
              </a:pathLst>
            </a:custGeom>
            <a:solidFill>
              <a:srgbClr val="0000FF"/>
            </a:solidFill>
            <a:ln w="19050">
              <a:solidFill>
                <a:srgbClr val="0000FF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" name="Freeform 27">
              <a:extLst>
                <a:ext uri="{FF2B5EF4-FFF2-40B4-BE49-F238E27FC236}">
                  <a16:creationId xmlns:a16="http://schemas.microsoft.com/office/drawing/2014/main" id="{58601FEB-8BF0-4564-AEAA-FA9DFCC20DB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128000" y="3035300"/>
              <a:ext cx="131763" cy="44450"/>
            </a:xfrm>
            <a:custGeom>
              <a:avLst/>
              <a:gdLst>
                <a:gd name="T0" fmla="*/ 0 w 145"/>
                <a:gd name="T1" fmla="*/ 2147483646 h 48"/>
                <a:gd name="T2" fmla="*/ 2147483646 w 145"/>
                <a:gd name="T3" fmla="*/ 2147483646 h 48"/>
                <a:gd name="T4" fmla="*/ 0 w 145"/>
                <a:gd name="T5" fmla="*/ 0 h 48"/>
                <a:gd name="T6" fmla="*/ 0 w 145"/>
                <a:gd name="T7" fmla="*/ 2147483646 h 48"/>
                <a:gd name="T8" fmla="*/ 0 w 145"/>
                <a:gd name="T9" fmla="*/ 2147483646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5"/>
                <a:gd name="T16" fmla="*/ 0 h 48"/>
                <a:gd name="T17" fmla="*/ 145 w 145"/>
                <a:gd name="T18" fmla="*/ 48 h 4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5" h="48">
                  <a:moveTo>
                    <a:pt x="0" y="48"/>
                  </a:moveTo>
                  <a:lnTo>
                    <a:pt x="145" y="24"/>
                  </a:lnTo>
                  <a:lnTo>
                    <a:pt x="0" y="0"/>
                  </a:lnTo>
                  <a:lnTo>
                    <a:pt x="0" y="2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9" name="Line 28">
              <a:extLst>
                <a:ext uri="{FF2B5EF4-FFF2-40B4-BE49-F238E27FC236}">
                  <a16:creationId xmlns:a16="http://schemas.microsoft.com/office/drawing/2014/main" id="{9595337F-A62F-4161-8BE9-32647B652FB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7732713" y="3057525"/>
              <a:ext cx="395287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" name="Rectangle 29">
              <a:extLst>
                <a:ext uri="{FF2B5EF4-FFF2-40B4-BE49-F238E27FC236}">
                  <a16:creationId xmlns:a16="http://schemas.microsoft.com/office/drawing/2014/main" id="{35580159-24C6-42E1-8941-CFD69AAF101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006475" y="2806700"/>
              <a:ext cx="2428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</a:p>
          </p:txBody>
        </p:sp>
        <p:sp>
          <p:nvSpPr>
            <p:cNvPr id="61" name="Rectangle 30">
              <a:extLst>
                <a:ext uri="{FF2B5EF4-FFF2-40B4-BE49-F238E27FC236}">
                  <a16:creationId xmlns:a16="http://schemas.microsoft.com/office/drawing/2014/main" id="{E528882A-76FA-477A-AA68-0D8919E89A1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393113" y="2947988"/>
              <a:ext cx="17462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Z </a:t>
              </a:r>
            </a:p>
          </p:txBody>
        </p:sp>
        <p:sp>
          <p:nvSpPr>
            <p:cNvPr id="62" name="Rectangle 31">
              <a:extLst>
                <a:ext uri="{FF2B5EF4-FFF2-40B4-BE49-F238E27FC236}">
                  <a16:creationId xmlns:a16="http://schemas.microsoft.com/office/drawing/2014/main" id="{75B5B24B-E8E5-47FC-9CCE-A53B025F312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392863" y="2811463"/>
              <a:ext cx="1262062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Combinational </a:t>
              </a:r>
            </a:p>
          </p:txBody>
        </p:sp>
        <p:sp>
          <p:nvSpPr>
            <p:cNvPr id="63" name="Rectangle 32">
              <a:extLst>
                <a:ext uri="{FF2B5EF4-FFF2-40B4-BE49-F238E27FC236}">
                  <a16:creationId xmlns:a16="http://schemas.microsoft.com/office/drawing/2014/main" id="{103D4B07-0E44-499D-BEF7-28109E7816E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238875" y="2509838"/>
              <a:ext cx="1493838" cy="1096962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" name="Rectangle 33">
              <a:extLst>
                <a:ext uri="{FF2B5EF4-FFF2-40B4-BE49-F238E27FC236}">
                  <a16:creationId xmlns:a16="http://schemas.microsoft.com/office/drawing/2014/main" id="{8EF0114F-7D2D-4C88-A5B8-F02ABB55C28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29413" y="3038475"/>
              <a:ext cx="573087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circuit </a:t>
              </a:r>
            </a:p>
          </p:txBody>
        </p:sp>
        <p:sp>
          <p:nvSpPr>
            <p:cNvPr id="65" name="Shape 640">
              <a:extLst>
                <a:ext uri="{FF2B5EF4-FFF2-40B4-BE49-F238E27FC236}">
                  <a16:creationId xmlns:a16="http://schemas.microsoft.com/office/drawing/2014/main" id="{AC8F61D1-9CCB-46DD-96CE-61F490C102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1013" y="2803525"/>
              <a:ext cx="395287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Q(t) </a:t>
              </a:r>
            </a:p>
          </p:txBody>
        </p:sp>
        <p:sp>
          <p:nvSpPr>
            <p:cNvPr id="66" name="Shape 643">
              <a:extLst>
                <a:ext uri="{FF2B5EF4-FFF2-40B4-BE49-F238E27FC236}">
                  <a16:creationId xmlns:a16="http://schemas.microsoft.com/office/drawing/2014/main" id="{2E889DD2-9CEA-4865-8FB7-2086C31292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08388" y="2803525"/>
              <a:ext cx="6127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Q(t+1)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10440825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265" name="Shape 979">
            <a:extLst>
              <a:ext uri="{FF2B5EF4-FFF2-40B4-BE49-F238E27FC236}">
                <a16:creationId xmlns:a16="http://schemas.microsoft.com/office/drawing/2014/main" id="{4B979CB2-CE39-4C2B-BEB1-FDD4BB9934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88900"/>
            <a:ext cx="9144000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Summary: Designing a </a:t>
            </a: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Mealy/Moore</a:t>
            </a: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 Machine</a:t>
            </a:r>
          </a:p>
        </p:txBody>
      </p:sp>
      <p:sp>
        <p:nvSpPr>
          <p:cNvPr id="139266" name="Shape 980">
            <a:extLst>
              <a:ext uri="{FF2B5EF4-FFF2-40B4-BE49-F238E27FC236}">
                <a16:creationId xmlns:a16="http://schemas.microsoft.com/office/drawing/2014/main" id="{E05A3078-FB84-4716-8B0F-42E61E1BC0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038" y="898525"/>
            <a:ext cx="7802562" cy="4968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 marL="457200" indent="-3937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577850" marR="0" lvl="0" indent="-514350" algn="l" defTabSz="914400" rtl="0" eaLnBrk="1" fontAlgn="base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>
                <a:srgbClr val="000000"/>
              </a:buClr>
              <a:buSzTx/>
              <a:buFont typeface="+mj-lt"/>
              <a:buAutoNum type="arabicPeriod"/>
              <a:tabLst/>
              <a:defRPr/>
            </a:pPr>
            <a:r>
              <a:rPr kumimoji="0" lang="en-US" alt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Obtain the circuit specification</a:t>
            </a:r>
          </a:p>
          <a:p>
            <a:pPr marL="577850" marR="0" lvl="0" indent="-514350" algn="l" defTabSz="914400" rtl="0" eaLnBrk="1" fontAlgn="base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>
                <a:srgbClr val="000000"/>
              </a:buClr>
              <a:buSzTx/>
              <a:buFont typeface="+mj-lt"/>
              <a:buAutoNum type="arabicPeriod"/>
              <a:tabLst/>
              <a:defRPr/>
            </a:pPr>
            <a:r>
              <a:rPr kumimoji="0" lang="en-US" alt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Derive a state diagram</a:t>
            </a:r>
          </a:p>
          <a:p>
            <a:pPr marL="577850" marR="0" lvl="0" indent="-514350" algn="l" defTabSz="914400" rtl="0" eaLnBrk="1" fontAlgn="base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>
                <a:srgbClr val="000000"/>
              </a:buClr>
              <a:buSzTx/>
              <a:buFont typeface="+mj-lt"/>
              <a:buAutoNum type="arabicPeriod"/>
              <a:tabLst/>
              <a:defRPr/>
            </a:pPr>
            <a:r>
              <a:rPr kumimoji="0" lang="en-US" alt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Derive the state table</a:t>
            </a:r>
          </a:p>
          <a:p>
            <a:pPr marL="577850" marR="0" lvl="0" indent="-514350" algn="l" defTabSz="914400" rtl="0" eaLnBrk="1" fontAlgn="base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>
                <a:srgbClr val="000000"/>
              </a:buClr>
              <a:buSzTx/>
              <a:buFont typeface="+mj-lt"/>
              <a:buAutoNum type="arabicPeriod"/>
              <a:tabLst/>
              <a:defRPr/>
            </a:pPr>
            <a:r>
              <a:rPr kumimoji="0" lang="en-US" alt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Decide on a state encoding</a:t>
            </a:r>
          </a:p>
          <a:p>
            <a:pPr marL="577850" marR="0" lvl="0" indent="-514350" algn="l" defTabSz="914400" rtl="0" eaLnBrk="1" fontAlgn="base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>
                <a:srgbClr val="000000"/>
              </a:buClr>
              <a:buSzTx/>
              <a:buFont typeface="+mj-lt"/>
              <a:buAutoNum type="arabicPeriod"/>
              <a:tabLst/>
              <a:defRPr/>
            </a:pPr>
            <a:r>
              <a:rPr kumimoji="0" lang="en-US" alt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Encode the state table</a:t>
            </a:r>
          </a:p>
          <a:p>
            <a:pPr marL="577850" marR="0" lvl="0" indent="-514350" algn="l" defTabSz="914400" rtl="0" eaLnBrk="1" fontAlgn="base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>
                <a:srgbClr val="000000"/>
              </a:buClr>
              <a:buSzTx/>
              <a:buFont typeface="+mj-lt"/>
              <a:buAutoNum type="arabicPeriod"/>
              <a:tabLst/>
              <a:defRPr/>
            </a:pPr>
            <a:r>
              <a:rPr kumimoji="0" lang="en-US" alt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Derive the output logic and next-state logic</a:t>
            </a:r>
          </a:p>
          <a:p>
            <a:pPr marL="577850" marR="0" lvl="0" indent="-514350" algn="l" defTabSz="914400" rtl="0" eaLnBrk="1" fontAlgn="base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>
                <a:srgbClr val="000000"/>
              </a:buClr>
              <a:buSzTx/>
              <a:buFont typeface="+mj-lt"/>
              <a:buAutoNum type="arabicPeriod"/>
              <a:tabLst/>
              <a:defRPr/>
            </a:pPr>
            <a:r>
              <a:rPr kumimoji="0" lang="en-US" alt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Draw the Circuit Diagram</a:t>
            </a:r>
          </a:p>
          <a:p>
            <a:pPr marL="577850" marR="0" lvl="0" indent="-514350" algn="l" defTabSz="914400" rtl="0" eaLnBrk="1" fontAlgn="base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>
                <a:srgbClr val="000000"/>
              </a:buClr>
              <a:buSzTx/>
              <a:buFont typeface="+mj-lt"/>
              <a:buAutoNum type="arabicPeriod"/>
              <a:tabLst/>
              <a:defRPr/>
            </a:pPr>
            <a:r>
              <a:rPr kumimoji="0" lang="en-US" alt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Add a reset signal</a:t>
            </a:r>
          </a:p>
        </p:txBody>
      </p:sp>
    </p:spTree>
    <p:extLst>
      <p:ext uri="{BB962C8B-B14F-4D97-AF65-F5344CB8AC3E}">
        <p14:creationId xmlns:p14="http://schemas.microsoft.com/office/powerpoint/2010/main" val="36120998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2">
            <a:extLst>
              <a:ext uri="{FF2B5EF4-FFF2-40B4-BE49-F238E27FC236}">
                <a16:creationId xmlns:a16="http://schemas.microsoft.com/office/drawing/2014/main" id="{5ABC0387-2829-F84C-AE96-8FD8F6166C75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76200"/>
            <a:ext cx="9144000" cy="578451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State diagram for the serial adder FSM</a:t>
            </a:r>
          </a:p>
        </p:txBody>
      </p:sp>
      <p:sp>
        <p:nvSpPr>
          <p:cNvPr id="33795" name="TextBox 125">
            <a:extLst>
              <a:ext uri="{FF2B5EF4-FFF2-40B4-BE49-F238E27FC236}">
                <a16:creationId xmlns:a16="http://schemas.microsoft.com/office/drawing/2014/main" id="{2B879134-0DFF-4662-9351-617395C550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151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6.40 from the textbook ]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3F94B67A-24B1-4723-9AC0-E58E45CC02AE}"/>
              </a:ext>
            </a:extLst>
          </p:cNvPr>
          <p:cNvGrpSpPr/>
          <p:nvPr/>
        </p:nvGrpSpPr>
        <p:grpSpPr>
          <a:xfrm>
            <a:off x="43101" y="3733800"/>
            <a:ext cx="6891099" cy="2971800"/>
            <a:chOff x="43101" y="3922534"/>
            <a:chExt cx="6891099" cy="2593976"/>
          </a:xfrm>
        </p:grpSpPr>
        <p:pic>
          <p:nvPicPr>
            <p:cNvPr id="2" name="Picture 1">
              <a:extLst>
                <a:ext uri="{FF2B5EF4-FFF2-40B4-BE49-F238E27FC236}">
                  <a16:creationId xmlns:a16="http://schemas.microsoft.com/office/drawing/2014/main" id="{8C9E0938-365F-4E71-ADCD-8EF1067F4D39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43101" y="4190999"/>
              <a:ext cx="6891099" cy="2325511"/>
            </a:xfrm>
            <a:prstGeom prst="rect">
              <a:avLst/>
            </a:prstGeom>
          </p:spPr>
        </p:pic>
        <p:sp>
          <p:nvSpPr>
            <p:cNvPr id="5" name="Rectangle 38">
              <a:extLst>
                <a:ext uri="{FF2B5EF4-FFF2-40B4-BE49-F238E27FC236}">
                  <a16:creationId xmlns:a16="http://schemas.microsoft.com/office/drawing/2014/main" id="{0E1783FF-F8A7-467D-9219-A34F96509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400" y="3922534"/>
              <a:ext cx="17462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A 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793" name="Picture 3" descr="figure8">
            <a:extLst>
              <a:ext uri="{FF2B5EF4-FFF2-40B4-BE49-F238E27FC236}">
                <a16:creationId xmlns:a16="http://schemas.microsoft.com/office/drawing/2014/main" id="{7A5C301F-1ED5-47AD-8EC6-29A70D78C7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60725" y="762000"/>
            <a:ext cx="5502275" cy="297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Rectangle 2">
            <a:extLst>
              <a:ext uri="{FF2B5EF4-FFF2-40B4-BE49-F238E27FC236}">
                <a16:creationId xmlns:a16="http://schemas.microsoft.com/office/drawing/2014/main" id="{5ABC0387-2829-F84C-AE96-8FD8F6166C75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76200"/>
            <a:ext cx="9144000" cy="4572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State diagram for the serial adder FSM</a:t>
            </a:r>
          </a:p>
        </p:txBody>
      </p:sp>
      <p:sp>
        <p:nvSpPr>
          <p:cNvPr id="33795" name="TextBox 125">
            <a:extLst>
              <a:ext uri="{FF2B5EF4-FFF2-40B4-BE49-F238E27FC236}">
                <a16:creationId xmlns:a16="http://schemas.microsoft.com/office/drawing/2014/main" id="{2B879134-0DFF-4662-9351-617395C550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151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6.40 from the textbook ]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A0C00F76-9E73-4C3A-BA16-7BEF5A523C9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3101" y="3733800"/>
            <a:ext cx="7348299" cy="2743200"/>
          </a:xfrm>
          <a:prstGeom prst="rect">
            <a:avLst/>
          </a:prstGeom>
        </p:spPr>
      </p:pic>
      <p:sp>
        <p:nvSpPr>
          <p:cNvPr id="6" name="Rectangle 38">
            <a:extLst>
              <a:ext uri="{FF2B5EF4-FFF2-40B4-BE49-F238E27FC236}">
                <a16:creationId xmlns:a16="http://schemas.microsoft.com/office/drawing/2014/main" id="{A8082DEF-E9D9-4CC2-90FE-EFE5A5B72A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9800" y="3459162"/>
            <a:ext cx="17462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A 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55257993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817" name="Picture 3" descr="figure8">
            <a:extLst>
              <a:ext uri="{FF2B5EF4-FFF2-40B4-BE49-F238E27FC236}">
                <a16:creationId xmlns:a16="http://schemas.microsoft.com/office/drawing/2014/main" id="{C0042E34-E30E-499C-9743-5D3C7312AF0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41500" y="1620838"/>
            <a:ext cx="5502275" cy="297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Rectangle 2">
            <a:extLst>
              <a:ext uri="{FF2B5EF4-FFF2-40B4-BE49-F238E27FC236}">
                <a16:creationId xmlns:a16="http://schemas.microsoft.com/office/drawing/2014/main" id="{359704A9-5D16-4F46-95C2-99FA51337414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762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State diagram for the serial adder FSM</a:t>
            </a:r>
          </a:p>
        </p:txBody>
      </p:sp>
      <p:sp>
        <p:nvSpPr>
          <p:cNvPr id="34819" name="TextBox 125">
            <a:extLst>
              <a:ext uri="{FF2B5EF4-FFF2-40B4-BE49-F238E27FC236}">
                <a16:creationId xmlns:a16="http://schemas.microsoft.com/office/drawing/2014/main" id="{A99AB704-2B47-4A00-B412-F9643F4FA4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151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6.40 from the textbook ]</a:t>
            </a:r>
          </a:p>
        </p:txBody>
      </p:sp>
      <p:grpSp>
        <p:nvGrpSpPr>
          <p:cNvPr id="34820" name="Group 11">
            <a:extLst>
              <a:ext uri="{FF2B5EF4-FFF2-40B4-BE49-F238E27FC236}">
                <a16:creationId xmlns:a16="http://schemas.microsoft.com/office/drawing/2014/main" id="{38FB2AD2-0E6D-4878-A626-F28F886DFC14}"/>
              </a:ext>
            </a:extLst>
          </p:cNvPr>
          <p:cNvGrpSpPr>
            <a:grpSpLocks/>
          </p:cNvGrpSpPr>
          <p:nvPr/>
        </p:nvGrpSpPr>
        <p:grpSpPr bwMode="auto">
          <a:xfrm>
            <a:off x="152400" y="3810000"/>
            <a:ext cx="2819400" cy="2851150"/>
            <a:chOff x="152400" y="3810000"/>
            <a:chExt cx="2819400" cy="2850715"/>
          </a:xfrm>
        </p:grpSpPr>
        <p:pic>
          <p:nvPicPr>
            <p:cNvPr id="34821" name="Picture 12" descr="Screen shot 2013-10-02 at 3.26.06 PM.png">
              <a:extLst>
                <a:ext uri="{FF2B5EF4-FFF2-40B4-BE49-F238E27FC236}">
                  <a16:creationId xmlns:a16="http://schemas.microsoft.com/office/drawing/2014/main" id="{F724CD60-BE96-49B1-AEAD-57A3D8434F6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2400" y="3810000"/>
              <a:ext cx="2819400" cy="2850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4822" name="Picture 20" descr="Screen shot 2013-10-02 at 3.42.40 PM.png">
              <a:extLst>
                <a:ext uri="{FF2B5EF4-FFF2-40B4-BE49-F238E27FC236}">
                  <a16:creationId xmlns:a16="http://schemas.microsoft.com/office/drawing/2014/main" id="{C22D8012-3BE6-4156-8D1B-F804EB2315B1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35760" y="3830320"/>
              <a:ext cx="510595" cy="381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841" name="Group 11">
            <a:extLst>
              <a:ext uri="{FF2B5EF4-FFF2-40B4-BE49-F238E27FC236}">
                <a16:creationId xmlns:a16="http://schemas.microsoft.com/office/drawing/2014/main" id="{9709D926-6BBE-4D92-9286-EE276B813C81}"/>
              </a:ext>
            </a:extLst>
          </p:cNvPr>
          <p:cNvGrpSpPr>
            <a:grpSpLocks/>
          </p:cNvGrpSpPr>
          <p:nvPr/>
        </p:nvGrpSpPr>
        <p:grpSpPr bwMode="auto">
          <a:xfrm>
            <a:off x="152400" y="3810000"/>
            <a:ext cx="2819400" cy="2851150"/>
            <a:chOff x="152400" y="3810000"/>
            <a:chExt cx="2819400" cy="2850715"/>
          </a:xfrm>
        </p:grpSpPr>
        <p:pic>
          <p:nvPicPr>
            <p:cNvPr id="35849" name="Picture 12" descr="Screen shot 2013-10-02 at 3.26.06 PM.png">
              <a:extLst>
                <a:ext uri="{FF2B5EF4-FFF2-40B4-BE49-F238E27FC236}">
                  <a16:creationId xmlns:a16="http://schemas.microsoft.com/office/drawing/2014/main" id="{4E833B81-FC10-4FAA-A80F-65F1DCBB61D7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2400" y="3810000"/>
              <a:ext cx="2819400" cy="2850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5850" name="Picture 20" descr="Screen shot 2013-10-02 at 3.42.40 PM.png">
              <a:extLst>
                <a:ext uri="{FF2B5EF4-FFF2-40B4-BE49-F238E27FC236}">
                  <a16:creationId xmlns:a16="http://schemas.microsoft.com/office/drawing/2014/main" id="{5AD04570-5BB1-49C8-BDF6-03EEDB7E3FA6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35760" y="3830320"/>
              <a:ext cx="510595" cy="381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35842" name="Picture 3" descr="figure8">
            <a:extLst>
              <a:ext uri="{FF2B5EF4-FFF2-40B4-BE49-F238E27FC236}">
                <a16:creationId xmlns:a16="http://schemas.microsoft.com/office/drawing/2014/main" id="{6A963CD7-61C4-4991-99C8-A50A3D84964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41500" y="1620838"/>
            <a:ext cx="5502275" cy="297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Rectangle 2">
            <a:extLst>
              <a:ext uri="{FF2B5EF4-FFF2-40B4-BE49-F238E27FC236}">
                <a16:creationId xmlns:a16="http://schemas.microsoft.com/office/drawing/2014/main" id="{B52D5353-CC6B-FA41-8448-3B4F07563D4A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762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State diagram for the serial adder FSM</a:t>
            </a:r>
          </a:p>
        </p:txBody>
      </p:sp>
      <p:sp>
        <p:nvSpPr>
          <p:cNvPr id="35844" name="TextBox 125">
            <a:extLst>
              <a:ext uri="{FF2B5EF4-FFF2-40B4-BE49-F238E27FC236}">
                <a16:creationId xmlns:a16="http://schemas.microsoft.com/office/drawing/2014/main" id="{8897F09A-F59C-4A11-AEBB-DDD7B12288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151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6.40 from the textbook ]</a:t>
            </a:r>
          </a:p>
        </p:txBody>
      </p:sp>
      <p:sp>
        <p:nvSpPr>
          <p:cNvPr id="35845" name="Rectangle 1">
            <a:extLst>
              <a:ext uri="{FF2B5EF4-FFF2-40B4-BE49-F238E27FC236}">
                <a16:creationId xmlns:a16="http://schemas.microsoft.com/office/drawing/2014/main" id="{67AA8B77-DE55-4BC6-9961-BBE567BF4B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163" y="4308475"/>
            <a:ext cx="274637" cy="1106488"/>
          </a:xfrm>
          <a:prstGeom prst="rect">
            <a:avLst/>
          </a:prstGeom>
          <a:noFill/>
          <a:ln w="3810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5846" name="Rectangle 1">
            <a:extLst>
              <a:ext uri="{FF2B5EF4-FFF2-40B4-BE49-F238E27FC236}">
                <a16:creationId xmlns:a16="http://schemas.microsoft.com/office/drawing/2014/main" id="{D68F06E6-0A8E-4CC4-AFD5-4D30FE00F9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1638" y="5465763"/>
            <a:ext cx="274637" cy="1108075"/>
          </a:xfrm>
          <a:prstGeom prst="rect">
            <a:avLst/>
          </a:prstGeom>
          <a:noFill/>
          <a:ln w="38100">
            <a:solidFill>
              <a:srgbClr val="6600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5847" name="Rectangle 1">
            <a:extLst>
              <a:ext uri="{FF2B5EF4-FFF2-40B4-BE49-F238E27FC236}">
                <a16:creationId xmlns:a16="http://schemas.microsoft.com/office/drawing/2014/main" id="{810DE9FC-7D75-4D6E-9630-F373FF4C19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62325" y="2692400"/>
            <a:ext cx="336550" cy="365125"/>
          </a:xfrm>
          <a:prstGeom prst="rect">
            <a:avLst/>
          </a:prstGeom>
          <a:noFill/>
          <a:ln w="3810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5848" name="Rectangle 1">
            <a:extLst>
              <a:ext uri="{FF2B5EF4-FFF2-40B4-BE49-F238E27FC236}">
                <a16:creationId xmlns:a16="http://schemas.microsoft.com/office/drawing/2014/main" id="{0478BDEF-8CAF-4009-9405-1BDF483DE4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16563" y="2687638"/>
            <a:ext cx="334962" cy="365125"/>
          </a:xfrm>
          <a:prstGeom prst="rect">
            <a:avLst/>
          </a:prstGeom>
          <a:noFill/>
          <a:ln w="38100">
            <a:solidFill>
              <a:srgbClr val="6600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865" name="Picture 3" descr="figure8">
            <a:extLst>
              <a:ext uri="{FF2B5EF4-FFF2-40B4-BE49-F238E27FC236}">
                <a16:creationId xmlns:a16="http://schemas.microsoft.com/office/drawing/2014/main" id="{5C6F6977-43BD-4489-9800-9A9A8E99D03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41500" y="1620838"/>
            <a:ext cx="5502275" cy="297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Rectangle 2">
            <a:extLst>
              <a:ext uri="{FF2B5EF4-FFF2-40B4-BE49-F238E27FC236}">
                <a16:creationId xmlns:a16="http://schemas.microsoft.com/office/drawing/2014/main" id="{EAB2A8F3-3305-E048-A49C-83C01E1FF677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762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State diagram for the serial adder FSM</a:t>
            </a:r>
          </a:p>
        </p:txBody>
      </p:sp>
      <p:grpSp>
        <p:nvGrpSpPr>
          <p:cNvPr id="36867" name="Group 1">
            <a:extLst>
              <a:ext uri="{FF2B5EF4-FFF2-40B4-BE49-F238E27FC236}">
                <a16:creationId xmlns:a16="http://schemas.microsoft.com/office/drawing/2014/main" id="{37D2F289-0670-4B15-9169-51CEA2C6D472}"/>
              </a:ext>
            </a:extLst>
          </p:cNvPr>
          <p:cNvGrpSpPr>
            <a:grpSpLocks/>
          </p:cNvGrpSpPr>
          <p:nvPr/>
        </p:nvGrpSpPr>
        <p:grpSpPr bwMode="auto">
          <a:xfrm>
            <a:off x="152400" y="3810000"/>
            <a:ext cx="2819400" cy="2851150"/>
            <a:chOff x="152400" y="3810000"/>
            <a:chExt cx="2819400" cy="2850715"/>
          </a:xfrm>
        </p:grpSpPr>
        <p:pic>
          <p:nvPicPr>
            <p:cNvPr id="36871" name="Picture 5" descr="Screen shot 2013-10-02 at 3.26.06 PM.png">
              <a:extLst>
                <a:ext uri="{FF2B5EF4-FFF2-40B4-BE49-F238E27FC236}">
                  <a16:creationId xmlns:a16="http://schemas.microsoft.com/office/drawing/2014/main" id="{D06FB562-AF6E-497A-B564-512A3CBAF066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2400" y="3810000"/>
              <a:ext cx="2819400" cy="2850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6872" name="Picture 20" descr="Screen shot 2013-10-02 at 3.42.40 PM.png">
              <a:extLst>
                <a:ext uri="{FF2B5EF4-FFF2-40B4-BE49-F238E27FC236}">
                  <a16:creationId xmlns:a16="http://schemas.microsoft.com/office/drawing/2014/main" id="{E99C8887-2A5F-4E7D-88CF-9F3D9068DFA7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35760" y="3830320"/>
              <a:ext cx="510595" cy="381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6868" name="Rectangle 1">
            <a:extLst>
              <a:ext uri="{FF2B5EF4-FFF2-40B4-BE49-F238E27FC236}">
                <a16:creationId xmlns:a16="http://schemas.microsoft.com/office/drawing/2014/main" id="{80C79A43-82EB-4B1E-962C-5186E010EE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5963" y="4378325"/>
            <a:ext cx="685800" cy="265113"/>
          </a:xfrm>
          <a:prstGeom prst="rect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6869" name="Rectangle 1">
            <a:extLst>
              <a:ext uri="{FF2B5EF4-FFF2-40B4-BE49-F238E27FC236}">
                <a16:creationId xmlns:a16="http://schemas.microsoft.com/office/drawing/2014/main" id="{D9681E45-4F27-4970-A359-11E55FCFDA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92363" y="4378325"/>
            <a:ext cx="304800" cy="265113"/>
          </a:xfrm>
          <a:prstGeom prst="rect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6870" name="Rectangle 1">
            <a:extLst>
              <a:ext uri="{FF2B5EF4-FFF2-40B4-BE49-F238E27FC236}">
                <a16:creationId xmlns:a16="http://schemas.microsoft.com/office/drawing/2014/main" id="{E49EA77F-9F5A-47B0-AB00-F546DF4279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875" y="4378325"/>
            <a:ext cx="258763" cy="265113"/>
          </a:xfrm>
          <a:prstGeom prst="rect">
            <a:avLst/>
          </a:prstGeom>
          <a:noFill/>
          <a:ln w="3810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7889" name="Picture 3" descr="figure8">
            <a:extLst>
              <a:ext uri="{FF2B5EF4-FFF2-40B4-BE49-F238E27FC236}">
                <a16:creationId xmlns:a16="http://schemas.microsoft.com/office/drawing/2014/main" id="{C2E5F6CA-781E-454D-AC9A-46D4F55779A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41500" y="1620838"/>
            <a:ext cx="5502275" cy="297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Rectangle 2">
            <a:extLst>
              <a:ext uri="{FF2B5EF4-FFF2-40B4-BE49-F238E27FC236}">
                <a16:creationId xmlns:a16="http://schemas.microsoft.com/office/drawing/2014/main" id="{F70E35DA-09B4-A94A-8D61-A1187E4660BD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762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State diagram for the serial adder FSM</a:t>
            </a:r>
          </a:p>
        </p:txBody>
      </p:sp>
      <p:sp>
        <p:nvSpPr>
          <p:cNvPr id="37891" name="Rectangle 1">
            <a:extLst>
              <a:ext uri="{FF2B5EF4-FFF2-40B4-BE49-F238E27FC236}">
                <a16:creationId xmlns:a16="http://schemas.microsoft.com/office/drawing/2014/main" id="{19941C7E-5335-475A-9924-A8E0A7E150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9438" y="2479675"/>
            <a:ext cx="293687" cy="263525"/>
          </a:xfrm>
          <a:prstGeom prst="rect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7892" name="Rectangle 1">
            <a:extLst>
              <a:ext uri="{FF2B5EF4-FFF2-40B4-BE49-F238E27FC236}">
                <a16:creationId xmlns:a16="http://schemas.microsoft.com/office/drawing/2014/main" id="{B8893EAD-2226-49B8-96D4-C8CBC0C721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30438" y="2479675"/>
            <a:ext cx="207962" cy="263525"/>
          </a:xfrm>
          <a:prstGeom prst="rect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7893" name="Rectangle 1">
            <a:extLst>
              <a:ext uri="{FF2B5EF4-FFF2-40B4-BE49-F238E27FC236}">
                <a16:creationId xmlns:a16="http://schemas.microsoft.com/office/drawing/2014/main" id="{C2FB911E-75A5-457C-9D6A-172947186D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62325" y="2692400"/>
            <a:ext cx="336550" cy="365125"/>
          </a:xfrm>
          <a:prstGeom prst="rect">
            <a:avLst/>
          </a:prstGeom>
          <a:noFill/>
          <a:ln w="3810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37894" name="Group 1">
            <a:extLst>
              <a:ext uri="{FF2B5EF4-FFF2-40B4-BE49-F238E27FC236}">
                <a16:creationId xmlns:a16="http://schemas.microsoft.com/office/drawing/2014/main" id="{5D05153C-0A00-498F-AB76-8089003F7B21}"/>
              </a:ext>
            </a:extLst>
          </p:cNvPr>
          <p:cNvGrpSpPr>
            <a:grpSpLocks/>
          </p:cNvGrpSpPr>
          <p:nvPr/>
        </p:nvGrpSpPr>
        <p:grpSpPr bwMode="auto">
          <a:xfrm>
            <a:off x="152400" y="3810000"/>
            <a:ext cx="2819400" cy="2851150"/>
            <a:chOff x="152400" y="3810000"/>
            <a:chExt cx="2819400" cy="2850715"/>
          </a:xfrm>
        </p:grpSpPr>
        <p:pic>
          <p:nvPicPr>
            <p:cNvPr id="37898" name="Picture 5" descr="Screen shot 2013-10-02 at 3.26.06 PM.png">
              <a:extLst>
                <a:ext uri="{FF2B5EF4-FFF2-40B4-BE49-F238E27FC236}">
                  <a16:creationId xmlns:a16="http://schemas.microsoft.com/office/drawing/2014/main" id="{3E56D0F4-43E7-45DD-8E6E-172BA930E60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2400" y="3810000"/>
              <a:ext cx="2819400" cy="2850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7899" name="Picture 20" descr="Screen shot 2013-10-02 at 3.42.40 PM.png">
              <a:extLst>
                <a:ext uri="{FF2B5EF4-FFF2-40B4-BE49-F238E27FC236}">
                  <a16:creationId xmlns:a16="http://schemas.microsoft.com/office/drawing/2014/main" id="{D2948034-766E-40CD-9BCC-EEEF860D7639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35760" y="3830320"/>
              <a:ext cx="510595" cy="381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7895" name="Rectangle 1">
            <a:extLst>
              <a:ext uri="{FF2B5EF4-FFF2-40B4-BE49-F238E27FC236}">
                <a16:creationId xmlns:a16="http://schemas.microsoft.com/office/drawing/2014/main" id="{C81F8757-B6A4-4EEC-9DCB-7513714C51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5963" y="4378325"/>
            <a:ext cx="685800" cy="265113"/>
          </a:xfrm>
          <a:prstGeom prst="rect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7896" name="Rectangle 1">
            <a:extLst>
              <a:ext uri="{FF2B5EF4-FFF2-40B4-BE49-F238E27FC236}">
                <a16:creationId xmlns:a16="http://schemas.microsoft.com/office/drawing/2014/main" id="{E1015ACC-5424-45BC-97A2-AEC9030829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92363" y="4378325"/>
            <a:ext cx="304800" cy="265113"/>
          </a:xfrm>
          <a:prstGeom prst="rect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7897" name="Rectangle 1">
            <a:extLst>
              <a:ext uri="{FF2B5EF4-FFF2-40B4-BE49-F238E27FC236}">
                <a16:creationId xmlns:a16="http://schemas.microsoft.com/office/drawing/2014/main" id="{90675752-B01B-4884-ACB4-19695FC540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875" y="4378325"/>
            <a:ext cx="258763" cy="265113"/>
          </a:xfrm>
          <a:prstGeom prst="rect">
            <a:avLst/>
          </a:prstGeom>
          <a:noFill/>
          <a:ln w="3810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913" name="Picture 3" descr="figure8">
            <a:extLst>
              <a:ext uri="{FF2B5EF4-FFF2-40B4-BE49-F238E27FC236}">
                <a16:creationId xmlns:a16="http://schemas.microsoft.com/office/drawing/2014/main" id="{F84C9602-5010-474D-A880-752036378F4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41500" y="1620838"/>
            <a:ext cx="5502275" cy="297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Rectangle 2">
            <a:extLst>
              <a:ext uri="{FF2B5EF4-FFF2-40B4-BE49-F238E27FC236}">
                <a16:creationId xmlns:a16="http://schemas.microsoft.com/office/drawing/2014/main" id="{70A96DEC-B78C-FF46-920C-82235664D461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762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State diagram for the serial adder FSM</a:t>
            </a:r>
          </a:p>
        </p:txBody>
      </p:sp>
      <p:sp>
        <p:nvSpPr>
          <p:cNvPr id="38915" name="Rectangle 1">
            <a:extLst>
              <a:ext uri="{FF2B5EF4-FFF2-40B4-BE49-F238E27FC236}">
                <a16:creationId xmlns:a16="http://schemas.microsoft.com/office/drawing/2014/main" id="{DD0B1C15-C838-4A1D-9664-00932A1054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9438" y="2479675"/>
            <a:ext cx="293687" cy="263525"/>
          </a:xfrm>
          <a:prstGeom prst="rect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8916" name="Rectangle 1">
            <a:extLst>
              <a:ext uri="{FF2B5EF4-FFF2-40B4-BE49-F238E27FC236}">
                <a16:creationId xmlns:a16="http://schemas.microsoft.com/office/drawing/2014/main" id="{EBA075A1-D4F4-4AF1-B8DD-D9597D44BA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30438" y="2479675"/>
            <a:ext cx="207962" cy="263525"/>
          </a:xfrm>
          <a:prstGeom prst="rect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8917" name="Rectangle 1">
            <a:extLst>
              <a:ext uri="{FF2B5EF4-FFF2-40B4-BE49-F238E27FC236}">
                <a16:creationId xmlns:a16="http://schemas.microsoft.com/office/drawing/2014/main" id="{B5E59C86-98F0-4D7A-AB01-57A5B1A413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62325" y="2692400"/>
            <a:ext cx="336550" cy="365125"/>
          </a:xfrm>
          <a:prstGeom prst="rect">
            <a:avLst/>
          </a:prstGeom>
          <a:noFill/>
          <a:ln w="3810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38918" name="Group 1">
            <a:extLst>
              <a:ext uri="{FF2B5EF4-FFF2-40B4-BE49-F238E27FC236}">
                <a16:creationId xmlns:a16="http://schemas.microsoft.com/office/drawing/2014/main" id="{13571A92-9E98-491A-8412-031009A12C35}"/>
              </a:ext>
            </a:extLst>
          </p:cNvPr>
          <p:cNvGrpSpPr>
            <a:grpSpLocks/>
          </p:cNvGrpSpPr>
          <p:nvPr/>
        </p:nvGrpSpPr>
        <p:grpSpPr bwMode="auto">
          <a:xfrm>
            <a:off x="152400" y="3810000"/>
            <a:ext cx="2819400" cy="2851150"/>
            <a:chOff x="152400" y="3810000"/>
            <a:chExt cx="2819400" cy="2850715"/>
          </a:xfrm>
        </p:grpSpPr>
        <p:pic>
          <p:nvPicPr>
            <p:cNvPr id="38923" name="Picture 5" descr="Screen shot 2013-10-02 at 3.26.06 PM.png">
              <a:extLst>
                <a:ext uri="{FF2B5EF4-FFF2-40B4-BE49-F238E27FC236}">
                  <a16:creationId xmlns:a16="http://schemas.microsoft.com/office/drawing/2014/main" id="{CFF64BF2-17B3-488A-A7D0-D3AD5897F8D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2400" y="3810000"/>
              <a:ext cx="2819400" cy="2850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8924" name="Picture 20" descr="Screen shot 2013-10-02 at 3.42.40 PM.png">
              <a:extLst>
                <a:ext uri="{FF2B5EF4-FFF2-40B4-BE49-F238E27FC236}">
                  <a16:creationId xmlns:a16="http://schemas.microsoft.com/office/drawing/2014/main" id="{4A2A09DF-530E-4599-9370-33D084D6BA92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35760" y="3830320"/>
              <a:ext cx="510595" cy="381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8919" name="Rectangle 1">
            <a:extLst>
              <a:ext uri="{FF2B5EF4-FFF2-40B4-BE49-F238E27FC236}">
                <a16:creationId xmlns:a16="http://schemas.microsoft.com/office/drawing/2014/main" id="{2C116130-C27E-4389-ABFA-D026127536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5963" y="4378325"/>
            <a:ext cx="685800" cy="265113"/>
          </a:xfrm>
          <a:prstGeom prst="rect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8920" name="Rectangle 1">
            <a:extLst>
              <a:ext uri="{FF2B5EF4-FFF2-40B4-BE49-F238E27FC236}">
                <a16:creationId xmlns:a16="http://schemas.microsoft.com/office/drawing/2014/main" id="{667B690C-6801-44A9-9F21-F3FABD705E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92363" y="4378325"/>
            <a:ext cx="304800" cy="265113"/>
          </a:xfrm>
          <a:prstGeom prst="rect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8921" name="Rectangle 1">
            <a:extLst>
              <a:ext uri="{FF2B5EF4-FFF2-40B4-BE49-F238E27FC236}">
                <a16:creationId xmlns:a16="http://schemas.microsoft.com/office/drawing/2014/main" id="{6053DD8B-28AB-4D73-A957-A301C35A1E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875" y="4378325"/>
            <a:ext cx="258763" cy="265113"/>
          </a:xfrm>
          <a:prstGeom prst="rect">
            <a:avLst/>
          </a:prstGeom>
          <a:noFill/>
          <a:ln w="3810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8922" name="Rectangle 1">
            <a:extLst>
              <a:ext uri="{FF2B5EF4-FFF2-40B4-BE49-F238E27FC236}">
                <a16:creationId xmlns:a16="http://schemas.microsoft.com/office/drawing/2014/main" id="{2B9347FB-CAAB-4F5D-81A4-7991FE0D71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36725" y="4378325"/>
            <a:ext cx="260350" cy="265113"/>
          </a:xfrm>
          <a:prstGeom prst="rect">
            <a:avLst/>
          </a:prstGeom>
          <a:noFill/>
          <a:ln w="3810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937" name="Picture 3" descr="figure8">
            <a:extLst>
              <a:ext uri="{FF2B5EF4-FFF2-40B4-BE49-F238E27FC236}">
                <a16:creationId xmlns:a16="http://schemas.microsoft.com/office/drawing/2014/main" id="{460B1E45-EA7D-443D-A702-E7666F7EE54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41500" y="1620838"/>
            <a:ext cx="5502275" cy="297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Rectangle 2">
            <a:extLst>
              <a:ext uri="{FF2B5EF4-FFF2-40B4-BE49-F238E27FC236}">
                <a16:creationId xmlns:a16="http://schemas.microsoft.com/office/drawing/2014/main" id="{7F14D4E1-9E3F-484F-8137-356F33A809CF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762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State diagram for the serial adder FSM</a:t>
            </a:r>
          </a:p>
        </p:txBody>
      </p:sp>
      <p:sp>
        <p:nvSpPr>
          <p:cNvPr id="39939" name="Rectangle 1">
            <a:extLst>
              <a:ext uri="{FF2B5EF4-FFF2-40B4-BE49-F238E27FC236}">
                <a16:creationId xmlns:a16="http://schemas.microsoft.com/office/drawing/2014/main" id="{463BFD6B-A6C6-4AE2-8874-DDEDE2DDFF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9438" y="2479675"/>
            <a:ext cx="293687" cy="263525"/>
          </a:xfrm>
          <a:prstGeom prst="rect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9940" name="Rectangle 1">
            <a:extLst>
              <a:ext uri="{FF2B5EF4-FFF2-40B4-BE49-F238E27FC236}">
                <a16:creationId xmlns:a16="http://schemas.microsoft.com/office/drawing/2014/main" id="{567A1E46-C5D9-451E-9129-9553CCBBB7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30438" y="2479675"/>
            <a:ext cx="207962" cy="263525"/>
          </a:xfrm>
          <a:prstGeom prst="rect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9941" name="Rectangle 1">
            <a:extLst>
              <a:ext uri="{FF2B5EF4-FFF2-40B4-BE49-F238E27FC236}">
                <a16:creationId xmlns:a16="http://schemas.microsoft.com/office/drawing/2014/main" id="{237BE1AE-D202-454E-A556-469515E23A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62325" y="2692400"/>
            <a:ext cx="336550" cy="365125"/>
          </a:xfrm>
          <a:prstGeom prst="rect">
            <a:avLst/>
          </a:prstGeom>
          <a:noFill/>
          <a:ln w="3810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39942" name="Group 1">
            <a:extLst>
              <a:ext uri="{FF2B5EF4-FFF2-40B4-BE49-F238E27FC236}">
                <a16:creationId xmlns:a16="http://schemas.microsoft.com/office/drawing/2014/main" id="{223F5E74-5B8E-4326-A8D0-F90D0A48D559}"/>
              </a:ext>
            </a:extLst>
          </p:cNvPr>
          <p:cNvGrpSpPr>
            <a:grpSpLocks/>
          </p:cNvGrpSpPr>
          <p:nvPr/>
        </p:nvGrpSpPr>
        <p:grpSpPr bwMode="auto">
          <a:xfrm>
            <a:off x="152400" y="3810000"/>
            <a:ext cx="2819400" cy="2851150"/>
            <a:chOff x="152400" y="3810000"/>
            <a:chExt cx="2819400" cy="2850715"/>
          </a:xfrm>
        </p:grpSpPr>
        <p:pic>
          <p:nvPicPr>
            <p:cNvPr id="39947" name="Picture 5" descr="Screen shot 2013-10-02 at 3.26.06 PM.png">
              <a:extLst>
                <a:ext uri="{FF2B5EF4-FFF2-40B4-BE49-F238E27FC236}">
                  <a16:creationId xmlns:a16="http://schemas.microsoft.com/office/drawing/2014/main" id="{B2A06A01-B09E-4C7F-A800-9A15A2E8634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2400" y="3810000"/>
              <a:ext cx="2819400" cy="2850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9948" name="Picture 20" descr="Screen shot 2013-10-02 at 3.42.40 PM.png">
              <a:extLst>
                <a:ext uri="{FF2B5EF4-FFF2-40B4-BE49-F238E27FC236}">
                  <a16:creationId xmlns:a16="http://schemas.microsoft.com/office/drawing/2014/main" id="{D52E2D51-A1B8-4FD9-9E69-50D13583D2F1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35760" y="3830320"/>
              <a:ext cx="510595" cy="381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9943" name="Rectangle 1">
            <a:extLst>
              <a:ext uri="{FF2B5EF4-FFF2-40B4-BE49-F238E27FC236}">
                <a16:creationId xmlns:a16="http://schemas.microsoft.com/office/drawing/2014/main" id="{2B6137C3-988C-40F3-B4A1-ED6932EF1C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92363" y="4378325"/>
            <a:ext cx="304800" cy="265113"/>
          </a:xfrm>
          <a:prstGeom prst="rect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9944" name="TextBox 2">
            <a:extLst>
              <a:ext uri="{FF2B5EF4-FFF2-40B4-BE49-F238E27FC236}">
                <a16:creationId xmlns:a16="http://schemas.microsoft.com/office/drawing/2014/main" id="{4FCBB801-CEB8-43B6-B11C-026F5EDB85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0363" y="4333875"/>
            <a:ext cx="342900" cy="21844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H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H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H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H</a:t>
            </a:r>
          </a:p>
        </p:txBody>
      </p:sp>
      <p:sp>
        <p:nvSpPr>
          <p:cNvPr id="39945" name="TextBox 17">
            <a:extLst>
              <a:ext uri="{FF2B5EF4-FFF2-40B4-BE49-F238E27FC236}">
                <a16:creationId xmlns:a16="http://schemas.microsoft.com/office/drawing/2014/main" id="{B57A934D-7DA8-40F4-9DCB-8A12149F7C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3388" y="4318000"/>
            <a:ext cx="341312" cy="2185988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H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H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H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H</a:t>
            </a:r>
          </a:p>
        </p:txBody>
      </p:sp>
      <p:sp>
        <p:nvSpPr>
          <p:cNvPr id="39946" name="Rectangle 1">
            <a:extLst>
              <a:ext uri="{FF2B5EF4-FFF2-40B4-BE49-F238E27FC236}">
                <a16:creationId xmlns:a16="http://schemas.microsoft.com/office/drawing/2014/main" id="{613B45B7-3306-4FD3-8A06-A92A8E5A59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5963" y="4378325"/>
            <a:ext cx="685800" cy="265113"/>
          </a:xfrm>
          <a:prstGeom prst="rect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61" name="Picture 3" descr="figure8">
            <a:extLst>
              <a:ext uri="{FF2B5EF4-FFF2-40B4-BE49-F238E27FC236}">
                <a16:creationId xmlns:a16="http://schemas.microsoft.com/office/drawing/2014/main" id="{0D626CAF-F0C4-4A91-938C-B519318E25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41500" y="1620838"/>
            <a:ext cx="5502275" cy="297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Rectangle 2">
            <a:extLst>
              <a:ext uri="{FF2B5EF4-FFF2-40B4-BE49-F238E27FC236}">
                <a16:creationId xmlns:a16="http://schemas.microsoft.com/office/drawing/2014/main" id="{23D4B20C-4173-9E4F-98C4-C8B722642282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762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State diagram for the serial adder FSM</a:t>
            </a:r>
          </a:p>
        </p:txBody>
      </p:sp>
      <p:sp>
        <p:nvSpPr>
          <p:cNvPr id="40963" name="Rectangle 1">
            <a:extLst>
              <a:ext uri="{FF2B5EF4-FFF2-40B4-BE49-F238E27FC236}">
                <a16:creationId xmlns:a16="http://schemas.microsoft.com/office/drawing/2014/main" id="{A41B45BA-90E2-4BE9-9183-E639042487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9438" y="2479675"/>
            <a:ext cx="293687" cy="263525"/>
          </a:xfrm>
          <a:prstGeom prst="rect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0964" name="Rectangle 1">
            <a:extLst>
              <a:ext uri="{FF2B5EF4-FFF2-40B4-BE49-F238E27FC236}">
                <a16:creationId xmlns:a16="http://schemas.microsoft.com/office/drawing/2014/main" id="{397CB639-EE4D-443C-A003-D6A1B02D9E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30438" y="2479675"/>
            <a:ext cx="207962" cy="263525"/>
          </a:xfrm>
          <a:prstGeom prst="rect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0965" name="Rectangle 1">
            <a:extLst>
              <a:ext uri="{FF2B5EF4-FFF2-40B4-BE49-F238E27FC236}">
                <a16:creationId xmlns:a16="http://schemas.microsoft.com/office/drawing/2014/main" id="{1F7B5FBD-134E-4CA3-A2C6-3382EE62DE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62325" y="2692400"/>
            <a:ext cx="336550" cy="365125"/>
          </a:xfrm>
          <a:prstGeom prst="rect">
            <a:avLst/>
          </a:prstGeom>
          <a:noFill/>
          <a:ln w="3810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40966" name="Group 1">
            <a:extLst>
              <a:ext uri="{FF2B5EF4-FFF2-40B4-BE49-F238E27FC236}">
                <a16:creationId xmlns:a16="http://schemas.microsoft.com/office/drawing/2014/main" id="{D160A818-0F56-40BC-AAF9-52E6EDB8C925}"/>
              </a:ext>
            </a:extLst>
          </p:cNvPr>
          <p:cNvGrpSpPr>
            <a:grpSpLocks/>
          </p:cNvGrpSpPr>
          <p:nvPr/>
        </p:nvGrpSpPr>
        <p:grpSpPr bwMode="auto">
          <a:xfrm>
            <a:off x="152400" y="3810000"/>
            <a:ext cx="2819400" cy="2851150"/>
            <a:chOff x="152400" y="3810000"/>
            <a:chExt cx="2819400" cy="2850715"/>
          </a:xfrm>
        </p:grpSpPr>
        <p:pic>
          <p:nvPicPr>
            <p:cNvPr id="40973" name="Picture 5" descr="Screen shot 2013-10-02 at 3.26.06 PM.png">
              <a:extLst>
                <a:ext uri="{FF2B5EF4-FFF2-40B4-BE49-F238E27FC236}">
                  <a16:creationId xmlns:a16="http://schemas.microsoft.com/office/drawing/2014/main" id="{0405860D-244F-4FD3-B071-A79DFABE5A7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2400" y="3810000"/>
              <a:ext cx="2819400" cy="2850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0974" name="Picture 20" descr="Screen shot 2013-10-02 at 3.42.40 PM.png">
              <a:extLst>
                <a:ext uri="{FF2B5EF4-FFF2-40B4-BE49-F238E27FC236}">
                  <a16:creationId xmlns:a16="http://schemas.microsoft.com/office/drawing/2014/main" id="{50FBA4AE-C2E7-4C69-937F-A3541674A8D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35760" y="3830320"/>
              <a:ext cx="510595" cy="381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40967" name="Rectangle 1">
            <a:extLst>
              <a:ext uri="{FF2B5EF4-FFF2-40B4-BE49-F238E27FC236}">
                <a16:creationId xmlns:a16="http://schemas.microsoft.com/office/drawing/2014/main" id="{73842DAC-0C2D-4EA4-ABE3-B981FAF280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92363" y="4378325"/>
            <a:ext cx="304800" cy="265113"/>
          </a:xfrm>
          <a:prstGeom prst="rect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0968" name="TextBox 2">
            <a:extLst>
              <a:ext uri="{FF2B5EF4-FFF2-40B4-BE49-F238E27FC236}">
                <a16:creationId xmlns:a16="http://schemas.microsoft.com/office/drawing/2014/main" id="{737AB701-7A35-463D-A193-FACB996734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0363" y="4333875"/>
            <a:ext cx="342900" cy="21844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H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H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H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H</a:t>
            </a:r>
          </a:p>
        </p:txBody>
      </p:sp>
      <p:sp>
        <p:nvSpPr>
          <p:cNvPr id="40969" name="TextBox 17">
            <a:extLst>
              <a:ext uri="{FF2B5EF4-FFF2-40B4-BE49-F238E27FC236}">
                <a16:creationId xmlns:a16="http://schemas.microsoft.com/office/drawing/2014/main" id="{278853AC-EA5A-46A5-B2A1-D6FFC9B4EC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3388" y="4318000"/>
            <a:ext cx="341312" cy="2185988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H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H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H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H</a:t>
            </a:r>
          </a:p>
        </p:txBody>
      </p:sp>
      <p:sp>
        <p:nvSpPr>
          <p:cNvPr id="40970" name="Rectangle 1">
            <a:extLst>
              <a:ext uri="{FF2B5EF4-FFF2-40B4-BE49-F238E27FC236}">
                <a16:creationId xmlns:a16="http://schemas.microsoft.com/office/drawing/2014/main" id="{A5D6039B-1304-46F7-B013-26EF723094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5963" y="4378325"/>
            <a:ext cx="685800" cy="265113"/>
          </a:xfrm>
          <a:prstGeom prst="rect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0971" name="Rectangle 1">
            <a:extLst>
              <a:ext uri="{FF2B5EF4-FFF2-40B4-BE49-F238E27FC236}">
                <a16:creationId xmlns:a16="http://schemas.microsoft.com/office/drawing/2014/main" id="{499B98E2-176B-4E60-9EEE-EA394CA971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875" y="4378325"/>
            <a:ext cx="258763" cy="265113"/>
          </a:xfrm>
          <a:prstGeom prst="rect">
            <a:avLst/>
          </a:prstGeom>
          <a:noFill/>
          <a:ln w="3810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0972" name="Rectangle 1">
            <a:extLst>
              <a:ext uri="{FF2B5EF4-FFF2-40B4-BE49-F238E27FC236}">
                <a16:creationId xmlns:a16="http://schemas.microsoft.com/office/drawing/2014/main" id="{6AE8EA05-6FC6-4E6A-A853-8F3BC4E4BE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36725" y="4378325"/>
            <a:ext cx="260350" cy="265113"/>
          </a:xfrm>
          <a:prstGeom prst="rect">
            <a:avLst/>
          </a:prstGeom>
          <a:noFill/>
          <a:ln w="3810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985" name="Picture 3" descr="figure8">
            <a:extLst>
              <a:ext uri="{FF2B5EF4-FFF2-40B4-BE49-F238E27FC236}">
                <a16:creationId xmlns:a16="http://schemas.microsoft.com/office/drawing/2014/main" id="{E6198B36-E5CC-4C12-B89A-3713BB47F4A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41500" y="1620838"/>
            <a:ext cx="5502275" cy="297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Rectangle 2">
            <a:extLst>
              <a:ext uri="{FF2B5EF4-FFF2-40B4-BE49-F238E27FC236}">
                <a16:creationId xmlns:a16="http://schemas.microsoft.com/office/drawing/2014/main" id="{770DBDD5-D67F-F04A-A6E1-FC3205F5DAF7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762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State diagram for the serial adder FSM</a:t>
            </a:r>
          </a:p>
        </p:txBody>
      </p:sp>
      <p:sp>
        <p:nvSpPr>
          <p:cNvPr id="41987" name="Rectangle 1">
            <a:extLst>
              <a:ext uri="{FF2B5EF4-FFF2-40B4-BE49-F238E27FC236}">
                <a16:creationId xmlns:a16="http://schemas.microsoft.com/office/drawing/2014/main" id="{067AEBBB-D83F-4853-A850-5C41ADA560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9438" y="2733675"/>
            <a:ext cx="293687" cy="263525"/>
          </a:xfrm>
          <a:prstGeom prst="rect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1988" name="Rectangle 1">
            <a:extLst>
              <a:ext uri="{FF2B5EF4-FFF2-40B4-BE49-F238E27FC236}">
                <a16:creationId xmlns:a16="http://schemas.microsoft.com/office/drawing/2014/main" id="{EDE29450-5944-4116-8343-5799E4ADB1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30438" y="2733675"/>
            <a:ext cx="207962" cy="263525"/>
          </a:xfrm>
          <a:prstGeom prst="rect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1989" name="Rectangle 1">
            <a:extLst>
              <a:ext uri="{FF2B5EF4-FFF2-40B4-BE49-F238E27FC236}">
                <a16:creationId xmlns:a16="http://schemas.microsoft.com/office/drawing/2014/main" id="{27DC88B8-C843-4D0C-A4B2-3222D25520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62325" y="2692400"/>
            <a:ext cx="336550" cy="365125"/>
          </a:xfrm>
          <a:prstGeom prst="rect">
            <a:avLst/>
          </a:prstGeom>
          <a:noFill/>
          <a:ln w="3810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41990" name="Group 1">
            <a:extLst>
              <a:ext uri="{FF2B5EF4-FFF2-40B4-BE49-F238E27FC236}">
                <a16:creationId xmlns:a16="http://schemas.microsoft.com/office/drawing/2014/main" id="{635B1793-4EBF-4A58-B96A-81EBD68A515C}"/>
              </a:ext>
            </a:extLst>
          </p:cNvPr>
          <p:cNvGrpSpPr>
            <a:grpSpLocks/>
          </p:cNvGrpSpPr>
          <p:nvPr/>
        </p:nvGrpSpPr>
        <p:grpSpPr bwMode="auto">
          <a:xfrm>
            <a:off x="152400" y="3810000"/>
            <a:ext cx="2819400" cy="2851150"/>
            <a:chOff x="152400" y="3810000"/>
            <a:chExt cx="2819400" cy="2850715"/>
          </a:xfrm>
        </p:grpSpPr>
        <p:pic>
          <p:nvPicPr>
            <p:cNvPr id="41997" name="Picture 5" descr="Screen shot 2013-10-02 at 3.26.06 PM.png">
              <a:extLst>
                <a:ext uri="{FF2B5EF4-FFF2-40B4-BE49-F238E27FC236}">
                  <a16:creationId xmlns:a16="http://schemas.microsoft.com/office/drawing/2014/main" id="{449672E4-4911-4D1C-8495-AAAC9452477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2400" y="3810000"/>
              <a:ext cx="2819400" cy="2850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1998" name="Picture 20" descr="Screen shot 2013-10-02 at 3.42.40 PM.png">
              <a:extLst>
                <a:ext uri="{FF2B5EF4-FFF2-40B4-BE49-F238E27FC236}">
                  <a16:creationId xmlns:a16="http://schemas.microsoft.com/office/drawing/2014/main" id="{EF4DC339-6240-4DED-B238-FEF39F042AD0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35760" y="3830320"/>
              <a:ext cx="510595" cy="381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41991" name="Rectangle 1">
            <a:extLst>
              <a:ext uri="{FF2B5EF4-FFF2-40B4-BE49-F238E27FC236}">
                <a16:creationId xmlns:a16="http://schemas.microsoft.com/office/drawing/2014/main" id="{574712CF-5E86-4207-9706-4CF6A78CE4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92363" y="4643438"/>
            <a:ext cx="304800" cy="263525"/>
          </a:xfrm>
          <a:prstGeom prst="rect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1992" name="TextBox 2">
            <a:extLst>
              <a:ext uri="{FF2B5EF4-FFF2-40B4-BE49-F238E27FC236}">
                <a16:creationId xmlns:a16="http://schemas.microsoft.com/office/drawing/2014/main" id="{96EE2A77-F214-4343-B819-703B739629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0363" y="4333875"/>
            <a:ext cx="342900" cy="21844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H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H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H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H</a:t>
            </a:r>
          </a:p>
        </p:txBody>
      </p:sp>
      <p:sp>
        <p:nvSpPr>
          <p:cNvPr id="41993" name="TextBox 17">
            <a:extLst>
              <a:ext uri="{FF2B5EF4-FFF2-40B4-BE49-F238E27FC236}">
                <a16:creationId xmlns:a16="http://schemas.microsoft.com/office/drawing/2014/main" id="{3C69532D-A964-4145-8D52-198C035822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3388" y="4318000"/>
            <a:ext cx="341312" cy="2185988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H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H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H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H</a:t>
            </a:r>
          </a:p>
        </p:txBody>
      </p:sp>
      <p:sp>
        <p:nvSpPr>
          <p:cNvPr id="41994" name="Rectangle 1">
            <a:extLst>
              <a:ext uri="{FF2B5EF4-FFF2-40B4-BE49-F238E27FC236}">
                <a16:creationId xmlns:a16="http://schemas.microsoft.com/office/drawing/2014/main" id="{8A381D2F-9194-4BE8-BB0D-DCE62E7677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5963" y="4643438"/>
            <a:ext cx="685800" cy="263525"/>
          </a:xfrm>
          <a:prstGeom prst="rect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1995" name="Rectangle 1">
            <a:extLst>
              <a:ext uri="{FF2B5EF4-FFF2-40B4-BE49-F238E27FC236}">
                <a16:creationId xmlns:a16="http://schemas.microsoft.com/office/drawing/2014/main" id="{17AE6CA7-9ED8-4955-B0D1-55F7F68ECF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875" y="4643438"/>
            <a:ext cx="258763" cy="263525"/>
          </a:xfrm>
          <a:prstGeom prst="rect">
            <a:avLst/>
          </a:prstGeom>
          <a:noFill/>
          <a:ln w="3810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1996" name="Rectangle 1">
            <a:extLst>
              <a:ext uri="{FF2B5EF4-FFF2-40B4-BE49-F238E27FC236}">
                <a16:creationId xmlns:a16="http://schemas.microsoft.com/office/drawing/2014/main" id="{52101509-B5D9-4ADE-B1D1-A13C4C859A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36725" y="4643438"/>
            <a:ext cx="260350" cy="263525"/>
          </a:xfrm>
          <a:prstGeom prst="rect">
            <a:avLst/>
          </a:prstGeom>
          <a:noFill/>
          <a:ln w="3810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3009" name="Picture 3" descr="figure8">
            <a:extLst>
              <a:ext uri="{FF2B5EF4-FFF2-40B4-BE49-F238E27FC236}">
                <a16:creationId xmlns:a16="http://schemas.microsoft.com/office/drawing/2014/main" id="{AB3B19A1-D12C-4618-AD1D-4698EFEA635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41500" y="1620838"/>
            <a:ext cx="5502275" cy="297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Rectangle 2">
            <a:extLst>
              <a:ext uri="{FF2B5EF4-FFF2-40B4-BE49-F238E27FC236}">
                <a16:creationId xmlns:a16="http://schemas.microsoft.com/office/drawing/2014/main" id="{7092081D-35FA-124B-8292-235C212A46AA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762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State diagram for the serial adder FSM</a:t>
            </a:r>
          </a:p>
        </p:txBody>
      </p:sp>
      <p:sp>
        <p:nvSpPr>
          <p:cNvPr id="43011" name="Rectangle 1">
            <a:extLst>
              <a:ext uri="{FF2B5EF4-FFF2-40B4-BE49-F238E27FC236}">
                <a16:creationId xmlns:a16="http://schemas.microsoft.com/office/drawing/2014/main" id="{CBB9CA19-3C37-4562-88B1-8051C4E679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9438" y="2976563"/>
            <a:ext cx="293687" cy="265112"/>
          </a:xfrm>
          <a:prstGeom prst="rect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3012" name="Rectangle 1">
            <a:extLst>
              <a:ext uri="{FF2B5EF4-FFF2-40B4-BE49-F238E27FC236}">
                <a16:creationId xmlns:a16="http://schemas.microsoft.com/office/drawing/2014/main" id="{ABC1CC9D-DC9B-4C0D-9E5B-F365F15BB6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30438" y="2976563"/>
            <a:ext cx="207962" cy="265112"/>
          </a:xfrm>
          <a:prstGeom prst="rect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3013" name="Rectangle 1">
            <a:extLst>
              <a:ext uri="{FF2B5EF4-FFF2-40B4-BE49-F238E27FC236}">
                <a16:creationId xmlns:a16="http://schemas.microsoft.com/office/drawing/2014/main" id="{6BECAF2B-43C9-4599-8F18-13CAD057E1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62325" y="2692400"/>
            <a:ext cx="336550" cy="365125"/>
          </a:xfrm>
          <a:prstGeom prst="rect">
            <a:avLst/>
          </a:prstGeom>
          <a:noFill/>
          <a:ln w="3810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43014" name="Group 1">
            <a:extLst>
              <a:ext uri="{FF2B5EF4-FFF2-40B4-BE49-F238E27FC236}">
                <a16:creationId xmlns:a16="http://schemas.microsoft.com/office/drawing/2014/main" id="{1A42B3E1-D685-45D0-AC87-CEBFABE7B58A}"/>
              </a:ext>
            </a:extLst>
          </p:cNvPr>
          <p:cNvGrpSpPr>
            <a:grpSpLocks/>
          </p:cNvGrpSpPr>
          <p:nvPr/>
        </p:nvGrpSpPr>
        <p:grpSpPr bwMode="auto">
          <a:xfrm>
            <a:off x="152400" y="3810000"/>
            <a:ext cx="2819400" cy="2851150"/>
            <a:chOff x="152400" y="3810000"/>
            <a:chExt cx="2819400" cy="2850715"/>
          </a:xfrm>
        </p:grpSpPr>
        <p:pic>
          <p:nvPicPr>
            <p:cNvPr id="43021" name="Picture 5" descr="Screen shot 2013-10-02 at 3.26.06 PM.png">
              <a:extLst>
                <a:ext uri="{FF2B5EF4-FFF2-40B4-BE49-F238E27FC236}">
                  <a16:creationId xmlns:a16="http://schemas.microsoft.com/office/drawing/2014/main" id="{66F4E272-8920-4247-9AF5-5200F5CE207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2400" y="3810000"/>
              <a:ext cx="2819400" cy="2850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3022" name="Picture 20" descr="Screen shot 2013-10-02 at 3.42.40 PM.png">
              <a:extLst>
                <a:ext uri="{FF2B5EF4-FFF2-40B4-BE49-F238E27FC236}">
                  <a16:creationId xmlns:a16="http://schemas.microsoft.com/office/drawing/2014/main" id="{AF7F9AC4-779D-4649-AF57-C80D02234109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35760" y="3830320"/>
              <a:ext cx="510595" cy="381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43015" name="Rectangle 1">
            <a:extLst>
              <a:ext uri="{FF2B5EF4-FFF2-40B4-BE49-F238E27FC236}">
                <a16:creationId xmlns:a16="http://schemas.microsoft.com/office/drawing/2014/main" id="{BFC81D2A-3C7A-4AFF-900D-C91A2730A8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92363" y="4906963"/>
            <a:ext cx="304800" cy="265112"/>
          </a:xfrm>
          <a:prstGeom prst="rect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3016" name="TextBox 2">
            <a:extLst>
              <a:ext uri="{FF2B5EF4-FFF2-40B4-BE49-F238E27FC236}">
                <a16:creationId xmlns:a16="http://schemas.microsoft.com/office/drawing/2014/main" id="{C3B0B350-88B7-452B-94C3-222B8351E0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0363" y="4333875"/>
            <a:ext cx="342900" cy="21844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H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H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H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H</a:t>
            </a:r>
          </a:p>
        </p:txBody>
      </p:sp>
      <p:sp>
        <p:nvSpPr>
          <p:cNvPr id="43017" name="TextBox 17">
            <a:extLst>
              <a:ext uri="{FF2B5EF4-FFF2-40B4-BE49-F238E27FC236}">
                <a16:creationId xmlns:a16="http://schemas.microsoft.com/office/drawing/2014/main" id="{6B5AC3A8-C356-419A-9483-3308D58EBE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3388" y="4318000"/>
            <a:ext cx="341312" cy="2185988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H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H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H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H</a:t>
            </a:r>
          </a:p>
        </p:txBody>
      </p:sp>
      <p:sp>
        <p:nvSpPr>
          <p:cNvPr id="43018" name="Rectangle 1">
            <a:extLst>
              <a:ext uri="{FF2B5EF4-FFF2-40B4-BE49-F238E27FC236}">
                <a16:creationId xmlns:a16="http://schemas.microsoft.com/office/drawing/2014/main" id="{1B48806B-31E5-4786-B08A-53E5AF83BB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5963" y="4906963"/>
            <a:ext cx="685800" cy="265112"/>
          </a:xfrm>
          <a:prstGeom prst="rect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3019" name="Rectangle 1">
            <a:extLst>
              <a:ext uri="{FF2B5EF4-FFF2-40B4-BE49-F238E27FC236}">
                <a16:creationId xmlns:a16="http://schemas.microsoft.com/office/drawing/2014/main" id="{AC4CC792-FE40-44F3-862D-ADCA93AF27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875" y="4906963"/>
            <a:ext cx="258763" cy="265112"/>
          </a:xfrm>
          <a:prstGeom prst="rect">
            <a:avLst/>
          </a:prstGeom>
          <a:noFill/>
          <a:ln w="3810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3020" name="Rectangle 1">
            <a:extLst>
              <a:ext uri="{FF2B5EF4-FFF2-40B4-BE49-F238E27FC236}">
                <a16:creationId xmlns:a16="http://schemas.microsoft.com/office/drawing/2014/main" id="{9D91B1A5-135E-4B08-8275-00AAF427C0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36725" y="4906963"/>
            <a:ext cx="260350" cy="265112"/>
          </a:xfrm>
          <a:prstGeom prst="rect">
            <a:avLst/>
          </a:prstGeom>
          <a:noFill/>
          <a:ln w="3810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4033" name="Picture 3" descr="figure8">
            <a:extLst>
              <a:ext uri="{FF2B5EF4-FFF2-40B4-BE49-F238E27FC236}">
                <a16:creationId xmlns:a16="http://schemas.microsoft.com/office/drawing/2014/main" id="{8993B05A-79A5-41ED-8518-9B7B0C0657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41500" y="1620838"/>
            <a:ext cx="5502275" cy="297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Rectangle 2">
            <a:extLst>
              <a:ext uri="{FF2B5EF4-FFF2-40B4-BE49-F238E27FC236}">
                <a16:creationId xmlns:a16="http://schemas.microsoft.com/office/drawing/2014/main" id="{03A11B9D-5DCC-324E-B031-F5E55A7976C9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762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State diagram for the serial adder FSM</a:t>
            </a:r>
          </a:p>
        </p:txBody>
      </p:sp>
      <p:sp>
        <p:nvSpPr>
          <p:cNvPr id="44035" name="Rectangle 1">
            <a:extLst>
              <a:ext uri="{FF2B5EF4-FFF2-40B4-BE49-F238E27FC236}">
                <a16:creationId xmlns:a16="http://schemas.microsoft.com/office/drawing/2014/main" id="{ED319481-86C1-4E51-A427-A2DF21E0B3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54513" y="1981200"/>
            <a:ext cx="293687" cy="265113"/>
          </a:xfrm>
          <a:prstGeom prst="rect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4036" name="Rectangle 1">
            <a:extLst>
              <a:ext uri="{FF2B5EF4-FFF2-40B4-BE49-F238E27FC236}">
                <a16:creationId xmlns:a16="http://schemas.microsoft.com/office/drawing/2014/main" id="{E84C39BD-FBD4-418F-9E63-E050C0523E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24400" y="1981200"/>
            <a:ext cx="207963" cy="265113"/>
          </a:xfrm>
          <a:prstGeom prst="rect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4037" name="Rectangle 1">
            <a:extLst>
              <a:ext uri="{FF2B5EF4-FFF2-40B4-BE49-F238E27FC236}">
                <a16:creationId xmlns:a16="http://schemas.microsoft.com/office/drawing/2014/main" id="{A7B4544A-42CB-4C29-BB87-9CEFB2896C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62325" y="2692400"/>
            <a:ext cx="336550" cy="365125"/>
          </a:xfrm>
          <a:prstGeom prst="rect">
            <a:avLst/>
          </a:prstGeom>
          <a:noFill/>
          <a:ln w="3810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44038" name="Group 1">
            <a:extLst>
              <a:ext uri="{FF2B5EF4-FFF2-40B4-BE49-F238E27FC236}">
                <a16:creationId xmlns:a16="http://schemas.microsoft.com/office/drawing/2014/main" id="{3592A3C1-E279-4C4D-89A1-503A80E95A80}"/>
              </a:ext>
            </a:extLst>
          </p:cNvPr>
          <p:cNvGrpSpPr>
            <a:grpSpLocks/>
          </p:cNvGrpSpPr>
          <p:nvPr/>
        </p:nvGrpSpPr>
        <p:grpSpPr bwMode="auto">
          <a:xfrm>
            <a:off x="152400" y="3810000"/>
            <a:ext cx="2819400" cy="2851150"/>
            <a:chOff x="152400" y="3810000"/>
            <a:chExt cx="2819400" cy="2850715"/>
          </a:xfrm>
        </p:grpSpPr>
        <p:pic>
          <p:nvPicPr>
            <p:cNvPr id="44046" name="Picture 5" descr="Screen shot 2013-10-02 at 3.26.06 PM.png">
              <a:extLst>
                <a:ext uri="{FF2B5EF4-FFF2-40B4-BE49-F238E27FC236}">
                  <a16:creationId xmlns:a16="http://schemas.microsoft.com/office/drawing/2014/main" id="{CDCA06DD-5047-4DCB-BB5C-ECCFC2DA7F9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2400" y="3810000"/>
              <a:ext cx="2819400" cy="2850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047" name="Picture 20" descr="Screen shot 2013-10-02 at 3.42.40 PM.png">
              <a:extLst>
                <a:ext uri="{FF2B5EF4-FFF2-40B4-BE49-F238E27FC236}">
                  <a16:creationId xmlns:a16="http://schemas.microsoft.com/office/drawing/2014/main" id="{3E915525-A4A6-4E95-8678-3E6D56F38AE9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35760" y="3830320"/>
              <a:ext cx="510595" cy="381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44039" name="Rectangle 1">
            <a:extLst>
              <a:ext uri="{FF2B5EF4-FFF2-40B4-BE49-F238E27FC236}">
                <a16:creationId xmlns:a16="http://schemas.microsoft.com/office/drawing/2014/main" id="{DEBF6C27-D04C-465A-81EE-976E073AE1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92363" y="5165725"/>
            <a:ext cx="304800" cy="265113"/>
          </a:xfrm>
          <a:prstGeom prst="rect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4040" name="TextBox 2">
            <a:extLst>
              <a:ext uri="{FF2B5EF4-FFF2-40B4-BE49-F238E27FC236}">
                <a16:creationId xmlns:a16="http://schemas.microsoft.com/office/drawing/2014/main" id="{715C2371-02BA-481E-BDDC-4526D3003D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0363" y="4333875"/>
            <a:ext cx="342900" cy="21844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H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H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H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H</a:t>
            </a:r>
          </a:p>
        </p:txBody>
      </p:sp>
      <p:sp>
        <p:nvSpPr>
          <p:cNvPr id="44041" name="TextBox 17">
            <a:extLst>
              <a:ext uri="{FF2B5EF4-FFF2-40B4-BE49-F238E27FC236}">
                <a16:creationId xmlns:a16="http://schemas.microsoft.com/office/drawing/2014/main" id="{EDE2EB57-6603-4613-821C-6ED7EEF71B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3388" y="4318000"/>
            <a:ext cx="341312" cy="2185988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H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H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H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H</a:t>
            </a:r>
          </a:p>
        </p:txBody>
      </p:sp>
      <p:sp>
        <p:nvSpPr>
          <p:cNvPr id="44042" name="Rectangle 1">
            <a:extLst>
              <a:ext uri="{FF2B5EF4-FFF2-40B4-BE49-F238E27FC236}">
                <a16:creationId xmlns:a16="http://schemas.microsoft.com/office/drawing/2014/main" id="{6ED9ED48-97F7-4E24-95CC-6A259E01DB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5963" y="5165725"/>
            <a:ext cx="685800" cy="265113"/>
          </a:xfrm>
          <a:prstGeom prst="rect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4043" name="Rectangle 1">
            <a:extLst>
              <a:ext uri="{FF2B5EF4-FFF2-40B4-BE49-F238E27FC236}">
                <a16:creationId xmlns:a16="http://schemas.microsoft.com/office/drawing/2014/main" id="{26341D8D-FE43-46AA-AE44-FBCC33B28E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875" y="5165725"/>
            <a:ext cx="258763" cy="265113"/>
          </a:xfrm>
          <a:prstGeom prst="rect">
            <a:avLst/>
          </a:prstGeom>
          <a:noFill/>
          <a:ln w="3810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4044" name="Rectangle 1">
            <a:extLst>
              <a:ext uri="{FF2B5EF4-FFF2-40B4-BE49-F238E27FC236}">
                <a16:creationId xmlns:a16="http://schemas.microsoft.com/office/drawing/2014/main" id="{81BEABC8-FBB0-4B1E-98D4-52CC973161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36725" y="5165725"/>
            <a:ext cx="260350" cy="265113"/>
          </a:xfrm>
          <a:prstGeom prst="rect">
            <a:avLst/>
          </a:prstGeom>
          <a:noFill/>
          <a:ln w="38100">
            <a:solidFill>
              <a:srgbClr val="6600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4045" name="Rectangle 1">
            <a:extLst>
              <a:ext uri="{FF2B5EF4-FFF2-40B4-BE49-F238E27FC236}">
                <a16:creationId xmlns:a16="http://schemas.microsoft.com/office/drawing/2014/main" id="{4FBFE059-D745-443A-8D7C-AC6C378356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16563" y="2687638"/>
            <a:ext cx="334962" cy="365125"/>
          </a:xfrm>
          <a:prstGeom prst="rect">
            <a:avLst/>
          </a:prstGeom>
          <a:noFill/>
          <a:ln w="38100">
            <a:solidFill>
              <a:srgbClr val="6600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2">
            <a:extLst>
              <a:ext uri="{FF2B5EF4-FFF2-40B4-BE49-F238E27FC236}">
                <a16:creationId xmlns:a16="http://schemas.microsoft.com/office/drawing/2014/main" id="{66C739AB-8808-8247-846E-0D2DE128A31C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State diagram for the serial adder FSM</a:t>
            </a:r>
          </a:p>
        </p:txBody>
      </p:sp>
      <p:sp>
        <p:nvSpPr>
          <p:cNvPr id="45058" name="TextBox 125">
            <a:extLst>
              <a:ext uri="{FF2B5EF4-FFF2-40B4-BE49-F238E27FC236}">
                <a16:creationId xmlns:a16="http://schemas.microsoft.com/office/drawing/2014/main" id="{21F8C7F5-86A5-4028-9049-F47DE42CEA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46788" y="6477000"/>
            <a:ext cx="3097212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6.40 &amp; 6.41 from the textbook ]</a:t>
            </a:r>
          </a:p>
        </p:txBody>
      </p:sp>
      <p:grpSp>
        <p:nvGrpSpPr>
          <p:cNvPr id="45059" name="Group 5">
            <a:extLst>
              <a:ext uri="{FF2B5EF4-FFF2-40B4-BE49-F238E27FC236}">
                <a16:creationId xmlns:a16="http://schemas.microsoft.com/office/drawing/2014/main" id="{AF931C6F-88FB-4869-A098-AC78511B3C97}"/>
              </a:ext>
            </a:extLst>
          </p:cNvPr>
          <p:cNvGrpSpPr>
            <a:grpSpLocks/>
          </p:cNvGrpSpPr>
          <p:nvPr/>
        </p:nvGrpSpPr>
        <p:grpSpPr bwMode="auto">
          <a:xfrm>
            <a:off x="2882900" y="3876675"/>
            <a:ext cx="6032500" cy="1762125"/>
            <a:chOff x="1603375" y="1871663"/>
            <a:chExt cx="6032500" cy="1762125"/>
          </a:xfrm>
        </p:grpSpPr>
        <p:sp>
          <p:nvSpPr>
            <p:cNvPr id="45066" name="Rectangle 3">
              <a:extLst>
                <a:ext uri="{FF2B5EF4-FFF2-40B4-BE49-F238E27FC236}">
                  <a16:creationId xmlns:a16="http://schemas.microsoft.com/office/drawing/2014/main" id="{959A39B4-D9E4-4F32-B7FB-8C4EB0D290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375" y="1871663"/>
              <a:ext cx="6015038" cy="11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067" name="Rectangle 4">
              <a:extLst>
                <a:ext uri="{FF2B5EF4-FFF2-40B4-BE49-F238E27FC236}">
                  <a16:creationId xmlns:a16="http://schemas.microsoft.com/office/drawing/2014/main" id="{2526B41E-2BFE-401C-B52C-09D4201219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375" y="1882775"/>
              <a:ext cx="11113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068" name="Rectangle 5">
              <a:extLst>
                <a:ext uri="{FF2B5EF4-FFF2-40B4-BE49-F238E27FC236}">
                  <a16:creationId xmlns:a16="http://schemas.microsoft.com/office/drawing/2014/main" id="{363F2F3D-CC69-4AE3-B3D6-50B6973669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588" y="1882775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069" name="Rectangle 6">
              <a:extLst>
                <a:ext uri="{FF2B5EF4-FFF2-40B4-BE49-F238E27FC236}">
                  <a16:creationId xmlns:a16="http://schemas.microsoft.com/office/drawing/2014/main" id="{586052DA-EF20-4A20-9B85-5D0B3438CE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5300" y="2090738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Present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070" name="Rectangle 7">
              <a:extLst>
                <a:ext uri="{FF2B5EF4-FFF2-40B4-BE49-F238E27FC236}">
                  <a16:creationId xmlns:a16="http://schemas.microsoft.com/office/drawing/2014/main" id="{0E78B8F2-88F6-46ED-BA79-A3CE57F2C1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6388" y="1882775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071" name="Rectangle 8">
              <a:extLst>
                <a:ext uri="{FF2B5EF4-FFF2-40B4-BE49-F238E27FC236}">
                  <a16:creationId xmlns:a16="http://schemas.microsoft.com/office/drawing/2014/main" id="{ED670318-7246-4B34-9583-6E20C90A72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663" y="1998663"/>
              <a:ext cx="10842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Next state 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072" name="Rectangle 9">
              <a:extLst>
                <a:ext uri="{FF2B5EF4-FFF2-40B4-BE49-F238E27FC236}">
                  <a16:creationId xmlns:a16="http://schemas.microsoft.com/office/drawing/2014/main" id="{49064976-157D-43A6-AADF-A19AD641B9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70600" y="1998663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Output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073" name="Rectangle 10">
              <a:extLst>
                <a:ext uri="{FF2B5EF4-FFF2-40B4-BE49-F238E27FC236}">
                  <a16:creationId xmlns:a16="http://schemas.microsoft.com/office/drawing/2014/main" id="{F8C75AC2-30F7-4EB8-8DAF-ADFC482A5D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20000" y="1882775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074" name="Rectangle 11">
              <a:extLst>
                <a:ext uri="{FF2B5EF4-FFF2-40B4-BE49-F238E27FC236}">
                  <a16:creationId xmlns:a16="http://schemas.microsoft.com/office/drawing/2014/main" id="{FB0C4684-731B-4471-8276-C5180C9723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588" y="2352675"/>
              <a:ext cx="49672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075" name="Rectangle 12">
              <a:extLst>
                <a:ext uri="{FF2B5EF4-FFF2-40B4-BE49-F238E27FC236}">
                  <a16:creationId xmlns:a16="http://schemas.microsoft.com/office/drawing/2014/main" id="{EF9662E6-4397-4F08-95B2-CB09B83525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375" y="2339975"/>
              <a:ext cx="11113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076" name="Rectangle 13">
              <a:extLst>
                <a:ext uri="{FF2B5EF4-FFF2-40B4-BE49-F238E27FC236}">
                  <a16:creationId xmlns:a16="http://schemas.microsoft.com/office/drawing/2014/main" id="{9AAC60F2-186A-450C-888A-41A5B5150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1013" y="1997075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077" name="Rectangle 14">
              <a:extLst>
                <a:ext uri="{FF2B5EF4-FFF2-40B4-BE49-F238E27FC236}">
                  <a16:creationId xmlns:a16="http://schemas.microsoft.com/office/drawing/2014/main" id="{FCD9E5BF-364C-4BFA-8BAD-934874CEB0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588" y="2339975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078" name="Rectangle 15">
              <a:extLst>
                <a:ext uri="{FF2B5EF4-FFF2-40B4-BE49-F238E27FC236}">
                  <a16:creationId xmlns:a16="http://schemas.microsoft.com/office/drawing/2014/main" id="{A1842637-E373-425A-80C6-475441E4CF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000" y="2365375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079" name="Rectangle 16">
              <a:extLst>
                <a:ext uri="{FF2B5EF4-FFF2-40B4-BE49-F238E27FC236}">
                  <a16:creationId xmlns:a16="http://schemas.microsoft.com/office/drawing/2014/main" id="{29394491-09AF-4508-AA3B-5C2B6FD315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3050" y="245427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ab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080" name="Rectangle 17">
              <a:extLst>
                <a:ext uri="{FF2B5EF4-FFF2-40B4-BE49-F238E27FC236}">
                  <a16:creationId xmlns:a16="http://schemas.microsoft.com/office/drawing/2014/main" id="{C1094F34-9CEB-4EB3-B80C-CCA9263A70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9438" y="2455863"/>
              <a:ext cx="460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=00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081" name="Rectangle 18">
              <a:extLst>
                <a:ext uri="{FF2B5EF4-FFF2-40B4-BE49-F238E27FC236}">
                  <a16:creationId xmlns:a16="http://schemas.microsoft.com/office/drawing/2014/main" id="{44738717-9C6C-4BF5-ACD7-1411322B44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8263" y="24558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082" name="Rectangle 19">
              <a:extLst>
                <a:ext uri="{FF2B5EF4-FFF2-40B4-BE49-F238E27FC236}">
                  <a16:creationId xmlns:a16="http://schemas.microsoft.com/office/drawing/2014/main" id="{726E32CF-DCE9-4230-9A5B-E470CA6EC0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9125" y="24558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083" name="Rectangle 20">
              <a:extLst>
                <a:ext uri="{FF2B5EF4-FFF2-40B4-BE49-F238E27FC236}">
                  <a16:creationId xmlns:a16="http://schemas.microsoft.com/office/drawing/2014/main" id="{59156A85-AEFB-480F-A48E-EDEF6E0656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6388" y="2339975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084" name="Rectangle 21">
              <a:extLst>
                <a:ext uri="{FF2B5EF4-FFF2-40B4-BE49-F238E27FC236}">
                  <a16:creationId xmlns:a16="http://schemas.microsoft.com/office/drawing/2014/main" id="{1121888B-750A-447F-AC28-15B431319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4750" y="24558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085" name="Rectangle 22">
              <a:extLst>
                <a:ext uri="{FF2B5EF4-FFF2-40B4-BE49-F238E27FC236}">
                  <a16:creationId xmlns:a16="http://schemas.microsoft.com/office/drawing/2014/main" id="{D0978266-4D69-4464-BA3A-A7CC6959F0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8788" y="24558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086" name="Rectangle 23">
              <a:extLst>
                <a:ext uri="{FF2B5EF4-FFF2-40B4-BE49-F238E27FC236}">
                  <a16:creationId xmlns:a16="http://schemas.microsoft.com/office/drawing/2014/main" id="{6B910C57-71FA-411A-A381-4ECFA6C169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1238" y="24558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087" name="Rectangle 24">
              <a:extLst>
                <a:ext uri="{FF2B5EF4-FFF2-40B4-BE49-F238E27FC236}">
                  <a16:creationId xmlns:a16="http://schemas.microsoft.com/office/drawing/2014/main" id="{A1CCE563-FAB4-40DC-9675-140DDAC4E2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45275" y="24558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088" name="Rectangle 25">
              <a:extLst>
                <a:ext uri="{FF2B5EF4-FFF2-40B4-BE49-F238E27FC236}">
                  <a16:creationId xmlns:a16="http://schemas.microsoft.com/office/drawing/2014/main" id="{6EA523CE-9E3D-440E-B89D-05DA96CB1A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20000" y="2339975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089" name="Rectangle 26">
              <a:extLst>
                <a:ext uri="{FF2B5EF4-FFF2-40B4-BE49-F238E27FC236}">
                  <a16:creationId xmlns:a16="http://schemas.microsoft.com/office/drawing/2014/main" id="{3E513D96-1A0E-4F1D-A5AD-68363A57FE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375" y="2809875"/>
              <a:ext cx="6015038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090" name="Rectangle 27">
              <a:extLst>
                <a:ext uri="{FF2B5EF4-FFF2-40B4-BE49-F238E27FC236}">
                  <a16:creationId xmlns:a16="http://schemas.microsoft.com/office/drawing/2014/main" id="{E75DFD3D-F5C1-4212-AAEF-4ECA239D47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375" y="2822575"/>
              <a:ext cx="11113" cy="4556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091" name="Rectangle 28">
              <a:extLst>
                <a:ext uri="{FF2B5EF4-FFF2-40B4-BE49-F238E27FC236}">
                  <a16:creationId xmlns:a16="http://schemas.microsoft.com/office/drawing/2014/main" id="{6E249A5B-5CB4-4E0C-9D0E-EA3357C027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4558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092" name="Rectangle 29">
              <a:extLst>
                <a:ext uri="{FF2B5EF4-FFF2-40B4-BE49-F238E27FC236}">
                  <a16:creationId xmlns:a16="http://schemas.microsoft.com/office/drawing/2014/main" id="{03B69740-9DC3-473C-9C98-A6DB730B62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588" y="2822575"/>
              <a:ext cx="12700" cy="4556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093" name="Rectangle 30">
              <a:extLst>
                <a:ext uri="{FF2B5EF4-FFF2-40B4-BE49-F238E27FC236}">
                  <a16:creationId xmlns:a16="http://schemas.microsoft.com/office/drawing/2014/main" id="{20450289-0685-4925-80C6-7DAEF807BD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9463" y="29225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094" name="Rectangle 31">
              <a:extLst>
                <a:ext uri="{FF2B5EF4-FFF2-40B4-BE49-F238E27FC236}">
                  <a16:creationId xmlns:a16="http://schemas.microsoft.com/office/drawing/2014/main" id="{3CE98E62-6A6A-42E2-95F3-10FA538B5D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5813" y="29225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095" name="Rectangle 32">
              <a:extLst>
                <a:ext uri="{FF2B5EF4-FFF2-40B4-BE49-F238E27FC236}">
                  <a16:creationId xmlns:a16="http://schemas.microsoft.com/office/drawing/2014/main" id="{81264F65-1FDC-41A6-90A1-F0BB4FDB14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6363" y="29225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096" name="Rectangle 33">
              <a:extLst>
                <a:ext uri="{FF2B5EF4-FFF2-40B4-BE49-F238E27FC236}">
                  <a16:creationId xmlns:a16="http://schemas.microsoft.com/office/drawing/2014/main" id="{3B320FC7-E042-4C8F-A0DD-C98CCAF665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3575" y="29225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097" name="Rectangle 34">
              <a:extLst>
                <a:ext uri="{FF2B5EF4-FFF2-40B4-BE49-F238E27FC236}">
                  <a16:creationId xmlns:a16="http://schemas.microsoft.com/office/drawing/2014/main" id="{20E6462D-3010-47CE-8909-5E0BEAD90B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6388" y="2822575"/>
              <a:ext cx="12700" cy="4556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098" name="Rectangle 35">
              <a:extLst>
                <a:ext uri="{FF2B5EF4-FFF2-40B4-BE49-F238E27FC236}">
                  <a16:creationId xmlns:a16="http://schemas.microsoft.com/office/drawing/2014/main" id="{3E741CEA-9676-413E-8CEC-8BA9A68417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2375" y="29225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099" name="Rectangle 36">
              <a:extLst>
                <a:ext uri="{FF2B5EF4-FFF2-40B4-BE49-F238E27FC236}">
                  <a16:creationId xmlns:a16="http://schemas.microsoft.com/office/drawing/2014/main" id="{0BE67C82-81B6-43C9-A06F-2E30B79A74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4988" y="29225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100" name="Rectangle 37">
              <a:extLst>
                <a:ext uri="{FF2B5EF4-FFF2-40B4-BE49-F238E27FC236}">
                  <a16:creationId xmlns:a16="http://schemas.microsoft.com/office/drawing/2014/main" id="{E975B06C-4ADE-4A5A-BE76-34EBAE766B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9025" y="29225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101" name="Rectangle 38">
              <a:extLst>
                <a:ext uri="{FF2B5EF4-FFF2-40B4-BE49-F238E27FC236}">
                  <a16:creationId xmlns:a16="http://schemas.microsoft.com/office/drawing/2014/main" id="{3548BA50-BD89-4CC8-8E5E-4F4124C8AC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26238" y="29225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102" name="Rectangle 39">
              <a:extLst>
                <a:ext uri="{FF2B5EF4-FFF2-40B4-BE49-F238E27FC236}">
                  <a16:creationId xmlns:a16="http://schemas.microsoft.com/office/drawing/2014/main" id="{6C0CEA52-E373-4AB5-BB62-59A8EE6F8C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20000" y="2822575"/>
              <a:ext cx="12700" cy="4556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103" name="Rectangle 40">
              <a:extLst>
                <a:ext uri="{FF2B5EF4-FFF2-40B4-BE49-F238E27FC236}">
                  <a16:creationId xmlns:a16="http://schemas.microsoft.com/office/drawing/2014/main" id="{AAA1971B-FDEE-4BEB-A2A1-774163985D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375" y="3257550"/>
              <a:ext cx="11113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104" name="Rectangle 41">
              <a:extLst>
                <a:ext uri="{FF2B5EF4-FFF2-40B4-BE49-F238E27FC236}">
                  <a16:creationId xmlns:a16="http://schemas.microsoft.com/office/drawing/2014/main" id="{F6CC5074-E1AA-41BE-BB2D-55A65C0226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78688" y="29225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105" name="Rectangle 42">
              <a:extLst>
                <a:ext uri="{FF2B5EF4-FFF2-40B4-BE49-F238E27FC236}">
                  <a16:creationId xmlns:a16="http://schemas.microsoft.com/office/drawing/2014/main" id="{208D1018-D941-4270-B57B-E7F97DFD87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588" y="3257550"/>
              <a:ext cx="12700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106" name="Rectangle 43">
              <a:extLst>
                <a:ext uri="{FF2B5EF4-FFF2-40B4-BE49-F238E27FC236}">
                  <a16:creationId xmlns:a16="http://schemas.microsoft.com/office/drawing/2014/main" id="{1C88BC19-03F3-46BA-8AAE-94A2FF60D6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9463" y="3273425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107" name="Rectangle 44">
              <a:extLst>
                <a:ext uri="{FF2B5EF4-FFF2-40B4-BE49-F238E27FC236}">
                  <a16:creationId xmlns:a16="http://schemas.microsoft.com/office/drawing/2014/main" id="{DA2EF20A-BDF6-4462-922D-2B549FA9EB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5813" y="3273425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108" name="Rectangle 45">
              <a:extLst>
                <a:ext uri="{FF2B5EF4-FFF2-40B4-BE49-F238E27FC236}">
                  <a16:creationId xmlns:a16="http://schemas.microsoft.com/office/drawing/2014/main" id="{EF96CB21-AC20-412E-9A91-626DE14AFE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6363" y="3273425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109" name="Rectangle 46">
              <a:extLst>
                <a:ext uri="{FF2B5EF4-FFF2-40B4-BE49-F238E27FC236}">
                  <a16:creationId xmlns:a16="http://schemas.microsoft.com/office/drawing/2014/main" id="{8599C9EA-8086-4F49-8C89-C9DA78619F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3575" y="3273425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110" name="Rectangle 47">
              <a:extLst>
                <a:ext uri="{FF2B5EF4-FFF2-40B4-BE49-F238E27FC236}">
                  <a16:creationId xmlns:a16="http://schemas.microsoft.com/office/drawing/2014/main" id="{9CE086C3-EEF2-4D17-A573-1911B44C8D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6388" y="3257550"/>
              <a:ext cx="12700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111" name="Rectangle 48">
              <a:extLst>
                <a:ext uri="{FF2B5EF4-FFF2-40B4-BE49-F238E27FC236}">
                  <a16:creationId xmlns:a16="http://schemas.microsoft.com/office/drawing/2014/main" id="{A774E0D0-3D35-4855-9778-E12D7E4AA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2375" y="3273425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112" name="Rectangle 49">
              <a:extLst>
                <a:ext uri="{FF2B5EF4-FFF2-40B4-BE49-F238E27FC236}">
                  <a16:creationId xmlns:a16="http://schemas.microsoft.com/office/drawing/2014/main" id="{0F21DD43-1075-4CAF-B491-74752B84F9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4988" y="32734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113" name="Rectangle 50">
              <a:extLst>
                <a:ext uri="{FF2B5EF4-FFF2-40B4-BE49-F238E27FC236}">
                  <a16:creationId xmlns:a16="http://schemas.microsoft.com/office/drawing/2014/main" id="{51C7145E-32CF-4C91-AA37-5719789023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9025" y="32734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114" name="Rectangle 51">
              <a:extLst>
                <a:ext uri="{FF2B5EF4-FFF2-40B4-BE49-F238E27FC236}">
                  <a16:creationId xmlns:a16="http://schemas.microsoft.com/office/drawing/2014/main" id="{47DCD53E-3430-4B50-B2AD-396A9E2E74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26238" y="32734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115" name="Rectangle 52">
              <a:extLst>
                <a:ext uri="{FF2B5EF4-FFF2-40B4-BE49-F238E27FC236}">
                  <a16:creationId xmlns:a16="http://schemas.microsoft.com/office/drawing/2014/main" id="{E336A25F-6527-4CC7-BDBB-922FB44208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20000" y="3257550"/>
              <a:ext cx="12700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116" name="Rectangle 53">
              <a:extLst>
                <a:ext uri="{FF2B5EF4-FFF2-40B4-BE49-F238E27FC236}">
                  <a16:creationId xmlns:a16="http://schemas.microsoft.com/office/drawing/2014/main" id="{AA824589-1E06-4E24-874C-A6FE3A3A0A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375" y="3621088"/>
              <a:ext cx="6015038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117" name="Rectangle 54">
              <a:extLst>
                <a:ext uri="{FF2B5EF4-FFF2-40B4-BE49-F238E27FC236}">
                  <a16:creationId xmlns:a16="http://schemas.microsoft.com/office/drawing/2014/main" id="{ABF0D363-EC79-4D1E-897A-2CE5705C5E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78688" y="32734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45060" name="Group 59">
            <a:extLst>
              <a:ext uri="{FF2B5EF4-FFF2-40B4-BE49-F238E27FC236}">
                <a16:creationId xmlns:a16="http://schemas.microsoft.com/office/drawing/2014/main" id="{E0FADF9E-0E38-4949-92D5-0508A5476C3A}"/>
              </a:ext>
            </a:extLst>
          </p:cNvPr>
          <p:cNvGrpSpPr>
            <a:grpSpLocks/>
          </p:cNvGrpSpPr>
          <p:nvPr/>
        </p:nvGrpSpPr>
        <p:grpSpPr bwMode="auto">
          <a:xfrm>
            <a:off x="1905000" y="762000"/>
            <a:ext cx="5502275" cy="3048000"/>
            <a:chOff x="1905000" y="762000"/>
            <a:chExt cx="5502275" cy="3048000"/>
          </a:xfrm>
        </p:grpSpPr>
        <p:pic>
          <p:nvPicPr>
            <p:cNvPr id="45064" name="Picture 3" descr="figure8">
              <a:extLst>
                <a:ext uri="{FF2B5EF4-FFF2-40B4-BE49-F238E27FC236}">
                  <a16:creationId xmlns:a16="http://schemas.microsoft.com/office/drawing/2014/main" id="{C5648604-67BF-45D6-8265-CCF76D8AC0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05000" y="762000"/>
              <a:ext cx="5502275" cy="2971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065" name="Rectangle 2">
              <a:extLst>
                <a:ext uri="{FF2B5EF4-FFF2-40B4-BE49-F238E27FC236}">
                  <a16:creationId xmlns:a16="http://schemas.microsoft.com/office/drawing/2014/main" id="{6B21F0D3-A2C3-4D93-A343-BCABF2DFD7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1400" y="3124200"/>
              <a:ext cx="2133600" cy="6858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59" name="Rectangle 2">
            <a:extLst>
              <a:ext uri="{FF2B5EF4-FFF2-40B4-BE49-F238E27FC236}">
                <a16:creationId xmlns:a16="http://schemas.microsoft.com/office/drawing/2014/main" id="{3419BC45-B511-A84E-BE89-242D9FDEF061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31242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State table for the serial adder FSM</a:t>
            </a:r>
          </a:p>
        </p:txBody>
      </p:sp>
      <p:sp>
        <p:nvSpPr>
          <p:cNvPr id="45062" name="Rectangle 61">
            <a:extLst>
              <a:ext uri="{FF2B5EF4-FFF2-40B4-BE49-F238E27FC236}">
                <a16:creationId xmlns:a16="http://schemas.microsoft.com/office/drawing/2014/main" id="{B603A8C5-2981-47E2-894B-83E8A4B701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81500" y="4938713"/>
            <a:ext cx="2133600" cy="614362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5063" name="Rectangle 62">
            <a:extLst>
              <a:ext uri="{FF2B5EF4-FFF2-40B4-BE49-F238E27FC236}">
                <a16:creationId xmlns:a16="http://schemas.microsoft.com/office/drawing/2014/main" id="{DA3058F3-821F-446F-A1BA-6CA7314390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4953000"/>
            <a:ext cx="2133600" cy="6159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2">
            <a:extLst>
              <a:ext uri="{FF2B5EF4-FFF2-40B4-BE49-F238E27FC236}">
                <a16:creationId xmlns:a16="http://schemas.microsoft.com/office/drawing/2014/main" id="{DB33A4E4-6DFC-2E46-8E08-EC672A8D3DBC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State diagram for the serial adder FSM</a:t>
            </a:r>
          </a:p>
        </p:txBody>
      </p:sp>
      <p:sp>
        <p:nvSpPr>
          <p:cNvPr id="46082" name="TextBox 125">
            <a:extLst>
              <a:ext uri="{FF2B5EF4-FFF2-40B4-BE49-F238E27FC236}">
                <a16:creationId xmlns:a16="http://schemas.microsoft.com/office/drawing/2014/main" id="{5AF21444-42C0-4F89-88C8-5C6DAAF459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46788" y="6477000"/>
            <a:ext cx="3097212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6.40 &amp; 6.41 from the textbook ]</a:t>
            </a:r>
          </a:p>
        </p:txBody>
      </p:sp>
      <p:grpSp>
        <p:nvGrpSpPr>
          <p:cNvPr id="46083" name="Group 5">
            <a:extLst>
              <a:ext uri="{FF2B5EF4-FFF2-40B4-BE49-F238E27FC236}">
                <a16:creationId xmlns:a16="http://schemas.microsoft.com/office/drawing/2014/main" id="{9B58A1D2-0A6C-4E90-8821-896B1018EDFE}"/>
              </a:ext>
            </a:extLst>
          </p:cNvPr>
          <p:cNvGrpSpPr>
            <a:grpSpLocks/>
          </p:cNvGrpSpPr>
          <p:nvPr/>
        </p:nvGrpSpPr>
        <p:grpSpPr bwMode="auto">
          <a:xfrm>
            <a:off x="1676400" y="4114800"/>
            <a:ext cx="6032500" cy="1762125"/>
            <a:chOff x="1603375" y="1871663"/>
            <a:chExt cx="6032500" cy="1762125"/>
          </a:xfrm>
        </p:grpSpPr>
        <p:sp>
          <p:nvSpPr>
            <p:cNvPr id="46089" name="Rectangle 3">
              <a:extLst>
                <a:ext uri="{FF2B5EF4-FFF2-40B4-BE49-F238E27FC236}">
                  <a16:creationId xmlns:a16="http://schemas.microsoft.com/office/drawing/2014/main" id="{D328DCA7-722D-4B55-B150-91C34E0B61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375" y="1871663"/>
              <a:ext cx="6015038" cy="11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090" name="Rectangle 4">
              <a:extLst>
                <a:ext uri="{FF2B5EF4-FFF2-40B4-BE49-F238E27FC236}">
                  <a16:creationId xmlns:a16="http://schemas.microsoft.com/office/drawing/2014/main" id="{0D2296EB-7946-432E-8569-2A4B83A9C1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375" y="1882775"/>
              <a:ext cx="11113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091" name="Rectangle 5">
              <a:extLst>
                <a:ext uri="{FF2B5EF4-FFF2-40B4-BE49-F238E27FC236}">
                  <a16:creationId xmlns:a16="http://schemas.microsoft.com/office/drawing/2014/main" id="{15A6860F-7C5E-4B93-9C80-54EB3FD45F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588" y="1882775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092" name="Rectangle 6">
              <a:extLst>
                <a:ext uri="{FF2B5EF4-FFF2-40B4-BE49-F238E27FC236}">
                  <a16:creationId xmlns:a16="http://schemas.microsoft.com/office/drawing/2014/main" id="{5EF68C13-63EC-4350-88D7-B13C8512C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5300" y="2090738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Present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093" name="Rectangle 7">
              <a:extLst>
                <a:ext uri="{FF2B5EF4-FFF2-40B4-BE49-F238E27FC236}">
                  <a16:creationId xmlns:a16="http://schemas.microsoft.com/office/drawing/2014/main" id="{4945538C-EA30-4908-9C37-794FAC98E7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6388" y="1882775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094" name="Rectangle 8">
              <a:extLst>
                <a:ext uri="{FF2B5EF4-FFF2-40B4-BE49-F238E27FC236}">
                  <a16:creationId xmlns:a16="http://schemas.microsoft.com/office/drawing/2014/main" id="{C03CBD7F-25A6-4560-A977-8631670844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663" y="1998663"/>
              <a:ext cx="10842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Next 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095" name="Rectangle 9">
              <a:extLst>
                <a:ext uri="{FF2B5EF4-FFF2-40B4-BE49-F238E27FC236}">
                  <a16:creationId xmlns:a16="http://schemas.microsoft.com/office/drawing/2014/main" id="{0540B500-6B86-494D-902B-0B535D08D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70600" y="1998663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Output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096" name="Rectangle 10">
              <a:extLst>
                <a:ext uri="{FF2B5EF4-FFF2-40B4-BE49-F238E27FC236}">
                  <a16:creationId xmlns:a16="http://schemas.microsoft.com/office/drawing/2014/main" id="{A448E5EB-BE35-486A-AB69-58B0BFD056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20000" y="1882775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097" name="Rectangle 11">
              <a:extLst>
                <a:ext uri="{FF2B5EF4-FFF2-40B4-BE49-F238E27FC236}">
                  <a16:creationId xmlns:a16="http://schemas.microsoft.com/office/drawing/2014/main" id="{6B8146D0-3A33-4793-98E6-69815CFEE4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588" y="2352675"/>
              <a:ext cx="49672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098" name="Rectangle 12">
              <a:extLst>
                <a:ext uri="{FF2B5EF4-FFF2-40B4-BE49-F238E27FC236}">
                  <a16:creationId xmlns:a16="http://schemas.microsoft.com/office/drawing/2014/main" id="{8DA4DC71-46B3-4D78-B5D5-7F8CDD84E6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375" y="2339975"/>
              <a:ext cx="11113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099" name="Rectangle 13">
              <a:extLst>
                <a:ext uri="{FF2B5EF4-FFF2-40B4-BE49-F238E27FC236}">
                  <a16:creationId xmlns:a16="http://schemas.microsoft.com/office/drawing/2014/main" id="{0B77BB0E-D3D9-44D7-88EA-186AC4E410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1013" y="1997075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00" name="Rectangle 14">
              <a:extLst>
                <a:ext uri="{FF2B5EF4-FFF2-40B4-BE49-F238E27FC236}">
                  <a16:creationId xmlns:a16="http://schemas.microsoft.com/office/drawing/2014/main" id="{EA77B1BF-600B-40A0-9908-FCCAC10D2A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588" y="2339975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01" name="Rectangle 15">
              <a:extLst>
                <a:ext uri="{FF2B5EF4-FFF2-40B4-BE49-F238E27FC236}">
                  <a16:creationId xmlns:a16="http://schemas.microsoft.com/office/drawing/2014/main" id="{912685E9-3CB8-484B-B008-2898761DFF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000" y="2365375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02" name="Rectangle 16">
              <a:extLst>
                <a:ext uri="{FF2B5EF4-FFF2-40B4-BE49-F238E27FC236}">
                  <a16:creationId xmlns:a16="http://schemas.microsoft.com/office/drawing/2014/main" id="{068DBA90-07A5-424D-9D3F-5482026EB5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3050" y="245427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ab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03" name="Rectangle 17">
              <a:extLst>
                <a:ext uri="{FF2B5EF4-FFF2-40B4-BE49-F238E27FC236}">
                  <a16:creationId xmlns:a16="http://schemas.microsoft.com/office/drawing/2014/main" id="{BA04AF8C-9EF5-4126-BC64-D809EAC860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9438" y="2455863"/>
              <a:ext cx="460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=00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04" name="Rectangle 18">
              <a:extLst>
                <a:ext uri="{FF2B5EF4-FFF2-40B4-BE49-F238E27FC236}">
                  <a16:creationId xmlns:a16="http://schemas.microsoft.com/office/drawing/2014/main" id="{4FFD165D-ED5F-473F-87A4-E0885CBF95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8263" y="24558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05" name="Rectangle 19">
              <a:extLst>
                <a:ext uri="{FF2B5EF4-FFF2-40B4-BE49-F238E27FC236}">
                  <a16:creationId xmlns:a16="http://schemas.microsoft.com/office/drawing/2014/main" id="{1B38A38A-8D16-4253-A8E7-CD2647DE1E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9125" y="24558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06" name="Rectangle 20">
              <a:extLst>
                <a:ext uri="{FF2B5EF4-FFF2-40B4-BE49-F238E27FC236}">
                  <a16:creationId xmlns:a16="http://schemas.microsoft.com/office/drawing/2014/main" id="{BE74D1B9-CFEA-4119-B845-EA912D9F60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6388" y="2339975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07" name="Rectangle 21">
              <a:extLst>
                <a:ext uri="{FF2B5EF4-FFF2-40B4-BE49-F238E27FC236}">
                  <a16:creationId xmlns:a16="http://schemas.microsoft.com/office/drawing/2014/main" id="{EBA83FA3-5E39-416B-B084-84342B05BA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4750" y="24558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08" name="Rectangle 22">
              <a:extLst>
                <a:ext uri="{FF2B5EF4-FFF2-40B4-BE49-F238E27FC236}">
                  <a16:creationId xmlns:a16="http://schemas.microsoft.com/office/drawing/2014/main" id="{4273CD4E-B4D6-466C-9DE7-3CB639775B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8788" y="24558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09" name="Rectangle 23">
              <a:extLst>
                <a:ext uri="{FF2B5EF4-FFF2-40B4-BE49-F238E27FC236}">
                  <a16:creationId xmlns:a16="http://schemas.microsoft.com/office/drawing/2014/main" id="{10F40CE0-2E2E-48D7-AFCE-BE6D024FA6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1238" y="24558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10" name="Rectangle 24">
              <a:extLst>
                <a:ext uri="{FF2B5EF4-FFF2-40B4-BE49-F238E27FC236}">
                  <a16:creationId xmlns:a16="http://schemas.microsoft.com/office/drawing/2014/main" id="{C7798BAB-87AA-4D03-B495-D04D72A9F1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45275" y="24558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11" name="Rectangle 25">
              <a:extLst>
                <a:ext uri="{FF2B5EF4-FFF2-40B4-BE49-F238E27FC236}">
                  <a16:creationId xmlns:a16="http://schemas.microsoft.com/office/drawing/2014/main" id="{DEAFA04A-59ED-4A6D-9094-761BF76578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20000" y="2339975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12" name="Rectangle 26">
              <a:extLst>
                <a:ext uri="{FF2B5EF4-FFF2-40B4-BE49-F238E27FC236}">
                  <a16:creationId xmlns:a16="http://schemas.microsoft.com/office/drawing/2014/main" id="{80AE2168-3C4A-4925-AF9C-299F426815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375" y="2809875"/>
              <a:ext cx="6015038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13" name="Rectangle 27">
              <a:extLst>
                <a:ext uri="{FF2B5EF4-FFF2-40B4-BE49-F238E27FC236}">
                  <a16:creationId xmlns:a16="http://schemas.microsoft.com/office/drawing/2014/main" id="{55310A2C-2760-4985-AF4B-2A97FE825A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375" y="2822575"/>
              <a:ext cx="11113" cy="4556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14" name="Rectangle 28">
              <a:extLst>
                <a:ext uri="{FF2B5EF4-FFF2-40B4-BE49-F238E27FC236}">
                  <a16:creationId xmlns:a16="http://schemas.microsoft.com/office/drawing/2014/main" id="{D008B09B-D870-4EC0-9DA9-3E648694A8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4558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15" name="Rectangle 29">
              <a:extLst>
                <a:ext uri="{FF2B5EF4-FFF2-40B4-BE49-F238E27FC236}">
                  <a16:creationId xmlns:a16="http://schemas.microsoft.com/office/drawing/2014/main" id="{9DE8F875-2DC6-443C-AB62-C0B99501E4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588" y="2822575"/>
              <a:ext cx="12700" cy="4556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16" name="Rectangle 30">
              <a:extLst>
                <a:ext uri="{FF2B5EF4-FFF2-40B4-BE49-F238E27FC236}">
                  <a16:creationId xmlns:a16="http://schemas.microsoft.com/office/drawing/2014/main" id="{2034AB02-1F1F-4C02-BD3A-D250B471EE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9463" y="29225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17" name="Rectangle 31">
              <a:extLst>
                <a:ext uri="{FF2B5EF4-FFF2-40B4-BE49-F238E27FC236}">
                  <a16:creationId xmlns:a16="http://schemas.microsoft.com/office/drawing/2014/main" id="{C969FAB6-2FB5-44F7-940B-AF1251884A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5813" y="29225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18" name="Rectangle 32">
              <a:extLst>
                <a:ext uri="{FF2B5EF4-FFF2-40B4-BE49-F238E27FC236}">
                  <a16:creationId xmlns:a16="http://schemas.microsoft.com/office/drawing/2014/main" id="{4E7262D2-6F7C-4967-A82C-A2092754ED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6363" y="29225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19" name="Rectangle 33">
              <a:extLst>
                <a:ext uri="{FF2B5EF4-FFF2-40B4-BE49-F238E27FC236}">
                  <a16:creationId xmlns:a16="http://schemas.microsoft.com/office/drawing/2014/main" id="{6C1A0F60-03D8-477C-B988-6C71CEBE8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3575" y="29225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20" name="Rectangle 34">
              <a:extLst>
                <a:ext uri="{FF2B5EF4-FFF2-40B4-BE49-F238E27FC236}">
                  <a16:creationId xmlns:a16="http://schemas.microsoft.com/office/drawing/2014/main" id="{5FAC8E76-B380-4E71-B734-9E3F036A1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6388" y="2822575"/>
              <a:ext cx="12700" cy="4556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21" name="Rectangle 35">
              <a:extLst>
                <a:ext uri="{FF2B5EF4-FFF2-40B4-BE49-F238E27FC236}">
                  <a16:creationId xmlns:a16="http://schemas.microsoft.com/office/drawing/2014/main" id="{B6C3ECFA-5195-49C2-971C-D19E337AED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2375" y="29225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22" name="Rectangle 36">
              <a:extLst>
                <a:ext uri="{FF2B5EF4-FFF2-40B4-BE49-F238E27FC236}">
                  <a16:creationId xmlns:a16="http://schemas.microsoft.com/office/drawing/2014/main" id="{0143F464-973B-4A1C-840E-53EA6EC1A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4988" y="29225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23" name="Rectangle 37">
              <a:extLst>
                <a:ext uri="{FF2B5EF4-FFF2-40B4-BE49-F238E27FC236}">
                  <a16:creationId xmlns:a16="http://schemas.microsoft.com/office/drawing/2014/main" id="{42BA4B95-2A2A-4E59-8435-553AA2945A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9025" y="29225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24" name="Rectangle 38">
              <a:extLst>
                <a:ext uri="{FF2B5EF4-FFF2-40B4-BE49-F238E27FC236}">
                  <a16:creationId xmlns:a16="http://schemas.microsoft.com/office/drawing/2014/main" id="{E2E3C5AE-C409-4E9E-A804-FFE65D62C8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26238" y="29225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25" name="Rectangle 39">
              <a:extLst>
                <a:ext uri="{FF2B5EF4-FFF2-40B4-BE49-F238E27FC236}">
                  <a16:creationId xmlns:a16="http://schemas.microsoft.com/office/drawing/2014/main" id="{51AC1726-4EBB-45B7-BE92-6E0B4899E1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20000" y="2822575"/>
              <a:ext cx="12700" cy="4556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26" name="Rectangle 40">
              <a:extLst>
                <a:ext uri="{FF2B5EF4-FFF2-40B4-BE49-F238E27FC236}">
                  <a16:creationId xmlns:a16="http://schemas.microsoft.com/office/drawing/2014/main" id="{B60BF515-4C12-4FD1-967A-3565F37172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375" y="3257550"/>
              <a:ext cx="11113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27" name="Rectangle 41">
              <a:extLst>
                <a:ext uri="{FF2B5EF4-FFF2-40B4-BE49-F238E27FC236}">
                  <a16:creationId xmlns:a16="http://schemas.microsoft.com/office/drawing/2014/main" id="{AE5C5F8A-44AD-4C16-ABF7-23DB2C124E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78688" y="29225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28" name="Rectangle 42">
              <a:extLst>
                <a:ext uri="{FF2B5EF4-FFF2-40B4-BE49-F238E27FC236}">
                  <a16:creationId xmlns:a16="http://schemas.microsoft.com/office/drawing/2014/main" id="{C7EE8D2B-66D6-4BC8-ACBF-5A2B1FD89E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588" y="3257550"/>
              <a:ext cx="12700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29" name="Rectangle 43">
              <a:extLst>
                <a:ext uri="{FF2B5EF4-FFF2-40B4-BE49-F238E27FC236}">
                  <a16:creationId xmlns:a16="http://schemas.microsoft.com/office/drawing/2014/main" id="{42CAADC4-CC8F-4D29-96AE-33E3E219BB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9463" y="3273425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30" name="Rectangle 44">
              <a:extLst>
                <a:ext uri="{FF2B5EF4-FFF2-40B4-BE49-F238E27FC236}">
                  <a16:creationId xmlns:a16="http://schemas.microsoft.com/office/drawing/2014/main" id="{EF83E967-BCCA-4E15-88EE-CBFB49DA96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5813" y="3273425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31" name="Rectangle 45">
              <a:extLst>
                <a:ext uri="{FF2B5EF4-FFF2-40B4-BE49-F238E27FC236}">
                  <a16:creationId xmlns:a16="http://schemas.microsoft.com/office/drawing/2014/main" id="{2B96C574-4260-4E7D-9CCB-EAE213284D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6363" y="3273425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32" name="Rectangle 46">
              <a:extLst>
                <a:ext uri="{FF2B5EF4-FFF2-40B4-BE49-F238E27FC236}">
                  <a16:creationId xmlns:a16="http://schemas.microsoft.com/office/drawing/2014/main" id="{369C7754-1B4F-4696-853D-B790BD9697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3575" y="3273425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33" name="Rectangle 47">
              <a:extLst>
                <a:ext uri="{FF2B5EF4-FFF2-40B4-BE49-F238E27FC236}">
                  <a16:creationId xmlns:a16="http://schemas.microsoft.com/office/drawing/2014/main" id="{CB4CCCE1-3986-46BE-8119-CE88702656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6388" y="3257550"/>
              <a:ext cx="12700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34" name="Rectangle 48">
              <a:extLst>
                <a:ext uri="{FF2B5EF4-FFF2-40B4-BE49-F238E27FC236}">
                  <a16:creationId xmlns:a16="http://schemas.microsoft.com/office/drawing/2014/main" id="{6B638ED1-8747-485F-8BC5-38ADF86146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2375" y="3273425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35" name="Rectangle 49">
              <a:extLst>
                <a:ext uri="{FF2B5EF4-FFF2-40B4-BE49-F238E27FC236}">
                  <a16:creationId xmlns:a16="http://schemas.microsoft.com/office/drawing/2014/main" id="{36636527-2E91-4B9D-9ECF-FD0148D2DD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4988" y="32734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36" name="Rectangle 50">
              <a:extLst>
                <a:ext uri="{FF2B5EF4-FFF2-40B4-BE49-F238E27FC236}">
                  <a16:creationId xmlns:a16="http://schemas.microsoft.com/office/drawing/2014/main" id="{E97465B2-037F-43E9-9507-E5FA2EEF32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9025" y="32734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37" name="Rectangle 51">
              <a:extLst>
                <a:ext uri="{FF2B5EF4-FFF2-40B4-BE49-F238E27FC236}">
                  <a16:creationId xmlns:a16="http://schemas.microsoft.com/office/drawing/2014/main" id="{C774B7D3-9058-403C-9707-AA522124CB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26238" y="32734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38" name="Rectangle 52">
              <a:extLst>
                <a:ext uri="{FF2B5EF4-FFF2-40B4-BE49-F238E27FC236}">
                  <a16:creationId xmlns:a16="http://schemas.microsoft.com/office/drawing/2014/main" id="{6E999269-684D-47C5-8289-32BAEB2D65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20000" y="3257550"/>
              <a:ext cx="12700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39" name="Rectangle 53">
              <a:extLst>
                <a:ext uri="{FF2B5EF4-FFF2-40B4-BE49-F238E27FC236}">
                  <a16:creationId xmlns:a16="http://schemas.microsoft.com/office/drawing/2014/main" id="{CDDC5AF2-BD2D-456F-AE42-A756AA6664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375" y="3621088"/>
              <a:ext cx="6015038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40" name="Rectangle 54">
              <a:extLst>
                <a:ext uri="{FF2B5EF4-FFF2-40B4-BE49-F238E27FC236}">
                  <a16:creationId xmlns:a16="http://schemas.microsoft.com/office/drawing/2014/main" id="{0805BC3D-9AC0-43E9-B021-9F34329342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78688" y="32734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46084" name="Group 59">
            <a:extLst>
              <a:ext uri="{FF2B5EF4-FFF2-40B4-BE49-F238E27FC236}">
                <a16:creationId xmlns:a16="http://schemas.microsoft.com/office/drawing/2014/main" id="{26713C1F-04C9-4CC7-9B05-BDEBF6929E2D}"/>
              </a:ext>
            </a:extLst>
          </p:cNvPr>
          <p:cNvGrpSpPr>
            <a:grpSpLocks/>
          </p:cNvGrpSpPr>
          <p:nvPr/>
        </p:nvGrpSpPr>
        <p:grpSpPr bwMode="auto">
          <a:xfrm>
            <a:off x="1905000" y="762000"/>
            <a:ext cx="5502275" cy="3048000"/>
            <a:chOff x="1905000" y="762000"/>
            <a:chExt cx="5502275" cy="3048000"/>
          </a:xfrm>
        </p:grpSpPr>
        <p:pic>
          <p:nvPicPr>
            <p:cNvPr id="46087" name="Picture 3" descr="figure8">
              <a:extLst>
                <a:ext uri="{FF2B5EF4-FFF2-40B4-BE49-F238E27FC236}">
                  <a16:creationId xmlns:a16="http://schemas.microsoft.com/office/drawing/2014/main" id="{8D97EA07-27EF-4EDB-B7A9-2250018D53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05000" y="762000"/>
              <a:ext cx="5502275" cy="2971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6088" name="Rectangle 2">
              <a:extLst>
                <a:ext uri="{FF2B5EF4-FFF2-40B4-BE49-F238E27FC236}">
                  <a16:creationId xmlns:a16="http://schemas.microsoft.com/office/drawing/2014/main" id="{E8797CAA-ECE8-449A-9DBA-353F22ABCF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1400" y="3124200"/>
              <a:ext cx="2133600" cy="6858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59" name="Rectangle 2">
            <a:extLst>
              <a:ext uri="{FF2B5EF4-FFF2-40B4-BE49-F238E27FC236}">
                <a16:creationId xmlns:a16="http://schemas.microsoft.com/office/drawing/2014/main" id="{02246B29-F20F-F047-BF6A-6CD37ABD2558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35052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State table for the serial adder FSM</a:t>
            </a:r>
          </a:p>
        </p:txBody>
      </p:sp>
      <p:sp>
        <p:nvSpPr>
          <p:cNvPr id="46086" name="Rectangle 62">
            <a:extLst>
              <a:ext uri="{FF2B5EF4-FFF2-40B4-BE49-F238E27FC236}">
                <a16:creationId xmlns:a16="http://schemas.microsoft.com/office/drawing/2014/main" id="{12AB9E89-B598-4BD4-97DF-04FF46C54F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1325" y="5191125"/>
            <a:ext cx="2133600" cy="6159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2">
            <a:extLst>
              <a:ext uri="{FF2B5EF4-FFF2-40B4-BE49-F238E27FC236}">
                <a16:creationId xmlns:a16="http://schemas.microsoft.com/office/drawing/2014/main" id="{1219A426-9988-F148-8901-9D9415818617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State diagram for the serial adder FSM</a:t>
            </a:r>
          </a:p>
        </p:txBody>
      </p:sp>
      <p:sp>
        <p:nvSpPr>
          <p:cNvPr id="47106" name="TextBox 125">
            <a:extLst>
              <a:ext uri="{FF2B5EF4-FFF2-40B4-BE49-F238E27FC236}">
                <a16:creationId xmlns:a16="http://schemas.microsoft.com/office/drawing/2014/main" id="{8EC4C6C8-3F23-4C17-84DB-22D2571049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46788" y="6477000"/>
            <a:ext cx="3097212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6.40 &amp; 6.41 from the textbook ]</a:t>
            </a:r>
          </a:p>
        </p:txBody>
      </p:sp>
      <p:grpSp>
        <p:nvGrpSpPr>
          <p:cNvPr id="47107" name="Group 5">
            <a:extLst>
              <a:ext uri="{FF2B5EF4-FFF2-40B4-BE49-F238E27FC236}">
                <a16:creationId xmlns:a16="http://schemas.microsoft.com/office/drawing/2014/main" id="{90F219B0-9798-45D1-B4FA-D10387C1315F}"/>
              </a:ext>
            </a:extLst>
          </p:cNvPr>
          <p:cNvGrpSpPr>
            <a:grpSpLocks/>
          </p:cNvGrpSpPr>
          <p:nvPr/>
        </p:nvGrpSpPr>
        <p:grpSpPr bwMode="auto">
          <a:xfrm>
            <a:off x="1676400" y="4114800"/>
            <a:ext cx="6032500" cy="1762125"/>
            <a:chOff x="1603375" y="1871663"/>
            <a:chExt cx="6032500" cy="1762125"/>
          </a:xfrm>
        </p:grpSpPr>
        <p:sp>
          <p:nvSpPr>
            <p:cNvPr id="47112" name="Rectangle 3">
              <a:extLst>
                <a:ext uri="{FF2B5EF4-FFF2-40B4-BE49-F238E27FC236}">
                  <a16:creationId xmlns:a16="http://schemas.microsoft.com/office/drawing/2014/main" id="{7F7E4CB9-03F2-4DC0-A2C1-29F97232BE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375" y="1871663"/>
              <a:ext cx="6015038" cy="11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13" name="Rectangle 4">
              <a:extLst>
                <a:ext uri="{FF2B5EF4-FFF2-40B4-BE49-F238E27FC236}">
                  <a16:creationId xmlns:a16="http://schemas.microsoft.com/office/drawing/2014/main" id="{51778CCA-D9E8-43C6-A0E8-5C201B4D9C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375" y="1882775"/>
              <a:ext cx="11113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14" name="Rectangle 5">
              <a:extLst>
                <a:ext uri="{FF2B5EF4-FFF2-40B4-BE49-F238E27FC236}">
                  <a16:creationId xmlns:a16="http://schemas.microsoft.com/office/drawing/2014/main" id="{4EDA7840-53E4-4277-A778-3381DA0235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588" y="1882775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15" name="Rectangle 6">
              <a:extLst>
                <a:ext uri="{FF2B5EF4-FFF2-40B4-BE49-F238E27FC236}">
                  <a16:creationId xmlns:a16="http://schemas.microsoft.com/office/drawing/2014/main" id="{26D581F5-D124-4E47-A18D-D34C3FBDAE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5300" y="2090738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Present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16" name="Rectangle 7">
              <a:extLst>
                <a:ext uri="{FF2B5EF4-FFF2-40B4-BE49-F238E27FC236}">
                  <a16:creationId xmlns:a16="http://schemas.microsoft.com/office/drawing/2014/main" id="{E78E3E70-DA49-49A0-B15A-A56E2EE0E4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6388" y="1882775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17" name="Rectangle 8">
              <a:extLst>
                <a:ext uri="{FF2B5EF4-FFF2-40B4-BE49-F238E27FC236}">
                  <a16:creationId xmlns:a16="http://schemas.microsoft.com/office/drawing/2014/main" id="{CFFDDB0B-D209-4337-AC23-5681C853C3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663" y="1998663"/>
              <a:ext cx="10842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Next 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18" name="Rectangle 9">
              <a:extLst>
                <a:ext uri="{FF2B5EF4-FFF2-40B4-BE49-F238E27FC236}">
                  <a16:creationId xmlns:a16="http://schemas.microsoft.com/office/drawing/2014/main" id="{E4184611-1AE4-48F2-AAB6-DD702F0302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70600" y="1998663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Output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19" name="Rectangle 10">
              <a:extLst>
                <a:ext uri="{FF2B5EF4-FFF2-40B4-BE49-F238E27FC236}">
                  <a16:creationId xmlns:a16="http://schemas.microsoft.com/office/drawing/2014/main" id="{CFD5A56B-F84E-42E0-87B5-4C91B8565E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20000" y="1882775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20" name="Rectangle 11">
              <a:extLst>
                <a:ext uri="{FF2B5EF4-FFF2-40B4-BE49-F238E27FC236}">
                  <a16:creationId xmlns:a16="http://schemas.microsoft.com/office/drawing/2014/main" id="{509E8D68-9EA2-4D7E-9C36-DD813F5F7F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588" y="2352675"/>
              <a:ext cx="49672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21" name="Rectangle 12">
              <a:extLst>
                <a:ext uri="{FF2B5EF4-FFF2-40B4-BE49-F238E27FC236}">
                  <a16:creationId xmlns:a16="http://schemas.microsoft.com/office/drawing/2014/main" id="{5D9A5760-9FDE-4169-885E-9A905FA6FE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375" y="2339975"/>
              <a:ext cx="11113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22" name="Rectangle 13">
              <a:extLst>
                <a:ext uri="{FF2B5EF4-FFF2-40B4-BE49-F238E27FC236}">
                  <a16:creationId xmlns:a16="http://schemas.microsoft.com/office/drawing/2014/main" id="{DAB99419-5D97-4F54-8981-CAF9009C2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1013" y="1997075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23" name="Rectangle 14">
              <a:extLst>
                <a:ext uri="{FF2B5EF4-FFF2-40B4-BE49-F238E27FC236}">
                  <a16:creationId xmlns:a16="http://schemas.microsoft.com/office/drawing/2014/main" id="{59195A11-1541-4B91-BA79-F134E003F6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588" y="2339975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24" name="Rectangle 15">
              <a:extLst>
                <a:ext uri="{FF2B5EF4-FFF2-40B4-BE49-F238E27FC236}">
                  <a16:creationId xmlns:a16="http://schemas.microsoft.com/office/drawing/2014/main" id="{66BF1F0D-7B98-4ABE-97C3-87664D69C3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000" y="2365375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25" name="Rectangle 16">
              <a:extLst>
                <a:ext uri="{FF2B5EF4-FFF2-40B4-BE49-F238E27FC236}">
                  <a16:creationId xmlns:a16="http://schemas.microsoft.com/office/drawing/2014/main" id="{EF05929C-E2C5-4270-AA4B-447E3114BF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3050" y="245427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ab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26" name="Rectangle 17">
              <a:extLst>
                <a:ext uri="{FF2B5EF4-FFF2-40B4-BE49-F238E27FC236}">
                  <a16:creationId xmlns:a16="http://schemas.microsoft.com/office/drawing/2014/main" id="{9F5DC53F-C20B-4526-B99D-617C0080CF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9438" y="2455863"/>
              <a:ext cx="460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=00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27" name="Rectangle 18">
              <a:extLst>
                <a:ext uri="{FF2B5EF4-FFF2-40B4-BE49-F238E27FC236}">
                  <a16:creationId xmlns:a16="http://schemas.microsoft.com/office/drawing/2014/main" id="{F93BE453-E9BB-49A4-A5D5-38A1A9DC5F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8263" y="24558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28" name="Rectangle 19">
              <a:extLst>
                <a:ext uri="{FF2B5EF4-FFF2-40B4-BE49-F238E27FC236}">
                  <a16:creationId xmlns:a16="http://schemas.microsoft.com/office/drawing/2014/main" id="{CD997DAA-47F4-4703-879D-B257A33A98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9125" y="24558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29" name="Rectangle 20">
              <a:extLst>
                <a:ext uri="{FF2B5EF4-FFF2-40B4-BE49-F238E27FC236}">
                  <a16:creationId xmlns:a16="http://schemas.microsoft.com/office/drawing/2014/main" id="{42F58F38-3CC2-4925-BF63-71DDBF5DE7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6388" y="2339975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30" name="Rectangle 21">
              <a:extLst>
                <a:ext uri="{FF2B5EF4-FFF2-40B4-BE49-F238E27FC236}">
                  <a16:creationId xmlns:a16="http://schemas.microsoft.com/office/drawing/2014/main" id="{FB76A30C-C444-4CFF-AB4D-E719007357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4750" y="24558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31" name="Rectangle 22">
              <a:extLst>
                <a:ext uri="{FF2B5EF4-FFF2-40B4-BE49-F238E27FC236}">
                  <a16:creationId xmlns:a16="http://schemas.microsoft.com/office/drawing/2014/main" id="{1221946E-32C7-4ECB-93D4-70077AA2CF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8788" y="24558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32" name="Rectangle 23">
              <a:extLst>
                <a:ext uri="{FF2B5EF4-FFF2-40B4-BE49-F238E27FC236}">
                  <a16:creationId xmlns:a16="http://schemas.microsoft.com/office/drawing/2014/main" id="{21383031-A8F2-48AC-95B3-5B6730553A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1238" y="24558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33" name="Rectangle 24">
              <a:extLst>
                <a:ext uri="{FF2B5EF4-FFF2-40B4-BE49-F238E27FC236}">
                  <a16:creationId xmlns:a16="http://schemas.microsoft.com/office/drawing/2014/main" id="{534D36F4-7DF1-418E-A613-DF22E00C6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45275" y="24558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34" name="Rectangle 25">
              <a:extLst>
                <a:ext uri="{FF2B5EF4-FFF2-40B4-BE49-F238E27FC236}">
                  <a16:creationId xmlns:a16="http://schemas.microsoft.com/office/drawing/2014/main" id="{1B5D2AB1-67A7-43D0-A34D-87B8803018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20000" y="2339975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35" name="Rectangle 26">
              <a:extLst>
                <a:ext uri="{FF2B5EF4-FFF2-40B4-BE49-F238E27FC236}">
                  <a16:creationId xmlns:a16="http://schemas.microsoft.com/office/drawing/2014/main" id="{9D0CCA75-FF3A-427F-B8E2-7A1395DB0A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375" y="2809875"/>
              <a:ext cx="6015038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36" name="Rectangle 27">
              <a:extLst>
                <a:ext uri="{FF2B5EF4-FFF2-40B4-BE49-F238E27FC236}">
                  <a16:creationId xmlns:a16="http://schemas.microsoft.com/office/drawing/2014/main" id="{5A04281E-0F64-4654-B5F5-8BD4F46817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375" y="2822575"/>
              <a:ext cx="11113" cy="4556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37" name="Rectangle 28">
              <a:extLst>
                <a:ext uri="{FF2B5EF4-FFF2-40B4-BE49-F238E27FC236}">
                  <a16:creationId xmlns:a16="http://schemas.microsoft.com/office/drawing/2014/main" id="{5958563B-6904-4C8C-B410-2556497960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4558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38" name="Rectangle 29">
              <a:extLst>
                <a:ext uri="{FF2B5EF4-FFF2-40B4-BE49-F238E27FC236}">
                  <a16:creationId xmlns:a16="http://schemas.microsoft.com/office/drawing/2014/main" id="{753B35CD-E67F-4F01-9571-8193B937C7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588" y="2822575"/>
              <a:ext cx="12700" cy="4556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39" name="Rectangle 30">
              <a:extLst>
                <a:ext uri="{FF2B5EF4-FFF2-40B4-BE49-F238E27FC236}">
                  <a16:creationId xmlns:a16="http://schemas.microsoft.com/office/drawing/2014/main" id="{21DB4566-B0EE-4478-9650-C0E720F7C0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9463" y="29225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40" name="Rectangle 31">
              <a:extLst>
                <a:ext uri="{FF2B5EF4-FFF2-40B4-BE49-F238E27FC236}">
                  <a16:creationId xmlns:a16="http://schemas.microsoft.com/office/drawing/2014/main" id="{B88876E8-EF5C-4F28-8063-9C87CF6AB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5813" y="29225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41" name="Rectangle 32">
              <a:extLst>
                <a:ext uri="{FF2B5EF4-FFF2-40B4-BE49-F238E27FC236}">
                  <a16:creationId xmlns:a16="http://schemas.microsoft.com/office/drawing/2014/main" id="{C7E9E00E-C5FD-48D2-A28A-C16812E559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6363" y="29225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42" name="Rectangle 33">
              <a:extLst>
                <a:ext uri="{FF2B5EF4-FFF2-40B4-BE49-F238E27FC236}">
                  <a16:creationId xmlns:a16="http://schemas.microsoft.com/office/drawing/2014/main" id="{13A7D15B-1E5F-479E-8E90-B9626C65A6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3575" y="29225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43" name="Rectangle 34">
              <a:extLst>
                <a:ext uri="{FF2B5EF4-FFF2-40B4-BE49-F238E27FC236}">
                  <a16:creationId xmlns:a16="http://schemas.microsoft.com/office/drawing/2014/main" id="{7D9A5462-F3A2-4848-B752-A0599EF848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6388" y="2822575"/>
              <a:ext cx="12700" cy="4556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44" name="Rectangle 35">
              <a:extLst>
                <a:ext uri="{FF2B5EF4-FFF2-40B4-BE49-F238E27FC236}">
                  <a16:creationId xmlns:a16="http://schemas.microsoft.com/office/drawing/2014/main" id="{2215C373-76B9-44E3-9F7D-48B7FE304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2375" y="29225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45" name="Rectangle 36">
              <a:extLst>
                <a:ext uri="{FF2B5EF4-FFF2-40B4-BE49-F238E27FC236}">
                  <a16:creationId xmlns:a16="http://schemas.microsoft.com/office/drawing/2014/main" id="{33057EB1-9C03-46E4-8DCA-C3A1915FF8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4988" y="29225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46" name="Rectangle 37">
              <a:extLst>
                <a:ext uri="{FF2B5EF4-FFF2-40B4-BE49-F238E27FC236}">
                  <a16:creationId xmlns:a16="http://schemas.microsoft.com/office/drawing/2014/main" id="{9BEAD416-A9ED-4539-B608-24D73CBAC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9025" y="29225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47" name="Rectangle 38">
              <a:extLst>
                <a:ext uri="{FF2B5EF4-FFF2-40B4-BE49-F238E27FC236}">
                  <a16:creationId xmlns:a16="http://schemas.microsoft.com/office/drawing/2014/main" id="{968D2051-285C-4570-960E-4C7DB491F6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26238" y="29225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48" name="Rectangle 39">
              <a:extLst>
                <a:ext uri="{FF2B5EF4-FFF2-40B4-BE49-F238E27FC236}">
                  <a16:creationId xmlns:a16="http://schemas.microsoft.com/office/drawing/2014/main" id="{7EB0C8A5-ECAD-46FB-B13A-2E974FA803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20000" y="2822575"/>
              <a:ext cx="12700" cy="4556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49" name="Rectangle 40">
              <a:extLst>
                <a:ext uri="{FF2B5EF4-FFF2-40B4-BE49-F238E27FC236}">
                  <a16:creationId xmlns:a16="http://schemas.microsoft.com/office/drawing/2014/main" id="{5B277352-CFCD-4502-8C09-0DC4E26B76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375" y="3257550"/>
              <a:ext cx="11113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50" name="Rectangle 41">
              <a:extLst>
                <a:ext uri="{FF2B5EF4-FFF2-40B4-BE49-F238E27FC236}">
                  <a16:creationId xmlns:a16="http://schemas.microsoft.com/office/drawing/2014/main" id="{16B002A0-F0A0-4196-9F1E-4396668B12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78688" y="29225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51" name="Rectangle 42">
              <a:extLst>
                <a:ext uri="{FF2B5EF4-FFF2-40B4-BE49-F238E27FC236}">
                  <a16:creationId xmlns:a16="http://schemas.microsoft.com/office/drawing/2014/main" id="{BB5B3E92-573C-4359-B7C0-89C1E516F3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588" y="3257550"/>
              <a:ext cx="12700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52" name="Rectangle 43">
              <a:extLst>
                <a:ext uri="{FF2B5EF4-FFF2-40B4-BE49-F238E27FC236}">
                  <a16:creationId xmlns:a16="http://schemas.microsoft.com/office/drawing/2014/main" id="{1571AC23-8089-44D6-874B-F430440FB3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9463" y="3273425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53" name="Rectangle 44">
              <a:extLst>
                <a:ext uri="{FF2B5EF4-FFF2-40B4-BE49-F238E27FC236}">
                  <a16:creationId xmlns:a16="http://schemas.microsoft.com/office/drawing/2014/main" id="{F30A4222-D4BD-4EE1-9243-B24D0BB16A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5813" y="3273425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54" name="Rectangle 45">
              <a:extLst>
                <a:ext uri="{FF2B5EF4-FFF2-40B4-BE49-F238E27FC236}">
                  <a16:creationId xmlns:a16="http://schemas.microsoft.com/office/drawing/2014/main" id="{25F58E5C-AAD8-4F84-998D-778AE991E3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6363" y="3273425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55" name="Rectangle 46">
              <a:extLst>
                <a:ext uri="{FF2B5EF4-FFF2-40B4-BE49-F238E27FC236}">
                  <a16:creationId xmlns:a16="http://schemas.microsoft.com/office/drawing/2014/main" id="{DCE33F1F-4419-4E67-B61C-189DB7E406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3575" y="3273425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56" name="Rectangle 47">
              <a:extLst>
                <a:ext uri="{FF2B5EF4-FFF2-40B4-BE49-F238E27FC236}">
                  <a16:creationId xmlns:a16="http://schemas.microsoft.com/office/drawing/2014/main" id="{53017F60-9B13-4A87-A7A9-62579288F8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6388" y="3257550"/>
              <a:ext cx="12700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57" name="Rectangle 48">
              <a:extLst>
                <a:ext uri="{FF2B5EF4-FFF2-40B4-BE49-F238E27FC236}">
                  <a16:creationId xmlns:a16="http://schemas.microsoft.com/office/drawing/2014/main" id="{61354E56-FCC0-4268-99C9-5AAF5A602B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2375" y="3273425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58" name="Rectangle 49">
              <a:extLst>
                <a:ext uri="{FF2B5EF4-FFF2-40B4-BE49-F238E27FC236}">
                  <a16:creationId xmlns:a16="http://schemas.microsoft.com/office/drawing/2014/main" id="{867CABCF-21E0-4311-A5D8-C99285D814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4988" y="32734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59" name="Rectangle 50">
              <a:extLst>
                <a:ext uri="{FF2B5EF4-FFF2-40B4-BE49-F238E27FC236}">
                  <a16:creationId xmlns:a16="http://schemas.microsoft.com/office/drawing/2014/main" id="{A8AF874F-1C6C-441B-96A8-7CBB36B6E2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9025" y="32734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60" name="Rectangle 51">
              <a:extLst>
                <a:ext uri="{FF2B5EF4-FFF2-40B4-BE49-F238E27FC236}">
                  <a16:creationId xmlns:a16="http://schemas.microsoft.com/office/drawing/2014/main" id="{9FA53A0B-215B-4AA1-B949-99E09BCFE3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26238" y="32734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61" name="Rectangle 52">
              <a:extLst>
                <a:ext uri="{FF2B5EF4-FFF2-40B4-BE49-F238E27FC236}">
                  <a16:creationId xmlns:a16="http://schemas.microsoft.com/office/drawing/2014/main" id="{143194C7-C184-4D9A-B385-DB3E9D80C0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20000" y="3257550"/>
              <a:ext cx="12700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62" name="Rectangle 53">
              <a:extLst>
                <a:ext uri="{FF2B5EF4-FFF2-40B4-BE49-F238E27FC236}">
                  <a16:creationId xmlns:a16="http://schemas.microsoft.com/office/drawing/2014/main" id="{0778A5CC-B3B6-4E01-9099-B5C6B7A941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375" y="3621088"/>
              <a:ext cx="6015038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63" name="Rectangle 54">
              <a:extLst>
                <a:ext uri="{FF2B5EF4-FFF2-40B4-BE49-F238E27FC236}">
                  <a16:creationId xmlns:a16="http://schemas.microsoft.com/office/drawing/2014/main" id="{91E4412C-EFF0-4D29-8322-89AD54BC61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78688" y="32734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47108" name="Group 59">
            <a:extLst>
              <a:ext uri="{FF2B5EF4-FFF2-40B4-BE49-F238E27FC236}">
                <a16:creationId xmlns:a16="http://schemas.microsoft.com/office/drawing/2014/main" id="{D40A4948-BC40-446A-8AE3-23910251C233}"/>
              </a:ext>
            </a:extLst>
          </p:cNvPr>
          <p:cNvGrpSpPr>
            <a:grpSpLocks/>
          </p:cNvGrpSpPr>
          <p:nvPr/>
        </p:nvGrpSpPr>
        <p:grpSpPr bwMode="auto">
          <a:xfrm>
            <a:off x="1905000" y="762000"/>
            <a:ext cx="5502275" cy="3048000"/>
            <a:chOff x="1905000" y="762000"/>
            <a:chExt cx="5502275" cy="3048000"/>
          </a:xfrm>
        </p:grpSpPr>
        <p:pic>
          <p:nvPicPr>
            <p:cNvPr id="47110" name="Picture 3" descr="figure8">
              <a:extLst>
                <a:ext uri="{FF2B5EF4-FFF2-40B4-BE49-F238E27FC236}">
                  <a16:creationId xmlns:a16="http://schemas.microsoft.com/office/drawing/2014/main" id="{7A4F93F7-8F60-483A-80CD-316C32CDB6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05000" y="762000"/>
              <a:ext cx="5502275" cy="2971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7111" name="Rectangle 2">
              <a:extLst>
                <a:ext uri="{FF2B5EF4-FFF2-40B4-BE49-F238E27FC236}">
                  <a16:creationId xmlns:a16="http://schemas.microsoft.com/office/drawing/2014/main" id="{D0598126-63A8-48C6-ADD9-64545E20FA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1400" y="3124200"/>
              <a:ext cx="2133600" cy="6858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59" name="Rectangle 2">
            <a:extLst>
              <a:ext uri="{FF2B5EF4-FFF2-40B4-BE49-F238E27FC236}">
                <a16:creationId xmlns:a16="http://schemas.microsoft.com/office/drawing/2014/main" id="{C6B6EB51-8206-EC49-A907-F08AA7CEB48E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35052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State table for the serial adder FSM</a:t>
            </a: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129" name="Group 1">
            <a:extLst>
              <a:ext uri="{FF2B5EF4-FFF2-40B4-BE49-F238E27FC236}">
                <a16:creationId xmlns:a16="http://schemas.microsoft.com/office/drawing/2014/main" id="{A98DC005-BDCC-4A37-AFAF-9ABE943A3F8F}"/>
              </a:ext>
            </a:extLst>
          </p:cNvPr>
          <p:cNvGrpSpPr>
            <a:grpSpLocks/>
          </p:cNvGrpSpPr>
          <p:nvPr/>
        </p:nvGrpSpPr>
        <p:grpSpPr bwMode="auto">
          <a:xfrm>
            <a:off x="1676400" y="1066800"/>
            <a:ext cx="6032500" cy="1762125"/>
            <a:chOff x="1603375" y="1871663"/>
            <a:chExt cx="6032500" cy="1762125"/>
          </a:xfrm>
        </p:grpSpPr>
        <p:sp>
          <p:nvSpPr>
            <p:cNvPr id="48132" name="Rectangle 3">
              <a:extLst>
                <a:ext uri="{FF2B5EF4-FFF2-40B4-BE49-F238E27FC236}">
                  <a16:creationId xmlns:a16="http://schemas.microsoft.com/office/drawing/2014/main" id="{452F358F-8BF9-461E-B806-B788F03F66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375" y="1871663"/>
              <a:ext cx="6015038" cy="11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33" name="Rectangle 4">
              <a:extLst>
                <a:ext uri="{FF2B5EF4-FFF2-40B4-BE49-F238E27FC236}">
                  <a16:creationId xmlns:a16="http://schemas.microsoft.com/office/drawing/2014/main" id="{9CF6E9E4-9589-4456-8C92-82CC50982F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375" y="1882775"/>
              <a:ext cx="11113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34" name="Rectangle 5">
              <a:extLst>
                <a:ext uri="{FF2B5EF4-FFF2-40B4-BE49-F238E27FC236}">
                  <a16:creationId xmlns:a16="http://schemas.microsoft.com/office/drawing/2014/main" id="{6FF1BCA8-7600-43DE-9772-1A2AFD3A42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588" y="1882775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35" name="Rectangle 6">
              <a:extLst>
                <a:ext uri="{FF2B5EF4-FFF2-40B4-BE49-F238E27FC236}">
                  <a16:creationId xmlns:a16="http://schemas.microsoft.com/office/drawing/2014/main" id="{0C58390E-5007-4A03-B5B0-448C875C6A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5300" y="2090738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Present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36" name="Rectangle 7">
              <a:extLst>
                <a:ext uri="{FF2B5EF4-FFF2-40B4-BE49-F238E27FC236}">
                  <a16:creationId xmlns:a16="http://schemas.microsoft.com/office/drawing/2014/main" id="{696E6237-F79E-41B6-8BE9-9850240CDA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6388" y="1882775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37" name="Rectangle 8">
              <a:extLst>
                <a:ext uri="{FF2B5EF4-FFF2-40B4-BE49-F238E27FC236}">
                  <a16:creationId xmlns:a16="http://schemas.microsoft.com/office/drawing/2014/main" id="{DB04B04E-D485-4529-8137-DF24E07B43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663" y="1998663"/>
              <a:ext cx="10842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Next 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38" name="Rectangle 9">
              <a:extLst>
                <a:ext uri="{FF2B5EF4-FFF2-40B4-BE49-F238E27FC236}">
                  <a16:creationId xmlns:a16="http://schemas.microsoft.com/office/drawing/2014/main" id="{C53E987F-0C6A-4FF2-AF5A-85F55D143B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70600" y="1998663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Output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39" name="Rectangle 10">
              <a:extLst>
                <a:ext uri="{FF2B5EF4-FFF2-40B4-BE49-F238E27FC236}">
                  <a16:creationId xmlns:a16="http://schemas.microsoft.com/office/drawing/2014/main" id="{0B1BC787-610F-43C4-80D2-E04F13FFB5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20000" y="1882775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40" name="Rectangle 11">
              <a:extLst>
                <a:ext uri="{FF2B5EF4-FFF2-40B4-BE49-F238E27FC236}">
                  <a16:creationId xmlns:a16="http://schemas.microsoft.com/office/drawing/2014/main" id="{9BC1A1F5-DBAA-40C2-9D08-10E260621B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588" y="2352675"/>
              <a:ext cx="49672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41" name="Rectangle 12">
              <a:extLst>
                <a:ext uri="{FF2B5EF4-FFF2-40B4-BE49-F238E27FC236}">
                  <a16:creationId xmlns:a16="http://schemas.microsoft.com/office/drawing/2014/main" id="{53622161-321A-4CA9-B250-5F85E2333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375" y="2339975"/>
              <a:ext cx="11113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42" name="Rectangle 13">
              <a:extLst>
                <a:ext uri="{FF2B5EF4-FFF2-40B4-BE49-F238E27FC236}">
                  <a16:creationId xmlns:a16="http://schemas.microsoft.com/office/drawing/2014/main" id="{89C86A80-10C1-4834-ACAF-6393FCB93A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1013" y="1997075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43" name="Rectangle 14">
              <a:extLst>
                <a:ext uri="{FF2B5EF4-FFF2-40B4-BE49-F238E27FC236}">
                  <a16:creationId xmlns:a16="http://schemas.microsoft.com/office/drawing/2014/main" id="{4633CF65-94EB-40EC-A387-1CB95086D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588" y="2339975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44" name="Rectangle 15">
              <a:extLst>
                <a:ext uri="{FF2B5EF4-FFF2-40B4-BE49-F238E27FC236}">
                  <a16:creationId xmlns:a16="http://schemas.microsoft.com/office/drawing/2014/main" id="{D3F126F8-2280-457F-B50D-0AF3029740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000" y="2365375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45" name="Rectangle 16">
              <a:extLst>
                <a:ext uri="{FF2B5EF4-FFF2-40B4-BE49-F238E27FC236}">
                  <a16:creationId xmlns:a16="http://schemas.microsoft.com/office/drawing/2014/main" id="{C62A08F8-AE84-4AAA-AACC-3109707BF2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3050" y="245427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ab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46" name="Rectangle 17">
              <a:extLst>
                <a:ext uri="{FF2B5EF4-FFF2-40B4-BE49-F238E27FC236}">
                  <a16:creationId xmlns:a16="http://schemas.microsoft.com/office/drawing/2014/main" id="{71DDD92E-4B92-479B-8D51-709B64EBD3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9438" y="2455863"/>
              <a:ext cx="460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=00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47" name="Rectangle 18">
              <a:extLst>
                <a:ext uri="{FF2B5EF4-FFF2-40B4-BE49-F238E27FC236}">
                  <a16:creationId xmlns:a16="http://schemas.microsoft.com/office/drawing/2014/main" id="{C365A8FE-D391-4EDA-8DB0-467EC1B66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8263" y="24558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48" name="Rectangle 19">
              <a:extLst>
                <a:ext uri="{FF2B5EF4-FFF2-40B4-BE49-F238E27FC236}">
                  <a16:creationId xmlns:a16="http://schemas.microsoft.com/office/drawing/2014/main" id="{D44BEE62-D398-4785-B535-59D902E038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9125" y="24558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49" name="Rectangle 20">
              <a:extLst>
                <a:ext uri="{FF2B5EF4-FFF2-40B4-BE49-F238E27FC236}">
                  <a16:creationId xmlns:a16="http://schemas.microsoft.com/office/drawing/2014/main" id="{50955EC8-AF0C-4DC9-A57C-725FD7A688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6388" y="2339975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50" name="Rectangle 21">
              <a:extLst>
                <a:ext uri="{FF2B5EF4-FFF2-40B4-BE49-F238E27FC236}">
                  <a16:creationId xmlns:a16="http://schemas.microsoft.com/office/drawing/2014/main" id="{B0CD83C3-E940-4BAB-9769-D7EBCDF2F8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4750" y="24558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51" name="Rectangle 22">
              <a:extLst>
                <a:ext uri="{FF2B5EF4-FFF2-40B4-BE49-F238E27FC236}">
                  <a16:creationId xmlns:a16="http://schemas.microsoft.com/office/drawing/2014/main" id="{402F37BB-FCBD-4E92-A9CC-08E60A9957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8788" y="24558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52" name="Rectangle 23">
              <a:extLst>
                <a:ext uri="{FF2B5EF4-FFF2-40B4-BE49-F238E27FC236}">
                  <a16:creationId xmlns:a16="http://schemas.microsoft.com/office/drawing/2014/main" id="{DEBEABD0-2A07-455A-BD8C-AB2BD67E77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1238" y="24558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53" name="Rectangle 24">
              <a:extLst>
                <a:ext uri="{FF2B5EF4-FFF2-40B4-BE49-F238E27FC236}">
                  <a16:creationId xmlns:a16="http://schemas.microsoft.com/office/drawing/2014/main" id="{E6E5DC78-999E-4106-A01E-EB98F899FF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45275" y="24558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54" name="Rectangle 25">
              <a:extLst>
                <a:ext uri="{FF2B5EF4-FFF2-40B4-BE49-F238E27FC236}">
                  <a16:creationId xmlns:a16="http://schemas.microsoft.com/office/drawing/2014/main" id="{76F97525-1174-45C2-8BE4-F6D3229ECF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20000" y="2339975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55" name="Rectangle 26">
              <a:extLst>
                <a:ext uri="{FF2B5EF4-FFF2-40B4-BE49-F238E27FC236}">
                  <a16:creationId xmlns:a16="http://schemas.microsoft.com/office/drawing/2014/main" id="{619C0991-B62D-496A-A36A-6902E638FD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375" y="2809875"/>
              <a:ext cx="6015038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56" name="Rectangle 27">
              <a:extLst>
                <a:ext uri="{FF2B5EF4-FFF2-40B4-BE49-F238E27FC236}">
                  <a16:creationId xmlns:a16="http://schemas.microsoft.com/office/drawing/2014/main" id="{3E469CAD-80F0-431E-9364-E460CA4C3C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375" y="2822575"/>
              <a:ext cx="11113" cy="4556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57" name="Rectangle 28">
              <a:extLst>
                <a:ext uri="{FF2B5EF4-FFF2-40B4-BE49-F238E27FC236}">
                  <a16:creationId xmlns:a16="http://schemas.microsoft.com/office/drawing/2014/main" id="{331EDB7D-4A35-4408-B02B-AEC364F604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4558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58" name="Rectangle 29">
              <a:extLst>
                <a:ext uri="{FF2B5EF4-FFF2-40B4-BE49-F238E27FC236}">
                  <a16:creationId xmlns:a16="http://schemas.microsoft.com/office/drawing/2014/main" id="{DEF31DB5-4303-4D84-925A-BDF0AB0401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588" y="2822575"/>
              <a:ext cx="12700" cy="4556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59" name="Rectangle 30">
              <a:extLst>
                <a:ext uri="{FF2B5EF4-FFF2-40B4-BE49-F238E27FC236}">
                  <a16:creationId xmlns:a16="http://schemas.microsoft.com/office/drawing/2014/main" id="{718B68A1-EC0A-48FD-AC28-6E0DC9A3AA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9463" y="29225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60" name="Rectangle 31">
              <a:extLst>
                <a:ext uri="{FF2B5EF4-FFF2-40B4-BE49-F238E27FC236}">
                  <a16:creationId xmlns:a16="http://schemas.microsoft.com/office/drawing/2014/main" id="{D3833E1D-335D-4AC7-B664-5B2E32807B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5813" y="29225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61" name="Rectangle 32">
              <a:extLst>
                <a:ext uri="{FF2B5EF4-FFF2-40B4-BE49-F238E27FC236}">
                  <a16:creationId xmlns:a16="http://schemas.microsoft.com/office/drawing/2014/main" id="{265F17B7-F4EA-470F-ABD1-EAF6012547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6363" y="29225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62" name="Rectangle 33">
              <a:extLst>
                <a:ext uri="{FF2B5EF4-FFF2-40B4-BE49-F238E27FC236}">
                  <a16:creationId xmlns:a16="http://schemas.microsoft.com/office/drawing/2014/main" id="{4FB852BE-3E84-4901-A316-B24CB73096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3575" y="29225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63" name="Rectangle 34">
              <a:extLst>
                <a:ext uri="{FF2B5EF4-FFF2-40B4-BE49-F238E27FC236}">
                  <a16:creationId xmlns:a16="http://schemas.microsoft.com/office/drawing/2014/main" id="{2FAD431E-1815-4315-B796-D96CBD7C65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6388" y="2822575"/>
              <a:ext cx="12700" cy="4556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64" name="Rectangle 35">
              <a:extLst>
                <a:ext uri="{FF2B5EF4-FFF2-40B4-BE49-F238E27FC236}">
                  <a16:creationId xmlns:a16="http://schemas.microsoft.com/office/drawing/2014/main" id="{E966E4B4-738B-44CB-AED7-3371F38560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2375" y="29225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65" name="Rectangle 36">
              <a:extLst>
                <a:ext uri="{FF2B5EF4-FFF2-40B4-BE49-F238E27FC236}">
                  <a16:creationId xmlns:a16="http://schemas.microsoft.com/office/drawing/2014/main" id="{1494DFCA-ECBC-41E6-A657-CDC1D4971F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4988" y="29225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66" name="Rectangle 37">
              <a:extLst>
                <a:ext uri="{FF2B5EF4-FFF2-40B4-BE49-F238E27FC236}">
                  <a16:creationId xmlns:a16="http://schemas.microsoft.com/office/drawing/2014/main" id="{8E9E576E-454E-4E5E-BD9D-10B009E40C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9025" y="29225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67" name="Rectangle 38">
              <a:extLst>
                <a:ext uri="{FF2B5EF4-FFF2-40B4-BE49-F238E27FC236}">
                  <a16:creationId xmlns:a16="http://schemas.microsoft.com/office/drawing/2014/main" id="{7C2A7F48-3645-43C9-BE1C-7AE306EC16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26238" y="29225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68" name="Rectangle 39">
              <a:extLst>
                <a:ext uri="{FF2B5EF4-FFF2-40B4-BE49-F238E27FC236}">
                  <a16:creationId xmlns:a16="http://schemas.microsoft.com/office/drawing/2014/main" id="{503C24FE-2158-4A5C-97EF-C9EED78933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20000" y="2822575"/>
              <a:ext cx="12700" cy="4556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69" name="Rectangle 40">
              <a:extLst>
                <a:ext uri="{FF2B5EF4-FFF2-40B4-BE49-F238E27FC236}">
                  <a16:creationId xmlns:a16="http://schemas.microsoft.com/office/drawing/2014/main" id="{2B47C9D9-584D-4769-8020-4A447938A9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375" y="3257550"/>
              <a:ext cx="11113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70" name="Rectangle 41">
              <a:extLst>
                <a:ext uri="{FF2B5EF4-FFF2-40B4-BE49-F238E27FC236}">
                  <a16:creationId xmlns:a16="http://schemas.microsoft.com/office/drawing/2014/main" id="{1E5749A0-B789-4BB7-ABBA-E8276A74C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78688" y="29225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71" name="Rectangle 42">
              <a:extLst>
                <a:ext uri="{FF2B5EF4-FFF2-40B4-BE49-F238E27FC236}">
                  <a16:creationId xmlns:a16="http://schemas.microsoft.com/office/drawing/2014/main" id="{1E6FBA4E-DDF1-4FDB-A4CD-45F9595144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588" y="3257550"/>
              <a:ext cx="12700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72" name="Rectangle 43">
              <a:extLst>
                <a:ext uri="{FF2B5EF4-FFF2-40B4-BE49-F238E27FC236}">
                  <a16:creationId xmlns:a16="http://schemas.microsoft.com/office/drawing/2014/main" id="{C527D423-2827-46EF-962F-B69F057704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9463" y="3273425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73" name="Rectangle 44">
              <a:extLst>
                <a:ext uri="{FF2B5EF4-FFF2-40B4-BE49-F238E27FC236}">
                  <a16:creationId xmlns:a16="http://schemas.microsoft.com/office/drawing/2014/main" id="{414D15AC-3DEB-4471-902F-FB4D30A083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5813" y="3273425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74" name="Rectangle 45">
              <a:extLst>
                <a:ext uri="{FF2B5EF4-FFF2-40B4-BE49-F238E27FC236}">
                  <a16:creationId xmlns:a16="http://schemas.microsoft.com/office/drawing/2014/main" id="{B65D6C8F-31C5-4A9A-82A7-C9A83ADB59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6363" y="3273425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75" name="Rectangle 46">
              <a:extLst>
                <a:ext uri="{FF2B5EF4-FFF2-40B4-BE49-F238E27FC236}">
                  <a16:creationId xmlns:a16="http://schemas.microsoft.com/office/drawing/2014/main" id="{0D2FC37D-BABC-4E6E-B497-EE4632850E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3575" y="3273425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76" name="Rectangle 47">
              <a:extLst>
                <a:ext uri="{FF2B5EF4-FFF2-40B4-BE49-F238E27FC236}">
                  <a16:creationId xmlns:a16="http://schemas.microsoft.com/office/drawing/2014/main" id="{954955F7-CBE8-499C-92ED-33EEFD56B6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6388" y="3257550"/>
              <a:ext cx="12700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77" name="Rectangle 48">
              <a:extLst>
                <a:ext uri="{FF2B5EF4-FFF2-40B4-BE49-F238E27FC236}">
                  <a16:creationId xmlns:a16="http://schemas.microsoft.com/office/drawing/2014/main" id="{B3C0BFB4-2799-4C73-9565-D0E4FD3C16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2375" y="3273425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78" name="Rectangle 49">
              <a:extLst>
                <a:ext uri="{FF2B5EF4-FFF2-40B4-BE49-F238E27FC236}">
                  <a16:creationId xmlns:a16="http://schemas.microsoft.com/office/drawing/2014/main" id="{15823A4C-D2CF-4259-8580-4F6557F7B3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4988" y="32734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79" name="Rectangle 50">
              <a:extLst>
                <a:ext uri="{FF2B5EF4-FFF2-40B4-BE49-F238E27FC236}">
                  <a16:creationId xmlns:a16="http://schemas.microsoft.com/office/drawing/2014/main" id="{02E80DB8-A3A9-45BE-967D-74002EFFA4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9025" y="32734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80" name="Rectangle 51">
              <a:extLst>
                <a:ext uri="{FF2B5EF4-FFF2-40B4-BE49-F238E27FC236}">
                  <a16:creationId xmlns:a16="http://schemas.microsoft.com/office/drawing/2014/main" id="{BA8D6F60-9EAD-42BB-BF34-83E1D2EA35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26238" y="32734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81" name="Rectangle 52">
              <a:extLst>
                <a:ext uri="{FF2B5EF4-FFF2-40B4-BE49-F238E27FC236}">
                  <a16:creationId xmlns:a16="http://schemas.microsoft.com/office/drawing/2014/main" id="{245024CA-22D0-40F6-AFFF-1BD36956CB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20000" y="3257550"/>
              <a:ext cx="12700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82" name="Rectangle 53">
              <a:extLst>
                <a:ext uri="{FF2B5EF4-FFF2-40B4-BE49-F238E27FC236}">
                  <a16:creationId xmlns:a16="http://schemas.microsoft.com/office/drawing/2014/main" id="{67D3A3B7-FCCA-4AC1-ACAD-454666A3B4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375" y="3621088"/>
              <a:ext cx="6015038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83" name="Rectangle 54">
              <a:extLst>
                <a:ext uri="{FF2B5EF4-FFF2-40B4-BE49-F238E27FC236}">
                  <a16:creationId xmlns:a16="http://schemas.microsoft.com/office/drawing/2014/main" id="{170FDAE7-AB33-4235-939B-9602B21D6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78688" y="32734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55" name="Rectangle 2">
            <a:extLst>
              <a:ext uri="{FF2B5EF4-FFF2-40B4-BE49-F238E27FC236}">
                <a16:creationId xmlns:a16="http://schemas.microsoft.com/office/drawing/2014/main" id="{065E6DF8-EFF1-1B41-A749-460F8B42C166}"/>
              </a:ext>
            </a:extLst>
          </p:cNvPr>
          <p:cNvSpPr txBox="1">
            <a:spLocks noChangeArrowheads="1"/>
          </p:cNvSpPr>
          <p:nvPr/>
        </p:nvSpPr>
        <p:spPr>
          <a:xfrm>
            <a:off x="34925" y="762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State table for the serial adder FSM</a:t>
            </a:r>
          </a:p>
        </p:txBody>
      </p:sp>
      <p:sp>
        <p:nvSpPr>
          <p:cNvPr id="48131" name="TextBox 125">
            <a:extLst>
              <a:ext uri="{FF2B5EF4-FFF2-40B4-BE49-F238E27FC236}">
                <a16:creationId xmlns:a16="http://schemas.microsoft.com/office/drawing/2014/main" id="{B434724A-E4D5-4487-B3CF-F922860042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913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6.41 from the textbook ]</a:t>
            </a: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153" name="Group 1">
            <a:extLst>
              <a:ext uri="{FF2B5EF4-FFF2-40B4-BE49-F238E27FC236}">
                <a16:creationId xmlns:a16="http://schemas.microsoft.com/office/drawing/2014/main" id="{79BAF251-8503-42AE-AA5E-C05170F97DF0}"/>
              </a:ext>
            </a:extLst>
          </p:cNvPr>
          <p:cNvGrpSpPr>
            <a:grpSpLocks/>
          </p:cNvGrpSpPr>
          <p:nvPr/>
        </p:nvGrpSpPr>
        <p:grpSpPr bwMode="auto">
          <a:xfrm>
            <a:off x="1676400" y="1066800"/>
            <a:ext cx="6032500" cy="1762125"/>
            <a:chOff x="1603375" y="1871663"/>
            <a:chExt cx="6032500" cy="1762125"/>
          </a:xfrm>
        </p:grpSpPr>
        <p:sp>
          <p:nvSpPr>
            <p:cNvPr id="49219" name="Rectangle 3">
              <a:extLst>
                <a:ext uri="{FF2B5EF4-FFF2-40B4-BE49-F238E27FC236}">
                  <a16:creationId xmlns:a16="http://schemas.microsoft.com/office/drawing/2014/main" id="{9EE91A1E-4F6E-41D0-9A99-02BBF8505D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375" y="1871663"/>
              <a:ext cx="6015038" cy="11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20" name="Rectangle 4">
              <a:extLst>
                <a:ext uri="{FF2B5EF4-FFF2-40B4-BE49-F238E27FC236}">
                  <a16:creationId xmlns:a16="http://schemas.microsoft.com/office/drawing/2014/main" id="{B3EF28B9-99D3-4E5E-9D2C-D018FA3DA4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375" y="1882775"/>
              <a:ext cx="11113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21" name="Rectangle 5">
              <a:extLst>
                <a:ext uri="{FF2B5EF4-FFF2-40B4-BE49-F238E27FC236}">
                  <a16:creationId xmlns:a16="http://schemas.microsoft.com/office/drawing/2014/main" id="{41801B28-D2C4-46A0-8FFB-0EDDB9D9D9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588" y="1882775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22" name="Rectangle 6">
              <a:extLst>
                <a:ext uri="{FF2B5EF4-FFF2-40B4-BE49-F238E27FC236}">
                  <a16:creationId xmlns:a16="http://schemas.microsoft.com/office/drawing/2014/main" id="{C1E4C47A-0309-4CF0-8FF9-F844ADA6CE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5300" y="2090738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Present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23" name="Rectangle 7">
              <a:extLst>
                <a:ext uri="{FF2B5EF4-FFF2-40B4-BE49-F238E27FC236}">
                  <a16:creationId xmlns:a16="http://schemas.microsoft.com/office/drawing/2014/main" id="{8F1D3638-CF35-4A36-899E-484341A2A9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6388" y="1882775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24" name="Rectangle 8">
              <a:extLst>
                <a:ext uri="{FF2B5EF4-FFF2-40B4-BE49-F238E27FC236}">
                  <a16:creationId xmlns:a16="http://schemas.microsoft.com/office/drawing/2014/main" id="{59BB8DB4-69A6-4DC1-BEC8-B5DDC6CBA1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663" y="1998663"/>
              <a:ext cx="10842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Next 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25" name="Rectangle 9">
              <a:extLst>
                <a:ext uri="{FF2B5EF4-FFF2-40B4-BE49-F238E27FC236}">
                  <a16:creationId xmlns:a16="http://schemas.microsoft.com/office/drawing/2014/main" id="{0ED2A942-D685-4887-9720-35EECD5F27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70600" y="1998663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Output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26" name="Rectangle 10">
              <a:extLst>
                <a:ext uri="{FF2B5EF4-FFF2-40B4-BE49-F238E27FC236}">
                  <a16:creationId xmlns:a16="http://schemas.microsoft.com/office/drawing/2014/main" id="{BA46BFBF-2EC8-47C4-8C66-9422873436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20000" y="1882775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27" name="Rectangle 11">
              <a:extLst>
                <a:ext uri="{FF2B5EF4-FFF2-40B4-BE49-F238E27FC236}">
                  <a16:creationId xmlns:a16="http://schemas.microsoft.com/office/drawing/2014/main" id="{4D482325-8427-4192-A81B-1098832596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588" y="2352675"/>
              <a:ext cx="49672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28" name="Rectangle 12">
              <a:extLst>
                <a:ext uri="{FF2B5EF4-FFF2-40B4-BE49-F238E27FC236}">
                  <a16:creationId xmlns:a16="http://schemas.microsoft.com/office/drawing/2014/main" id="{53241A9A-D420-4B97-AC17-9FA1A45823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375" y="2339975"/>
              <a:ext cx="11113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29" name="Rectangle 13">
              <a:extLst>
                <a:ext uri="{FF2B5EF4-FFF2-40B4-BE49-F238E27FC236}">
                  <a16:creationId xmlns:a16="http://schemas.microsoft.com/office/drawing/2014/main" id="{FB212268-2A98-4283-8797-465E6D71EA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1013" y="1997075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30" name="Rectangle 14">
              <a:extLst>
                <a:ext uri="{FF2B5EF4-FFF2-40B4-BE49-F238E27FC236}">
                  <a16:creationId xmlns:a16="http://schemas.microsoft.com/office/drawing/2014/main" id="{256E8A3B-8803-4AC9-8817-D7F7C518E5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588" y="2339975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31" name="Rectangle 15">
              <a:extLst>
                <a:ext uri="{FF2B5EF4-FFF2-40B4-BE49-F238E27FC236}">
                  <a16:creationId xmlns:a16="http://schemas.microsoft.com/office/drawing/2014/main" id="{027ACC4E-D149-487E-9695-039D596629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000" y="2365375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32" name="Rectangle 16">
              <a:extLst>
                <a:ext uri="{FF2B5EF4-FFF2-40B4-BE49-F238E27FC236}">
                  <a16:creationId xmlns:a16="http://schemas.microsoft.com/office/drawing/2014/main" id="{99478288-33C5-43BA-8AA6-0B176FE16C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3050" y="245427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ab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33" name="Rectangle 17">
              <a:extLst>
                <a:ext uri="{FF2B5EF4-FFF2-40B4-BE49-F238E27FC236}">
                  <a16:creationId xmlns:a16="http://schemas.microsoft.com/office/drawing/2014/main" id="{184FA07A-1CAD-410D-AC17-245CFACE14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9438" y="2455863"/>
              <a:ext cx="460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=00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34" name="Rectangle 18">
              <a:extLst>
                <a:ext uri="{FF2B5EF4-FFF2-40B4-BE49-F238E27FC236}">
                  <a16:creationId xmlns:a16="http://schemas.microsoft.com/office/drawing/2014/main" id="{04991443-C9B3-4E2B-A1C6-7D89F9986F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8263" y="24558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35" name="Rectangle 19">
              <a:extLst>
                <a:ext uri="{FF2B5EF4-FFF2-40B4-BE49-F238E27FC236}">
                  <a16:creationId xmlns:a16="http://schemas.microsoft.com/office/drawing/2014/main" id="{4EA8D1C7-8F21-4278-B442-A297EE5E38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9125" y="24558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36" name="Rectangle 20">
              <a:extLst>
                <a:ext uri="{FF2B5EF4-FFF2-40B4-BE49-F238E27FC236}">
                  <a16:creationId xmlns:a16="http://schemas.microsoft.com/office/drawing/2014/main" id="{3236EEA4-E399-4229-9530-E0800A897A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6388" y="2339975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37" name="Rectangle 21">
              <a:extLst>
                <a:ext uri="{FF2B5EF4-FFF2-40B4-BE49-F238E27FC236}">
                  <a16:creationId xmlns:a16="http://schemas.microsoft.com/office/drawing/2014/main" id="{2A200D89-A705-40D6-91D7-D26034CEB1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4750" y="24558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38" name="Rectangle 22">
              <a:extLst>
                <a:ext uri="{FF2B5EF4-FFF2-40B4-BE49-F238E27FC236}">
                  <a16:creationId xmlns:a16="http://schemas.microsoft.com/office/drawing/2014/main" id="{80A69031-2673-4FB4-8EE2-925F96354C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8788" y="24558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39" name="Rectangle 23">
              <a:extLst>
                <a:ext uri="{FF2B5EF4-FFF2-40B4-BE49-F238E27FC236}">
                  <a16:creationId xmlns:a16="http://schemas.microsoft.com/office/drawing/2014/main" id="{D9A4DE3E-5648-43B5-8BE2-20592280F0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1238" y="24558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40" name="Rectangle 24">
              <a:extLst>
                <a:ext uri="{FF2B5EF4-FFF2-40B4-BE49-F238E27FC236}">
                  <a16:creationId xmlns:a16="http://schemas.microsoft.com/office/drawing/2014/main" id="{008ABA72-6341-49D1-9958-2D879FA271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45275" y="24558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41" name="Rectangle 25">
              <a:extLst>
                <a:ext uri="{FF2B5EF4-FFF2-40B4-BE49-F238E27FC236}">
                  <a16:creationId xmlns:a16="http://schemas.microsoft.com/office/drawing/2014/main" id="{4AEF95E4-E05C-49B8-BE0F-9926953558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20000" y="2339975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42" name="Rectangle 26">
              <a:extLst>
                <a:ext uri="{FF2B5EF4-FFF2-40B4-BE49-F238E27FC236}">
                  <a16:creationId xmlns:a16="http://schemas.microsoft.com/office/drawing/2014/main" id="{C3BEBFAA-9DDA-4ACB-9480-6EEBADA4EF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375" y="2809875"/>
              <a:ext cx="6015038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43" name="Rectangle 27">
              <a:extLst>
                <a:ext uri="{FF2B5EF4-FFF2-40B4-BE49-F238E27FC236}">
                  <a16:creationId xmlns:a16="http://schemas.microsoft.com/office/drawing/2014/main" id="{7D78F81A-061B-45F7-BC31-F8B9F06389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375" y="2822575"/>
              <a:ext cx="11113" cy="4556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44" name="Rectangle 28">
              <a:extLst>
                <a:ext uri="{FF2B5EF4-FFF2-40B4-BE49-F238E27FC236}">
                  <a16:creationId xmlns:a16="http://schemas.microsoft.com/office/drawing/2014/main" id="{4FEFC6B2-6415-4246-98C4-CE2559B103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4558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45" name="Rectangle 29">
              <a:extLst>
                <a:ext uri="{FF2B5EF4-FFF2-40B4-BE49-F238E27FC236}">
                  <a16:creationId xmlns:a16="http://schemas.microsoft.com/office/drawing/2014/main" id="{65A375A1-F73E-4AC1-93C6-FAF2142985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588" y="2822575"/>
              <a:ext cx="12700" cy="4556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46" name="Rectangle 30">
              <a:extLst>
                <a:ext uri="{FF2B5EF4-FFF2-40B4-BE49-F238E27FC236}">
                  <a16:creationId xmlns:a16="http://schemas.microsoft.com/office/drawing/2014/main" id="{DB6903C7-AA3E-41E3-BFDC-497F7FF18D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9463" y="29225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47" name="Rectangle 31">
              <a:extLst>
                <a:ext uri="{FF2B5EF4-FFF2-40B4-BE49-F238E27FC236}">
                  <a16:creationId xmlns:a16="http://schemas.microsoft.com/office/drawing/2014/main" id="{4DF329D0-C587-49FE-839D-47D0CE2BDE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5813" y="29225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48" name="Rectangle 32">
              <a:extLst>
                <a:ext uri="{FF2B5EF4-FFF2-40B4-BE49-F238E27FC236}">
                  <a16:creationId xmlns:a16="http://schemas.microsoft.com/office/drawing/2014/main" id="{9B71C759-D898-4EE0-A2C2-A2986E476B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6363" y="29225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49" name="Rectangle 33">
              <a:extLst>
                <a:ext uri="{FF2B5EF4-FFF2-40B4-BE49-F238E27FC236}">
                  <a16:creationId xmlns:a16="http://schemas.microsoft.com/office/drawing/2014/main" id="{33AF4596-6E9D-41A1-9997-AE2B05EE8F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3575" y="29225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50" name="Rectangle 34">
              <a:extLst>
                <a:ext uri="{FF2B5EF4-FFF2-40B4-BE49-F238E27FC236}">
                  <a16:creationId xmlns:a16="http://schemas.microsoft.com/office/drawing/2014/main" id="{C7C63EFB-3EF5-4874-879D-F294B8767E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6388" y="2822575"/>
              <a:ext cx="12700" cy="4556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51" name="Rectangle 35">
              <a:extLst>
                <a:ext uri="{FF2B5EF4-FFF2-40B4-BE49-F238E27FC236}">
                  <a16:creationId xmlns:a16="http://schemas.microsoft.com/office/drawing/2014/main" id="{46467EF0-1A8F-4195-8551-4C1AD0CD72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2375" y="29225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52" name="Rectangle 36">
              <a:extLst>
                <a:ext uri="{FF2B5EF4-FFF2-40B4-BE49-F238E27FC236}">
                  <a16:creationId xmlns:a16="http://schemas.microsoft.com/office/drawing/2014/main" id="{77E7C205-056D-4538-A2E5-201BF91B70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4988" y="29225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53" name="Rectangle 37">
              <a:extLst>
                <a:ext uri="{FF2B5EF4-FFF2-40B4-BE49-F238E27FC236}">
                  <a16:creationId xmlns:a16="http://schemas.microsoft.com/office/drawing/2014/main" id="{AD8D4AAE-8543-4032-BA92-70B3ECA1DB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9025" y="29225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54" name="Rectangle 38">
              <a:extLst>
                <a:ext uri="{FF2B5EF4-FFF2-40B4-BE49-F238E27FC236}">
                  <a16:creationId xmlns:a16="http://schemas.microsoft.com/office/drawing/2014/main" id="{BD8C7264-95B9-4CDC-AA78-8E7BBB7779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26238" y="29225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55" name="Rectangle 39">
              <a:extLst>
                <a:ext uri="{FF2B5EF4-FFF2-40B4-BE49-F238E27FC236}">
                  <a16:creationId xmlns:a16="http://schemas.microsoft.com/office/drawing/2014/main" id="{717A4B1B-7D73-4FF7-84FC-D976CC468C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20000" y="2822575"/>
              <a:ext cx="12700" cy="4556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56" name="Rectangle 40">
              <a:extLst>
                <a:ext uri="{FF2B5EF4-FFF2-40B4-BE49-F238E27FC236}">
                  <a16:creationId xmlns:a16="http://schemas.microsoft.com/office/drawing/2014/main" id="{06E5F5BF-22D1-423E-8C5D-76C43D3756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375" y="3257550"/>
              <a:ext cx="11113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57" name="Rectangle 41">
              <a:extLst>
                <a:ext uri="{FF2B5EF4-FFF2-40B4-BE49-F238E27FC236}">
                  <a16:creationId xmlns:a16="http://schemas.microsoft.com/office/drawing/2014/main" id="{8F539C90-FB5E-4EEB-8A50-DA3FD13DA3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78688" y="29225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58" name="Rectangle 42">
              <a:extLst>
                <a:ext uri="{FF2B5EF4-FFF2-40B4-BE49-F238E27FC236}">
                  <a16:creationId xmlns:a16="http://schemas.microsoft.com/office/drawing/2014/main" id="{BBBB0548-DB98-4EBD-BECE-DA7DB3E2CB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588" y="3257550"/>
              <a:ext cx="12700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59" name="Rectangle 43">
              <a:extLst>
                <a:ext uri="{FF2B5EF4-FFF2-40B4-BE49-F238E27FC236}">
                  <a16:creationId xmlns:a16="http://schemas.microsoft.com/office/drawing/2014/main" id="{3D169004-A225-4E8C-B4BF-2665C4AC5D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9463" y="3273425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60" name="Rectangle 44">
              <a:extLst>
                <a:ext uri="{FF2B5EF4-FFF2-40B4-BE49-F238E27FC236}">
                  <a16:creationId xmlns:a16="http://schemas.microsoft.com/office/drawing/2014/main" id="{8EDFBF6C-F4CC-406E-92F2-8323611FF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5813" y="3273425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61" name="Rectangle 45">
              <a:extLst>
                <a:ext uri="{FF2B5EF4-FFF2-40B4-BE49-F238E27FC236}">
                  <a16:creationId xmlns:a16="http://schemas.microsoft.com/office/drawing/2014/main" id="{0DFA0E1A-727F-423C-9E09-FD361645EE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6363" y="3273425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62" name="Rectangle 46">
              <a:extLst>
                <a:ext uri="{FF2B5EF4-FFF2-40B4-BE49-F238E27FC236}">
                  <a16:creationId xmlns:a16="http://schemas.microsoft.com/office/drawing/2014/main" id="{3B19CE2C-1F64-456B-B7C7-9C8457B299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3575" y="3273425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63" name="Rectangle 47">
              <a:extLst>
                <a:ext uri="{FF2B5EF4-FFF2-40B4-BE49-F238E27FC236}">
                  <a16:creationId xmlns:a16="http://schemas.microsoft.com/office/drawing/2014/main" id="{0299A4F9-B982-4AEB-86F7-60745D2DDD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6388" y="3257550"/>
              <a:ext cx="12700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64" name="Rectangle 48">
              <a:extLst>
                <a:ext uri="{FF2B5EF4-FFF2-40B4-BE49-F238E27FC236}">
                  <a16:creationId xmlns:a16="http://schemas.microsoft.com/office/drawing/2014/main" id="{59BA06E1-065D-4AB8-8ACE-18F6C61D17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2375" y="3273425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65" name="Rectangle 49">
              <a:extLst>
                <a:ext uri="{FF2B5EF4-FFF2-40B4-BE49-F238E27FC236}">
                  <a16:creationId xmlns:a16="http://schemas.microsoft.com/office/drawing/2014/main" id="{D58366AA-AAFE-4A7E-AEE9-5ADB6D8E9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4988" y="32734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66" name="Rectangle 50">
              <a:extLst>
                <a:ext uri="{FF2B5EF4-FFF2-40B4-BE49-F238E27FC236}">
                  <a16:creationId xmlns:a16="http://schemas.microsoft.com/office/drawing/2014/main" id="{D7E65856-0C1D-492B-A364-D083B3A2E3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9025" y="32734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67" name="Rectangle 51">
              <a:extLst>
                <a:ext uri="{FF2B5EF4-FFF2-40B4-BE49-F238E27FC236}">
                  <a16:creationId xmlns:a16="http://schemas.microsoft.com/office/drawing/2014/main" id="{2143FDCD-FC38-412E-A030-3EC31F8D17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26238" y="32734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68" name="Rectangle 52">
              <a:extLst>
                <a:ext uri="{FF2B5EF4-FFF2-40B4-BE49-F238E27FC236}">
                  <a16:creationId xmlns:a16="http://schemas.microsoft.com/office/drawing/2014/main" id="{874967E8-953F-43DF-A6B8-FE2A48DA9E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20000" y="3257550"/>
              <a:ext cx="12700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69" name="Rectangle 53">
              <a:extLst>
                <a:ext uri="{FF2B5EF4-FFF2-40B4-BE49-F238E27FC236}">
                  <a16:creationId xmlns:a16="http://schemas.microsoft.com/office/drawing/2014/main" id="{7F17E3ED-AC32-4A50-B338-7030EB8D0A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375" y="3621088"/>
              <a:ext cx="6015038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70" name="Rectangle 54">
              <a:extLst>
                <a:ext uri="{FF2B5EF4-FFF2-40B4-BE49-F238E27FC236}">
                  <a16:creationId xmlns:a16="http://schemas.microsoft.com/office/drawing/2014/main" id="{68C850BF-8FD9-41CF-BB44-67BCB3CCA4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78688" y="32734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55" name="Rectangle 2">
            <a:extLst>
              <a:ext uri="{FF2B5EF4-FFF2-40B4-BE49-F238E27FC236}">
                <a16:creationId xmlns:a16="http://schemas.microsoft.com/office/drawing/2014/main" id="{59E6B2BA-7988-4043-AC0C-789862704A9E}"/>
              </a:ext>
            </a:extLst>
          </p:cNvPr>
          <p:cNvSpPr txBox="1">
            <a:spLocks noChangeArrowheads="1"/>
          </p:cNvSpPr>
          <p:nvPr/>
        </p:nvSpPr>
        <p:spPr>
          <a:xfrm>
            <a:off x="34925" y="762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State table for the serial adder FSM</a:t>
            </a:r>
          </a:p>
        </p:txBody>
      </p:sp>
      <p:sp>
        <p:nvSpPr>
          <p:cNvPr id="49155" name="TextBox 125">
            <a:extLst>
              <a:ext uri="{FF2B5EF4-FFF2-40B4-BE49-F238E27FC236}">
                <a16:creationId xmlns:a16="http://schemas.microsoft.com/office/drawing/2014/main" id="{A2D2A9E3-D939-4618-806E-EDD39532E4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62663" y="6477000"/>
            <a:ext cx="3097212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6.41 &amp; 6.42 from the textbook ]</a:t>
            </a:r>
          </a:p>
        </p:txBody>
      </p:sp>
      <p:grpSp>
        <p:nvGrpSpPr>
          <p:cNvPr id="49156" name="Group 56">
            <a:extLst>
              <a:ext uri="{FF2B5EF4-FFF2-40B4-BE49-F238E27FC236}">
                <a16:creationId xmlns:a16="http://schemas.microsoft.com/office/drawing/2014/main" id="{831F56D3-4A9A-4116-BE33-75361E47E2FD}"/>
              </a:ext>
            </a:extLst>
          </p:cNvPr>
          <p:cNvGrpSpPr>
            <a:grpSpLocks/>
          </p:cNvGrpSpPr>
          <p:nvPr/>
        </p:nvGrpSpPr>
        <p:grpSpPr bwMode="auto">
          <a:xfrm>
            <a:off x="1676400" y="3825875"/>
            <a:ext cx="6032500" cy="2270125"/>
            <a:chOff x="1552575" y="1598613"/>
            <a:chExt cx="6032500" cy="2270125"/>
          </a:xfrm>
        </p:grpSpPr>
        <p:sp>
          <p:nvSpPr>
            <p:cNvPr id="49160" name="Rectangle 57">
              <a:extLst>
                <a:ext uri="{FF2B5EF4-FFF2-40B4-BE49-F238E27FC236}">
                  <a16:creationId xmlns:a16="http://schemas.microsoft.com/office/drawing/2014/main" id="{11DE4EB5-1A6B-41DF-9D77-AFDCD87ECB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1598613"/>
              <a:ext cx="601503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161" name="Rectangle 58">
              <a:extLst>
                <a:ext uri="{FF2B5EF4-FFF2-40B4-BE49-F238E27FC236}">
                  <a16:creationId xmlns:a16="http://schemas.microsoft.com/office/drawing/2014/main" id="{11FA4812-0F08-4BCF-B16C-521309B1BF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1619250"/>
              <a:ext cx="11113" cy="523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162" name="Rectangle 59">
              <a:extLst>
                <a:ext uri="{FF2B5EF4-FFF2-40B4-BE49-F238E27FC236}">
                  <a16:creationId xmlns:a16="http://schemas.microsoft.com/office/drawing/2014/main" id="{6AE51DCB-7173-41A6-8408-8F7BD649FE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1619250"/>
              <a:ext cx="12700" cy="523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163" name="Rectangle 60">
              <a:extLst>
                <a:ext uri="{FF2B5EF4-FFF2-40B4-BE49-F238E27FC236}">
                  <a16:creationId xmlns:a16="http://schemas.microsoft.com/office/drawing/2014/main" id="{75CDDC60-9975-4606-B376-4F760F29F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4500" y="1924050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Present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164" name="Rectangle 61">
              <a:extLst>
                <a:ext uri="{FF2B5EF4-FFF2-40B4-BE49-F238E27FC236}">
                  <a16:creationId xmlns:a16="http://schemas.microsoft.com/office/drawing/2014/main" id="{1E2C5103-628E-4215-A869-9D863218C2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588" y="1619250"/>
              <a:ext cx="12700" cy="523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165" name="Rectangle 62">
              <a:extLst>
                <a:ext uri="{FF2B5EF4-FFF2-40B4-BE49-F238E27FC236}">
                  <a16:creationId xmlns:a16="http://schemas.microsoft.com/office/drawing/2014/main" id="{66801311-68FF-4288-8E91-690402F2AE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1863" y="1725613"/>
              <a:ext cx="10842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Next 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166" name="Rectangle 63">
              <a:extLst>
                <a:ext uri="{FF2B5EF4-FFF2-40B4-BE49-F238E27FC236}">
                  <a16:creationId xmlns:a16="http://schemas.microsoft.com/office/drawing/2014/main" id="{B0E5AF0D-4344-411A-9485-FF7907714F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9200" y="1619250"/>
              <a:ext cx="12700" cy="523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167" name="Rectangle 64">
              <a:extLst>
                <a:ext uri="{FF2B5EF4-FFF2-40B4-BE49-F238E27FC236}">
                  <a16:creationId xmlns:a16="http://schemas.microsoft.com/office/drawing/2014/main" id="{C8BFD6E2-AB2A-4C2B-8E7A-B8640BC6EA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2130425"/>
              <a:ext cx="49672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168" name="Rectangle 65">
              <a:extLst>
                <a:ext uri="{FF2B5EF4-FFF2-40B4-BE49-F238E27FC236}">
                  <a16:creationId xmlns:a16="http://schemas.microsoft.com/office/drawing/2014/main" id="{4D9BAE1C-D2A7-4E6C-A1A9-8728F61A72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2143125"/>
              <a:ext cx="11113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169" name="Rectangle 66">
              <a:extLst>
                <a:ext uri="{FF2B5EF4-FFF2-40B4-BE49-F238E27FC236}">
                  <a16:creationId xmlns:a16="http://schemas.microsoft.com/office/drawing/2014/main" id="{36F9ECE6-09DD-410F-8D92-BCBB3BF455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0288" y="1725613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Output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170" name="Rectangle 67">
              <a:extLst>
                <a:ext uri="{FF2B5EF4-FFF2-40B4-BE49-F238E27FC236}">
                  <a16:creationId xmlns:a16="http://schemas.microsoft.com/office/drawing/2014/main" id="{40B34A57-EDD8-4E49-9E0D-9D6DE4E717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214312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171" name="Rectangle 68">
              <a:extLst>
                <a:ext uri="{FF2B5EF4-FFF2-40B4-BE49-F238E27FC236}">
                  <a16:creationId xmlns:a16="http://schemas.microsoft.com/office/drawing/2014/main" id="{8D22EA9B-430B-42B9-8F20-896BB64DC5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4200" y="2238375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172" name="Rectangle 69">
              <a:extLst>
                <a:ext uri="{FF2B5EF4-FFF2-40B4-BE49-F238E27FC236}">
                  <a16:creationId xmlns:a16="http://schemas.microsoft.com/office/drawing/2014/main" id="{244AD323-CDFD-4E86-840F-8126CED02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2250" y="224631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ab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173" name="Rectangle 70">
              <a:extLst>
                <a:ext uri="{FF2B5EF4-FFF2-40B4-BE49-F238E27FC236}">
                  <a16:creationId xmlns:a16="http://schemas.microsoft.com/office/drawing/2014/main" id="{2F61F195-7742-4CB1-B131-8832C24FC6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8638" y="2247900"/>
              <a:ext cx="460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=00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174" name="Rectangle 71">
              <a:extLst>
                <a:ext uri="{FF2B5EF4-FFF2-40B4-BE49-F238E27FC236}">
                  <a16:creationId xmlns:a16="http://schemas.microsoft.com/office/drawing/2014/main" id="{B2A35223-C673-46E3-9936-AF472F251C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7463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175" name="Rectangle 72">
              <a:extLst>
                <a:ext uri="{FF2B5EF4-FFF2-40B4-BE49-F238E27FC236}">
                  <a16:creationId xmlns:a16="http://schemas.microsoft.com/office/drawing/2014/main" id="{16F7DC70-BD34-47EB-8DB2-54319D5844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325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176" name="Rectangle 73">
              <a:extLst>
                <a:ext uri="{FF2B5EF4-FFF2-40B4-BE49-F238E27FC236}">
                  <a16:creationId xmlns:a16="http://schemas.microsoft.com/office/drawing/2014/main" id="{0CC4D47C-96B5-48C4-AF46-ED1231187F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588" y="214312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177" name="Rectangle 74">
              <a:extLst>
                <a:ext uri="{FF2B5EF4-FFF2-40B4-BE49-F238E27FC236}">
                  <a16:creationId xmlns:a16="http://schemas.microsoft.com/office/drawing/2014/main" id="{64241C9A-7B0F-4549-8452-376614E5DA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3950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178" name="Rectangle 75">
              <a:extLst>
                <a:ext uri="{FF2B5EF4-FFF2-40B4-BE49-F238E27FC236}">
                  <a16:creationId xmlns:a16="http://schemas.microsoft.com/office/drawing/2014/main" id="{6FC5CED1-E767-42F6-A0A2-1503EA86F5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7988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179" name="Rectangle 76">
              <a:extLst>
                <a:ext uri="{FF2B5EF4-FFF2-40B4-BE49-F238E27FC236}">
                  <a16:creationId xmlns:a16="http://schemas.microsoft.com/office/drawing/2014/main" id="{BB054EF8-38BC-4F0B-95B6-A95146931F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0438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180" name="Rectangle 77">
              <a:extLst>
                <a:ext uri="{FF2B5EF4-FFF2-40B4-BE49-F238E27FC236}">
                  <a16:creationId xmlns:a16="http://schemas.microsoft.com/office/drawing/2014/main" id="{4974AB20-C97F-456A-A1AF-833250B8D5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181" name="Rectangle 78">
              <a:extLst>
                <a:ext uri="{FF2B5EF4-FFF2-40B4-BE49-F238E27FC236}">
                  <a16:creationId xmlns:a16="http://schemas.microsoft.com/office/drawing/2014/main" id="{C49D2D63-52B9-4F29-80D9-2AB1C97F88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9200" y="214312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182" name="Rectangle 79">
              <a:extLst>
                <a:ext uri="{FF2B5EF4-FFF2-40B4-BE49-F238E27FC236}">
                  <a16:creationId xmlns:a16="http://schemas.microsoft.com/office/drawing/2014/main" id="{4C264AFF-B393-44A3-B585-E1CD0E288E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2587625"/>
              <a:ext cx="49672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183" name="Rectangle 80">
              <a:extLst>
                <a:ext uri="{FF2B5EF4-FFF2-40B4-BE49-F238E27FC236}">
                  <a16:creationId xmlns:a16="http://schemas.microsoft.com/office/drawing/2014/main" id="{6F2E9117-DC2F-4829-8A6D-F0AC7FD708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2600325"/>
              <a:ext cx="11113" cy="455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184" name="Rectangle 81">
              <a:extLst>
                <a:ext uri="{FF2B5EF4-FFF2-40B4-BE49-F238E27FC236}">
                  <a16:creationId xmlns:a16="http://schemas.microsoft.com/office/drawing/2014/main" id="{D29E6F27-4228-4E2B-8EDB-EAD3935B27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0100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185" name="Rectangle 82">
              <a:extLst>
                <a:ext uri="{FF2B5EF4-FFF2-40B4-BE49-F238E27FC236}">
                  <a16:creationId xmlns:a16="http://schemas.microsoft.com/office/drawing/2014/main" id="{9F1E050B-8900-4AFB-8A70-92E5A8497C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2600325"/>
              <a:ext cx="12700" cy="455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186" name="Rectangle 83">
              <a:extLst>
                <a:ext uri="{FF2B5EF4-FFF2-40B4-BE49-F238E27FC236}">
                  <a16:creationId xmlns:a16="http://schemas.microsoft.com/office/drawing/2014/main" id="{B11741AD-A6C4-4882-97BB-D1AD211927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2475" y="2657475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187" name="Rectangle 84">
              <a:extLst>
                <a:ext uri="{FF2B5EF4-FFF2-40B4-BE49-F238E27FC236}">
                  <a16:creationId xmlns:a16="http://schemas.microsoft.com/office/drawing/2014/main" id="{2408A242-A689-4231-8A35-91420A95EA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588" y="2600325"/>
              <a:ext cx="12700" cy="455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188" name="Rectangle 85">
              <a:extLst>
                <a:ext uri="{FF2B5EF4-FFF2-40B4-BE49-F238E27FC236}">
                  <a16:creationId xmlns:a16="http://schemas.microsoft.com/office/drawing/2014/main" id="{21108CCA-FF2A-47F6-971C-F81876D5C7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6675" y="2703513"/>
              <a:ext cx="20478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189" name="Rectangle 86">
              <a:extLst>
                <a:ext uri="{FF2B5EF4-FFF2-40B4-BE49-F238E27FC236}">
                  <a16:creationId xmlns:a16="http://schemas.microsoft.com/office/drawing/2014/main" id="{206AB5ED-F055-470E-90FC-919A8E0796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9200" y="2600325"/>
              <a:ext cx="12700" cy="455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190" name="Rectangle 87">
              <a:extLst>
                <a:ext uri="{FF2B5EF4-FFF2-40B4-BE49-F238E27FC236}">
                  <a16:creationId xmlns:a16="http://schemas.microsoft.com/office/drawing/2014/main" id="{B0FC8BB8-642D-441B-9985-C1F96510F5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3043238"/>
              <a:ext cx="6015038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191" name="Rectangle 88">
              <a:extLst>
                <a:ext uri="{FF2B5EF4-FFF2-40B4-BE49-F238E27FC236}">
                  <a16:creationId xmlns:a16="http://schemas.microsoft.com/office/drawing/2014/main" id="{28FCC04A-2FA5-4AB2-B15B-18EAF98562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3055938"/>
              <a:ext cx="11113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192" name="Rectangle 89">
              <a:extLst>
                <a:ext uri="{FF2B5EF4-FFF2-40B4-BE49-F238E27FC236}">
                  <a16:creationId xmlns:a16="http://schemas.microsoft.com/office/drawing/2014/main" id="{116542F5-4ACD-488B-AE84-28A93B08D8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05563" y="2703513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193" name="Rectangle 90">
              <a:extLst>
                <a:ext uri="{FF2B5EF4-FFF2-40B4-BE49-F238E27FC236}">
                  <a16:creationId xmlns:a16="http://schemas.microsoft.com/office/drawing/2014/main" id="{2ED5C9D1-9907-4038-9CB0-641CB0FD2C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305593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194" name="Rectangle 91">
              <a:extLst>
                <a:ext uri="{FF2B5EF4-FFF2-40B4-BE49-F238E27FC236}">
                  <a16:creationId xmlns:a16="http://schemas.microsoft.com/office/drawing/2014/main" id="{809C0F03-2316-4F0F-A8DA-5131A9E3E3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5650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195" name="Rectangle 92">
              <a:extLst>
                <a:ext uri="{FF2B5EF4-FFF2-40B4-BE49-F238E27FC236}">
                  <a16:creationId xmlns:a16="http://schemas.microsoft.com/office/drawing/2014/main" id="{4AEC3B63-8F84-48B6-9EE2-5C104EFFFE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358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196" name="Rectangle 93">
              <a:extLst>
                <a:ext uri="{FF2B5EF4-FFF2-40B4-BE49-F238E27FC236}">
                  <a16:creationId xmlns:a16="http://schemas.microsoft.com/office/drawing/2014/main" id="{12D425A7-BDF1-45E3-A22F-A9597BED76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413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197" name="Rectangle 94">
              <a:extLst>
                <a:ext uri="{FF2B5EF4-FFF2-40B4-BE49-F238E27FC236}">
                  <a16:creationId xmlns:a16="http://schemas.microsoft.com/office/drawing/2014/main" id="{42FCA53C-BAB9-4132-90D4-4BD4E4A4E3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658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198" name="Rectangle 95">
              <a:extLst>
                <a:ext uri="{FF2B5EF4-FFF2-40B4-BE49-F238E27FC236}">
                  <a16:creationId xmlns:a16="http://schemas.microsoft.com/office/drawing/2014/main" id="{D66A367F-FCB5-480B-91B5-88919EB09D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588" y="305593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199" name="Rectangle 96">
              <a:extLst>
                <a:ext uri="{FF2B5EF4-FFF2-40B4-BE49-F238E27FC236}">
                  <a16:creationId xmlns:a16="http://schemas.microsoft.com/office/drawing/2014/main" id="{8D655D50-3E79-4120-B0D5-D21F6FB863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2213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00" name="Rectangle 97">
              <a:extLst>
                <a:ext uri="{FF2B5EF4-FFF2-40B4-BE49-F238E27FC236}">
                  <a16:creationId xmlns:a16="http://schemas.microsoft.com/office/drawing/2014/main" id="{6CB7F678-A421-4DC4-9E76-719E28C816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783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01" name="Rectangle 98">
              <a:extLst>
                <a:ext uri="{FF2B5EF4-FFF2-40B4-BE49-F238E27FC236}">
                  <a16:creationId xmlns:a16="http://schemas.microsoft.com/office/drawing/2014/main" id="{654E812E-6EEF-449D-94A4-62C258EEE4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1875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02" name="Rectangle 99">
              <a:extLst>
                <a:ext uri="{FF2B5EF4-FFF2-40B4-BE49-F238E27FC236}">
                  <a16:creationId xmlns:a16="http://schemas.microsoft.com/office/drawing/2014/main" id="{50F9A144-748C-47CE-86C6-F5A7597AD1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908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03" name="Rectangle 100">
              <a:extLst>
                <a:ext uri="{FF2B5EF4-FFF2-40B4-BE49-F238E27FC236}">
                  <a16:creationId xmlns:a16="http://schemas.microsoft.com/office/drawing/2014/main" id="{DF397571-E9B5-49A1-A544-0D13D6E90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9200" y="305593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04" name="Rectangle 101">
              <a:extLst>
                <a:ext uri="{FF2B5EF4-FFF2-40B4-BE49-F238E27FC236}">
                  <a16:creationId xmlns:a16="http://schemas.microsoft.com/office/drawing/2014/main" id="{EC569CA8-2F35-4E06-870B-5DFA5AD105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3517900"/>
              <a:ext cx="11113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05" name="Rectangle 102">
              <a:extLst>
                <a:ext uri="{FF2B5EF4-FFF2-40B4-BE49-F238E27FC236}">
                  <a16:creationId xmlns:a16="http://schemas.microsoft.com/office/drawing/2014/main" id="{61877EDB-3C8B-4C32-A178-6CDB71F07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153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06" name="Rectangle 103">
              <a:extLst>
                <a:ext uri="{FF2B5EF4-FFF2-40B4-BE49-F238E27FC236}">
                  <a16:creationId xmlns:a16="http://schemas.microsoft.com/office/drawing/2014/main" id="{E9F0EF1C-5192-4393-ABF2-74773B64DE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3517900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07" name="Rectangle 104">
              <a:extLst>
                <a:ext uri="{FF2B5EF4-FFF2-40B4-BE49-F238E27FC236}">
                  <a16:creationId xmlns:a16="http://schemas.microsoft.com/office/drawing/2014/main" id="{6955E2A2-7962-4FED-A2C2-F3B38340D0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5650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08" name="Rectangle 105">
              <a:extLst>
                <a:ext uri="{FF2B5EF4-FFF2-40B4-BE49-F238E27FC236}">
                  <a16:creationId xmlns:a16="http://schemas.microsoft.com/office/drawing/2014/main" id="{92400B53-2554-475F-82B9-FE96F0851A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358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09" name="Rectangle 106">
              <a:extLst>
                <a:ext uri="{FF2B5EF4-FFF2-40B4-BE49-F238E27FC236}">
                  <a16:creationId xmlns:a16="http://schemas.microsoft.com/office/drawing/2014/main" id="{0D19D8C1-029B-4271-AD72-3F97367E83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413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10" name="Rectangle 107">
              <a:extLst>
                <a:ext uri="{FF2B5EF4-FFF2-40B4-BE49-F238E27FC236}">
                  <a16:creationId xmlns:a16="http://schemas.microsoft.com/office/drawing/2014/main" id="{C24909B4-0AC7-46BD-9934-7FA94B00A6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658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11" name="Rectangle 108">
              <a:extLst>
                <a:ext uri="{FF2B5EF4-FFF2-40B4-BE49-F238E27FC236}">
                  <a16:creationId xmlns:a16="http://schemas.microsoft.com/office/drawing/2014/main" id="{094ABC05-F052-4AEC-ABD7-72C8E88440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588" y="3517900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12" name="Rectangle 109">
              <a:extLst>
                <a:ext uri="{FF2B5EF4-FFF2-40B4-BE49-F238E27FC236}">
                  <a16:creationId xmlns:a16="http://schemas.microsoft.com/office/drawing/2014/main" id="{DC3D3F52-20B9-471D-982A-1247D2C116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2213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13" name="Rectangle 110">
              <a:extLst>
                <a:ext uri="{FF2B5EF4-FFF2-40B4-BE49-F238E27FC236}">
                  <a16:creationId xmlns:a16="http://schemas.microsoft.com/office/drawing/2014/main" id="{61619646-2F6A-47ED-8FC2-6A603EB369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783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14" name="Rectangle 111">
              <a:extLst>
                <a:ext uri="{FF2B5EF4-FFF2-40B4-BE49-F238E27FC236}">
                  <a16:creationId xmlns:a16="http://schemas.microsoft.com/office/drawing/2014/main" id="{C0C23D61-36E9-4661-9EA6-8F79E85C17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1875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15" name="Rectangle 112">
              <a:extLst>
                <a:ext uri="{FF2B5EF4-FFF2-40B4-BE49-F238E27FC236}">
                  <a16:creationId xmlns:a16="http://schemas.microsoft.com/office/drawing/2014/main" id="{427A476A-295E-4F58-B973-2F77938BE0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908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16" name="Rectangle 113">
              <a:extLst>
                <a:ext uri="{FF2B5EF4-FFF2-40B4-BE49-F238E27FC236}">
                  <a16:creationId xmlns:a16="http://schemas.microsoft.com/office/drawing/2014/main" id="{4837A6A2-3515-4023-8B8B-0171888D0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9200" y="3517900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17" name="Rectangle 114">
              <a:extLst>
                <a:ext uri="{FF2B5EF4-FFF2-40B4-BE49-F238E27FC236}">
                  <a16:creationId xmlns:a16="http://schemas.microsoft.com/office/drawing/2014/main" id="{73D9DABF-AB0C-4555-9549-33A29E8175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3856038"/>
              <a:ext cx="6015038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218" name="Rectangle 115">
              <a:extLst>
                <a:ext uri="{FF2B5EF4-FFF2-40B4-BE49-F238E27FC236}">
                  <a16:creationId xmlns:a16="http://schemas.microsoft.com/office/drawing/2014/main" id="{1AE7233D-891E-4891-B3FA-514DA2E71F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153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17" name="Rectangle 2">
            <a:extLst>
              <a:ext uri="{FF2B5EF4-FFF2-40B4-BE49-F238E27FC236}">
                <a16:creationId xmlns:a16="http://schemas.microsoft.com/office/drawing/2014/main" id="{20DB2C63-53D8-D542-AF89-AA15CE1950DF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32766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State-assigned table for the serial adder</a:t>
            </a:r>
          </a:p>
        </p:txBody>
      </p:sp>
      <p:sp>
        <p:nvSpPr>
          <p:cNvPr id="49158" name="Rectangle 117">
            <a:extLst>
              <a:ext uri="{FF2B5EF4-FFF2-40B4-BE49-F238E27FC236}">
                <a16:creationId xmlns:a16="http://schemas.microsoft.com/office/drawing/2014/main" id="{3EEEA77A-31DE-4CCD-B323-CF5AFD53E6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1325" y="5405438"/>
            <a:ext cx="2133600" cy="614362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9159" name="Rectangle 118">
            <a:extLst>
              <a:ext uri="{FF2B5EF4-FFF2-40B4-BE49-F238E27FC236}">
                <a16:creationId xmlns:a16="http://schemas.microsoft.com/office/drawing/2014/main" id="{B5B09069-1AEE-49F2-89CC-1599DBCFB2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5405438"/>
            <a:ext cx="2133600" cy="614362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177" name="Group 1">
            <a:extLst>
              <a:ext uri="{FF2B5EF4-FFF2-40B4-BE49-F238E27FC236}">
                <a16:creationId xmlns:a16="http://schemas.microsoft.com/office/drawing/2014/main" id="{36E0368F-21A7-4097-B0DC-6CAF004A3A53}"/>
              </a:ext>
            </a:extLst>
          </p:cNvPr>
          <p:cNvGrpSpPr>
            <a:grpSpLocks/>
          </p:cNvGrpSpPr>
          <p:nvPr/>
        </p:nvGrpSpPr>
        <p:grpSpPr bwMode="auto">
          <a:xfrm>
            <a:off x="1676400" y="1066800"/>
            <a:ext cx="6032500" cy="1762125"/>
            <a:chOff x="1603375" y="1871663"/>
            <a:chExt cx="6032500" cy="1762125"/>
          </a:xfrm>
        </p:grpSpPr>
        <p:sp>
          <p:nvSpPr>
            <p:cNvPr id="50242" name="Rectangle 3">
              <a:extLst>
                <a:ext uri="{FF2B5EF4-FFF2-40B4-BE49-F238E27FC236}">
                  <a16:creationId xmlns:a16="http://schemas.microsoft.com/office/drawing/2014/main" id="{C88D05D6-A460-4CFC-9730-A680D0AD4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375" y="1871663"/>
              <a:ext cx="6015038" cy="11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43" name="Rectangle 4">
              <a:extLst>
                <a:ext uri="{FF2B5EF4-FFF2-40B4-BE49-F238E27FC236}">
                  <a16:creationId xmlns:a16="http://schemas.microsoft.com/office/drawing/2014/main" id="{7E807B55-B0CE-4D84-AF04-DB50A43FF1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375" y="1882775"/>
              <a:ext cx="11113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44" name="Rectangle 5">
              <a:extLst>
                <a:ext uri="{FF2B5EF4-FFF2-40B4-BE49-F238E27FC236}">
                  <a16:creationId xmlns:a16="http://schemas.microsoft.com/office/drawing/2014/main" id="{A5D7B349-0926-4C67-912C-E7BAB8C98E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588" y="1882775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45" name="Rectangle 6">
              <a:extLst>
                <a:ext uri="{FF2B5EF4-FFF2-40B4-BE49-F238E27FC236}">
                  <a16:creationId xmlns:a16="http://schemas.microsoft.com/office/drawing/2014/main" id="{099B5174-A3A8-41C0-B86C-BDC6266ABC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5300" y="2090738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Present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46" name="Rectangle 7">
              <a:extLst>
                <a:ext uri="{FF2B5EF4-FFF2-40B4-BE49-F238E27FC236}">
                  <a16:creationId xmlns:a16="http://schemas.microsoft.com/office/drawing/2014/main" id="{34B8299A-F341-43BE-8A30-FADE3C1EA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6388" y="1882775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47" name="Rectangle 8">
              <a:extLst>
                <a:ext uri="{FF2B5EF4-FFF2-40B4-BE49-F238E27FC236}">
                  <a16:creationId xmlns:a16="http://schemas.microsoft.com/office/drawing/2014/main" id="{C46A1FEA-C2C8-445C-B809-420C9BC018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663" y="1998663"/>
              <a:ext cx="10842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Next 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48" name="Rectangle 9">
              <a:extLst>
                <a:ext uri="{FF2B5EF4-FFF2-40B4-BE49-F238E27FC236}">
                  <a16:creationId xmlns:a16="http://schemas.microsoft.com/office/drawing/2014/main" id="{82F3B28C-6D81-4F7F-9D12-F5D3C40496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70600" y="1998663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Output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49" name="Rectangle 10">
              <a:extLst>
                <a:ext uri="{FF2B5EF4-FFF2-40B4-BE49-F238E27FC236}">
                  <a16:creationId xmlns:a16="http://schemas.microsoft.com/office/drawing/2014/main" id="{4C8B24E2-BD13-4E67-A99B-728E1E0AEE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20000" y="1882775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50" name="Rectangle 11">
              <a:extLst>
                <a:ext uri="{FF2B5EF4-FFF2-40B4-BE49-F238E27FC236}">
                  <a16:creationId xmlns:a16="http://schemas.microsoft.com/office/drawing/2014/main" id="{29B6027F-52B2-4244-BD31-F0AD520D6A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588" y="2352675"/>
              <a:ext cx="49672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51" name="Rectangle 12">
              <a:extLst>
                <a:ext uri="{FF2B5EF4-FFF2-40B4-BE49-F238E27FC236}">
                  <a16:creationId xmlns:a16="http://schemas.microsoft.com/office/drawing/2014/main" id="{617B5B9F-A2D8-48D9-B1BA-B9AA26C850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375" y="2339975"/>
              <a:ext cx="11113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52" name="Rectangle 13">
              <a:extLst>
                <a:ext uri="{FF2B5EF4-FFF2-40B4-BE49-F238E27FC236}">
                  <a16:creationId xmlns:a16="http://schemas.microsoft.com/office/drawing/2014/main" id="{81B0DB57-58EB-44A0-9414-CDDB85378A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1013" y="1997075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53" name="Rectangle 14">
              <a:extLst>
                <a:ext uri="{FF2B5EF4-FFF2-40B4-BE49-F238E27FC236}">
                  <a16:creationId xmlns:a16="http://schemas.microsoft.com/office/drawing/2014/main" id="{4C928B68-83F4-449C-A489-9A40087FE9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588" y="2339975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54" name="Rectangle 15">
              <a:extLst>
                <a:ext uri="{FF2B5EF4-FFF2-40B4-BE49-F238E27FC236}">
                  <a16:creationId xmlns:a16="http://schemas.microsoft.com/office/drawing/2014/main" id="{46BE2D0B-D39F-4723-8267-BE945BD346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000" y="2365375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55" name="Rectangle 16">
              <a:extLst>
                <a:ext uri="{FF2B5EF4-FFF2-40B4-BE49-F238E27FC236}">
                  <a16:creationId xmlns:a16="http://schemas.microsoft.com/office/drawing/2014/main" id="{3D4FD223-83C3-40DD-AB75-E9B233799F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3050" y="245427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ab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56" name="Rectangle 17">
              <a:extLst>
                <a:ext uri="{FF2B5EF4-FFF2-40B4-BE49-F238E27FC236}">
                  <a16:creationId xmlns:a16="http://schemas.microsoft.com/office/drawing/2014/main" id="{AE4E557D-6F10-49E6-B2C1-BA09DAC3E3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9438" y="2455863"/>
              <a:ext cx="460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=00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57" name="Rectangle 18">
              <a:extLst>
                <a:ext uri="{FF2B5EF4-FFF2-40B4-BE49-F238E27FC236}">
                  <a16:creationId xmlns:a16="http://schemas.microsoft.com/office/drawing/2014/main" id="{51EBA2F7-AC60-4869-AC5B-018AC74AEF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8263" y="24558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58" name="Rectangle 19">
              <a:extLst>
                <a:ext uri="{FF2B5EF4-FFF2-40B4-BE49-F238E27FC236}">
                  <a16:creationId xmlns:a16="http://schemas.microsoft.com/office/drawing/2014/main" id="{13B419EA-ACB1-49B2-868D-1FE1ADE7E8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9125" y="24558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59" name="Rectangle 20">
              <a:extLst>
                <a:ext uri="{FF2B5EF4-FFF2-40B4-BE49-F238E27FC236}">
                  <a16:creationId xmlns:a16="http://schemas.microsoft.com/office/drawing/2014/main" id="{DC54FA57-226D-44C8-97CC-11772B4BB5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6388" y="2339975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60" name="Rectangle 21">
              <a:extLst>
                <a:ext uri="{FF2B5EF4-FFF2-40B4-BE49-F238E27FC236}">
                  <a16:creationId xmlns:a16="http://schemas.microsoft.com/office/drawing/2014/main" id="{091768E4-1CC8-482E-888D-57D4F22237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4750" y="24558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61" name="Rectangle 22">
              <a:extLst>
                <a:ext uri="{FF2B5EF4-FFF2-40B4-BE49-F238E27FC236}">
                  <a16:creationId xmlns:a16="http://schemas.microsoft.com/office/drawing/2014/main" id="{0D151358-884E-4C45-8F6B-57C376873F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8788" y="24558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62" name="Rectangle 23">
              <a:extLst>
                <a:ext uri="{FF2B5EF4-FFF2-40B4-BE49-F238E27FC236}">
                  <a16:creationId xmlns:a16="http://schemas.microsoft.com/office/drawing/2014/main" id="{9BC71E46-9D2F-4583-A42D-5C1AC9A06F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1238" y="24558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63" name="Rectangle 24">
              <a:extLst>
                <a:ext uri="{FF2B5EF4-FFF2-40B4-BE49-F238E27FC236}">
                  <a16:creationId xmlns:a16="http://schemas.microsoft.com/office/drawing/2014/main" id="{491904B0-77CB-4A33-BC2E-F0ED7BACE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45275" y="24558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64" name="Rectangle 25">
              <a:extLst>
                <a:ext uri="{FF2B5EF4-FFF2-40B4-BE49-F238E27FC236}">
                  <a16:creationId xmlns:a16="http://schemas.microsoft.com/office/drawing/2014/main" id="{981CE9C2-6771-4988-868E-4444BFF6FC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20000" y="2339975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65" name="Rectangle 26">
              <a:extLst>
                <a:ext uri="{FF2B5EF4-FFF2-40B4-BE49-F238E27FC236}">
                  <a16:creationId xmlns:a16="http://schemas.microsoft.com/office/drawing/2014/main" id="{141103B0-73F6-4393-B42B-6617EFC0C8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375" y="2809875"/>
              <a:ext cx="6015038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66" name="Rectangle 27">
              <a:extLst>
                <a:ext uri="{FF2B5EF4-FFF2-40B4-BE49-F238E27FC236}">
                  <a16:creationId xmlns:a16="http://schemas.microsoft.com/office/drawing/2014/main" id="{D41CBFA3-664F-49D8-A7EA-5E90658C1B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375" y="2822575"/>
              <a:ext cx="11113" cy="4556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67" name="Rectangle 28">
              <a:extLst>
                <a:ext uri="{FF2B5EF4-FFF2-40B4-BE49-F238E27FC236}">
                  <a16:creationId xmlns:a16="http://schemas.microsoft.com/office/drawing/2014/main" id="{7F75ED1C-8E47-4D48-8EEF-BA697F223C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4558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68" name="Rectangle 29">
              <a:extLst>
                <a:ext uri="{FF2B5EF4-FFF2-40B4-BE49-F238E27FC236}">
                  <a16:creationId xmlns:a16="http://schemas.microsoft.com/office/drawing/2014/main" id="{7B87B38A-6530-4660-96F9-AA44F840B0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588" y="2822575"/>
              <a:ext cx="12700" cy="4556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69" name="Rectangle 30">
              <a:extLst>
                <a:ext uri="{FF2B5EF4-FFF2-40B4-BE49-F238E27FC236}">
                  <a16:creationId xmlns:a16="http://schemas.microsoft.com/office/drawing/2014/main" id="{53ED9376-7FC8-46E3-BF3F-C706232D8E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9463" y="29225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70" name="Rectangle 31">
              <a:extLst>
                <a:ext uri="{FF2B5EF4-FFF2-40B4-BE49-F238E27FC236}">
                  <a16:creationId xmlns:a16="http://schemas.microsoft.com/office/drawing/2014/main" id="{12911302-37BD-4CC0-9B54-CFA46D926E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5813" y="29225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71" name="Rectangle 32">
              <a:extLst>
                <a:ext uri="{FF2B5EF4-FFF2-40B4-BE49-F238E27FC236}">
                  <a16:creationId xmlns:a16="http://schemas.microsoft.com/office/drawing/2014/main" id="{8BD13C0D-0BD3-4A35-99DF-D4712BC0F6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6363" y="29225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72" name="Rectangle 33">
              <a:extLst>
                <a:ext uri="{FF2B5EF4-FFF2-40B4-BE49-F238E27FC236}">
                  <a16:creationId xmlns:a16="http://schemas.microsoft.com/office/drawing/2014/main" id="{6A91B492-8D32-40B4-9B1B-A0C6CF0CEA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3575" y="29225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73" name="Rectangle 34">
              <a:extLst>
                <a:ext uri="{FF2B5EF4-FFF2-40B4-BE49-F238E27FC236}">
                  <a16:creationId xmlns:a16="http://schemas.microsoft.com/office/drawing/2014/main" id="{52EA5897-71C7-4EE9-80F7-4947CF4A4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6388" y="2822575"/>
              <a:ext cx="12700" cy="4556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74" name="Rectangle 35">
              <a:extLst>
                <a:ext uri="{FF2B5EF4-FFF2-40B4-BE49-F238E27FC236}">
                  <a16:creationId xmlns:a16="http://schemas.microsoft.com/office/drawing/2014/main" id="{1ED261FA-AEEE-4A34-AEA2-1C955E1681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2375" y="29225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75" name="Rectangle 36">
              <a:extLst>
                <a:ext uri="{FF2B5EF4-FFF2-40B4-BE49-F238E27FC236}">
                  <a16:creationId xmlns:a16="http://schemas.microsoft.com/office/drawing/2014/main" id="{D2F3CBEF-9403-4A47-BCAE-B4C2847B93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4988" y="29225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76" name="Rectangle 37">
              <a:extLst>
                <a:ext uri="{FF2B5EF4-FFF2-40B4-BE49-F238E27FC236}">
                  <a16:creationId xmlns:a16="http://schemas.microsoft.com/office/drawing/2014/main" id="{B8DA32F6-06EE-42A6-817E-0C1039E58C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9025" y="29225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77" name="Rectangle 38">
              <a:extLst>
                <a:ext uri="{FF2B5EF4-FFF2-40B4-BE49-F238E27FC236}">
                  <a16:creationId xmlns:a16="http://schemas.microsoft.com/office/drawing/2014/main" id="{EB1993D2-F142-4E53-9661-20E7193CE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26238" y="29225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78" name="Rectangle 39">
              <a:extLst>
                <a:ext uri="{FF2B5EF4-FFF2-40B4-BE49-F238E27FC236}">
                  <a16:creationId xmlns:a16="http://schemas.microsoft.com/office/drawing/2014/main" id="{DB5B5D28-EE48-4BF5-B032-3502BB7AE6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20000" y="2822575"/>
              <a:ext cx="12700" cy="4556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79" name="Rectangle 40">
              <a:extLst>
                <a:ext uri="{FF2B5EF4-FFF2-40B4-BE49-F238E27FC236}">
                  <a16:creationId xmlns:a16="http://schemas.microsoft.com/office/drawing/2014/main" id="{11BDE2FD-E00D-4FE0-8EE5-71633D6EA2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375" y="3257550"/>
              <a:ext cx="11113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80" name="Rectangle 41">
              <a:extLst>
                <a:ext uri="{FF2B5EF4-FFF2-40B4-BE49-F238E27FC236}">
                  <a16:creationId xmlns:a16="http://schemas.microsoft.com/office/drawing/2014/main" id="{68FAE0A0-7D93-42EC-A6E7-9021709376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78688" y="29225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81" name="Rectangle 42">
              <a:extLst>
                <a:ext uri="{FF2B5EF4-FFF2-40B4-BE49-F238E27FC236}">
                  <a16:creationId xmlns:a16="http://schemas.microsoft.com/office/drawing/2014/main" id="{AB914547-DBAC-4F5A-BFB3-E077B85300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588" y="3257550"/>
              <a:ext cx="12700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82" name="Rectangle 43">
              <a:extLst>
                <a:ext uri="{FF2B5EF4-FFF2-40B4-BE49-F238E27FC236}">
                  <a16:creationId xmlns:a16="http://schemas.microsoft.com/office/drawing/2014/main" id="{A9BE293E-00AA-4A60-8C4A-BD6882868E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9463" y="3273425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83" name="Rectangle 44">
              <a:extLst>
                <a:ext uri="{FF2B5EF4-FFF2-40B4-BE49-F238E27FC236}">
                  <a16:creationId xmlns:a16="http://schemas.microsoft.com/office/drawing/2014/main" id="{548B825D-E9F8-444F-B6C9-174D518EA8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5813" y="3273425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84" name="Rectangle 45">
              <a:extLst>
                <a:ext uri="{FF2B5EF4-FFF2-40B4-BE49-F238E27FC236}">
                  <a16:creationId xmlns:a16="http://schemas.microsoft.com/office/drawing/2014/main" id="{F6470B87-020A-4A4E-909F-EC67251AF3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6363" y="3273425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85" name="Rectangle 46">
              <a:extLst>
                <a:ext uri="{FF2B5EF4-FFF2-40B4-BE49-F238E27FC236}">
                  <a16:creationId xmlns:a16="http://schemas.microsoft.com/office/drawing/2014/main" id="{07019E2A-04E6-49B8-B09D-4A11C51F9D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3575" y="3273425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86" name="Rectangle 47">
              <a:extLst>
                <a:ext uri="{FF2B5EF4-FFF2-40B4-BE49-F238E27FC236}">
                  <a16:creationId xmlns:a16="http://schemas.microsoft.com/office/drawing/2014/main" id="{7D44EAF1-F18A-408B-92D3-AC675CA2BF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6388" y="3257550"/>
              <a:ext cx="12700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87" name="Rectangle 48">
              <a:extLst>
                <a:ext uri="{FF2B5EF4-FFF2-40B4-BE49-F238E27FC236}">
                  <a16:creationId xmlns:a16="http://schemas.microsoft.com/office/drawing/2014/main" id="{7195C48E-AD43-4B8D-A628-3A75B48B48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2375" y="3273425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88" name="Rectangle 49">
              <a:extLst>
                <a:ext uri="{FF2B5EF4-FFF2-40B4-BE49-F238E27FC236}">
                  <a16:creationId xmlns:a16="http://schemas.microsoft.com/office/drawing/2014/main" id="{40F24AD7-8FA6-4609-91DB-5E01D30576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4988" y="32734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89" name="Rectangle 50">
              <a:extLst>
                <a:ext uri="{FF2B5EF4-FFF2-40B4-BE49-F238E27FC236}">
                  <a16:creationId xmlns:a16="http://schemas.microsoft.com/office/drawing/2014/main" id="{8240F356-FE9E-4D88-9AAF-97E5D4DAB2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9025" y="32734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90" name="Rectangle 51">
              <a:extLst>
                <a:ext uri="{FF2B5EF4-FFF2-40B4-BE49-F238E27FC236}">
                  <a16:creationId xmlns:a16="http://schemas.microsoft.com/office/drawing/2014/main" id="{7FFDA05B-3C06-41EF-8EE2-1B990DC8E6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26238" y="32734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91" name="Rectangle 52">
              <a:extLst>
                <a:ext uri="{FF2B5EF4-FFF2-40B4-BE49-F238E27FC236}">
                  <a16:creationId xmlns:a16="http://schemas.microsoft.com/office/drawing/2014/main" id="{F974CF88-36F2-471E-AAC8-ED747F05DB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20000" y="3257550"/>
              <a:ext cx="12700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92" name="Rectangle 53">
              <a:extLst>
                <a:ext uri="{FF2B5EF4-FFF2-40B4-BE49-F238E27FC236}">
                  <a16:creationId xmlns:a16="http://schemas.microsoft.com/office/drawing/2014/main" id="{F40EC7CD-871E-476A-9B13-2FACCE105D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375" y="3621088"/>
              <a:ext cx="6015038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93" name="Rectangle 54">
              <a:extLst>
                <a:ext uri="{FF2B5EF4-FFF2-40B4-BE49-F238E27FC236}">
                  <a16:creationId xmlns:a16="http://schemas.microsoft.com/office/drawing/2014/main" id="{19187F5F-B4E8-4154-A780-05E04D3034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78688" y="32734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55" name="Rectangle 2">
            <a:extLst>
              <a:ext uri="{FF2B5EF4-FFF2-40B4-BE49-F238E27FC236}">
                <a16:creationId xmlns:a16="http://schemas.microsoft.com/office/drawing/2014/main" id="{45666D7A-608D-DE42-B56F-5FA95083D62B}"/>
              </a:ext>
            </a:extLst>
          </p:cNvPr>
          <p:cNvSpPr txBox="1">
            <a:spLocks noChangeArrowheads="1"/>
          </p:cNvSpPr>
          <p:nvPr/>
        </p:nvSpPr>
        <p:spPr>
          <a:xfrm>
            <a:off x="34925" y="762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State table for the serial adder FSM</a:t>
            </a:r>
          </a:p>
        </p:txBody>
      </p:sp>
      <p:sp>
        <p:nvSpPr>
          <p:cNvPr id="50179" name="TextBox 125">
            <a:extLst>
              <a:ext uri="{FF2B5EF4-FFF2-40B4-BE49-F238E27FC236}">
                <a16:creationId xmlns:a16="http://schemas.microsoft.com/office/drawing/2014/main" id="{158D68CD-66B3-4EF7-B8DE-22B133E18D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62663" y="6477000"/>
            <a:ext cx="3097212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6.41 &amp; 6.42 from the textbook ]</a:t>
            </a:r>
          </a:p>
        </p:txBody>
      </p:sp>
      <p:grpSp>
        <p:nvGrpSpPr>
          <p:cNvPr id="50180" name="Group 56">
            <a:extLst>
              <a:ext uri="{FF2B5EF4-FFF2-40B4-BE49-F238E27FC236}">
                <a16:creationId xmlns:a16="http://schemas.microsoft.com/office/drawing/2014/main" id="{1F7A3B15-4116-4252-A7CE-20B2E8445870}"/>
              </a:ext>
            </a:extLst>
          </p:cNvPr>
          <p:cNvGrpSpPr>
            <a:grpSpLocks/>
          </p:cNvGrpSpPr>
          <p:nvPr/>
        </p:nvGrpSpPr>
        <p:grpSpPr bwMode="auto">
          <a:xfrm>
            <a:off x="1676400" y="3825875"/>
            <a:ext cx="6032500" cy="2270125"/>
            <a:chOff x="1552575" y="1598613"/>
            <a:chExt cx="6032500" cy="2270125"/>
          </a:xfrm>
        </p:grpSpPr>
        <p:sp>
          <p:nvSpPr>
            <p:cNvPr id="50183" name="Rectangle 57">
              <a:extLst>
                <a:ext uri="{FF2B5EF4-FFF2-40B4-BE49-F238E27FC236}">
                  <a16:creationId xmlns:a16="http://schemas.microsoft.com/office/drawing/2014/main" id="{DD948A70-353A-4340-9BAA-EB07972934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1598613"/>
              <a:ext cx="601503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184" name="Rectangle 58">
              <a:extLst>
                <a:ext uri="{FF2B5EF4-FFF2-40B4-BE49-F238E27FC236}">
                  <a16:creationId xmlns:a16="http://schemas.microsoft.com/office/drawing/2014/main" id="{33367D33-9082-485E-91DE-AB3F0EC283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1619250"/>
              <a:ext cx="11113" cy="523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185" name="Rectangle 59">
              <a:extLst>
                <a:ext uri="{FF2B5EF4-FFF2-40B4-BE49-F238E27FC236}">
                  <a16:creationId xmlns:a16="http://schemas.microsoft.com/office/drawing/2014/main" id="{5A8382BE-8094-4BA5-86FB-E1996756C9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1619250"/>
              <a:ext cx="12700" cy="523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186" name="Rectangle 60">
              <a:extLst>
                <a:ext uri="{FF2B5EF4-FFF2-40B4-BE49-F238E27FC236}">
                  <a16:creationId xmlns:a16="http://schemas.microsoft.com/office/drawing/2014/main" id="{E92207C1-DDD3-422E-81F2-8388E6185A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4500" y="1924050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Present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187" name="Rectangle 61">
              <a:extLst>
                <a:ext uri="{FF2B5EF4-FFF2-40B4-BE49-F238E27FC236}">
                  <a16:creationId xmlns:a16="http://schemas.microsoft.com/office/drawing/2014/main" id="{4A2C2350-625F-4C94-B4B7-9E174FF15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588" y="1619250"/>
              <a:ext cx="12700" cy="523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188" name="Rectangle 62">
              <a:extLst>
                <a:ext uri="{FF2B5EF4-FFF2-40B4-BE49-F238E27FC236}">
                  <a16:creationId xmlns:a16="http://schemas.microsoft.com/office/drawing/2014/main" id="{EF970A20-C7DD-453A-8D4D-345F114248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1863" y="1725613"/>
              <a:ext cx="10842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Next 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189" name="Rectangle 63">
              <a:extLst>
                <a:ext uri="{FF2B5EF4-FFF2-40B4-BE49-F238E27FC236}">
                  <a16:creationId xmlns:a16="http://schemas.microsoft.com/office/drawing/2014/main" id="{5A1BCDE8-803F-4FCE-8369-A5CA0E997F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9200" y="1619250"/>
              <a:ext cx="12700" cy="523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190" name="Rectangle 64">
              <a:extLst>
                <a:ext uri="{FF2B5EF4-FFF2-40B4-BE49-F238E27FC236}">
                  <a16:creationId xmlns:a16="http://schemas.microsoft.com/office/drawing/2014/main" id="{FBA21D6D-E641-42F2-8157-E104578472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2130425"/>
              <a:ext cx="49672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191" name="Rectangle 65">
              <a:extLst>
                <a:ext uri="{FF2B5EF4-FFF2-40B4-BE49-F238E27FC236}">
                  <a16:creationId xmlns:a16="http://schemas.microsoft.com/office/drawing/2014/main" id="{12940D32-CD2C-494E-9D26-6BECFB428A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2143125"/>
              <a:ext cx="11113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192" name="Rectangle 66">
              <a:extLst>
                <a:ext uri="{FF2B5EF4-FFF2-40B4-BE49-F238E27FC236}">
                  <a16:creationId xmlns:a16="http://schemas.microsoft.com/office/drawing/2014/main" id="{990EE5CC-52E3-4C20-A011-31F301C911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0288" y="1725613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Output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193" name="Rectangle 67">
              <a:extLst>
                <a:ext uri="{FF2B5EF4-FFF2-40B4-BE49-F238E27FC236}">
                  <a16:creationId xmlns:a16="http://schemas.microsoft.com/office/drawing/2014/main" id="{42FBCF86-E121-4404-BD9A-19D6BD47D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214312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194" name="Rectangle 68">
              <a:extLst>
                <a:ext uri="{FF2B5EF4-FFF2-40B4-BE49-F238E27FC236}">
                  <a16:creationId xmlns:a16="http://schemas.microsoft.com/office/drawing/2014/main" id="{22F44195-3AF3-42AA-9532-1911013833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4200" y="2238375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195" name="Rectangle 69">
              <a:extLst>
                <a:ext uri="{FF2B5EF4-FFF2-40B4-BE49-F238E27FC236}">
                  <a16:creationId xmlns:a16="http://schemas.microsoft.com/office/drawing/2014/main" id="{03761632-1559-4C91-A196-A009605E07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2250" y="224631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ab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196" name="Rectangle 70">
              <a:extLst>
                <a:ext uri="{FF2B5EF4-FFF2-40B4-BE49-F238E27FC236}">
                  <a16:creationId xmlns:a16="http://schemas.microsoft.com/office/drawing/2014/main" id="{927348AA-ACF0-4B10-A576-D3537DA108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8638" y="2247900"/>
              <a:ext cx="460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=00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197" name="Rectangle 71">
              <a:extLst>
                <a:ext uri="{FF2B5EF4-FFF2-40B4-BE49-F238E27FC236}">
                  <a16:creationId xmlns:a16="http://schemas.microsoft.com/office/drawing/2014/main" id="{9B1931C0-D20D-4A30-8EB8-56FBD8934A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7463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198" name="Rectangle 72">
              <a:extLst>
                <a:ext uri="{FF2B5EF4-FFF2-40B4-BE49-F238E27FC236}">
                  <a16:creationId xmlns:a16="http://schemas.microsoft.com/office/drawing/2014/main" id="{D82FE519-94C9-4169-85F5-0A0B7E7022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325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199" name="Rectangle 73">
              <a:extLst>
                <a:ext uri="{FF2B5EF4-FFF2-40B4-BE49-F238E27FC236}">
                  <a16:creationId xmlns:a16="http://schemas.microsoft.com/office/drawing/2014/main" id="{A8CAC814-1C8A-469D-B7F1-A6BC0C8EF8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588" y="214312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00" name="Rectangle 74">
              <a:extLst>
                <a:ext uri="{FF2B5EF4-FFF2-40B4-BE49-F238E27FC236}">
                  <a16:creationId xmlns:a16="http://schemas.microsoft.com/office/drawing/2014/main" id="{8F8362B0-5C79-488A-8212-2499A52629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3950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01" name="Rectangle 75">
              <a:extLst>
                <a:ext uri="{FF2B5EF4-FFF2-40B4-BE49-F238E27FC236}">
                  <a16:creationId xmlns:a16="http://schemas.microsoft.com/office/drawing/2014/main" id="{933925DD-361D-476E-AF65-BD9FF2631B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7988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02" name="Rectangle 76">
              <a:extLst>
                <a:ext uri="{FF2B5EF4-FFF2-40B4-BE49-F238E27FC236}">
                  <a16:creationId xmlns:a16="http://schemas.microsoft.com/office/drawing/2014/main" id="{06A8DE2E-822A-4D99-854A-D8AF28B290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0438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03" name="Rectangle 77">
              <a:extLst>
                <a:ext uri="{FF2B5EF4-FFF2-40B4-BE49-F238E27FC236}">
                  <a16:creationId xmlns:a16="http://schemas.microsoft.com/office/drawing/2014/main" id="{FE24B99E-545D-47B5-AEDB-2C5EA01457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04" name="Rectangle 78">
              <a:extLst>
                <a:ext uri="{FF2B5EF4-FFF2-40B4-BE49-F238E27FC236}">
                  <a16:creationId xmlns:a16="http://schemas.microsoft.com/office/drawing/2014/main" id="{A8D2F52E-61A4-4181-A28C-BA679A7645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9200" y="214312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05" name="Rectangle 79">
              <a:extLst>
                <a:ext uri="{FF2B5EF4-FFF2-40B4-BE49-F238E27FC236}">
                  <a16:creationId xmlns:a16="http://schemas.microsoft.com/office/drawing/2014/main" id="{0CA03E49-0489-4FCC-BE12-8A6FC99104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2587625"/>
              <a:ext cx="49672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06" name="Rectangle 80">
              <a:extLst>
                <a:ext uri="{FF2B5EF4-FFF2-40B4-BE49-F238E27FC236}">
                  <a16:creationId xmlns:a16="http://schemas.microsoft.com/office/drawing/2014/main" id="{C4E0003B-1F7C-4BCA-91D4-BA95080D42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2600325"/>
              <a:ext cx="11113" cy="455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07" name="Rectangle 81">
              <a:extLst>
                <a:ext uri="{FF2B5EF4-FFF2-40B4-BE49-F238E27FC236}">
                  <a16:creationId xmlns:a16="http://schemas.microsoft.com/office/drawing/2014/main" id="{97D654EC-2935-46E1-BD1B-4155DE5A33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0100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08" name="Rectangle 82">
              <a:extLst>
                <a:ext uri="{FF2B5EF4-FFF2-40B4-BE49-F238E27FC236}">
                  <a16:creationId xmlns:a16="http://schemas.microsoft.com/office/drawing/2014/main" id="{131E2B56-7C0A-46D7-8EAF-15F43B4E2D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2600325"/>
              <a:ext cx="12700" cy="455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09" name="Rectangle 83">
              <a:extLst>
                <a:ext uri="{FF2B5EF4-FFF2-40B4-BE49-F238E27FC236}">
                  <a16:creationId xmlns:a16="http://schemas.microsoft.com/office/drawing/2014/main" id="{B2466C1C-743F-4D40-9A6D-3DD96BBEA1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2475" y="2657475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10" name="Rectangle 84">
              <a:extLst>
                <a:ext uri="{FF2B5EF4-FFF2-40B4-BE49-F238E27FC236}">
                  <a16:creationId xmlns:a16="http://schemas.microsoft.com/office/drawing/2014/main" id="{C6AB32B4-6512-4588-85A0-ADA085ABCD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588" y="2600325"/>
              <a:ext cx="12700" cy="455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11" name="Rectangle 85">
              <a:extLst>
                <a:ext uri="{FF2B5EF4-FFF2-40B4-BE49-F238E27FC236}">
                  <a16:creationId xmlns:a16="http://schemas.microsoft.com/office/drawing/2014/main" id="{82BC57D4-FC77-4C0F-97F9-22B7AE2237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6675" y="2703513"/>
              <a:ext cx="20478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12" name="Rectangle 86">
              <a:extLst>
                <a:ext uri="{FF2B5EF4-FFF2-40B4-BE49-F238E27FC236}">
                  <a16:creationId xmlns:a16="http://schemas.microsoft.com/office/drawing/2014/main" id="{5AE10F45-243E-421D-9E08-6344EF74F5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9200" y="2600325"/>
              <a:ext cx="12700" cy="455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13" name="Rectangle 87">
              <a:extLst>
                <a:ext uri="{FF2B5EF4-FFF2-40B4-BE49-F238E27FC236}">
                  <a16:creationId xmlns:a16="http://schemas.microsoft.com/office/drawing/2014/main" id="{81BCDBCE-47AC-44D1-BDD9-63876CC15F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3043238"/>
              <a:ext cx="6015038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14" name="Rectangle 88">
              <a:extLst>
                <a:ext uri="{FF2B5EF4-FFF2-40B4-BE49-F238E27FC236}">
                  <a16:creationId xmlns:a16="http://schemas.microsoft.com/office/drawing/2014/main" id="{0C66EFFD-7995-4475-B34F-DCD36CD47E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3055938"/>
              <a:ext cx="11113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15" name="Rectangle 89">
              <a:extLst>
                <a:ext uri="{FF2B5EF4-FFF2-40B4-BE49-F238E27FC236}">
                  <a16:creationId xmlns:a16="http://schemas.microsoft.com/office/drawing/2014/main" id="{0B69B6D7-F42E-4EFD-8706-8A7D7015CD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05563" y="2703513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16" name="Rectangle 90">
              <a:extLst>
                <a:ext uri="{FF2B5EF4-FFF2-40B4-BE49-F238E27FC236}">
                  <a16:creationId xmlns:a16="http://schemas.microsoft.com/office/drawing/2014/main" id="{E8EE4A91-0571-48B0-9F4C-84E9D3091F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305593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17" name="Rectangle 91">
              <a:extLst>
                <a:ext uri="{FF2B5EF4-FFF2-40B4-BE49-F238E27FC236}">
                  <a16:creationId xmlns:a16="http://schemas.microsoft.com/office/drawing/2014/main" id="{1E3FD94E-4861-4751-93F8-37A891D5CB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5650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18" name="Rectangle 92">
              <a:extLst>
                <a:ext uri="{FF2B5EF4-FFF2-40B4-BE49-F238E27FC236}">
                  <a16:creationId xmlns:a16="http://schemas.microsoft.com/office/drawing/2014/main" id="{B66A2794-168F-4294-A5F5-60F48BD0E2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358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19" name="Rectangle 93">
              <a:extLst>
                <a:ext uri="{FF2B5EF4-FFF2-40B4-BE49-F238E27FC236}">
                  <a16:creationId xmlns:a16="http://schemas.microsoft.com/office/drawing/2014/main" id="{1390F65C-C494-4846-98D7-6F1859A797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413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20" name="Rectangle 94">
              <a:extLst>
                <a:ext uri="{FF2B5EF4-FFF2-40B4-BE49-F238E27FC236}">
                  <a16:creationId xmlns:a16="http://schemas.microsoft.com/office/drawing/2014/main" id="{A1CF5893-500D-456B-881F-630B485D50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658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21" name="Rectangle 95">
              <a:extLst>
                <a:ext uri="{FF2B5EF4-FFF2-40B4-BE49-F238E27FC236}">
                  <a16:creationId xmlns:a16="http://schemas.microsoft.com/office/drawing/2014/main" id="{9A84E201-080B-42CB-9013-B0BAD748F1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588" y="305593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22" name="Rectangle 96">
              <a:extLst>
                <a:ext uri="{FF2B5EF4-FFF2-40B4-BE49-F238E27FC236}">
                  <a16:creationId xmlns:a16="http://schemas.microsoft.com/office/drawing/2014/main" id="{70531300-3FBA-48EB-8F10-92FB25525B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2213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23" name="Rectangle 97">
              <a:extLst>
                <a:ext uri="{FF2B5EF4-FFF2-40B4-BE49-F238E27FC236}">
                  <a16:creationId xmlns:a16="http://schemas.microsoft.com/office/drawing/2014/main" id="{EFBBA69E-FAF2-484B-B960-4133576E3E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783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24" name="Rectangle 98">
              <a:extLst>
                <a:ext uri="{FF2B5EF4-FFF2-40B4-BE49-F238E27FC236}">
                  <a16:creationId xmlns:a16="http://schemas.microsoft.com/office/drawing/2014/main" id="{B7E8CC1C-D8ED-48A8-B276-902973D563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1875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25" name="Rectangle 99">
              <a:extLst>
                <a:ext uri="{FF2B5EF4-FFF2-40B4-BE49-F238E27FC236}">
                  <a16:creationId xmlns:a16="http://schemas.microsoft.com/office/drawing/2014/main" id="{89150C1D-FCFA-4CDA-9243-60EA86B7B9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908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26" name="Rectangle 100">
              <a:extLst>
                <a:ext uri="{FF2B5EF4-FFF2-40B4-BE49-F238E27FC236}">
                  <a16:creationId xmlns:a16="http://schemas.microsoft.com/office/drawing/2014/main" id="{DA597360-07C5-4CDC-908B-D3F55489EA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9200" y="305593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27" name="Rectangle 101">
              <a:extLst>
                <a:ext uri="{FF2B5EF4-FFF2-40B4-BE49-F238E27FC236}">
                  <a16:creationId xmlns:a16="http://schemas.microsoft.com/office/drawing/2014/main" id="{204F3B44-BC51-4B5B-BEAC-993136D7D4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3517900"/>
              <a:ext cx="11113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28" name="Rectangle 102">
              <a:extLst>
                <a:ext uri="{FF2B5EF4-FFF2-40B4-BE49-F238E27FC236}">
                  <a16:creationId xmlns:a16="http://schemas.microsoft.com/office/drawing/2014/main" id="{EEE970DC-8E59-4B84-A9F6-795B6D5A6F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153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29" name="Rectangle 103">
              <a:extLst>
                <a:ext uri="{FF2B5EF4-FFF2-40B4-BE49-F238E27FC236}">
                  <a16:creationId xmlns:a16="http://schemas.microsoft.com/office/drawing/2014/main" id="{BDBBB0A4-AC23-45D8-9616-78A7EF69EF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3517900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30" name="Rectangle 104">
              <a:extLst>
                <a:ext uri="{FF2B5EF4-FFF2-40B4-BE49-F238E27FC236}">
                  <a16:creationId xmlns:a16="http://schemas.microsoft.com/office/drawing/2014/main" id="{57669D03-A43B-40F6-B7EC-68F2F911B4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5650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31" name="Rectangle 105">
              <a:extLst>
                <a:ext uri="{FF2B5EF4-FFF2-40B4-BE49-F238E27FC236}">
                  <a16:creationId xmlns:a16="http://schemas.microsoft.com/office/drawing/2014/main" id="{C9F38257-4636-469F-B081-C70CB14DF8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358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32" name="Rectangle 106">
              <a:extLst>
                <a:ext uri="{FF2B5EF4-FFF2-40B4-BE49-F238E27FC236}">
                  <a16:creationId xmlns:a16="http://schemas.microsoft.com/office/drawing/2014/main" id="{47A680E4-F55A-4F69-AF1E-3659D71EB4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413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33" name="Rectangle 107">
              <a:extLst>
                <a:ext uri="{FF2B5EF4-FFF2-40B4-BE49-F238E27FC236}">
                  <a16:creationId xmlns:a16="http://schemas.microsoft.com/office/drawing/2014/main" id="{24E54D9E-851E-4F07-80B6-97192C83E8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658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34" name="Rectangle 108">
              <a:extLst>
                <a:ext uri="{FF2B5EF4-FFF2-40B4-BE49-F238E27FC236}">
                  <a16:creationId xmlns:a16="http://schemas.microsoft.com/office/drawing/2014/main" id="{69AA9F81-35E6-4C53-907C-53BBBE6629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588" y="3517900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35" name="Rectangle 109">
              <a:extLst>
                <a:ext uri="{FF2B5EF4-FFF2-40B4-BE49-F238E27FC236}">
                  <a16:creationId xmlns:a16="http://schemas.microsoft.com/office/drawing/2014/main" id="{3DE2AFA8-CFDD-4F22-B030-DD54F56038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2213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36" name="Rectangle 110">
              <a:extLst>
                <a:ext uri="{FF2B5EF4-FFF2-40B4-BE49-F238E27FC236}">
                  <a16:creationId xmlns:a16="http://schemas.microsoft.com/office/drawing/2014/main" id="{B3983F72-3DEE-410C-A9B0-F128E01788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783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37" name="Rectangle 111">
              <a:extLst>
                <a:ext uri="{FF2B5EF4-FFF2-40B4-BE49-F238E27FC236}">
                  <a16:creationId xmlns:a16="http://schemas.microsoft.com/office/drawing/2014/main" id="{89D6B022-0D11-41B1-B6D2-08F33A1F68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1875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38" name="Rectangle 112">
              <a:extLst>
                <a:ext uri="{FF2B5EF4-FFF2-40B4-BE49-F238E27FC236}">
                  <a16:creationId xmlns:a16="http://schemas.microsoft.com/office/drawing/2014/main" id="{EF55D96B-23D7-4AF2-B5CA-D732B41E43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908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39" name="Rectangle 113">
              <a:extLst>
                <a:ext uri="{FF2B5EF4-FFF2-40B4-BE49-F238E27FC236}">
                  <a16:creationId xmlns:a16="http://schemas.microsoft.com/office/drawing/2014/main" id="{79006326-9FDC-44D7-A74B-2C509458F8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9200" y="3517900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40" name="Rectangle 114">
              <a:extLst>
                <a:ext uri="{FF2B5EF4-FFF2-40B4-BE49-F238E27FC236}">
                  <a16:creationId xmlns:a16="http://schemas.microsoft.com/office/drawing/2014/main" id="{0541333A-0991-4B24-9407-3AA11D9DB9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3856038"/>
              <a:ext cx="6015038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41" name="Rectangle 115">
              <a:extLst>
                <a:ext uri="{FF2B5EF4-FFF2-40B4-BE49-F238E27FC236}">
                  <a16:creationId xmlns:a16="http://schemas.microsoft.com/office/drawing/2014/main" id="{8FADB34B-C248-4D1A-BF45-4F48F00359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153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17" name="Rectangle 2">
            <a:extLst>
              <a:ext uri="{FF2B5EF4-FFF2-40B4-BE49-F238E27FC236}">
                <a16:creationId xmlns:a16="http://schemas.microsoft.com/office/drawing/2014/main" id="{45CA547F-2D7F-BE4D-9706-A271292481B8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32766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State-assigned table for the serial adder</a:t>
            </a:r>
          </a:p>
        </p:txBody>
      </p:sp>
      <p:sp>
        <p:nvSpPr>
          <p:cNvPr id="50182" name="Rectangle 117">
            <a:extLst>
              <a:ext uri="{FF2B5EF4-FFF2-40B4-BE49-F238E27FC236}">
                <a16:creationId xmlns:a16="http://schemas.microsoft.com/office/drawing/2014/main" id="{EBD3E6A2-32AC-43B0-A6B6-A0F3C65329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1325" y="5405438"/>
            <a:ext cx="2133600" cy="614362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201" name="Group 1">
            <a:extLst>
              <a:ext uri="{FF2B5EF4-FFF2-40B4-BE49-F238E27FC236}">
                <a16:creationId xmlns:a16="http://schemas.microsoft.com/office/drawing/2014/main" id="{01DADB02-02A0-4747-934B-CA9E19C82CC3}"/>
              </a:ext>
            </a:extLst>
          </p:cNvPr>
          <p:cNvGrpSpPr>
            <a:grpSpLocks/>
          </p:cNvGrpSpPr>
          <p:nvPr/>
        </p:nvGrpSpPr>
        <p:grpSpPr bwMode="auto">
          <a:xfrm>
            <a:off x="1676400" y="1066800"/>
            <a:ext cx="6032500" cy="1762125"/>
            <a:chOff x="1603375" y="1871663"/>
            <a:chExt cx="6032500" cy="1762125"/>
          </a:xfrm>
        </p:grpSpPr>
        <p:sp>
          <p:nvSpPr>
            <p:cNvPr id="51265" name="Rectangle 3">
              <a:extLst>
                <a:ext uri="{FF2B5EF4-FFF2-40B4-BE49-F238E27FC236}">
                  <a16:creationId xmlns:a16="http://schemas.microsoft.com/office/drawing/2014/main" id="{B6598AF6-5518-4628-814A-9076A961E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375" y="1871663"/>
              <a:ext cx="6015038" cy="11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66" name="Rectangle 4">
              <a:extLst>
                <a:ext uri="{FF2B5EF4-FFF2-40B4-BE49-F238E27FC236}">
                  <a16:creationId xmlns:a16="http://schemas.microsoft.com/office/drawing/2014/main" id="{29E1F3F3-90D1-4869-8AC5-75D1431E0F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375" y="1882775"/>
              <a:ext cx="11113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67" name="Rectangle 5">
              <a:extLst>
                <a:ext uri="{FF2B5EF4-FFF2-40B4-BE49-F238E27FC236}">
                  <a16:creationId xmlns:a16="http://schemas.microsoft.com/office/drawing/2014/main" id="{B5518620-3A2D-4684-B407-8BBF4D2699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588" y="1882775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68" name="Rectangle 6">
              <a:extLst>
                <a:ext uri="{FF2B5EF4-FFF2-40B4-BE49-F238E27FC236}">
                  <a16:creationId xmlns:a16="http://schemas.microsoft.com/office/drawing/2014/main" id="{8EA9EFEE-5DF5-49DC-9886-114465C822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5300" y="2090738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Present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69" name="Rectangle 7">
              <a:extLst>
                <a:ext uri="{FF2B5EF4-FFF2-40B4-BE49-F238E27FC236}">
                  <a16:creationId xmlns:a16="http://schemas.microsoft.com/office/drawing/2014/main" id="{ECE4785F-D415-4E51-813D-AD9E494E02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6388" y="1882775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70" name="Rectangle 8">
              <a:extLst>
                <a:ext uri="{FF2B5EF4-FFF2-40B4-BE49-F238E27FC236}">
                  <a16:creationId xmlns:a16="http://schemas.microsoft.com/office/drawing/2014/main" id="{50F9132F-E172-4851-821B-8D6642B934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663" y="1998663"/>
              <a:ext cx="10842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Next 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71" name="Rectangle 9">
              <a:extLst>
                <a:ext uri="{FF2B5EF4-FFF2-40B4-BE49-F238E27FC236}">
                  <a16:creationId xmlns:a16="http://schemas.microsoft.com/office/drawing/2014/main" id="{D728DF4C-8B1A-4A4C-9D6A-D81EE4A580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70600" y="1998663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Output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72" name="Rectangle 10">
              <a:extLst>
                <a:ext uri="{FF2B5EF4-FFF2-40B4-BE49-F238E27FC236}">
                  <a16:creationId xmlns:a16="http://schemas.microsoft.com/office/drawing/2014/main" id="{DDD230ED-E064-4FBF-8AA5-06C61CCAE0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20000" y="1882775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73" name="Rectangle 11">
              <a:extLst>
                <a:ext uri="{FF2B5EF4-FFF2-40B4-BE49-F238E27FC236}">
                  <a16:creationId xmlns:a16="http://schemas.microsoft.com/office/drawing/2014/main" id="{6E256E41-9AD8-4739-8445-9CD5A79E0F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588" y="2352675"/>
              <a:ext cx="49672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74" name="Rectangle 12">
              <a:extLst>
                <a:ext uri="{FF2B5EF4-FFF2-40B4-BE49-F238E27FC236}">
                  <a16:creationId xmlns:a16="http://schemas.microsoft.com/office/drawing/2014/main" id="{88BDC533-95F4-4F97-AB05-1F13274538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375" y="2339975"/>
              <a:ext cx="11113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75" name="Rectangle 13">
              <a:extLst>
                <a:ext uri="{FF2B5EF4-FFF2-40B4-BE49-F238E27FC236}">
                  <a16:creationId xmlns:a16="http://schemas.microsoft.com/office/drawing/2014/main" id="{A341CA9F-38AB-4EE5-8DE8-83C1EF052C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1013" y="1997075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76" name="Rectangle 14">
              <a:extLst>
                <a:ext uri="{FF2B5EF4-FFF2-40B4-BE49-F238E27FC236}">
                  <a16:creationId xmlns:a16="http://schemas.microsoft.com/office/drawing/2014/main" id="{0F73DC02-C46E-42EA-BFC2-83D7DA1E37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588" y="2339975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77" name="Rectangle 15">
              <a:extLst>
                <a:ext uri="{FF2B5EF4-FFF2-40B4-BE49-F238E27FC236}">
                  <a16:creationId xmlns:a16="http://schemas.microsoft.com/office/drawing/2014/main" id="{DFB0D00D-ED47-4AB3-B499-E678C267EF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000" y="2365375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78" name="Rectangle 16">
              <a:extLst>
                <a:ext uri="{FF2B5EF4-FFF2-40B4-BE49-F238E27FC236}">
                  <a16:creationId xmlns:a16="http://schemas.microsoft.com/office/drawing/2014/main" id="{322BFF32-EF36-4EA2-BFF9-C1A9710A8F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3050" y="245427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ab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79" name="Rectangle 17">
              <a:extLst>
                <a:ext uri="{FF2B5EF4-FFF2-40B4-BE49-F238E27FC236}">
                  <a16:creationId xmlns:a16="http://schemas.microsoft.com/office/drawing/2014/main" id="{3FD9FC57-6F0B-4EAC-99FD-F7387D4595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9438" y="2455863"/>
              <a:ext cx="460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=00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80" name="Rectangle 18">
              <a:extLst>
                <a:ext uri="{FF2B5EF4-FFF2-40B4-BE49-F238E27FC236}">
                  <a16:creationId xmlns:a16="http://schemas.microsoft.com/office/drawing/2014/main" id="{E7BCC588-3220-4525-B0CB-3FE641D95C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8263" y="24558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81" name="Rectangle 19">
              <a:extLst>
                <a:ext uri="{FF2B5EF4-FFF2-40B4-BE49-F238E27FC236}">
                  <a16:creationId xmlns:a16="http://schemas.microsoft.com/office/drawing/2014/main" id="{67D68089-615D-47F9-BDA8-BC7723FC84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9125" y="24558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82" name="Rectangle 20">
              <a:extLst>
                <a:ext uri="{FF2B5EF4-FFF2-40B4-BE49-F238E27FC236}">
                  <a16:creationId xmlns:a16="http://schemas.microsoft.com/office/drawing/2014/main" id="{D3DFE217-4427-4961-862C-344D15D145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6388" y="2339975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83" name="Rectangle 21">
              <a:extLst>
                <a:ext uri="{FF2B5EF4-FFF2-40B4-BE49-F238E27FC236}">
                  <a16:creationId xmlns:a16="http://schemas.microsoft.com/office/drawing/2014/main" id="{250A3FF8-A3C1-4699-9E91-82E8542CE2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4750" y="24558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84" name="Rectangle 22">
              <a:extLst>
                <a:ext uri="{FF2B5EF4-FFF2-40B4-BE49-F238E27FC236}">
                  <a16:creationId xmlns:a16="http://schemas.microsoft.com/office/drawing/2014/main" id="{B6F4FF9E-CFA5-4600-B6DF-AB558F2F58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8788" y="24558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85" name="Rectangle 23">
              <a:extLst>
                <a:ext uri="{FF2B5EF4-FFF2-40B4-BE49-F238E27FC236}">
                  <a16:creationId xmlns:a16="http://schemas.microsoft.com/office/drawing/2014/main" id="{08789545-2035-4873-B246-3F212A4EFA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1238" y="24558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86" name="Rectangle 24">
              <a:extLst>
                <a:ext uri="{FF2B5EF4-FFF2-40B4-BE49-F238E27FC236}">
                  <a16:creationId xmlns:a16="http://schemas.microsoft.com/office/drawing/2014/main" id="{14EA703A-32D8-4B7E-ACE9-619FE0216E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45275" y="24558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87" name="Rectangle 25">
              <a:extLst>
                <a:ext uri="{FF2B5EF4-FFF2-40B4-BE49-F238E27FC236}">
                  <a16:creationId xmlns:a16="http://schemas.microsoft.com/office/drawing/2014/main" id="{0393F482-5BB5-47EE-A5DA-F0CC41B48A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20000" y="2339975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88" name="Rectangle 26">
              <a:extLst>
                <a:ext uri="{FF2B5EF4-FFF2-40B4-BE49-F238E27FC236}">
                  <a16:creationId xmlns:a16="http://schemas.microsoft.com/office/drawing/2014/main" id="{1229832D-2115-4895-9D4C-57C89C3F4D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375" y="2809875"/>
              <a:ext cx="6015038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89" name="Rectangle 27">
              <a:extLst>
                <a:ext uri="{FF2B5EF4-FFF2-40B4-BE49-F238E27FC236}">
                  <a16:creationId xmlns:a16="http://schemas.microsoft.com/office/drawing/2014/main" id="{D6F158B7-E194-4C53-908C-A080A528B0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375" y="2822575"/>
              <a:ext cx="11113" cy="4556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90" name="Rectangle 28">
              <a:extLst>
                <a:ext uri="{FF2B5EF4-FFF2-40B4-BE49-F238E27FC236}">
                  <a16:creationId xmlns:a16="http://schemas.microsoft.com/office/drawing/2014/main" id="{6C3281ED-4491-4AC7-9E8A-27F9AAD78D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4558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91" name="Rectangle 29">
              <a:extLst>
                <a:ext uri="{FF2B5EF4-FFF2-40B4-BE49-F238E27FC236}">
                  <a16:creationId xmlns:a16="http://schemas.microsoft.com/office/drawing/2014/main" id="{8F3A4C66-919D-43A0-B8A8-7075549B9B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588" y="2822575"/>
              <a:ext cx="12700" cy="4556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92" name="Rectangle 30">
              <a:extLst>
                <a:ext uri="{FF2B5EF4-FFF2-40B4-BE49-F238E27FC236}">
                  <a16:creationId xmlns:a16="http://schemas.microsoft.com/office/drawing/2014/main" id="{A4B143AD-C568-4511-8C80-CEBA119AE5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9463" y="29225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93" name="Rectangle 31">
              <a:extLst>
                <a:ext uri="{FF2B5EF4-FFF2-40B4-BE49-F238E27FC236}">
                  <a16:creationId xmlns:a16="http://schemas.microsoft.com/office/drawing/2014/main" id="{617BB63B-4FD5-4603-8232-7780E0777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5813" y="29225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94" name="Rectangle 32">
              <a:extLst>
                <a:ext uri="{FF2B5EF4-FFF2-40B4-BE49-F238E27FC236}">
                  <a16:creationId xmlns:a16="http://schemas.microsoft.com/office/drawing/2014/main" id="{E98775E1-68E3-4D36-8E47-09786620E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6363" y="29225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95" name="Rectangle 33">
              <a:extLst>
                <a:ext uri="{FF2B5EF4-FFF2-40B4-BE49-F238E27FC236}">
                  <a16:creationId xmlns:a16="http://schemas.microsoft.com/office/drawing/2014/main" id="{8F90A02B-1817-4AEE-B698-082D4D7579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3575" y="29225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96" name="Rectangle 34">
              <a:extLst>
                <a:ext uri="{FF2B5EF4-FFF2-40B4-BE49-F238E27FC236}">
                  <a16:creationId xmlns:a16="http://schemas.microsoft.com/office/drawing/2014/main" id="{7F09D335-007F-41CF-A509-636DD5BF6F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6388" y="2822575"/>
              <a:ext cx="12700" cy="4556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97" name="Rectangle 35">
              <a:extLst>
                <a:ext uri="{FF2B5EF4-FFF2-40B4-BE49-F238E27FC236}">
                  <a16:creationId xmlns:a16="http://schemas.microsoft.com/office/drawing/2014/main" id="{D8AEE796-77C7-44A2-9A69-AA14110EFD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2375" y="29225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98" name="Rectangle 36">
              <a:extLst>
                <a:ext uri="{FF2B5EF4-FFF2-40B4-BE49-F238E27FC236}">
                  <a16:creationId xmlns:a16="http://schemas.microsoft.com/office/drawing/2014/main" id="{E687314B-5586-4020-8F91-EF8C835F5E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4988" y="29225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99" name="Rectangle 37">
              <a:extLst>
                <a:ext uri="{FF2B5EF4-FFF2-40B4-BE49-F238E27FC236}">
                  <a16:creationId xmlns:a16="http://schemas.microsoft.com/office/drawing/2014/main" id="{600FBB59-6C7D-48BD-B4B9-5102F7B6C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9025" y="29225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300" name="Rectangle 38">
              <a:extLst>
                <a:ext uri="{FF2B5EF4-FFF2-40B4-BE49-F238E27FC236}">
                  <a16:creationId xmlns:a16="http://schemas.microsoft.com/office/drawing/2014/main" id="{0BDEBB85-AD38-452E-8170-B3B94006FF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26238" y="29225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301" name="Rectangle 39">
              <a:extLst>
                <a:ext uri="{FF2B5EF4-FFF2-40B4-BE49-F238E27FC236}">
                  <a16:creationId xmlns:a16="http://schemas.microsoft.com/office/drawing/2014/main" id="{D49D9A3B-E3CE-47DD-982C-2AE23A952F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20000" y="2822575"/>
              <a:ext cx="12700" cy="4556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302" name="Rectangle 40">
              <a:extLst>
                <a:ext uri="{FF2B5EF4-FFF2-40B4-BE49-F238E27FC236}">
                  <a16:creationId xmlns:a16="http://schemas.microsoft.com/office/drawing/2014/main" id="{4A3F94C5-9B5F-4DC9-BD95-53523A4A7D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375" y="3257550"/>
              <a:ext cx="11113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303" name="Rectangle 41">
              <a:extLst>
                <a:ext uri="{FF2B5EF4-FFF2-40B4-BE49-F238E27FC236}">
                  <a16:creationId xmlns:a16="http://schemas.microsoft.com/office/drawing/2014/main" id="{365B3F48-C3A5-4D09-A350-A29F8F6569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78688" y="29225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304" name="Rectangle 42">
              <a:extLst>
                <a:ext uri="{FF2B5EF4-FFF2-40B4-BE49-F238E27FC236}">
                  <a16:creationId xmlns:a16="http://schemas.microsoft.com/office/drawing/2014/main" id="{D8111399-E311-47D4-80F6-F8267836C3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588" y="3257550"/>
              <a:ext cx="12700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305" name="Rectangle 43">
              <a:extLst>
                <a:ext uri="{FF2B5EF4-FFF2-40B4-BE49-F238E27FC236}">
                  <a16:creationId xmlns:a16="http://schemas.microsoft.com/office/drawing/2014/main" id="{8D1CCDAC-5EE4-4B1C-8B74-7615F0F317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9463" y="3273425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306" name="Rectangle 44">
              <a:extLst>
                <a:ext uri="{FF2B5EF4-FFF2-40B4-BE49-F238E27FC236}">
                  <a16:creationId xmlns:a16="http://schemas.microsoft.com/office/drawing/2014/main" id="{E8412834-E91A-40F6-BDF5-A2D7ED907E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5813" y="3273425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307" name="Rectangle 45">
              <a:extLst>
                <a:ext uri="{FF2B5EF4-FFF2-40B4-BE49-F238E27FC236}">
                  <a16:creationId xmlns:a16="http://schemas.microsoft.com/office/drawing/2014/main" id="{27E2F768-F849-4EB6-8A3E-66F5011395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6363" y="3273425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308" name="Rectangle 46">
              <a:extLst>
                <a:ext uri="{FF2B5EF4-FFF2-40B4-BE49-F238E27FC236}">
                  <a16:creationId xmlns:a16="http://schemas.microsoft.com/office/drawing/2014/main" id="{902E5AD4-D110-4FF9-B141-2D3D17EE73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3575" y="3273425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309" name="Rectangle 47">
              <a:extLst>
                <a:ext uri="{FF2B5EF4-FFF2-40B4-BE49-F238E27FC236}">
                  <a16:creationId xmlns:a16="http://schemas.microsoft.com/office/drawing/2014/main" id="{F1462B44-4489-4C61-8D63-D7D3B0248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6388" y="3257550"/>
              <a:ext cx="12700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310" name="Rectangle 48">
              <a:extLst>
                <a:ext uri="{FF2B5EF4-FFF2-40B4-BE49-F238E27FC236}">
                  <a16:creationId xmlns:a16="http://schemas.microsoft.com/office/drawing/2014/main" id="{54F730F4-0F80-4250-A511-1D9103EE58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2375" y="3273425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311" name="Rectangle 49">
              <a:extLst>
                <a:ext uri="{FF2B5EF4-FFF2-40B4-BE49-F238E27FC236}">
                  <a16:creationId xmlns:a16="http://schemas.microsoft.com/office/drawing/2014/main" id="{2C77AF0E-7C6D-4789-BB0E-BA8C401994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4988" y="32734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312" name="Rectangle 50">
              <a:extLst>
                <a:ext uri="{FF2B5EF4-FFF2-40B4-BE49-F238E27FC236}">
                  <a16:creationId xmlns:a16="http://schemas.microsoft.com/office/drawing/2014/main" id="{949C4190-06A2-44AB-9EC1-14459FEF2B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9025" y="32734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313" name="Rectangle 51">
              <a:extLst>
                <a:ext uri="{FF2B5EF4-FFF2-40B4-BE49-F238E27FC236}">
                  <a16:creationId xmlns:a16="http://schemas.microsoft.com/office/drawing/2014/main" id="{D99BEBA5-8580-42B4-A3F4-E25851C8D7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26238" y="32734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314" name="Rectangle 52">
              <a:extLst>
                <a:ext uri="{FF2B5EF4-FFF2-40B4-BE49-F238E27FC236}">
                  <a16:creationId xmlns:a16="http://schemas.microsoft.com/office/drawing/2014/main" id="{F79617F6-8A67-4B94-9D6E-306098A851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20000" y="3257550"/>
              <a:ext cx="12700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315" name="Rectangle 53">
              <a:extLst>
                <a:ext uri="{FF2B5EF4-FFF2-40B4-BE49-F238E27FC236}">
                  <a16:creationId xmlns:a16="http://schemas.microsoft.com/office/drawing/2014/main" id="{28D18E6F-AB16-4720-BE9A-FD89EFA073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375" y="3621088"/>
              <a:ext cx="6015038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316" name="Rectangle 54">
              <a:extLst>
                <a:ext uri="{FF2B5EF4-FFF2-40B4-BE49-F238E27FC236}">
                  <a16:creationId xmlns:a16="http://schemas.microsoft.com/office/drawing/2014/main" id="{B2A06792-CADE-41CC-BB82-2A511AE3D6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78688" y="32734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55" name="Rectangle 2">
            <a:extLst>
              <a:ext uri="{FF2B5EF4-FFF2-40B4-BE49-F238E27FC236}">
                <a16:creationId xmlns:a16="http://schemas.microsoft.com/office/drawing/2014/main" id="{BCD6F484-EAED-4648-A2D2-E06582C3F73A}"/>
              </a:ext>
            </a:extLst>
          </p:cNvPr>
          <p:cNvSpPr txBox="1">
            <a:spLocks noChangeArrowheads="1"/>
          </p:cNvSpPr>
          <p:nvPr/>
        </p:nvSpPr>
        <p:spPr>
          <a:xfrm>
            <a:off x="34925" y="762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State table for the serial adder FSM</a:t>
            </a:r>
          </a:p>
        </p:txBody>
      </p:sp>
      <p:sp>
        <p:nvSpPr>
          <p:cNvPr id="51203" name="TextBox 125">
            <a:extLst>
              <a:ext uri="{FF2B5EF4-FFF2-40B4-BE49-F238E27FC236}">
                <a16:creationId xmlns:a16="http://schemas.microsoft.com/office/drawing/2014/main" id="{C99B04DF-0BAD-47C3-83DF-119AE2DC65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62663" y="6477000"/>
            <a:ext cx="3097212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6.41 &amp; 6.42 from the textbook ]</a:t>
            </a:r>
          </a:p>
        </p:txBody>
      </p:sp>
      <p:grpSp>
        <p:nvGrpSpPr>
          <p:cNvPr id="51204" name="Group 56">
            <a:extLst>
              <a:ext uri="{FF2B5EF4-FFF2-40B4-BE49-F238E27FC236}">
                <a16:creationId xmlns:a16="http://schemas.microsoft.com/office/drawing/2014/main" id="{D397A149-712E-4FB9-8FC5-055CDCA3AF12}"/>
              </a:ext>
            </a:extLst>
          </p:cNvPr>
          <p:cNvGrpSpPr>
            <a:grpSpLocks/>
          </p:cNvGrpSpPr>
          <p:nvPr/>
        </p:nvGrpSpPr>
        <p:grpSpPr bwMode="auto">
          <a:xfrm>
            <a:off x="1676400" y="3825875"/>
            <a:ext cx="6032500" cy="2270125"/>
            <a:chOff x="1552575" y="1598613"/>
            <a:chExt cx="6032500" cy="2270125"/>
          </a:xfrm>
        </p:grpSpPr>
        <p:sp>
          <p:nvSpPr>
            <p:cNvPr id="51206" name="Rectangle 57">
              <a:extLst>
                <a:ext uri="{FF2B5EF4-FFF2-40B4-BE49-F238E27FC236}">
                  <a16:creationId xmlns:a16="http://schemas.microsoft.com/office/drawing/2014/main" id="{61538A8E-6432-482F-A3CA-A154D49BAF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1598613"/>
              <a:ext cx="601503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07" name="Rectangle 58">
              <a:extLst>
                <a:ext uri="{FF2B5EF4-FFF2-40B4-BE49-F238E27FC236}">
                  <a16:creationId xmlns:a16="http://schemas.microsoft.com/office/drawing/2014/main" id="{B5A8AB92-32C7-4218-A77D-C50AA1B0DA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1619250"/>
              <a:ext cx="11113" cy="523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08" name="Rectangle 59">
              <a:extLst>
                <a:ext uri="{FF2B5EF4-FFF2-40B4-BE49-F238E27FC236}">
                  <a16:creationId xmlns:a16="http://schemas.microsoft.com/office/drawing/2014/main" id="{C9984634-C482-4D4E-A657-A1C6367AAA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1619250"/>
              <a:ext cx="12700" cy="523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09" name="Rectangle 60">
              <a:extLst>
                <a:ext uri="{FF2B5EF4-FFF2-40B4-BE49-F238E27FC236}">
                  <a16:creationId xmlns:a16="http://schemas.microsoft.com/office/drawing/2014/main" id="{BA6FA238-67F0-4881-893F-CF8CD132BF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4500" y="1924050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Present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10" name="Rectangle 61">
              <a:extLst>
                <a:ext uri="{FF2B5EF4-FFF2-40B4-BE49-F238E27FC236}">
                  <a16:creationId xmlns:a16="http://schemas.microsoft.com/office/drawing/2014/main" id="{BC8B0168-DB2A-469A-BF9E-81808E3FB2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588" y="1619250"/>
              <a:ext cx="12700" cy="523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11" name="Rectangle 62">
              <a:extLst>
                <a:ext uri="{FF2B5EF4-FFF2-40B4-BE49-F238E27FC236}">
                  <a16:creationId xmlns:a16="http://schemas.microsoft.com/office/drawing/2014/main" id="{06820313-2A32-4C64-8C7B-B86846E1F8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1863" y="1725613"/>
              <a:ext cx="10842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Next 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12" name="Rectangle 63">
              <a:extLst>
                <a:ext uri="{FF2B5EF4-FFF2-40B4-BE49-F238E27FC236}">
                  <a16:creationId xmlns:a16="http://schemas.microsoft.com/office/drawing/2014/main" id="{02634ED8-76D9-4BFF-BEED-218F81E5A2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9200" y="1619250"/>
              <a:ext cx="12700" cy="523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13" name="Rectangle 64">
              <a:extLst>
                <a:ext uri="{FF2B5EF4-FFF2-40B4-BE49-F238E27FC236}">
                  <a16:creationId xmlns:a16="http://schemas.microsoft.com/office/drawing/2014/main" id="{3A010B81-112C-41C1-B3F8-8714B090BD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2130425"/>
              <a:ext cx="49672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14" name="Rectangle 65">
              <a:extLst>
                <a:ext uri="{FF2B5EF4-FFF2-40B4-BE49-F238E27FC236}">
                  <a16:creationId xmlns:a16="http://schemas.microsoft.com/office/drawing/2014/main" id="{BC833685-522E-4720-82E9-2BB1CAE72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2143125"/>
              <a:ext cx="11113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15" name="Rectangle 66">
              <a:extLst>
                <a:ext uri="{FF2B5EF4-FFF2-40B4-BE49-F238E27FC236}">
                  <a16:creationId xmlns:a16="http://schemas.microsoft.com/office/drawing/2014/main" id="{7C1B7D4A-346F-4E69-AC1F-195CC330E7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0288" y="1725613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Output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16" name="Rectangle 67">
              <a:extLst>
                <a:ext uri="{FF2B5EF4-FFF2-40B4-BE49-F238E27FC236}">
                  <a16:creationId xmlns:a16="http://schemas.microsoft.com/office/drawing/2014/main" id="{C00487A0-FC87-45B4-A94F-B02A216D41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214312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17" name="Rectangle 68">
              <a:extLst>
                <a:ext uri="{FF2B5EF4-FFF2-40B4-BE49-F238E27FC236}">
                  <a16:creationId xmlns:a16="http://schemas.microsoft.com/office/drawing/2014/main" id="{BA192563-05FD-4DA5-802B-1798758E17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4200" y="2238375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18" name="Rectangle 69">
              <a:extLst>
                <a:ext uri="{FF2B5EF4-FFF2-40B4-BE49-F238E27FC236}">
                  <a16:creationId xmlns:a16="http://schemas.microsoft.com/office/drawing/2014/main" id="{405A628C-D487-4ACD-806D-E42171F42E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2250" y="224631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ab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19" name="Rectangle 70">
              <a:extLst>
                <a:ext uri="{FF2B5EF4-FFF2-40B4-BE49-F238E27FC236}">
                  <a16:creationId xmlns:a16="http://schemas.microsoft.com/office/drawing/2014/main" id="{18EEA225-FEE9-48A8-9EB0-71C7C8B888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8638" y="2247900"/>
              <a:ext cx="460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=00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20" name="Rectangle 71">
              <a:extLst>
                <a:ext uri="{FF2B5EF4-FFF2-40B4-BE49-F238E27FC236}">
                  <a16:creationId xmlns:a16="http://schemas.microsoft.com/office/drawing/2014/main" id="{B32EF4E4-0F64-43EA-93DB-ACE0446E51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7463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21" name="Rectangle 72">
              <a:extLst>
                <a:ext uri="{FF2B5EF4-FFF2-40B4-BE49-F238E27FC236}">
                  <a16:creationId xmlns:a16="http://schemas.microsoft.com/office/drawing/2014/main" id="{F9FB46DF-EE45-484A-BCE4-1FD9D7CB36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325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22" name="Rectangle 73">
              <a:extLst>
                <a:ext uri="{FF2B5EF4-FFF2-40B4-BE49-F238E27FC236}">
                  <a16:creationId xmlns:a16="http://schemas.microsoft.com/office/drawing/2014/main" id="{4ED8112C-3376-41F4-92F6-B1606CE495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588" y="214312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23" name="Rectangle 74">
              <a:extLst>
                <a:ext uri="{FF2B5EF4-FFF2-40B4-BE49-F238E27FC236}">
                  <a16:creationId xmlns:a16="http://schemas.microsoft.com/office/drawing/2014/main" id="{C1F8CADE-6E90-48F9-927B-CB3158649A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3950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24" name="Rectangle 75">
              <a:extLst>
                <a:ext uri="{FF2B5EF4-FFF2-40B4-BE49-F238E27FC236}">
                  <a16:creationId xmlns:a16="http://schemas.microsoft.com/office/drawing/2014/main" id="{B1706D56-CD1D-418E-8048-A31644622D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7988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25" name="Rectangle 76">
              <a:extLst>
                <a:ext uri="{FF2B5EF4-FFF2-40B4-BE49-F238E27FC236}">
                  <a16:creationId xmlns:a16="http://schemas.microsoft.com/office/drawing/2014/main" id="{39BE819A-3405-4C64-B665-625B5D2F57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0438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26" name="Rectangle 77">
              <a:extLst>
                <a:ext uri="{FF2B5EF4-FFF2-40B4-BE49-F238E27FC236}">
                  <a16:creationId xmlns:a16="http://schemas.microsoft.com/office/drawing/2014/main" id="{92CE92B7-B725-477C-A2BD-8113372F7A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27" name="Rectangle 78">
              <a:extLst>
                <a:ext uri="{FF2B5EF4-FFF2-40B4-BE49-F238E27FC236}">
                  <a16:creationId xmlns:a16="http://schemas.microsoft.com/office/drawing/2014/main" id="{F59325A8-259D-434F-B927-7085A167CC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9200" y="214312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28" name="Rectangle 79">
              <a:extLst>
                <a:ext uri="{FF2B5EF4-FFF2-40B4-BE49-F238E27FC236}">
                  <a16:creationId xmlns:a16="http://schemas.microsoft.com/office/drawing/2014/main" id="{41BD8570-E1C7-4CF6-8253-61A654C435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2587625"/>
              <a:ext cx="49672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29" name="Rectangle 80">
              <a:extLst>
                <a:ext uri="{FF2B5EF4-FFF2-40B4-BE49-F238E27FC236}">
                  <a16:creationId xmlns:a16="http://schemas.microsoft.com/office/drawing/2014/main" id="{A31F0FC0-B925-49CA-94B3-12225A063B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2600325"/>
              <a:ext cx="11113" cy="455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30" name="Rectangle 81">
              <a:extLst>
                <a:ext uri="{FF2B5EF4-FFF2-40B4-BE49-F238E27FC236}">
                  <a16:creationId xmlns:a16="http://schemas.microsoft.com/office/drawing/2014/main" id="{9E0C1909-6FDB-4B74-8DEF-09EA1776FD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0100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31" name="Rectangle 82">
              <a:extLst>
                <a:ext uri="{FF2B5EF4-FFF2-40B4-BE49-F238E27FC236}">
                  <a16:creationId xmlns:a16="http://schemas.microsoft.com/office/drawing/2014/main" id="{3B559C94-870B-40B7-A45B-68CBEC921E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2600325"/>
              <a:ext cx="12700" cy="455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32" name="Rectangle 83">
              <a:extLst>
                <a:ext uri="{FF2B5EF4-FFF2-40B4-BE49-F238E27FC236}">
                  <a16:creationId xmlns:a16="http://schemas.microsoft.com/office/drawing/2014/main" id="{3E1DCA0F-36C0-436B-9DE3-6D462CB6BB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2475" y="2657475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33" name="Rectangle 84">
              <a:extLst>
                <a:ext uri="{FF2B5EF4-FFF2-40B4-BE49-F238E27FC236}">
                  <a16:creationId xmlns:a16="http://schemas.microsoft.com/office/drawing/2014/main" id="{68B8BC0F-AA1F-421A-ABBB-4B069A9C54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588" y="2600325"/>
              <a:ext cx="12700" cy="455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34" name="Rectangle 85">
              <a:extLst>
                <a:ext uri="{FF2B5EF4-FFF2-40B4-BE49-F238E27FC236}">
                  <a16:creationId xmlns:a16="http://schemas.microsoft.com/office/drawing/2014/main" id="{F7FEB2A8-E070-4CEB-9630-D1E851BCA2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6675" y="2703513"/>
              <a:ext cx="20478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35" name="Rectangle 86">
              <a:extLst>
                <a:ext uri="{FF2B5EF4-FFF2-40B4-BE49-F238E27FC236}">
                  <a16:creationId xmlns:a16="http://schemas.microsoft.com/office/drawing/2014/main" id="{31003533-2B52-48F9-8736-ECB0A69E7B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9200" y="2600325"/>
              <a:ext cx="12700" cy="455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36" name="Rectangle 87">
              <a:extLst>
                <a:ext uri="{FF2B5EF4-FFF2-40B4-BE49-F238E27FC236}">
                  <a16:creationId xmlns:a16="http://schemas.microsoft.com/office/drawing/2014/main" id="{1D487AFF-84E8-4C90-86E2-439CB92623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3043238"/>
              <a:ext cx="6015038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37" name="Rectangle 88">
              <a:extLst>
                <a:ext uri="{FF2B5EF4-FFF2-40B4-BE49-F238E27FC236}">
                  <a16:creationId xmlns:a16="http://schemas.microsoft.com/office/drawing/2014/main" id="{5A51F8DD-7CAB-4862-A295-6A57D4B819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3055938"/>
              <a:ext cx="11113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38" name="Rectangle 89">
              <a:extLst>
                <a:ext uri="{FF2B5EF4-FFF2-40B4-BE49-F238E27FC236}">
                  <a16:creationId xmlns:a16="http://schemas.microsoft.com/office/drawing/2014/main" id="{30E98DA2-0266-4C08-86F5-67AE7CF6B3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05563" y="2703513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39" name="Rectangle 90">
              <a:extLst>
                <a:ext uri="{FF2B5EF4-FFF2-40B4-BE49-F238E27FC236}">
                  <a16:creationId xmlns:a16="http://schemas.microsoft.com/office/drawing/2014/main" id="{8B825588-6FFE-47F6-853C-D9B3F63C9F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305593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40" name="Rectangle 91">
              <a:extLst>
                <a:ext uri="{FF2B5EF4-FFF2-40B4-BE49-F238E27FC236}">
                  <a16:creationId xmlns:a16="http://schemas.microsoft.com/office/drawing/2014/main" id="{9E2152FF-3F25-41C9-AD17-58605100B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5650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41" name="Rectangle 92">
              <a:extLst>
                <a:ext uri="{FF2B5EF4-FFF2-40B4-BE49-F238E27FC236}">
                  <a16:creationId xmlns:a16="http://schemas.microsoft.com/office/drawing/2014/main" id="{0A86B1F3-2461-427F-A230-6760042650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358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42" name="Rectangle 93">
              <a:extLst>
                <a:ext uri="{FF2B5EF4-FFF2-40B4-BE49-F238E27FC236}">
                  <a16:creationId xmlns:a16="http://schemas.microsoft.com/office/drawing/2014/main" id="{EED19094-73B9-4B3B-9AF8-48FED6162B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413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43" name="Rectangle 94">
              <a:extLst>
                <a:ext uri="{FF2B5EF4-FFF2-40B4-BE49-F238E27FC236}">
                  <a16:creationId xmlns:a16="http://schemas.microsoft.com/office/drawing/2014/main" id="{0E9F556F-56DF-4859-A559-5BF6790DB0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658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44" name="Rectangle 95">
              <a:extLst>
                <a:ext uri="{FF2B5EF4-FFF2-40B4-BE49-F238E27FC236}">
                  <a16:creationId xmlns:a16="http://schemas.microsoft.com/office/drawing/2014/main" id="{8E67D983-2710-4C8C-A173-3D22D3C19C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588" y="305593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45" name="Rectangle 96">
              <a:extLst>
                <a:ext uri="{FF2B5EF4-FFF2-40B4-BE49-F238E27FC236}">
                  <a16:creationId xmlns:a16="http://schemas.microsoft.com/office/drawing/2014/main" id="{34535C8E-6A75-40DD-A854-98B34D1E39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2213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46" name="Rectangle 97">
              <a:extLst>
                <a:ext uri="{FF2B5EF4-FFF2-40B4-BE49-F238E27FC236}">
                  <a16:creationId xmlns:a16="http://schemas.microsoft.com/office/drawing/2014/main" id="{078A7F9F-5AFC-4118-8398-68E45B2922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783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47" name="Rectangle 98">
              <a:extLst>
                <a:ext uri="{FF2B5EF4-FFF2-40B4-BE49-F238E27FC236}">
                  <a16:creationId xmlns:a16="http://schemas.microsoft.com/office/drawing/2014/main" id="{BED00909-3201-4A98-B93A-3423E1053B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1875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48" name="Rectangle 99">
              <a:extLst>
                <a:ext uri="{FF2B5EF4-FFF2-40B4-BE49-F238E27FC236}">
                  <a16:creationId xmlns:a16="http://schemas.microsoft.com/office/drawing/2014/main" id="{5DA3CE71-F4D5-4514-A79A-3FE0D86CCB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908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49" name="Rectangle 100">
              <a:extLst>
                <a:ext uri="{FF2B5EF4-FFF2-40B4-BE49-F238E27FC236}">
                  <a16:creationId xmlns:a16="http://schemas.microsoft.com/office/drawing/2014/main" id="{5874C9FA-DC60-4F8A-B062-33996A0CB1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9200" y="305593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50" name="Rectangle 101">
              <a:extLst>
                <a:ext uri="{FF2B5EF4-FFF2-40B4-BE49-F238E27FC236}">
                  <a16:creationId xmlns:a16="http://schemas.microsoft.com/office/drawing/2014/main" id="{C2ED9C7F-EAEF-4CF3-8166-2C9EE3729A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3517900"/>
              <a:ext cx="11113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51" name="Rectangle 102">
              <a:extLst>
                <a:ext uri="{FF2B5EF4-FFF2-40B4-BE49-F238E27FC236}">
                  <a16:creationId xmlns:a16="http://schemas.microsoft.com/office/drawing/2014/main" id="{003B2717-67D2-4F7A-A07F-43CE4C9C4E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153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52" name="Rectangle 103">
              <a:extLst>
                <a:ext uri="{FF2B5EF4-FFF2-40B4-BE49-F238E27FC236}">
                  <a16:creationId xmlns:a16="http://schemas.microsoft.com/office/drawing/2014/main" id="{E4EF90A7-2451-4545-AE36-48882B11EE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3517900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53" name="Rectangle 104">
              <a:extLst>
                <a:ext uri="{FF2B5EF4-FFF2-40B4-BE49-F238E27FC236}">
                  <a16:creationId xmlns:a16="http://schemas.microsoft.com/office/drawing/2014/main" id="{26056D55-512D-472C-8F90-7714CE8315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5650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54" name="Rectangle 105">
              <a:extLst>
                <a:ext uri="{FF2B5EF4-FFF2-40B4-BE49-F238E27FC236}">
                  <a16:creationId xmlns:a16="http://schemas.microsoft.com/office/drawing/2014/main" id="{B03235EF-DA73-4ABF-A584-9E4884BAD0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358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55" name="Rectangle 106">
              <a:extLst>
                <a:ext uri="{FF2B5EF4-FFF2-40B4-BE49-F238E27FC236}">
                  <a16:creationId xmlns:a16="http://schemas.microsoft.com/office/drawing/2014/main" id="{06C6A200-3B81-4304-90F9-32404E49B5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413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56" name="Rectangle 107">
              <a:extLst>
                <a:ext uri="{FF2B5EF4-FFF2-40B4-BE49-F238E27FC236}">
                  <a16:creationId xmlns:a16="http://schemas.microsoft.com/office/drawing/2014/main" id="{279F9B9F-B4F7-48A7-9A1D-94E884286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658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57" name="Rectangle 108">
              <a:extLst>
                <a:ext uri="{FF2B5EF4-FFF2-40B4-BE49-F238E27FC236}">
                  <a16:creationId xmlns:a16="http://schemas.microsoft.com/office/drawing/2014/main" id="{A8A9F92E-024C-4800-95B2-237195E79B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588" y="3517900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58" name="Rectangle 109">
              <a:extLst>
                <a:ext uri="{FF2B5EF4-FFF2-40B4-BE49-F238E27FC236}">
                  <a16:creationId xmlns:a16="http://schemas.microsoft.com/office/drawing/2014/main" id="{35D91FFE-3725-42A5-A81C-BA32015168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2213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59" name="Rectangle 110">
              <a:extLst>
                <a:ext uri="{FF2B5EF4-FFF2-40B4-BE49-F238E27FC236}">
                  <a16:creationId xmlns:a16="http://schemas.microsoft.com/office/drawing/2014/main" id="{F3579CFC-BC8C-45E9-B87B-3AA63EF25C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783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60" name="Rectangle 111">
              <a:extLst>
                <a:ext uri="{FF2B5EF4-FFF2-40B4-BE49-F238E27FC236}">
                  <a16:creationId xmlns:a16="http://schemas.microsoft.com/office/drawing/2014/main" id="{3A4BE7E6-5177-4A5C-93CA-21AD5612CF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1875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61" name="Rectangle 112">
              <a:extLst>
                <a:ext uri="{FF2B5EF4-FFF2-40B4-BE49-F238E27FC236}">
                  <a16:creationId xmlns:a16="http://schemas.microsoft.com/office/drawing/2014/main" id="{532E7D91-7A47-46C8-B80A-DEC474B131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908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62" name="Rectangle 113">
              <a:extLst>
                <a:ext uri="{FF2B5EF4-FFF2-40B4-BE49-F238E27FC236}">
                  <a16:creationId xmlns:a16="http://schemas.microsoft.com/office/drawing/2014/main" id="{1410175B-650B-457E-9A86-4C80200BEA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9200" y="3517900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63" name="Rectangle 114">
              <a:extLst>
                <a:ext uri="{FF2B5EF4-FFF2-40B4-BE49-F238E27FC236}">
                  <a16:creationId xmlns:a16="http://schemas.microsoft.com/office/drawing/2014/main" id="{86A40550-CD4D-409D-8643-98254B7271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3856038"/>
              <a:ext cx="6015038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64" name="Rectangle 115">
              <a:extLst>
                <a:ext uri="{FF2B5EF4-FFF2-40B4-BE49-F238E27FC236}">
                  <a16:creationId xmlns:a16="http://schemas.microsoft.com/office/drawing/2014/main" id="{FAEBC15A-0C6F-441A-8199-7348521B3B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153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17" name="Rectangle 2">
            <a:extLst>
              <a:ext uri="{FF2B5EF4-FFF2-40B4-BE49-F238E27FC236}">
                <a16:creationId xmlns:a16="http://schemas.microsoft.com/office/drawing/2014/main" id="{56CCD5E7-8505-5D43-B0E0-EA7DD8DABCC5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32766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State-assigned table for the serial adder</a:t>
            </a: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225" name="Group 1">
            <a:extLst>
              <a:ext uri="{FF2B5EF4-FFF2-40B4-BE49-F238E27FC236}">
                <a16:creationId xmlns:a16="http://schemas.microsoft.com/office/drawing/2014/main" id="{B5A0838C-E2B5-4C80-B5C2-E4B7E66E9EE6}"/>
              </a:ext>
            </a:extLst>
          </p:cNvPr>
          <p:cNvGrpSpPr>
            <a:grpSpLocks/>
          </p:cNvGrpSpPr>
          <p:nvPr/>
        </p:nvGrpSpPr>
        <p:grpSpPr bwMode="auto">
          <a:xfrm>
            <a:off x="139700" y="1447800"/>
            <a:ext cx="6032500" cy="2270125"/>
            <a:chOff x="1552575" y="1598613"/>
            <a:chExt cx="6032500" cy="2270125"/>
          </a:xfrm>
        </p:grpSpPr>
        <p:sp>
          <p:nvSpPr>
            <p:cNvPr id="52227" name="Rectangle 57">
              <a:extLst>
                <a:ext uri="{FF2B5EF4-FFF2-40B4-BE49-F238E27FC236}">
                  <a16:creationId xmlns:a16="http://schemas.microsoft.com/office/drawing/2014/main" id="{5CBAA327-A750-4752-936C-50C70AB0FA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1598613"/>
              <a:ext cx="601503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28" name="Rectangle 58">
              <a:extLst>
                <a:ext uri="{FF2B5EF4-FFF2-40B4-BE49-F238E27FC236}">
                  <a16:creationId xmlns:a16="http://schemas.microsoft.com/office/drawing/2014/main" id="{A0D6D3BE-B170-454B-A8CC-55F72BBAC8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1619250"/>
              <a:ext cx="11113" cy="523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29" name="Rectangle 59">
              <a:extLst>
                <a:ext uri="{FF2B5EF4-FFF2-40B4-BE49-F238E27FC236}">
                  <a16:creationId xmlns:a16="http://schemas.microsoft.com/office/drawing/2014/main" id="{CC832819-1052-4622-B873-DA174E9080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1619250"/>
              <a:ext cx="12700" cy="523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30" name="Rectangle 60">
              <a:extLst>
                <a:ext uri="{FF2B5EF4-FFF2-40B4-BE49-F238E27FC236}">
                  <a16:creationId xmlns:a16="http://schemas.microsoft.com/office/drawing/2014/main" id="{1DD4B2E1-0DB4-4DEF-A52B-EE540B541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4500" y="1924050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Present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31" name="Rectangle 61">
              <a:extLst>
                <a:ext uri="{FF2B5EF4-FFF2-40B4-BE49-F238E27FC236}">
                  <a16:creationId xmlns:a16="http://schemas.microsoft.com/office/drawing/2014/main" id="{E092A6FC-4EA6-453C-B1F5-47671C02BD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588" y="1619250"/>
              <a:ext cx="12700" cy="523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32" name="Rectangle 62">
              <a:extLst>
                <a:ext uri="{FF2B5EF4-FFF2-40B4-BE49-F238E27FC236}">
                  <a16:creationId xmlns:a16="http://schemas.microsoft.com/office/drawing/2014/main" id="{FDB3F823-64B9-46A9-AF45-F73D1EF848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1863" y="1725613"/>
              <a:ext cx="10842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Next 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33" name="Rectangle 63">
              <a:extLst>
                <a:ext uri="{FF2B5EF4-FFF2-40B4-BE49-F238E27FC236}">
                  <a16:creationId xmlns:a16="http://schemas.microsoft.com/office/drawing/2014/main" id="{F50B548E-3A0C-4E41-92FB-4C3D62C752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9200" y="1619250"/>
              <a:ext cx="12700" cy="523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34" name="Rectangle 64">
              <a:extLst>
                <a:ext uri="{FF2B5EF4-FFF2-40B4-BE49-F238E27FC236}">
                  <a16:creationId xmlns:a16="http://schemas.microsoft.com/office/drawing/2014/main" id="{D4D9464B-FB8E-4231-8361-4A68051138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2130425"/>
              <a:ext cx="49672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35" name="Rectangle 65">
              <a:extLst>
                <a:ext uri="{FF2B5EF4-FFF2-40B4-BE49-F238E27FC236}">
                  <a16:creationId xmlns:a16="http://schemas.microsoft.com/office/drawing/2014/main" id="{21A405A3-6605-4DC6-A668-2A26603AE4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2143125"/>
              <a:ext cx="11113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36" name="Rectangle 66">
              <a:extLst>
                <a:ext uri="{FF2B5EF4-FFF2-40B4-BE49-F238E27FC236}">
                  <a16:creationId xmlns:a16="http://schemas.microsoft.com/office/drawing/2014/main" id="{60CDF975-7267-4AE0-BA30-9E9945C0EB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0288" y="1725613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Output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37" name="Rectangle 67">
              <a:extLst>
                <a:ext uri="{FF2B5EF4-FFF2-40B4-BE49-F238E27FC236}">
                  <a16:creationId xmlns:a16="http://schemas.microsoft.com/office/drawing/2014/main" id="{8B049DB5-02ED-4F69-B311-1570BB78CC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214312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38" name="Rectangle 68">
              <a:extLst>
                <a:ext uri="{FF2B5EF4-FFF2-40B4-BE49-F238E27FC236}">
                  <a16:creationId xmlns:a16="http://schemas.microsoft.com/office/drawing/2014/main" id="{E0DC5BFD-9D51-4D71-A418-148F9D489C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4200" y="2238375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39" name="Rectangle 69">
              <a:extLst>
                <a:ext uri="{FF2B5EF4-FFF2-40B4-BE49-F238E27FC236}">
                  <a16:creationId xmlns:a16="http://schemas.microsoft.com/office/drawing/2014/main" id="{A7A2C153-36EC-45F0-9930-46A4788C72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2250" y="224631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ab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40" name="Rectangle 70">
              <a:extLst>
                <a:ext uri="{FF2B5EF4-FFF2-40B4-BE49-F238E27FC236}">
                  <a16:creationId xmlns:a16="http://schemas.microsoft.com/office/drawing/2014/main" id="{AE89B707-2C9F-4B32-8784-3EE1A63B4A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8638" y="2247900"/>
              <a:ext cx="460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=00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41" name="Rectangle 71">
              <a:extLst>
                <a:ext uri="{FF2B5EF4-FFF2-40B4-BE49-F238E27FC236}">
                  <a16:creationId xmlns:a16="http://schemas.microsoft.com/office/drawing/2014/main" id="{4A473355-1767-4E65-9C49-3764F19230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7463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42" name="Rectangle 72">
              <a:extLst>
                <a:ext uri="{FF2B5EF4-FFF2-40B4-BE49-F238E27FC236}">
                  <a16:creationId xmlns:a16="http://schemas.microsoft.com/office/drawing/2014/main" id="{AB6D2718-432D-498E-AB25-B3542B64F7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325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43" name="Rectangle 73">
              <a:extLst>
                <a:ext uri="{FF2B5EF4-FFF2-40B4-BE49-F238E27FC236}">
                  <a16:creationId xmlns:a16="http://schemas.microsoft.com/office/drawing/2014/main" id="{FFA76B2D-F97F-4F42-9BA2-FCBEF84D03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588" y="214312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44" name="Rectangle 74">
              <a:extLst>
                <a:ext uri="{FF2B5EF4-FFF2-40B4-BE49-F238E27FC236}">
                  <a16:creationId xmlns:a16="http://schemas.microsoft.com/office/drawing/2014/main" id="{BA95ECC9-5B29-450C-A0FA-3599D1A1ED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3950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45" name="Rectangle 75">
              <a:extLst>
                <a:ext uri="{FF2B5EF4-FFF2-40B4-BE49-F238E27FC236}">
                  <a16:creationId xmlns:a16="http://schemas.microsoft.com/office/drawing/2014/main" id="{4E5B00CD-4EF5-4C76-A6A1-671AAF689B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7988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46" name="Rectangle 76">
              <a:extLst>
                <a:ext uri="{FF2B5EF4-FFF2-40B4-BE49-F238E27FC236}">
                  <a16:creationId xmlns:a16="http://schemas.microsoft.com/office/drawing/2014/main" id="{F241064F-E4A2-4776-B1C3-7E47B59733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0438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47" name="Rectangle 77">
              <a:extLst>
                <a:ext uri="{FF2B5EF4-FFF2-40B4-BE49-F238E27FC236}">
                  <a16:creationId xmlns:a16="http://schemas.microsoft.com/office/drawing/2014/main" id="{C1A5428D-EB9C-41F3-BCEA-AC675D98D4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48" name="Rectangle 78">
              <a:extLst>
                <a:ext uri="{FF2B5EF4-FFF2-40B4-BE49-F238E27FC236}">
                  <a16:creationId xmlns:a16="http://schemas.microsoft.com/office/drawing/2014/main" id="{27F5437D-2B85-41A4-84F8-09182E655F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9200" y="214312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49" name="Rectangle 79">
              <a:extLst>
                <a:ext uri="{FF2B5EF4-FFF2-40B4-BE49-F238E27FC236}">
                  <a16:creationId xmlns:a16="http://schemas.microsoft.com/office/drawing/2014/main" id="{744F508F-70E5-4CD7-A41C-4F4766F906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2587625"/>
              <a:ext cx="49672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50" name="Rectangle 80">
              <a:extLst>
                <a:ext uri="{FF2B5EF4-FFF2-40B4-BE49-F238E27FC236}">
                  <a16:creationId xmlns:a16="http://schemas.microsoft.com/office/drawing/2014/main" id="{D8D7F3F2-85B5-4B8E-A4EC-4BE48D7758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2600325"/>
              <a:ext cx="11113" cy="455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51" name="Rectangle 81">
              <a:extLst>
                <a:ext uri="{FF2B5EF4-FFF2-40B4-BE49-F238E27FC236}">
                  <a16:creationId xmlns:a16="http://schemas.microsoft.com/office/drawing/2014/main" id="{F5685EE3-09A9-4A5D-8A1F-F109C80C6F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0100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52" name="Rectangle 82">
              <a:extLst>
                <a:ext uri="{FF2B5EF4-FFF2-40B4-BE49-F238E27FC236}">
                  <a16:creationId xmlns:a16="http://schemas.microsoft.com/office/drawing/2014/main" id="{A8D76762-B5AF-4A2E-8A9C-384C90D8B3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2600325"/>
              <a:ext cx="12700" cy="455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53" name="Rectangle 83">
              <a:extLst>
                <a:ext uri="{FF2B5EF4-FFF2-40B4-BE49-F238E27FC236}">
                  <a16:creationId xmlns:a16="http://schemas.microsoft.com/office/drawing/2014/main" id="{A256D13C-D3F8-4587-B9C1-13D28B8FE1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2475" y="2657475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54" name="Rectangle 84">
              <a:extLst>
                <a:ext uri="{FF2B5EF4-FFF2-40B4-BE49-F238E27FC236}">
                  <a16:creationId xmlns:a16="http://schemas.microsoft.com/office/drawing/2014/main" id="{AF81F895-3D66-4B6C-A1B8-FEDEBF25BB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588" y="2600325"/>
              <a:ext cx="12700" cy="455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55" name="Rectangle 85">
              <a:extLst>
                <a:ext uri="{FF2B5EF4-FFF2-40B4-BE49-F238E27FC236}">
                  <a16:creationId xmlns:a16="http://schemas.microsoft.com/office/drawing/2014/main" id="{AA35FFBE-7169-4DDB-B3B6-BD6756AF2F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6675" y="2703513"/>
              <a:ext cx="20478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56" name="Rectangle 86">
              <a:extLst>
                <a:ext uri="{FF2B5EF4-FFF2-40B4-BE49-F238E27FC236}">
                  <a16:creationId xmlns:a16="http://schemas.microsoft.com/office/drawing/2014/main" id="{82DD8036-A74F-4795-84C9-E84D9596D1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9200" y="2600325"/>
              <a:ext cx="12700" cy="455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57" name="Rectangle 87">
              <a:extLst>
                <a:ext uri="{FF2B5EF4-FFF2-40B4-BE49-F238E27FC236}">
                  <a16:creationId xmlns:a16="http://schemas.microsoft.com/office/drawing/2014/main" id="{32483B84-7718-417C-B21B-5BCB208730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3043238"/>
              <a:ext cx="6015038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58" name="Rectangle 88">
              <a:extLst>
                <a:ext uri="{FF2B5EF4-FFF2-40B4-BE49-F238E27FC236}">
                  <a16:creationId xmlns:a16="http://schemas.microsoft.com/office/drawing/2014/main" id="{5F7BB2FC-2D0D-4455-8DBB-B1A4996318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3055938"/>
              <a:ext cx="11113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59" name="Rectangle 89">
              <a:extLst>
                <a:ext uri="{FF2B5EF4-FFF2-40B4-BE49-F238E27FC236}">
                  <a16:creationId xmlns:a16="http://schemas.microsoft.com/office/drawing/2014/main" id="{3DC8F361-4E39-4451-BCEE-100574361D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05563" y="2703513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60" name="Rectangle 90">
              <a:extLst>
                <a:ext uri="{FF2B5EF4-FFF2-40B4-BE49-F238E27FC236}">
                  <a16:creationId xmlns:a16="http://schemas.microsoft.com/office/drawing/2014/main" id="{8187CC2B-2C92-470C-AA1A-5149968902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305593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61" name="Rectangle 91">
              <a:extLst>
                <a:ext uri="{FF2B5EF4-FFF2-40B4-BE49-F238E27FC236}">
                  <a16:creationId xmlns:a16="http://schemas.microsoft.com/office/drawing/2014/main" id="{CBA1DD59-9C98-4676-AA3E-D9D530B1BF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5650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62" name="Rectangle 92">
              <a:extLst>
                <a:ext uri="{FF2B5EF4-FFF2-40B4-BE49-F238E27FC236}">
                  <a16:creationId xmlns:a16="http://schemas.microsoft.com/office/drawing/2014/main" id="{B62D1E26-E359-4F31-A544-9EEA51A90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358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63" name="Rectangle 93">
              <a:extLst>
                <a:ext uri="{FF2B5EF4-FFF2-40B4-BE49-F238E27FC236}">
                  <a16:creationId xmlns:a16="http://schemas.microsoft.com/office/drawing/2014/main" id="{C28D1B12-EF8A-421D-A799-248FC5E379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413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64" name="Rectangle 94">
              <a:extLst>
                <a:ext uri="{FF2B5EF4-FFF2-40B4-BE49-F238E27FC236}">
                  <a16:creationId xmlns:a16="http://schemas.microsoft.com/office/drawing/2014/main" id="{45ADC862-5AF8-445B-BD33-A1B01FEF5A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658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65" name="Rectangle 95">
              <a:extLst>
                <a:ext uri="{FF2B5EF4-FFF2-40B4-BE49-F238E27FC236}">
                  <a16:creationId xmlns:a16="http://schemas.microsoft.com/office/drawing/2014/main" id="{A3C503B3-1E4B-40EA-982B-2920D3F9A9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588" y="305593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66" name="Rectangle 96">
              <a:extLst>
                <a:ext uri="{FF2B5EF4-FFF2-40B4-BE49-F238E27FC236}">
                  <a16:creationId xmlns:a16="http://schemas.microsoft.com/office/drawing/2014/main" id="{583C9FCB-BAB2-4BF3-9CA1-790F5B4277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2213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67" name="Rectangle 97">
              <a:extLst>
                <a:ext uri="{FF2B5EF4-FFF2-40B4-BE49-F238E27FC236}">
                  <a16:creationId xmlns:a16="http://schemas.microsoft.com/office/drawing/2014/main" id="{4CD8D0D2-84AA-4D88-8A4E-18B1D3E533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783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68" name="Rectangle 98">
              <a:extLst>
                <a:ext uri="{FF2B5EF4-FFF2-40B4-BE49-F238E27FC236}">
                  <a16:creationId xmlns:a16="http://schemas.microsoft.com/office/drawing/2014/main" id="{4C350B6F-7222-4DCC-9F19-B173CAF4CB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1875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69" name="Rectangle 99">
              <a:extLst>
                <a:ext uri="{FF2B5EF4-FFF2-40B4-BE49-F238E27FC236}">
                  <a16:creationId xmlns:a16="http://schemas.microsoft.com/office/drawing/2014/main" id="{1F2C856B-022C-4E86-9F40-A60BF3B14C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908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70" name="Rectangle 100">
              <a:extLst>
                <a:ext uri="{FF2B5EF4-FFF2-40B4-BE49-F238E27FC236}">
                  <a16:creationId xmlns:a16="http://schemas.microsoft.com/office/drawing/2014/main" id="{59F7216F-1DA5-48CD-A25A-FA8EE215CB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9200" y="305593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71" name="Rectangle 101">
              <a:extLst>
                <a:ext uri="{FF2B5EF4-FFF2-40B4-BE49-F238E27FC236}">
                  <a16:creationId xmlns:a16="http://schemas.microsoft.com/office/drawing/2014/main" id="{79EB2D44-CEDE-42D2-8548-9F1B9437E3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3517900"/>
              <a:ext cx="11113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72" name="Rectangle 102">
              <a:extLst>
                <a:ext uri="{FF2B5EF4-FFF2-40B4-BE49-F238E27FC236}">
                  <a16:creationId xmlns:a16="http://schemas.microsoft.com/office/drawing/2014/main" id="{C608C03F-D834-49A3-9602-905B7E6962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153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73" name="Rectangle 103">
              <a:extLst>
                <a:ext uri="{FF2B5EF4-FFF2-40B4-BE49-F238E27FC236}">
                  <a16:creationId xmlns:a16="http://schemas.microsoft.com/office/drawing/2014/main" id="{61806DA1-6750-4BB0-A319-5EC745692D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3517900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74" name="Rectangle 104">
              <a:extLst>
                <a:ext uri="{FF2B5EF4-FFF2-40B4-BE49-F238E27FC236}">
                  <a16:creationId xmlns:a16="http://schemas.microsoft.com/office/drawing/2014/main" id="{68FF2B58-CF37-49C4-8C3D-366FF79F58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5650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75" name="Rectangle 105">
              <a:extLst>
                <a:ext uri="{FF2B5EF4-FFF2-40B4-BE49-F238E27FC236}">
                  <a16:creationId xmlns:a16="http://schemas.microsoft.com/office/drawing/2014/main" id="{1366572D-1BDB-48B8-AE04-B8E53ECA3E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358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76" name="Rectangle 106">
              <a:extLst>
                <a:ext uri="{FF2B5EF4-FFF2-40B4-BE49-F238E27FC236}">
                  <a16:creationId xmlns:a16="http://schemas.microsoft.com/office/drawing/2014/main" id="{832748B0-567F-47B4-997C-5196279715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413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77" name="Rectangle 107">
              <a:extLst>
                <a:ext uri="{FF2B5EF4-FFF2-40B4-BE49-F238E27FC236}">
                  <a16:creationId xmlns:a16="http://schemas.microsoft.com/office/drawing/2014/main" id="{D8EA7251-8DFF-4FC3-AD01-0BB7559211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658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78" name="Rectangle 108">
              <a:extLst>
                <a:ext uri="{FF2B5EF4-FFF2-40B4-BE49-F238E27FC236}">
                  <a16:creationId xmlns:a16="http://schemas.microsoft.com/office/drawing/2014/main" id="{CCDECBF1-173E-40F0-929F-856D0FEA74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588" y="3517900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79" name="Rectangle 109">
              <a:extLst>
                <a:ext uri="{FF2B5EF4-FFF2-40B4-BE49-F238E27FC236}">
                  <a16:creationId xmlns:a16="http://schemas.microsoft.com/office/drawing/2014/main" id="{DE2A25FA-1BB0-4FCE-9C5C-AA80E8C96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2213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80" name="Rectangle 110">
              <a:extLst>
                <a:ext uri="{FF2B5EF4-FFF2-40B4-BE49-F238E27FC236}">
                  <a16:creationId xmlns:a16="http://schemas.microsoft.com/office/drawing/2014/main" id="{FDC859DE-3093-4522-A813-5C6B0E9601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783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81" name="Rectangle 111">
              <a:extLst>
                <a:ext uri="{FF2B5EF4-FFF2-40B4-BE49-F238E27FC236}">
                  <a16:creationId xmlns:a16="http://schemas.microsoft.com/office/drawing/2014/main" id="{BC42BC55-7DF6-46CB-8839-3D49BF2FE5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1875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82" name="Rectangle 112">
              <a:extLst>
                <a:ext uri="{FF2B5EF4-FFF2-40B4-BE49-F238E27FC236}">
                  <a16:creationId xmlns:a16="http://schemas.microsoft.com/office/drawing/2014/main" id="{A78A6EBC-179D-40A1-A6CE-E840266AA6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908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83" name="Rectangle 113">
              <a:extLst>
                <a:ext uri="{FF2B5EF4-FFF2-40B4-BE49-F238E27FC236}">
                  <a16:creationId xmlns:a16="http://schemas.microsoft.com/office/drawing/2014/main" id="{AD9AD698-AE8B-4D7F-BF4F-C45AE825EB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9200" y="3517900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84" name="Rectangle 114">
              <a:extLst>
                <a:ext uri="{FF2B5EF4-FFF2-40B4-BE49-F238E27FC236}">
                  <a16:creationId xmlns:a16="http://schemas.microsoft.com/office/drawing/2014/main" id="{3016601B-EB98-4B8C-B1C9-B0BB0480E0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3856038"/>
              <a:ext cx="6015038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85" name="Rectangle 115">
              <a:extLst>
                <a:ext uri="{FF2B5EF4-FFF2-40B4-BE49-F238E27FC236}">
                  <a16:creationId xmlns:a16="http://schemas.microsoft.com/office/drawing/2014/main" id="{A7E334EA-C4E2-494B-902D-914AFCB04E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153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62" name="Rectangle 2">
            <a:extLst>
              <a:ext uri="{FF2B5EF4-FFF2-40B4-BE49-F238E27FC236}">
                <a16:creationId xmlns:a16="http://schemas.microsoft.com/office/drawing/2014/main" id="{5EFEBD9B-314A-D141-B3AD-D653AA5457FE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Derivation of Y and s</a:t>
            </a: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249" name="Group 1">
            <a:extLst>
              <a:ext uri="{FF2B5EF4-FFF2-40B4-BE49-F238E27FC236}">
                <a16:creationId xmlns:a16="http://schemas.microsoft.com/office/drawing/2014/main" id="{2A5DCBE5-99BA-4584-8B1F-023AA7A9695A}"/>
              </a:ext>
            </a:extLst>
          </p:cNvPr>
          <p:cNvGrpSpPr>
            <a:grpSpLocks/>
          </p:cNvGrpSpPr>
          <p:nvPr/>
        </p:nvGrpSpPr>
        <p:grpSpPr bwMode="auto">
          <a:xfrm>
            <a:off x="139700" y="1447800"/>
            <a:ext cx="6032500" cy="2270125"/>
            <a:chOff x="1552575" y="1598613"/>
            <a:chExt cx="6032500" cy="2270125"/>
          </a:xfrm>
        </p:grpSpPr>
        <p:sp>
          <p:nvSpPr>
            <p:cNvPr id="53313" name="Rectangle 57">
              <a:extLst>
                <a:ext uri="{FF2B5EF4-FFF2-40B4-BE49-F238E27FC236}">
                  <a16:creationId xmlns:a16="http://schemas.microsoft.com/office/drawing/2014/main" id="{BFCAF197-48B1-448C-B76E-310328E266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1598613"/>
              <a:ext cx="601503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314" name="Rectangle 58">
              <a:extLst>
                <a:ext uri="{FF2B5EF4-FFF2-40B4-BE49-F238E27FC236}">
                  <a16:creationId xmlns:a16="http://schemas.microsoft.com/office/drawing/2014/main" id="{F3216DC3-15E2-4D2F-9DF1-F49647523A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1619250"/>
              <a:ext cx="11113" cy="523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315" name="Rectangle 59">
              <a:extLst>
                <a:ext uri="{FF2B5EF4-FFF2-40B4-BE49-F238E27FC236}">
                  <a16:creationId xmlns:a16="http://schemas.microsoft.com/office/drawing/2014/main" id="{37C6B650-6853-44D6-BAD1-C84753F2A7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1619250"/>
              <a:ext cx="12700" cy="523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316" name="Rectangle 60">
              <a:extLst>
                <a:ext uri="{FF2B5EF4-FFF2-40B4-BE49-F238E27FC236}">
                  <a16:creationId xmlns:a16="http://schemas.microsoft.com/office/drawing/2014/main" id="{843B75BD-2BB4-4DB1-B96A-75F944638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4500" y="1924050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Present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317" name="Rectangle 61">
              <a:extLst>
                <a:ext uri="{FF2B5EF4-FFF2-40B4-BE49-F238E27FC236}">
                  <a16:creationId xmlns:a16="http://schemas.microsoft.com/office/drawing/2014/main" id="{297FE4CC-1309-47F2-985C-7A420452AE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588" y="1619250"/>
              <a:ext cx="12700" cy="523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318" name="Rectangle 62">
              <a:extLst>
                <a:ext uri="{FF2B5EF4-FFF2-40B4-BE49-F238E27FC236}">
                  <a16:creationId xmlns:a16="http://schemas.microsoft.com/office/drawing/2014/main" id="{46D2DDC7-7142-471E-956B-E877D13EA2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1863" y="1725613"/>
              <a:ext cx="10842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Next 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319" name="Rectangle 63">
              <a:extLst>
                <a:ext uri="{FF2B5EF4-FFF2-40B4-BE49-F238E27FC236}">
                  <a16:creationId xmlns:a16="http://schemas.microsoft.com/office/drawing/2014/main" id="{58D2C1A3-9B29-44ED-B407-69D39C0822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9200" y="1619250"/>
              <a:ext cx="12700" cy="523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320" name="Rectangle 64">
              <a:extLst>
                <a:ext uri="{FF2B5EF4-FFF2-40B4-BE49-F238E27FC236}">
                  <a16:creationId xmlns:a16="http://schemas.microsoft.com/office/drawing/2014/main" id="{CD70A629-5184-4D77-8B06-8CD84BC929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2130425"/>
              <a:ext cx="49672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321" name="Rectangle 65">
              <a:extLst>
                <a:ext uri="{FF2B5EF4-FFF2-40B4-BE49-F238E27FC236}">
                  <a16:creationId xmlns:a16="http://schemas.microsoft.com/office/drawing/2014/main" id="{1E7860F2-D7A0-4659-8555-2DEEF1812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2143125"/>
              <a:ext cx="11113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322" name="Rectangle 66">
              <a:extLst>
                <a:ext uri="{FF2B5EF4-FFF2-40B4-BE49-F238E27FC236}">
                  <a16:creationId xmlns:a16="http://schemas.microsoft.com/office/drawing/2014/main" id="{CF16153A-CCA6-4821-A39C-CF1CBA83CD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0288" y="1725613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Output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323" name="Rectangle 67">
              <a:extLst>
                <a:ext uri="{FF2B5EF4-FFF2-40B4-BE49-F238E27FC236}">
                  <a16:creationId xmlns:a16="http://schemas.microsoft.com/office/drawing/2014/main" id="{5F5A5238-1F7A-4CB3-9D76-730250BC1C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214312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324" name="Rectangle 68">
              <a:extLst>
                <a:ext uri="{FF2B5EF4-FFF2-40B4-BE49-F238E27FC236}">
                  <a16:creationId xmlns:a16="http://schemas.microsoft.com/office/drawing/2014/main" id="{BB5DD49C-BADC-4E6E-9014-9A3C57498B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4200" y="2238375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325" name="Rectangle 69">
              <a:extLst>
                <a:ext uri="{FF2B5EF4-FFF2-40B4-BE49-F238E27FC236}">
                  <a16:creationId xmlns:a16="http://schemas.microsoft.com/office/drawing/2014/main" id="{02429D6B-DF35-453B-B150-93BD5D8B8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2250" y="224631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ab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326" name="Rectangle 70">
              <a:extLst>
                <a:ext uri="{FF2B5EF4-FFF2-40B4-BE49-F238E27FC236}">
                  <a16:creationId xmlns:a16="http://schemas.microsoft.com/office/drawing/2014/main" id="{86828959-D27E-4591-972E-A3243DE2A5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8638" y="2247900"/>
              <a:ext cx="460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=00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327" name="Rectangle 71">
              <a:extLst>
                <a:ext uri="{FF2B5EF4-FFF2-40B4-BE49-F238E27FC236}">
                  <a16:creationId xmlns:a16="http://schemas.microsoft.com/office/drawing/2014/main" id="{9DE220D4-C0FB-48CC-AEFD-C708515D07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7463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328" name="Rectangle 72">
              <a:extLst>
                <a:ext uri="{FF2B5EF4-FFF2-40B4-BE49-F238E27FC236}">
                  <a16:creationId xmlns:a16="http://schemas.microsoft.com/office/drawing/2014/main" id="{8C25EFC9-F885-4649-8372-0CED6BC657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325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329" name="Rectangle 73">
              <a:extLst>
                <a:ext uri="{FF2B5EF4-FFF2-40B4-BE49-F238E27FC236}">
                  <a16:creationId xmlns:a16="http://schemas.microsoft.com/office/drawing/2014/main" id="{6E47F753-9EFD-4D04-B4D9-5AFB971136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588" y="214312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330" name="Rectangle 74">
              <a:extLst>
                <a:ext uri="{FF2B5EF4-FFF2-40B4-BE49-F238E27FC236}">
                  <a16:creationId xmlns:a16="http://schemas.microsoft.com/office/drawing/2014/main" id="{37ECC1F6-D73D-4849-8476-8FBF60149B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3950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331" name="Rectangle 75">
              <a:extLst>
                <a:ext uri="{FF2B5EF4-FFF2-40B4-BE49-F238E27FC236}">
                  <a16:creationId xmlns:a16="http://schemas.microsoft.com/office/drawing/2014/main" id="{F7E2306C-9923-41DE-8539-C488B5BCA4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7988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332" name="Rectangle 76">
              <a:extLst>
                <a:ext uri="{FF2B5EF4-FFF2-40B4-BE49-F238E27FC236}">
                  <a16:creationId xmlns:a16="http://schemas.microsoft.com/office/drawing/2014/main" id="{42F78245-B0EA-4F4B-B2C3-70C1C28F43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0438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333" name="Rectangle 77">
              <a:extLst>
                <a:ext uri="{FF2B5EF4-FFF2-40B4-BE49-F238E27FC236}">
                  <a16:creationId xmlns:a16="http://schemas.microsoft.com/office/drawing/2014/main" id="{7C1DA0FC-282B-4CB3-9936-E9F510D18A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334" name="Rectangle 78">
              <a:extLst>
                <a:ext uri="{FF2B5EF4-FFF2-40B4-BE49-F238E27FC236}">
                  <a16:creationId xmlns:a16="http://schemas.microsoft.com/office/drawing/2014/main" id="{E12AFB85-D5B2-42FC-B1C0-20607121D6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9200" y="214312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335" name="Rectangle 79">
              <a:extLst>
                <a:ext uri="{FF2B5EF4-FFF2-40B4-BE49-F238E27FC236}">
                  <a16:creationId xmlns:a16="http://schemas.microsoft.com/office/drawing/2014/main" id="{E5DE3F10-176F-4ECF-9D40-F48F908EF7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2587625"/>
              <a:ext cx="49672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336" name="Rectangle 80">
              <a:extLst>
                <a:ext uri="{FF2B5EF4-FFF2-40B4-BE49-F238E27FC236}">
                  <a16:creationId xmlns:a16="http://schemas.microsoft.com/office/drawing/2014/main" id="{0D2C2308-4F61-49DD-90DE-8CF16B973E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2600325"/>
              <a:ext cx="11113" cy="455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337" name="Rectangle 81">
              <a:extLst>
                <a:ext uri="{FF2B5EF4-FFF2-40B4-BE49-F238E27FC236}">
                  <a16:creationId xmlns:a16="http://schemas.microsoft.com/office/drawing/2014/main" id="{E04DE2A7-EA38-4251-8AA2-4520051D99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0100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338" name="Rectangle 82">
              <a:extLst>
                <a:ext uri="{FF2B5EF4-FFF2-40B4-BE49-F238E27FC236}">
                  <a16:creationId xmlns:a16="http://schemas.microsoft.com/office/drawing/2014/main" id="{1A597048-CB5B-4BFD-8C45-705C5EE3F3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2600325"/>
              <a:ext cx="12700" cy="455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339" name="Rectangle 83">
              <a:extLst>
                <a:ext uri="{FF2B5EF4-FFF2-40B4-BE49-F238E27FC236}">
                  <a16:creationId xmlns:a16="http://schemas.microsoft.com/office/drawing/2014/main" id="{15B87208-0AB3-4381-A3AD-49FE88E57B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2475" y="2657475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340" name="Rectangle 84">
              <a:extLst>
                <a:ext uri="{FF2B5EF4-FFF2-40B4-BE49-F238E27FC236}">
                  <a16:creationId xmlns:a16="http://schemas.microsoft.com/office/drawing/2014/main" id="{4B53DD73-8F2B-4A56-9AFD-3ED1D757E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588" y="2600325"/>
              <a:ext cx="12700" cy="455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341" name="Rectangle 85">
              <a:extLst>
                <a:ext uri="{FF2B5EF4-FFF2-40B4-BE49-F238E27FC236}">
                  <a16:creationId xmlns:a16="http://schemas.microsoft.com/office/drawing/2014/main" id="{51E16C4A-B246-483C-93F7-66A536A341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6675" y="2703513"/>
              <a:ext cx="20478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342" name="Rectangle 86">
              <a:extLst>
                <a:ext uri="{FF2B5EF4-FFF2-40B4-BE49-F238E27FC236}">
                  <a16:creationId xmlns:a16="http://schemas.microsoft.com/office/drawing/2014/main" id="{7B39A10F-DDC5-4C70-9A98-06ED4CCD71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9200" y="2600325"/>
              <a:ext cx="12700" cy="455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343" name="Rectangle 87">
              <a:extLst>
                <a:ext uri="{FF2B5EF4-FFF2-40B4-BE49-F238E27FC236}">
                  <a16:creationId xmlns:a16="http://schemas.microsoft.com/office/drawing/2014/main" id="{73F24180-048C-45C8-81C6-755113E571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3043238"/>
              <a:ext cx="6015038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344" name="Rectangle 88">
              <a:extLst>
                <a:ext uri="{FF2B5EF4-FFF2-40B4-BE49-F238E27FC236}">
                  <a16:creationId xmlns:a16="http://schemas.microsoft.com/office/drawing/2014/main" id="{94A70FCC-01CD-4E32-BA34-A114A6B187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3055938"/>
              <a:ext cx="11113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345" name="Rectangle 89">
              <a:extLst>
                <a:ext uri="{FF2B5EF4-FFF2-40B4-BE49-F238E27FC236}">
                  <a16:creationId xmlns:a16="http://schemas.microsoft.com/office/drawing/2014/main" id="{8DD7D3BF-6769-4B14-B3ED-7153079A9B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05563" y="2703513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346" name="Rectangle 90">
              <a:extLst>
                <a:ext uri="{FF2B5EF4-FFF2-40B4-BE49-F238E27FC236}">
                  <a16:creationId xmlns:a16="http://schemas.microsoft.com/office/drawing/2014/main" id="{55236594-FCFF-4DE9-8B77-E007E0BE2A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305593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347" name="Rectangle 91">
              <a:extLst>
                <a:ext uri="{FF2B5EF4-FFF2-40B4-BE49-F238E27FC236}">
                  <a16:creationId xmlns:a16="http://schemas.microsoft.com/office/drawing/2014/main" id="{4D3B3F25-983A-48F3-93BA-5F3C77DDB5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5650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348" name="Rectangle 92">
              <a:extLst>
                <a:ext uri="{FF2B5EF4-FFF2-40B4-BE49-F238E27FC236}">
                  <a16:creationId xmlns:a16="http://schemas.microsoft.com/office/drawing/2014/main" id="{6311A1F5-911D-4892-BDB0-7CAE9CCD6C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358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349" name="Rectangle 93">
              <a:extLst>
                <a:ext uri="{FF2B5EF4-FFF2-40B4-BE49-F238E27FC236}">
                  <a16:creationId xmlns:a16="http://schemas.microsoft.com/office/drawing/2014/main" id="{2A095D21-FC9C-4CB1-8585-C4EB924238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413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350" name="Rectangle 94">
              <a:extLst>
                <a:ext uri="{FF2B5EF4-FFF2-40B4-BE49-F238E27FC236}">
                  <a16:creationId xmlns:a16="http://schemas.microsoft.com/office/drawing/2014/main" id="{6C87D48D-ACF1-4C78-A129-7F32CD8C86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658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351" name="Rectangle 95">
              <a:extLst>
                <a:ext uri="{FF2B5EF4-FFF2-40B4-BE49-F238E27FC236}">
                  <a16:creationId xmlns:a16="http://schemas.microsoft.com/office/drawing/2014/main" id="{64F9876E-1492-4B4B-92CC-38B0AF151E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588" y="305593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352" name="Rectangle 96">
              <a:extLst>
                <a:ext uri="{FF2B5EF4-FFF2-40B4-BE49-F238E27FC236}">
                  <a16:creationId xmlns:a16="http://schemas.microsoft.com/office/drawing/2014/main" id="{19E78ADF-BF2F-4B8D-8B58-A1B300B1EE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2213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353" name="Rectangle 97">
              <a:extLst>
                <a:ext uri="{FF2B5EF4-FFF2-40B4-BE49-F238E27FC236}">
                  <a16:creationId xmlns:a16="http://schemas.microsoft.com/office/drawing/2014/main" id="{FBCDF23B-9A69-41D9-AA5F-8A48B07773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783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354" name="Rectangle 98">
              <a:extLst>
                <a:ext uri="{FF2B5EF4-FFF2-40B4-BE49-F238E27FC236}">
                  <a16:creationId xmlns:a16="http://schemas.microsoft.com/office/drawing/2014/main" id="{792B1A4D-0A02-4A88-9D03-544911E0E1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1875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355" name="Rectangle 99">
              <a:extLst>
                <a:ext uri="{FF2B5EF4-FFF2-40B4-BE49-F238E27FC236}">
                  <a16:creationId xmlns:a16="http://schemas.microsoft.com/office/drawing/2014/main" id="{F59E4DEA-1EA9-4C8F-BDF6-E1A195ECE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908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356" name="Rectangle 100">
              <a:extLst>
                <a:ext uri="{FF2B5EF4-FFF2-40B4-BE49-F238E27FC236}">
                  <a16:creationId xmlns:a16="http://schemas.microsoft.com/office/drawing/2014/main" id="{85A41A74-F059-414E-AC71-7FCF7736AB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9200" y="305593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357" name="Rectangle 101">
              <a:extLst>
                <a:ext uri="{FF2B5EF4-FFF2-40B4-BE49-F238E27FC236}">
                  <a16:creationId xmlns:a16="http://schemas.microsoft.com/office/drawing/2014/main" id="{31FDF646-5069-4246-AF2B-66D75C733B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3517900"/>
              <a:ext cx="11113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358" name="Rectangle 102">
              <a:extLst>
                <a:ext uri="{FF2B5EF4-FFF2-40B4-BE49-F238E27FC236}">
                  <a16:creationId xmlns:a16="http://schemas.microsoft.com/office/drawing/2014/main" id="{15901EAC-8162-48CD-9C8A-B45A097B21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153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359" name="Rectangle 103">
              <a:extLst>
                <a:ext uri="{FF2B5EF4-FFF2-40B4-BE49-F238E27FC236}">
                  <a16:creationId xmlns:a16="http://schemas.microsoft.com/office/drawing/2014/main" id="{662E6496-BDDB-4B3F-9D5A-007F31D824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3517900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360" name="Rectangle 104">
              <a:extLst>
                <a:ext uri="{FF2B5EF4-FFF2-40B4-BE49-F238E27FC236}">
                  <a16:creationId xmlns:a16="http://schemas.microsoft.com/office/drawing/2014/main" id="{EB8C11A3-8310-4767-BAA5-8A3658381D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5650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361" name="Rectangle 105">
              <a:extLst>
                <a:ext uri="{FF2B5EF4-FFF2-40B4-BE49-F238E27FC236}">
                  <a16:creationId xmlns:a16="http://schemas.microsoft.com/office/drawing/2014/main" id="{E50D9A07-07AE-4330-9AFB-41BB14CB09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358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362" name="Rectangle 106">
              <a:extLst>
                <a:ext uri="{FF2B5EF4-FFF2-40B4-BE49-F238E27FC236}">
                  <a16:creationId xmlns:a16="http://schemas.microsoft.com/office/drawing/2014/main" id="{497080CF-511F-4E64-BC51-FC8FA7920D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413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363" name="Rectangle 107">
              <a:extLst>
                <a:ext uri="{FF2B5EF4-FFF2-40B4-BE49-F238E27FC236}">
                  <a16:creationId xmlns:a16="http://schemas.microsoft.com/office/drawing/2014/main" id="{C6070F8A-9E81-4692-8773-C5A758C432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658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364" name="Rectangle 108">
              <a:extLst>
                <a:ext uri="{FF2B5EF4-FFF2-40B4-BE49-F238E27FC236}">
                  <a16:creationId xmlns:a16="http://schemas.microsoft.com/office/drawing/2014/main" id="{4A64D6F7-0E3D-4D49-A91D-9D7296E066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588" y="3517900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365" name="Rectangle 109">
              <a:extLst>
                <a:ext uri="{FF2B5EF4-FFF2-40B4-BE49-F238E27FC236}">
                  <a16:creationId xmlns:a16="http://schemas.microsoft.com/office/drawing/2014/main" id="{6E3CDE41-34C8-4C73-9FC9-F0795B6E26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2213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366" name="Rectangle 110">
              <a:extLst>
                <a:ext uri="{FF2B5EF4-FFF2-40B4-BE49-F238E27FC236}">
                  <a16:creationId xmlns:a16="http://schemas.microsoft.com/office/drawing/2014/main" id="{28F1D796-42AD-43DE-8A55-45E9D7C50F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783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367" name="Rectangle 111">
              <a:extLst>
                <a:ext uri="{FF2B5EF4-FFF2-40B4-BE49-F238E27FC236}">
                  <a16:creationId xmlns:a16="http://schemas.microsoft.com/office/drawing/2014/main" id="{4B9E8632-519C-4D30-8A61-B7EC0D2FF5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1875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368" name="Rectangle 112">
              <a:extLst>
                <a:ext uri="{FF2B5EF4-FFF2-40B4-BE49-F238E27FC236}">
                  <a16:creationId xmlns:a16="http://schemas.microsoft.com/office/drawing/2014/main" id="{703C1EBC-3619-40EA-B13A-9A5EE8524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908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369" name="Rectangle 113">
              <a:extLst>
                <a:ext uri="{FF2B5EF4-FFF2-40B4-BE49-F238E27FC236}">
                  <a16:creationId xmlns:a16="http://schemas.microsoft.com/office/drawing/2014/main" id="{E2B10B3F-F779-4E71-8288-F648D33E8D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9200" y="3517900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370" name="Rectangle 114">
              <a:extLst>
                <a:ext uri="{FF2B5EF4-FFF2-40B4-BE49-F238E27FC236}">
                  <a16:creationId xmlns:a16="http://schemas.microsoft.com/office/drawing/2014/main" id="{935F06D9-E69E-4BA0-BEE6-42DD0DC18B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3856038"/>
              <a:ext cx="6015038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371" name="Rectangle 115">
              <a:extLst>
                <a:ext uri="{FF2B5EF4-FFF2-40B4-BE49-F238E27FC236}">
                  <a16:creationId xmlns:a16="http://schemas.microsoft.com/office/drawing/2014/main" id="{C1121CBB-6674-4BFA-8A9A-C5CBE092DD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153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aphicFrame>
        <p:nvGraphicFramePr>
          <p:cNvPr id="66" name="Shape 730">
            <a:extLst>
              <a:ext uri="{FF2B5EF4-FFF2-40B4-BE49-F238E27FC236}">
                <a16:creationId xmlns:a16="http://schemas.microsoft.com/office/drawing/2014/main" id="{77E35168-C88B-6C44-886F-6DDAD75ABFCC}"/>
              </a:ext>
            </a:extLst>
          </p:cNvPr>
          <p:cNvGraphicFramePr>
            <a:graphicFrameLocks noGrp="1"/>
          </p:cNvGraphicFramePr>
          <p:nvPr/>
        </p:nvGraphicFramePr>
        <p:xfrm>
          <a:off x="6477000" y="1447800"/>
          <a:ext cx="2478088" cy="3571875"/>
        </p:xfrm>
        <a:graphic>
          <a:graphicData uri="http://schemas.openxmlformats.org/drawingml/2006/table">
            <a:tbl>
              <a:tblPr/>
              <a:tblGrid>
                <a:gridCol w="495300">
                  <a:extLst>
                    <a:ext uri="{9D8B030D-6E8A-4147-A177-3AD203B41FA5}">
                      <a16:colId xmlns:a16="http://schemas.microsoft.com/office/drawing/2014/main" val="3976351963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1250072847"/>
                    </a:ext>
                  </a:extLst>
                </a:gridCol>
                <a:gridCol w="496888">
                  <a:extLst>
                    <a:ext uri="{9D8B030D-6E8A-4147-A177-3AD203B41FA5}">
                      <a16:colId xmlns:a16="http://schemas.microsoft.com/office/drawing/2014/main" val="2831241217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1192166807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1559550969"/>
                    </a:ext>
                  </a:extLst>
                </a:gridCol>
              </a:tblGrid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y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a</a:t>
                      </a:r>
                      <a:endParaRPr kumimoji="0" lang="en-US" altLang="en-US" sz="14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MS PGothic" panose="020B0600070205080204" pitchFamily="34" charset="-128"/>
                        <a:sym typeface="Times New Roman" panose="02020603050405020304" pitchFamily="18" charset="0"/>
                      </a:endParaRP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b</a:t>
                      </a:r>
                      <a:endParaRPr kumimoji="0" lang="en-US" altLang="en-US" sz="14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MS PGothic" panose="020B0600070205080204" pitchFamily="34" charset="-128"/>
                        <a:sym typeface="Times New Roman" panose="02020603050405020304" pitchFamily="18" charset="0"/>
                      </a:endParaRP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Y</a:t>
                      </a:r>
                      <a:endParaRPr kumimoji="0" lang="en-US" altLang="en-US" sz="14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MS PGothic" panose="020B0600070205080204" pitchFamily="34" charset="-128"/>
                        <a:sym typeface="Times New Roman" panose="02020603050405020304" pitchFamily="18" charset="0"/>
                      </a:endParaRP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s</a:t>
                      </a:r>
                      <a:endParaRPr kumimoji="0" lang="en-US" altLang="en-US" sz="14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MS PGothic" panose="020B0600070205080204" pitchFamily="34" charset="-128"/>
                        <a:sym typeface="Times New Roman" panose="02020603050405020304" pitchFamily="18" charset="0"/>
                      </a:endParaRP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5720775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6245814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5389877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5824487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1011311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23679505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108543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57771793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5563788"/>
                  </a:ext>
                </a:extLst>
              </a:tr>
            </a:tbl>
          </a:graphicData>
        </a:graphic>
      </p:graphicFrame>
      <p:sp>
        <p:nvSpPr>
          <p:cNvPr id="64" name="Rectangle 2">
            <a:extLst>
              <a:ext uri="{FF2B5EF4-FFF2-40B4-BE49-F238E27FC236}">
                <a16:creationId xmlns:a16="http://schemas.microsoft.com/office/drawing/2014/main" id="{4E67A766-A33D-2C4B-9F8F-ECDBFDBC83EE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Derivation of Y and s</a:t>
            </a: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273" name="Group 1">
            <a:extLst>
              <a:ext uri="{FF2B5EF4-FFF2-40B4-BE49-F238E27FC236}">
                <a16:creationId xmlns:a16="http://schemas.microsoft.com/office/drawing/2014/main" id="{C411F547-D742-4DC5-9C81-481096FD7F58}"/>
              </a:ext>
            </a:extLst>
          </p:cNvPr>
          <p:cNvGrpSpPr>
            <a:grpSpLocks/>
          </p:cNvGrpSpPr>
          <p:nvPr/>
        </p:nvGrpSpPr>
        <p:grpSpPr bwMode="auto">
          <a:xfrm>
            <a:off x="139700" y="1447800"/>
            <a:ext cx="6032500" cy="2270125"/>
            <a:chOff x="1552575" y="1598613"/>
            <a:chExt cx="6032500" cy="2270125"/>
          </a:xfrm>
        </p:grpSpPr>
        <p:sp>
          <p:nvSpPr>
            <p:cNvPr id="54337" name="Rectangle 57">
              <a:extLst>
                <a:ext uri="{FF2B5EF4-FFF2-40B4-BE49-F238E27FC236}">
                  <a16:creationId xmlns:a16="http://schemas.microsoft.com/office/drawing/2014/main" id="{7BB05D21-81E3-426E-9A4C-81BFABF230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1598613"/>
              <a:ext cx="601503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338" name="Rectangle 58">
              <a:extLst>
                <a:ext uri="{FF2B5EF4-FFF2-40B4-BE49-F238E27FC236}">
                  <a16:creationId xmlns:a16="http://schemas.microsoft.com/office/drawing/2014/main" id="{2B02BE62-BE80-442F-A6D7-05E94AB43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1619250"/>
              <a:ext cx="11113" cy="523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339" name="Rectangle 59">
              <a:extLst>
                <a:ext uri="{FF2B5EF4-FFF2-40B4-BE49-F238E27FC236}">
                  <a16:creationId xmlns:a16="http://schemas.microsoft.com/office/drawing/2014/main" id="{349D5E72-9D04-4D6F-8DBA-A9E2B15ABA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1619250"/>
              <a:ext cx="12700" cy="523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340" name="Rectangle 60">
              <a:extLst>
                <a:ext uri="{FF2B5EF4-FFF2-40B4-BE49-F238E27FC236}">
                  <a16:creationId xmlns:a16="http://schemas.microsoft.com/office/drawing/2014/main" id="{1641ACB2-1F3B-4638-9BE5-25748E6F03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4500" y="1924050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Present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341" name="Rectangle 61">
              <a:extLst>
                <a:ext uri="{FF2B5EF4-FFF2-40B4-BE49-F238E27FC236}">
                  <a16:creationId xmlns:a16="http://schemas.microsoft.com/office/drawing/2014/main" id="{EBB65B41-C20F-4784-B98C-0CE93A2B8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588" y="1619250"/>
              <a:ext cx="12700" cy="523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342" name="Rectangle 62">
              <a:extLst>
                <a:ext uri="{FF2B5EF4-FFF2-40B4-BE49-F238E27FC236}">
                  <a16:creationId xmlns:a16="http://schemas.microsoft.com/office/drawing/2014/main" id="{171848BF-4452-4129-93A6-14A64351B4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1863" y="1725613"/>
              <a:ext cx="10842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Next 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343" name="Rectangle 63">
              <a:extLst>
                <a:ext uri="{FF2B5EF4-FFF2-40B4-BE49-F238E27FC236}">
                  <a16:creationId xmlns:a16="http://schemas.microsoft.com/office/drawing/2014/main" id="{71AAE750-009B-4BDA-9878-7588752A0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9200" y="1619250"/>
              <a:ext cx="12700" cy="523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344" name="Rectangle 64">
              <a:extLst>
                <a:ext uri="{FF2B5EF4-FFF2-40B4-BE49-F238E27FC236}">
                  <a16:creationId xmlns:a16="http://schemas.microsoft.com/office/drawing/2014/main" id="{88463FAE-69F2-4D29-99D0-1199262E2B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2130425"/>
              <a:ext cx="49672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345" name="Rectangle 65">
              <a:extLst>
                <a:ext uri="{FF2B5EF4-FFF2-40B4-BE49-F238E27FC236}">
                  <a16:creationId xmlns:a16="http://schemas.microsoft.com/office/drawing/2014/main" id="{4D1FAE7A-ED30-469D-B40F-024C8FE637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2143125"/>
              <a:ext cx="11113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346" name="Rectangle 66">
              <a:extLst>
                <a:ext uri="{FF2B5EF4-FFF2-40B4-BE49-F238E27FC236}">
                  <a16:creationId xmlns:a16="http://schemas.microsoft.com/office/drawing/2014/main" id="{731A7C38-8896-49D4-88E3-F9FD192876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0288" y="1725613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Output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347" name="Rectangle 67">
              <a:extLst>
                <a:ext uri="{FF2B5EF4-FFF2-40B4-BE49-F238E27FC236}">
                  <a16:creationId xmlns:a16="http://schemas.microsoft.com/office/drawing/2014/main" id="{E75E5B76-922E-4B51-9D77-EEB5048FB6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214312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348" name="Rectangle 68">
              <a:extLst>
                <a:ext uri="{FF2B5EF4-FFF2-40B4-BE49-F238E27FC236}">
                  <a16:creationId xmlns:a16="http://schemas.microsoft.com/office/drawing/2014/main" id="{F91AA3A3-DC54-41E7-81EA-C910776339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4200" y="2238375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349" name="Rectangle 69">
              <a:extLst>
                <a:ext uri="{FF2B5EF4-FFF2-40B4-BE49-F238E27FC236}">
                  <a16:creationId xmlns:a16="http://schemas.microsoft.com/office/drawing/2014/main" id="{14EE4E64-562C-4607-993B-BB42B0E854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2250" y="224631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ab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350" name="Rectangle 70">
              <a:extLst>
                <a:ext uri="{FF2B5EF4-FFF2-40B4-BE49-F238E27FC236}">
                  <a16:creationId xmlns:a16="http://schemas.microsoft.com/office/drawing/2014/main" id="{01F50D98-6334-4B70-91B3-E0D43A8DB5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8638" y="2247900"/>
              <a:ext cx="460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=00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351" name="Rectangle 71">
              <a:extLst>
                <a:ext uri="{FF2B5EF4-FFF2-40B4-BE49-F238E27FC236}">
                  <a16:creationId xmlns:a16="http://schemas.microsoft.com/office/drawing/2014/main" id="{8025198A-C11E-4D3E-8BEE-1C583B8C9C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7463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352" name="Rectangle 72">
              <a:extLst>
                <a:ext uri="{FF2B5EF4-FFF2-40B4-BE49-F238E27FC236}">
                  <a16:creationId xmlns:a16="http://schemas.microsoft.com/office/drawing/2014/main" id="{1D112A1E-63BC-46D8-AD07-31CDC4065A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325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353" name="Rectangle 73">
              <a:extLst>
                <a:ext uri="{FF2B5EF4-FFF2-40B4-BE49-F238E27FC236}">
                  <a16:creationId xmlns:a16="http://schemas.microsoft.com/office/drawing/2014/main" id="{D8952B44-B398-4223-9436-4FEF0C0C70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588" y="214312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354" name="Rectangle 74">
              <a:extLst>
                <a:ext uri="{FF2B5EF4-FFF2-40B4-BE49-F238E27FC236}">
                  <a16:creationId xmlns:a16="http://schemas.microsoft.com/office/drawing/2014/main" id="{94D0AFC5-9EEC-4283-9F91-C7FE348AE2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3950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355" name="Rectangle 75">
              <a:extLst>
                <a:ext uri="{FF2B5EF4-FFF2-40B4-BE49-F238E27FC236}">
                  <a16:creationId xmlns:a16="http://schemas.microsoft.com/office/drawing/2014/main" id="{2DBF4CC8-B633-4BBE-B2AE-75DA89307E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7988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356" name="Rectangle 76">
              <a:extLst>
                <a:ext uri="{FF2B5EF4-FFF2-40B4-BE49-F238E27FC236}">
                  <a16:creationId xmlns:a16="http://schemas.microsoft.com/office/drawing/2014/main" id="{5552C14E-603F-4645-ACBD-ABB789F3BB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0438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357" name="Rectangle 77">
              <a:extLst>
                <a:ext uri="{FF2B5EF4-FFF2-40B4-BE49-F238E27FC236}">
                  <a16:creationId xmlns:a16="http://schemas.microsoft.com/office/drawing/2014/main" id="{562A7F0C-8E55-4228-A029-4D9F3A836A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358" name="Rectangle 78">
              <a:extLst>
                <a:ext uri="{FF2B5EF4-FFF2-40B4-BE49-F238E27FC236}">
                  <a16:creationId xmlns:a16="http://schemas.microsoft.com/office/drawing/2014/main" id="{261B8740-8503-425C-8A62-703ADA11C2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9200" y="214312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359" name="Rectangle 79">
              <a:extLst>
                <a:ext uri="{FF2B5EF4-FFF2-40B4-BE49-F238E27FC236}">
                  <a16:creationId xmlns:a16="http://schemas.microsoft.com/office/drawing/2014/main" id="{8D064DC4-BF7C-440D-BF12-1976EB51F3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2587625"/>
              <a:ext cx="49672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360" name="Rectangle 80">
              <a:extLst>
                <a:ext uri="{FF2B5EF4-FFF2-40B4-BE49-F238E27FC236}">
                  <a16:creationId xmlns:a16="http://schemas.microsoft.com/office/drawing/2014/main" id="{7608DFA5-9D2D-49B5-BB10-651ADE3281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2600325"/>
              <a:ext cx="11113" cy="455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361" name="Rectangle 81">
              <a:extLst>
                <a:ext uri="{FF2B5EF4-FFF2-40B4-BE49-F238E27FC236}">
                  <a16:creationId xmlns:a16="http://schemas.microsoft.com/office/drawing/2014/main" id="{2C895658-FAE3-4C2A-A7D2-815A5AAC4F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0100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362" name="Rectangle 82">
              <a:extLst>
                <a:ext uri="{FF2B5EF4-FFF2-40B4-BE49-F238E27FC236}">
                  <a16:creationId xmlns:a16="http://schemas.microsoft.com/office/drawing/2014/main" id="{1DE956AA-3E4A-4075-9B84-D89879FD7F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2600325"/>
              <a:ext cx="12700" cy="455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363" name="Rectangle 83">
              <a:extLst>
                <a:ext uri="{FF2B5EF4-FFF2-40B4-BE49-F238E27FC236}">
                  <a16:creationId xmlns:a16="http://schemas.microsoft.com/office/drawing/2014/main" id="{9AC965F4-93BF-431B-AF07-BBF51A7929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2475" y="2657475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364" name="Rectangle 84">
              <a:extLst>
                <a:ext uri="{FF2B5EF4-FFF2-40B4-BE49-F238E27FC236}">
                  <a16:creationId xmlns:a16="http://schemas.microsoft.com/office/drawing/2014/main" id="{81BD32A5-E385-4220-8392-2475BC88E3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588" y="2600325"/>
              <a:ext cx="12700" cy="455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365" name="Rectangle 85">
              <a:extLst>
                <a:ext uri="{FF2B5EF4-FFF2-40B4-BE49-F238E27FC236}">
                  <a16:creationId xmlns:a16="http://schemas.microsoft.com/office/drawing/2014/main" id="{1C5879B2-FF07-47B7-B4F4-FDE408DEC4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6675" y="2703513"/>
              <a:ext cx="20478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366" name="Rectangle 86">
              <a:extLst>
                <a:ext uri="{FF2B5EF4-FFF2-40B4-BE49-F238E27FC236}">
                  <a16:creationId xmlns:a16="http://schemas.microsoft.com/office/drawing/2014/main" id="{8616CCD8-B33E-46D7-BBC7-C997F20D57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9200" y="2600325"/>
              <a:ext cx="12700" cy="455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367" name="Rectangle 87">
              <a:extLst>
                <a:ext uri="{FF2B5EF4-FFF2-40B4-BE49-F238E27FC236}">
                  <a16:creationId xmlns:a16="http://schemas.microsoft.com/office/drawing/2014/main" id="{93307DE1-5F10-42BF-AA3A-738EE23701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3043238"/>
              <a:ext cx="6015038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368" name="Rectangle 88">
              <a:extLst>
                <a:ext uri="{FF2B5EF4-FFF2-40B4-BE49-F238E27FC236}">
                  <a16:creationId xmlns:a16="http://schemas.microsoft.com/office/drawing/2014/main" id="{A988453E-4E37-4D1C-BABA-FAFBDC27C5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3055938"/>
              <a:ext cx="11113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369" name="Rectangle 89">
              <a:extLst>
                <a:ext uri="{FF2B5EF4-FFF2-40B4-BE49-F238E27FC236}">
                  <a16:creationId xmlns:a16="http://schemas.microsoft.com/office/drawing/2014/main" id="{6621E583-A396-4D53-9A60-EDFFAF4BBC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05563" y="2703513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370" name="Rectangle 90">
              <a:extLst>
                <a:ext uri="{FF2B5EF4-FFF2-40B4-BE49-F238E27FC236}">
                  <a16:creationId xmlns:a16="http://schemas.microsoft.com/office/drawing/2014/main" id="{82B2A929-0C18-4D11-8934-CEE224E06A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305593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371" name="Rectangle 91">
              <a:extLst>
                <a:ext uri="{FF2B5EF4-FFF2-40B4-BE49-F238E27FC236}">
                  <a16:creationId xmlns:a16="http://schemas.microsoft.com/office/drawing/2014/main" id="{13AB2D75-29A0-49DA-A388-361A402ACA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5650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372" name="Rectangle 92">
              <a:extLst>
                <a:ext uri="{FF2B5EF4-FFF2-40B4-BE49-F238E27FC236}">
                  <a16:creationId xmlns:a16="http://schemas.microsoft.com/office/drawing/2014/main" id="{36C01997-95DF-4E62-BCB9-585DE41E85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358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373" name="Rectangle 93">
              <a:extLst>
                <a:ext uri="{FF2B5EF4-FFF2-40B4-BE49-F238E27FC236}">
                  <a16:creationId xmlns:a16="http://schemas.microsoft.com/office/drawing/2014/main" id="{731BB71A-8B06-4969-9568-E1A46C603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413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374" name="Rectangle 94">
              <a:extLst>
                <a:ext uri="{FF2B5EF4-FFF2-40B4-BE49-F238E27FC236}">
                  <a16:creationId xmlns:a16="http://schemas.microsoft.com/office/drawing/2014/main" id="{41B4B893-543F-4F19-9D8A-2F9671FDD6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658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375" name="Rectangle 95">
              <a:extLst>
                <a:ext uri="{FF2B5EF4-FFF2-40B4-BE49-F238E27FC236}">
                  <a16:creationId xmlns:a16="http://schemas.microsoft.com/office/drawing/2014/main" id="{061E1408-3B67-466A-BB70-ACCAEF0F0A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588" y="305593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376" name="Rectangle 96">
              <a:extLst>
                <a:ext uri="{FF2B5EF4-FFF2-40B4-BE49-F238E27FC236}">
                  <a16:creationId xmlns:a16="http://schemas.microsoft.com/office/drawing/2014/main" id="{DB3DE6CC-FCE9-464B-B5CC-80F0ED1492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2213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377" name="Rectangle 97">
              <a:extLst>
                <a:ext uri="{FF2B5EF4-FFF2-40B4-BE49-F238E27FC236}">
                  <a16:creationId xmlns:a16="http://schemas.microsoft.com/office/drawing/2014/main" id="{C16C3703-25A4-4E01-9C94-F5EA9A27AE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783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378" name="Rectangle 98">
              <a:extLst>
                <a:ext uri="{FF2B5EF4-FFF2-40B4-BE49-F238E27FC236}">
                  <a16:creationId xmlns:a16="http://schemas.microsoft.com/office/drawing/2014/main" id="{EDED96E8-7A91-4EE9-8190-DD364B7EFA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1875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379" name="Rectangle 99">
              <a:extLst>
                <a:ext uri="{FF2B5EF4-FFF2-40B4-BE49-F238E27FC236}">
                  <a16:creationId xmlns:a16="http://schemas.microsoft.com/office/drawing/2014/main" id="{F8FFF2FF-6406-4710-9515-FA114784F6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908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380" name="Rectangle 100">
              <a:extLst>
                <a:ext uri="{FF2B5EF4-FFF2-40B4-BE49-F238E27FC236}">
                  <a16:creationId xmlns:a16="http://schemas.microsoft.com/office/drawing/2014/main" id="{86FDFE96-FC9B-4155-9021-A3F39FD5A6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9200" y="305593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381" name="Rectangle 101">
              <a:extLst>
                <a:ext uri="{FF2B5EF4-FFF2-40B4-BE49-F238E27FC236}">
                  <a16:creationId xmlns:a16="http://schemas.microsoft.com/office/drawing/2014/main" id="{B84F445A-CCB6-4275-9A16-A800B975A3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3517900"/>
              <a:ext cx="11113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382" name="Rectangle 102">
              <a:extLst>
                <a:ext uri="{FF2B5EF4-FFF2-40B4-BE49-F238E27FC236}">
                  <a16:creationId xmlns:a16="http://schemas.microsoft.com/office/drawing/2014/main" id="{5B2CE878-7280-4EDA-A378-9877ADDF20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153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383" name="Rectangle 103">
              <a:extLst>
                <a:ext uri="{FF2B5EF4-FFF2-40B4-BE49-F238E27FC236}">
                  <a16:creationId xmlns:a16="http://schemas.microsoft.com/office/drawing/2014/main" id="{801C5A31-EF4C-4D9E-A02D-877080F9FF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3517900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384" name="Rectangle 104">
              <a:extLst>
                <a:ext uri="{FF2B5EF4-FFF2-40B4-BE49-F238E27FC236}">
                  <a16:creationId xmlns:a16="http://schemas.microsoft.com/office/drawing/2014/main" id="{346C376B-A433-49CA-AFC8-3676B5B112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5650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385" name="Rectangle 105">
              <a:extLst>
                <a:ext uri="{FF2B5EF4-FFF2-40B4-BE49-F238E27FC236}">
                  <a16:creationId xmlns:a16="http://schemas.microsoft.com/office/drawing/2014/main" id="{0415B116-38B6-4EBD-B856-1EB254FAC4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358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386" name="Rectangle 106">
              <a:extLst>
                <a:ext uri="{FF2B5EF4-FFF2-40B4-BE49-F238E27FC236}">
                  <a16:creationId xmlns:a16="http://schemas.microsoft.com/office/drawing/2014/main" id="{10816280-D574-48A5-9253-2991C4CE39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413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387" name="Rectangle 107">
              <a:extLst>
                <a:ext uri="{FF2B5EF4-FFF2-40B4-BE49-F238E27FC236}">
                  <a16:creationId xmlns:a16="http://schemas.microsoft.com/office/drawing/2014/main" id="{87E47C8F-D700-4C14-B984-D7E9CAF771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658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388" name="Rectangle 108">
              <a:extLst>
                <a:ext uri="{FF2B5EF4-FFF2-40B4-BE49-F238E27FC236}">
                  <a16:creationId xmlns:a16="http://schemas.microsoft.com/office/drawing/2014/main" id="{AED5E8F9-D827-4159-B9D2-36F7FB7494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588" y="3517900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389" name="Rectangle 109">
              <a:extLst>
                <a:ext uri="{FF2B5EF4-FFF2-40B4-BE49-F238E27FC236}">
                  <a16:creationId xmlns:a16="http://schemas.microsoft.com/office/drawing/2014/main" id="{67386542-3950-416F-A1D7-F700C70D72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2213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390" name="Rectangle 110">
              <a:extLst>
                <a:ext uri="{FF2B5EF4-FFF2-40B4-BE49-F238E27FC236}">
                  <a16:creationId xmlns:a16="http://schemas.microsoft.com/office/drawing/2014/main" id="{28E1EA0B-3ED5-4A15-B6BC-AD3571CABB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783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391" name="Rectangle 111">
              <a:extLst>
                <a:ext uri="{FF2B5EF4-FFF2-40B4-BE49-F238E27FC236}">
                  <a16:creationId xmlns:a16="http://schemas.microsoft.com/office/drawing/2014/main" id="{98C5BCC4-528B-4853-97E5-F34ABD74FE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1875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392" name="Rectangle 112">
              <a:extLst>
                <a:ext uri="{FF2B5EF4-FFF2-40B4-BE49-F238E27FC236}">
                  <a16:creationId xmlns:a16="http://schemas.microsoft.com/office/drawing/2014/main" id="{E1466685-7A87-4BD1-A82E-BB7299C6DF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908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393" name="Rectangle 113">
              <a:extLst>
                <a:ext uri="{FF2B5EF4-FFF2-40B4-BE49-F238E27FC236}">
                  <a16:creationId xmlns:a16="http://schemas.microsoft.com/office/drawing/2014/main" id="{FD92E27D-E91D-4C5C-8079-AAB2FF38C3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9200" y="3517900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394" name="Rectangle 114">
              <a:extLst>
                <a:ext uri="{FF2B5EF4-FFF2-40B4-BE49-F238E27FC236}">
                  <a16:creationId xmlns:a16="http://schemas.microsoft.com/office/drawing/2014/main" id="{90B5FBD2-F0AB-447E-BFA9-1C2AEA559C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3856038"/>
              <a:ext cx="6015038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395" name="Rectangle 115">
              <a:extLst>
                <a:ext uri="{FF2B5EF4-FFF2-40B4-BE49-F238E27FC236}">
                  <a16:creationId xmlns:a16="http://schemas.microsoft.com/office/drawing/2014/main" id="{356DF6C0-C726-4F8F-B621-A52D905BF3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153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aphicFrame>
        <p:nvGraphicFramePr>
          <p:cNvPr id="66" name="Shape 730">
            <a:extLst>
              <a:ext uri="{FF2B5EF4-FFF2-40B4-BE49-F238E27FC236}">
                <a16:creationId xmlns:a16="http://schemas.microsoft.com/office/drawing/2014/main" id="{E80DE878-0476-2C40-818C-246469B5045A}"/>
              </a:ext>
            </a:extLst>
          </p:cNvPr>
          <p:cNvGraphicFramePr>
            <a:graphicFrameLocks noGrp="1"/>
          </p:cNvGraphicFramePr>
          <p:nvPr/>
        </p:nvGraphicFramePr>
        <p:xfrm>
          <a:off x="6477000" y="1447800"/>
          <a:ext cx="2478088" cy="3571875"/>
        </p:xfrm>
        <a:graphic>
          <a:graphicData uri="http://schemas.openxmlformats.org/drawingml/2006/table">
            <a:tbl>
              <a:tblPr/>
              <a:tblGrid>
                <a:gridCol w="4953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688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y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a</a:t>
                      </a:r>
                      <a:endParaRPr kumimoji="0" lang="en-US" altLang="en-US" sz="14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MS PGothic" charset="-128"/>
                        <a:sym typeface="Times New Roman" charset="0"/>
                      </a:endParaRP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b</a:t>
                      </a:r>
                      <a:endParaRPr kumimoji="0" lang="en-US" altLang="en-US" sz="14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MS PGothic" charset="-128"/>
                        <a:sym typeface="Times New Roman" charset="0"/>
                      </a:endParaRP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Y</a:t>
                      </a:r>
                      <a:endParaRPr kumimoji="0" lang="en-US" altLang="en-US" sz="14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MS PGothic" charset="-128"/>
                        <a:sym typeface="Times New Roman" charset="0"/>
                      </a:endParaRP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s</a:t>
                      </a:r>
                      <a:endParaRPr kumimoji="0" lang="en-US" altLang="en-US" sz="14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MS PGothic" charset="-128"/>
                        <a:sym typeface="Times New Roman" charset="0"/>
                      </a:endParaRP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18" name="Rectangle 2">
            <a:extLst>
              <a:ext uri="{FF2B5EF4-FFF2-40B4-BE49-F238E27FC236}">
                <a16:creationId xmlns:a16="http://schemas.microsoft.com/office/drawing/2014/main" id="{6BBA14C8-4A2F-BA43-B552-533CAFAC4874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Derivation of Y and s</a:t>
            </a: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297" name="Group 1">
            <a:extLst>
              <a:ext uri="{FF2B5EF4-FFF2-40B4-BE49-F238E27FC236}">
                <a16:creationId xmlns:a16="http://schemas.microsoft.com/office/drawing/2014/main" id="{7CF3E092-E3B6-439B-97E7-646E7162EBB3}"/>
              </a:ext>
            </a:extLst>
          </p:cNvPr>
          <p:cNvGrpSpPr>
            <a:grpSpLocks/>
          </p:cNvGrpSpPr>
          <p:nvPr/>
        </p:nvGrpSpPr>
        <p:grpSpPr bwMode="auto">
          <a:xfrm>
            <a:off x="139700" y="1447800"/>
            <a:ext cx="6032500" cy="2270125"/>
            <a:chOff x="1552575" y="1598613"/>
            <a:chExt cx="6032500" cy="2270125"/>
          </a:xfrm>
        </p:grpSpPr>
        <p:sp>
          <p:nvSpPr>
            <p:cNvPr id="55415" name="Rectangle 57">
              <a:extLst>
                <a:ext uri="{FF2B5EF4-FFF2-40B4-BE49-F238E27FC236}">
                  <a16:creationId xmlns:a16="http://schemas.microsoft.com/office/drawing/2014/main" id="{0F204877-D2B1-43BB-834A-4D62792FD3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1598613"/>
              <a:ext cx="601503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416" name="Rectangle 58">
              <a:extLst>
                <a:ext uri="{FF2B5EF4-FFF2-40B4-BE49-F238E27FC236}">
                  <a16:creationId xmlns:a16="http://schemas.microsoft.com/office/drawing/2014/main" id="{787355D2-06E7-4E1B-ACB2-B0C76747FF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1619250"/>
              <a:ext cx="11113" cy="523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417" name="Rectangle 59">
              <a:extLst>
                <a:ext uri="{FF2B5EF4-FFF2-40B4-BE49-F238E27FC236}">
                  <a16:creationId xmlns:a16="http://schemas.microsoft.com/office/drawing/2014/main" id="{0C92996C-7EB5-4693-9B13-64806D9109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1619250"/>
              <a:ext cx="12700" cy="523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418" name="Rectangle 60">
              <a:extLst>
                <a:ext uri="{FF2B5EF4-FFF2-40B4-BE49-F238E27FC236}">
                  <a16:creationId xmlns:a16="http://schemas.microsoft.com/office/drawing/2014/main" id="{47C17024-1152-4B1A-992B-C13F74F4F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4500" y="1924050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Present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419" name="Rectangle 61">
              <a:extLst>
                <a:ext uri="{FF2B5EF4-FFF2-40B4-BE49-F238E27FC236}">
                  <a16:creationId xmlns:a16="http://schemas.microsoft.com/office/drawing/2014/main" id="{7757633D-014E-40FE-8056-6F3191E291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588" y="1619250"/>
              <a:ext cx="12700" cy="523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420" name="Rectangle 62">
              <a:extLst>
                <a:ext uri="{FF2B5EF4-FFF2-40B4-BE49-F238E27FC236}">
                  <a16:creationId xmlns:a16="http://schemas.microsoft.com/office/drawing/2014/main" id="{D3B7B075-07E5-406F-AA67-6DF157B278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1863" y="1725613"/>
              <a:ext cx="10842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Next 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421" name="Rectangle 63">
              <a:extLst>
                <a:ext uri="{FF2B5EF4-FFF2-40B4-BE49-F238E27FC236}">
                  <a16:creationId xmlns:a16="http://schemas.microsoft.com/office/drawing/2014/main" id="{659FBAA9-354F-4181-A96A-194DEE35BA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9200" y="1619250"/>
              <a:ext cx="12700" cy="523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422" name="Rectangle 64">
              <a:extLst>
                <a:ext uri="{FF2B5EF4-FFF2-40B4-BE49-F238E27FC236}">
                  <a16:creationId xmlns:a16="http://schemas.microsoft.com/office/drawing/2014/main" id="{B81417A5-AF9F-41A2-8ABC-71B86D6FD9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2130425"/>
              <a:ext cx="49672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423" name="Rectangle 65">
              <a:extLst>
                <a:ext uri="{FF2B5EF4-FFF2-40B4-BE49-F238E27FC236}">
                  <a16:creationId xmlns:a16="http://schemas.microsoft.com/office/drawing/2014/main" id="{1F72B044-9885-4476-ADCA-4C346779BF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2143125"/>
              <a:ext cx="11113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424" name="Rectangle 66">
              <a:extLst>
                <a:ext uri="{FF2B5EF4-FFF2-40B4-BE49-F238E27FC236}">
                  <a16:creationId xmlns:a16="http://schemas.microsoft.com/office/drawing/2014/main" id="{BB2DD5D1-B755-474E-BB77-73F21DB6AA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0288" y="1725613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Output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425" name="Rectangle 67">
              <a:extLst>
                <a:ext uri="{FF2B5EF4-FFF2-40B4-BE49-F238E27FC236}">
                  <a16:creationId xmlns:a16="http://schemas.microsoft.com/office/drawing/2014/main" id="{70C961B9-D1D0-401E-AE82-AE0F3EF054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214312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426" name="Rectangle 68">
              <a:extLst>
                <a:ext uri="{FF2B5EF4-FFF2-40B4-BE49-F238E27FC236}">
                  <a16:creationId xmlns:a16="http://schemas.microsoft.com/office/drawing/2014/main" id="{E2CCC6E8-73F0-4FEB-89E5-421FCB967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4200" y="2238375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427" name="Rectangle 69">
              <a:extLst>
                <a:ext uri="{FF2B5EF4-FFF2-40B4-BE49-F238E27FC236}">
                  <a16:creationId xmlns:a16="http://schemas.microsoft.com/office/drawing/2014/main" id="{909A473F-F124-49A2-9437-69CB3B76F7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2250" y="224631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ab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428" name="Rectangle 70">
              <a:extLst>
                <a:ext uri="{FF2B5EF4-FFF2-40B4-BE49-F238E27FC236}">
                  <a16:creationId xmlns:a16="http://schemas.microsoft.com/office/drawing/2014/main" id="{AE5666A9-85A9-4086-9D75-A3DFE97580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8638" y="2247900"/>
              <a:ext cx="460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=00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429" name="Rectangle 71">
              <a:extLst>
                <a:ext uri="{FF2B5EF4-FFF2-40B4-BE49-F238E27FC236}">
                  <a16:creationId xmlns:a16="http://schemas.microsoft.com/office/drawing/2014/main" id="{80A1571B-3A13-4B3E-B3BF-EF9AF69A6E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7463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430" name="Rectangle 72">
              <a:extLst>
                <a:ext uri="{FF2B5EF4-FFF2-40B4-BE49-F238E27FC236}">
                  <a16:creationId xmlns:a16="http://schemas.microsoft.com/office/drawing/2014/main" id="{291E693A-84E7-44A2-A314-E73C59EA38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325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431" name="Rectangle 73">
              <a:extLst>
                <a:ext uri="{FF2B5EF4-FFF2-40B4-BE49-F238E27FC236}">
                  <a16:creationId xmlns:a16="http://schemas.microsoft.com/office/drawing/2014/main" id="{8F72BC81-B5E2-4A7B-B41C-360E10C2DA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588" y="214312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432" name="Rectangle 74">
              <a:extLst>
                <a:ext uri="{FF2B5EF4-FFF2-40B4-BE49-F238E27FC236}">
                  <a16:creationId xmlns:a16="http://schemas.microsoft.com/office/drawing/2014/main" id="{752AA534-1505-4FC0-8DA4-F04007CB8B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3950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433" name="Rectangle 75">
              <a:extLst>
                <a:ext uri="{FF2B5EF4-FFF2-40B4-BE49-F238E27FC236}">
                  <a16:creationId xmlns:a16="http://schemas.microsoft.com/office/drawing/2014/main" id="{B3F4DADD-2D77-40E0-B24F-DD90659284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7988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434" name="Rectangle 76">
              <a:extLst>
                <a:ext uri="{FF2B5EF4-FFF2-40B4-BE49-F238E27FC236}">
                  <a16:creationId xmlns:a16="http://schemas.microsoft.com/office/drawing/2014/main" id="{CAD396EC-2F04-4ABD-AEF2-DE37FA0D05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0438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435" name="Rectangle 77">
              <a:extLst>
                <a:ext uri="{FF2B5EF4-FFF2-40B4-BE49-F238E27FC236}">
                  <a16:creationId xmlns:a16="http://schemas.microsoft.com/office/drawing/2014/main" id="{1E760F4B-94E1-4E41-991E-08B123ED80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436" name="Rectangle 78">
              <a:extLst>
                <a:ext uri="{FF2B5EF4-FFF2-40B4-BE49-F238E27FC236}">
                  <a16:creationId xmlns:a16="http://schemas.microsoft.com/office/drawing/2014/main" id="{B9A5E5BD-6FBC-4ED3-BEB6-887BD27123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9200" y="214312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437" name="Rectangle 79">
              <a:extLst>
                <a:ext uri="{FF2B5EF4-FFF2-40B4-BE49-F238E27FC236}">
                  <a16:creationId xmlns:a16="http://schemas.microsoft.com/office/drawing/2014/main" id="{087962CC-7B3C-43F6-9827-D63071F1BC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2587625"/>
              <a:ext cx="49672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438" name="Rectangle 80">
              <a:extLst>
                <a:ext uri="{FF2B5EF4-FFF2-40B4-BE49-F238E27FC236}">
                  <a16:creationId xmlns:a16="http://schemas.microsoft.com/office/drawing/2014/main" id="{890013E9-3FA4-40F1-8B82-6CF37AD7B7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2600325"/>
              <a:ext cx="11113" cy="455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439" name="Rectangle 81">
              <a:extLst>
                <a:ext uri="{FF2B5EF4-FFF2-40B4-BE49-F238E27FC236}">
                  <a16:creationId xmlns:a16="http://schemas.microsoft.com/office/drawing/2014/main" id="{AB84C3CE-478C-4B62-B48B-E2AF98E688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0100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440" name="Rectangle 82">
              <a:extLst>
                <a:ext uri="{FF2B5EF4-FFF2-40B4-BE49-F238E27FC236}">
                  <a16:creationId xmlns:a16="http://schemas.microsoft.com/office/drawing/2014/main" id="{14BD2051-6C47-4F4D-8E0B-3F8A426176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2600325"/>
              <a:ext cx="12700" cy="455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441" name="Rectangle 83">
              <a:extLst>
                <a:ext uri="{FF2B5EF4-FFF2-40B4-BE49-F238E27FC236}">
                  <a16:creationId xmlns:a16="http://schemas.microsoft.com/office/drawing/2014/main" id="{7DE28D20-D3BB-4D19-A1E2-85109113F6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2475" y="2657475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442" name="Rectangle 84">
              <a:extLst>
                <a:ext uri="{FF2B5EF4-FFF2-40B4-BE49-F238E27FC236}">
                  <a16:creationId xmlns:a16="http://schemas.microsoft.com/office/drawing/2014/main" id="{77F25256-30ED-4F2B-87F9-DFFBA5B64B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588" y="2600325"/>
              <a:ext cx="12700" cy="455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443" name="Rectangle 85">
              <a:extLst>
                <a:ext uri="{FF2B5EF4-FFF2-40B4-BE49-F238E27FC236}">
                  <a16:creationId xmlns:a16="http://schemas.microsoft.com/office/drawing/2014/main" id="{F795B1D4-387C-44FB-B86A-996D1396AE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6675" y="2703513"/>
              <a:ext cx="20478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444" name="Rectangle 86">
              <a:extLst>
                <a:ext uri="{FF2B5EF4-FFF2-40B4-BE49-F238E27FC236}">
                  <a16:creationId xmlns:a16="http://schemas.microsoft.com/office/drawing/2014/main" id="{31C11011-EDD9-47E3-BF69-C99E0B1BC6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9200" y="2600325"/>
              <a:ext cx="12700" cy="455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445" name="Rectangle 87">
              <a:extLst>
                <a:ext uri="{FF2B5EF4-FFF2-40B4-BE49-F238E27FC236}">
                  <a16:creationId xmlns:a16="http://schemas.microsoft.com/office/drawing/2014/main" id="{4E75CAF3-21B1-4F62-A14B-391CFA43E7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3043238"/>
              <a:ext cx="6015038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446" name="Rectangle 88">
              <a:extLst>
                <a:ext uri="{FF2B5EF4-FFF2-40B4-BE49-F238E27FC236}">
                  <a16:creationId xmlns:a16="http://schemas.microsoft.com/office/drawing/2014/main" id="{7F111805-428C-4668-9FE2-C8AA76CA02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3055938"/>
              <a:ext cx="11113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447" name="Rectangle 89">
              <a:extLst>
                <a:ext uri="{FF2B5EF4-FFF2-40B4-BE49-F238E27FC236}">
                  <a16:creationId xmlns:a16="http://schemas.microsoft.com/office/drawing/2014/main" id="{F0FD51BE-C79A-4BD5-B819-0186E758BA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05563" y="2703513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448" name="Rectangle 90">
              <a:extLst>
                <a:ext uri="{FF2B5EF4-FFF2-40B4-BE49-F238E27FC236}">
                  <a16:creationId xmlns:a16="http://schemas.microsoft.com/office/drawing/2014/main" id="{B22A2251-FE15-4BB0-B348-02AFDB77D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305593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449" name="Rectangle 91">
              <a:extLst>
                <a:ext uri="{FF2B5EF4-FFF2-40B4-BE49-F238E27FC236}">
                  <a16:creationId xmlns:a16="http://schemas.microsoft.com/office/drawing/2014/main" id="{E753A690-E41D-4844-90B3-5C86E5638B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5650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450" name="Rectangle 92">
              <a:extLst>
                <a:ext uri="{FF2B5EF4-FFF2-40B4-BE49-F238E27FC236}">
                  <a16:creationId xmlns:a16="http://schemas.microsoft.com/office/drawing/2014/main" id="{FF969335-7FED-4777-B8D1-7DDE0CE41A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358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451" name="Rectangle 93">
              <a:extLst>
                <a:ext uri="{FF2B5EF4-FFF2-40B4-BE49-F238E27FC236}">
                  <a16:creationId xmlns:a16="http://schemas.microsoft.com/office/drawing/2014/main" id="{797EB5B2-1986-4E87-8593-9F0DA01C95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413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452" name="Rectangle 94">
              <a:extLst>
                <a:ext uri="{FF2B5EF4-FFF2-40B4-BE49-F238E27FC236}">
                  <a16:creationId xmlns:a16="http://schemas.microsoft.com/office/drawing/2014/main" id="{42DD8AE5-0323-49BC-85F8-990F03359D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658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453" name="Rectangle 95">
              <a:extLst>
                <a:ext uri="{FF2B5EF4-FFF2-40B4-BE49-F238E27FC236}">
                  <a16:creationId xmlns:a16="http://schemas.microsoft.com/office/drawing/2014/main" id="{4DC6CCB1-0CBE-4390-9593-901B70FB5D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588" y="305593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454" name="Rectangle 96">
              <a:extLst>
                <a:ext uri="{FF2B5EF4-FFF2-40B4-BE49-F238E27FC236}">
                  <a16:creationId xmlns:a16="http://schemas.microsoft.com/office/drawing/2014/main" id="{D8F917C1-39BA-4576-8DB5-FBB84B9745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2213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455" name="Rectangle 97">
              <a:extLst>
                <a:ext uri="{FF2B5EF4-FFF2-40B4-BE49-F238E27FC236}">
                  <a16:creationId xmlns:a16="http://schemas.microsoft.com/office/drawing/2014/main" id="{7FFE70DB-B57D-40C9-B459-D0B9134D44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783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456" name="Rectangle 98">
              <a:extLst>
                <a:ext uri="{FF2B5EF4-FFF2-40B4-BE49-F238E27FC236}">
                  <a16:creationId xmlns:a16="http://schemas.microsoft.com/office/drawing/2014/main" id="{47B63D57-FD60-4632-9E05-F0C4A44341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1875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457" name="Rectangle 99">
              <a:extLst>
                <a:ext uri="{FF2B5EF4-FFF2-40B4-BE49-F238E27FC236}">
                  <a16:creationId xmlns:a16="http://schemas.microsoft.com/office/drawing/2014/main" id="{412FFA08-FB3F-4B09-A394-42A0A968BA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908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458" name="Rectangle 100">
              <a:extLst>
                <a:ext uri="{FF2B5EF4-FFF2-40B4-BE49-F238E27FC236}">
                  <a16:creationId xmlns:a16="http://schemas.microsoft.com/office/drawing/2014/main" id="{BA52995B-1D72-42F5-A980-4DCE0E4555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9200" y="305593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459" name="Rectangle 101">
              <a:extLst>
                <a:ext uri="{FF2B5EF4-FFF2-40B4-BE49-F238E27FC236}">
                  <a16:creationId xmlns:a16="http://schemas.microsoft.com/office/drawing/2014/main" id="{5A252314-6A29-4EF4-9307-FCF4FB981B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3517900"/>
              <a:ext cx="11113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460" name="Rectangle 102">
              <a:extLst>
                <a:ext uri="{FF2B5EF4-FFF2-40B4-BE49-F238E27FC236}">
                  <a16:creationId xmlns:a16="http://schemas.microsoft.com/office/drawing/2014/main" id="{D735D960-D0CF-4768-8EA0-4182058CA2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153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461" name="Rectangle 103">
              <a:extLst>
                <a:ext uri="{FF2B5EF4-FFF2-40B4-BE49-F238E27FC236}">
                  <a16:creationId xmlns:a16="http://schemas.microsoft.com/office/drawing/2014/main" id="{BAADEBE6-458E-4807-A7F2-B983E15F76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3517900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462" name="Rectangle 104">
              <a:extLst>
                <a:ext uri="{FF2B5EF4-FFF2-40B4-BE49-F238E27FC236}">
                  <a16:creationId xmlns:a16="http://schemas.microsoft.com/office/drawing/2014/main" id="{916B99BD-B397-45B7-AEE2-5C22BEA78D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5650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463" name="Rectangle 105">
              <a:extLst>
                <a:ext uri="{FF2B5EF4-FFF2-40B4-BE49-F238E27FC236}">
                  <a16:creationId xmlns:a16="http://schemas.microsoft.com/office/drawing/2014/main" id="{09272963-EE34-4E1B-8F04-D55372CFB1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358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464" name="Rectangle 106">
              <a:extLst>
                <a:ext uri="{FF2B5EF4-FFF2-40B4-BE49-F238E27FC236}">
                  <a16:creationId xmlns:a16="http://schemas.microsoft.com/office/drawing/2014/main" id="{092DD323-F203-4907-9288-7303DFC1B3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413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465" name="Rectangle 107">
              <a:extLst>
                <a:ext uri="{FF2B5EF4-FFF2-40B4-BE49-F238E27FC236}">
                  <a16:creationId xmlns:a16="http://schemas.microsoft.com/office/drawing/2014/main" id="{306A3475-0C01-4B4C-999C-E1FD5E05C5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658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466" name="Rectangle 108">
              <a:extLst>
                <a:ext uri="{FF2B5EF4-FFF2-40B4-BE49-F238E27FC236}">
                  <a16:creationId xmlns:a16="http://schemas.microsoft.com/office/drawing/2014/main" id="{89D95607-2BA6-4E37-A014-0E382EE4EC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588" y="3517900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467" name="Rectangle 109">
              <a:extLst>
                <a:ext uri="{FF2B5EF4-FFF2-40B4-BE49-F238E27FC236}">
                  <a16:creationId xmlns:a16="http://schemas.microsoft.com/office/drawing/2014/main" id="{D68E4DB1-9831-4CE7-BB27-1B03B5AD97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2213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468" name="Rectangle 110">
              <a:extLst>
                <a:ext uri="{FF2B5EF4-FFF2-40B4-BE49-F238E27FC236}">
                  <a16:creationId xmlns:a16="http://schemas.microsoft.com/office/drawing/2014/main" id="{C9DF47B9-850A-43F4-A3E3-16F71B1FD1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783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469" name="Rectangle 111">
              <a:extLst>
                <a:ext uri="{FF2B5EF4-FFF2-40B4-BE49-F238E27FC236}">
                  <a16:creationId xmlns:a16="http://schemas.microsoft.com/office/drawing/2014/main" id="{5752FD55-A694-49F6-A7E1-4BA4B1268D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1875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470" name="Rectangle 112">
              <a:extLst>
                <a:ext uri="{FF2B5EF4-FFF2-40B4-BE49-F238E27FC236}">
                  <a16:creationId xmlns:a16="http://schemas.microsoft.com/office/drawing/2014/main" id="{D1F5A539-E540-4018-AB3E-4971FF06B6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908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471" name="Rectangle 113">
              <a:extLst>
                <a:ext uri="{FF2B5EF4-FFF2-40B4-BE49-F238E27FC236}">
                  <a16:creationId xmlns:a16="http://schemas.microsoft.com/office/drawing/2014/main" id="{6EAAEACD-CA0B-4FE9-9EFC-2024948005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9200" y="3517900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472" name="Rectangle 114">
              <a:extLst>
                <a:ext uri="{FF2B5EF4-FFF2-40B4-BE49-F238E27FC236}">
                  <a16:creationId xmlns:a16="http://schemas.microsoft.com/office/drawing/2014/main" id="{4BD82682-D788-4AA9-B9AC-7DE05528CC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3856038"/>
              <a:ext cx="6015038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473" name="Rectangle 115">
              <a:extLst>
                <a:ext uri="{FF2B5EF4-FFF2-40B4-BE49-F238E27FC236}">
                  <a16:creationId xmlns:a16="http://schemas.microsoft.com/office/drawing/2014/main" id="{6F87E929-F829-441E-AD11-14D1AD23DA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153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aphicFrame>
        <p:nvGraphicFramePr>
          <p:cNvPr id="66" name="Shape 730">
            <a:extLst>
              <a:ext uri="{FF2B5EF4-FFF2-40B4-BE49-F238E27FC236}">
                <a16:creationId xmlns:a16="http://schemas.microsoft.com/office/drawing/2014/main" id="{9A28D44E-320A-824F-8799-CC8FE34BFBF1}"/>
              </a:ext>
            </a:extLst>
          </p:cNvPr>
          <p:cNvGraphicFramePr>
            <a:graphicFrameLocks noGrp="1"/>
          </p:cNvGraphicFramePr>
          <p:nvPr/>
        </p:nvGraphicFramePr>
        <p:xfrm>
          <a:off x="6477000" y="1447800"/>
          <a:ext cx="2478088" cy="3571875"/>
        </p:xfrm>
        <a:graphic>
          <a:graphicData uri="http://schemas.openxmlformats.org/drawingml/2006/table">
            <a:tbl>
              <a:tblPr/>
              <a:tblGrid>
                <a:gridCol w="4953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688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y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a</a:t>
                      </a:r>
                      <a:endParaRPr kumimoji="0" lang="en-US" altLang="en-US" sz="14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MS PGothic" charset="-128"/>
                        <a:sym typeface="Times New Roman" charset="0"/>
                      </a:endParaRP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b</a:t>
                      </a:r>
                      <a:endParaRPr kumimoji="0" lang="en-US" altLang="en-US" sz="14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MS PGothic" charset="-128"/>
                        <a:sym typeface="Times New Roman" charset="0"/>
                      </a:endParaRP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Y</a:t>
                      </a:r>
                      <a:endParaRPr kumimoji="0" lang="en-US" altLang="en-US" sz="14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MS PGothic" charset="-128"/>
                        <a:sym typeface="Times New Roman" charset="0"/>
                      </a:endParaRP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s</a:t>
                      </a:r>
                      <a:endParaRPr kumimoji="0" lang="en-US" altLang="en-US" sz="14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MS PGothic" charset="-128"/>
                        <a:sym typeface="Times New Roman" charset="0"/>
                      </a:endParaRP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pSp>
        <p:nvGrpSpPr>
          <p:cNvPr id="55360" name="Group 2">
            <a:extLst>
              <a:ext uri="{FF2B5EF4-FFF2-40B4-BE49-F238E27FC236}">
                <a16:creationId xmlns:a16="http://schemas.microsoft.com/office/drawing/2014/main" id="{D62E26D6-46BE-4AD9-AF43-87C46D2F6397}"/>
              </a:ext>
            </a:extLst>
          </p:cNvPr>
          <p:cNvGrpSpPr>
            <a:grpSpLocks/>
          </p:cNvGrpSpPr>
          <p:nvPr/>
        </p:nvGrpSpPr>
        <p:grpSpPr bwMode="auto">
          <a:xfrm>
            <a:off x="3581400" y="4114800"/>
            <a:ext cx="2382838" cy="1581150"/>
            <a:chOff x="3581400" y="4114800"/>
            <a:chExt cx="2382838" cy="1581150"/>
          </a:xfrm>
        </p:grpSpPr>
        <p:sp>
          <p:nvSpPr>
            <p:cNvPr id="55389" name="Shape 737">
              <a:extLst>
                <a:ext uri="{FF2B5EF4-FFF2-40B4-BE49-F238E27FC236}">
                  <a16:creationId xmlns:a16="http://schemas.microsoft.com/office/drawing/2014/main" id="{A01F7A41-4A0E-4190-AF67-2FB9AD0F2A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16400" y="4811713"/>
              <a:ext cx="884238" cy="884237"/>
            </a:xfrm>
            <a:prstGeom prst="rect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cxnSp>
          <p:nvCxnSpPr>
            <p:cNvPr id="55390" name="Shape 738">
              <a:extLst>
                <a:ext uri="{FF2B5EF4-FFF2-40B4-BE49-F238E27FC236}">
                  <a16:creationId xmlns:a16="http://schemas.microsoft.com/office/drawing/2014/main" id="{155B7414-6D61-4736-93DA-B5016FB0BAA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4216400" y="5264150"/>
              <a:ext cx="884238" cy="1588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5391" name="Shape 739">
              <a:extLst>
                <a:ext uri="{FF2B5EF4-FFF2-40B4-BE49-F238E27FC236}">
                  <a16:creationId xmlns:a16="http://schemas.microsoft.com/office/drawing/2014/main" id="{9B40B7DE-3249-4C05-BF63-3F85B646E25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rot="10800000" flipH="1">
              <a:off x="4648200" y="4811713"/>
              <a:ext cx="1588" cy="884237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5392" name="Shape 740">
              <a:extLst>
                <a:ext uri="{FF2B5EF4-FFF2-40B4-BE49-F238E27FC236}">
                  <a16:creationId xmlns:a16="http://schemas.microsoft.com/office/drawing/2014/main" id="{ADE2950E-5BFA-49E1-8803-FD4A27EA096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784600" y="4379913"/>
              <a:ext cx="431800" cy="431800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55393" name="Shape 741">
              <a:extLst>
                <a:ext uri="{FF2B5EF4-FFF2-40B4-BE49-F238E27FC236}">
                  <a16:creationId xmlns:a16="http://schemas.microsoft.com/office/drawing/2014/main" id="{66E553A8-03D5-49A0-8DD9-1C8F17E833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0638" y="4811713"/>
              <a:ext cx="863600" cy="884237"/>
            </a:xfrm>
            <a:prstGeom prst="rect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cxnSp>
          <p:nvCxnSpPr>
            <p:cNvPr id="55394" name="Shape 742">
              <a:extLst>
                <a:ext uri="{FF2B5EF4-FFF2-40B4-BE49-F238E27FC236}">
                  <a16:creationId xmlns:a16="http://schemas.microsoft.com/office/drawing/2014/main" id="{2108807D-8D68-4B90-81B0-BC7A88B384A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100638" y="5264150"/>
              <a:ext cx="863600" cy="1588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5395" name="Shape 743">
              <a:extLst>
                <a:ext uri="{FF2B5EF4-FFF2-40B4-BE49-F238E27FC236}">
                  <a16:creationId xmlns:a16="http://schemas.microsoft.com/office/drawing/2014/main" id="{B5DF3FCF-4383-4721-92D7-0CA4A5A5814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rot="10800000" flipH="1">
              <a:off x="5532438" y="4811713"/>
              <a:ext cx="1587" cy="862012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55396" name="Shape 744">
              <a:extLst>
                <a:ext uri="{FF2B5EF4-FFF2-40B4-BE49-F238E27FC236}">
                  <a16:creationId xmlns:a16="http://schemas.microsoft.com/office/drawing/2014/main" id="{568C49F3-495A-4E69-BCDB-CC1D6CFE49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87763" y="4595813"/>
              <a:ext cx="1397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b</a:t>
              </a:r>
              <a:r>
                <a:rPr kumimoji="0" lang="en-US" alt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55397" name="Shape 745">
              <a:extLst>
                <a:ext uri="{FF2B5EF4-FFF2-40B4-BE49-F238E27FC236}">
                  <a16:creationId xmlns:a16="http://schemas.microsoft.com/office/drawing/2014/main" id="{E789DCB3-766D-4DE3-B901-BCBA69833D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44988" y="4572000"/>
              <a:ext cx="227012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55398" name="Shape 746">
              <a:extLst>
                <a:ext uri="{FF2B5EF4-FFF2-40B4-BE49-F238E27FC236}">
                  <a16:creationId xmlns:a16="http://schemas.microsoft.com/office/drawing/2014/main" id="{EF8D1852-C03E-48E3-8157-BF5F75B5D0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81550" y="4572000"/>
              <a:ext cx="20955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01</a:t>
              </a:r>
            </a:p>
          </p:txBody>
        </p:sp>
        <p:sp>
          <p:nvSpPr>
            <p:cNvPr id="55399" name="Shape 747">
              <a:extLst>
                <a:ext uri="{FF2B5EF4-FFF2-40B4-BE49-F238E27FC236}">
                  <a16:creationId xmlns:a16="http://schemas.microsoft.com/office/drawing/2014/main" id="{E1A0128E-9036-48CC-9FB8-0A83E53398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18113" y="4572000"/>
              <a:ext cx="1524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55400" name="Shape 748">
              <a:extLst>
                <a:ext uri="{FF2B5EF4-FFF2-40B4-BE49-F238E27FC236}">
                  <a16:creationId xmlns:a16="http://schemas.microsoft.com/office/drawing/2014/main" id="{D94B3FF4-74E7-4BE3-AD5C-51DBBE74BB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03875" y="4572000"/>
              <a:ext cx="1524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55401" name="Shape 749">
              <a:extLst>
                <a:ext uri="{FF2B5EF4-FFF2-40B4-BE49-F238E27FC236}">
                  <a16:creationId xmlns:a16="http://schemas.microsoft.com/office/drawing/2014/main" id="{F31F01B1-BAE9-4553-A011-4B2DF5A1FC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10025" y="4937125"/>
              <a:ext cx="1143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55402" name="Shape 750">
              <a:extLst>
                <a:ext uri="{FF2B5EF4-FFF2-40B4-BE49-F238E27FC236}">
                  <a16:creationId xmlns:a16="http://schemas.microsoft.com/office/drawing/2014/main" id="{8DD7C631-5BC4-4226-93A7-04F16E5C41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00500" y="5373688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55403" name="Shape 751">
              <a:extLst>
                <a:ext uri="{FF2B5EF4-FFF2-40B4-BE49-F238E27FC236}">
                  <a16:creationId xmlns:a16="http://schemas.microsoft.com/office/drawing/2014/main" id="{8B8A6B68-B37C-4E26-A42D-6696B5FB88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32350" y="49450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55404" name="Shape 752">
              <a:extLst>
                <a:ext uri="{FF2B5EF4-FFF2-40B4-BE49-F238E27FC236}">
                  <a16:creationId xmlns:a16="http://schemas.microsoft.com/office/drawing/2014/main" id="{38FBBA71-6F12-4EAE-9C7A-C18487211B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91025" y="538321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55405" name="Shape 753">
              <a:extLst>
                <a:ext uri="{FF2B5EF4-FFF2-40B4-BE49-F238E27FC236}">
                  <a16:creationId xmlns:a16="http://schemas.microsoft.com/office/drawing/2014/main" id="{836949D4-32F2-4009-8DA3-6A44524F9E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32350" y="538321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55406" name="Shape 754">
              <a:extLst>
                <a:ext uri="{FF2B5EF4-FFF2-40B4-BE49-F238E27FC236}">
                  <a16:creationId xmlns:a16="http://schemas.microsoft.com/office/drawing/2014/main" id="{D631DBE3-A45D-4FC8-9229-23B9F86151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41763" y="4205288"/>
              <a:ext cx="106362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55407" name="Shape 755">
              <a:extLst>
                <a:ext uri="{FF2B5EF4-FFF2-40B4-BE49-F238E27FC236}">
                  <a16:creationId xmlns:a16="http://schemas.microsoft.com/office/drawing/2014/main" id="{E3657347-568A-430D-AE58-3E8D377DDC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30663" y="42973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55408" name="Shape 756">
              <a:extLst>
                <a:ext uri="{FF2B5EF4-FFF2-40B4-BE49-F238E27FC236}">
                  <a16:creationId xmlns:a16="http://schemas.microsoft.com/office/drawing/2014/main" id="{8712EB65-DC88-430D-8842-EEC88C5D27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17975" y="4205288"/>
              <a:ext cx="106363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a</a:t>
              </a:r>
            </a:p>
          </p:txBody>
        </p:sp>
        <p:sp>
          <p:nvSpPr>
            <p:cNvPr id="55409" name="Shape 781">
              <a:extLst>
                <a:ext uri="{FF2B5EF4-FFF2-40B4-BE49-F238E27FC236}">
                  <a16:creationId xmlns:a16="http://schemas.microsoft.com/office/drawing/2014/main" id="{FFB34DBC-3C38-40E4-9A57-2A0DA7B3F4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72088" y="49450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55410" name="Shape 782">
              <a:extLst>
                <a:ext uri="{FF2B5EF4-FFF2-40B4-BE49-F238E27FC236}">
                  <a16:creationId xmlns:a16="http://schemas.microsoft.com/office/drawing/2014/main" id="{99F7E44D-7510-4214-AB19-3A6D25ECA3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72088" y="538321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55411" name="Shape 783">
              <a:extLst>
                <a:ext uri="{FF2B5EF4-FFF2-40B4-BE49-F238E27FC236}">
                  <a16:creationId xmlns:a16="http://schemas.microsoft.com/office/drawing/2014/main" id="{E9840B4B-1E9E-4C3F-A86B-997694A422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99125" y="49450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55412" name="Shape 784">
              <a:extLst>
                <a:ext uri="{FF2B5EF4-FFF2-40B4-BE49-F238E27FC236}">
                  <a16:creationId xmlns:a16="http://schemas.microsoft.com/office/drawing/2014/main" id="{1E83C7B6-DE6F-4040-8EBA-A8F8BF5730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99125" y="538321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55413" name="Shape 785">
              <a:extLst>
                <a:ext uri="{FF2B5EF4-FFF2-40B4-BE49-F238E27FC236}">
                  <a16:creationId xmlns:a16="http://schemas.microsoft.com/office/drawing/2014/main" id="{7849D2B5-8CD1-4841-AEE7-60C9806AA5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91025" y="49450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55414" name="Shape 811">
              <a:extLst>
                <a:ext uri="{FF2B5EF4-FFF2-40B4-BE49-F238E27FC236}">
                  <a16:creationId xmlns:a16="http://schemas.microsoft.com/office/drawing/2014/main" id="{6B44E2DE-3EF3-4116-AEF7-4F3B557746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81400" y="4114800"/>
              <a:ext cx="227013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s </a:t>
              </a:r>
              <a:endParaRPr kumimoji="0" lang="en-US" altLang="en-US" sz="12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  <a:sym typeface="Times New Roman" panose="02020603050405020304" pitchFamily="18" charset="0"/>
              </a:endParaRPr>
            </a:p>
          </p:txBody>
        </p:sp>
      </p:grpSp>
      <p:grpSp>
        <p:nvGrpSpPr>
          <p:cNvPr id="55361" name="Group 3">
            <a:extLst>
              <a:ext uri="{FF2B5EF4-FFF2-40B4-BE49-F238E27FC236}">
                <a16:creationId xmlns:a16="http://schemas.microsoft.com/office/drawing/2014/main" id="{B04B9BB2-D076-4170-BF8D-8043B5274081}"/>
              </a:ext>
            </a:extLst>
          </p:cNvPr>
          <p:cNvGrpSpPr>
            <a:grpSpLocks/>
          </p:cNvGrpSpPr>
          <p:nvPr/>
        </p:nvGrpSpPr>
        <p:grpSpPr bwMode="auto">
          <a:xfrm>
            <a:off x="228600" y="4114800"/>
            <a:ext cx="2382838" cy="1581150"/>
            <a:chOff x="228600" y="4114800"/>
            <a:chExt cx="2382838" cy="1581150"/>
          </a:xfrm>
        </p:grpSpPr>
        <p:sp>
          <p:nvSpPr>
            <p:cNvPr id="55363" name="Shape 737">
              <a:extLst>
                <a:ext uri="{FF2B5EF4-FFF2-40B4-BE49-F238E27FC236}">
                  <a16:creationId xmlns:a16="http://schemas.microsoft.com/office/drawing/2014/main" id="{62374B17-E0B5-49F4-A4BA-0C7084EDE2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3600" y="4811713"/>
              <a:ext cx="884238" cy="884237"/>
            </a:xfrm>
            <a:prstGeom prst="rect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cxnSp>
          <p:nvCxnSpPr>
            <p:cNvPr id="55364" name="Shape 738">
              <a:extLst>
                <a:ext uri="{FF2B5EF4-FFF2-40B4-BE49-F238E27FC236}">
                  <a16:creationId xmlns:a16="http://schemas.microsoft.com/office/drawing/2014/main" id="{5C6F327A-C13F-405E-A329-0AAF1DBD645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863600" y="5264150"/>
              <a:ext cx="884238" cy="1588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5365" name="Shape 739">
              <a:extLst>
                <a:ext uri="{FF2B5EF4-FFF2-40B4-BE49-F238E27FC236}">
                  <a16:creationId xmlns:a16="http://schemas.microsoft.com/office/drawing/2014/main" id="{E064B4DA-A881-42FD-807E-E01AA0F9BDE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rot="10800000" flipH="1">
              <a:off x="1295400" y="4811713"/>
              <a:ext cx="1588" cy="884237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5366" name="Shape 740">
              <a:extLst>
                <a:ext uri="{FF2B5EF4-FFF2-40B4-BE49-F238E27FC236}">
                  <a16:creationId xmlns:a16="http://schemas.microsoft.com/office/drawing/2014/main" id="{0A19C0A6-298B-428A-B00D-B9755960B1F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31800" y="4379913"/>
              <a:ext cx="431800" cy="431800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55367" name="Shape 741">
              <a:extLst>
                <a:ext uri="{FF2B5EF4-FFF2-40B4-BE49-F238E27FC236}">
                  <a16:creationId xmlns:a16="http://schemas.microsoft.com/office/drawing/2014/main" id="{B00D51C9-1A27-4F67-9977-CABE1B272D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47838" y="4811713"/>
              <a:ext cx="863600" cy="884237"/>
            </a:xfrm>
            <a:prstGeom prst="rect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cxnSp>
          <p:nvCxnSpPr>
            <p:cNvPr id="55368" name="Shape 742">
              <a:extLst>
                <a:ext uri="{FF2B5EF4-FFF2-40B4-BE49-F238E27FC236}">
                  <a16:creationId xmlns:a16="http://schemas.microsoft.com/office/drawing/2014/main" id="{3443A1EE-DF86-4A5A-82BB-3C17068D026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747838" y="5264150"/>
              <a:ext cx="863600" cy="1588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5369" name="Shape 743">
              <a:extLst>
                <a:ext uri="{FF2B5EF4-FFF2-40B4-BE49-F238E27FC236}">
                  <a16:creationId xmlns:a16="http://schemas.microsoft.com/office/drawing/2014/main" id="{C8997875-6440-49D4-A36F-F9364BB881F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rot="10800000" flipH="1">
              <a:off x="2179638" y="4811713"/>
              <a:ext cx="1587" cy="862012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55370" name="Shape 744">
              <a:extLst>
                <a:ext uri="{FF2B5EF4-FFF2-40B4-BE49-F238E27FC236}">
                  <a16:creationId xmlns:a16="http://schemas.microsoft.com/office/drawing/2014/main" id="{ECB3D9FF-9022-4991-919E-A9178E2A3A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963" y="4595813"/>
              <a:ext cx="1397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b</a:t>
              </a:r>
              <a:r>
                <a:rPr kumimoji="0" lang="en-US" alt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55371" name="Shape 745">
              <a:extLst>
                <a:ext uri="{FF2B5EF4-FFF2-40B4-BE49-F238E27FC236}">
                  <a16:creationId xmlns:a16="http://schemas.microsoft.com/office/drawing/2014/main" id="{CCFC8C43-38E7-4F09-9ADA-A72879CD87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2188" y="4572000"/>
              <a:ext cx="227012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55372" name="Shape 746">
              <a:extLst>
                <a:ext uri="{FF2B5EF4-FFF2-40B4-BE49-F238E27FC236}">
                  <a16:creationId xmlns:a16="http://schemas.microsoft.com/office/drawing/2014/main" id="{1E024FC4-88C5-4156-BF63-74F856CC69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28750" y="4572000"/>
              <a:ext cx="20955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01</a:t>
              </a:r>
            </a:p>
          </p:txBody>
        </p:sp>
        <p:sp>
          <p:nvSpPr>
            <p:cNvPr id="55373" name="Shape 747">
              <a:extLst>
                <a:ext uri="{FF2B5EF4-FFF2-40B4-BE49-F238E27FC236}">
                  <a16:creationId xmlns:a16="http://schemas.microsoft.com/office/drawing/2014/main" id="{D010BB30-1BB8-4633-A7FA-A9703B3EF4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65313" y="4572000"/>
              <a:ext cx="1524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55374" name="Shape 748">
              <a:extLst>
                <a:ext uri="{FF2B5EF4-FFF2-40B4-BE49-F238E27FC236}">
                  <a16:creationId xmlns:a16="http://schemas.microsoft.com/office/drawing/2014/main" id="{08593A05-5F39-4226-9B11-5F61A859D0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51075" y="4572000"/>
              <a:ext cx="1524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55375" name="Shape 749">
              <a:extLst>
                <a:ext uri="{FF2B5EF4-FFF2-40B4-BE49-F238E27FC236}">
                  <a16:creationId xmlns:a16="http://schemas.microsoft.com/office/drawing/2014/main" id="{DEEBB0C7-08FC-4AE0-A6A8-43A9A1F18F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7225" y="4937125"/>
              <a:ext cx="1143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55376" name="Shape 750">
              <a:extLst>
                <a:ext uri="{FF2B5EF4-FFF2-40B4-BE49-F238E27FC236}">
                  <a16:creationId xmlns:a16="http://schemas.microsoft.com/office/drawing/2014/main" id="{92855EFC-792E-4249-8BD5-8CC5D65596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7700" y="5373688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55377" name="Shape 751">
              <a:extLst>
                <a:ext uri="{FF2B5EF4-FFF2-40B4-BE49-F238E27FC236}">
                  <a16:creationId xmlns:a16="http://schemas.microsoft.com/office/drawing/2014/main" id="{3581B191-6D6D-432D-B507-34EB8C8037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79550" y="49450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55378" name="Shape 752">
              <a:extLst>
                <a:ext uri="{FF2B5EF4-FFF2-40B4-BE49-F238E27FC236}">
                  <a16:creationId xmlns:a16="http://schemas.microsoft.com/office/drawing/2014/main" id="{85ABA022-F86E-46A0-866F-D257A86450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225" y="538321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55379" name="Shape 753">
              <a:extLst>
                <a:ext uri="{FF2B5EF4-FFF2-40B4-BE49-F238E27FC236}">
                  <a16:creationId xmlns:a16="http://schemas.microsoft.com/office/drawing/2014/main" id="{9B0C6D02-0125-401D-ABF1-265A021944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79550" y="538321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55380" name="Shape 754">
              <a:extLst>
                <a:ext uri="{FF2B5EF4-FFF2-40B4-BE49-F238E27FC236}">
                  <a16:creationId xmlns:a16="http://schemas.microsoft.com/office/drawing/2014/main" id="{49BE11EB-24BE-47AE-B9B7-BF373280C4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8963" y="4205288"/>
              <a:ext cx="106362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55381" name="Shape 755">
              <a:extLst>
                <a:ext uri="{FF2B5EF4-FFF2-40B4-BE49-F238E27FC236}">
                  <a16:creationId xmlns:a16="http://schemas.microsoft.com/office/drawing/2014/main" id="{F9646A49-8C1D-4D6A-8165-9924865266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7863" y="42973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55382" name="Shape 756">
              <a:extLst>
                <a:ext uri="{FF2B5EF4-FFF2-40B4-BE49-F238E27FC236}">
                  <a16:creationId xmlns:a16="http://schemas.microsoft.com/office/drawing/2014/main" id="{48C080F8-B7F5-43D0-B2AE-6C80D7AE8C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5175" y="4205288"/>
              <a:ext cx="106363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a</a:t>
              </a:r>
            </a:p>
          </p:txBody>
        </p:sp>
        <p:sp>
          <p:nvSpPr>
            <p:cNvPr id="55383" name="Shape 781">
              <a:extLst>
                <a:ext uri="{FF2B5EF4-FFF2-40B4-BE49-F238E27FC236}">
                  <a16:creationId xmlns:a16="http://schemas.microsoft.com/office/drawing/2014/main" id="{CC4519C6-5A8D-4041-8FFA-DF175DFDEF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9288" y="49450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55384" name="Shape 782">
              <a:extLst>
                <a:ext uri="{FF2B5EF4-FFF2-40B4-BE49-F238E27FC236}">
                  <a16:creationId xmlns:a16="http://schemas.microsoft.com/office/drawing/2014/main" id="{6B8CCF89-CD7F-4DB5-AC68-CEEE62A888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9288" y="538321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55385" name="Shape 783">
              <a:extLst>
                <a:ext uri="{FF2B5EF4-FFF2-40B4-BE49-F238E27FC236}">
                  <a16:creationId xmlns:a16="http://schemas.microsoft.com/office/drawing/2014/main" id="{27869227-D494-47E2-A1CE-662616CB3E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46325" y="49450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55386" name="Shape 784">
              <a:extLst>
                <a:ext uri="{FF2B5EF4-FFF2-40B4-BE49-F238E27FC236}">
                  <a16:creationId xmlns:a16="http://schemas.microsoft.com/office/drawing/2014/main" id="{CA51C3D4-55BF-4745-B6A3-398404CE75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46325" y="538321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55387" name="Shape 785">
              <a:extLst>
                <a:ext uri="{FF2B5EF4-FFF2-40B4-BE49-F238E27FC236}">
                  <a16:creationId xmlns:a16="http://schemas.microsoft.com/office/drawing/2014/main" id="{8B8C1F38-0748-4CBF-8E3B-FAB001B5E3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225" y="49450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55388" name="Shape 811">
              <a:extLst>
                <a:ext uri="{FF2B5EF4-FFF2-40B4-BE49-F238E27FC236}">
                  <a16:creationId xmlns:a16="http://schemas.microsoft.com/office/drawing/2014/main" id="{C55B1B85-B1EA-41C6-B13F-0D0FAE6ED3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8600" y="4114800"/>
              <a:ext cx="227013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Y </a:t>
              </a:r>
              <a:endParaRPr kumimoji="0" lang="en-US" altLang="en-US" sz="12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  <a:sym typeface="Times New Roman" panose="02020603050405020304" pitchFamily="18" charset="0"/>
              </a:endParaRPr>
            </a:p>
          </p:txBody>
        </p:sp>
      </p:grpSp>
      <p:sp>
        <p:nvSpPr>
          <p:cNvPr id="118" name="Rectangle 2">
            <a:extLst>
              <a:ext uri="{FF2B5EF4-FFF2-40B4-BE49-F238E27FC236}">
                <a16:creationId xmlns:a16="http://schemas.microsoft.com/office/drawing/2014/main" id="{E04F30F8-07E5-B247-8385-2FF84A5248DA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Derivation of Y and s</a:t>
            </a: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321" name="Group 1">
            <a:extLst>
              <a:ext uri="{FF2B5EF4-FFF2-40B4-BE49-F238E27FC236}">
                <a16:creationId xmlns:a16="http://schemas.microsoft.com/office/drawing/2014/main" id="{D3DAE321-E2D0-46CF-8B22-22A610462DDC}"/>
              </a:ext>
            </a:extLst>
          </p:cNvPr>
          <p:cNvGrpSpPr>
            <a:grpSpLocks/>
          </p:cNvGrpSpPr>
          <p:nvPr/>
        </p:nvGrpSpPr>
        <p:grpSpPr bwMode="auto">
          <a:xfrm>
            <a:off x="139700" y="1447800"/>
            <a:ext cx="6032500" cy="2270125"/>
            <a:chOff x="1552575" y="1598613"/>
            <a:chExt cx="6032500" cy="2270125"/>
          </a:xfrm>
        </p:grpSpPr>
        <p:sp>
          <p:nvSpPr>
            <p:cNvPr id="56439" name="Rectangle 57">
              <a:extLst>
                <a:ext uri="{FF2B5EF4-FFF2-40B4-BE49-F238E27FC236}">
                  <a16:creationId xmlns:a16="http://schemas.microsoft.com/office/drawing/2014/main" id="{E5E529F1-76EC-4585-9891-93AE039BB2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1598613"/>
              <a:ext cx="601503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440" name="Rectangle 58">
              <a:extLst>
                <a:ext uri="{FF2B5EF4-FFF2-40B4-BE49-F238E27FC236}">
                  <a16:creationId xmlns:a16="http://schemas.microsoft.com/office/drawing/2014/main" id="{FD4AC47E-1905-40F1-B205-A831287EBB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1619250"/>
              <a:ext cx="11113" cy="523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441" name="Rectangle 59">
              <a:extLst>
                <a:ext uri="{FF2B5EF4-FFF2-40B4-BE49-F238E27FC236}">
                  <a16:creationId xmlns:a16="http://schemas.microsoft.com/office/drawing/2014/main" id="{697AB507-276D-400E-8D83-971A2FC16B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1619250"/>
              <a:ext cx="12700" cy="523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442" name="Rectangle 60">
              <a:extLst>
                <a:ext uri="{FF2B5EF4-FFF2-40B4-BE49-F238E27FC236}">
                  <a16:creationId xmlns:a16="http://schemas.microsoft.com/office/drawing/2014/main" id="{7F62442E-71C6-41C7-951C-89A992F49C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4500" y="1924050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Present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443" name="Rectangle 61">
              <a:extLst>
                <a:ext uri="{FF2B5EF4-FFF2-40B4-BE49-F238E27FC236}">
                  <a16:creationId xmlns:a16="http://schemas.microsoft.com/office/drawing/2014/main" id="{CBB9DD17-DDF5-4569-AEF1-FDDD561EC8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588" y="1619250"/>
              <a:ext cx="12700" cy="523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444" name="Rectangle 62">
              <a:extLst>
                <a:ext uri="{FF2B5EF4-FFF2-40B4-BE49-F238E27FC236}">
                  <a16:creationId xmlns:a16="http://schemas.microsoft.com/office/drawing/2014/main" id="{72CD5080-6196-4555-BB44-5B06DCB915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1863" y="1725613"/>
              <a:ext cx="10842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Next 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445" name="Rectangle 63">
              <a:extLst>
                <a:ext uri="{FF2B5EF4-FFF2-40B4-BE49-F238E27FC236}">
                  <a16:creationId xmlns:a16="http://schemas.microsoft.com/office/drawing/2014/main" id="{9127C7A7-099B-43AA-BBFD-985258E981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9200" y="1619250"/>
              <a:ext cx="12700" cy="523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446" name="Rectangle 64">
              <a:extLst>
                <a:ext uri="{FF2B5EF4-FFF2-40B4-BE49-F238E27FC236}">
                  <a16:creationId xmlns:a16="http://schemas.microsoft.com/office/drawing/2014/main" id="{05597465-C63E-49B9-99B5-D325EC8B46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2130425"/>
              <a:ext cx="49672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447" name="Rectangle 65">
              <a:extLst>
                <a:ext uri="{FF2B5EF4-FFF2-40B4-BE49-F238E27FC236}">
                  <a16:creationId xmlns:a16="http://schemas.microsoft.com/office/drawing/2014/main" id="{A67881C6-5DB1-4AB8-A7AF-345C050E33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2143125"/>
              <a:ext cx="11113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448" name="Rectangle 66">
              <a:extLst>
                <a:ext uri="{FF2B5EF4-FFF2-40B4-BE49-F238E27FC236}">
                  <a16:creationId xmlns:a16="http://schemas.microsoft.com/office/drawing/2014/main" id="{FE8A2D2B-B789-494D-B6C6-B339A119E6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0288" y="1725613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Output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449" name="Rectangle 67">
              <a:extLst>
                <a:ext uri="{FF2B5EF4-FFF2-40B4-BE49-F238E27FC236}">
                  <a16:creationId xmlns:a16="http://schemas.microsoft.com/office/drawing/2014/main" id="{6FA8BF3C-5223-483D-8C0A-D4973F304E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214312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450" name="Rectangle 68">
              <a:extLst>
                <a:ext uri="{FF2B5EF4-FFF2-40B4-BE49-F238E27FC236}">
                  <a16:creationId xmlns:a16="http://schemas.microsoft.com/office/drawing/2014/main" id="{F454E0FE-6715-45D8-8620-1EBE72F120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4200" y="2238375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451" name="Rectangle 69">
              <a:extLst>
                <a:ext uri="{FF2B5EF4-FFF2-40B4-BE49-F238E27FC236}">
                  <a16:creationId xmlns:a16="http://schemas.microsoft.com/office/drawing/2014/main" id="{1B34AE0A-7C67-4F45-9E70-5D09332A78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2250" y="224631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ab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452" name="Rectangle 70">
              <a:extLst>
                <a:ext uri="{FF2B5EF4-FFF2-40B4-BE49-F238E27FC236}">
                  <a16:creationId xmlns:a16="http://schemas.microsoft.com/office/drawing/2014/main" id="{87760C61-4E6D-4148-BC87-F5DD38B0D0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8638" y="2247900"/>
              <a:ext cx="460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=00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453" name="Rectangle 71">
              <a:extLst>
                <a:ext uri="{FF2B5EF4-FFF2-40B4-BE49-F238E27FC236}">
                  <a16:creationId xmlns:a16="http://schemas.microsoft.com/office/drawing/2014/main" id="{AF45E1A4-4C88-4CE1-ADE7-D075814698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7463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454" name="Rectangle 72">
              <a:extLst>
                <a:ext uri="{FF2B5EF4-FFF2-40B4-BE49-F238E27FC236}">
                  <a16:creationId xmlns:a16="http://schemas.microsoft.com/office/drawing/2014/main" id="{59F79CE6-779C-46B0-AC11-BACD587DE0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325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455" name="Rectangle 73">
              <a:extLst>
                <a:ext uri="{FF2B5EF4-FFF2-40B4-BE49-F238E27FC236}">
                  <a16:creationId xmlns:a16="http://schemas.microsoft.com/office/drawing/2014/main" id="{553F6782-B6EA-40B7-8933-E68C88A698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588" y="214312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456" name="Rectangle 74">
              <a:extLst>
                <a:ext uri="{FF2B5EF4-FFF2-40B4-BE49-F238E27FC236}">
                  <a16:creationId xmlns:a16="http://schemas.microsoft.com/office/drawing/2014/main" id="{5576C5B9-AB8B-4464-81DB-97DE078939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3950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457" name="Rectangle 75">
              <a:extLst>
                <a:ext uri="{FF2B5EF4-FFF2-40B4-BE49-F238E27FC236}">
                  <a16:creationId xmlns:a16="http://schemas.microsoft.com/office/drawing/2014/main" id="{5F846AFB-185A-44E3-81CD-DB6B7317D3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7988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458" name="Rectangle 76">
              <a:extLst>
                <a:ext uri="{FF2B5EF4-FFF2-40B4-BE49-F238E27FC236}">
                  <a16:creationId xmlns:a16="http://schemas.microsoft.com/office/drawing/2014/main" id="{1FBAD7B8-C94C-4516-B3FC-5F492C70AD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0438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459" name="Rectangle 77">
              <a:extLst>
                <a:ext uri="{FF2B5EF4-FFF2-40B4-BE49-F238E27FC236}">
                  <a16:creationId xmlns:a16="http://schemas.microsoft.com/office/drawing/2014/main" id="{1397F2BC-3C56-4D63-8FE1-D9834AE4B5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460" name="Rectangle 78">
              <a:extLst>
                <a:ext uri="{FF2B5EF4-FFF2-40B4-BE49-F238E27FC236}">
                  <a16:creationId xmlns:a16="http://schemas.microsoft.com/office/drawing/2014/main" id="{4BAB7A0F-04B0-46F6-8DED-2052D9C7FF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9200" y="214312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461" name="Rectangle 79">
              <a:extLst>
                <a:ext uri="{FF2B5EF4-FFF2-40B4-BE49-F238E27FC236}">
                  <a16:creationId xmlns:a16="http://schemas.microsoft.com/office/drawing/2014/main" id="{E1057DED-0FD2-48E1-AE8B-AB50E82E44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2587625"/>
              <a:ext cx="49672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462" name="Rectangle 80">
              <a:extLst>
                <a:ext uri="{FF2B5EF4-FFF2-40B4-BE49-F238E27FC236}">
                  <a16:creationId xmlns:a16="http://schemas.microsoft.com/office/drawing/2014/main" id="{942903CE-9A80-4FA9-B40F-EC5812B508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2600325"/>
              <a:ext cx="11113" cy="455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463" name="Rectangle 81">
              <a:extLst>
                <a:ext uri="{FF2B5EF4-FFF2-40B4-BE49-F238E27FC236}">
                  <a16:creationId xmlns:a16="http://schemas.microsoft.com/office/drawing/2014/main" id="{5A22F696-62D7-495B-B1EB-E623EFCBA6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0100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464" name="Rectangle 82">
              <a:extLst>
                <a:ext uri="{FF2B5EF4-FFF2-40B4-BE49-F238E27FC236}">
                  <a16:creationId xmlns:a16="http://schemas.microsoft.com/office/drawing/2014/main" id="{01C3F43D-8E1B-42BE-9132-10145840D3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2600325"/>
              <a:ext cx="12700" cy="455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465" name="Rectangle 83">
              <a:extLst>
                <a:ext uri="{FF2B5EF4-FFF2-40B4-BE49-F238E27FC236}">
                  <a16:creationId xmlns:a16="http://schemas.microsoft.com/office/drawing/2014/main" id="{C56E9336-E618-41B5-8232-1D7B86AF66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2475" y="2657475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466" name="Rectangle 84">
              <a:extLst>
                <a:ext uri="{FF2B5EF4-FFF2-40B4-BE49-F238E27FC236}">
                  <a16:creationId xmlns:a16="http://schemas.microsoft.com/office/drawing/2014/main" id="{B637A9CA-E6FD-496D-8759-CCABD2FCF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588" y="2600325"/>
              <a:ext cx="12700" cy="455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467" name="Rectangle 85">
              <a:extLst>
                <a:ext uri="{FF2B5EF4-FFF2-40B4-BE49-F238E27FC236}">
                  <a16:creationId xmlns:a16="http://schemas.microsoft.com/office/drawing/2014/main" id="{84C14F1A-906A-4252-BEB9-2F71FD061D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6675" y="2703513"/>
              <a:ext cx="20478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468" name="Rectangle 86">
              <a:extLst>
                <a:ext uri="{FF2B5EF4-FFF2-40B4-BE49-F238E27FC236}">
                  <a16:creationId xmlns:a16="http://schemas.microsoft.com/office/drawing/2014/main" id="{0CE41B2A-BCED-4D8E-BDB9-03DE750C91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9200" y="2600325"/>
              <a:ext cx="12700" cy="455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469" name="Rectangle 87">
              <a:extLst>
                <a:ext uri="{FF2B5EF4-FFF2-40B4-BE49-F238E27FC236}">
                  <a16:creationId xmlns:a16="http://schemas.microsoft.com/office/drawing/2014/main" id="{D4145DCD-A0D3-45A4-A02E-B0D7C5812C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3043238"/>
              <a:ext cx="6015038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470" name="Rectangle 88">
              <a:extLst>
                <a:ext uri="{FF2B5EF4-FFF2-40B4-BE49-F238E27FC236}">
                  <a16:creationId xmlns:a16="http://schemas.microsoft.com/office/drawing/2014/main" id="{CBF81165-A539-43CC-9116-B280598159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3055938"/>
              <a:ext cx="11113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471" name="Rectangle 89">
              <a:extLst>
                <a:ext uri="{FF2B5EF4-FFF2-40B4-BE49-F238E27FC236}">
                  <a16:creationId xmlns:a16="http://schemas.microsoft.com/office/drawing/2014/main" id="{D4A4A8C7-D077-44F8-ABBA-90297A3089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05563" y="2703513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472" name="Rectangle 90">
              <a:extLst>
                <a:ext uri="{FF2B5EF4-FFF2-40B4-BE49-F238E27FC236}">
                  <a16:creationId xmlns:a16="http://schemas.microsoft.com/office/drawing/2014/main" id="{3185E9EB-3CE3-4801-A565-2C4AF7385B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305593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473" name="Rectangle 91">
              <a:extLst>
                <a:ext uri="{FF2B5EF4-FFF2-40B4-BE49-F238E27FC236}">
                  <a16:creationId xmlns:a16="http://schemas.microsoft.com/office/drawing/2014/main" id="{D2A0EA04-FFB0-422C-B529-34DB1634D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5650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474" name="Rectangle 92">
              <a:extLst>
                <a:ext uri="{FF2B5EF4-FFF2-40B4-BE49-F238E27FC236}">
                  <a16:creationId xmlns:a16="http://schemas.microsoft.com/office/drawing/2014/main" id="{6DED4CF4-6CB0-4FB5-9B3F-5374F4166A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358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475" name="Rectangle 93">
              <a:extLst>
                <a:ext uri="{FF2B5EF4-FFF2-40B4-BE49-F238E27FC236}">
                  <a16:creationId xmlns:a16="http://schemas.microsoft.com/office/drawing/2014/main" id="{7FA1676F-D244-46F5-BAE2-8246D2A8AB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413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476" name="Rectangle 94">
              <a:extLst>
                <a:ext uri="{FF2B5EF4-FFF2-40B4-BE49-F238E27FC236}">
                  <a16:creationId xmlns:a16="http://schemas.microsoft.com/office/drawing/2014/main" id="{8275139C-9FBD-4EDD-BC93-EF6283A571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658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477" name="Rectangle 95">
              <a:extLst>
                <a:ext uri="{FF2B5EF4-FFF2-40B4-BE49-F238E27FC236}">
                  <a16:creationId xmlns:a16="http://schemas.microsoft.com/office/drawing/2014/main" id="{363B9D64-7396-43E2-96FC-5DBBCE5936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588" y="305593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478" name="Rectangle 96">
              <a:extLst>
                <a:ext uri="{FF2B5EF4-FFF2-40B4-BE49-F238E27FC236}">
                  <a16:creationId xmlns:a16="http://schemas.microsoft.com/office/drawing/2014/main" id="{7AD317C4-EBAC-45BE-84B1-FB67046BA0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2213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479" name="Rectangle 97">
              <a:extLst>
                <a:ext uri="{FF2B5EF4-FFF2-40B4-BE49-F238E27FC236}">
                  <a16:creationId xmlns:a16="http://schemas.microsoft.com/office/drawing/2014/main" id="{AB0B52DE-86B2-4DD9-ACF2-70435C21F5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783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480" name="Rectangle 98">
              <a:extLst>
                <a:ext uri="{FF2B5EF4-FFF2-40B4-BE49-F238E27FC236}">
                  <a16:creationId xmlns:a16="http://schemas.microsoft.com/office/drawing/2014/main" id="{E0EE6C42-0912-408F-A551-166C43E77D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1875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481" name="Rectangle 99">
              <a:extLst>
                <a:ext uri="{FF2B5EF4-FFF2-40B4-BE49-F238E27FC236}">
                  <a16:creationId xmlns:a16="http://schemas.microsoft.com/office/drawing/2014/main" id="{C1B59D2A-74D8-46E1-8BDE-8C97BC88F8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908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482" name="Rectangle 100">
              <a:extLst>
                <a:ext uri="{FF2B5EF4-FFF2-40B4-BE49-F238E27FC236}">
                  <a16:creationId xmlns:a16="http://schemas.microsoft.com/office/drawing/2014/main" id="{31FA1811-9362-4A2E-B493-5DFB122056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9200" y="305593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483" name="Rectangle 101">
              <a:extLst>
                <a:ext uri="{FF2B5EF4-FFF2-40B4-BE49-F238E27FC236}">
                  <a16:creationId xmlns:a16="http://schemas.microsoft.com/office/drawing/2014/main" id="{E5D6BC6F-EF9C-4262-BD3E-8EF1552FBF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3517900"/>
              <a:ext cx="11113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484" name="Rectangle 102">
              <a:extLst>
                <a:ext uri="{FF2B5EF4-FFF2-40B4-BE49-F238E27FC236}">
                  <a16:creationId xmlns:a16="http://schemas.microsoft.com/office/drawing/2014/main" id="{C7DC8967-DCAB-460E-8115-87F32115EC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153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485" name="Rectangle 103">
              <a:extLst>
                <a:ext uri="{FF2B5EF4-FFF2-40B4-BE49-F238E27FC236}">
                  <a16:creationId xmlns:a16="http://schemas.microsoft.com/office/drawing/2014/main" id="{5ECF71D0-83DD-4A66-AC9F-CC4ECA6D28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3517900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486" name="Rectangle 104">
              <a:extLst>
                <a:ext uri="{FF2B5EF4-FFF2-40B4-BE49-F238E27FC236}">
                  <a16:creationId xmlns:a16="http://schemas.microsoft.com/office/drawing/2014/main" id="{3E43BD27-2ECB-452A-8787-11272B411C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5650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487" name="Rectangle 105">
              <a:extLst>
                <a:ext uri="{FF2B5EF4-FFF2-40B4-BE49-F238E27FC236}">
                  <a16:creationId xmlns:a16="http://schemas.microsoft.com/office/drawing/2014/main" id="{D66F1A9F-5D5E-4629-8E2E-1695F230D8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358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488" name="Rectangle 106">
              <a:extLst>
                <a:ext uri="{FF2B5EF4-FFF2-40B4-BE49-F238E27FC236}">
                  <a16:creationId xmlns:a16="http://schemas.microsoft.com/office/drawing/2014/main" id="{3C4DE5D5-CA61-4D6A-9754-A9564DD61C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413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489" name="Rectangle 107">
              <a:extLst>
                <a:ext uri="{FF2B5EF4-FFF2-40B4-BE49-F238E27FC236}">
                  <a16:creationId xmlns:a16="http://schemas.microsoft.com/office/drawing/2014/main" id="{595C6BBA-7A4B-4661-8A33-8EF56D369C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658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490" name="Rectangle 108">
              <a:extLst>
                <a:ext uri="{FF2B5EF4-FFF2-40B4-BE49-F238E27FC236}">
                  <a16:creationId xmlns:a16="http://schemas.microsoft.com/office/drawing/2014/main" id="{C0D67214-F79C-4158-BDF1-C105093FF0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588" y="3517900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491" name="Rectangle 109">
              <a:extLst>
                <a:ext uri="{FF2B5EF4-FFF2-40B4-BE49-F238E27FC236}">
                  <a16:creationId xmlns:a16="http://schemas.microsoft.com/office/drawing/2014/main" id="{0295DE7A-A1A4-4E1B-B296-77DEAE4C3B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2213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492" name="Rectangle 110">
              <a:extLst>
                <a:ext uri="{FF2B5EF4-FFF2-40B4-BE49-F238E27FC236}">
                  <a16:creationId xmlns:a16="http://schemas.microsoft.com/office/drawing/2014/main" id="{D6E3DD57-869C-405F-B1DE-3BB5859D7B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783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493" name="Rectangle 111">
              <a:extLst>
                <a:ext uri="{FF2B5EF4-FFF2-40B4-BE49-F238E27FC236}">
                  <a16:creationId xmlns:a16="http://schemas.microsoft.com/office/drawing/2014/main" id="{28856F87-30C7-459E-808B-8A94A699CC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1875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494" name="Rectangle 112">
              <a:extLst>
                <a:ext uri="{FF2B5EF4-FFF2-40B4-BE49-F238E27FC236}">
                  <a16:creationId xmlns:a16="http://schemas.microsoft.com/office/drawing/2014/main" id="{6F8F6CB8-0E88-4DB7-B352-9E8D7A4799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908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495" name="Rectangle 113">
              <a:extLst>
                <a:ext uri="{FF2B5EF4-FFF2-40B4-BE49-F238E27FC236}">
                  <a16:creationId xmlns:a16="http://schemas.microsoft.com/office/drawing/2014/main" id="{81598110-3864-45A6-B60E-9432652528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9200" y="3517900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496" name="Rectangle 114">
              <a:extLst>
                <a:ext uri="{FF2B5EF4-FFF2-40B4-BE49-F238E27FC236}">
                  <a16:creationId xmlns:a16="http://schemas.microsoft.com/office/drawing/2014/main" id="{6768E395-FE52-42AD-8678-398F877F5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3856038"/>
              <a:ext cx="6015038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497" name="Rectangle 115">
              <a:extLst>
                <a:ext uri="{FF2B5EF4-FFF2-40B4-BE49-F238E27FC236}">
                  <a16:creationId xmlns:a16="http://schemas.microsoft.com/office/drawing/2014/main" id="{4A4FE6EB-BCE8-4769-AFCF-800B28DE6B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153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aphicFrame>
        <p:nvGraphicFramePr>
          <p:cNvPr id="66" name="Shape 730">
            <a:extLst>
              <a:ext uri="{FF2B5EF4-FFF2-40B4-BE49-F238E27FC236}">
                <a16:creationId xmlns:a16="http://schemas.microsoft.com/office/drawing/2014/main" id="{E419BD9B-2518-5F44-87AA-E7C169AF4653}"/>
              </a:ext>
            </a:extLst>
          </p:cNvPr>
          <p:cNvGraphicFramePr>
            <a:graphicFrameLocks noGrp="1"/>
          </p:cNvGraphicFramePr>
          <p:nvPr/>
        </p:nvGraphicFramePr>
        <p:xfrm>
          <a:off x="6477000" y="1447800"/>
          <a:ext cx="2478088" cy="3571875"/>
        </p:xfrm>
        <a:graphic>
          <a:graphicData uri="http://schemas.openxmlformats.org/drawingml/2006/table">
            <a:tbl>
              <a:tblPr/>
              <a:tblGrid>
                <a:gridCol w="4953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688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y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a</a:t>
                      </a:r>
                      <a:endParaRPr kumimoji="0" lang="en-US" altLang="en-US" sz="14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MS PGothic" charset="-128"/>
                        <a:sym typeface="Times New Roman" charset="0"/>
                      </a:endParaRP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b</a:t>
                      </a:r>
                      <a:endParaRPr kumimoji="0" lang="en-US" altLang="en-US" sz="14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MS PGothic" charset="-128"/>
                        <a:sym typeface="Times New Roman" charset="0"/>
                      </a:endParaRP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Y</a:t>
                      </a:r>
                      <a:endParaRPr kumimoji="0" lang="en-US" altLang="en-US" sz="14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MS PGothic" charset="-128"/>
                        <a:sym typeface="Times New Roman" charset="0"/>
                      </a:endParaRP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s</a:t>
                      </a:r>
                      <a:endParaRPr kumimoji="0" lang="en-US" altLang="en-US" sz="14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MS PGothic" charset="-128"/>
                        <a:sym typeface="Times New Roman" charset="0"/>
                      </a:endParaRP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pSp>
        <p:nvGrpSpPr>
          <p:cNvPr id="56384" name="Group 2">
            <a:extLst>
              <a:ext uri="{FF2B5EF4-FFF2-40B4-BE49-F238E27FC236}">
                <a16:creationId xmlns:a16="http://schemas.microsoft.com/office/drawing/2014/main" id="{77CD69E4-B553-485F-8967-B69401CCC91F}"/>
              </a:ext>
            </a:extLst>
          </p:cNvPr>
          <p:cNvGrpSpPr>
            <a:grpSpLocks/>
          </p:cNvGrpSpPr>
          <p:nvPr/>
        </p:nvGrpSpPr>
        <p:grpSpPr bwMode="auto">
          <a:xfrm>
            <a:off x="3581400" y="4114800"/>
            <a:ext cx="2382838" cy="1581150"/>
            <a:chOff x="3581400" y="4114800"/>
            <a:chExt cx="2382838" cy="1581150"/>
          </a:xfrm>
        </p:grpSpPr>
        <p:sp>
          <p:nvSpPr>
            <p:cNvPr id="56413" name="Shape 737">
              <a:extLst>
                <a:ext uri="{FF2B5EF4-FFF2-40B4-BE49-F238E27FC236}">
                  <a16:creationId xmlns:a16="http://schemas.microsoft.com/office/drawing/2014/main" id="{DE542632-C040-4CDF-963A-CA4F6AF0BA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16400" y="4811713"/>
              <a:ext cx="884238" cy="884237"/>
            </a:xfrm>
            <a:prstGeom prst="rect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cxnSp>
          <p:nvCxnSpPr>
            <p:cNvPr id="56414" name="Shape 738">
              <a:extLst>
                <a:ext uri="{FF2B5EF4-FFF2-40B4-BE49-F238E27FC236}">
                  <a16:creationId xmlns:a16="http://schemas.microsoft.com/office/drawing/2014/main" id="{E6FFA85B-F454-4C00-8F4F-61ABD977E8C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4216400" y="5264150"/>
              <a:ext cx="884238" cy="1588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6415" name="Shape 739">
              <a:extLst>
                <a:ext uri="{FF2B5EF4-FFF2-40B4-BE49-F238E27FC236}">
                  <a16:creationId xmlns:a16="http://schemas.microsoft.com/office/drawing/2014/main" id="{ABB7ECF0-810F-4CF4-B463-CF881802A9C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rot="10800000" flipH="1">
              <a:off x="4648200" y="4811713"/>
              <a:ext cx="1588" cy="884237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6416" name="Shape 740">
              <a:extLst>
                <a:ext uri="{FF2B5EF4-FFF2-40B4-BE49-F238E27FC236}">
                  <a16:creationId xmlns:a16="http://schemas.microsoft.com/office/drawing/2014/main" id="{87C584A9-15A5-4EF1-8B47-0B47AABDBC8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784600" y="4379913"/>
              <a:ext cx="431800" cy="431800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56417" name="Shape 741">
              <a:extLst>
                <a:ext uri="{FF2B5EF4-FFF2-40B4-BE49-F238E27FC236}">
                  <a16:creationId xmlns:a16="http://schemas.microsoft.com/office/drawing/2014/main" id="{E97F576E-D7D2-4474-ABE7-3B36F109E1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0638" y="4811713"/>
              <a:ext cx="863600" cy="884237"/>
            </a:xfrm>
            <a:prstGeom prst="rect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cxnSp>
          <p:nvCxnSpPr>
            <p:cNvPr id="56418" name="Shape 742">
              <a:extLst>
                <a:ext uri="{FF2B5EF4-FFF2-40B4-BE49-F238E27FC236}">
                  <a16:creationId xmlns:a16="http://schemas.microsoft.com/office/drawing/2014/main" id="{042B5BFD-0945-4B4F-B5ED-923AC8E4054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100638" y="5264150"/>
              <a:ext cx="863600" cy="1588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6419" name="Shape 743">
              <a:extLst>
                <a:ext uri="{FF2B5EF4-FFF2-40B4-BE49-F238E27FC236}">
                  <a16:creationId xmlns:a16="http://schemas.microsoft.com/office/drawing/2014/main" id="{EDADC17A-DAF1-4EE2-8AEC-7B8195C1F29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rot="10800000" flipH="1">
              <a:off x="5532438" y="4811713"/>
              <a:ext cx="1587" cy="862012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56420" name="Shape 744">
              <a:extLst>
                <a:ext uri="{FF2B5EF4-FFF2-40B4-BE49-F238E27FC236}">
                  <a16:creationId xmlns:a16="http://schemas.microsoft.com/office/drawing/2014/main" id="{DAD0A9A0-84AD-4DE5-809E-BF6A8BFB27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87763" y="4595813"/>
              <a:ext cx="1397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b</a:t>
              </a:r>
              <a:r>
                <a:rPr kumimoji="0" lang="en-US" alt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56421" name="Shape 745">
              <a:extLst>
                <a:ext uri="{FF2B5EF4-FFF2-40B4-BE49-F238E27FC236}">
                  <a16:creationId xmlns:a16="http://schemas.microsoft.com/office/drawing/2014/main" id="{FCADF8AF-23D9-4683-873F-2E0F773791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44988" y="4572000"/>
              <a:ext cx="227012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56422" name="Shape 746">
              <a:extLst>
                <a:ext uri="{FF2B5EF4-FFF2-40B4-BE49-F238E27FC236}">
                  <a16:creationId xmlns:a16="http://schemas.microsoft.com/office/drawing/2014/main" id="{699EB99D-88C0-4FAD-BDB7-CC8351062E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81550" y="4572000"/>
              <a:ext cx="20955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01</a:t>
              </a:r>
            </a:p>
          </p:txBody>
        </p:sp>
        <p:sp>
          <p:nvSpPr>
            <p:cNvPr id="56423" name="Shape 747">
              <a:extLst>
                <a:ext uri="{FF2B5EF4-FFF2-40B4-BE49-F238E27FC236}">
                  <a16:creationId xmlns:a16="http://schemas.microsoft.com/office/drawing/2014/main" id="{883BFD3C-D89A-482E-8688-2376AD0422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18113" y="4572000"/>
              <a:ext cx="1524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56424" name="Shape 748">
              <a:extLst>
                <a:ext uri="{FF2B5EF4-FFF2-40B4-BE49-F238E27FC236}">
                  <a16:creationId xmlns:a16="http://schemas.microsoft.com/office/drawing/2014/main" id="{B8FF2DEE-8D01-49D2-8300-C4377EC3B2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03875" y="4572000"/>
              <a:ext cx="1524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56425" name="Shape 749">
              <a:extLst>
                <a:ext uri="{FF2B5EF4-FFF2-40B4-BE49-F238E27FC236}">
                  <a16:creationId xmlns:a16="http://schemas.microsoft.com/office/drawing/2014/main" id="{D9CDEDF3-81B1-4EBA-A21E-3D73C973BE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10025" y="4937125"/>
              <a:ext cx="1143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56426" name="Shape 750">
              <a:extLst>
                <a:ext uri="{FF2B5EF4-FFF2-40B4-BE49-F238E27FC236}">
                  <a16:creationId xmlns:a16="http://schemas.microsoft.com/office/drawing/2014/main" id="{92602442-4A1E-49C1-B278-492632A5F0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00500" y="5373688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56427" name="Shape 751">
              <a:extLst>
                <a:ext uri="{FF2B5EF4-FFF2-40B4-BE49-F238E27FC236}">
                  <a16:creationId xmlns:a16="http://schemas.microsoft.com/office/drawing/2014/main" id="{FC5B79F9-5F3B-4E43-B68D-7FC9DDF1F6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32350" y="49450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56428" name="Shape 752">
              <a:extLst>
                <a:ext uri="{FF2B5EF4-FFF2-40B4-BE49-F238E27FC236}">
                  <a16:creationId xmlns:a16="http://schemas.microsoft.com/office/drawing/2014/main" id="{1F0D4CD5-76A9-4DAE-AF2F-CE25A6A7B8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91025" y="538321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56429" name="Shape 753">
              <a:extLst>
                <a:ext uri="{FF2B5EF4-FFF2-40B4-BE49-F238E27FC236}">
                  <a16:creationId xmlns:a16="http://schemas.microsoft.com/office/drawing/2014/main" id="{F56C7A7C-8D7F-49B3-8543-2124140EC4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32350" y="538321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56430" name="Shape 754">
              <a:extLst>
                <a:ext uri="{FF2B5EF4-FFF2-40B4-BE49-F238E27FC236}">
                  <a16:creationId xmlns:a16="http://schemas.microsoft.com/office/drawing/2014/main" id="{EB617E32-3EAC-4685-9B16-4062C678DE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41763" y="4205288"/>
              <a:ext cx="106362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56431" name="Shape 755">
              <a:extLst>
                <a:ext uri="{FF2B5EF4-FFF2-40B4-BE49-F238E27FC236}">
                  <a16:creationId xmlns:a16="http://schemas.microsoft.com/office/drawing/2014/main" id="{1F3DD9E1-1969-4539-B327-D96F128D5B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30663" y="42973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56432" name="Shape 756">
              <a:extLst>
                <a:ext uri="{FF2B5EF4-FFF2-40B4-BE49-F238E27FC236}">
                  <a16:creationId xmlns:a16="http://schemas.microsoft.com/office/drawing/2014/main" id="{B20E4459-8A68-4CC5-A7F2-7B84B374FA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17975" y="4205288"/>
              <a:ext cx="106363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a</a:t>
              </a:r>
            </a:p>
          </p:txBody>
        </p:sp>
        <p:sp>
          <p:nvSpPr>
            <p:cNvPr id="56433" name="Shape 781">
              <a:extLst>
                <a:ext uri="{FF2B5EF4-FFF2-40B4-BE49-F238E27FC236}">
                  <a16:creationId xmlns:a16="http://schemas.microsoft.com/office/drawing/2014/main" id="{06CC2AC6-AD56-4C0A-B035-2C964CD6E8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72088" y="49450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56434" name="Shape 782">
              <a:extLst>
                <a:ext uri="{FF2B5EF4-FFF2-40B4-BE49-F238E27FC236}">
                  <a16:creationId xmlns:a16="http://schemas.microsoft.com/office/drawing/2014/main" id="{4D114799-ABFC-4DC6-A932-5D41B31DD6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72088" y="538321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56435" name="Shape 783">
              <a:extLst>
                <a:ext uri="{FF2B5EF4-FFF2-40B4-BE49-F238E27FC236}">
                  <a16:creationId xmlns:a16="http://schemas.microsoft.com/office/drawing/2014/main" id="{63163D1A-D5AB-46FC-A93E-1E2F9650E6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99125" y="49450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56436" name="Shape 784">
              <a:extLst>
                <a:ext uri="{FF2B5EF4-FFF2-40B4-BE49-F238E27FC236}">
                  <a16:creationId xmlns:a16="http://schemas.microsoft.com/office/drawing/2014/main" id="{9726998D-6EC5-48EF-9E96-9C568F7459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99125" y="538321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56437" name="Shape 785">
              <a:extLst>
                <a:ext uri="{FF2B5EF4-FFF2-40B4-BE49-F238E27FC236}">
                  <a16:creationId xmlns:a16="http://schemas.microsoft.com/office/drawing/2014/main" id="{F89F965C-D8C3-46E2-9B8E-FA1FBEE9FA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91025" y="49450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56438" name="Shape 811">
              <a:extLst>
                <a:ext uri="{FF2B5EF4-FFF2-40B4-BE49-F238E27FC236}">
                  <a16:creationId xmlns:a16="http://schemas.microsoft.com/office/drawing/2014/main" id="{06EFD025-6345-45A7-80C5-7563B82AE1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81400" y="4114800"/>
              <a:ext cx="227013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s </a:t>
              </a:r>
              <a:endParaRPr kumimoji="0" lang="en-US" altLang="en-US" sz="12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  <a:sym typeface="Times New Roman" panose="02020603050405020304" pitchFamily="18" charset="0"/>
              </a:endParaRPr>
            </a:p>
          </p:txBody>
        </p:sp>
      </p:grpSp>
      <p:grpSp>
        <p:nvGrpSpPr>
          <p:cNvPr id="56385" name="Group 3">
            <a:extLst>
              <a:ext uri="{FF2B5EF4-FFF2-40B4-BE49-F238E27FC236}">
                <a16:creationId xmlns:a16="http://schemas.microsoft.com/office/drawing/2014/main" id="{9895121D-821A-499F-B8C0-C04AF57F41BF}"/>
              </a:ext>
            </a:extLst>
          </p:cNvPr>
          <p:cNvGrpSpPr>
            <a:grpSpLocks/>
          </p:cNvGrpSpPr>
          <p:nvPr/>
        </p:nvGrpSpPr>
        <p:grpSpPr bwMode="auto">
          <a:xfrm>
            <a:off x="228600" y="4114800"/>
            <a:ext cx="2382838" cy="1581150"/>
            <a:chOff x="228600" y="4114800"/>
            <a:chExt cx="2382838" cy="1581150"/>
          </a:xfrm>
        </p:grpSpPr>
        <p:sp>
          <p:nvSpPr>
            <p:cNvPr id="56387" name="Shape 737">
              <a:extLst>
                <a:ext uri="{FF2B5EF4-FFF2-40B4-BE49-F238E27FC236}">
                  <a16:creationId xmlns:a16="http://schemas.microsoft.com/office/drawing/2014/main" id="{4E0D83B0-CF50-4E05-BBEA-4618305FBA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3600" y="4811713"/>
              <a:ext cx="884238" cy="884237"/>
            </a:xfrm>
            <a:prstGeom prst="rect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cxnSp>
          <p:nvCxnSpPr>
            <p:cNvPr id="56388" name="Shape 738">
              <a:extLst>
                <a:ext uri="{FF2B5EF4-FFF2-40B4-BE49-F238E27FC236}">
                  <a16:creationId xmlns:a16="http://schemas.microsoft.com/office/drawing/2014/main" id="{19F68269-FA18-4EB1-93F9-E727C51B120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863600" y="5264150"/>
              <a:ext cx="884238" cy="1588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6389" name="Shape 739">
              <a:extLst>
                <a:ext uri="{FF2B5EF4-FFF2-40B4-BE49-F238E27FC236}">
                  <a16:creationId xmlns:a16="http://schemas.microsoft.com/office/drawing/2014/main" id="{CE309FF1-CF05-42D0-9753-A0CD03107D2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rot="10800000" flipH="1">
              <a:off x="1295400" y="4811713"/>
              <a:ext cx="1588" cy="884237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6390" name="Shape 740">
              <a:extLst>
                <a:ext uri="{FF2B5EF4-FFF2-40B4-BE49-F238E27FC236}">
                  <a16:creationId xmlns:a16="http://schemas.microsoft.com/office/drawing/2014/main" id="{B871A0A6-D94C-4D9A-9747-88BF3C11A85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31800" y="4379913"/>
              <a:ext cx="431800" cy="431800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56391" name="Shape 741">
              <a:extLst>
                <a:ext uri="{FF2B5EF4-FFF2-40B4-BE49-F238E27FC236}">
                  <a16:creationId xmlns:a16="http://schemas.microsoft.com/office/drawing/2014/main" id="{011AA685-2CB2-4EDF-9649-616EC7D23C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47838" y="4811713"/>
              <a:ext cx="863600" cy="884237"/>
            </a:xfrm>
            <a:prstGeom prst="rect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cxnSp>
          <p:nvCxnSpPr>
            <p:cNvPr id="56392" name="Shape 742">
              <a:extLst>
                <a:ext uri="{FF2B5EF4-FFF2-40B4-BE49-F238E27FC236}">
                  <a16:creationId xmlns:a16="http://schemas.microsoft.com/office/drawing/2014/main" id="{27B07A3D-FF8A-4F40-90A7-22B1C04C639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747838" y="5264150"/>
              <a:ext cx="863600" cy="1588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6393" name="Shape 743">
              <a:extLst>
                <a:ext uri="{FF2B5EF4-FFF2-40B4-BE49-F238E27FC236}">
                  <a16:creationId xmlns:a16="http://schemas.microsoft.com/office/drawing/2014/main" id="{3F3C6F19-05EA-425E-946E-E4EF78386DB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rot="10800000" flipH="1">
              <a:off x="2179638" y="4811713"/>
              <a:ext cx="1587" cy="862012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56394" name="Shape 744">
              <a:extLst>
                <a:ext uri="{FF2B5EF4-FFF2-40B4-BE49-F238E27FC236}">
                  <a16:creationId xmlns:a16="http://schemas.microsoft.com/office/drawing/2014/main" id="{46FE44AE-C46A-442E-9CFC-56003A0057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963" y="4595813"/>
              <a:ext cx="1397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b</a:t>
              </a:r>
              <a:r>
                <a:rPr kumimoji="0" lang="en-US" alt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56395" name="Shape 745">
              <a:extLst>
                <a:ext uri="{FF2B5EF4-FFF2-40B4-BE49-F238E27FC236}">
                  <a16:creationId xmlns:a16="http://schemas.microsoft.com/office/drawing/2014/main" id="{D976E71F-63D7-497E-86CD-A20E009E41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2188" y="4572000"/>
              <a:ext cx="227012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56396" name="Shape 746">
              <a:extLst>
                <a:ext uri="{FF2B5EF4-FFF2-40B4-BE49-F238E27FC236}">
                  <a16:creationId xmlns:a16="http://schemas.microsoft.com/office/drawing/2014/main" id="{BF487802-1EBD-4C00-9E52-4DA66D2D84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28750" y="4572000"/>
              <a:ext cx="20955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01</a:t>
              </a:r>
            </a:p>
          </p:txBody>
        </p:sp>
        <p:sp>
          <p:nvSpPr>
            <p:cNvPr id="56397" name="Shape 747">
              <a:extLst>
                <a:ext uri="{FF2B5EF4-FFF2-40B4-BE49-F238E27FC236}">
                  <a16:creationId xmlns:a16="http://schemas.microsoft.com/office/drawing/2014/main" id="{53AF8C09-126F-48CE-AC07-B5E187F9F1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65313" y="4572000"/>
              <a:ext cx="1524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56398" name="Shape 748">
              <a:extLst>
                <a:ext uri="{FF2B5EF4-FFF2-40B4-BE49-F238E27FC236}">
                  <a16:creationId xmlns:a16="http://schemas.microsoft.com/office/drawing/2014/main" id="{29E2218C-5849-4232-9F47-67C2328A2B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51075" y="4572000"/>
              <a:ext cx="1524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56399" name="Shape 749">
              <a:extLst>
                <a:ext uri="{FF2B5EF4-FFF2-40B4-BE49-F238E27FC236}">
                  <a16:creationId xmlns:a16="http://schemas.microsoft.com/office/drawing/2014/main" id="{6BC566AC-5350-417F-9E6A-3E967C2535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7225" y="4937125"/>
              <a:ext cx="1143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56400" name="Shape 750">
              <a:extLst>
                <a:ext uri="{FF2B5EF4-FFF2-40B4-BE49-F238E27FC236}">
                  <a16:creationId xmlns:a16="http://schemas.microsoft.com/office/drawing/2014/main" id="{C94CCA2B-5AE8-48F1-8DAF-B062905085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7700" y="5373688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56401" name="Shape 751">
              <a:extLst>
                <a:ext uri="{FF2B5EF4-FFF2-40B4-BE49-F238E27FC236}">
                  <a16:creationId xmlns:a16="http://schemas.microsoft.com/office/drawing/2014/main" id="{8A6FD6E9-FE05-416D-BA73-7916AF514A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79550" y="49450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56402" name="Shape 752">
              <a:extLst>
                <a:ext uri="{FF2B5EF4-FFF2-40B4-BE49-F238E27FC236}">
                  <a16:creationId xmlns:a16="http://schemas.microsoft.com/office/drawing/2014/main" id="{F5C22412-09AB-43F5-B33F-0685A36612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225" y="538321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56403" name="Shape 753">
              <a:extLst>
                <a:ext uri="{FF2B5EF4-FFF2-40B4-BE49-F238E27FC236}">
                  <a16:creationId xmlns:a16="http://schemas.microsoft.com/office/drawing/2014/main" id="{3050425C-B985-4038-8297-82364CA730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79550" y="538321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56404" name="Shape 754">
              <a:extLst>
                <a:ext uri="{FF2B5EF4-FFF2-40B4-BE49-F238E27FC236}">
                  <a16:creationId xmlns:a16="http://schemas.microsoft.com/office/drawing/2014/main" id="{9670BAD2-0C52-4134-AA4B-20DE3138B4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8963" y="4205288"/>
              <a:ext cx="106362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56405" name="Shape 755">
              <a:extLst>
                <a:ext uri="{FF2B5EF4-FFF2-40B4-BE49-F238E27FC236}">
                  <a16:creationId xmlns:a16="http://schemas.microsoft.com/office/drawing/2014/main" id="{D9EC7394-338A-41C5-8C5D-976B82D538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7863" y="42973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56406" name="Shape 756">
              <a:extLst>
                <a:ext uri="{FF2B5EF4-FFF2-40B4-BE49-F238E27FC236}">
                  <a16:creationId xmlns:a16="http://schemas.microsoft.com/office/drawing/2014/main" id="{BFA3474D-A42B-421B-B243-ECB42A3920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5175" y="4205288"/>
              <a:ext cx="106363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a</a:t>
              </a:r>
            </a:p>
          </p:txBody>
        </p:sp>
        <p:sp>
          <p:nvSpPr>
            <p:cNvPr id="56407" name="Shape 781">
              <a:extLst>
                <a:ext uri="{FF2B5EF4-FFF2-40B4-BE49-F238E27FC236}">
                  <a16:creationId xmlns:a16="http://schemas.microsoft.com/office/drawing/2014/main" id="{60A20730-475F-433D-BD5C-60B2732E9C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9288" y="49450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56408" name="Shape 782">
              <a:extLst>
                <a:ext uri="{FF2B5EF4-FFF2-40B4-BE49-F238E27FC236}">
                  <a16:creationId xmlns:a16="http://schemas.microsoft.com/office/drawing/2014/main" id="{53C51736-929D-4B12-A808-2E7B7068BE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9288" y="538321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56409" name="Shape 783">
              <a:extLst>
                <a:ext uri="{FF2B5EF4-FFF2-40B4-BE49-F238E27FC236}">
                  <a16:creationId xmlns:a16="http://schemas.microsoft.com/office/drawing/2014/main" id="{CE5A659B-1090-4A3F-A3D3-D3F0FA031B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46325" y="49450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56410" name="Shape 784">
              <a:extLst>
                <a:ext uri="{FF2B5EF4-FFF2-40B4-BE49-F238E27FC236}">
                  <a16:creationId xmlns:a16="http://schemas.microsoft.com/office/drawing/2014/main" id="{3D8A7B0D-3BA1-43EC-A22E-5BCFAE8978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46325" y="538321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56411" name="Shape 785">
              <a:extLst>
                <a:ext uri="{FF2B5EF4-FFF2-40B4-BE49-F238E27FC236}">
                  <a16:creationId xmlns:a16="http://schemas.microsoft.com/office/drawing/2014/main" id="{0F284DEC-F0FE-4BB1-8DC3-8FA8363D33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225" y="49450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56412" name="Shape 811">
              <a:extLst>
                <a:ext uri="{FF2B5EF4-FFF2-40B4-BE49-F238E27FC236}">
                  <a16:creationId xmlns:a16="http://schemas.microsoft.com/office/drawing/2014/main" id="{1E7ACC65-B237-4086-8204-0AE0773BAB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8600" y="4114800"/>
              <a:ext cx="227013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Y </a:t>
              </a:r>
              <a:endParaRPr kumimoji="0" lang="en-US" altLang="en-US" sz="12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  <a:sym typeface="Times New Roman" panose="02020603050405020304" pitchFamily="18" charset="0"/>
              </a:endParaRPr>
            </a:p>
          </p:txBody>
        </p:sp>
      </p:grpSp>
      <p:sp>
        <p:nvSpPr>
          <p:cNvPr id="118" name="Rectangle 2">
            <a:extLst>
              <a:ext uri="{FF2B5EF4-FFF2-40B4-BE49-F238E27FC236}">
                <a16:creationId xmlns:a16="http://schemas.microsoft.com/office/drawing/2014/main" id="{0633B07F-5FFD-5A4A-9971-8D7FE965ADDD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Derivation of Y and s</a:t>
            </a: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345" name="Group 1">
            <a:extLst>
              <a:ext uri="{FF2B5EF4-FFF2-40B4-BE49-F238E27FC236}">
                <a16:creationId xmlns:a16="http://schemas.microsoft.com/office/drawing/2014/main" id="{BD4D0374-054C-4E48-9524-A5BF4A26E186}"/>
              </a:ext>
            </a:extLst>
          </p:cNvPr>
          <p:cNvGrpSpPr>
            <a:grpSpLocks/>
          </p:cNvGrpSpPr>
          <p:nvPr/>
        </p:nvGrpSpPr>
        <p:grpSpPr bwMode="auto">
          <a:xfrm>
            <a:off x="139700" y="1447800"/>
            <a:ext cx="6032500" cy="2270125"/>
            <a:chOff x="1552575" y="1598613"/>
            <a:chExt cx="6032500" cy="2270125"/>
          </a:xfrm>
        </p:grpSpPr>
        <p:sp>
          <p:nvSpPr>
            <p:cNvPr id="57470" name="Rectangle 57">
              <a:extLst>
                <a:ext uri="{FF2B5EF4-FFF2-40B4-BE49-F238E27FC236}">
                  <a16:creationId xmlns:a16="http://schemas.microsoft.com/office/drawing/2014/main" id="{60AC6347-2142-4669-8FCB-856A6B145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1598613"/>
              <a:ext cx="601503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471" name="Rectangle 58">
              <a:extLst>
                <a:ext uri="{FF2B5EF4-FFF2-40B4-BE49-F238E27FC236}">
                  <a16:creationId xmlns:a16="http://schemas.microsoft.com/office/drawing/2014/main" id="{C943407F-C04E-409A-912A-04D4EB22D0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1619250"/>
              <a:ext cx="11113" cy="523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472" name="Rectangle 59">
              <a:extLst>
                <a:ext uri="{FF2B5EF4-FFF2-40B4-BE49-F238E27FC236}">
                  <a16:creationId xmlns:a16="http://schemas.microsoft.com/office/drawing/2014/main" id="{DB17B373-F4D4-4004-8059-7A002C9441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1619250"/>
              <a:ext cx="12700" cy="523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473" name="Rectangle 60">
              <a:extLst>
                <a:ext uri="{FF2B5EF4-FFF2-40B4-BE49-F238E27FC236}">
                  <a16:creationId xmlns:a16="http://schemas.microsoft.com/office/drawing/2014/main" id="{983C4B92-4C25-4940-A5EC-E72669ABEC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4500" y="1924050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Present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474" name="Rectangle 61">
              <a:extLst>
                <a:ext uri="{FF2B5EF4-FFF2-40B4-BE49-F238E27FC236}">
                  <a16:creationId xmlns:a16="http://schemas.microsoft.com/office/drawing/2014/main" id="{6F4390DC-49B3-4030-A0DA-FDC5B5D80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588" y="1619250"/>
              <a:ext cx="12700" cy="523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475" name="Rectangle 62">
              <a:extLst>
                <a:ext uri="{FF2B5EF4-FFF2-40B4-BE49-F238E27FC236}">
                  <a16:creationId xmlns:a16="http://schemas.microsoft.com/office/drawing/2014/main" id="{F40B59C8-4927-4EBA-AB72-46BE00D6E9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1863" y="1725613"/>
              <a:ext cx="10842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Next 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476" name="Rectangle 63">
              <a:extLst>
                <a:ext uri="{FF2B5EF4-FFF2-40B4-BE49-F238E27FC236}">
                  <a16:creationId xmlns:a16="http://schemas.microsoft.com/office/drawing/2014/main" id="{0043BDF1-E0AD-4C5B-A91C-F6CF52F141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9200" y="1619250"/>
              <a:ext cx="12700" cy="523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477" name="Rectangle 64">
              <a:extLst>
                <a:ext uri="{FF2B5EF4-FFF2-40B4-BE49-F238E27FC236}">
                  <a16:creationId xmlns:a16="http://schemas.microsoft.com/office/drawing/2014/main" id="{D29A7DDD-C72F-49B3-9774-6F0794BF6E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2130425"/>
              <a:ext cx="49672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478" name="Rectangle 65">
              <a:extLst>
                <a:ext uri="{FF2B5EF4-FFF2-40B4-BE49-F238E27FC236}">
                  <a16:creationId xmlns:a16="http://schemas.microsoft.com/office/drawing/2014/main" id="{88E0C01B-55E7-4D0F-AEA4-BA53F65F92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2143125"/>
              <a:ext cx="11113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479" name="Rectangle 66">
              <a:extLst>
                <a:ext uri="{FF2B5EF4-FFF2-40B4-BE49-F238E27FC236}">
                  <a16:creationId xmlns:a16="http://schemas.microsoft.com/office/drawing/2014/main" id="{DCBE841E-5C0A-4DF5-87BE-E46677542D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0288" y="1725613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Output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480" name="Rectangle 67">
              <a:extLst>
                <a:ext uri="{FF2B5EF4-FFF2-40B4-BE49-F238E27FC236}">
                  <a16:creationId xmlns:a16="http://schemas.microsoft.com/office/drawing/2014/main" id="{E6EC8DA1-F900-4C97-91E8-A3083B9B1F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214312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481" name="Rectangle 68">
              <a:extLst>
                <a:ext uri="{FF2B5EF4-FFF2-40B4-BE49-F238E27FC236}">
                  <a16:creationId xmlns:a16="http://schemas.microsoft.com/office/drawing/2014/main" id="{58FE2AA0-AF90-4B25-813C-891428C2DB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4200" y="2238375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482" name="Rectangle 69">
              <a:extLst>
                <a:ext uri="{FF2B5EF4-FFF2-40B4-BE49-F238E27FC236}">
                  <a16:creationId xmlns:a16="http://schemas.microsoft.com/office/drawing/2014/main" id="{39566595-87DD-40A3-A3AB-0DD62F7345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2250" y="224631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ab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483" name="Rectangle 70">
              <a:extLst>
                <a:ext uri="{FF2B5EF4-FFF2-40B4-BE49-F238E27FC236}">
                  <a16:creationId xmlns:a16="http://schemas.microsoft.com/office/drawing/2014/main" id="{1AD0DF0F-FD13-4253-B5F2-FDB7BC1902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8638" y="2247900"/>
              <a:ext cx="460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=00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484" name="Rectangle 71">
              <a:extLst>
                <a:ext uri="{FF2B5EF4-FFF2-40B4-BE49-F238E27FC236}">
                  <a16:creationId xmlns:a16="http://schemas.microsoft.com/office/drawing/2014/main" id="{48C577D8-E99C-4CA6-A2A5-95F5EFF4B3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7463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485" name="Rectangle 72">
              <a:extLst>
                <a:ext uri="{FF2B5EF4-FFF2-40B4-BE49-F238E27FC236}">
                  <a16:creationId xmlns:a16="http://schemas.microsoft.com/office/drawing/2014/main" id="{EF0EEEF5-412B-489C-BB78-6A56793BD3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325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486" name="Rectangle 73">
              <a:extLst>
                <a:ext uri="{FF2B5EF4-FFF2-40B4-BE49-F238E27FC236}">
                  <a16:creationId xmlns:a16="http://schemas.microsoft.com/office/drawing/2014/main" id="{1AC0E861-868C-4393-8C3C-81C8780345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588" y="214312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487" name="Rectangle 74">
              <a:extLst>
                <a:ext uri="{FF2B5EF4-FFF2-40B4-BE49-F238E27FC236}">
                  <a16:creationId xmlns:a16="http://schemas.microsoft.com/office/drawing/2014/main" id="{613D89A4-62A7-486E-957C-EEA0011578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3950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488" name="Rectangle 75">
              <a:extLst>
                <a:ext uri="{FF2B5EF4-FFF2-40B4-BE49-F238E27FC236}">
                  <a16:creationId xmlns:a16="http://schemas.microsoft.com/office/drawing/2014/main" id="{B2CA13CF-2529-4F48-B96E-BC64FC57F0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7988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489" name="Rectangle 76">
              <a:extLst>
                <a:ext uri="{FF2B5EF4-FFF2-40B4-BE49-F238E27FC236}">
                  <a16:creationId xmlns:a16="http://schemas.microsoft.com/office/drawing/2014/main" id="{8CD7794C-BC92-4930-8768-ADA28F39B5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0438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490" name="Rectangle 77">
              <a:extLst>
                <a:ext uri="{FF2B5EF4-FFF2-40B4-BE49-F238E27FC236}">
                  <a16:creationId xmlns:a16="http://schemas.microsoft.com/office/drawing/2014/main" id="{4E4893D2-D426-4E72-8DB4-89BC911F35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491" name="Rectangle 78">
              <a:extLst>
                <a:ext uri="{FF2B5EF4-FFF2-40B4-BE49-F238E27FC236}">
                  <a16:creationId xmlns:a16="http://schemas.microsoft.com/office/drawing/2014/main" id="{BEC594C0-11D0-4AF0-AC7A-CD35AA0F9F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9200" y="214312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492" name="Rectangle 79">
              <a:extLst>
                <a:ext uri="{FF2B5EF4-FFF2-40B4-BE49-F238E27FC236}">
                  <a16:creationId xmlns:a16="http://schemas.microsoft.com/office/drawing/2014/main" id="{8E988C34-D45F-4A50-9538-AD6C1C6E42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2587625"/>
              <a:ext cx="49672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493" name="Rectangle 80">
              <a:extLst>
                <a:ext uri="{FF2B5EF4-FFF2-40B4-BE49-F238E27FC236}">
                  <a16:creationId xmlns:a16="http://schemas.microsoft.com/office/drawing/2014/main" id="{07C7E915-4578-4297-AAC9-A4DBA004B2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2600325"/>
              <a:ext cx="11113" cy="455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494" name="Rectangle 81">
              <a:extLst>
                <a:ext uri="{FF2B5EF4-FFF2-40B4-BE49-F238E27FC236}">
                  <a16:creationId xmlns:a16="http://schemas.microsoft.com/office/drawing/2014/main" id="{23494D4F-BEDE-4937-9ED0-F07E2A7DE8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0100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495" name="Rectangle 82">
              <a:extLst>
                <a:ext uri="{FF2B5EF4-FFF2-40B4-BE49-F238E27FC236}">
                  <a16:creationId xmlns:a16="http://schemas.microsoft.com/office/drawing/2014/main" id="{E9896CF1-A88E-42D5-9667-FC6215F132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2600325"/>
              <a:ext cx="12700" cy="455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496" name="Rectangle 83">
              <a:extLst>
                <a:ext uri="{FF2B5EF4-FFF2-40B4-BE49-F238E27FC236}">
                  <a16:creationId xmlns:a16="http://schemas.microsoft.com/office/drawing/2014/main" id="{584B3707-7528-4F95-A78C-79DE899A26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2475" y="2657475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497" name="Rectangle 84">
              <a:extLst>
                <a:ext uri="{FF2B5EF4-FFF2-40B4-BE49-F238E27FC236}">
                  <a16:creationId xmlns:a16="http://schemas.microsoft.com/office/drawing/2014/main" id="{E93A64B0-D9E9-4480-8D79-3A0A36FC4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588" y="2600325"/>
              <a:ext cx="12700" cy="455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498" name="Rectangle 85">
              <a:extLst>
                <a:ext uri="{FF2B5EF4-FFF2-40B4-BE49-F238E27FC236}">
                  <a16:creationId xmlns:a16="http://schemas.microsoft.com/office/drawing/2014/main" id="{30EECA84-44FB-47B1-A916-06114E71C2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6675" y="2703513"/>
              <a:ext cx="20478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499" name="Rectangle 86">
              <a:extLst>
                <a:ext uri="{FF2B5EF4-FFF2-40B4-BE49-F238E27FC236}">
                  <a16:creationId xmlns:a16="http://schemas.microsoft.com/office/drawing/2014/main" id="{1106C57A-AB42-4179-9825-A695E5EDFB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9200" y="2600325"/>
              <a:ext cx="12700" cy="455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500" name="Rectangle 87">
              <a:extLst>
                <a:ext uri="{FF2B5EF4-FFF2-40B4-BE49-F238E27FC236}">
                  <a16:creationId xmlns:a16="http://schemas.microsoft.com/office/drawing/2014/main" id="{9EAE4480-B343-421B-8432-1194893F15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3043238"/>
              <a:ext cx="6015038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501" name="Rectangle 88">
              <a:extLst>
                <a:ext uri="{FF2B5EF4-FFF2-40B4-BE49-F238E27FC236}">
                  <a16:creationId xmlns:a16="http://schemas.microsoft.com/office/drawing/2014/main" id="{788552CA-41B9-414C-A4EB-A3C3945B9F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3055938"/>
              <a:ext cx="11113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502" name="Rectangle 89">
              <a:extLst>
                <a:ext uri="{FF2B5EF4-FFF2-40B4-BE49-F238E27FC236}">
                  <a16:creationId xmlns:a16="http://schemas.microsoft.com/office/drawing/2014/main" id="{9B319C81-F8B0-4238-B83F-99E65152EB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05563" y="2703513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503" name="Rectangle 90">
              <a:extLst>
                <a:ext uri="{FF2B5EF4-FFF2-40B4-BE49-F238E27FC236}">
                  <a16:creationId xmlns:a16="http://schemas.microsoft.com/office/drawing/2014/main" id="{CC2E5720-BE25-40F0-84B2-28424A7976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305593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504" name="Rectangle 91">
              <a:extLst>
                <a:ext uri="{FF2B5EF4-FFF2-40B4-BE49-F238E27FC236}">
                  <a16:creationId xmlns:a16="http://schemas.microsoft.com/office/drawing/2014/main" id="{1C8D69A7-D1C7-40BE-B1B8-002399F88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5650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505" name="Rectangle 92">
              <a:extLst>
                <a:ext uri="{FF2B5EF4-FFF2-40B4-BE49-F238E27FC236}">
                  <a16:creationId xmlns:a16="http://schemas.microsoft.com/office/drawing/2014/main" id="{85DC3283-C136-40EB-BCCE-411B94810A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358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506" name="Rectangle 93">
              <a:extLst>
                <a:ext uri="{FF2B5EF4-FFF2-40B4-BE49-F238E27FC236}">
                  <a16:creationId xmlns:a16="http://schemas.microsoft.com/office/drawing/2014/main" id="{5DE7DA55-25FA-47A6-8030-191BB18A33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413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507" name="Rectangle 94">
              <a:extLst>
                <a:ext uri="{FF2B5EF4-FFF2-40B4-BE49-F238E27FC236}">
                  <a16:creationId xmlns:a16="http://schemas.microsoft.com/office/drawing/2014/main" id="{D5611D2F-1F66-4D4A-A20F-09BA116618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658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508" name="Rectangle 95">
              <a:extLst>
                <a:ext uri="{FF2B5EF4-FFF2-40B4-BE49-F238E27FC236}">
                  <a16:creationId xmlns:a16="http://schemas.microsoft.com/office/drawing/2014/main" id="{C5224CEE-B34E-4588-B7BB-2B3FBC2D21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588" y="305593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509" name="Rectangle 96">
              <a:extLst>
                <a:ext uri="{FF2B5EF4-FFF2-40B4-BE49-F238E27FC236}">
                  <a16:creationId xmlns:a16="http://schemas.microsoft.com/office/drawing/2014/main" id="{E9D3D9DD-A1BC-4A07-9E56-CBD0934ADC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2213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510" name="Rectangle 97">
              <a:extLst>
                <a:ext uri="{FF2B5EF4-FFF2-40B4-BE49-F238E27FC236}">
                  <a16:creationId xmlns:a16="http://schemas.microsoft.com/office/drawing/2014/main" id="{57DC9ECC-3B14-4A20-85E8-D73F80D4B1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783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511" name="Rectangle 98">
              <a:extLst>
                <a:ext uri="{FF2B5EF4-FFF2-40B4-BE49-F238E27FC236}">
                  <a16:creationId xmlns:a16="http://schemas.microsoft.com/office/drawing/2014/main" id="{9A127926-706E-44E5-A2EB-097370178C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1875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512" name="Rectangle 99">
              <a:extLst>
                <a:ext uri="{FF2B5EF4-FFF2-40B4-BE49-F238E27FC236}">
                  <a16:creationId xmlns:a16="http://schemas.microsoft.com/office/drawing/2014/main" id="{9AA8B22C-1D53-4974-8E0F-1612869391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908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513" name="Rectangle 100">
              <a:extLst>
                <a:ext uri="{FF2B5EF4-FFF2-40B4-BE49-F238E27FC236}">
                  <a16:creationId xmlns:a16="http://schemas.microsoft.com/office/drawing/2014/main" id="{1FD1BD84-2EC4-4646-B68A-700D35834A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9200" y="305593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514" name="Rectangle 101">
              <a:extLst>
                <a:ext uri="{FF2B5EF4-FFF2-40B4-BE49-F238E27FC236}">
                  <a16:creationId xmlns:a16="http://schemas.microsoft.com/office/drawing/2014/main" id="{886289D0-531D-4214-9B90-278C51C24B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3517900"/>
              <a:ext cx="11113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515" name="Rectangle 102">
              <a:extLst>
                <a:ext uri="{FF2B5EF4-FFF2-40B4-BE49-F238E27FC236}">
                  <a16:creationId xmlns:a16="http://schemas.microsoft.com/office/drawing/2014/main" id="{4B1FF79F-CA72-4066-904A-14B2C95AE2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153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516" name="Rectangle 103">
              <a:extLst>
                <a:ext uri="{FF2B5EF4-FFF2-40B4-BE49-F238E27FC236}">
                  <a16:creationId xmlns:a16="http://schemas.microsoft.com/office/drawing/2014/main" id="{0118E192-6592-4A3A-9D13-A31DCE6DBD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3517900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517" name="Rectangle 104">
              <a:extLst>
                <a:ext uri="{FF2B5EF4-FFF2-40B4-BE49-F238E27FC236}">
                  <a16:creationId xmlns:a16="http://schemas.microsoft.com/office/drawing/2014/main" id="{353B1BA8-76B1-4230-A24E-8D1CC8214C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5650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518" name="Rectangle 105">
              <a:extLst>
                <a:ext uri="{FF2B5EF4-FFF2-40B4-BE49-F238E27FC236}">
                  <a16:creationId xmlns:a16="http://schemas.microsoft.com/office/drawing/2014/main" id="{8B7F9C9E-6243-45E1-A9F5-2844B55141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358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519" name="Rectangle 106">
              <a:extLst>
                <a:ext uri="{FF2B5EF4-FFF2-40B4-BE49-F238E27FC236}">
                  <a16:creationId xmlns:a16="http://schemas.microsoft.com/office/drawing/2014/main" id="{05F57B03-8C8C-481A-B068-F9742315AC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413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520" name="Rectangle 107">
              <a:extLst>
                <a:ext uri="{FF2B5EF4-FFF2-40B4-BE49-F238E27FC236}">
                  <a16:creationId xmlns:a16="http://schemas.microsoft.com/office/drawing/2014/main" id="{2235FED2-3AD0-4492-8304-C3A3285CE0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658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521" name="Rectangle 108">
              <a:extLst>
                <a:ext uri="{FF2B5EF4-FFF2-40B4-BE49-F238E27FC236}">
                  <a16:creationId xmlns:a16="http://schemas.microsoft.com/office/drawing/2014/main" id="{756D5F91-9D14-46C2-9AAB-B598AB109D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588" y="3517900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522" name="Rectangle 109">
              <a:extLst>
                <a:ext uri="{FF2B5EF4-FFF2-40B4-BE49-F238E27FC236}">
                  <a16:creationId xmlns:a16="http://schemas.microsoft.com/office/drawing/2014/main" id="{C7D3C2F5-EAD3-446B-8CB4-CCA8A8E82C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2213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523" name="Rectangle 110">
              <a:extLst>
                <a:ext uri="{FF2B5EF4-FFF2-40B4-BE49-F238E27FC236}">
                  <a16:creationId xmlns:a16="http://schemas.microsoft.com/office/drawing/2014/main" id="{6D3083F4-A80B-4751-821A-E2B31A14ED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783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524" name="Rectangle 111">
              <a:extLst>
                <a:ext uri="{FF2B5EF4-FFF2-40B4-BE49-F238E27FC236}">
                  <a16:creationId xmlns:a16="http://schemas.microsoft.com/office/drawing/2014/main" id="{E37FB0C2-DDD3-4912-B5F9-06350CFCDC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1875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525" name="Rectangle 112">
              <a:extLst>
                <a:ext uri="{FF2B5EF4-FFF2-40B4-BE49-F238E27FC236}">
                  <a16:creationId xmlns:a16="http://schemas.microsoft.com/office/drawing/2014/main" id="{0C2DDFE2-BEA3-4913-B3FA-95F70C05FC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908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526" name="Rectangle 113">
              <a:extLst>
                <a:ext uri="{FF2B5EF4-FFF2-40B4-BE49-F238E27FC236}">
                  <a16:creationId xmlns:a16="http://schemas.microsoft.com/office/drawing/2014/main" id="{4D86F830-CCE9-40CC-ABAF-C7BB6C58AA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9200" y="3517900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527" name="Rectangle 114">
              <a:extLst>
                <a:ext uri="{FF2B5EF4-FFF2-40B4-BE49-F238E27FC236}">
                  <a16:creationId xmlns:a16="http://schemas.microsoft.com/office/drawing/2014/main" id="{C0B8EE00-CBCB-47FE-8377-79B3C29DD9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3856038"/>
              <a:ext cx="6015038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528" name="Rectangle 115">
              <a:extLst>
                <a:ext uri="{FF2B5EF4-FFF2-40B4-BE49-F238E27FC236}">
                  <a16:creationId xmlns:a16="http://schemas.microsoft.com/office/drawing/2014/main" id="{8BAB31EE-4A1B-41D5-8AEC-3380376CE1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153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aphicFrame>
        <p:nvGraphicFramePr>
          <p:cNvPr id="66" name="Shape 730">
            <a:extLst>
              <a:ext uri="{FF2B5EF4-FFF2-40B4-BE49-F238E27FC236}">
                <a16:creationId xmlns:a16="http://schemas.microsoft.com/office/drawing/2014/main" id="{ACE5F21A-159D-F042-BD00-1B9372690DB1}"/>
              </a:ext>
            </a:extLst>
          </p:cNvPr>
          <p:cNvGraphicFramePr>
            <a:graphicFrameLocks noGrp="1"/>
          </p:cNvGraphicFramePr>
          <p:nvPr/>
        </p:nvGraphicFramePr>
        <p:xfrm>
          <a:off x="6477000" y="1447800"/>
          <a:ext cx="2478088" cy="3571875"/>
        </p:xfrm>
        <a:graphic>
          <a:graphicData uri="http://schemas.openxmlformats.org/drawingml/2006/table">
            <a:tbl>
              <a:tblPr/>
              <a:tblGrid>
                <a:gridCol w="4953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688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y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a</a:t>
                      </a:r>
                      <a:endParaRPr kumimoji="0" lang="en-US" altLang="en-US" sz="14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MS PGothic" charset="-128"/>
                        <a:sym typeface="Times New Roman" charset="0"/>
                      </a:endParaRP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b</a:t>
                      </a:r>
                      <a:endParaRPr kumimoji="0" lang="en-US" altLang="en-US" sz="14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MS PGothic" charset="-128"/>
                        <a:sym typeface="Times New Roman" charset="0"/>
                      </a:endParaRP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Y</a:t>
                      </a:r>
                      <a:endParaRPr kumimoji="0" lang="en-US" altLang="en-US" sz="14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MS PGothic" charset="-128"/>
                        <a:sym typeface="Times New Roman" charset="0"/>
                      </a:endParaRP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s</a:t>
                      </a:r>
                      <a:endParaRPr kumimoji="0" lang="en-US" altLang="en-US" sz="14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MS PGothic" charset="-128"/>
                        <a:sym typeface="Times New Roman" charset="0"/>
                      </a:endParaRP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pSp>
        <p:nvGrpSpPr>
          <p:cNvPr id="57408" name="Group 2">
            <a:extLst>
              <a:ext uri="{FF2B5EF4-FFF2-40B4-BE49-F238E27FC236}">
                <a16:creationId xmlns:a16="http://schemas.microsoft.com/office/drawing/2014/main" id="{121C3ED7-2C16-4A88-8D56-FF95785245A6}"/>
              </a:ext>
            </a:extLst>
          </p:cNvPr>
          <p:cNvGrpSpPr>
            <a:grpSpLocks/>
          </p:cNvGrpSpPr>
          <p:nvPr/>
        </p:nvGrpSpPr>
        <p:grpSpPr bwMode="auto">
          <a:xfrm>
            <a:off x="3581400" y="4114800"/>
            <a:ext cx="2382838" cy="1581150"/>
            <a:chOff x="3581400" y="4114800"/>
            <a:chExt cx="2382838" cy="1581150"/>
          </a:xfrm>
        </p:grpSpPr>
        <p:sp>
          <p:nvSpPr>
            <p:cNvPr id="57440" name="Shape 737">
              <a:extLst>
                <a:ext uri="{FF2B5EF4-FFF2-40B4-BE49-F238E27FC236}">
                  <a16:creationId xmlns:a16="http://schemas.microsoft.com/office/drawing/2014/main" id="{01306428-4F10-44F2-837A-92688FA899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16400" y="4811713"/>
              <a:ext cx="884238" cy="884237"/>
            </a:xfrm>
            <a:prstGeom prst="rect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cxnSp>
          <p:nvCxnSpPr>
            <p:cNvPr id="57441" name="Shape 738">
              <a:extLst>
                <a:ext uri="{FF2B5EF4-FFF2-40B4-BE49-F238E27FC236}">
                  <a16:creationId xmlns:a16="http://schemas.microsoft.com/office/drawing/2014/main" id="{79415B6F-B3FF-44B6-AEB3-6D0990CD562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4216400" y="5264150"/>
              <a:ext cx="884238" cy="1588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7442" name="Shape 739">
              <a:extLst>
                <a:ext uri="{FF2B5EF4-FFF2-40B4-BE49-F238E27FC236}">
                  <a16:creationId xmlns:a16="http://schemas.microsoft.com/office/drawing/2014/main" id="{46E6ADFC-22A9-46A1-B7F1-8A16BD51A42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rot="10800000" flipH="1">
              <a:off x="4648200" y="4811713"/>
              <a:ext cx="1588" cy="884237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7443" name="Shape 740">
              <a:extLst>
                <a:ext uri="{FF2B5EF4-FFF2-40B4-BE49-F238E27FC236}">
                  <a16:creationId xmlns:a16="http://schemas.microsoft.com/office/drawing/2014/main" id="{CCC75338-319F-4BBB-BD15-23FABD5245C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784600" y="4379913"/>
              <a:ext cx="431800" cy="431800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57444" name="Shape 741">
              <a:extLst>
                <a:ext uri="{FF2B5EF4-FFF2-40B4-BE49-F238E27FC236}">
                  <a16:creationId xmlns:a16="http://schemas.microsoft.com/office/drawing/2014/main" id="{2D5B3E6F-CDFA-420F-855C-8EB6B8A5A9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0638" y="4811713"/>
              <a:ext cx="863600" cy="884237"/>
            </a:xfrm>
            <a:prstGeom prst="rect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cxnSp>
          <p:nvCxnSpPr>
            <p:cNvPr id="57445" name="Shape 742">
              <a:extLst>
                <a:ext uri="{FF2B5EF4-FFF2-40B4-BE49-F238E27FC236}">
                  <a16:creationId xmlns:a16="http://schemas.microsoft.com/office/drawing/2014/main" id="{706B5ACB-96D4-4CA2-A373-B1F17CBD5BC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100638" y="5264150"/>
              <a:ext cx="863600" cy="1588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7446" name="Shape 743">
              <a:extLst>
                <a:ext uri="{FF2B5EF4-FFF2-40B4-BE49-F238E27FC236}">
                  <a16:creationId xmlns:a16="http://schemas.microsoft.com/office/drawing/2014/main" id="{6C667210-EF4E-47C3-A757-EAA4E1E66A2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rot="10800000" flipH="1">
              <a:off x="5532438" y="4811713"/>
              <a:ext cx="1587" cy="862012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57447" name="Shape 744">
              <a:extLst>
                <a:ext uri="{FF2B5EF4-FFF2-40B4-BE49-F238E27FC236}">
                  <a16:creationId xmlns:a16="http://schemas.microsoft.com/office/drawing/2014/main" id="{06E1EA3C-6581-4BF6-AEF2-5CD6E45B7D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87763" y="4595813"/>
              <a:ext cx="1397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b</a:t>
              </a:r>
              <a:r>
                <a:rPr kumimoji="0" lang="en-US" alt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57448" name="Shape 745">
              <a:extLst>
                <a:ext uri="{FF2B5EF4-FFF2-40B4-BE49-F238E27FC236}">
                  <a16:creationId xmlns:a16="http://schemas.microsoft.com/office/drawing/2014/main" id="{EF16E837-1A18-48BE-AB4E-087C1E00F8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44988" y="4572000"/>
              <a:ext cx="227012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57449" name="Shape 746">
              <a:extLst>
                <a:ext uri="{FF2B5EF4-FFF2-40B4-BE49-F238E27FC236}">
                  <a16:creationId xmlns:a16="http://schemas.microsoft.com/office/drawing/2014/main" id="{7A87CF1F-7931-42AC-8B4A-D8AD1726CF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81550" y="4572000"/>
              <a:ext cx="20955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01</a:t>
              </a:r>
            </a:p>
          </p:txBody>
        </p:sp>
        <p:sp>
          <p:nvSpPr>
            <p:cNvPr id="57450" name="Shape 747">
              <a:extLst>
                <a:ext uri="{FF2B5EF4-FFF2-40B4-BE49-F238E27FC236}">
                  <a16:creationId xmlns:a16="http://schemas.microsoft.com/office/drawing/2014/main" id="{D0DF6DF1-5DFA-4CA5-B510-90CEF6F6F0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18113" y="4572000"/>
              <a:ext cx="1524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57451" name="Shape 748">
              <a:extLst>
                <a:ext uri="{FF2B5EF4-FFF2-40B4-BE49-F238E27FC236}">
                  <a16:creationId xmlns:a16="http://schemas.microsoft.com/office/drawing/2014/main" id="{46839210-C814-4436-B6B9-602A23A1E6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03875" y="4572000"/>
              <a:ext cx="1524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57452" name="Shape 749">
              <a:extLst>
                <a:ext uri="{FF2B5EF4-FFF2-40B4-BE49-F238E27FC236}">
                  <a16:creationId xmlns:a16="http://schemas.microsoft.com/office/drawing/2014/main" id="{13CB1881-31E5-4E89-A701-4C91FEF5A6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10025" y="4937125"/>
              <a:ext cx="1143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57453" name="Shape 750">
              <a:extLst>
                <a:ext uri="{FF2B5EF4-FFF2-40B4-BE49-F238E27FC236}">
                  <a16:creationId xmlns:a16="http://schemas.microsoft.com/office/drawing/2014/main" id="{6C065C46-0398-4286-89F7-10B04C901A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00500" y="5373688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57454" name="Shape 751">
              <a:extLst>
                <a:ext uri="{FF2B5EF4-FFF2-40B4-BE49-F238E27FC236}">
                  <a16:creationId xmlns:a16="http://schemas.microsoft.com/office/drawing/2014/main" id="{696FC607-4827-42B5-AE58-A3CBC752B1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32350" y="49450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57455" name="Shape 752">
              <a:extLst>
                <a:ext uri="{FF2B5EF4-FFF2-40B4-BE49-F238E27FC236}">
                  <a16:creationId xmlns:a16="http://schemas.microsoft.com/office/drawing/2014/main" id="{1BF285E5-B0E3-4FDB-B2E4-296428AB0B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91025" y="538321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57456" name="Shape 753">
              <a:extLst>
                <a:ext uri="{FF2B5EF4-FFF2-40B4-BE49-F238E27FC236}">
                  <a16:creationId xmlns:a16="http://schemas.microsoft.com/office/drawing/2014/main" id="{B0DCE238-5706-4C34-A5A6-61E45319EB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32350" y="538321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57457" name="Shape 754">
              <a:extLst>
                <a:ext uri="{FF2B5EF4-FFF2-40B4-BE49-F238E27FC236}">
                  <a16:creationId xmlns:a16="http://schemas.microsoft.com/office/drawing/2014/main" id="{1CC07534-DE39-4CB7-9246-14E8E4CA77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41763" y="4205288"/>
              <a:ext cx="106362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57458" name="Shape 755">
              <a:extLst>
                <a:ext uri="{FF2B5EF4-FFF2-40B4-BE49-F238E27FC236}">
                  <a16:creationId xmlns:a16="http://schemas.microsoft.com/office/drawing/2014/main" id="{C8BAC1AF-3B86-45A5-B967-EE3E9E6B99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30663" y="42973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57459" name="Shape 756">
              <a:extLst>
                <a:ext uri="{FF2B5EF4-FFF2-40B4-BE49-F238E27FC236}">
                  <a16:creationId xmlns:a16="http://schemas.microsoft.com/office/drawing/2014/main" id="{A46A932F-0C75-4C6D-AD80-983B177E96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17975" y="4205288"/>
              <a:ext cx="106363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a</a:t>
              </a:r>
            </a:p>
          </p:txBody>
        </p:sp>
        <p:sp>
          <p:nvSpPr>
            <p:cNvPr id="57460" name="Shape 775">
              <a:extLst>
                <a:ext uri="{FF2B5EF4-FFF2-40B4-BE49-F238E27FC236}">
                  <a16:creationId xmlns:a16="http://schemas.microsoft.com/office/drawing/2014/main" id="{E9D4B6D7-29F1-4D85-BDE1-E51E96E83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675" y="5284788"/>
              <a:ext cx="349250" cy="369887"/>
            </a:xfrm>
            <a:custGeom>
              <a:avLst/>
              <a:gdLst>
                <a:gd name="T0" fmla="*/ 2147483646 w 408"/>
                <a:gd name="T1" fmla="*/ 2147483646 h 432"/>
                <a:gd name="T2" fmla="*/ 2147483646 w 408"/>
                <a:gd name="T3" fmla="*/ 2147483646 h 432"/>
                <a:gd name="T4" fmla="*/ 2147483646 w 408"/>
                <a:gd name="T5" fmla="*/ 2147483646 h 432"/>
                <a:gd name="T6" fmla="*/ 2147483646 w 408"/>
                <a:gd name="T7" fmla="*/ 2147483646 h 432"/>
                <a:gd name="T8" fmla="*/ 2147483646 w 408"/>
                <a:gd name="T9" fmla="*/ 2147483646 h 432"/>
                <a:gd name="T10" fmla="*/ 2147483646 w 408"/>
                <a:gd name="T11" fmla="*/ 2147483646 h 432"/>
                <a:gd name="T12" fmla="*/ 2147483646 w 408"/>
                <a:gd name="T13" fmla="*/ 2147483646 h 432"/>
                <a:gd name="T14" fmla="*/ 2147483646 w 408"/>
                <a:gd name="T15" fmla="*/ 2147483646 h 432"/>
                <a:gd name="T16" fmla="*/ 2147483646 w 408"/>
                <a:gd name="T17" fmla="*/ 2147483646 h 432"/>
                <a:gd name="T18" fmla="*/ 2147483646 w 408"/>
                <a:gd name="T19" fmla="*/ 2147483646 h 432"/>
                <a:gd name="T20" fmla="*/ 2147483646 w 408"/>
                <a:gd name="T21" fmla="*/ 0 h 432"/>
                <a:gd name="T22" fmla="*/ 2147483646 w 408"/>
                <a:gd name="T23" fmla="*/ 0 h 432"/>
                <a:gd name="T24" fmla="*/ 2147483646 w 408"/>
                <a:gd name="T25" fmla="*/ 2147483646 h 432"/>
                <a:gd name="T26" fmla="*/ 2147483646 w 408"/>
                <a:gd name="T27" fmla="*/ 2147483646 h 432"/>
                <a:gd name="T28" fmla="*/ 2147483646 w 408"/>
                <a:gd name="T29" fmla="*/ 2147483646 h 432"/>
                <a:gd name="T30" fmla="*/ 2147483646 w 408"/>
                <a:gd name="T31" fmla="*/ 2147483646 h 432"/>
                <a:gd name="T32" fmla="*/ 2147483646 w 408"/>
                <a:gd name="T33" fmla="*/ 2147483646 h 432"/>
                <a:gd name="T34" fmla="*/ 2147483646 w 408"/>
                <a:gd name="T35" fmla="*/ 2147483646 h 432"/>
                <a:gd name="T36" fmla="*/ 2147483646 w 408"/>
                <a:gd name="T37" fmla="*/ 2147483646 h 432"/>
                <a:gd name="T38" fmla="*/ 2147483646 w 408"/>
                <a:gd name="T39" fmla="*/ 2147483646 h 432"/>
                <a:gd name="T40" fmla="*/ 2147483646 w 408"/>
                <a:gd name="T41" fmla="*/ 2147483646 h 432"/>
                <a:gd name="T42" fmla="*/ 2147483646 w 408"/>
                <a:gd name="T43" fmla="*/ 2147483646 h 432"/>
                <a:gd name="T44" fmla="*/ 2147483646 w 408"/>
                <a:gd name="T45" fmla="*/ 2147483646 h 432"/>
                <a:gd name="T46" fmla="*/ 2147483646 w 408"/>
                <a:gd name="T47" fmla="*/ 2147483646 h 432"/>
                <a:gd name="T48" fmla="*/ 2147483646 w 408"/>
                <a:gd name="T49" fmla="*/ 2147483646 h 432"/>
                <a:gd name="T50" fmla="*/ 2147483646 w 408"/>
                <a:gd name="T51" fmla="*/ 2147483646 h 432"/>
                <a:gd name="T52" fmla="*/ 2147483646 w 408"/>
                <a:gd name="T53" fmla="*/ 2147483646 h 432"/>
                <a:gd name="T54" fmla="*/ 2147483646 w 408"/>
                <a:gd name="T55" fmla="*/ 2147483646 h 432"/>
                <a:gd name="T56" fmla="*/ 2147483646 w 408"/>
                <a:gd name="T57" fmla="*/ 2147483646 h 432"/>
                <a:gd name="T58" fmla="*/ 2147483646 w 408"/>
                <a:gd name="T59" fmla="*/ 2147483646 h 432"/>
                <a:gd name="T60" fmla="*/ 2147483646 w 408"/>
                <a:gd name="T61" fmla="*/ 2147483646 h 432"/>
                <a:gd name="T62" fmla="*/ 2147483646 w 408"/>
                <a:gd name="T63" fmla="*/ 2147483646 h 432"/>
                <a:gd name="T64" fmla="*/ 2147483646 w 408"/>
                <a:gd name="T65" fmla="*/ 2147483646 h 432"/>
                <a:gd name="T66" fmla="*/ 2147483646 w 408"/>
                <a:gd name="T67" fmla="*/ 2147483646 h 432"/>
                <a:gd name="T68" fmla="*/ 2147483646 w 408"/>
                <a:gd name="T69" fmla="*/ 2147483646 h 432"/>
                <a:gd name="T70" fmla="*/ 2147483646 w 408"/>
                <a:gd name="T71" fmla="*/ 2147483646 h 432"/>
                <a:gd name="T72" fmla="*/ 2147483646 w 408"/>
                <a:gd name="T73" fmla="*/ 2147483646 h 432"/>
                <a:gd name="T74" fmla="*/ 2147483646 w 408"/>
                <a:gd name="T75" fmla="*/ 2147483646 h 432"/>
                <a:gd name="T76" fmla="*/ 2147483646 w 408"/>
                <a:gd name="T77" fmla="*/ 2147483646 h 432"/>
                <a:gd name="T78" fmla="*/ 2147483646 w 408"/>
                <a:gd name="T79" fmla="*/ 2147483646 h 432"/>
                <a:gd name="T80" fmla="*/ 2147483646 w 408"/>
                <a:gd name="T81" fmla="*/ 2147483646 h 432"/>
                <a:gd name="T82" fmla="*/ 2147483646 w 408"/>
                <a:gd name="T83" fmla="*/ 2147483646 h 432"/>
                <a:gd name="T84" fmla="*/ 2147483646 w 408"/>
                <a:gd name="T85" fmla="*/ 2147483646 h 432"/>
                <a:gd name="T86" fmla="*/ 2147483646 w 408"/>
                <a:gd name="T87" fmla="*/ 2147483646 h 43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8"/>
                <a:gd name="T133" fmla="*/ 0 h 432"/>
                <a:gd name="T134" fmla="*/ 408 w 408"/>
                <a:gd name="T135" fmla="*/ 432 h 43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8" h="432" extrusionOk="0">
                  <a:moveTo>
                    <a:pt x="0" y="229"/>
                  </a:moveTo>
                  <a:lnTo>
                    <a:pt x="0" y="204"/>
                  </a:lnTo>
                  <a:lnTo>
                    <a:pt x="1" y="193"/>
                  </a:lnTo>
                  <a:lnTo>
                    <a:pt x="1" y="182"/>
                  </a:lnTo>
                  <a:lnTo>
                    <a:pt x="2" y="173"/>
                  </a:lnTo>
                  <a:lnTo>
                    <a:pt x="4" y="163"/>
                  </a:lnTo>
                  <a:lnTo>
                    <a:pt x="7" y="152"/>
                  </a:lnTo>
                  <a:lnTo>
                    <a:pt x="9" y="143"/>
                  </a:lnTo>
                  <a:lnTo>
                    <a:pt x="13" y="134"/>
                  </a:lnTo>
                  <a:lnTo>
                    <a:pt x="16" y="125"/>
                  </a:lnTo>
                  <a:lnTo>
                    <a:pt x="20" y="115"/>
                  </a:lnTo>
                  <a:lnTo>
                    <a:pt x="25" y="107"/>
                  </a:lnTo>
                  <a:lnTo>
                    <a:pt x="30" y="98"/>
                  </a:lnTo>
                  <a:lnTo>
                    <a:pt x="34" y="90"/>
                  </a:lnTo>
                  <a:lnTo>
                    <a:pt x="40" y="81"/>
                  </a:lnTo>
                  <a:lnTo>
                    <a:pt x="46" y="74"/>
                  </a:lnTo>
                  <a:lnTo>
                    <a:pt x="54" y="67"/>
                  </a:lnTo>
                  <a:lnTo>
                    <a:pt x="60" y="60"/>
                  </a:lnTo>
                  <a:lnTo>
                    <a:pt x="67" y="53"/>
                  </a:lnTo>
                  <a:lnTo>
                    <a:pt x="74" y="47"/>
                  </a:lnTo>
                  <a:lnTo>
                    <a:pt x="82" y="41"/>
                  </a:lnTo>
                  <a:lnTo>
                    <a:pt x="90" y="35"/>
                  </a:lnTo>
                  <a:lnTo>
                    <a:pt x="98" y="30"/>
                  </a:lnTo>
                  <a:lnTo>
                    <a:pt x="106" y="25"/>
                  </a:lnTo>
                  <a:lnTo>
                    <a:pt x="116" y="20"/>
                  </a:lnTo>
                  <a:lnTo>
                    <a:pt x="124" y="17"/>
                  </a:lnTo>
                  <a:lnTo>
                    <a:pt x="134" y="13"/>
                  </a:lnTo>
                  <a:lnTo>
                    <a:pt x="144" y="9"/>
                  </a:lnTo>
                  <a:lnTo>
                    <a:pt x="153" y="7"/>
                  </a:lnTo>
                  <a:lnTo>
                    <a:pt x="163" y="5"/>
                  </a:lnTo>
                  <a:lnTo>
                    <a:pt x="172" y="2"/>
                  </a:lnTo>
                  <a:lnTo>
                    <a:pt x="183" y="1"/>
                  </a:lnTo>
                  <a:lnTo>
                    <a:pt x="193" y="0"/>
                  </a:lnTo>
                  <a:lnTo>
                    <a:pt x="204" y="0"/>
                  </a:lnTo>
                  <a:lnTo>
                    <a:pt x="205" y="0"/>
                  </a:lnTo>
                  <a:lnTo>
                    <a:pt x="216" y="0"/>
                  </a:lnTo>
                  <a:lnTo>
                    <a:pt x="225" y="1"/>
                  </a:lnTo>
                  <a:lnTo>
                    <a:pt x="236" y="2"/>
                  </a:lnTo>
                  <a:lnTo>
                    <a:pt x="246" y="5"/>
                  </a:lnTo>
                  <a:lnTo>
                    <a:pt x="255" y="7"/>
                  </a:lnTo>
                  <a:lnTo>
                    <a:pt x="265" y="9"/>
                  </a:lnTo>
                  <a:lnTo>
                    <a:pt x="274" y="13"/>
                  </a:lnTo>
                  <a:lnTo>
                    <a:pt x="284" y="17"/>
                  </a:lnTo>
                  <a:lnTo>
                    <a:pt x="292" y="20"/>
                  </a:lnTo>
                  <a:lnTo>
                    <a:pt x="302" y="25"/>
                  </a:lnTo>
                  <a:lnTo>
                    <a:pt x="310" y="30"/>
                  </a:lnTo>
                  <a:lnTo>
                    <a:pt x="319" y="35"/>
                  </a:lnTo>
                  <a:lnTo>
                    <a:pt x="326" y="41"/>
                  </a:lnTo>
                  <a:lnTo>
                    <a:pt x="334" y="47"/>
                  </a:lnTo>
                  <a:lnTo>
                    <a:pt x="342" y="53"/>
                  </a:lnTo>
                  <a:lnTo>
                    <a:pt x="349" y="60"/>
                  </a:lnTo>
                  <a:lnTo>
                    <a:pt x="355" y="67"/>
                  </a:lnTo>
                  <a:lnTo>
                    <a:pt x="362" y="74"/>
                  </a:lnTo>
                  <a:lnTo>
                    <a:pt x="368" y="81"/>
                  </a:lnTo>
                  <a:lnTo>
                    <a:pt x="374" y="90"/>
                  </a:lnTo>
                  <a:lnTo>
                    <a:pt x="379" y="98"/>
                  </a:lnTo>
                  <a:lnTo>
                    <a:pt x="384" y="107"/>
                  </a:lnTo>
                  <a:lnTo>
                    <a:pt x="388" y="115"/>
                  </a:lnTo>
                  <a:lnTo>
                    <a:pt x="392" y="125"/>
                  </a:lnTo>
                  <a:lnTo>
                    <a:pt x="396" y="134"/>
                  </a:lnTo>
                  <a:lnTo>
                    <a:pt x="399" y="143"/>
                  </a:lnTo>
                  <a:lnTo>
                    <a:pt x="402" y="152"/>
                  </a:lnTo>
                  <a:lnTo>
                    <a:pt x="404" y="163"/>
                  </a:lnTo>
                  <a:lnTo>
                    <a:pt x="406" y="173"/>
                  </a:lnTo>
                  <a:lnTo>
                    <a:pt x="408" y="182"/>
                  </a:lnTo>
                  <a:lnTo>
                    <a:pt x="408" y="193"/>
                  </a:lnTo>
                  <a:lnTo>
                    <a:pt x="408" y="204"/>
                  </a:lnTo>
                  <a:lnTo>
                    <a:pt x="408" y="229"/>
                  </a:lnTo>
                  <a:lnTo>
                    <a:pt x="408" y="239"/>
                  </a:lnTo>
                  <a:lnTo>
                    <a:pt x="408" y="249"/>
                  </a:lnTo>
                  <a:lnTo>
                    <a:pt x="406" y="259"/>
                  </a:lnTo>
                  <a:lnTo>
                    <a:pt x="404" y="270"/>
                  </a:lnTo>
                  <a:lnTo>
                    <a:pt x="402" y="279"/>
                  </a:lnTo>
                  <a:lnTo>
                    <a:pt x="399" y="289"/>
                  </a:lnTo>
                  <a:lnTo>
                    <a:pt x="396" y="299"/>
                  </a:lnTo>
                  <a:lnTo>
                    <a:pt x="392" y="308"/>
                  </a:lnTo>
                  <a:lnTo>
                    <a:pt x="388" y="317"/>
                  </a:lnTo>
                  <a:lnTo>
                    <a:pt x="384" y="325"/>
                  </a:lnTo>
                  <a:lnTo>
                    <a:pt x="379" y="335"/>
                  </a:lnTo>
                  <a:lnTo>
                    <a:pt x="374" y="342"/>
                  </a:lnTo>
                  <a:lnTo>
                    <a:pt x="368" y="350"/>
                  </a:lnTo>
                  <a:lnTo>
                    <a:pt x="362" y="359"/>
                  </a:lnTo>
                  <a:lnTo>
                    <a:pt x="355" y="366"/>
                  </a:lnTo>
                  <a:lnTo>
                    <a:pt x="349" y="373"/>
                  </a:lnTo>
                  <a:lnTo>
                    <a:pt x="342" y="379"/>
                  </a:lnTo>
                  <a:lnTo>
                    <a:pt x="334" y="386"/>
                  </a:lnTo>
                  <a:lnTo>
                    <a:pt x="326" y="392"/>
                  </a:lnTo>
                  <a:lnTo>
                    <a:pt x="319" y="397"/>
                  </a:lnTo>
                  <a:lnTo>
                    <a:pt x="310" y="403"/>
                  </a:lnTo>
                  <a:lnTo>
                    <a:pt x="302" y="408"/>
                  </a:lnTo>
                  <a:lnTo>
                    <a:pt x="292" y="413"/>
                  </a:lnTo>
                  <a:lnTo>
                    <a:pt x="284" y="416"/>
                  </a:lnTo>
                  <a:lnTo>
                    <a:pt x="274" y="420"/>
                  </a:lnTo>
                  <a:lnTo>
                    <a:pt x="265" y="423"/>
                  </a:lnTo>
                  <a:lnTo>
                    <a:pt x="255" y="426"/>
                  </a:lnTo>
                  <a:lnTo>
                    <a:pt x="246" y="428"/>
                  </a:lnTo>
                  <a:lnTo>
                    <a:pt x="236" y="429"/>
                  </a:lnTo>
                  <a:lnTo>
                    <a:pt x="225" y="431"/>
                  </a:lnTo>
                  <a:lnTo>
                    <a:pt x="216" y="432"/>
                  </a:lnTo>
                  <a:lnTo>
                    <a:pt x="205" y="432"/>
                  </a:lnTo>
                  <a:lnTo>
                    <a:pt x="204" y="432"/>
                  </a:lnTo>
                  <a:lnTo>
                    <a:pt x="193" y="432"/>
                  </a:lnTo>
                  <a:lnTo>
                    <a:pt x="183" y="431"/>
                  </a:lnTo>
                  <a:lnTo>
                    <a:pt x="172" y="429"/>
                  </a:lnTo>
                  <a:lnTo>
                    <a:pt x="163" y="428"/>
                  </a:lnTo>
                  <a:lnTo>
                    <a:pt x="153" y="426"/>
                  </a:lnTo>
                  <a:lnTo>
                    <a:pt x="144" y="423"/>
                  </a:lnTo>
                  <a:lnTo>
                    <a:pt x="134" y="420"/>
                  </a:lnTo>
                  <a:lnTo>
                    <a:pt x="124" y="416"/>
                  </a:lnTo>
                  <a:lnTo>
                    <a:pt x="116" y="413"/>
                  </a:lnTo>
                  <a:lnTo>
                    <a:pt x="106" y="408"/>
                  </a:lnTo>
                  <a:lnTo>
                    <a:pt x="98" y="403"/>
                  </a:lnTo>
                  <a:lnTo>
                    <a:pt x="90" y="397"/>
                  </a:lnTo>
                  <a:lnTo>
                    <a:pt x="82" y="392"/>
                  </a:lnTo>
                  <a:lnTo>
                    <a:pt x="74" y="386"/>
                  </a:lnTo>
                  <a:lnTo>
                    <a:pt x="67" y="379"/>
                  </a:lnTo>
                  <a:lnTo>
                    <a:pt x="60" y="373"/>
                  </a:lnTo>
                  <a:lnTo>
                    <a:pt x="54" y="366"/>
                  </a:lnTo>
                  <a:lnTo>
                    <a:pt x="46" y="359"/>
                  </a:lnTo>
                  <a:lnTo>
                    <a:pt x="40" y="350"/>
                  </a:lnTo>
                  <a:lnTo>
                    <a:pt x="34" y="342"/>
                  </a:lnTo>
                  <a:lnTo>
                    <a:pt x="30" y="335"/>
                  </a:lnTo>
                  <a:lnTo>
                    <a:pt x="25" y="325"/>
                  </a:lnTo>
                  <a:lnTo>
                    <a:pt x="20" y="317"/>
                  </a:lnTo>
                  <a:lnTo>
                    <a:pt x="16" y="308"/>
                  </a:lnTo>
                  <a:lnTo>
                    <a:pt x="13" y="299"/>
                  </a:lnTo>
                  <a:lnTo>
                    <a:pt x="9" y="289"/>
                  </a:lnTo>
                  <a:lnTo>
                    <a:pt x="7" y="279"/>
                  </a:lnTo>
                  <a:lnTo>
                    <a:pt x="4" y="270"/>
                  </a:lnTo>
                  <a:lnTo>
                    <a:pt x="2" y="259"/>
                  </a:lnTo>
                  <a:lnTo>
                    <a:pt x="1" y="249"/>
                  </a:lnTo>
                  <a:lnTo>
                    <a:pt x="1" y="239"/>
                  </a:lnTo>
                  <a:lnTo>
                    <a:pt x="0" y="229"/>
                  </a:lnTo>
                  <a:close/>
                </a:path>
              </a:pathLst>
            </a:custGeom>
            <a:noFill/>
            <a:ln w="17450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461" name="Shape 781">
              <a:extLst>
                <a:ext uri="{FF2B5EF4-FFF2-40B4-BE49-F238E27FC236}">
                  <a16:creationId xmlns:a16="http://schemas.microsoft.com/office/drawing/2014/main" id="{07BCF1E7-D627-4B4B-8A55-99EFFE04C0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72088" y="49450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57462" name="Shape 782">
              <a:extLst>
                <a:ext uri="{FF2B5EF4-FFF2-40B4-BE49-F238E27FC236}">
                  <a16:creationId xmlns:a16="http://schemas.microsoft.com/office/drawing/2014/main" id="{858A3975-BE8D-4176-BFD5-6179113D93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72088" y="538321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57463" name="Shape 783">
              <a:extLst>
                <a:ext uri="{FF2B5EF4-FFF2-40B4-BE49-F238E27FC236}">
                  <a16:creationId xmlns:a16="http://schemas.microsoft.com/office/drawing/2014/main" id="{325D9EBD-E4B1-49D8-8035-471D931834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99125" y="49450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57464" name="Shape 784">
              <a:extLst>
                <a:ext uri="{FF2B5EF4-FFF2-40B4-BE49-F238E27FC236}">
                  <a16:creationId xmlns:a16="http://schemas.microsoft.com/office/drawing/2014/main" id="{43B05681-521F-401B-A0F2-BD1C40A23A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99125" y="538321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57465" name="Shape 785">
              <a:extLst>
                <a:ext uri="{FF2B5EF4-FFF2-40B4-BE49-F238E27FC236}">
                  <a16:creationId xmlns:a16="http://schemas.microsoft.com/office/drawing/2014/main" id="{48E1D9A0-682E-4ADE-A163-DD9DD6BB6B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91025" y="49450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57466" name="Shape 811">
              <a:extLst>
                <a:ext uri="{FF2B5EF4-FFF2-40B4-BE49-F238E27FC236}">
                  <a16:creationId xmlns:a16="http://schemas.microsoft.com/office/drawing/2014/main" id="{0BB4CD0B-A5E8-45B5-9611-59A964C78C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81400" y="4114800"/>
              <a:ext cx="227013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s </a:t>
              </a:r>
              <a:endParaRPr kumimoji="0" lang="en-US" altLang="en-US" sz="12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  <a:sym typeface="Times New Roman" panose="02020603050405020304" pitchFamily="18" charset="0"/>
              </a:endParaRPr>
            </a:p>
          </p:txBody>
        </p:sp>
        <p:sp>
          <p:nvSpPr>
            <p:cNvPr id="57467" name="Shape 775">
              <a:extLst>
                <a:ext uri="{FF2B5EF4-FFF2-40B4-BE49-F238E27FC236}">
                  <a16:creationId xmlns:a16="http://schemas.microsoft.com/office/drawing/2014/main" id="{8279F0C7-1E25-424B-9152-6A6936B4F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7150" y="5287107"/>
              <a:ext cx="349250" cy="369887"/>
            </a:xfrm>
            <a:custGeom>
              <a:avLst/>
              <a:gdLst>
                <a:gd name="T0" fmla="*/ 2147483646 w 408"/>
                <a:gd name="T1" fmla="*/ 2147483646 h 432"/>
                <a:gd name="T2" fmla="*/ 2147483646 w 408"/>
                <a:gd name="T3" fmla="*/ 2147483646 h 432"/>
                <a:gd name="T4" fmla="*/ 2147483646 w 408"/>
                <a:gd name="T5" fmla="*/ 2147483646 h 432"/>
                <a:gd name="T6" fmla="*/ 2147483646 w 408"/>
                <a:gd name="T7" fmla="*/ 2147483646 h 432"/>
                <a:gd name="T8" fmla="*/ 2147483646 w 408"/>
                <a:gd name="T9" fmla="*/ 2147483646 h 432"/>
                <a:gd name="T10" fmla="*/ 2147483646 w 408"/>
                <a:gd name="T11" fmla="*/ 2147483646 h 432"/>
                <a:gd name="T12" fmla="*/ 2147483646 w 408"/>
                <a:gd name="T13" fmla="*/ 2147483646 h 432"/>
                <a:gd name="T14" fmla="*/ 2147483646 w 408"/>
                <a:gd name="T15" fmla="*/ 2147483646 h 432"/>
                <a:gd name="T16" fmla="*/ 2147483646 w 408"/>
                <a:gd name="T17" fmla="*/ 2147483646 h 432"/>
                <a:gd name="T18" fmla="*/ 2147483646 w 408"/>
                <a:gd name="T19" fmla="*/ 2147483646 h 432"/>
                <a:gd name="T20" fmla="*/ 2147483646 w 408"/>
                <a:gd name="T21" fmla="*/ 0 h 432"/>
                <a:gd name="T22" fmla="*/ 2147483646 w 408"/>
                <a:gd name="T23" fmla="*/ 0 h 432"/>
                <a:gd name="T24" fmla="*/ 2147483646 w 408"/>
                <a:gd name="T25" fmla="*/ 2147483646 h 432"/>
                <a:gd name="T26" fmla="*/ 2147483646 w 408"/>
                <a:gd name="T27" fmla="*/ 2147483646 h 432"/>
                <a:gd name="T28" fmla="*/ 2147483646 w 408"/>
                <a:gd name="T29" fmla="*/ 2147483646 h 432"/>
                <a:gd name="T30" fmla="*/ 2147483646 w 408"/>
                <a:gd name="T31" fmla="*/ 2147483646 h 432"/>
                <a:gd name="T32" fmla="*/ 2147483646 w 408"/>
                <a:gd name="T33" fmla="*/ 2147483646 h 432"/>
                <a:gd name="T34" fmla="*/ 2147483646 w 408"/>
                <a:gd name="T35" fmla="*/ 2147483646 h 432"/>
                <a:gd name="T36" fmla="*/ 2147483646 w 408"/>
                <a:gd name="T37" fmla="*/ 2147483646 h 432"/>
                <a:gd name="T38" fmla="*/ 2147483646 w 408"/>
                <a:gd name="T39" fmla="*/ 2147483646 h 432"/>
                <a:gd name="T40" fmla="*/ 2147483646 w 408"/>
                <a:gd name="T41" fmla="*/ 2147483646 h 432"/>
                <a:gd name="T42" fmla="*/ 2147483646 w 408"/>
                <a:gd name="T43" fmla="*/ 2147483646 h 432"/>
                <a:gd name="T44" fmla="*/ 2147483646 w 408"/>
                <a:gd name="T45" fmla="*/ 2147483646 h 432"/>
                <a:gd name="T46" fmla="*/ 2147483646 w 408"/>
                <a:gd name="T47" fmla="*/ 2147483646 h 432"/>
                <a:gd name="T48" fmla="*/ 2147483646 w 408"/>
                <a:gd name="T49" fmla="*/ 2147483646 h 432"/>
                <a:gd name="T50" fmla="*/ 2147483646 w 408"/>
                <a:gd name="T51" fmla="*/ 2147483646 h 432"/>
                <a:gd name="T52" fmla="*/ 2147483646 w 408"/>
                <a:gd name="T53" fmla="*/ 2147483646 h 432"/>
                <a:gd name="T54" fmla="*/ 2147483646 w 408"/>
                <a:gd name="T55" fmla="*/ 2147483646 h 432"/>
                <a:gd name="T56" fmla="*/ 2147483646 w 408"/>
                <a:gd name="T57" fmla="*/ 2147483646 h 432"/>
                <a:gd name="T58" fmla="*/ 2147483646 w 408"/>
                <a:gd name="T59" fmla="*/ 2147483646 h 432"/>
                <a:gd name="T60" fmla="*/ 2147483646 w 408"/>
                <a:gd name="T61" fmla="*/ 2147483646 h 432"/>
                <a:gd name="T62" fmla="*/ 2147483646 w 408"/>
                <a:gd name="T63" fmla="*/ 2147483646 h 432"/>
                <a:gd name="T64" fmla="*/ 2147483646 w 408"/>
                <a:gd name="T65" fmla="*/ 2147483646 h 432"/>
                <a:gd name="T66" fmla="*/ 2147483646 w 408"/>
                <a:gd name="T67" fmla="*/ 2147483646 h 432"/>
                <a:gd name="T68" fmla="*/ 2147483646 w 408"/>
                <a:gd name="T69" fmla="*/ 2147483646 h 432"/>
                <a:gd name="T70" fmla="*/ 2147483646 w 408"/>
                <a:gd name="T71" fmla="*/ 2147483646 h 432"/>
                <a:gd name="T72" fmla="*/ 2147483646 w 408"/>
                <a:gd name="T73" fmla="*/ 2147483646 h 432"/>
                <a:gd name="T74" fmla="*/ 2147483646 w 408"/>
                <a:gd name="T75" fmla="*/ 2147483646 h 432"/>
                <a:gd name="T76" fmla="*/ 2147483646 w 408"/>
                <a:gd name="T77" fmla="*/ 2147483646 h 432"/>
                <a:gd name="T78" fmla="*/ 2147483646 w 408"/>
                <a:gd name="T79" fmla="*/ 2147483646 h 432"/>
                <a:gd name="T80" fmla="*/ 2147483646 w 408"/>
                <a:gd name="T81" fmla="*/ 2147483646 h 432"/>
                <a:gd name="T82" fmla="*/ 2147483646 w 408"/>
                <a:gd name="T83" fmla="*/ 2147483646 h 432"/>
                <a:gd name="T84" fmla="*/ 2147483646 w 408"/>
                <a:gd name="T85" fmla="*/ 2147483646 h 432"/>
                <a:gd name="T86" fmla="*/ 2147483646 w 408"/>
                <a:gd name="T87" fmla="*/ 2147483646 h 43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8"/>
                <a:gd name="T133" fmla="*/ 0 h 432"/>
                <a:gd name="T134" fmla="*/ 408 w 408"/>
                <a:gd name="T135" fmla="*/ 432 h 43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8" h="432" extrusionOk="0">
                  <a:moveTo>
                    <a:pt x="0" y="229"/>
                  </a:moveTo>
                  <a:lnTo>
                    <a:pt x="0" y="204"/>
                  </a:lnTo>
                  <a:lnTo>
                    <a:pt x="1" y="193"/>
                  </a:lnTo>
                  <a:lnTo>
                    <a:pt x="1" y="182"/>
                  </a:lnTo>
                  <a:lnTo>
                    <a:pt x="2" y="173"/>
                  </a:lnTo>
                  <a:lnTo>
                    <a:pt x="4" y="163"/>
                  </a:lnTo>
                  <a:lnTo>
                    <a:pt x="7" y="152"/>
                  </a:lnTo>
                  <a:lnTo>
                    <a:pt x="9" y="143"/>
                  </a:lnTo>
                  <a:lnTo>
                    <a:pt x="13" y="134"/>
                  </a:lnTo>
                  <a:lnTo>
                    <a:pt x="16" y="125"/>
                  </a:lnTo>
                  <a:lnTo>
                    <a:pt x="20" y="115"/>
                  </a:lnTo>
                  <a:lnTo>
                    <a:pt x="25" y="107"/>
                  </a:lnTo>
                  <a:lnTo>
                    <a:pt x="30" y="98"/>
                  </a:lnTo>
                  <a:lnTo>
                    <a:pt x="34" y="90"/>
                  </a:lnTo>
                  <a:lnTo>
                    <a:pt x="40" y="81"/>
                  </a:lnTo>
                  <a:lnTo>
                    <a:pt x="46" y="74"/>
                  </a:lnTo>
                  <a:lnTo>
                    <a:pt x="54" y="67"/>
                  </a:lnTo>
                  <a:lnTo>
                    <a:pt x="60" y="60"/>
                  </a:lnTo>
                  <a:lnTo>
                    <a:pt x="67" y="53"/>
                  </a:lnTo>
                  <a:lnTo>
                    <a:pt x="74" y="47"/>
                  </a:lnTo>
                  <a:lnTo>
                    <a:pt x="82" y="41"/>
                  </a:lnTo>
                  <a:lnTo>
                    <a:pt x="90" y="35"/>
                  </a:lnTo>
                  <a:lnTo>
                    <a:pt x="98" y="30"/>
                  </a:lnTo>
                  <a:lnTo>
                    <a:pt x="106" y="25"/>
                  </a:lnTo>
                  <a:lnTo>
                    <a:pt x="116" y="20"/>
                  </a:lnTo>
                  <a:lnTo>
                    <a:pt x="124" y="17"/>
                  </a:lnTo>
                  <a:lnTo>
                    <a:pt x="134" y="13"/>
                  </a:lnTo>
                  <a:lnTo>
                    <a:pt x="144" y="9"/>
                  </a:lnTo>
                  <a:lnTo>
                    <a:pt x="153" y="7"/>
                  </a:lnTo>
                  <a:lnTo>
                    <a:pt x="163" y="5"/>
                  </a:lnTo>
                  <a:lnTo>
                    <a:pt x="172" y="2"/>
                  </a:lnTo>
                  <a:lnTo>
                    <a:pt x="183" y="1"/>
                  </a:lnTo>
                  <a:lnTo>
                    <a:pt x="193" y="0"/>
                  </a:lnTo>
                  <a:lnTo>
                    <a:pt x="204" y="0"/>
                  </a:lnTo>
                  <a:lnTo>
                    <a:pt x="205" y="0"/>
                  </a:lnTo>
                  <a:lnTo>
                    <a:pt x="216" y="0"/>
                  </a:lnTo>
                  <a:lnTo>
                    <a:pt x="225" y="1"/>
                  </a:lnTo>
                  <a:lnTo>
                    <a:pt x="236" y="2"/>
                  </a:lnTo>
                  <a:lnTo>
                    <a:pt x="246" y="5"/>
                  </a:lnTo>
                  <a:lnTo>
                    <a:pt x="255" y="7"/>
                  </a:lnTo>
                  <a:lnTo>
                    <a:pt x="265" y="9"/>
                  </a:lnTo>
                  <a:lnTo>
                    <a:pt x="274" y="13"/>
                  </a:lnTo>
                  <a:lnTo>
                    <a:pt x="284" y="17"/>
                  </a:lnTo>
                  <a:lnTo>
                    <a:pt x="292" y="20"/>
                  </a:lnTo>
                  <a:lnTo>
                    <a:pt x="302" y="25"/>
                  </a:lnTo>
                  <a:lnTo>
                    <a:pt x="310" y="30"/>
                  </a:lnTo>
                  <a:lnTo>
                    <a:pt x="319" y="35"/>
                  </a:lnTo>
                  <a:lnTo>
                    <a:pt x="326" y="41"/>
                  </a:lnTo>
                  <a:lnTo>
                    <a:pt x="334" y="47"/>
                  </a:lnTo>
                  <a:lnTo>
                    <a:pt x="342" y="53"/>
                  </a:lnTo>
                  <a:lnTo>
                    <a:pt x="349" y="60"/>
                  </a:lnTo>
                  <a:lnTo>
                    <a:pt x="355" y="67"/>
                  </a:lnTo>
                  <a:lnTo>
                    <a:pt x="362" y="74"/>
                  </a:lnTo>
                  <a:lnTo>
                    <a:pt x="368" y="81"/>
                  </a:lnTo>
                  <a:lnTo>
                    <a:pt x="374" y="90"/>
                  </a:lnTo>
                  <a:lnTo>
                    <a:pt x="379" y="98"/>
                  </a:lnTo>
                  <a:lnTo>
                    <a:pt x="384" y="107"/>
                  </a:lnTo>
                  <a:lnTo>
                    <a:pt x="388" y="115"/>
                  </a:lnTo>
                  <a:lnTo>
                    <a:pt x="392" y="125"/>
                  </a:lnTo>
                  <a:lnTo>
                    <a:pt x="396" y="134"/>
                  </a:lnTo>
                  <a:lnTo>
                    <a:pt x="399" y="143"/>
                  </a:lnTo>
                  <a:lnTo>
                    <a:pt x="402" y="152"/>
                  </a:lnTo>
                  <a:lnTo>
                    <a:pt x="404" y="163"/>
                  </a:lnTo>
                  <a:lnTo>
                    <a:pt x="406" y="173"/>
                  </a:lnTo>
                  <a:lnTo>
                    <a:pt x="408" y="182"/>
                  </a:lnTo>
                  <a:lnTo>
                    <a:pt x="408" y="193"/>
                  </a:lnTo>
                  <a:lnTo>
                    <a:pt x="408" y="204"/>
                  </a:lnTo>
                  <a:lnTo>
                    <a:pt x="408" y="229"/>
                  </a:lnTo>
                  <a:lnTo>
                    <a:pt x="408" y="239"/>
                  </a:lnTo>
                  <a:lnTo>
                    <a:pt x="408" y="249"/>
                  </a:lnTo>
                  <a:lnTo>
                    <a:pt x="406" y="259"/>
                  </a:lnTo>
                  <a:lnTo>
                    <a:pt x="404" y="270"/>
                  </a:lnTo>
                  <a:lnTo>
                    <a:pt x="402" y="279"/>
                  </a:lnTo>
                  <a:lnTo>
                    <a:pt x="399" y="289"/>
                  </a:lnTo>
                  <a:lnTo>
                    <a:pt x="396" y="299"/>
                  </a:lnTo>
                  <a:lnTo>
                    <a:pt x="392" y="308"/>
                  </a:lnTo>
                  <a:lnTo>
                    <a:pt x="388" y="317"/>
                  </a:lnTo>
                  <a:lnTo>
                    <a:pt x="384" y="325"/>
                  </a:lnTo>
                  <a:lnTo>
                    <a:pt x="379" y="335"/>
                  </a:lnTo>
                  <a:lnTo>
                    <a:pt x="374" y="342"/>
                  </a:lnTo>
                  <a:lnTo>
                    <a:pt x="368" y="350"/>
                  </a:lnTo>
                  <a:lnTo>
                    <a:pt x="362" y="359"/>
                  </a:lnTo>
                  <a:lnTo>
                    <a:pt x="355" y="366"/>
                  </a:lnTo>
                  <a:lnTo>
                    <a:pt x="349" y="373"/>
                  </a:lnTo>
                  <a:lnTo>
                    <a:pt x="342" y="379"/>
                  </a:lnTo>
                  <a:lnTo>
                    <a:pt x="334" y="386"/>
                  </a:lnTo>
                  <a:lnTo>
                    <a:pt x="326" y="392"/>
                  </a:lnTo>
                  <a:lnTo>
                    <a:pt x="319" y="397"/>
                  </a:lnTo>
                  <a:lnTo>
                    <a:pt x="310" y="403"/>
                  </a:lnTo>
                  <a:lnTo>
                    <a:pt x="302" y="408"/>
                  </a:lnTo>
                  <a:lnTo>
                    <a:pt x="292" y="413"/>
                  </a:lnTo>
                  <a:lnTo>
                    <a:pt x="284" y="416"/>
                  </a:lnTo>
                  <a:lnTo>
                    <a:pt x="274" y="420"/>
                  </a:lnTo>
                  <a:lnTo>
                    <a:pt x="265" y="423"/>
                  </a:lnTo>
                  <a:lnTo>
                    <a:pt x="255" y="426"/>
                  </a:lnTo>
                  <a:lnTo>
                    <a:pt x="246" y="428"/>
                  </a:lnTo>
                  <a:lnTo>
                    <a:pt x="236" y="429"/>
                  </a:lnTo>
                  <a:lnTo>
                    <a:pt x="225" y="431"/>
                  </a:lnTo>
                  <a:lnTo>
                    <a:pt x="216" y="432"/>
                  </a:lnTo>
                  <a:lnTo>
                    <a:pt x="205" y="432"/>
                  </a:lnTo>
                  <a:lnTo>
                    <a:pt x="204" y="432"/>
                  </a:lnTo>
                  <a:lnTo>
                    <a:pt x="193" y="432"/>
                  </a:lnTo>
                  <a:lnTo>
                    <a:pt x="183" y="431"/>
                  </a:lnTo>
                  <a:lnTo>
                    <a:pt x="172" y="429"/>
                  </a:lnTo>
                  <a:lnTo>
                    <a:pt x="163" y="428"/>
                  </a:lnTo>
                  <a:lnTo>
                    <a:pt x="153" y="426"/>
                  </a:lnTo>
                  <a:lnTo>
                    <a:pt x="144" y="423"/>
                  </a:lnTo>
                  <a:lnTo>
                    <a:pt x="134" y="420"/>
                  </a:lnTo>
                  <a:lnTo>
                    <a:pt x="124" y="416"/>
                  </a:lnTo>
                  <a:lnTo>
                    <a:pt x="116" y="413"/>
                  </a:lnTo>
                  <a:lnTo>
                    <a:pt x="106" y="408"/>
                  </a:lnTo>
                  <a:lnTo>
                    <a:pt x="98" y="403"/>
                  </a:lnTo>
                  <a:lnTo>
                    <a:pt x="90" y="397"/>
                  </a:lnTo>
                  <a:lnTo>
                    <a:pt x="82" y="392"/>
                  </a:lnTo>
                  <a:lnTo>
                    <a:pt x="74" y="386"/>
                  </a:lnTo>
                  <a:lnTo>
                    <a:pt x="67" y="379"/>
                  </a:lnTo>
                  <a:lnTo>
                    <a:pt x="60" y="373"/>
                  </a:lnTo>
                  <a:lnTo>
                    <a:pt x="54" y="366"/>
                  </a:lnTo>
                  <a:lnTo>
                    <a:pt x="46" y="359"/>
                  </a:lnTo>
                  <a:lnTo>
                    <a:pt x="40" y="350"/>
                  </a:lnTo>
                  <a:lnTo>
                    <a:pt x="34" y="342"/>
                  </a:lnTo>
                  <a:lnTo>
                    <a:pt x="30" y="335"/>
                  </a:lnTo>
                  <a:lnTo>
                    <a:pt x="25" y="325"/>
                  </a:lnTo>
                  <a:lnTo>
                    <a:pt x="20" y="317"/>
                  </a:lnTo>
                  <a:lnTo>
                    <a:pt x="16" y="308"/>
                  </a:lnTo>
                  <a:lnTo>
                    <a:pt x="13" y="299"/>
                  </a:lnTo>
                  <a:lnTo>
                    <a:pt x="9" y="289"/>
                  </a:lnTo>
                  <a:lnTo>
                    <a:pt x="7" y="279"/>
                  </a:lnTo>
                  <a:lnTo>
                    <a:pt x="4" y="270"/>
                  </a:lnTo>
                  <a:lnTo>
                    <a:pt x="2" y="259"/>
                  </a:lnTo>
                  <a:lnTo>
                    <a:pt x="1" y="249"/>
                  </a:lnTo>
                  <a:lnTo>
                    <a:pt x="1" y="239"/>
                  </a:lnTo>
                  <a:lnTo>
                    <a:pt x="0" y="229"/>
                  </a:lnTo>
                  <a:close/>
                </a:path>
              </a:pathLst>
            </a:custGeom>
            <a:noFill/>
            <a:ln w="17450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468" name="Shape 775">
              <a:extLst>
                <a:ext uri="{FF2B5EF4-FFF2-40B4-BE49-F238E27FC236}">
                  <a16:creationId xmlns:a16="http://schemas.microsoft.com/office/drawing/2014/main" id="{D85517D9-E038-42C7-826C-D81768F84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093" y="4857262"/>
              <a:ext cx="349250" cy="369887"/>
            </a:xfrm>
            <a:custGeom>
              <a:avLst/>
              <a:gdLst>
                <a:gd name="T0" fmla="*/ 2147483646 w 408"/>
                <a:gd name="T1" fmla="*/ 2147483646 h 432"/>
                <a:gd name="T2" fmla="*/ 2147483646 w 408"/>
                <a:gd name="T3" fmla="*/ 2147483646 h 432"/>
                <a:gd name="T4" fmla="*/ 2147483646 w 408"/>
                <a:gd name="T5" fmla="*/ 2147483646 h 432"/>
                <a:gd name="T6" fmla="*/ 2147483646 w 408"/>
                <a:gd name="T7" fmla="*/ 2147483646 h 432"/>
                <a:gd name="T8" fmla="*/ 2147483646 w 408"/>
                <a:gd name="T9" fmla="*/ 2147483646 h 432"/>
                <a:gd name="T10" fmla="*/ 2147483646 w 408"/>
                <a:gd name="T11" fmla="*/ 2147483646 h 432"/>
                <a:gd name="T12" fmla="*/ 2147483646 w 408"/>
                <a:gd name="T13" fmla="*/ 2147483646 h 432"/>
                <a:gd name="T14" fmla="*/ 2147483646 w 408"/>
                <a:gd name="T15" fmla="*/ 2147483646 h 432"/>
                <a:gd name="T16" fmla="*/ 2147483646 w 408"/>
                <a:gd name="T17" fmla="*/ 2147483646 h 432"/>
                <a:gd name="T18" fmla="*/ 2147483646 w 408"/>
                <a:gd name="T19" fmla="*/ 2147483646 h 432"/>
                <a:gd name="T20" fmla="*/ 2147483646 w 408"/>
                <a:gd name="T21" fmla="*/ 0 h 432"/>
                <a:gd name="T22" fmla="*/ 2147483646 w 408"/>
                <a:gd name="T23" fmla="*/ 0 h 432"/>
                <a:gd name="T24" fmla="*/ 2147483646 w 408"/>
                <a:gd name="T25" fmla="*/ 2147483646 h 432"/>
                <a:gd name="T26" fmla="*/ 2147483646 w 408"/>
                <a:gd name="T27" fmla="*/ 2147483646 h 432"/>
                <a:gd name="T28" fmla="*/ 2147483646 w 408"/>
                <a:gd name="T29" fmla="*/ 2147483646 h 432"/>
                <a:gd name="T30" fmla="*/ 2147483646 w 408"/>
                <a:gd name="T31" fmla="*/ 2147483646 h 432"/>
                <a:gd name="T32" fmla="*/ 2147483646 w 408"/>
                <a:gd name="T33" fmla="*/ 2147483646 h 432"/>
                <a:gd name="T34" fmla="*/ 2147483646 w 408"/>
                <a:gd name="T35" fmla="*/ 2147483646 h 432"/>
                <a:gd name="T36" fmla="*/ 2147483646 w 408"/>
                <a:gd name="T37" fmla="*/ 2147483646 h 432"/>
                <a:gd name="T38" fmla="*/ 2147483646 w 408"/>
                <a:gd name="T39" fmla="*/ 2147483646 h 432"/>
                <a:gd name="T40" fmla="*/ 2147483646 w 408"/>
                <a:gd name="T41" fmla="*/ 2147483646 h 432"/>
                <a:gd name="T42" fmla="*/ 2147483646 w 408"/>
                <a:gd name="T43" fmla="*/ 2147483646 h 432"/>
                <a:gd name="T44" fmla="*/ 2147483646 w 408"/>
                <a:gd name="T45" fmla="*/ 2147483646 h 432"/>
                <a:gd name="T46" fmla="*/ 2147483646 w 408"/>
                <a:gd name="T47" fmla="*/ 2147483646 h 432"/>
                <a:gd name="T48" fmla="*/ 2147483646 w 408"/>
                <a:gd name="T49" fmla="*/ 2147483646 h 432"/>
                <a:gd name="T50" fmla="*/ 2147483646 w 408"/>
                <a:gd name="T51" fmla="*/ 2147483646 h 432"/>
                <a:gd name="T52" fmla="*/ 2147483646 w 408"/>
                <a:gd name="T53" fmla="*/ 2147483646 h 432"/>
                <a:gd name="T54" fmla="*/ 2147483646 w 408"/>
                <a:gd name="T55" fmla="*/ 2147483646 h 432"/>
                <a:gd name="T56" fmla="*/ 2147483646 w 408"/>
                <a:gd name="T57" fmla="*/ 2147483646 h 432"/>
                <a:gd name="T58" fmla="*/ 2147483646 w 408"/>
                <a:gd name="T59" fmla="*/ 2147483646 h 432"/>
                <a:gd name="T60" fmla="*/ 2147483646 w 408"/>
                <a:gd name="T61" fmla="*/ 2147483646 h 432"/>
                <a:gd name="T62" fmla="*/ 2147483646 w 408"/>
                <a:gd name="T63" fmla="*/ 2147483646 h 432"/>
                <a:gd name="T64" fmla="*/ 2147483646 w 408"/>
                <a:gd name="T65" fmla="*/ 2147483646 h 432"/>
                <a:gd name="T66" fmla="*/ 2147483646 w 408"/>
                <a:gd name="T67" fmla="*/ 2147483646 h 432"/>
                <a:gd name="T68" fmla="*/ 2147483646 w 408"/>
                <a:gd name="T69" fmla="*/ 2147483646 h 432"/>
                <a:gd name="T70" fmla="*/ 2147483646 w 408"/>
                <a:gd name="T71" fmla="*/ 2147483646 h 432"/>
                <a:gd name="T72" fmla="*/ 2147483646 w 408"/>
                <a:gd name="T73" fmla="*/ 2147483646 h 432"/>
                <a:gd name="T74" fmla="*/ 2147483646 w 408"/>
                <a:gd name="T75" fmla="*/ 2147483646 h 432"/>
                <a:gd name="T76" fmla="*/ 2147483646 w 408"/>
                <a:gd name="T77" fmla="*/ 2147483646 h 432"/>
                <a:gd name="T78" fmla="*/ 2147483646 w 408"/>
                <a:gd name="T79" fmla="*/ 2147483646 h 432"/>
                <a:gd name="T80" fmla="*/ 2147483646 w 408"/>
                <a:gd name="T81" fmla="*/ 2147483646 h 432"/>
                <a:gd name="T82" fmla="*/ 2147483646 w 408"/>
                <a:gd name="T83" fmla="*/ 2147483646 h 432"/>
                <a:gd name="T84" fmla="*/ 2147483646 w 408"/>
                <a:gd name="T85" fmla="*/ 2147483646 h 432"/>
                <a:gd name="T86" fmla="*/ 2147483646 w 408"/>
                <a:gd name="T87" fmla="*/ 2147483646 h 43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8"/>
                <a:gd name="T133" fmla="*/ 0 h 432"/>
                <a:gd name="T134" fmla="*/ 408 w 408"/>
                <a:gd name="T135" fmla="*/ 432 h 43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8" h="432" extrusionOk="0">
                  <a:moveTo>
                    <a:pt x="0" y="229"/>
                  </a:moveTo>
                  <a:lnTo>
                    <a:pt x="0" y="204"/>
                  </a:lnTo>
                  <a:lnTo>
                    <a:pt x="1" y="193"/>
                  </a:lnTo>
                  <a:lnTo>
                    <a:pt x="1" y="182"/>
                  </a:lnTo>
                  <a:lnTo>
                    <a:pt x="2" y="173"/>
                  </a:lnTo>
                  <a:lnTo>
                    <a:pt x="4" y="163"/>
                  </a:lnTo>
                  <a:lnTo>
                    <a:pt x="7" y="152"/>
                  </a:lnTo>
                  <a:lnTo>
                    <a:pt x="9" y="143"/>
                  </a:lnTo>
                  <a:lnTo>
                    <a:pt x="13" y="134"/>
                  </a:lnTo>
                  <a:lnTo>
                    <a:pt x="16" y="125"/>
                  </a:lnTo>
                  <a:lnTo>
                    <a:pt x="20" y="115"/>
                  </a:lnTo>
                  <a:lnTo>
                    <a:pt x="25" y="107"/>
                  </a:lnTo>
                  <a:lnTo>
                    <a:pt x="30" y="98"/>
                  </a:lnTo>
                  <a:lnTo>
                    <a:pt x="34" y="90"/>
                  </a:lnTo>
                  <a:lnTo>
                    <a:pt x="40" y="81"/>
                  </a:lnTo>
                  <a:lnTo>
                    <a:pt x="46" y="74"/>
                  </a:lnTo>
                  <a:lnTo>
                    <a:pt x="54" y="67"/>
                  </a:lnTo>
                  <a:lnTo>
                    <a:pt x="60" y="60"/>
                  </a:lnTo>
                  <a:lnTo>
                    <a:pt x="67" y="53"/>
                  </a:lnTo>
                  <a:lnTo>
                    <a:pt x="74" y="47"/>
                  </a:lnTo>
                  <a:lnTo>
                    <a:pt x="82" y="41"/>
                  </a:lnTo>
                  <a:lnTo>
                    <a:pt x="90" y="35"/>
                  </a:lnTo>
                  <a:lnTo>
                    <a:pt x="98" y="30"/>
                  </a:lnTo>
                  <a:lnTo>
                    <a:pt x="106" y="25"/>
                  </a:lnTo>
                  <a:lnTo>
                    <a:pt x="116" y="20"/>
                  </a:lnTo>
                  <a:lnTo>
                    <a:pt x="124" y="17"/>
                  </a:lnTo>
                  <a:lnTo>
                    <a:pt x="134" y="13"/>
                  </a:lnTo>
                  <a:lnTo>
                    <a:pt x="144" y="9"/>
                  </a:lnTo>
                  <a:lnTo>
                    <a:pt x="153" y="7"/>
                  </a:lnTo>
                  <a:lnTo>
                    <a:pt x="163" y="5"/>
                  </a:lnTo>
                  <a:lnTo>
                    <a:pt x="172" y="2"/>
                  </a:lnTo>
                  <a:lnTo>
                    <a:pt x="183" y="1"/>
                  </a:lnTo>
                  <a:lnTo>
                    <a:pt x="193" y="0"/>
                  </a:lnTo>
                  <a:lnTo>
                    <a:pt x="204" y="0"/>
                  </a:lnTo>
                  <a:lnTo>
                    <a:pt x="205" y="0"/>
                  </a:lnTo>
                  <a:lnTo>
                    <a:pt x="216" y="0"/>
                  </a:lnTo>
                  <a:lnTo>
                    <a:pt x="225" y="1"/>
                  </a:lnTo>
                  <a:lnTo>
                    <a:pt x="236" y="2"/>
                  </a:lnTo>
                  <a:lnTo>
                    <a:pt x="246" y="5"/>
                  </a:lnTo>
                  <a:lnTo>
                    <a:pt x="255" y="7"/>
                  </a:lnTo>
                  <a:lnTo>
                    <a:pt x="265" y="9"/>
                  </a:lnTo>
                  <a:lnTo>
                    <a:pt x="274" y="13"/>
                  </a:lnTo>
                  <a:lnTo>
                    <a:pt x="284" y="17"/>
                  </a:lnTo>
                  <a:lnTo>
                    <a:pt x="292" y="20"/>
                  </a:lnTo>
                  <a:lnTo>
                    <a:pt x="302" y="25"/>
                  </a:lnTo>
                  <a:lnTo>
                    <a:pt x="310" y="30"/>
                  </a:lnTo>
                  <a:lnTo>
                    <a:pt x="319" y="35"/>
                  </a:lnTo>
                  <a:lnTo>
                    <a:pt x="326" y="41"/>
                  </a:lnTo>
                  <a:lnTo>
                    <a:pt x="334" y="47"/>
                  </a:lnTo>
                  <a:lnTo>
                    <a:pt x="342" y="53"/>
                  </a:lnTo>
                  <a:lnTo>
                    <a:pt x="349" y="60"/>
                  </a:lnTo>
                  <a:lnTo>
                    <a:pt x="355" y="67"/>
                  </a:lnTo>
                  <a:lnTo>
                    <a:pt x="362" y="74"/>
                  </a:lnTo>
                  <a:lnTo>
                    <a:pt x="368" y="81"/>
                  </a:lnTo>
                  <a:lnTo>
                    <a:pt x="374" y="90"/>
                  </a:lnTo>
                  <a:lnTo>
                    <a:pt x="379" y="98"/>
                  </a:lnTo>
                  <a:lnTo>
                    <a:pt x="384" y="107"/>
                  </a:lnTo>
                  <a:lnTo>
                    <a:pt x="388" y="115"/>
                  </a:lnTo>
                  <a:lnTo>
                    <a:pt x="392" y="125"/>
                  </a:lnTo>
                  <a:lnTo>
                    <a:pt x="396" y="134"/>
                  </a:lnTo>
                  <a:lnTo>
                    <a:pt x="399" y="143"/>
                  </a:lnTo>
                  <a:lnTo>
                    <a:pt x="402" y="152"/>
                  </a:lnTo>
                  <a:lnTo>
                    <a:pt x="404" y="163"/>
                  </a:lnTo>
                  <a:lnTo>
                    <a:pt x="406" y="173"/>
                  </a:lnTo>
                  <a:lnTo>
                    <a:pt x="408" y="182"/>
                  </a:lnTo>
                  <a:lnTo>
                    <a:pt x="408" y="193"/>
                  </a:lnTo>
                  <a:lnTo>
                    <a:pt x="408" y="204"/>
                  </a:lnTo>
                  <a:lnTo>
                    <a:pt x="408" y="229"/>
                  </a:lnTo>
                  <a:lnTo>
                    <a:pt x="408" y="239"/>
                  </a:lnTo>
                  <a:lnTo>
                    <a:pt x="408" y="249"/>
                  </a:lnTo>
                  <a:lnTo>
                    <a:pt x="406" y="259"/>
                  </a:lnTo>
                  <a:lnTo>
                    <a:pt x="404" y="270"/>
                  </a:lnTo>
                  <a:lnTo>
                    <a:pt x="402" y="279"/>
                  </a:lnTo>
                  <a:lnTo>
                    <a:pt x="399" y="289"/>
                  </a:lnTo>
                  <a:lnTo>
                    <a:pt x="396" y="299"/>
                  </a:lnTo>
                  <a:lnTo>
                    <a:pt x="392" y="308"/>
                  </a:lnTo>
                  <a:lnTo>
                    <a:pt x="388" y="317"/>
                  </a:lnTo>
                  <a:lnTo>
                    <a:pt x="384" y="325"/>
                  </a:lnTo>
                  <a:lnTo>
                    <a:pt x="379" y="335"/>
                  </a:lnTo>
                  <a:lnTo>
                    <a:pt x="374" y="342"/>
                  </a:lnTo>
                  <a:lnTo>
                    <a:pt x="368" y="350"/>
                  </a:lnTo>
                  <a:lnTo>
                    <a:pt x="362" y="359"/>
                  </a:lnTo>
                  <a:lnTo>
                    <a:pt x="355" y="366"/>
                  </a:lnTo>
                  <a:lnTo>
                    <a:pt x="349" y="373"/>
                  </a:lnTo>
                  <a:lnTo>
                    <a:pt x="342" y="379"/>
                  </a:lnTo>
                  <a:lnTo>
                    <a:pt x="334" y="386"/>
                  </a:lnTo>
                  <a:lnTo>
                    <a:pt x="326" y="392"/>
                  </a:lnTo>
                  <a:lnTo>
                    <a:pt x="319" y="397"/>
                  </a:lnTo>
                  <a:lnTo>
                    <a:pt x="310" y="403"/>
                  </a:lnTo>
                  <a:lnTo>
                    <a:pt x="302" y="408"/>
                  </a:lnTo>
                  <a:lnTo>
                    <a:pt x="292" y="413"/>
                  </a:lnTo>
                  <a:lnTo>
                    <a:pt x="284" y="416"/>
                  </a:lnTo>
                  <a:lnTo>
                    <a:pt x="274" y="420"/>
                  </a:lnTo>
                  <a:lnTo>
                    <a:pt x="265" y="423"/>
                  </a:lnTo>
                  <a:lnTo>
                    <a:pt x="255" y="426"/>
                  </a:lnTo>
                  <a:lnTo>
                    <a:pt x="246" y="428"/>
                  </a:lnTo>
                  <a:lnTo>
                    <a:pt x="236" y="429"/>
                  </a:lnTo>
                  <a:lnTo>
                    <a:pt x="225" y="431"/>
                  </a:lnTo>
                  <a:lnTo>
                    <a:pt x="216" y="432"/>
                  </a:lnTo>
                  <a:lnTo>
                    <a:pt x="205" y="432"/>
                  </a:lnTo>
                  <a:lnTo>
                    <a:pt x="204" y="432"/>
                  </a:lnTo>
                  <a:lnTo>
                    <a:pt x="193" y="432"/>
                  </a:lnTo>
                  <a:lnTo>
                    <a:pt x="183" y="431"/>
                  </a:lnTo>
                  <a:lnTo>
                    <a:pt x="172" y="429"/>
                  </a:lnTo>
                  <a:lnTo>
                    <a:pt x="163" y="428"/>
                  </a:lnTo>
                  <a:lnTo>
                    <a:pt x="153" y="426"/>
                  </a:lnTo>
                  <a:lnTo>
                    <a:pt x="144" y="423"/>
                  </a:lnTo>
                  <a:lnTo>
                    <a:pt x="134" y="420"/>
                  </a:lnTo>
                  <a:lnTo>
                    <a:pt x="124" y="416"/>
                  </a:lnTo>
                  <a:lnTo>
                    <a:pt x="116" y="413"/>
                  </a:lnTo>
                  <a:lnTo>
                    <a:pt x="106" y="408"/>
                  </a:lnTo>
                  <a:lnTo>
                    <a:pt x="98" y="403"/>
                  </a:lnTo>
                  <a:lnTo>
                    <a:pt x="90" y="397"/>
                  </a:lnTo>
                  <a:lnTo>
                    <a:pt x="82" y="392"/>
                  </a:lnTo>
                  <a:lnTo>
                    <a:pt x="74" y="386"/>
                  </a:lnTo>
                  <a:lnTo>
                    <a:pt x="67" y="379"/>
                  </a:lnTo>
                  <a:lnTo>
                    <a:pt x="60" y="373"/>
                  </a:lnTo>
                  <a:lnTo>
                    <a:pt x="54" y="366"/>
                  </a:lnTo>
                  <a:lnTo>
                    <a:pt x="46" y="359"/>
                  </a:lnTo>
                  <a:lnTo>
                    <a:pt x="40" y="350"/>
                  </a:lnTo>
                  <a:lnTo>
                    <a:pt x="34" y="342"/>
                  </a:lnTo>
                  <a:lnTo>
                    <a:pt x="30" y="335"/>
                  </a:lnTo>
                  <a:lnTo>
                    <a:pt x="25" y="325"/>
                  </a:lnTo>
                  <a:lnTo>
                    <a:pt x="20" y="317"/>
                  </a:lnTo>
                  <a:lnTo>
                    <a:pt x="16" y="308"/>
                  </a:lnTo>
                  <a:lnTo>
                    <a:pt x="13" y="299"/>
                  </a:lnTo>
                  <a:lnTo>
                    <a:pt x="9" y="289"/>
                  </a:lnTo>
                  <a:lnTo>
                    <a:pt x="7" y="279"/>
                  </a:lnTo>
                  <a:lnTo>
                    <a:pt x="4" y="270"/>
                  </a:lnTo>
                  <a:lnTo>
                    <a:pt x="2" y="259"/>
                  </a:lnTo>
                  <a:lnTo>
                    <a:pt x="1" y="249"/>
                  </a:lnTo>
                  <a:lnTo>
                    <a:pt x="1" y="239"/>
                  </a:lnTo>
                  <a:lnTo>
                    <a:pt x="0" y="229"/>
                  </a:lnTo>
                  <a:close/>
                </a:path>
              </a:pathLst>
            </a:custGeom>
            <a:noFill/>
            <a:ln w="17450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469" name="Shape 775">
              <a:extLst>
                <a:ext uri="{FF2B5EF4-FFF2-40B4-BE49-F238E27FC236}">
                  <a16:creationId xmlns:a16="http://schemas.microsoft.com/office/drawing/2014/main" id="{2FE589FE-5921-49E2-8F34-C5FB364FE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0399" y="4868375"/>
              <a:ext cx="349250" cy="369887"/>
            </a:xfrm>
            <a:custGeom>
              <a:avLst/>
              <a:gdLst>
                <a:gd name="T0" fmla="*/ 2147483646 w 408"/>
                <a:gd name="T1" fmla="*/ 2147483646 h 432"/>
                <a:gd name="T2" fmla="*/ 2147483646 w 408"/>
                <a:gd name="T3" fmla="*/ 2147483646 h 432"/>
                <a:gd name="T4" fmla="*/ 2147483646 w 408"/>
                <a:gd name="T5" fmla="*/ 2147483646 h 432"/>
                <a:gd name="T6" fmla="*/ 2147483646 w 408"/>
                <a:gd name="T7" fmla="*/ 2147483646 h 432"/>
                <a:gd name="T8" fmla="*/ 2147483646 w 408"/>
                <a:gd name="T9" fmla="*/ 2147483646 h 432"/>
                <a:gd name="T10" fmla="*/ 2147483646 w 408"/>
                <a:gd name="T11" fmla="*/ 2147483646 h 432"/>
                <a:gd name="T12" fmla="*/ 2147483646 w 408"/>
                <a:gd name="T13" fmla="*/ 2147483646 h 432"/>
                <a:gd name="T14" fmla="*/ 2147483646 w 408"/>
                <a:gd name="T15" fmla="*/ 2147483646 h 432"/>
                <a:gd name="T16" fmla="*/ 2147483646 w 408"/>
                <a:gd name="T17" fmla="*/ 2147483646 h 432"/>
                <a:gd name="T18" fmla="*/ 2147483646 w 408"/>
                <a:gd name="T19" fmla="*/ 2147483646 h 432"/>
                <a:gd name="T20" fmla="*/ 2147483646 w 408"/>
                <a:gd name="T21" fmla="*/ 0 h 432"/>
                <a:gd name="T22" fmla="*/ 2147483646 w 408"/>
                <a:gd name="T23" fmla="*/ 0 h 432"/>
                <a:gd name="T24" fmla="*/ 2147483646 w 408"/>
                <a:gd name="T25" fmla="*/ 2147483646 h 432"/>
                <a:gd name="T26" fmla="*/ 2147483646 w 408"/>
                <a:gd name="T27" fmla="*/ 2147483646 h 432"/>
                <a:gd name="T28" fmla="*/ 2147483646 w 408"/>
                <a:gd name="T29" fmla="*/ 2147483646 h 432"/>
                <a:gd name="T30" fmla="*/ 2147483646 w 408"/>
                <a:gd name="T31" fmla="*/ 2147483646 h 432"/>
                <a:gd name="T32" fmla="*/ 2147483646 w 408"/>
                <a:gd name="T33" fmla="*/ 2147483646 h 432"/>
                <a:gd name="T34" fmla="*/ 2147483646 w 408"/>
                <a:gd name="T35" fmla="*/ 2147483646 h 432"/>
                <a:gd name="T36" fmla="*/ 2147483646 w 408"/>
                <a:gd name="T37" fmla="*/ 2147483646 h 432"/>
                <a:gd name="T38" fmla="*/ 2147483646 w 408"/>
                <a:gd name="T39" fmla="*/ 2147483646 h 432"/>
                <a:gd name="T40" fmla="*/ 2147483646 w 408"/>
                <a:gd name="T41" fmla="*/ 2147483646 h 432"/>
                <a:gd name="T42" fmla="*/ 2147483646 w 408"/>
                <a:gd name="T43" fmla="*/ 2147483646 h 432"/>
                <a:gd name="T44" fmla="*/ 2147483646 w 408"/>
                <a:gd name="T45" fmla="*/ 2147483646 h 432"/>
                <a:gd name="T46" fmla="*/ 2147483646 w 408"/>
                <a:gd name="T47" fmla="*/ 2147483646 h 432"/>
                <a:gd name="T48" fmla="*/ 2147483646 w 408"/>
                <a:gd name="T49" fmla="*/ 2147483646 h 432"/>
                <a:gd name="T50" fmla="*/ 2147483646 w 408"/>
                <a:gd name="T51" fmla="*/ 2147483646 h 432"/>
                <a:gd name="T52" fmla="*/ 2147483646 w 408"/>
                <a:gd name="T53" fmla="*/ 2147483646 h 432"/>
                <a:gd name="T54" fmla="*/ 2147483646 w 408"/>
                <a:gd name="T55" fmla="*/ 2147483646 h 432"/>
                <a:gd name="T56" fmla="*/ 2147483646 w 408"/>
                <a:gd name="T57" fmla="*/ 2147483646 h 432"/>
                <a:gd name="T58" fmla="*/ 2147483646 w 408"/>
                <a:gd name="T59" fmla="*/ 2147483646 h 432"/>
                <a:gd name="T60" fmla="*/ 2147483646 w 408"/>
                <a:gd name="T61" fmla="*/ 2147483646 h 432"/>
                <a:gd name="T62" fmla="*/ 2147483646 w 408"/>
                <a:gd name="T63" fmla="*/ 2147483646 h 432"/>
                <a:gd name="T64" fmla="*/ 2147483646 w 408"/>
                <a:gd name="T65" fmla="*/ 2147483646 h 432"/>
                <a:gd name="T66" fmla="*/ 2147483646 w 408"/>
                <a:gd name="T67" fmla="*/ 2147483646 h 432"/>
                <a:gd name="T68" fmla="*/ 2147483646 w 408"/>
                <a:gd name="T69" fmla="*/ 2147483646 h 432"/>
                <a:gd name="T70" fmla="*/ 2147483646 w 408"/>
                <a:gd name="T71" fmla="*/ 2147483646 h 432"/>
                <a:gd name="T72" fmla="*/ 2147483646 w 408"/>
                <a:gd name="T73" fmla="*/ 2147483646 h 432"/>
                <a:gd name="T74" fmla="*/ 2147483646 w 408"/>
                <a:gd name="T75" fmla="*/ 2147483646 h 432"/>
                <a:gd name="T76" fmla="*/ 2147483646 w 408"/>
                <a:gd name="T77" fmla="*/ 2147483646 h 432"/>
                <a:gd name="T78" fmla="*/ 2147483646 w 408"/>
                <a:gd name="T79" fmla="*/ 2147483646 h 432"/>
                <a:gd name="T80" fmla="*/ 2147483646 w 408"/>
                <a:gd name="T81" fmla="*/ 2147483646 h 432"/>
                <a:gd name="T82" fmla="*/ 2147483646 w 408"/>
                <a:gd name="T83" fmla="*/ 2147483646 h 432"/>
                <a:gd name="T84" fmla="*/ 2147483646 w 408"/>
                <a:gd name="T85" fmla="*/ 2147483646 h 432"/>
                <a:gd name="T86" fmla="*/ 2147483646 w 408"/>
                <a:gd name="T87" fmla="*/ 2147483646 h 43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8"/>
                <a:gd name="T133" fmla="*/ 0 h 432"/>
                <a:gd name="T134" fmla="*/ 408 w 408"/>
                <a:gd name="T135" fmla="*/ 432 h 43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8" h="432" extrusionOk="0">
                  <a:moveTo>
                    <a:pt x="0" y="229"/>
                  </a:moveTo>
                  <a:lnTo>
                    <a:pt x="0" y="204"/>
                  </a:lnTo>
                  <a:lnTo>
                    <a:pt x="1" y="193"/>
                  </a:lnTo>
                  <a:lnTo>
                    <a:pt x="1" y="182"/>
                  </a:lnTo>
                  <a:lnTo>
                    <a:pt x="2" y="173"/>
                  </a:lnTo>
                  <a:lnTo>
                    <a:pt x="4" y="163"/>
                  </a:lnTo>
                  <a:lnTo>
                    <a:pt x="7" y="152"/>
                  </a:lnTo>
                  <a:lnTo>
                    <a:pt x="9" y="143"/>
                  </a:lnTo>
                  <a:lnTo>
                    <a:pt x="13" y="134"/>
                  </a:lnTo>
                  <a:lnTo>
                    <a:pt x="16" y="125"/>
                  </a:lnTo>
                  <a:lnTo>
                    <a:pt x="20" y="115"/>
                  </a:lnTo>
                  <a:lnTo>
                    <a:pt x="25" y="107"/>
                  </a:lnTo>
                  <a:lnTo>
                    <a:pt x="30" y="98"/>
                  </a:lnTo>
                  <a:lnTo>
                    <a:pt x="34" y="90"/>
                  </a:lnTo>
                  <a:lnTo>
                    <a:pt x="40" y="81"/>
                  </a:lnTo>
                  <a:lnTo>
                    <a:pt x="46" y="74"/>
                  </a:lnTo>
                  <a:lnTo>
                    <a:pt x="54" y="67"/>
                  </a:lnTo>
                  <a:lnTo>
                    <a:pt x="60" y="60"/>
                  </a:lnTo>
                  <a:lnTo>
                    <a:pt x="67" y="53"/>
                  </a:lnTo>
                  <a:lnTo>
                    <a:pt x="74" y="47"/>
                  </a:lnTo>
                  <a:lnTo>
                    <a:pt x="82" y="41"/>
                  </a:lnTo>
                  <a:lnTo>
                    <a:pt x="90" y="35"/>
                  </a:lnTo>
                  <a:lnTo>
                    <a:pt x="98" y="30"/>
                  </a:lnTo>
                  <a:lnTo>
                    <a:pt x="106" y="25"/>
                  </a:lnTo>
                  <a:lnTo>
                    <a:pt x="116" y="20"/>
                  </a:lnTo>
                  <a:lnTo>
                    <a:pt x="124" y="17"/>
                  </a:lnTo>
                  <a:lnTo>
                    <a:pt x="134" y="13"/>
                  </a:lnTo>
                  <a:lnTo>
                    <a:pt x="144" y="9"/>
                  </a:lnTo>
                  <a:lnTo>
                    <a:pt x="153" y="7"/>
                  </a:lnTo>
                  <a:lnTo>
                    <a:pt x="163" y="5"/>
                  </a:lnTo>
                  <a:lnTo>
                    <a:pt x="172" y="2"/>
                  </a:lnTo>
                  <a:lnTo>
                    <a:pt x="183" y="1"/>
                  </a:lnTo>
                  <a:lnTo>
                    <a:pt x="193" y="0"/>
                  </a:lnTo>
                  <a:lnTo>
                    <a:pt x="204" y="0"/>
                  </a:lnTo>
                  <a:lnTo>
                    <a:pt x="205" y="0"/>
                  </a:lnTo>
                  <a:lnTo>
                    <a:pt x="216" y="0"/>
                  </a:lnTo>
                  <a:lnTo>
                    <a:pt x="225" y="1"/>
                  </a:lnTo>
                  <a:lnTo>
                    <a:pt x="236" y="2"/>
                  </a:lnTo>
                  <a:lnTo>
                    <a:pt x="246" y="5"/>
                  </a:lnTo>
                  <a:lnTo>
                    <a:pt x="255" y="7"/>
                  </a:lnTo>
                  <a:lnTo>
                    <a:pt x="265" y="9"/>
                  </a:lnTo>
                  <a:lnTo>
                    <a:pt x="274" y="13"/>
                  </a:lnTo>
                  <a:lnTo>
                    <a:pt x="284" y="17"/>
                  </a:lnTo>
                  <a:lnTo>
                    <a:pt x="292" y="20"/>
                  </a:lnTo>
                  <a:lnTo>
                    <a:pt x="302" y="25"/>
                  </a:lnTo>
                  <a:lnTo>
                    <a:pt x="310" y="30"/>
                  </a:lnTo>
                  <a:lnTo>
                    <a:pt x="319" y="35"/>
                  </a:lnTo>
                  <a:lnTo>
                    <a:pt x="326" y="41"/>
                  </a:lnTo>
                  <a:lnTo>
                    <a:pt x="334" y="47"/>
                  </a:lnTo>
                  <a:lnTo>
                    <a:pt x="342" y="53"/>
                  </a:lnTo>
                  <a:lnTo>
                    <a:pt x="349" y="60"/>
                  </a:lnTo>
                  <a:lnTo>
                    <a:pt x="355" y="67"/>
                  </a:lnTo>
                  <a:lnTo>
                    <a:pt x="362" y="74"/>
                  </a:lnTo>
                  <a:lnTo>
                    <a:pt x="368" y="81"/>
                  </a:lnTo>
                  <a:lnTo>
                    <a:pt x="374" y="90"/>
                  </a:lnTo>
                  <a:lnTo>
                    <a:pt x="379" y="98"/>
                  </a:lnTo>
                  <a:lnTo>
                    <a:pt x="384" y="107"/>
                  </a:lnTo>
                  <a:lnTo>
                    <a:pt x="388" y="115"/>
                  </a:lnTo>
                  <a:lnTo>
                    <a:pt x="392" y="125"/>
                  </a:lnTo>
                  <a:lnTo>
                    <a:pt x="396" y="134"/>
                  </a:lnTo>
                  <a:lnTo>
                    <a:pt x="399" y="143"/>
                  </a:lnTo>
                  <a:lnTo>
                    <a:pt x="402" y="152"/>
                  </a:lnTo>
                  <a:lnTo>
                    <a:pt x="404" y="163"/>
                  </a:lnTo>
                  <a:lnTo>
                    <a:pt x="406" y="173"/>
                  </a:lnTo>
                  <a:lnTo>
                    <a:pt x="408" y="182"/>
                  </a:lnTo>
                  <a:lnTo>
                    <a:pt x="408" y="193"/>
                  </a:lnTo>
                  <a:lnTo>
                    <a:pt x="408" y="204"/>
                  </a:lnTo>
                  <a:lnTo>
                    <a:pt x="408" y="229"/>
                  </a:lnTo>
                  <a:lnTo>
                    <a:pt x="408" y="239"/>
                  </a:lnTo>
                  <a:lnTo>
                    <a:pt x="408" y="249"/>
                  </a:lnTo>
                  <a:lnTo>
                    <a:pt x="406" y="259"/>
                  </a:lnTo>
                  <a:lnTo>
                    <a:pt x="404" y="270"/>
                  </a:lnTo>
                  <a:lnTo>
                    <a:pt x="402" y="279"/>
                  </a:lnTo>
                  <a:lnTo>
                    <a:pt x="399" y="289"/>
                  </a:lnTo>
                  <a:lnTo>
                    <a:pt x="396" y="299"/>
                  </a:lnTo>
                  <a:lnTo>
                    <a:pt x="392" y="308"/>
                  </a:lnTo>
                  <a:lnTo>
                    <a:pt x="388" y="317"/>
                  </a:lnTo>
                  <a:lnTo>
                    <a:pt x="384" y="325"/>
                  </a:lnTo>
                  <a:lnTo>
                    <a:pt x="379" y="335"/>
                  </a:lnTo>
                  <a:lnTo>
                    <a:pt x="374" y="342"/>
                  </a:lnTo>
                  <a:lnTo>
                    <a:pt x="368" y="350"/>
                  </a:lnTo>
                  <a:lnTo>
                    <a:pt x="362" y="359"/>
                  </a:lnTo>
                  <a:lnTo>
                    <a:pt x="355" y="366"/>
                  </a:lnTo>
                  <a:lnTo>
                    <a:pt x="349" y="373"/>
                  </a:lnTo>
                  <a:lnTo>
                    <a:pt x="342" y="379"/>
                  </a:lnTo>
                  <a:lnTo>
                    <a:pt x="334" y="386"/>
                  </a:lnTo>
                  <a:lnTo>
                    <a:pt x="326" y="392"/>
                  </a:lnTo>
                  <a:lnTo>
                    <a:pt x="319" y="397"/>
                  </a:lnTo>
                  <a:lnTo>
                    <a:pt x="310" y="403"/>
                  </a:lnTo>
                  <a:lnTo>
                    <a:pt x="302" y="408"/>
                  </a:lnTo>
                  <a:lnTo>
                    <a:pt x="292" y="413"/>
                  </a:lnTo>
                  <a:lnTo>
                    <a:pt x="284" y="416"/>
                  </a:lnTo>
                  <a:lnTo>
                    <a:pt x="274" y="420"/>
                  </a:lnTo>
                  <a:lnTo>
                    <a:pt x="265" y="423"/>
                  </a:lnTo>
                  <a:lnTo>
                    <a:pt x="255" y="426"/>
                  </a:lnTo>
                  <a:lnTo>
                    <a:pt x="246" y="428"/>
                  </a:lnTo>
                  <a:lnTo>
                    <a:pt x="236" y="429"/>
                  </a:lnTo>
                  <a:lnTo>
                    <a:pt x="225" y="431"/>
                  </a:lnTo>
                  <a:lnTo>
                    <a:pt x="216" y="432"/>
                  </a:lnTo>
                  <a:lnTo>
                    <a:pt x="205" y="432"/>
                  </a:lnTo>
                  <a:lnTo>
                    <a:pt x="204" y="432"/>
                  </a:lnTo>
                  <a:lnTo>
                    <a:pt x="193" y="432"/>
                  </a:lnTo>
                  <a:lnTo>
                    <a:pt x="183" y="431"/>
                  </a:lnTo>
                  <a:lnTo>
                    <a:pt x="172" y="429"/>
                  </a:lnTo>
                  <a:lnTo>
                    <a:pt x="163" y="428"/>
                  </a:lnTo>
                  <a:lnTo>
                    <a:pt x="153" y="426"/>
                  </a:lnTo>
                  <a:lnTo>
                    <a:pt x="144" y="423"/>
                  </a:lnTo>
                  <a:lnTo>
                    <a:pt x="134" y="420"/>
                  </a:lnTo>
                  <a:lnTo>
                    <a:pt x="124" y="416"/>
                  </a:lnTo>
                  <a:lnTo>
                    <a:pt x="116" y="413"/>
                  </a:lnTo>
                  <a:lnTo>
                    <a:pt x="106" y="408"/>
                  </a:lnTo>
                  <a:lnTo>
                    <a:pt x="98" y="403"/>
                  </a:lnTo>
                  <a:lnTo>
                    <a:pt x="90" y="397"/>
                  </a:lnTo>
                  <a:lnTo>
                    <a:pt x="82" y="392"/>
                  </a:lnTo>
                  <a:lnTo>
                    <a:pt x="74" y="386"/>
                  </a:lnTo>
                  <a:lnTo>
                    <a:pt x="67" y="379"/>
                  </a:lnTo>
                  <a:lnTo>
                    <a:pt x="60" y="373"/>
                  </a:lnTo>
                  <a:lnTo>
                    <a:pt x="54" y="366"/>
                  </a:lnTo>
                  <a:lnTo>
                    <a:pt x="46" y="359"/>
                  </a:lnTo>
                  <a:lnTo>
                    <a:pt x="40" y="350"/>
                  </a:lnTo>
                  <a:lnTo>
                    <a:pt x="34" y="342"/>
                  </a:lnTo>
                  <a:lnTo>
                    <a:pt x="30" y="335"/>
                  </a:lnTo>
                  <a:lnTo>
                    <a:pt x="25" y="325"/>
                  </a:lnTo>
                  <a:lnTo>
                    <a:pt x="20" y="317"/>
                  </a:lnTo>
                  <a:lnTo>
                    <a:pt x="16" y="308"/>
                  </a:lnTo>
                  <a:lnTo>
                    <a:pt x="13" y="299"/>
                  </a:lnTo>
                  <a:lnTo>
                    <a:pt x="9" y="289"/>
                  </a:lnTo>
                  <a:lnTo>
                    <a:pt x="7" y="279"/>
                  </a:lnTo>
                  <a:lnTo>
                    <a:pt x="4" y="270"/>
                  </a:lnTo>
                  <a:lnTo>
                    <a:pt x="2" y="259"/>
                  </a:lnTo>
                  <a:lnTo>
                    <a:pt x="1" y="249"/>
                  </a:lnTo>
                  <a:lnTo>
                    <a:pt x="1" y="239"/>
                  </a:lnTo>
                  <a:lnTo>
                    <a:pt x="0" y="229"/>
                  </a:lnTo>
                  <a:close/>
                </a:path>
              </a:pathLst>
            </a:custGeom>
            <a:noFill/>
            <a:ln w="17450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57409" name="Group 3">
            <a:extLst>
              <a:ext uri="{FF2B5EF4-FFF2-40B4-BE49-F238E27FC236}">
                <a16:creationId xmlns:a16="http://schemas.microsoft.com/office/drawing/2014/main" id="{1730EDC5-8E1F-40EC-A05E-69FC97A4439F}"/>
              </a:ext>
            </a:extLst>
          </p:cNvPr>
          <p:cNvGrpSpPr>
            <a:grpSpLocks/>
          </p:cNvGrpSpPr>
          <p:nvPr/>
        </p:nvGrpSpPr>
        <p:grpSpPr bwMode="auto">
          <a:xfrm>
            <a:off x="228600" y="4114800"/>
            <a:ext cx="2382838" cy="1581150"/>
            <a:chOff x="228600" y="4114800"/>
            <a:chExt cx="2382838" cy="1581150"/>
          </a:xfrm>
        </p:grpSpPr>
        <p:sp>
          <p:nvSpPr>
            <p:cNvPr id="57411" name="Shape 737">
              <a:extLst>
                <a:ext uri="{FF2B5EF4-FFF2-40B4-BE49-F238E27FC236}">
                  <a16:creationId xmlns:a16="http://schemas.microsoft.com/office/drawing/2014/main" id="{6A2D23CE-16F3-47BB-93AE-223768F568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3600" y="4811713"/>
              <a:ext cx="884238" cy="884237"/>
            </a:xfrm>
            <a:prstGeom prst="rect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cxnSp>
          <p:nvCxnSpPr>
            <p:cNvPr id="57412" name="Shape 738">
              <a:extLst>
                <a:ext uri="{FF2B5EF4-FFF2-40B4-BE49-F238E27FC236}">
                  <a16:creationId xmlns:a16="http://schemas.microsoft.com/office/drawing/2014/main" id="{2BB2F7E2-B532-4968-96A0-8A1BDA8E424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863600" y="5264150"/>
              <a:ext cx="884238" cy="1588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7413" name="Shape 739">
              <a:extLst>
                <a:ext uri="{FF2B5EF4-FFF2-40B4-BE49-F238E27FC236}">
                  <a16:creationId xmlns:a16="http://schemas.microsoft.com/office/drawing/2014/main" id="{C2C930DD-B64E-4BFD-857E-084ED694AFF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rot="10800000" flipH="1">
              <a:off x="1295400" y="4811713"/>
              <a:ext cx="1588" cy="884237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7414" name="Shape 740">
              <a:extLst>
                <a:ext uri="{FF2B5EF4-FFF2-40B4-BE49-F238E27FC236}">
                  <a16:creationId xmlns:a16="http://schemas.microsoft.com/office/drawing/2014/main" id="{494CBC9D-8B5D-45C6-8D40-31ABD28BB08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31800" y="4379913"/>
              <a:ext cx="431800" cy="431800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57415" name="Shape 741">
              <a:extLst>
                <a:ext uri="{FF2B5EF4-FFF2-40B4-BE49-F238E27FC236}">
                  <a16:creationId xmlns:a16="http://schemas.microsoft.com/office/drawing/2014/main" id="{5DBDC66D-58FE-4608-BDD6-0CBD6E910A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47838" y="4811713"/>
              <a:ext cx="863600" cy="884237"/>
            </a:xfrm>
            <a:prstGeom prst="rect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cxnSp>
          <p:nvCxnSpPr>
            <p:cNvPr id="57416" name="Shape 742">
              <a:extLst>
                <a:ext uri="{FF2B5EF4-FFF2-40B4-BE49-F238E27FC236}">
                  <a16:creationId xmlns:a16="http://schemas.microsoft.com/office/drawing/2014/main" id="{E582C623-598B-47B4-B52A-8E626BC81E0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747838" y="5264150"/>
              <a:ext cx="863600" cy="1588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7417" name="Shape 743">
              <a:extLst>
                <a:ext uri="{FF2B5EF4-FFF2-40B4-BE49-F238E27FC236}">
                  <a16:creationId xmlns:a16="http://schemas.microsoft.com/office/drawing/2014/main" id="{B5FBA42C-DDCA-426C-998D-266A2DF77E5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rot="10800000" flipH="1">
              <a:off x="2179638" y="4811713"/>
              <a:ext cx="1587" cy="862012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57418" name="Shape 744">
              <a:extLst>
                <a:ext uri="{FF2B5EF4-FFF2-40B4-BE49-F238E27FC236}">
                  <a16:creationId xmlns:a16="http://schemas.microsoft.com/office/drawing/2014/main" id="{2D788945-252F-4B8F-87A8-24DD257668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963" y="4595813"/>
              <a:ext cx="1397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b</a:t>
              </a:r>
              <a:r>
                <a:rPr kumimoji="0" lang="en-US" alt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57419" name="Shape 745">
              <a:extLst>
                <a:ext uri="{FF2B5EF4-FFF2-40B4-BE49-F238E27FC236}">
                  <a16:creationId xmlns:a16="http://schemas.microsoft.com/office/drawing/2014/main" id="{259236D4-0041-4692-A1CA-FF8A9120F1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2188" y="4572000"/>
              <a:ext cx="227012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57420" name="Shape 746">
              <a:extLst>
                <a:ext uri="{FF2B5EF4-FFF2-40B4-BE49-F238E27FC236}">
                  <a16:creationId xmlns:a16="http://schemas.microsoft.com/office/drawing/2014/main" id="{0880A394-5774-4540-B792-C3A10D5BD9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28750" y="4572000"/>
              <a:ext cx="20955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01</a:t>
              </a:r>
            </a:p>
          </p:txBody>
        </p:sp>
        <p:sp>
          <p:nvSpPr>
            <p:cNvPr id="57421" name="Shape 747">
              <a:extLst>
                <a:ext uri="{FF2B5EF4-FFF2-40B4-BE49-F238E27FC236}">
                  <a16:creationId xmlns:a16="http://schemas.microsoft.com/office/drawing/2014/main" id="{039665B9-182E-4069-8F91-724D7FBEC7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65313" y="4572000"/>
              <a:ext cx="1524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57422" name="Shape 748">
              <a:extLst>
                <a:ext uri="{FF2B5EF4-FFF2-40B4-BE49-F238E27FC236}">
                  <a16:creationId xmlns:a16="http://schemas.microsoft.com/office/drawing/2014/main" id="{54826631-8EB1-45FF-AA3B-9D041FAC42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51075" y="4572000"/>
              <a:ext cx="1524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57423" name="Shape 749">
              <a:extLst>
                <a:ext uri="{FF2B5EF4-FFF2-40B4-BE49-F238E27FC236}">
                  <a16:creationId xmlns:a16="http://schemas.microsoft.com/office/drawing/2014/main" id="{E2D8C1EC-BE9A-4ACF-B0A2-A651029FC8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7225" y="4937125"/>
              <a:ext cx="1143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57424" name="Shape 750">
              <a:extLst>
                <a:ext uri="{FF2B5EF4-FFF2-40B4-BE49-F238E27FC236}">
                  <a16:creationId xmlns:a16="http://schemas.microsoft.com/office/drawing/2014/main" id="{B3F91749-A899-484A-9A77-1DD7433685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7700" y="5373688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57425" name="Shape 751">
              <a:extLst>
                <a:ext uri="{FF2B5EF4-FFF2-40B4-BE49-F238E27FC236}">
                  <a16:creationId xmlns:a16="http://schemas.microsoft.com/office/drawing/2014/main" id="{FEBC1192-D3B5-4C89-ACF2-6A30FC18B9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79550" y="49450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57426" name="Shape 752">
              <a:extLst>
                <a:ext uri="{FF2B5EF4-FFF2-40B4-BE49-F238E27FC236}">
                  <a16:creationId xmlns:a16="http://schemas.microsoft.com/office/drawing/2014/main" id="{EA4204B6-9CA2-4049-B1CF-3698DC23EE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225" y="538321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57427" name="Shape 753">
              <a:extLst>
                <a:ext uri="{FF2B5EF4-FFF2-40B4-BE49-F238E27FC236}">
                  <a16:creationId xmlns:a16="http://schemas.microsoft.com/office/drawing/2014/main" id="{4B03465D-0596-4268-951E-3B0D3F009D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79550" y="538321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57428" name="Shape 754">
              <a:extLst>
                <a:ext uri="{FF2B5EF4-FFF2-40B4-BE49-F238E27FC236}">
                  <a16:creationId xmlns:a16="http://schemas.microsoft.com/office/drawing/2014/main" id="{9098D21B-D8F7-4767-9785-4F493FBE0D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8963" y="4205288"/>
              <a:ext cx="106362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57429" name="Shape 755">
              <a:extLst>
                <a:ext uri="{FF2B5EF4-FFF2-40B4-BE49-F238E27FC236}">
                  <a16:creationId xmlns:a16="http://schemas.microsoft.com/office/drawing/2014/main" id="{AD0719CE-5121-414E-B530-6AF19A5825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7863" y="42973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57430" name="Shape 756">
              <a:extLst>
                <a:ext uri="{FF2B5EF4-FFF2-40B4-BE49-F238E27FC236}">
                  <a16:creationId xmlns:a16="http://schemas.microsoft.com/office/drawing/2014/main" id="{DD5F2328-E8F6-4FC7-A842-F7DCC4CC1D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5175" y="4205288"/>
              <a:ext cx="106363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a</a:t>
              </a:r>
            </a:p>
          </p:txBody>
        </p:sp>
        <p:sp>
          <p:nvSpPr>
            <p:cNvPr id="57431" name="Shape 775">
              <a:extLst>
                <a:ext uri="{FF2B5EF4-FFF2-40B4-BE49-F238E27FC236}">
                  <a16:creationId xmlns:a16="http://schemas.microsoft.com/office/drawing/2014/main" id="{58F47748-B0AF-43C2-A90F-877C8F200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504" y="5284788"/>
              <a:ext cx="779095" cy="369887"/>
            </a:xfrm>
            <a:custGeom>
              <a:avLst/>
              <a:gdLst>
                <a:gd name="T0" fmla="*/ 2147483646 w 408"/>
                <a:gd name="T1" fmla="*/ 2147483646 h 432"/>
                <a:gd name="T2" fmla="*/ 2147483646 w 408"/>
                <a:gd name="T3" fmla="*/ 2147483646 h 432"/>
                <a:gd name="T4" fmla="*/ 2147483646 w 408"/>
                <a:gd name="T5" fmla="*/ 2147483646 h 432"/>
                <a:gd name="T6" fmla="*/ 2147483646 w 408"/>
                <a:gd name="T7" fmla="*/ 2147483646 h 432"/>
                <a:gd name="T8" fmla="*/ 2147483646 w 408"/>
                <a:gd name="T9" fmla="*/ 2147483646 h 432"/>
                <a:gd name="T10" fmla="*/ 2147483646 w 408"/>
                <a:gd name="T11" fmla="*/ 2147483646 h 432"/>
                <a:gd name="T12" fmla="*/ 2147483646 w 408"/>
                <a:gd name="T13" fmla="*/ 2147483646 h 432"/>
                <a:gd name="T14" fmla="*/ 2147483646 w 408"/>
                <a:gd name="T15" fmla="*/ 2147483646 h 432"/>
                <a:gd name="T16" fmla="*/ 2147483646 w 408"/>
                <a:gd name="T17" fmla="*/ 2147483646 h 432"/>
                <a:gd name="T18" fmla="*/ 2147483646 w 408"/>
                <a:gd name="T19" fmla="*/ 2147483646 h 432"/>
                <a:gd name="T20" fmla="*/ 2147483646 w 408"/>
                <a:gd name="T21" fmla="*/ 0 h 432"/>
                <a:gd name="T22" fmla="*/ 2147483646 w 408"/>
                <a:gd name="T23" fmla="*/ 0 h 432"/>
                <a:gd name="T24" fmla="*/ 2147483646 w 408"/>
                <a:gd name="T25" fmla="*/ 2147483646 h 432"/>
                <a:gd name="T26" fmla="*/ 2147483646 w 408"/>
                <a:gd name="T27" fmla="*/ 2147483646 h 432"/>
                <a:gd name="T28" fmla="*/ 2147483646 w 408"/>
                <a:gd name="T29" fmla="*/ 2147483646 h 432"/>
                <a:gd name="T30" fmla="*/ 2147483646 w 408"/>
                <a:gd name="T31" fmla="*/ 2147483646 h 432"/>
                <a:gd name="T32" fmla="*/ 2147483646 w 408"/>
                <a:gd name="T33" fmla="*/ 2147483646 h 432"/>
                <a:gd name="T34" fmla="*/ 2147483646 w 408"/>
                <a:gd name="T35" fmla="*/ 2147483646 h 432"/>
                <a:gd name="T36" fmla="*/ 2147483646 w 408"/>
                <a:gd name="T37" fmla="*/ 2147483646 h 432"/>
                <a:gd name="T38" fmla="*/ 2147483646 w 408"/>
                <a:gd name="T39" fmla="*/ 2147483646 h 432"/>
                <a:gd name="T40" fmla="*/ 2147483646 w 408"/>
                <a:gd name="T41" fmla="*/ 2147483646 h 432"/>
                <a:gd name="T42" fmla="*/ 2147483646 w 408"/>
                <a:gd name="T43" fmla="*/ 2147483646 h 432"/>
                <a:gd name="T44" fmla="*/ 2147483646 w 408"/>
                <a:gd name="T45" fmla="*/ 2147483646 h 432"/>
                <a:gd name="T46" fmla="*/ 2147483646 w 408"/>
                <a:gd name="T47" fmla="*/ 2147483646 h 432"/>
                <a:gd name="T48" fmla="*/ 2147483646 w 408"/>
                <a:gd name="T49" fmla="*/ 2147483646 h 432"/>
                <a:gd name="T50" fmla="*/ 2147483646 w 408"/>
                <a:gd name="T51" fmla="*/ 2147483646 h 432"/>
                <a:gd name="T52" fmla="*/ 2147483646 w 408"/>
                <a:gd name="T53" fmla="*/ 2147483646 h 432"/>
                <a:gd name="T54" fmla="*/ 2147483646 w 408"/>
                <a:gd name="T55" fmla="*/ 2147483646 h 432"/>
                <a:gd name="T56" fmla="*/ 2147483646 w 408"/>
                <a:gd name="T57" fmla="*/ 2147483646 h 432"/>
                <a:gd name="T58" fmla="*/ 2147483646 w 408"/>
                <a:gd name="T59" fmla="*/ 2147483646 h 432"/>
                <a:gd name="T60" fmla="*/ 2147483646 w 408"/>
                <a:gd name="T61" fmla="*/ 2147483646 h 432"/>
                <a:gd name="T62" fmla="*/ 2147483646 w 408"/>
                <a:gd name="T63" fmla="*/ 2147483646 h 432"/>
                <a:gd name="T64" fmla="*/ 2147483646 w 408"/>
                <a:gd name="T65" fmla="*/ 2147483646 h 432"/>
                <a:gd name="T66" fmla="*/ 2147483646 w 408"/>
                <a:gd name="T67" fmla="*/ 2147483646 h 432"/>
                <a:gd name="T68" fmla="*/ 2147483646 w 408"/>
                <a:gd name="T69" fmla="*/ 2147483646 h 432"/>
                <a:gd name="T70" fmla="*/ 2147483646 w 408"/>
                <a:gd name="T71" fmla="*/ 2147483646 h 432"/>
                <a:gd name="T72" fmla="*/ 2147483646 w 408"/>
                <a:gd name="T73" fmla="*/ 2147483646 h 432"/>
                <a:gd name="T74" fmla="*/ 2147483646 w 408"/>
                <a:gd name="T75" fmla="*/ 2147483646 h 432"/>
                <a:gd name="T76" fmla="*/ 2147483646 w 408"/>
                <a:gd name="T77" fmla="*/ 2147483646 h 432"/>
                <a:gd name="T78" fmla="*/ 2147483646 w 408"/>
                <a:gd name="T79" fmla="*/ 2147483646 h 432"/>
                <a:gd name="T80" fmla="*/ 2147483646 w 408"/>
                <a:gd name="T81" fmla="*/ 2147483646 h 432"/>
                <a:gd name="T82" fmla="*/ 2147483646 w 408"/>
                <a:gd name="T83" fmla="*/ 2147483646 h 432"/>
                <a:gd name="T84" fmla="*/ 2147483646 w 408"/>
                <a:gd name="T85" fmla="*/ 2147483646 h 432"/>
                <a:gd name="T86" fmla="*/ 2147483646 w 408"/>
                <a:gd name="T87" fmla="*/ 2147483646 h 43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8"/>
                <a:gd name="T133" fmla="*/ 0 h 432"/>
                <a:gd name="T134" fmla="*/ 408 w 408"/>
                <a:gd name="T135" fmla="*/ 432 h 43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8" h="432" extrusionOk="0">
                  <a:moveTo>
                    <a:pt x="0" y="229"/>
                  </a:moveTo>
                  <a:lnTo>
                    <a:pt x="0" y="204"/>
                  </a:lnTo>
                  <a:lnTo>
                    <a:pt x="1" y="193"/>
                  </a:lnTo>
                  <a:lnTo>
                    <a:pt x="1" y="182"/>
                  </a:lnTo>
                  <a:lnTo>
                    <a:pt x="2" y="173"/>
                  </a:lnTo>
                  <a:lnTo>
                    <a:pt x="4" y="163"/>
                  </a:lnTo>
                  <a:lnTo>
                    <a:pt x="7" y="152"/>
                  </a:lnTo>
                  <a:lnTo>
                    <a:pt x="9" y="143"/>
                  </a:lnTo>
                  <a:lnTo>
                    <a:pt x="13" y="134"/>
                  </a:lnTo>
                  <a:lnTo>
                    <a:pt x="16" y="125"/>
                  </a:lnTo>
                  <a:lnTo>
                    <a:pt x="20" y="115"/>
                  </a:lnTo>
                  <a:lnTo>
                    <a:pt x="25" y="107"/>
                  </a:lnTo>
                  <a:lnTo>
                    <a:pt x="30" y="98"/>
                  </a:lnTo>
                  <a:lnTo>
                    <a:pt x="34" y="90"/>
                  </a:lnTo>
                  <a:lnTo>
                    <a:pt x="40" y="81"/>
                  </a:lnTo>
                  <a:lnTo>
                    <a:pt x="46" y="74"/>
                  </a:lnTo>
                  <a:lnTo>
                    <a:pt x="54" y="67"/>
                  </a:lnTo>
                  <a:lnTo>
                    <a:pt x="60" y="60"/>
                  </a:lnTo>
                  <a:lnTo>
                    <a:pt x="67" y="53"/>
                  </a:lnTo>
                  <a:lnTo>
                    <a:pt x="74" y="47"/>
                  </a:lnTo>
                  <a:lnTo>
                    <a:pt x="82" y="41"/>
                  </a:lnTo>
                  <a:lnTo>
                    <a:pt x="90" y="35"/>
                  </a:lnTo>
                  <a:lnTo>
                    <a:pt x="98" y="30"/>
                  </a:lnTo>
                  <a:lnTo>
                    <a:pt x="106" y="25"/>
                  </a:lnTo>
                  <a:lnTo>
                    <a:pt x="116" y="20"/>
                  </a:lnTo>
                  <a:lnTo>
                    <a:pt x="124" y="17"/>
                  </a:lnTo>
                  <a:lnTo>
                    <a:pt x="134" y="13"/>
                  </a:lnTo>
                  <a:lnTo>
                    <a:pt x="144" y="9"/>
                  </a:lnTo>
                  <a:lnTo>
                    <a:pt x="153" y="7"/>
                  </a:lnTo>
                  <a:lnTo>
                    <a:pt x="163" y="5"/>
                  </a:lnTo>
                  <a:lnTo>
                    <a:pt x="172" y="2"/>
                  </a:lnTo>
                  <a:lnTo>
                    <a:pt x="183" y="1"/>
                  </a:lnTo>
                  <a:lnTo>
                    <a:pt x="193" y="0"/>
                  </a:lnTo>
                  <a:lnTo>
                    <a:pt x="204" y="0"/>
                  </a:lnTo>
                  <a:lnTo>
                    <a:pt x="205" y="0"/>
                  </a:lnTo>
                  <a:lnTo>
                    <a:pt x="216" y="0"/>
                  </a:lnTo>
                  <a:lnTo>
                    <a:pt x="225" y="1"/>
                  </a:lnTo>
                  <a:lnTo>
                    <a:pt x="236" y="2"/>
                  </a:lnTo>
                  <a:lnTo>
                    <a:pt x="246" y="5"/>
                  </a:lnTo>
                  <a:lnTo>
                    <a:pt x="255" y="7"/>
                  </a:lnTo>
                  <a:lnTo>
                    <a:pt x="265" y="9"/>
                  </a:lnTo>
                  <a:lnTo>
                    <a:pt x="274" y="13"/>
                  </a:lnTo>
                  <a:lnTo>
                    <a:pt x="284" y="17"/>
                  </a:lnTo>
                  <a:lnTo>
                    <a:pt x="292" y="20"/>
                  </a:lnTo>
                  <a:lnTo>
                    <a:pt x="302" y="25"/>
                  </a:lnTo>
                  <a:lnTo>
                    <a:pt x="310" y="30"/>
                  </a:lnTo>
                  <a:lnTo>
                    <a:pt x="319" y="35"/>
                  </a:lnTo>
                  <a:lnTo>
                    <a:pt x="326" y="41"/>
                  </a:lnTo>
                  <a:lnTo>
                    <a:pt x="334" y="47"/>
                  </a:lnTo>
                  <a:lnTo>
                    <a:pt x="342" y="53"/>
                  </a:lnTo>
                  <a:lnTo>
                    <a:pt x="349" y="60"/>
                  </a:lnTo>
                  <a:lnTo>
                    <a:pt x="355" y="67"/>
                  </a:lnTo>
                  <a:lnTo>
                    <a:pt x="362" y="74"/>
                  </a:lnTo>
                  <a:lnTo>
                    <a:pt x="368" y="81"/>
                  </a:lnTo>
                  <a:lnTo>
                    <a:pt x="374" y="90"/>
                  </a:lnTo>
                  <a:lnTo>
                    <a:pt x="379" y="98"/>
                  </a:lnTo>
                  <a:lnTo>
                    <a:pt x="384" y="107"/>
                  </a:lnTo>
                  <a:lnTo>
                    <a:pt x="388" y="115"/>
                  </a:lnTo>
                  <a:lnTo>
                    <a:pt x="392" y="125"/>
                  </a:lnTo>
                  <a:lnTo>
                    <a:pt x="396" y="134"/>
                  </a:lnTo>
                  <a:lnTo>
                    <a:pt x="399" y="143"/>
                  </a:lnTo>
                  <a:lnTo>
                    <a:pt x="402" y="152"/>
                  </a:lnTo>
                  <a:lnTo>
                    <a:pt x="404" y="163"/>
                  </a:lnTo>
                  <a:lnTo>
                    <a:pt x="406" y="173"/>
                  </a:lnTo>
                  <a:lnTo>
                    <a:pt x="408" y="182"/>
                  </a:lnTo>
                  <a:lnTo>
                    <a:pt x="408" y="193"/>
                  </a:lnTo>
                  <a:lnTo>
                    <a:pt x="408" y="204"/>
                  </a:lnTo>
                  <a:lnTo>
                    <a:pt x="408" y="229"/>
                  </a:lnTo>
                  <a:lnTo>
                    <a:pt x="408" y="239"/>
                  </a:lnTo>
                  <a:lnTo>
                    <a:pt x="408" y="249"/>
                  </a:lnTo>
                  <a:lnTo>
                    <a:pt x="406" y="259"/>
                  </a:lnTo>
                  <a:lnTo>
                    <a:pt x="404" y="270"/>
                  </a:lnTo>
                  <a:lnTo>
                    <a:pt x="402" y="279"/>
                  </a:lnTo>
                  <a:lnTo>
                    <a:pt x="399" y="289"/>
                  </a:lnTo>
                  <a:lnTo>
                    <a:pt x="396" y="299"/>
                  </a:lnTo>
                  <a:lnTo>
                    <a:pt x="392" y="308"/>
                  </a:lnTo>
                  <a:lnTo>
                    <a:pt x="388" y="317"/>
                  </a:lnTo>
                  <a:lnTo>
                    <a:pt x="384" y="325"/>
                  </a:lnTo>
                  <a:lnTo>
                    <a:pt x="379" y="335"/>
                  </a:lnTo>
                  <a:lnTo>
                    <a:pt x="374" y="342"/>
                  </a:lnTo>
                  <a:lnTo>
                    <a:pt x="368" y="350"/>
                  </a:lnTo>
                  <a:lnTo>
                    <a:pt x="362" y="359"/>
                  </a:lnTo>
                  <a:lnTo>
                    <a:pt x="355" y="366"/>
                  </a:lnTo>
                  <a:lnTo>
                    <a:pt x="349" y="373"/>
                  </a:lnTo>
                  <a:lnTo>
                    <a:pt x="342" y="379"/>
                  </a:lnTo>
                  <a:lnTo>
                    <a:pt x="334" y="386"/>
                  </a:lnTo>
                  <a:lnTo>
                    <a:pt x="326" y="392"/>
                  </a:lnTo>
                  <a:lnTo>
                    <a:pt x="319" y="397"/>
                  </a:lnTo>
                  <a:lnTo>
                    <a:pt x="310" y="403"/>
                  </a:lnTo>
                  <a:lnTo>
                    <a:pt x="302" y="408"/>
                  </a:lnTo>
                  <a:lnTo>
                    <a:pt x="292" y="413"/>
                  </a:lnTo>
                  <a:lnTo>
                    <a:pt x="284" y="416"/>
                  </a:lnTo>
                  <a:lnTo>
                    <a:pt x="274" y="420"/>
                  </a:lnTo>
                  <a:lnTo>
                    <a:pt x="265" y="423"/>
                  </a:lnTo>
                  <a:lnTo>
                    <a:pt x="255" y="426"/>
                  </a:lnTo>
                  <a:lnTo>
                    <a:pt x="246" y="428"/>
                  </a:lnTo>
                  <a:lnTo>
                    <a:pt x="236" y="429"/>
                  </a:lnTo>
                  <a:lnTo>
                    <a:pt x="225" y="431"/>
                  </a:lnTo>
                  <a:lnTo>
                    <a:pt x="216" y="432"/>
                  </a:lnTo>
                  <a:lnTo>
                    <a:pt x="205" y="432"/>
                  </a:lnTo>
                  <a:lnTo>
                    <a:pt x="204" y="432"/>
                  </a:lnTo>
                  <a:lnTo>
                    <a:pt x="193" y="432"/>
                  </a:lnTo>
                  <a:lnTo>
                    <a:pt x="183" y="431"/>
                  </a:lnTo>
                  <a:lnTo>
                    <a:pt x="172" y="429"/>
                  </a:lnTo>
                  <a:lnTo>
                    <a:pt x="163" y="428"/>
                  </a:lnTo>
                  <a:lnTo>
                    <a:pt x="153" y="426"/>
                  </a:lnTo>
                  <a:lnTo>
                    <a:pt x="144" y="423"/>
                  </a:lnTo>
                  <a:lnTo>
                    <a:pt x="134" y="420"/>
                  </a:lnTo>
                  <a:lnTo>
                    <a:pt x="124" y="416"/>
                  </a:lnTo>
                  <a:lnTo>
                    <a:pt x="116" y="413"/>
                  </a:lnTo>
                  <a:lnTo>
                    <a:pt x="106" y="408"/>
                  </a:lnTo>
                  <a:lnTo>
                    <a:pt x="98" y="403"/>
                  </a:lnTo>
                  <a:lnTo>
                    <a:pt x="90" y="397"/>
                  </a:lnTo>
                  <a:lnTo>
                    <a:pt x="82" y="392"/>
                  </a:lnTo>
                  <a:lnTo>
                    <a:pt x="74" y="386"/>
                  </a:lnTo>
                  <a:lnTo>
                    <a:pt x="67" y="379"/>
                  </a:lnTo>
                  <a:lnTo>
                    <a:pt x="60" y="373"/>
                  </a:lnTo>
                  <a:lnTo>
                    <a:pt x="54" y="366"/>
                  </a:lnTo>
                  <a:lnTo>
                    <a:pt x="46" y="359"/>
                  </a:lnTo>
                  <a:lnTo>
                    <a:pt x="40" y="350"/>
                  </a:lnTo>
                  <a:lnTo>
                    <a:pt x="34" y="342"/>
                  </a:lnTo>
                  <a:lnTo>
                    <a:pt x="30" y="335"/>
                  </a:lnTo>
                  <a:lnTo>
                    <a:pt x="25" y="325"/>
                  </a:lnTo>
                  <a:lnTo>
                    <a:pt x="20" y="317"/>
                  </a:lnTo>
                  <a:lnTo>
                    <a:pt x="16" y="308"/>
                  </a:lnTo>
                  <a:lnTo>
                    <a:pt x="13" y="299"/>
                  </a:lnTo>
                  <a:lnTo>
                    <a:pt x="9" y="289"/>
                  </a:lnTo>
                  <a:lnTo>
                    <a:pt x="7" y="279"/>
                  </a:lnTo>
                  <a:lnTo>
                    <a:pt x="4" y="270"/>
                  </a:lnTo>
                  <a:lnTo>
                    <a:pt x="2" y="259"/>
                  </a:lnTo>
                  <a:lnTo>
                    <a:pt x="1" y="249"/>
                  </a:lnTo>
                  <a:lnTo>
                    <a:pt x="1" y="239"/>
                  </a:lnTo>
                  <a:lnTo>
                    <a:pt x="0" y="229"/>
                  </a:lnTo>
                  <a:close/>
                </a:path>
              </a:pathLst>
            </a:custGeom>
            <a:noFill/>
            <a:ln w="17450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432" name="Shape 781">
              <a:extLst>
                <a:ext uri="{FF2B5EF4-FFF2-40B4-BE49-F238E27FC236}">
                  <a16:creationId xmlns:a16="http://schemas.microsoft.com/office/drawing/2014/main" id="{84281FF8-CD68-401C-84D2-E8577060A6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9288" y="49450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57433" name="Shape 782">
              <a:extLst>
                <a:ext uri="{FF2B5EF4-FFF2-40B4-BE49-F238E27FC236}">
                  <a16:creationId xmlns:a16="http://schemas.microsoft.com/office/drawing/2014/main" id="{DCABDDA4-9CE3-427B-BD19-FF1C56BBCE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9288" y="538321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57434" name="Shape 783">
              <a:extLst>
                <a:ext uri="{FF2B5EF4-FFF2-40B4-BE49-F238E27FC236}">
                  <a16:creationId xmlns:a16="http://schemas.microsoft.com/office/drawing/2014/main" id="{FE088409-4C0E-41DB-A4FA-983A05D9F7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46325" y="49450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57435" name="Shape 784">
              <a:extLst>
                <a:ext uri="{FF2B5EF4-FFF2-40B4-BE49-F238E27FC236}">
                  <a16:creationId xmlns:a16="http://schemas.microsoft.com/office/drawing/2014/main" id="{066E7A75-9C05-475F-AC61-E73BF749E9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46325" y="538321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57436" name="Shape 785">
              <a:extLst>
                <a:ext uri="{FF2B5EF4-FFF2-40B4-BE49-F238E27FC236}">
                  <a16:creationId xmlns:a16="http://schemas.microsoft.com/office/drawing/2014/main" id="{933F6F54-6CE8-438B-89EA-9A5679704D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225" y="49450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57437" name="Shape 811">
              <a:extLst>
                <a:ext uri="{FF2B5EF4-FFF2-40B4-BE49-F238E27FC236}">
                  <a16:creationId xmlns:a16="http://schemas.microsoft.com/office/drawing/2014/main" id="{DE55814F-53F0-4FA4-8A37-92404BD334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8600" y="4114800"/>
              <a:ext cx="227013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Y </a:t>
              </a:r>
              <a:endParaRPr kumimoji="0" lang="en-US" altLang="en-US" sz="12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  <a:sym typeface="Times New Roman" panose="02020603050405020304" pitchFamily="18" charset="0"/>
              </a:endParaRPr>
            </a:p>
          </p:txBody>
        </p:sp>
        <p:sp>
          <p:nvSpPr>
            <p:cNvPr id="57438" name="Shape 775">
              <a:extLst>
                <a:ext uri="{FF2B5EF4-FFF2-40B4-BE49-F238E27FC236}">
                  <a16:creationId xmlns:a16="http://schemas.microsoft.com/office/drawing/2014/main" id="{562A11BC-E72B-4ECE-A8E1-6807D78E4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812" y="5287107"/>
              <a:ext cx="779095" cy="369887"/>
            </a:xfrm>
            <a:custGeom>
              <a:avLst/>
              <a:gdLst>
                <a:gd name="T0" fmla="*/ 2147483646 w 408"/>
                <a:gd name="T1" fmla="*/ 2147483646 h 432"/>
                <a:gd name="T2" fmla="*/ 2147483646 w 408"/>
                <a:gd name="T3" fmla="*/ 2147483646 h 432"/>
                <a:gd name="T4" fmla="*/ 2147483646 w 408"/>
                <a:gd name="T5" fmla="*/ 2147483646 h 432"/>
                <a:gd name="T6" fmla="*/ 2147483646 w 408"/>
                <a:gd name="T7" fmla="*/ 2147483646 h 432"/>
                <a:gd name="T8" fmla="*/ 2147483646 w 408"/>
                <a:gd name="T9" fmla="*/ 2147483646 h 432"/>
                <a:gd name="T10" fmla="*/ 2147483646 w 408"/>
                <a:gd name="T11" fmla="*/ 2147483646 h 432"/>
                <a:gd name="T12" fmla="*/ 2147483646 w 408"/>
                <a:gd name="T13" fmla="*/ 2147483646 h 432"/>
                <a:gd name="T14" fmla="*/ 2147483646 w 408"/>
                <a:gd name="T15" fmla="*/ 2147483646 h 432"/>
                <a:gd name="T16" fmla="*/ 2147483646 w 408"/>
                <a:gd name="T17" fmla="*/ 2147483646 h 432"/>
                <a:gd name="T18" fmla="*/ 2147483646 w 408"/>
                <a:gd name="T19" fmla="*/ 2147483646 h 432"/>
                <a:gd name="T20" fmla="*/ 2147483646 w 408"/>
                <a:gd name="T21" fmla="*/ 0 h 432"/>
                <a:gd name="T22" fmla="*/ 2147483646 w 408"/>
                <a:gd name="T23" fmla="*/ 0 h 432"/>
                <a:gd name="T24" fmla="*/ 2147483646 w 408"/>
                <a:gd name="T25" fmla="*/ 2147483646 h 432"/>
                <a:gd name="T26" fmla="*/ 2147483646 w 408"/>
                <a:gd name="T27" fmla="*/ 2147483646 h 432"/>
                <a:gd name="T28" fmla="*/ 2147483646 w 408"/>
                <a:gd name="T29" fmla="*/ 2147483646 h 432"/>
                <a:gd name="T30" fmla="*/ 2147483646 w 408"/>
                <a:gd name="T31" fmla="*/ 2147483646 h 432"/>
                <a:gd name="T32" fmla="*/ 2147483646 w 408"/>
                <a:gd name="T33" fmla="*/ 2147483646 h 432"/>
                <a:gd name="T34" fmla="*/ 2147483646 w 408"/>
                <a:gd name="T35" fmla="*/ 2147483646 h 432"/>
                <a:gd name="T36" fmla="*/ 2147483646 w 408"/>
                <a:gd name="T37" fmla="*/ 2147483646 h 432"/>
                <a:gd name="T38" fmla="*/ 2147483646 w 408"/>
                <a:gd name="T39" fmla="*/ 2147483646 h 432"/>
                <a:gd name="T40" fmla="*/ 2147483646 w 408"/>
                <a:gd name="T41" fmla="*/ 2147483646 h 432"/>
                <a:gd name="T42" fmla="*/ 2147483646 w 408"/>
                <a:gd name="T43" fmla="*/ 2147483646 h 432"/>
                <a:gd name="T44" fmla="*/ 2147483646 w 408"/>
                <a:gd name="T45" fmla="*/ 2147483646 h 432"/>
                <a:gd name="T46" fmla="*/ 2147483646 w 408"/>
                <a:gd name="T47" fmla="*/ 2147483646 h 432"/>
                <a:gd name="T48" fmla="*/ 2147483646 w 408"/>
                <a:gd name="T49" fmla="*/ 2147483646 h 432"/>
                <a:gd name="T50" fmla="*/ 2147483646 w 408"/>
                <a:gd name="T51" fmla="*/ 2147483646 h 432"/>
                <a:gd name="T52" fmla="*/ 2147483646 w 408"/>
                <a:gd name="T53" fmla="*/ 2147483646 h 432"/>
                <a:gd name="T54" fmla="*/ 2147483646 w 408"/>
                <a:gd name="T55" fmla="*/ 2147483646 h 432"/>
                <a:gd name="T56" fmla="*/ 2147483646 w 408"/>
                <a:gd name="T57" fmla="*/ 2147483646 h 432"/>
                <a:gd name="T58" fmla="*/ 2147483646 w 408"/>
                <a:gd name="T59" fmla="*/ 2147483646 h 432"/>
                <a:gd name="T60" fmla="*/ 2147483646 w 408"/>
                <a:gd name="T61" fmla="*/ 2147483646 h 432"/>
                <a:gd name="T62" fmla="*/ 2147483646 w 408"/>
                <a:gd name="T63" fmla="*/ 2147483646 h 432"/>
                <a:gd name="T64" fmla="*/ 2147483646 w 408"/>
                <a:gd name="T65" fmla="*/ 2147483646 h 432"/>
                <a:gd name="T66" fmla="*/ 2147483646 w 408"/>
                <a:gd name="T67" fmla="*/ 2147483646 h 432"/>
                <a:gd name="T68" fmla="*/ 2147483646 w 408"/>
                <a:gd name="T69" fmla="*/ 2147483646 h 432"/>
                <a:gd name="T70" fmla="*/ 2147483646 w 408"/>
                <a:gd name="T71" fmla="*/ 2147483646 h 432"/>
                <a:gd name="T72" fmla="*/ 2147483646 w 408"/>
                <a:gd name="T73" fmla="*/ 2147483646 h 432"/>
                <a:gd name="T74" fmla="*/ 2147483646 w 408"/>
                <a:gd name="T75" fmla="*/ 2147483646 h 432"/>
                <a:gd name="T76" fmla="*/ 2147483646 w 408"/>
                <a:gd name="T77" fmla="*/ 2147483646 h 432"/>
                <a:gd name="T78" fmla="*/ 2147483646 w 408"/>
                <a:gd name="T79" fmla="*/ 2147483646 h 432"/>
                <a:gd name="T80" fmla="*/ 2147483646 w 408"/>
                <a:gd name="T81" fmla="*/ 2147483646 h 432"/>
                <a:gd name="T82" fmla="*/ 2147483646 w 408"/>
                <a:gd name="T83" fmla="*/ 2147483646 h 432"/>
                <a:gd name="T84" fmla="*/ 2147483646 w 408"/>
                <a:gd name="T85" fmla="*/ 2147483646 h 432"/>
                <a:gd name="T86" fmla="*/ 2147483646 w 408"/>
                <a:gd name="T87" fmla="*/ 2147483646 h 43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8"/>
                <a:gd name="T133" fmla="*/ 0 h 432"/>
                <a:gd name="T134" fmla="*/ 408 w 408"/>
                <a:gd name="T135" fmla="*/ 432 h 43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8" h="432" extrusionOk="0">
                  <a:moveTo>
                    <a:pt x="0" y="229"/>
                  </a:moveTo>
                  <a:lnTo>
                    <a:pt x="0" y="204"/>
                  </a:lnTo>
                  <a:lnTo>
                    <a:pt x="1" y="193"/>
                  </a:lnTo>
                  <a:lnTo>
                    <a:pt x="1" y="182"/>
                  </a:lnTo>
                  <a:lnTo>
                    <a:pt x="2" y="173"/>
                  </a:lnTo>
                  <a:lnTo>
                    <a:pt x="4" y="163"/>
                  </a:lnTo>
                  <a:lnTo>
                    <a:pt x="7" y="152"/>
                  </a:lnTo>
                  <a:lnTo>
                    <a:pt x="9" y="143"/>
                  </a:lnTo>
                  <a:lnTo>
                    <a:pt x="13" y="134"/>
                  </a:lnTo>
                  <a:lnTo>
                    <a:pt x="16" y="125"/>
                  </a:lnTo>
                  <a:lnTo>
                    <a:pt x="20" y="115"/>
                  </a:lnTo>
                  <a:lnTo>
                    <a:pt x="25" y="107"/>
                  </a:lnTo>
                  <a:lnTo>
                    <a:pt x="30" y="98"/>
                  </a:lnTo>
                  <a:lnTo>
                    <a:pt x="34" y="90"/>
                  </a:lnTo>
                  <a:lnTo>
                    <a:pt x="40" y="81"/>
                  </a:lnTo>
                  <a:lnTo>
                    <a:pt x="46" y="74"/>
                  </a:lnTo>
                  <a:lnTo>
                    <a:pt x="54" y="67"/>
                  </a:lnTo>
                  <a:lnTo>
                    <a:pt x="60" y="60"/>
                  </a:lnTo>
                  <a:lnTo>
                    <a:pt x="67" y="53"/>
                  </a:lnTo>
                  <a:lnTo>
                    <a:pt x="74" y="47"/>
                  </a:lnTo>
                  <a:lnTo>
                    <a:pt x="82" y="41"/>
                  </a:lnTo>
                  <a:lnTo>
                    <a:pt x="90" y="35"/>
                  </a:lnTo>
                  <a:lnTo>
                    <a:pt x="98" y="30"/>
                  </a:lnTo>
                  <a:lnTo>
                    <a:pt x="106" y="25"/>
                  </a:lnTo>
                  <a:lnTo>
                    <a:pt x="116" y="20"/>
                  </a:lnTo>
                  <a:lnTo>
                    <a:pt x="124" y="17"/>
                  </a:lnTo>
                  <a:lnTo>
                    <a:pt x="134" y="13"/>
                  </a:lnTo>
                  <a:lnTo>
                    <a:pt x="144" y="9"/>
                  </a:lnTo>
                  <a:lnTo>
                    <a:pt x="153" y="7"/>
                  </a:lnTo>
                  <a:lnTo>
                    <a:pt x="163" y="5"/>
                  </a:lnTo>
                  <a:lnTo>
                    <a:pt x="172" y="2"/>
                  </a:lnTo>
                  <a:lnTo>
                    <a:pt x="183" y="1"/>
                  </a:lnTo>
                  <a:lnTo>
                    <a:pt x="193" y="0"/>
                  </a:lnTo>
                  <a:lnTo>
                    <a:pt x="204" y="0"/>
                  </a:lnTo>
                  <a:lnTo>
                    <a:pt x="205" y="0"/>
                  </a:lnTo>
                  <a:lnTo>
                    <a:pt x="216" y="0"/>
                  </a:lnTo>
                  <a:lnTo>
                    <a:pt x="225" y="1"/>
                  </a:lnTo>
                  <a:lnTo>
                    <a:pt x="236" y="2"/>
                  </a:lnTo>
                  <a:lnTo>
                    <a:pt x="246" y="5"/>
                  </a:lnTo>
                  <a:lnTo>
                    <a:pt x="255" y="7"/>
                  </a:lnTo>
                  <a:lnTo>
                    <a:pt x="265" y="9"/>
                  </a:lnTo>
                  <a:lnTo>
                    <a:pt x="274" y="13"/>
                  </a:lnTo>
                  <a:lnTo>
                    <a:pt x="284" y="17"/>
                  </a:lnTo>
                  <a:lnTo>
                    <a:pt x="292" y="20"/>
                  </a:lnTo>
                  <a:lnTo>
                    <a:pt x="302" y="25"/>
                  </a:lnTo>
                  <a:lnTo>
                    <a:pt x="310" y="30"/>
                  </a:lnTo>
                  <a:lnTo>
                    <a:pt x="319" y="35"/>
                  </a:lnTo>
                  <a:lnTo>
                    <a:pt x="326" y="41"/>
                  </a:lnTo>
                  <a:lnTo>
                    <a:pt x="334" y="47"/>
                  </a:lnTo>
                  <a:lnTo>
                    <a:pt x="342" y="53"/>
                  </a:lnTo>
                  <a:lnTo>
                    <a:pt x="349" y="60"/>
                  </a:lnTo>
                  <a:lnTo>
                    <a:pt x="355" y="67"/>
                  </a:lnTo>
                  <a:lnTo>
                    <a:pt x="362" y="74"/>
                  </a:lnTo>
                  <a:lnTo>
                    <a:pt x="368" y="81"/>
                  </a:lnTo>
                  <a:lnTo>
                    <a:pt x="374" y="90"/>
                  </a:lnTo>
                  <a:lnTo>
                    <a:pt x="379" y="98"/>
                  </a:lnTo>
                  <a:lnTo>
                    <a:pt x="384" y="107"/>
                  </a:lnTo>
                  <a:lnTo>
                    <a:pt x="388" y="115"/>
                  </a:lnTo>
                  <a:lnTo>
                    <a:pt x="392" y="125"/>
                  </a:lnTo>
                  <a:lnTo>
                    <a:pt x="396" y="134"/>
                  </a:lnTo>
                  <a:lnTo>
                    <a:pt x="399" y="143"/>
                  </a:lnTo>
                  <a:lnTo>
                    <a:pt x="402" y="152"/>
                  </a:lnTo>
                  <a:lnTo>
                    <a:pt x="404" y="163"/>
                  </a:lnTo>
                  <a:lnTo>
                    <a:pt x="406" y="173"/>
                  </a:lnTo>
                  <a:lnTo>
                    <a:pt x="408" y="182"/>
                  </a:lnTo>
                  <a:lnTo>
                    <a:pt x="408" y="193"/>
                  </a:lnTo>
                  <a:lnTo>
                    <a:pt x="408" y="204"/>
                  </a:lnTo>
                  <a:lnTo>
                    <a:pt x="408" y="229"/>
                  </a:lnTo>
                  <a:lnTo>
                    <a:pt x="408" y="239"/>
                  </a:lnTo>
                  <a:lnTo>
                    <a:pt x="408" y="249"/>
                  </a:lnTo>
                  <a:lnTo>
                    <a:pt x="406" y="259"/>
                  </a:lnTo>
                  <a:lnTo>
                    <a:pt x="404" y="270"/>
                  </a:lnTo>
                  <a:lnTo>
                    <a:pt x="402" y="279"/>
                  </a:lnTo>
                  <a:lnTo>
                    <a:pt x="399" y="289"/>
                  </a:lnTo>
                  <a:lnTo>
                    <a:pt x="396" y="299"/>
                  </a:lnTo>
                  <a:lnTo>
                    <a:pt x="392" y="308"/>
                  </a:lnTo>
                  <a:lnTo>
                    <a:pt x="388" y="317"/>
                  </a:lnTo>
                  <a:lnTo>
                    <a:pt x="384" y="325"/>
                  </a:lnTo>
                  <a:lnTo>
                    <a:pt x="379" y="335"/>
                  </a:lnTo>
                  <a:lnTo>
                    <a:pt x="374" y="342"/>
                  </a:lnTo>
                  <a:lnTo>
                    <a:pt x="368" y="350"/>
                  </a:lnTo>
                  <a:lnTo>
                    <a:pt x="362" y="359"/>
                  </a:lnTo>
                  <a:lnTo>
                    <a:pt x="355" y="366"/>
                  </a:lnTo>
                  <a:lnTo>
                    <a:pt x="349" y="373"/>
                  </a:lnTo>
                  <a:lnTo>
                    <a:pt x="342" y="379"/>
                  </a:lnTo>
                  <a:lnTo>
                    <a:pt x="334" y="386"/>
                  </a:lnTo>
                  <a:lnTo>
                    <a:pt x="326" y="392"/>
                  </a:lnTo>
                  <a:lnTo>
                    <a:pt x="319" y="397"/>
                  </a:lnTo>
                  <a:lnTo>
                    <a:pt x="310" y="403"/>
                  </a:lnTo>
                  <a:lnTo>
                    <a:pt x="302" y="408"/>
                  </a:lnTo>
                  <a:lnTo>
                    <a:pt x="292" y="413"/>
                  </a:lnTo>
                  <a:lnTo>
                    <a:pt x="284" y="416"/>
                  </a:lnTo>
                  <a:lnTo>
                    <a:pt x="274" y="420"/>
                  </a:lnTo>
                  <a:lnTo>
                    <a:pt x="265" y="423"/>
                  </a:lnTo>
                  <a:lnTo>
                    <a:pt x="255" y="426"/>
                  </a:lnTo>
                  <a:lnTo>
                    <a:pt x="246" y="428"/>
                  </a:lnTo>
                  <a:lnTo>
                    <a:pt x="236" y="429"/>
                  </a:lnTo>
                  <a:lnTo>
                    <a:pt x="225" y="431"/>
                  </a:lnTo>
                  <a:lnTo>
                    <a:pt x="216" y="432"/>
                  </a:lnTo>
                  <a:lnTo>
                    <a:pt x="205" y="432"/>
                  </a:lnTo>
                  <a:lnTo>
                    <a:pt x="204" y="432"/>
                  </a:lnTo>
                  <a:lnTo>
                    <a:pt x="193" y="432"/>
                  </a:lnTo>
                  <a:lnTo>
                    <a:pt x="183" y="431"/>
                  </a:lnTo>
                  <a:lnTo>
                    <a:pt x="172" y="429"/>
                  </a:lnTo>
                  <a:lnTo>
                    <a:pt x="163" y="428"/>
                  </a:lnTo>
                  <a:lnTo>
                    <a:pt x="153" y="426"/>
                  </a:lnTo>
                  <a:lnTo>
                    <a:pt x="144" y="423"/>
                  </a:lnTo>
                  <a:lnTo>
                    <a:pt x="134" y="420"/>
                  </a:lnTo>
                  <a:lnTo>
                    <a:pt x="124" y="416"/>
                  </a:lnTo>
                  <a:lnTo>
                    <a:pt x="116" y="413"/>
                  </a:lnTo>
                  <a:lnTo>
                    <a:pt x="106" y="408"/>
                  </a:lnTo>
                  <a:lnTo>
                    <a:pt x="98" y="403"/>
                  </a:lnTo>
                  <a:lnTo>
                    <a:pt x="90" y="397"/>
                  </a:lnTo>
                  <a:lnTo>
                    <a:pt x="82" y="392"/>
                  </a:lnTo>
                  <a:lnTo>
                    <a:pt x="74" y="386"/>
                  </a:lnTo>
                  <a:lnTo>
                    <a:pt x="67" y="379"/>
                  </a:lnTo>
                  <a:lnTo>
                    <a:pt x="60" y="373"/>
                  </a:lnTo>
                  <a:lnTo>
                    <a:pt x="54" y="366"/>
                  </a:lnTo>
                  <a:lnTo>
                    <a:pt x="46" y="359"/>
                  </a:lnTo>
                  <a:lnTo>
                    <a:pt x="40" y="350"/>
                  </a:lnTo>
                  <a:lnTo>
                    <a:pt x="34" y="342"/>
                  </a:lnTo>
                  <a:lnTo>
                    <a:pt x="30" y="335"/>
                  </a:lnTo>
                  <a:lnTo>
                    <a:pt x="25" y="325"/>
                  </a:lnTo>
                  <a:lnTo>
                    <a:pt x="20" y="317"/>
                  </a:lnTo>
                  <a:lnTo>
                    <a:pt x="16" y="308"/>
                  </a:lnTo>
                  <a:lnTo>
                    <a:pt x="13" y="299"/>
                  </a:lnTo>
                  <a:lnTo>
                    <a:pt x="9" y="289"/>
                  </a:lnTo>
                  <a:lnTo>
                    <a:pt x="7" y="279"/>
                  </a:lnTo>
                  <a:lnTo>
                    <a:pt x="4" y="270"/>
                  </a:lnTo>
                  <a:lnTo>
                    <a:pt x="2" y="259"/>
                  </a:lnTo>
                  <a:lnTo>
                    <a:pt x="1" y="249"/>
                  </a:lnTo>
                  <a:lnTo>
                    <a:pt x="1" y="239"/>
                  </a:lnTo>
                  <a:lnTo>
                    <a:pt x="0" y="229"/>
                  </a:lnTo>
                  <a:close/>
                </a:path>
              </a:pathLst>
            </a:custGeom>
            <a:noFill/>
            <a:ln w="17450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439" name="Shape 775">
              <a:extLst>
                <a:ext uri="{FF2B5EF4-FFF2-40B4-BE49-F238E27FC236}">
                  <a16:creationId xmlns:a16="http://schemas.microsoft.com/office/drawing/2014/main" id="{B94A625D-C218-49CD-8128-E358ED506AE3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1557765" y="5081404"/>
              <a:ext cx="779095" cy="369887"/>
            </a:xfrm>
            <a:custGeom>
              <a:avLst/>
              <a:gdLst>
                <a:gd name="T0" fmla="*/ 2147483646 w 408"/>
                <a:gd name="T1" fmla="*/ 2147483646 h 432"/>
                <a:gd name="T2" fmla="*/ 2147483646 w 408"/>
                <a:gd name="T3" fmla="*/ 2147483646 h 432"/>
                <a:gd name="T4" fmla="*/ 2147483646 w 408"/>
                <a:gd name="T5" fmla="*/ 2147483646 h 432"/>
                <a:gd name="T6" fmla="*/ 2147483646 w 408"/>
                <a:gd name="T7" fmla="*/ 2147483646 h 432"/>
                <a:gd name="T8" fmla="*/ 2147483646 w 408"/>
                <a:gd name="T9" fmla="*/ 2147483646 h 432"/>
                <a:gd name="T10" fmla="*/ 2147483646 w 408"/>
                <a:gd name="T11" fmla="*/ 2147483646 h 432"/>
                <a:gd name="T12" fmla="*/ 2147483646 w 408"/>
                <a:gd name="T13" fmla="*/ 2147483646 h 432"/>
                <a:gd name="T14" fmla="*/ 2147483646 w 408"/>
                <a:gd name="T15" fmla="*/ 2147483646 h 432"/>
                <a:gd name="T16" fmla="*/ 2147483646 w 408"/>
                <a:gd name="T17" fmla="*/ 2147483646 h 432"/>
                <a:gd name="T18" fmla="*/ 2147483646 w 408"/>
                <a:gd name="T19" fmla="*/ 2147483646 h 432"/>
                <a:gd name="T20" fmla="*/ 2147483646 w 408"/>
                <a:gd name="T21" fmla="*/ 0 h 432"/>
                <a:gd name="T22" fmla="*/ 2147483646 w 408"/>
                <a:gd name="T23" fmla="*/ 0 h 432"/>
                <a:gd name="T24" fmla="*/ 2147483646 w 408"/>
                <a:gd name="T25" fmla="*/ 2147483646 h 432"/>
                <a:gd name="T26" fmla="*/ 2147483646 w 408"/>
                <a:gd name="T27" fmla="*/ 2147483646 h 432"/>
                <a:gd name="T28" fmla="*/ 2147483646 w 408"/>
                <a:gd name="T29" fmla="*/ 2147483646 h 432"/>
                <a:gd name="T30" fmla="*/ 2147483646 w 408"/>
                <a:gd name="T31" fmla="*/ 2147483646 h 432"/>
                <a:gd name="T32" fmla="*/ 2147483646 w 408"/>
                <a:gd name="T33" fmla="*/ 2147483646 h 432"/>
                <a:gd name="T34" fmla="*/ 2147483646 w 408"/>
                <a:gd name="T35" fmla="*/ 2147483646 h 432"/>
                <a:gd name="T36" fmla="*/ 2147483646 w 408"/>
                <a:gd name="T37" fmla="*/ 2147483646 h 432"/>
                <a:gd name="T38" fmla="*/ 2147483646 w 408"/>
                <a:gd name="T39" fmla="*/ 2147483646 h 432"/>
                <a:gd name="T40" fmla="*/ 2147483646 w 408"/>
                <a:gd name="T41" fmla="*/ 2147483646 h 432"/>
                <a:gd name="T42" fmla="*/ 2147483646 w 408"/>
                <a:gd name="T43" fmla="*/ 2147483646 h 432"/>
                <a:gd name="T44" fmla="*/ 2147483646 w 408"/>
                <a:gd name="T45" fmla="*/ 2147483646 h 432"/>
                <a:gd name="T46" fmla="*/ 2147483646 w 408"/>
                <a:gd name="T47" fmla="*/ 2147483646 h 432"/>
                <a:gd name="T48" fmla="*/ 2147483646 w 408"/>
                <a:gd name="T49" fmla="*/ 2147483646 h 432"/>
                <a:gd name="T50" fmla="*/ 2147483646 w 408"/>
                <a:gd name="T51" fmla="*/ 2147483646 h 432"/>
                <a:gd name="T52" fmla="*/ 2147483646 w 408"/>
                <a:gd name="T53" fmla="*/ 2147483646 h 432"/>
                <a:gd name="T54" fmla="*/ 2147483646 w 408"/>
                <a:gd name="T55" fmla="*/ 2147483646 h 432"/>
                <a:gd name="T56" fmla="*/ 2147483646 w 408"/>
                <a:gd name="T57" fmla="*/ 2147483646 h 432"/>
                <a:gd name="T58" fmla="*/ 2147483646 w 408"/>
                <a:gd name="T59" fmla="*/ 2147483646 h 432"/>
                <a:gd name="T60" fmla="*/ 2147483646 w 408"/>
                <a:gd name="T61" fmla="*/ 2147483646 h 432"/>
                <a:gd name="T62" fmla="*/ 2147483646 w 408"/>
                <a:gd name="T63" fmla="*/ 2147483646 h 432"/>
                <a:gd name="T64" fmla="*/ 2147483646 w 408"/>
                <a:gd name="T65" fmla="*/ 2147483646 h 432"/>
                <a:gd name="T66" fmla="*/ 2147483646 w 408"/>
                <a:gd name="T67" fmla="*/ 2147483646 h 432"/>
                <a:gd name="T68" fmla="*/ 2147483646 w 408"/>
                <a:gd name="T69" fmla="*/ 2147483646 h 432"/>
                <a:gd name="T70" fmla="*/ 2147483646 w 408"/>
                <a:gd name="T71" fmla="*/ 2147483646 h 432"/>
                <a:gd name="T72" fmla="*/ 2147483646 w 408"/>
                <a:gd name="T73" fmla="*/ 2147483646 h 432"/>
                <a:gd name="T74" fmla="*/ 2147483646 w 408"/>
                <a:gd name="T75" fmla="*/ 2147483646 h 432"/>
                <a:gd name="T76" fmla="*/ 2147483646 w 408"/>
                <a:gd name="T77" fmla="*/ 2147483646 h 432"/>
                <a:gd name="T78" fmla="*/ 2147483646 w 408"/>
                <a:gd name="T79" fmla="*/ 2147483646 h 432"/>
                <a:gd name="T80" fmla="*/ 2147483646 w 408"/>
                <a:gd name="T81" fmla="*/ 2147483646 h 432"/>
                <a:gd name="T82" fmla="*/ 2147483646 w 408"/>
                <a:gd name="T83" fmla="*/ 2147483646 h 432"/>
                <a:gd name="T84" fmla="*/ 2147483646 w 408"/>
                <a:gd name="T85" fmla="*/ 2147483646 h 432"/>
                <a:gd name="T86" fmla="*/ 2147483646 w 408"/>
                <a:gd name="T87" fmla="*/ 2147483646 h 43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8"/>
                <a:gd name="T133" fmla="*/ 0 h 432"/>
                <a:gd name="T134" fmla="*/ 408 w 408"/>
                <a:gd name="T135" fmla="*/ 432 h 43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8" h="432" extrusionOk="0">
                  <a:moveTo>
                    <a:pt x="0" y="229"/>
                  </a:moveTo>
                  <a:lnTo>
                    <a:pt x="0" y="204"/>
                  </a:lnTo>
                  <a:lnTo>
                    <a:pt x="1" y="193"/>
                  </a:lnTo>
                  <a:lnTo>
                    <a:pt x="1" y="182"/>
                  </a:lnTo>
                  <a:lnTo>
                    <a:pt x="2" y="173"/>
                  </a:lnTo>
                  <a:lnTo>
                    <a:pt x="4" y="163"/>
                  </a:lnTo>
                  <a:lnTo>
                    <a:pt x="7" y="152"/>
                  </a:lnTo>
                  <a:lnTo>
                    <a:pt x="9" y="143"/>
                  </a:lnTo>
                  <a:lnTo>
                    <a:pt x="13" y="134"/>
                  </a:lnTo>
                  <a:lnTo>
                    <a:pt x="16" y="125"/>
                  </a:lnTo>
                  <a:lnTo>
                    <a:pt x="20" y="115"/>
                  </a:lnTo>
                  <a:lnTo>
                    <a:pt x="25" y="107"/>
                  </a:lnTo>
                  <a:lnTo>
                    <a:pt x="30" y="98"/>
                  </a:lnTo>
                  <a:lnTo>
                    <a:pt x="34" y="90"/>
                  </a:lnTo>
                  <a:lnTo>
                    <a:pt x="40" y="81"/>
                  </a:lnTo>
                  <a:lnTo>
                    <a:pt x="46" y="74"/>
                  </a:lnTo>
                  <a:lnTo>
                    <a:pt x="54" y="67"/>
                  </a:lnTo>
                  <a:lnTo>
                    <a:pt x="60" y="60"/>
                  </a:lnTo>
                  <a:lnTo>
                    <a:pt x="67" y="53"/>
                  </a:lnTo>
                  <a:lnTo>
                    <a:pt x="74" y="47"/>
                  </a:lnTo>
                  <a:lnTo>
                    <a:pt x="82" y="41"/>
                  </a:lnTo>
                  <a:lnTo>
                    <a:pt x="90" y="35"/>
                  </a:lnTo>
                  <a:lnTo>
                    <a:pt x="98" y="30"/>
                  </a:lnTo>
                  <a:lnTo>
                    <a:pt x="106" y="25"/>
                  </a:lnTo>
                  <a:lnTo>
                    <a:pt x="116" y="20"/>
                  </a:lnTo>
                  <a:lnTo>
                    <a:pt x="124" y="17"/>
                  </a:lnTo>
                  <a:lnTo>
                    <a:pt x="134" y="13"/>
                  </a:lnTo>
                  <a:lnTo>
                    <a:pt x="144" y="9"/>
                  </a:lnTo>
                  <a:lnTo>
                    <a:pt x="153" y="7"/>
                  </a:lnTo>
                  <a:lnTo>
                    <a:pt x="163" y="5"/>
                  </a:lnTo>
                  <a:lnTo>
                    <a:pt x="172" y="2"/>
                  </a:lnTo>
                  <a:lnTo>
                    <a:pt x="183" y="1"/>
                  </a:lnTo>
                  <a:lnTo>
                    <a:pt x="193" y="0"/>
                  </a:lnTo>
                  <a:lnTo>
                    <a:pt x="204" y="0"/>
                  </a:lnTo>
                  <a:lnTo>
                    <a:pt x="205" y="0"/>
                  </a:lnTo>
                  <a:lnTo>
                    <a:pt x="216" y="0"/>
                  </a:lnTo>
                  <a:lnTo>
                    <a:pt x="225" y="1"/>
                  </a:lnTo>
                  <a:lnTo>
                    <a:pt x="236" y="2"/>
                  </a:lnTo>
                  <a:lnTo>
                    <a:pt x="246" y="5"/>
                  </a:lnTo>
                  <a:lnTo>
                    <a:pt x="255" y="7"/>
                  </a:lnTo>
                  <a:lnTo>
                    <a:pt x="265" y="9"/>
                  </a:lnTo>
                  <a:lnTo>
                    <a:pt x="274" y="13"/>
                  </a:lnTo>
                  <a:lnTo>
                    <a:pt x="284" y="17"/>
                  </a:lnTo>
                  <a:lnTo>
                    <a:pt x="292" y="20"/>
                  </a:lnTo>
                  <a:lnTo>
                    <a:pt x="302" y="25"/>
                  </a:lnTo>
                  <a:lnTo>
                    <a:pt x="310" y="30"/>
                  </a:lnTo>
                  <a:lnTo>
                    <a:pt x="319" y="35"/>
                  </a:lnTo>
                  <a:lnTo>
                    <a:pt x="326" y="41"/>
                  </a:lnTo>
                  <a:lnTo>
                    <a:pt x="334" y="47"/>
                  </a:lnTo>
                  <a:lnTo>
                    <a:pt x="342" y="53"/>
                  </a:lnTo>
                  <a:lnTo>
                    <a:pt x="349" y="60"/>
                  </a:lnTo>
                  <a:lnTo>
                    <a:pt x="355" y="67"/>
                  </a:lnTo>
                  <a:lnTo>
                    <a:pt x="362" y="74"/>
                  </a:lnTo>
                  <a:lnTo>
                    <a:pt x="368" y="81"/>
                  </a:lnTo>
                  <a:lnTo>
                    <a:pt x="374" y="90"/>
                  </a:lnTo>
                  <a:lnTo>
                    <a:pt x="379" y="98"/>
                  </a:lnTo>
                  <a:lnTo>
                    <a:pt x="384" y="107"/>
                  </a:lnTo>
                  <a:lnTo>
                    <a:pt x="388" y="115"/>
                  </a:lnTo>
                  <a:lnTo>
                    <a:pt x="392" y="125"/>
                  </a:lnTo>
                  <a:lnTo>
                    <a:pt x="396" y="134"/>
                  </a:lnTo>
                  <a:lnTo>
                    <a:pt x="399" y="143"/>
                  </a:lnTo>
                  <a:lnTo>
                    <a:pt x="402" y="152"/>
                  </a:lnTo>
                  <a:lnTo>
                    <a:pt x="404" y="163"/>
                  </a:lnTo>
                  <a:lnTo>
                    <a:pt x="406" y="173"/>
                  </a:lnTo>
                  <a:lnTo>
                    <a:pt x="408" y="182"/>
                  </a:lnTo>
                  <a:lnTo>
                    <a:pt x="408" y="193"/>
                  </a:lnTo>
                  <a:lnTo>
                    <a:pt x="408" y="204"/>
                  </a:lnTo>
                  <a:lnTo>
                    <a:pt x="408" y="229"/>
                  </a:lnTo>
                  <a:lnTo>
                    <a:pt x="408" y="239"/>
                  </a:lnTo>
                  <a:lnTo>
                    <a:pt x="408" y="249"/>
                  </a:lnTo>
                  <a:lnTo>
                    <a:pt x="406" y="259"/>
                  </a:lnTo>
                  <a:lnTo>
                    <a:pt x="404" y="270"/>
                  </a:lnTo>
                  <a:lnTo>
                    <a:pt x="402" y="279"/>
                  </a:lnTo>
                  <a:lnTo>
                    <a:pt x="399" y="289"/>
                  </a:lnTo>
                  <a:lnTo>
                    <a:pt x="396" y="299"/>
                  </a:lnTo>
                  <a:lnTo>
                    <a:pt x="392" y="308"/>
                  </a:lnTo>
                  <a:lnTo>
                    <a:pt x="388" y="317"/>
                  </a:lnTo>
                  <a:lnTo>
                    <a:pt x="384" y="325"/>
                  </a:lnTo>
                  <a:lnTo>
                    <a:pt x="379" y="335"/>
                  </a:lnTo>
                  <a:lnTo>
                    <a:pt x="374" y="342"/>
                  </a:lnTo>
                  <a:lnTo>
                    <a:pt x="368" y="350"/>
                  </a:lnTo>
                  <a:lnTo>
                    <a:pt x="362" y="359"/>
                  </a:lnTo>
                  <a:lnTo>
                    <a:pt x="355" y="366"/>
                  </a:lnTo>
                  <a:lnTo>
                    <a:pt x="349" y="373"/>
                  </a:lnTo>
                  <a:lnTo>
                    <a:pt x="342" y="379"/>
                  </a:lnTo>
                  <a:lnTo>
                    <a:pt x="334" y="386"/>
                  </a:lnTo>
                  <a:lnTo>
                    <a:pt x="326" y="392"/>
                  </a:lnTo>
                  <a:lnTo>
                    <a:pt x="319" y="397"/>
                  </a:lnTo>
                  <a:lnTo>
                    <a:pt x="310" y="403"/>
                  </a:lnTo>
                  <a:lnTo>
                    <a:pt x="302" y="408"/>
                  </a:lnTo>
                  <a:lnTo>
                    <a:pt x="292" y="413"/>
                  </a:lnTo>
                  <a:lnTo>
                    <a:pt x="284" y="416"/>
                  </a:lnTo>
                  <a:lnTo>
                    <a:pt x="274" y="420"/>
                  </a:lnTo>
                  <a:lnTo>
                    <a:pt x="265" y="423"/>
                  </a:lnTo>
                  <a:lnTo>
                    <a:pt x="255" y="426"/>
                  </a:lnTo>
                  <a:lnTo>
                    <a:pt x="246" y="428"/>
                  </a:lnTo>
                  <a:lnTo>
                    <a:pt x="236" y="429"/>
                  </a:lnTo>
                  <a:lnTo>
                    <a:pt x="225" y="431"/>
                  </a:lnTo>
                  <a:lnTo>
                    <a:pt x="216" y="432"/>
                  </a:lnTo>
                  <a:lnTo>
                    <a:pt x="205" y="432"/>
                  </a:lnTo>
                  <a:lnTo>
                    <a:pt x="204" y="432"/>
                  </a:lnTo>
                  <a:lnTo>
                    <a:pt x="193" y="432"/>
                  </a:lnTo>
                  <a:lnTo>
                    <a:pt x="183" y="431"/>
                  </a:lnTo>
                  <a:lnTo>
                    <a:pt x="172" y="429"/>
                  </a:lnTo>
                  <a:lnTo>
                    <a:pt x="163" y="428"/>
                  </a:lnTo>
                  <a:lnTo>
                    <a:pt x="153" y="426"/>
                  </a:lnTo>
                  <a:lnTo>
                    <a:pt x="144" y="423"/>
                  </a:lnTo>
                  <a:lnTo>
                    <a:pt x="134" y="420"/>
                  </a:lnTo>
                  <a:lnTo>
                    <a:pt x="124" y="416"/>
                  </a:lnTo>
                  <a:lnTo>
                    <a:pt x="116" y="413"/>
                  </a:lnTo>
                  <a:lnTo>
                    <a:pt x="106" y="408"/>
                  </a:lnTo>
                  <a:lnTo>
                    <a:pt x="98" y="403"/>
                  </a:lnTo>
                  <a:lnTo>
                    <a:pt x="90" y="397"/>
                  </a:lnTo>
                  <a:lnTo>
                    <a:pt x="82" y="392"/>
                  </a:lnTo>
                  <a:lnTo>
                    <a:pt x="74" y="386"/>
                  </a:lnTo>
                  <a:lnTo>
                    <a:pt x="67" y="379"/>
                  </a:lnTo>
                  <a:lnTo>
                    <a:pt x="60" y="373"/>
                  </a:lnTo>
                  <a:lnTo>
                    <a:pt x="54" y="366"/>
                  </a:lnTo>
                  <a:lnTo>
                    <a:pt x="46" y="359"/>
                  </a:lnTo>
                  <a:lnTo>
                    <a:pt x="40" y="350"/>
                  </a:lnTo>
                  <a:lnTo>
                    <a:pt x="34" y="342"/>
                  </a:lnTo>
                  <a:lnTo>
                    <a:pt x="30" y="335"/>
                  </a:lnTo>
                  <a:lnTo>
                    <a:pt x="25" y="325"/>
                  </a:lnTo>
                  <a:lnTo>
                    <a:pt x="20" y="317"/>
                  </a:lnTo>
                  <a:lnTo>
                    <a:pt x="16" y="308"/>
                  </a:lnTo>
                  <a:lnTo>
                    <a:pt x="13" y="299"/>
                  </a:lnTo>
                  <a:lnTo>
                    <a:pt x="9" y="289"/>
                  </a:lnTo>
                  <a:lnTo>
                    <a:pt x="7" y="279"/>
                  </a:lnTo>
                  <a:lnTo>
                    <a:pt x="4" y="270"/>
                  </a:lnTo>
                  <a:lnTo>
                    <a:pt x="2" y="259"/>
                  </a:lnTo>
                  <a:lnTo>
                    <a:pt x="1" y="249"/>
                  </a:lnTo>
                  <a:lnTo>
                    <a:pt x="1" y="239"/>
                  </a:lnTo>
                  <a:lnTo>
                    <a:pt x="0" y="229"/>
                  </a:lnTo>
                  <a:close/>
                </a:path>
              </a:pathLst>
            </a:custGeom>
            <a:noFill/>
            <a:ln w="17450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25" name="Rectangle 2">
            <a:extLst>
              <a:ext uri="{FF2B5EF4-FFF2-40B4-BE49-F238E27FC236}">
                <a16:creationId xmlns:a16="http://schemas.microsoft.com/office/drawing/2014/main" id="{1FEB7188-862F-5E40-8C9A-F2B77040C5A8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Derivation of Y and s</a:t>
            </a: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369" name="Group 1">
            <a:extLst>
              <a:ext uri="{FF2B5EF4-FFF2-40B4-BE49-F238E27FC236}">
                <a16:creationId xmlns:a16="http://schemas.microsoft.com/office/drawing/2014/main" id="{AB47875F-64B9-414D-BA4B-ADFEC5E883A5}"/>
              </a:ext>
            </a:extLst>
          </p:cNvPr>
          <p:cNvGrpSpPr>
            <a:grpSpLocks/>
          </p:cNvGrpSpPr>
          <p:nvPr/>
        </p:nvGrpSpPr>
        <p:grpSpPr bwMode="auto">
          <a:xfrm>
            <a:off x="139700" y="762000"/>
            <a:ext cx="6032500" cy="2270125"/>
            <a:chOff x="1552575" y="1598613"/>
            <a:chExt cx="6032500" cy="2270125"/>
          </a:xfrm>
        </p:grpSpPr>
        <p:sp>
          <p:nvSpPr>
            <p:cNvPr id="58496" name="Rectangle 57">
              <a:extLst>
                <a:ext uri="{FF2B5EF4-FFF2-40B4-BE49-F238E27FC236}">
                  <a16:creationId xmlns:a16="http://schemas.microsoft.com/office/drawing/2014/main" id="{9F79B59F-2F04-4436-8073-B72F4B0CD0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1598613"/>
              <a:ext cx="601503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497" name="Rectangle 58">
              <a:extLst>
                <a:ext uri="{FF2B5EF4-FFF2-40B4-BE49-F238E27FC236}">
                  <a16:creationId xmlns:a16="http://schemas.microsoft.com/office/drawing/2014/main" id="{398E5B78-F7ED-468A-B6A6-6C57D6F196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1619250"/>
              <a:ext cx="11113" cy="523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498" name="Rectangle 59">
              <a:extLst>
                <a:ext uri="{FF2B5EF4-FFF2-40B4-BE49-F238E27FC236}">
                  <a16:creationId xmlns:a16="http://schemas.microsoft.com/office/drawing/2014/main" id="{BA24F196-E1A8-4870-BE5E-CFF5279C36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1619250"/>
              <a:ext cx="12700" cy="523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499" name="Rectangle 60">
              <a:extLst>
                <a:ext uri="{FF2B5EF4-FFF2-40B4-BE49-F238E27FC236}">
                  <a16:creationId xmlns:a16="http://schemas.microsoft.com/office/drawing/2014/main" id="{7E7B94C3-1C8A-4D7C-AF17-0FF6E259A7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4500" y="1924050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Present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500" name="Rectangle 61">
              <a:extLst>
                <a:ext uri="{FF2B5EF4-FFF2-40B4-BE49-F238E27FC236}">
                  <a16:creationId xmlns:a16="http://schemas.microsoft.com/office/drawing/2014/main" id="{30EC86DA-7791-4854-B3C3-50D365D368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588" y="1619250"/>
              <a:ext cx="12700" cy="523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501" name="Rectangle 62">
              <a:extLst>
                <a:ext uri="{FF2B5EF4-FFF2-40B4-BE49-F238E27FC236}">
                  <a16:creationId xmlns:a16="http://schemas.microsoft.com/office/drawing/2014/main" id="{E8D84C5E-0E2D-4302-85B5-A38A6280A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1863" y="1725613"/>
              <a:ext cx="10842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Next 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502" name="Rectangle 63">
              <a:extLst>
                <a:ext uri="{FF2B5EF4-FFF2-40B4-BE49-F238E27FC236}">
                  <a16:creationId xmlns:a16="http://schemas.microsoft.com/office/drawing/2014/main" id="{E10002D8-1763-431F-8698-6BB069DF02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9200" y="1619250"/>
              <a:ext cx="12700" cy="523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503" name="Rectangle 64">
              <a:extLst>
                <a:ext uri="{FF2B5EF4-FFF2-40B4-BE49-F238E27FC236}">
                  <a16:creationId xmlns:a16="http://schemas.microsoft.com/office/drawing/2014/main" id="{F80ECC01-9907-484A-8F59-6B3D88C2AB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2130425"/>
              <a:ext cx="49672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504" name="Rectangle 65">
              <a:extLst>
                <a:ext uri="{FF2B5EF4-FFF2-40B4-BE49-F238E27FC236}">
                  <a16:creationId xmlns:a16="http://schemas.microsoft.com/office/drawing/2014/main" id="{BB181A91-4556-4414-A2B7-F67BCF364B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2143125"/>
              <a:ext cx="11113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505" name="Rectangle 66">
              <a:extLst>
                <a:ext uri="{FF2B5EF4-FFF2-40B4-BE49-F238E27FC236}">
                  <a16:creationId xmlns:a16="http://schemas.microsoft.com/office/drawing/2014/main" id="{7C8B66B6-FF25-4210-817B-4733DCEFA4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0288" y="1725613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Output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506" name="Rectangle 67">
              <a:extLst>
                <a:ext uri="{FF2B5EF4-FFF2-40B4-BE49-F238E27FC236}">
                  <a16:creationId xmlns:a16="http://schemas.microsoft.com/office/drawing/2014/main" id="{6F17934E-B006-412A-9926-5382018676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214312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507" name="Rectangle 68">
              <a:extLst>
                <a:ext uri="{FF2B5EF4-FFF2-40B4-BE49-F238E27FC236}">
                  <a16:creationId xmlns:a16="http://schemas.microsoft.com/office/drawing/2014/main" id="{12FB0A73-DB05-4422-B336-C89FC7B931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4200" y="2238375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508" name="Rectangle 69">
              <a:extLst>
                <a:ext uri="{FF2B5EF4-FFF2-40B4-BE49-F238E27FC236}">
                  <a16:creationId xmlns:a16="http://schemas.microsoft.com/office/drawing/2014/main" id="{67BD06A3-BAD0-4A59-95F6-6827CCF745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2250" y="224631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ab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509" name="Rectangle 70">
              <a:extLst>
                <a:ext uri="{FF2B5EF4-FFF2-40B4-BE49-F238E27FC236}">
                  <a16:creationId xmlns:a16="http://schemas.microsoft.com/office/drawing/2014/main" id="{32DF505C-3DA4-4E02-9D54-8021E70E2E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8638" y="2247900"/>
              <a:ext cx="460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=00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510" name="Rectangle 71">
              <a:extLst>
                <a:ext uri="{FF2B5EF4-FFF2-40B4-BE49-F238E27FC236}">
                  <a16:creationId xmlns:a16="http://schemas.microsoft.com/office/drawing/2014/main" id="{93589602-8781-47D0-8070-CC12A69868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7463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511" name="Rectangle 72">
              <a:extLst>
                <a:ext uri="{FF2B5EF4-FFF2-40B4-BE49-F238E27FC236}">
                  <a16:creationId xmlns:a16="http://schemas.microsoft.com/office/drawing/2014/main" id="{EC03AD6D-5C20-4B84-98EC-E9789F3F87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325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512" name="Rectangle 73">
              <a:extLst>
                <a:ext uri="{FF2B5EF4-FFF2-40B4-BE49-F238E27FC236}">
                  <a16:creationId xmlns:a16="http://schemas.microsoft.com/office/drawing/2014/main" id="{99042CDE-82D4-44FB-8878-A34821443E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588" y="214312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513" name="Rectangle 74">
              <a:extLst>
                <a:ext uri="{FF2B5EF4-FFF2-40B4-BE49-F238E27FC236}">
                  <a16:creationId xmlns:a16="http://schemas.microsoft.com/office/drawing/2014/main" id="{8C67004D-68CC-465B-8CDA-030863FC0D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3950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514" name="Rectangle 75">
              <a:extLst>
                <a:ext uri="{FF2B5EF4-FFF2-40B4-BE49-F238E27FC236}">
                  <a16:creationId xmlns:a16="http://schemas.microsoft.com/office/drawing/2014/main" id="{65C67EAA-A49E-44E9-BB34-09222D97B3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7988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515" name="Rectangle 76">
              <a:extLst>
                <a:ext uri="{FF2B5EF4-FFF2-40B4-BE49-F238E27FC236}">
                  <a16:creationId xmlns:a16="http://schemas.microsoft.com/office/drawing/2014/main" id="{43A47990-6C91-4C4B-BF86-4A601567FD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0438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516" name="Rectangle 77">
              <a:extLst>
                <a:ext uri="{FF2B5EF4-FFF2-40B4-BE49-F238E27FC236}">
                  <a16:creationId xmlns:a16="http://schemas.microsoft.com/office/drawing/2014/main" id="{46BFB7E9-2B3C-46D0-8322-E76AAD1EA3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517" name="Rectangle 78">
              <a:extLst>
                <a:ext uri="{FF2B5EF4-FFF2-40B4-BE49-F238E27FC236}">
                  <a16:creationId xmlns:a16="http://schemas.microsoft.com/office/drawing/2014/main" id="{C2686CEC-384C-449A-93E7-E4160AEBA3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9200" y="214312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518" name="Rectangle 79">
              <a:extLst>
                <a:ext uri="{FF2B5EF4-FFF2-40B4-BE49-F238E27FC236}">
                  <a16:creationId xmlns:a16="http://schemas.microsoft.com/office/drawing/2014/main" id="{F13B0628-2F6F-4B4A-A601-04A3FD97DF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2587625"/>
              <a:ext cx="49672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519" name="Rectangle 80">
              <a:extLst>
                <a:ext uri="{FF2B5EF4-FFF2-40B4-BE49-F238E27FC236}">
                  <a16:creationId xmlns:a16="http://schemas.microsoft.com/office/drawing/2014/main" id="{AEDB0ED8-2AFF-4E51-9F3F-4B1F88AD6D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2600325"/>
              <a:ext cx="11113" cy="455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520" name="Rectangle 81">
              <a:extLst>
                <a:ext uri="{FF2B5EF4-FFF2-40B4-BE49-F238E27FC236}">
                  <a16:creationId xmlns:a16="http://schemas.microsoft.com/office/drawing/2014/main" id="{1DACB639-03B2-4C70-82F1-243CBCF1B0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0100" y="22479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521" name="Rectangle 82">
              <a:extLst>
                <a:ext uri="{FF2B5EF4-FFF2-40B4-BE49-F238E27FC236}">
                  <a16:creationId xmlns:a16="http://schemas.microsoft.com/office/drawing/2014/main" id="{B44473C6-6021-49D0-9AF5-6637589B08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2600325"/>
              <a:ext cx="12700" cy="455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522" name="Rectangle 83">
              <a:extLst>
                <a:ext uri="{FF2B5EF4-FFF2-40B4-BE49-F238E27FC236}">
                  <a16:creationId xmlns:a16="http://schemas.microsoft.com/office/drawing/2014/main" id="{1AA91CEE-1B78-4FC1-8ECD-7228A0AD11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2475" y="2657475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523" name="Rectangle 84">
              <a:extLst>
                <a:ext uri="{FF2B5EF4-FFF2-40B4-BE49-F238E27FC236}">
                  <a16:creationId xmlns:a16="http://schemas.microsoft.com/office/drawing/2014/main" id="{513CB7BA-1CEB-4D9C-8986-284A994799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588" y="2600325"/>
              <a:ext cx="12700" cy="455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524" name="Rectangle 85">
              <a:extLst>
                <a:ext uri="{FF2B5EF4-FFF2-40B4-BE49-F238E27FC236}">
                  <a16:creationId xmlns:a16="http://schemas.microsoft.com/office/drawing/2014/main" id="{C61EBFAD-6CFA-4A8D-BF7D-5DF89EF4DB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6675" y="2703513"/>
              <a:ext cx="20478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525" name="Rectangle 86">
              <a:extLst>
                <a:ext uri="{FF2B5EF4-FFF2-40B4-BE49-F238E27FC236}">
                  <a16:creationId xmlns:a16="http://schemas.microsoft.com/office/drawing/2014/main" id="{18F30D10-94CA-42F0-BDA5-FFE3565AA0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9200" y="2600325"/>
              <a:ext cx="12700" cy="455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526" name="Rectangle 87">
              <a:extLst>
                <a:ext uri="{FF2B5EF4-FFF2-40B4-BE49-F238E27FC236}">
                  <a16:creationId xmlns:a16="http://schemas.microsoft.com/office/drawing/2014/main" id="{941BBF79-3EF9-4806-A3AB-E0F2E68088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3043238"/>
              <a:ext cx="6015038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527" name="Rectangle 88">
              <a:extLst>
                <a:ext uri="{FF2B5EF4-FFF2-40B4-BE49-F238E27FC236}">
                  <a16:creationId xmlns:a16="http://schemas.microsoft.com/office/drawing/2014/main" id="{F0454157-1BD6-4F59-BA25-B206659FB7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3055938"/>
              <a:ext cx="11113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528" name="Rectangle 89">
              <a:extLst>
                <a:ext uri="{FF2B5EF4-FFF2-40B4-BE49-F238E27FC236}">
                  <a16:creationId xmlns:a16="http://schemas.microsoft.com/office/drawing/2014/main" id="{E277958D-A4C9-4A0A-AF9A-FBBA968339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05563" y="2703513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529" name="Rectangle 90">
              <a:extLst>
                <a:ext uri="{FF2B5EF4-FFF2-40B4-BE49-F238E27FC236}">
                  <a16:creationId xmlns:a16="http://schemas.microsoft.com/office/drawing/2014/main" id="{3D13162F-4F03-46FE-B0DA-D6816E7EE6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305593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530" name="Rectangle 91">
              <a:extLst>
                <a:ext uri="{FF2B5EF4-FFF2-40B4-BE49-F238E27FC236}">
                  <a16:creationId xmlns:a16="http://schemas.microsoft.com/office/drawing/2014/main" id="{AFA58A46-0095-4ED8-AB34-A07445D79C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5650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531" name="Rectangle 92">
              <a:extLst>
                <a:ext uri="{FF2B5EF4-FFF2-40B4-BE49-F238E27FC236}">
                  <a16:creationId xmlns:a16="http://schemas.microsoft.com/office/drawing/2014/main" id="{83017030-5500-4960-A7B1-F9C5D6BA8E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358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532" name="Rectangle 93">
              <a:extLst>
                <a:ext uri="{FF2B5EF4-FFF2-40B4-BE49-F238E27FC236}">
                  <a16:creationId xmlns:a16="http://schemas.microsoft.com/office/drawing/2014/main" id="{B1AAA070-F010-4D29-A896-B25D07909B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413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533" name="Rectangle 94">
              <a:extLst>
                <a:ext uri="{FF2B5EF4-FFF2-40B4-BE49-F238E27FC236}">
                  <a16:creationId xmlns:a16="http://schemas.microsoft.com/office/drawing/2014/main" id="{EE6A8ED6-3359-4DAA-A1E9-F24AFF648F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658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534" name="Rectangle 95">
              <a:extLst>
                <a:ext uri="{FF2B5EF4-FFF2-40B4-BE49-F238E27FC236}">
                  <a16:creationId xmlns:a16="http://schemas.microsoft.com/office/drawing/2014/main" id="{29C65059-4003-4E1E-909E-9618394303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588" y="305593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535" name="Rectangle 96">
              <a:extLst>
                <a:ext uri="{FF2B5EF4-FFF2-40B4-BE49-F238E27FC236}">
                  <a16:creationId xmlns:a16="http://schemas.microsoft.com/office/drawing/2014/main" id="{900A3D55-DD98-439E-AD79-77097ED034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2213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536" name="Rectangle 97">
              <a:extLst>
                <a:ext uri="{FF2B5EF4-FFF2-40B4-BE49-F238E27FC236}">
                  <a16:creationId xmlns:a16="http://schemas.microsoft.com/office/drawing/2014/main" id="{79E1510A-130A-45DF-A3FC-A9E43218DE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783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537" name="Rectangle 98">
              <a:extLst>
                <a:ext uri="{FF2B5EF4-FFF2-40B4-BE49-F238E27FC236}">
                  <a16:creationId xmlns:a16="http://schemas.microsoft.com/office/drawing/2014/main" id="{D234C158-FC23-4FF8-9EB1-0CDA084EC7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1875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538" name="Rectangle 99">
              <a:extLst>
                <a:ext uri="{FF2B5EF4-FFF2-40B4-BE49-F238E27FC236}">
                  <a16:creationId xmlns:a16="http://schemas.microsoft.com/office/drawing/2014/main" id="{95D4169C-BB41-4B0D-8143-5F0F43CDEC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908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539" name="Rectangle 100">
              <a:extLst>
                <a:ext uri="{FF2B5EF4-FFF2-40B4-BE49-F238E27FC236}">
                  <a16:creationId xmlns:a16="http://schemas.microsoft.com/office/drawing/2014/main" id="{9B904D31-B0CB-407D-9EAC-44E0BA44C9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9200" y="305593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540" name="Rectangle 101">
              <a:extLst>
                <a:ext uri="{FF2B5EF4-FFF2-40B4-BE49-F238E27FC236}">
                  <a16:creationId xmlns:a16="http://schemas.microsoft.com/office/drawing/2014/main" id="{252F987E-0633-46F7-9402-8C0135A223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3517900"/>
              <a:ext cx="11113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541" name="Rectangle 102">
              <a:extLst>
                <a:ext uri="{FF2B5EF4-FFF2-40B4-BE49-F238E27FC236}">
                  <a16:creationId xmlns:a16="http://schemas.microsoft.com/office/drawing/2014/main" id="{D0351D2D-4636-4877-ADA0-F39E17CF79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1538" y="31734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542" name="Rectangle 103">
              <a:extLst>
                <a:ext uri="{FF2B5EF4-FFF2-40B4-BE49-F238E27FC236}">
                  <a16:creationId xmlns:a16="http://schemas.microsoft.com/office/drawing/2014/main" id="{BD1C1F82-F30F-4B0E-92D9-D490B7DBB6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788" y="3517900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543" name="Rectangle 104">
              <a:extLst>
                <a:ext uri="{FF2B5EF4-FFF2-40B4-BE49-F238E27FC236}">
                  <a16:creationId xmlns:a16="http://schemas.microsoft.com/office/drawing/2014/main" id="{BF0C1C5D-0966-4061-89F5-2F18D95211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5650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544" name="Rectangle 105">
              <a:extLst>
                <a:ext uri="{FF2B5EF4-FFF2-40B4-BE49-F238E27FC236}">
                  <a16:creationId xmlns:a16="http://schemas.microsoft.com/office/drawing/2014/main" id="{3CB199DC-BF7D-4DE5-8A80-BA6B22EEBE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358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545" name="Rectangle 106">
              <a:extLst>
                <a:ext uri="{FF2B5EF4-FFF2-40B4-BE49-F238E27FC236}">
                  <a16:creationId xmlns:a16="http://schemas.microsoft.com/office/drawing/2014/main" id="{3C8298C3-35F5-4A89-AB9C-FB8ECEF9C1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413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546" name="Rectangle 107">
              <a:extLst>
                <a:ext uri="{FF2B5EF4-FFF2-40B4-BE49-F238E27FC236}">
                  <a16:creationId xmlns:a16="http://schemas.microsoft.com/office/drawing/2014/main" id="{A42D5E6E-9FF1-4F31-A3CC-42996B06D0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658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547" name="Rectangle 108">
              <a:extLst>
                <a:ext uri="{FF2B5EF4-FFF2-40B4-BE49-F238E27FC236}">
                  <a16:creationId xmlns:a16="http://schemas.microsoft.com/office/drawing/2014/main" id="{50C43C92-9A21-4ED2-A12B-230676D9DE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588" y="3517900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548" name="Rectangle 109">
              <a:extLst>
                <a:ext uri="{FF2B5EF4-FFF2-40B4-BE49-F238E27FC236}">
                  <a16:creationId xmlns:a16="http://schemas.microsoft.com/office/drawing/2014/main" id="{F1862115-4DA1-4F56-83FA-242F5166A1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2213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549" name="Rectangle 110">
              <a:extLst>
                <a:ext uri="{FF2B5EF4-FFF2-40B4-BE49-F238E27FC236}">
                  <a16:creationId xmlns:a16="http://schemas.microsoft.com/office/drawing/2014/main" id="{CC95B57C-D97D-4E31-A0C1-CCBB1DDD8A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783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550" name="Rectangle 111">
              <a:extLst>
                <a:ext uri="{FF2B5EF4-FFF2-40B4-BE49-F238E27FC236}">
                  <a16:creationId xmlns:a16="http://schemas.microsoft.com/office/drawing/2014/main" id="{10CABE51-B427-40E0-A632-C6B3156191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1875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551" name="Rectangle 112">
              <a:extLst>
                <a:ext uri="{FF2B5EF4-FFF2-40B4-BE49-F238E27FC236}">
                  <a16:creationId xmlns:a16="http://schemas.microsoft.com/office/drawing/2014/main" id="{DB4205F2-FD51-455A-AE96-A846208A2F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908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552" name="Rectangle 113">
              <a:extLst>
                <a:ext uri="{FF2B5EF4-FFF2-40B4-BE49-F238E27FC236}">
                  <a16:creationId xmlns:a16="http://schemas.microsoft.com/office/drawing/2014/main" id="{F83A3FF3-278F-4EB7-A6F3-F2300F6C89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9200" y="3517900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553" name="Rectangle 114">
              <a:extLst>
                <a:ext uri="{FF2B5EF4-FFF2-40B4-BE49-F238E27FC236}">
                  <a16:creationId xmlns:a16="http://schemas.microsoft.com/office/drawing/2014/main" id="{70B05D36-8588-462F-99E5-8D1D5E1B59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3856038"/>
              <a:ext cx="6015038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554" name="Rectangle 115">
              <a:extLst>
                <a:ext uri="{FF2B5EF4-FFF2-40B4-BE49-F238E27FC236}">
                  <a16:creationId xmlns:a16="http://schemas.microsoft.com/office/drawing/2014/main" id="{A095AE98-550D-426A-80B1-3D7295E04D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1538" y="3522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aphicFrame>
        <p:nvGraphicFramePr>
          <p:cNvPr id="66" name="Shape 730">
            <a:extLst>
              <a:ext uri="{FF2B5EF4-FFF2-40B4-BE49-F238E27FC236}">
                <a16:creationId xmlns:a16="http://schemas.microsoft.com/office/drawing/2014/main" id="{BD5874CF-1A81-CC4B-A308-F932CF249060}"/>
              </a:ext>
            </a:extLst>
          </p:cNvPr>
          <p:cNvGraphicFramePr>
            <a:graphicFrameLocks noGrp="1"/>
          </p:cNvGraphicFramePr>
          <p:nvPr/>
        </p:nvGraphicFramePr>
        <p:xfrm>
          <a:off x="6477000" y="762000"/>
          <a:ext cx="2478088" cy="3571875"/>
        </p:xfrm>
        <a:graphic>
          <a:graphicData uri="http://schemas.openxmlformats.org/drawingml/2006/table">
            <a:tbl>
              <a:tblPr/>
              <a:tblGrid>
                <a:gridCol w="4953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688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y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a</a:t>
                      </a:r>
                      <a:endParaRPr kumimoji="0" lang="en-US" altLang="en-US" sz="14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MS PGothic" charset="-128"/>
                        <a:sym typeface="Times New Roman" charset="0"/>
                      </a:endParaRP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b</a:t>
                      </a:r>
                      <a:endParaRPr kumimoji="0" lang="en-US" altLang="en-US" sz="14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MS PGothic" charset="-128"/>
                        <a:sym typeface="Times New Roman" charset="0"/>
                      </a:endParaRP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Y</a:t>
                      </a:r>
                      <a:endParaRPr kumimoji="0" lang="en-US" altLang="en-US" sz="14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MS PGothic" charset="-128"/>
                        <a:sym typeface="Times New Roman" charset="0"/>
                      </a:endParaRP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s</a:t>
                      </a:r>
                      <a:endParaRPr kumimoji="0" lang="en-US" altLang="en-US" sz="14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MS PGothic" charset="-128"/>
                        <a:sym typeface="Times New Roman" charset="0"/>
                      </a:endParaRP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pSp>
        <p:nvGrpSpPr>
          <p:cNvPr id="58432" name="Group 2">
            <a:extLst>
              <a:ext uri="{FF2B5EF4-FFF2-40B4-BE49-F238E27FC236}">
                <a16:creationId xmlns:a16="http://schemas.microsoft.com/office/drawing/2014/main" id="{120BA659-1B2F-4A12-9B81-CA9C0D1AB5E8}"/>
              </a:ext>
            </a:extLst>
          </p:cNvPr>
          <p:cNvGrpSpPr>
            <a:grpSpLocks/>
          </p:cNvGrpSpPr>
          <p:nvPr/>
        </p:nvGrpSpPr>
        <p:grpSpPr bwMode="auto">
          <a:xfrm>
            <a:off x="3581400" y="3429000"/>
            <a:ext cx="2382838" cy="1581150"/>
            <a:chOff x="3581400" y="4114800"/>
            <a:chExt cx="2382838" cy="1581150"/>
          </a:xfrm>
        </p:grpSpPr>
        <p:sp>
          <p:nvSpPr>
            <p:cNvPr id="58466" name="Shape 737">
              <a:extLst>
                <a:ext uri="{FF2B5EF4-FFF2-40B4-BE49-F238E27FC236}">
                  <a16:creationId xmlns:a16="http://schemas.microsoft.com/office/drawing/2014/main" id="{51218E92-7457-497B-9134-CDC4948E6F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16400" y="4811713"/>
              <a:ext cx="884238" cy="884237"/>
            </a:xfrm>
            <a:prstGeom prst="rect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cxnSp>
          <p:nvCxnSpPr>
            <p:cNvPr id="58467" name="Shape 738">
              <a:extLst>
                <a:ext uri="{FF2B5EF4-FFF2-40B4-BE49-F238E27FC236}">
                  <a16:creationId xmlns:a16="http://schemas.microsoft.com/office/drawing/2014/main" id="{11B24328-CE1F-4CCD-8949-ED82875D40F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4216400" y="5264150"/>
              <a:ext cx="884238" cy="1588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8468" name="Shape 739">
              <a:extLst>
                <a:ext uri="{FF2B5EF4-FFF2-40B4-BE49-F238E27FC236}">
                  <a16:creationId xmlns:a16="http://schemas.microsoft.com/office/drawing/2014/main" id="{5994CD42-690B-4F54-A344-A0A2BBDDD33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rot="10800000" flipH="1">
              <a:off x="4648200" y="4811713"/>
              <a:ext cx="1588" cy="884237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8469" name="Shape 740">
              <a:extLst>
                <a:ext uri="{FF2B5EF4-FFF2-40B4-BE49-F238E27FC236}">
                  <a16:creationId xmlns:a16="http://schemas.microsoft.com/office/drawing/2014/main" id="{5CB5D077-C867-4A11-B906-0A5EDF4D634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784600" y="4379913"/>
              <a:ext cx="431800" cy="431800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58470" name="Shape 741">
              <a:extLst>
                <a:ext uri="{FF2B5EF4-FFF2-40B4-BE49-F238E27FC236}">
                  <a16:creationId xmlns:a16="http://schemas.microsoft.com/office/drawing/2014/main" id="{D192AF54-2430-4C0C-A84F-57A34A25CE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0638" y="4811713"/>
              <a:ext cx="863600" cy="884237"/>
            </a:xfrm>
            <a:prstGeom prst="rect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cxnSp>
          <p:nvCxnSpPr>
            <p:cNvPr id="58471" name="Shape 742">
              <a:extLst>
                <a:ext uri="{FF2B5EF4-FFF2-40B4-BE49-F238E27FC236}">
                  <a16:creationId xmlns:a16="http://schemas.microsoft.com/office/drawing/2014/main" id="{CA3231FB-B4B0-499B-98CF-611B813A121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100638" y="5264150"/>
              <a:ext cx="863600" cy="1588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8472" name="Shape 743">
              <a:extLst>
                <a:ext uri="{FF2B5EF4-FFF2-40B4-BE49-F238E27FC236}">
                  <a16:creationId xmlns:a16="http://schemas.microsoft.com/office/drawing/2014/main" id="{B26BD24E-1AD2-4B48-96BB-17A12AB2E10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rot="10800000" flipH="1">
              <a:off x="5532438" y="4811713"/>
              <a:ext cx="1587" cy="862012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58473" name="Shape 744">
              <a:extLst>
                <a:ext uri="{FF2B5EF4-FFF2-40B4-BE49-F238E27FC236}">
                  <a16:creationId xmlns:a16="http://schemas.microsoft.com/office/drawing/2014/main" id="{ADAABB23-E98B-4DF9-A840-1427503E55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87763" y="4595813"/>
              <a:ext cx="1397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b</a:t>
              </a:r>
              <a:r>
                <a:rPr kumimoji="0" lang="en-US" alt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58474" name="Shape 745">
              <a:extLst>
                <a:ext uri="{FF2B5EF4-FFF2-40B4-BE49-F238E27FC236}">
                  <a16:creationId xmlns:a16="http://schemas.microsoft.com/office/drawing/2014/main" id="{1A4759FE-D17B-4B4C-8260-C40961456A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44988" y="4572000"/>
              <a:ext cx="227012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58475" name="Shape 746">
              <a:extLst>
                <a:ext uri="{FF2B5EF4-FFF2-40B4-BE49-F238E27FC236}">
                  <a16:creationId xmlns:a16="http://schemas.microsoft.com/office/drawing/2014/main" id="{80F0BF99-0281-4262-9F66-7EB11E66E3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81550" y="4572000"/>
              <a:ext cx="20955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01</a:t>
              </a:r>
            </a:p>
          </p:txBody>
        </p:sp>
        <p:sp>
          <p:nvSpPr>
            <p:cNvPr id="58476" name="Shape 747">
              <a:extLst>
                <a:ext uri="{FF2B5EF4-FFF2-40B4-BE49-F238E27FC236}">
                  <a16:creationId xmlns:a16="http://schemas.microsoft.com/office/drawing/2014/main" id="{70430639-1F15-4905-895C-8A00B2CB64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18113" y="4572000"/>
              <a:ext cx="1524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58477" name="Shape 748">
              <a:extLst>
                <a:ext uri="{FF2B5EF4-FFF2-40B4-BE49-F238E27FC236}">
                  <a16:creationId xmlns:a16="http://schemas.microsoft.com/office/drawing/2014/main" id="{13EEC240-6465-4B57-96F5-56C1ABD676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03875" y="4572000"/>
              <a:ext cx="1524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58478" name="Shape 749">
              <a:extLst>
                <a:ext uri="{FF2B5EF4-FFF2-40B4-BE49-F238E27FC236}">
                  <a16:creationId xmlns:a16="http://schemas.microsoft.com/office/drawing/2014/main" id="{8655EA41-4E05-4DC2-833B-11D8351801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10025" y="4937125"/>
              <a:ext cx="1143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58479" name="Shape 750">
              <a:extLst>
                <a:ext uri="{FF2B5EF4-FFF2-40B4-BE49-F238E27FC236}">
                  <a16:creationId xmlns:a16="http://schemas.microsoft.com/office/drawing/2014/main" id="{768765FE-4846-4D9C-9F8E-D3DDE3FA62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00500" y="5373688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58480" name="Shape 751">
              <a:extLst>
                <a:ext uri="{FF2B5EF4-FFF2-40B4-BE49-F238E27FC236}">
                  <a16:creationId xmlns:a16="http://schemas.microsoft.com/office/drawing/2014/main" id="{86EF8A20-7E46-4935-996C-04A8249DB0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32350" y="49450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58481" name="Shape 752">
              <a:extLst>
                <a:ext uri="{FF2B5EF4-FFF2-40B4-BE49-F238E27FC236}">
                  <a16:creationId xmlns:a16="http://schemas.microsoft.com/office/drawing/2014/main" id="{E9A43B87-7F86-42A1-9781-1E3CB4EA87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91025" y="538321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58482" name="Shape 753">
              <a:extLst>
                <a:ext uri="{FF2B5EF4-FFF2-40B4-BE49-F238E27FC236}">
                  <a16:creationId xmlns:a16="http://schemas.microsoft.com/office/drawing/2014/main" id="{F6ABEDBF-613D-4852-B828-1B5E8656C9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32350" y="538321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58483" name="Shape 754">
              <a:extLst>
                <a:ext uri="{FF2B5EF4-FFF2-40B4-BE49-F238E27FC236}">
                  <a16:creationId xmlns:a16="http://schemas.microsoft.com/office/drawing/2014/main" id="{CE15E5DA-D379-4578-BEE6-BDA3760E02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41763" y="4205288"/>
              <a:ext cx="106362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58484" name="Shape 755">
              <a:extLst>
                <a:ext uri="{FF2B5EF4-FFF2-40B4-BE49-F238E27FC236}">
                  <a16:creationId xmlns:a16="http://schemas.microsoft.com/office/drawing/2014/main" id="{165B387E-7D02-4CA2-9DBA-4643E7B866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30663" y="42973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58485" name="Shape 756">
              <a:extLst>
                <a:ext uri="{FF2B5EF4-FFF2-40B4-BE49-F238E27FC236}">
                  <a16:creationId xmlns:a16="http://schemas.microsoft.com/office/drawing/2014/main" id="{D59F6526-A53E-4321-BF83-EE5E25BD76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17975" y="4205288"/>
              <a:ext cx="106363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a</a:t>
              </a:r>
            </a:p>
          </p:txBody>
        </p:sp>
        <p:sp>
          <p:nvSpPr>
            <p:cNvPr id="58486" name="Shape 775">
              <a:extLst>
                <a:ext uri="{FF2B5EF4-FFF2-40B4-BE49-F238E27FC236}">
                  <a16:creationId xmlns:a16="http://schemas.microsoft.com/office/drawing/2014/main" id="{72AA39C8-D088-41FF-BAF5-54E4ADEB1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675" y="5284788"/>
              <a:ext cx="349250" cy="369887"/>
            </a:xfrm>
            <a:custGeom>
              <a:avLst/>
              <a:gdLst>
                <a:gd name="T0" fmla="*/ 2147483646 w 408"/>
                <a:gd name="T1" fmla="*/ 2147483646 h 432"/>
                <a:gd name="T2" fmla="*/ 2147483646 w 408"/>
                <a:gd name="T3" fmla="*/ 2147483646 h 432"/>
                <a:gd name="T4" fmla="*/ 2147483646 w 408"/>
                <a:gd name="T5" fmla="*/ 2147483646 h 432"/>
                <a:gd name="T6" fmla="*/ 2147483646 w 408"/>
                <a:gd name="T7" fmla="*/ 2147483646 h 432"/>
                <a:gd name="T8" fmla="*/ 2147483646 w 408"/>
                <a:gd name="T9" fmla="*/ 2147483646 h 432"/>
                <a:gd name="T10" fmla="*/ 2147483646 w 408"/>
                <a:gd name="T11" fmla="*/ 2147483646 h 432"/>
                <a:gd name="T12" fmla="*/ 2147483646 w 408"/>
                <a:gd name="T13" fmla="*/ 2147483646 h 432"/>
                <a:gd name="T14" fmla="*/ 2147483646 w 408"/>
                <a:gd name="T15" fmla="*/ 2147483646 h 432"/>
                <a:gd name="T16" fmla="*/ 2147483646 w 408"/>
                <a:gd name="T17" fmla="*/ 2147483646 h 432"/>
                <a:gd name="T18" fmla="*/ 2147483646 w 408"/>
                <a:gd name="T19" fmla="*/ 2147483646 h 432"/>
                <a:gd name="T20" fmla="*/ 2147483646 w 408"/>
                <a:gd name="T21" fmla="*/ 0 h 432"/>
                <a:gd name="T22" fmla="*/ 2147483646 w 408"/>
                <a:gd name="T23" fmla="*/ 0 h 432"/>
                <a:gd name="T24" fmla="*/ 2147483646 w 408"/>
                <a:gd name="T25" fmla="*/ 2147483646 h 432"/>
                <a:gd name="T26" fmla="*/ 2147483646 w 408"/>
                <a:gd name="T27" fmla="*/ 2147483646 h 432"/>
                <a:gd name="T28" fmla="*/ 2147483646 w 408"/>
                <a:gd name="T29" fmla="*/ 2147483646 h 432"/>
                <a:gd name="T30" fmla="*/ 2147483646 w 408"/>
                <a:gd name="T31" fmla="*/ 2147483646 h 432"/>
                <a:gd name="T32" fmla="*/ 2147483646 w 408"/>
                <a:gd name="T33" fmla="*/ 2147483646 h 432"/>
                <a:gd name="T34" fmla="*/ 2147483646 w 408"/>
                <a:gd name="T35" fmla="*/ 2147483646 h 432"/>
                <a:gd name="T36" fmla="*/ 2147483646 w 408"/>
                <a:gd name="T37" fmla="*/ 2147483646 h 432"/>
                <a:gd name="T38" fmla="*/ 2147483646 w 408"/>
                <a:gd name="T39" fmla="*/ 2147483646 h 432"/>
                <a:gd name="T40" fmla="*/ 2147483646 w 408"/>
                <a:gd name="T41" fmla="*/ 2147483646 h 432"/>
                <a:gd name="T42" fmla="*/ 2147483646 w 408"/>
                <a:gd name="T43" fmla="*/ 2147483646 h 432"/>
                <a:gd name="T44" fmla="*/ 2147483646 w 408"/>
                <a:gd name="T45" fmla="*/ 2147483646 h 432"/>
                <a:gd name="T46" fmla="*/ 2147483646 w 408"/>
                <a:gd name="T47" fmla="*/ 2147483646 h 432"/>
                <a:gd name="T48" fmla="*/ 2147483646 w 408"/>
                <a:gd name="T49" fmla="*/ 2147483646 h 432"/>
                <a:gd name="T50" fmla="*/ 2147483646 w 408"/>
                <a:gd name="T51" fmla="*/ 2147483646 h 432"/>
                <a:gd name="T52" fmla="*/ 2147483646 w 408"/>
                <a:gd name="T53" fmla="*/ 2147483646 h 432"/>
                <a:gd name="T54" fmla="*/ 2147483646 w 408"/>
                <a:gd name="T55" fmla="*/ 2147483646 h 432"/>
                <a:gd name="T56" fmla="*/ 2147483646 w 408"/>
                <a:gd name="T57" fmla="*/ 2147483646 h 432"/>
                <a:gd name="T58" fmla="*/ 2147483646 w 408"/>
                <a:gd name="T59" fmla="*/ 2147483646 h 432"/>
                <a:gd name="T60" fmla="*/ 2147483646 w 408"/>
                <a:gd name="T61" fmla="*/ 2147483646 h 432"/>
                <a:gd name="T62" fmla="*/ 2147483646 w 408"/>
                <a:gd name="T63" fmla="*/ 2147483646 h 432"/>
                <a:gd name="T64" fmla="*/ 2147483646 w 408"/>
                <a:gd name="T65" fmla="*/ 2147483646 h 432"/>
                <a:gd name="T66" fmla="*/ 2147483646 w 408"/>
                <a:gd name="T67" fmla="*/ 2147483646 h 432"/>
                <a:gd name="T68" fmla="*/ 2147483646 w 408"/>
                <a:gd name="T69" fmla="*/ 2147483646 h 432"/>
                <a:gd name="T70" fmla="*/ 2147483646 w 408"/>
                <a:gd name="T71" fmla="*/ 2147483646 h 432"/>
                <a:gd name="T72" fmla="*/ 2147483646 w 408"/>
                <a:gd name="T73" fmla="*/ 2147483646 h 432"/>
                <a:gd name="T74" fmla="*/ 2147483646 w 408"/>
                <a:gd name="T75" fmla="*/ 2147483646 h 432"/>
                <a:gd name="T76" fmla="*/ 2147483646 w 408"/>
                <a:gd name="T77" fmla="*/ 2147483646 h 432"/>
                <a:gd name="T78" fmla="*/ 2147483646 w 408"/>
                <a:gd name="T79" fmla="*/ 2147483646 h 432"/>
                <a:gd name="T80" fmla="*/ 2147483646 w 408"/>
                <a:gd name="T81" fmla="*/ 2147483646 h 432"/>
                <a:gd name="T82" fmla="*/ 2147483646 w 408"/>
                <a:gd name="T83" fmla="*/ 2147483646 h 432"/>
                <a:gd name="T84" fmla="*/ 2147483646 w 408"/>
                <a:gd name="T85" fmla="*/ 2147483646 h 432"/>
                <a:gd name="T86" fmla="*/ 2147483646 w 408"/>
                <a:gd name="T87" fmla="*/ 2147483646 h 43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8"/>
                <a:gd name="T133" fmla="*/ 0 h 432"/>
                <a:gd name="T134" fmla="*/ 408 w 408"/>
                <a:gd name="T135" fmla="*/ 432 h 43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8" h="432" extrusionOk="0">
                  <a:moveTo>
                    <a:pt x="0" y="229"/>
                  </a:moveTo>
                  <a:lnTo>
                    <a:pt x="0" y="204"/>
                  </a:lnTo>
                  <a:lnTo>
                    <a:pt x="1" y="193"/>
                  </a:lnTo>
                  <a:lnTo>
                    <a:pt x="1" y="182"/>
                  </a:lnTo>
                  <a:lnTo>
                    <a:pt x="2" y="173"/>
                  </a:lnTo>
                  <a:lnTo>
                    <a:pt x="4" y="163"/>
                  </a:lnTo>
                  <a:lnTo>
                    <a:pt x="7" y="152"/>
                  </a:lnTo>
                  <a:lnTo>
                    <a:pt x="9" y="143"/>
                  </a:lnTo>
                  <a:lnTo>
                    <a:pt x="13" y="134"/>
                  </a:lnTo>
                  <a:lnTo>
                    <a:pt x="16" y="125"/>
                  </a:lnTo>
                  <a:lnTo>
                    <a:pt x="20" y="115"/>
                  </a:lnTo>
                  <a:lnTo>
                    <a:pt x="25" y="107"/>
                  </a:lnTo>
                  <a:lnTo>
                    <a:pt x="30" y="98"/>
                  </a:lnTo>
                  <a:lnTo>
                    <a:pt x="34" y="90"/>
                  </a:lnTo>
                  <a:lnTo>
                    <a:pt x="40" y="81"/>
                  </a:lnTo>
                  <a:lnTo>
                    <a:pt x="46" y="74"/>
                  </a:lnTo>
                  <a:lnTo>
                    <a:pt x="54" y="67"/>
                  </a:lnTo>
                  <a:lnTo>
                    <a:pt x="60" y="60"/>
                  </a:lnTo>
                  <a:lnTo>
                    <a:pt x="67" y="53"/>
                  </a:lnTo>
                  <a:lnTo>
                    <a:pt x="74" y="47"/>
                  </a:lnTo>
                  <a:lnTo>
                    <a:pt x="82" y="41"/>
                  </a:lnTo>
                  <a:lnTo>
                    <a:pt x="90" y="35"/>
                  </a:lnTo>
                  <a:lnTo>
                    <a:pt x="98" y="30"/>
                  </a:lnTo>
                  <a:lnTo>
                    <a:pt x="106" y="25"/>
                  </a:lnTo>
                  <a:lnTo>
                    <a:pt x="116" y="20"/>
                  </a:lnTo>
                  <a:lnTo>
                    <a:pt x="124" y="17"/>
                  </a:lnTo>
                  <a:lnTo>
                    <a:pt x="134" y="13"/>
                  </a:lnTo>
                  <a:lnTo>
                    <a:pt x="144" y="9"/>
                  </a:lnTo>
                  <a:lnTo>
                    <a:pt x="153" y="7"/>
                  </a:lnTo>
                  <a:lnTo>
                    <a:pt x="163" y="5"/>
                  </a:lnTo>
                  <a:lnTo>
                    <a:pt x="172" y="2"/>
                  </a:lnTo>
                  <a:lnTo>
                    <a:pt x="183" y="1"/>
                  </a:lnTo>
                  <a:lnTo>
                    <a:pt x="193" y="0"/>
                  </a:lnTo>
                  <a:lnTo>
                    <a:pt x="204" y="0"/>
                  </a:lnTo>
                  <a:lnTo>
                    <a:pt x="205" y="0"/>
                  </a:lnTo>
                  <a:lnTo>
                    <a:pt x="216" y="0"/>
                  </a:lnTo>
                  <a:lnTo>
                    <a:pt x="225" y="1"/>
                  </a:lnTo>
                  <a:lnTo>
                    <a:pt x="236" y="2"/>
                  </a:lnTo>
                  <a:lnTo>
                    <a:pt x="246" y="5"/>
                  </a:lnTo>
                  <a:lnTo>
                    <a:pt x="255" y="7"/>
                  </a:lnTo>
                  <a:lnTo>
                    <a:pt x="265" y="9"/>
                  </a:lnTo>
                  <a:lnTo>
                    <a:pt x="274" y="13"/>
                  </a:lnTo>
                  <a:lnTo>
                    <a:pt x="284" y="17"/>
                  </a:lnTo>
                  <a:lnTo>
                    <a:pt x="292" y="20"/>
                  </a:lnTo>
                  <a:lnTo>
                    <a:pt x="302" y="25"/>
                  </a:lnTo>
                  <a:lnTo>
                    <a:pt x="310" y="30"/>
                  </a:lnTo>
                  <a:lnTo>
                    <a:pt x="319" y="35"/>
                  </a:lnTo>
                  <a:lnTo>
                    <a:pt x="326" y="41"/>
                  </a:lnTo>
                  <a:lnTo>
                    <a:pt x="334" y="47"/>
                  </a:lnTo>
                  <a:lnTo>
                    <a:pt x="342" y="53"/>
                  </a:lnTo>
                  <a:lnTo>
                    <a:pt x="349" y="60"/>
                  </a:lnTo>
                  <a:lnTo>
                    <a:pt x="355" y="67"/>
                  </a:lnTo>
                  <a:lnTo>
                    <a:pt x="362" y="74"/>
                  </a:lnTo>
                  <a:lnTo>
                    <a:pt x="368" y="81"/>
                  </a:lnTo>
                  <a:lnTo>
                    <a:pt x="374" y="90"/>
                  </a:lnTo>
                  <a:lnTo>
                    <a:pt x="379" y="98"/>
                  </a:lnTo>
                  <a:lnTo>
                    <a:pt x="384" y="107"/>
                  </a:lnTo>
                  <a:lnTo>
                    <a:pt x="388" y="115"/>
                  </a:lnTo>
                  <a:lnTo>
                    <a:pt x="392" y="125"/>
                  </a:lnTo>
                  <a:lnTo>
                    <a:pt x="396" y="134"/>
                  </a:lnTo>
                  <a:lnTo>
                    <a:pt x="399" y="143"/>
                  </a:lnTo>
                  <a:lnTo>
                    <a:pt x="402" y="152"/>
                  </a:lnTo>
                  <a:lnTo>
                    <a:pt x="404" y="163"/>
                  </a:lnTo>
                  <a:lnTo>
                    <a:pt x="406" y="173"/>
                  </a:lnTo>
                  <a:lnTo>
                    <a:pt x="408" y="182"/>
                  </a:lnTo>
                  <a:lnTo>
                    <a:pt x="408" y="193"/>
                  </a:lnTo>
                  <a:lnTo>
                    <a:pt x="408" y="204"/>
                  </a:lnTo>
                  <a:lnTo>
                    <a:pt x="408" y="229"/>
                  </a:lnTo>
                  <a:lnTo>
                    <a:pt x="408" y="239"/>
                  </a:lnTo>
                  <a:lnTo>
                    <a:pt x="408" y="249"/>
                  </a:lnTo>
                  <a:lnTo>
                    <a:pt x="406" y="259"/>
                  </a:lnTo>
                  <a:lnTo>
                    <a:pt x="404" y="270"/>
                  </a:lnTo>
                  <a:lnTo>
                    <a:pt x="402" y="279"/>
                  </a:lnTo>
                  <a:lnTo>
                    <a:pt x="399" y="289"/>
                  </a:lnTo>
                  <a:lnTo>
                    <a:pt x="396" y="299"/>
                  </a:lnTo>
                  <a:lnTo>
                    <a:pt x="392" y="308"/>
                  </a:lnTo>
                  <a:lnTo>
                    <a:pt x="388" y="317"/>
                  </a:lnTo>
                  <a:lnTo>
                    <a:pt x="384" y="325"/>
                  </a:lnTo>
                  <a:lnTo>
                    <a:pt x="379" y="335"/>
                  </a:lnTo>
                  <a:lnTo>
                    <a:pt x="374" y="342"/>
                  </a:lnTo>
                  <a:lnTo>
                    <a:pt x="368" y="350"/>
                  </a:lnTo>
                  <a:lnTo>
                    <a:pt x="362" y="359"/>
                  </a:lnTo>
                  <a:lnTo>
                    <a:pt x="355" y="366"/>
                  </a:lnTo>
                  <a:lnTo>
                    <a:pt x="349" y="373"/>
                  </a:lnTo>
                  <a:lnTo>
                    <a:pt x="342" y="379"/>
                  </a:lnTo>
                  <a:lnTo>
                    <a:pt x="334" y="386"/>
                  </a:lnTo>
                  <a:lnTo>
                    <a:pt x="326" y="392"/>
                  </a:lnTo>
                  <a:lnTo>
                    <a:pt x="319" y="397"/>
                  </a:lnTo>
                  <a:lnTo>
                    <a:pt x="310" y="403"/>
                  </a:lnTo>
                  <a:lnTo>
                    <a:pt x="302" y="408"/>
                  </a:lnTo>
                  <a:lnTo>
                    <a:pt x="292" y="413"/>
                  </a:lnTo>
                  <a:lnTo>
                    <a:pt x="284" y="416"/>
                  </a:lnTo>
                  <a:lnTo>
                    <a:pt x="274" y="420"/>
                  </a:lnTo>
                  <a:lnTo>
                    <a:pt x="265" y="423"/>
                  </a:lnTo>
                  <a:lnTo>
                    <a:pt x="255" y="426"/>
                  </a:lnTo>
                  <a:lnTo>
                    <a:pt x="246" y="428"/>
                  </a:lnTo>
                  <a:lnTo>
                    <a:pt x="236" y="429"/>
                  </a:lnTo>
                  <a:lnTo>
                    <a:pt x="225" y="431"/>
                  </a:lnTo>
                  <a:lnTo>
                    <a:pt x="216" y="432"/>
                  </a:lnTo>
                  <a:lnTo>
                    <a:pt x="205" y="432"/>
                  </a:lnTo>
                  <a:lnTo>
                    <a:pt x="204" y="432"/>
                  </a:lnTo>
                  <a:lnTo>
                    <a:pt x="193" y="432"/>
                  </a:lnTo>
                  <a:lnTo>
                    <a:pt x="183" y="431"/>
                  </a:lnTo>
                  <a:lnTo>
                    <a:pt x="172" y="429"/>
                  </a:lnTo>
                  <a:lnTo>
                    <a:pt x="163" y="428"/>
                  </a:lnTo>
                  <a:lnTo>
                    <a:pt x="153" y="426"/>
                  </a:lnTo>
                  <a:lnTo>
                    <a:pt x="144" y="423"/>
                  </a:lnTo>
                  <a:lnTo>
                    <a:pt x="134" y="420"/>
                  </a:lnTo>
                  <a:lnTo>
                    <a:pt x="124" y="416"/>
                  </a:lnTo>
                  <a:lnTo>
                    <a:pt x="116" y="413"/>
                  </a:lnTo>
                  <a:lnTo>
                    <a:pt x="106" y="408"/>
                  </a:lnTo>
                  <a:lnTo>
                    <a:pt x="98" y="403"/>
                  </a:lnTo>
                  <a:lnTo>
                    <a:pt x="90" y="397"/>
                  </a:lnTo>
                  <a:lnTo>
                    <a:pt x="82" y="392"/>
                  </a:lnTo>
                  <a:lnTo>
                    <a:pt x="74" y="386"/>
                  </a:lnTo>
                  <a:lnTo>
                    <a:pt x="67" y="379"/>
                  </a:lnTo>
                  <a:lnTo>
                    <a:pt x="60" y="373"/>
                  </a:lnTo>
                  <a:lnTo>
                    <a:pt x="54" y="366"/>
                  </a:lnTo>
                  <a:lnTo>
                    <a:pt x="46" y="359"/>
                  </a:lnTo>
                  <a:lnTo>
                    <a:pt x="40" y="350"/>
                  </a:lnTo>
                  <a:lnTo>
                    <a:pt x="34" y="342"/>
                  </a:lnTo>
                  <a:lnTo>
                    <a:pt x="30" y="335"/>
                  </a:lnTo>
                  <a:lnTo>
                    <a:pt x="25" y="325"/>
                  </a:lnTo>
                  <a:lnTo>
                    <a:pt x="20" y="317"/>
                  </a:lnTo>
                  <a:lnTo>
                    <a:pt x="16" y="308"/>
                  </a:lnTo>
                  <a:lnTo>
                    <a:pt x="13" y="299"/>
                  </a:lnTo>
                  <a:lnTo>
                    <a:pt x="9" y="289"/>
                  </a:lnTo>
                  <a:lnTo>
                    <a:pt x="7" y="279"/>
                  </a:lnTo>
                  <a:lnTo>
                    <a:pt x="4" y="270"/>
                  </a:lnTo>
                  <a:lnTo>
                    <a:pt x="2" y="259"/>
                  </a:lnTo>
                  <a:lnTo>
                    <a:pt x="1" y="249"/>
                  </a:lnTo>
                  <a:lnTo>
                    <a:pt x="1" y="239"/>
                  </a:lnTo>
                  <a:lnTo>
                    <a:pt x="0" y="229"/>
                  </a:lnTo>
                  <a:close/>
                </a:path>
              </a:pathLst>
            </a:custGeom>
            <a:noFill/>
            <a:ln w="17450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487" name="Shape 781">
              <a:extLst>
                <a:ext uri="{FF2B5EF4-FFF2-40B4-BE49-F238E27FC236}">
                  <a16:creationId xmlns:a16="http://schemas.microsoft.com/office/drawing/2014/main" id="{8F1FE6D1-4335-4091-85E5-20E1E392B7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72088" y="49450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58488" name="Shape 782">
              <a:extLst>
                <a:ext uri="{FF2B5EF4-FFF2-40B4-BE49-F238E27FC236}">
                  <a16:creationId xmlns:a16="http://schemas.microsoft.com/office/drawing/2014/main" id="{AC22692D-AB8C-4331-AD5D-D28CEAE122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72088" y="538321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58489" name="Shape 783">
              <a:extLst>
                <a:ext uri="{FF2B5EF4-FFF2-40B4-BE49-F238E27FC236}">
                  <a16:creationId xmlns:a16="http://schemas.microsoft.com/office/drawing/2014/main" id="{8C1180E4-CA15-4BC0-BBCC-5ED21FFD04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99125" y="49450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58490" name="Shape 784">
              <a:extLst>
                <a:ext uri="{FF2B5EF4-FFF2-40B4-BE49-F238E27FC236}">
                  <a16:creationId xmlns:a16="http://schemas.microsoft.com/office/drawing/2014/main" id="{0A4CE101-4F48-4023-A8C2-2C5F34D5B5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99125" y="538321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58491" name="Shape 785">
              <a:extLst>
                <a:ext uri="{FF2B5EF4-FFF2-40B4-BE49-F238E27FC236}">
                  <a16:creationId xmlns:a16="http://schemas.microsoft.com/office/drawing/2014/main" id="{C847F76E-715C-419D-ADB6-8107C50194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91025" y="49450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58492" name="Shape 811">
              <a:extLst>
                <a:ext uri="{FF2B5EF4-FFF2-40B4-BE49-F238E27FC236}">
                  <a16:creationId xmlns:a16="http://schemas.microsoft.com/office/drawing/2014/main" id="{8301097E-01E9-46E8-A2A8-7E30CE4A1D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81400" y="4114800"/>
              <a:ext cx="227013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s </a:t>
              </a:r>
              <a:endParaRPr kumimoji="0" lang="en-US" altLang="en-US" sz="12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  <a:sym typeface="Times New Roman" panose="02020603050405020304" pitchFamily="18" charset="0"/>
              </a:endParaRPr>
            </a:p>
          </p:txBody>
        </p:sp>
        <p:sp>
          <p:nvSpPr>
            <p:cNvPr id="58493" name="Shape 775">
              <a:extLst>
                <a:ext uri="{FF2B5EF4-FFF2-40B4-BE49-F238E27FC236}">
                  <a16:creationId xmlns:a16="http://schemas.microsoft.com/office/drawing/2014/main" id="{7B3A3786-6985-4E68-A625-7A6FB55C3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7150" y="5287107"/>
              <a:ext cx="349250" cy="369887"/>
            </a:xfrm>
            <a:custGeom>
              <a:avLst/>
              <a:gdLst>
                <a:gd name="T0" fmla="*/ 2147483646 w 408"/>
                <a:gd name="T1" fmla="*/ 2147483646 h 432"/>
                <a:gd name="T2" fmla="*/ 2147483646 w 408"/>
                <a:gd name="T3" fmla="*/ 2147483646 h 432"/>
                <a:gd name="T4" fmla="*/ 2147483646 w 408"/>
                <a:gd name="T5" fmla="*/ 2147483646 h 432"/>
                <a:gd name="T6" fmla="*/ 2147483646 w 408"/>
                <a:gd name="T7" fmla="*/ 2147483646 h 432"/>
                <a:gd name="T8" fmla="*/ 2147483646 w 408"/>
                <a:gd name="T9" fmla="*/ 2147483646 h 432"/>
                <a:gd name="T10" fmla="*/ 2147483646 w 408"/>
                <a:gd name="T11" fmla="*/ 2147483646 h 432"/>
                <a:gd name="T12" fmla="*/ 2147483646 w 408"/>
                <a:gd name="T13" fmla="*/ 2147483646 h 432"/>
                <a:gd name="T14" fmla="*/ 2147483646 w 408"/>
                <a:gd name="T15" fmla="*/ 2147483646 h 432"/>
                <a:gd name="T16" fmla="*/ 2147483646 w 408"/>
                <a:gd name="T17" fmla="*/ 2147483646 h 432"/>
                <a:gd name="T18" fmla="*/ 2147483646 w 408"/>
                <a:gd name="T19" fmla="*/ 2147483646 h 432"/>
                <a:gd name="T20" fmla="*/ 2147483646 w 408"/>
                <a:gd name="T21" fmla="*/ 0 h 432"/>
                <a:gd name="T22" fmla="*/ 2147483646 w 408"/>
                <a:gd name="T23" fmla="*/ 0 h 432"/>
                <a:gd name="T24" fmla="*/ 2147483646 w 408"/>
                <a:gd name="T25" fmla="*/ 2147483646 h 432"/>
                <a:gd name="T26" fmla="*/ 2147483646 w 408"/>
                <a:gd name="T27" fmla="*/ 2147483646 h 432"/>
                <a:gd name="T28" fmla="*/ 2147483646 w 408"/>
                <a:gd name="T29" fmla="*/ 2147483646 h 432"/>
                <a:gd name="T30" fmla="*/ 2147483646 w 408"/>
                <a:gd name="T31" fmla="*/ 2147483646 h 432"/>
                <a:gd name="T32" fmla="*/ 2147483646 w 408"/>
                <a:gd name="T33" fmla="*/ 2147483646 h 432"/>
                <a:gd name="T34" fmla="*/ 2147483646 w 408"/>
                <a:gd name="T35" fmla="*/ 2147483646 h 432"/>
                <a:gd name="T36" fmla="*/ 2147483646 w 408"/>
                <a:gd name="T37" fmla="*/ 2147483646 h 432"/>
                <a:gd name="T38" fmla="*/ 2147483646 w 408"/>
                <a:gd name="T39" fmla="*/ 2147483646 h 432"/>
                <a:gd name="T40" fmla="*/ 2147483646 w 408"/>
                <a:gd name="T41" fmla="*/ 2147483646 h 432"/>
                <a:gd name="T42" fmla="*/ 2147483646 w 408"/>
                <a:gd name="T43" fmla="*/ 2147483646 h 432"/>
                <a:gd name="T44" fmla="*/ 2147483646 w 408"/>
                <a:gd name="T45" fmla="*/ 2147483646 h 432"/>
                <a:gd name="T46" fmla="*/ 2147483646 w 408"/>
                <a:gd name="T47" fmla="*/ 2147483646 h 432"/>
                <a:gd name="T48" fmla="*/ 2147483646 w 408"/>
                <a:gd name="T49" fmla="*/ 2147483646 h 432"/>
                <a:gd name="T50" fmla="*/ 2147483646 w 408"/>
                <a:gd name="T51" fmla="*/ 2147483646 h 432"/>
                <a:gd name="T52" fmla="*/ 2147483646 w 408"/>
                <a:gd name="T53" fmla="*/ 2147483646 h 432"/>
                <a:gd name="T54" fmla="*/ 2147483646 w 408"/>
                <a:gd name="T55" fmla="*/ 2147483646 h 432"/>
                <a:gd name="T56" fmla="*/ 2147483646 w 408"/>
                <a:gd name="T57" fmla="*/ 2147483646 h 432"/>
                <a:gd name="T58" fmla="*/ 2147483646 w 408"/>
                <a:gd name="T59" fmla="*/ 2147483646 h 432"/>
                <a:gd name="T60" fmla="*/ 2147483646 w 408"/>
                <a:gd name="T61" fmla="*/ 2147483646 h 432"/>
                <a:gd name="T62" fmla="*/ 2147483646 w 408"/>
                <a:gd name="T63" fmla="*/ 2147483646 h 432"/>
                <a:gd name="T64" fmla="*/ 2147483646 w 408"/>
                <a:gd name="T65" fmla="*/ 2147483646 h 432"/>
                <a:gd name="T66" fmla="*/ 2147483646 w 408"/>
                <a:gd name="T67" fmla="*/ 2147483646 h 432"/>
                <a:gd name="T68" fmla="*/ 2147483646 w 408"/>
                <a:gd name="T69" fmla="*/ 2147483646 h 432"/>
                <a:gd name="T70" fmla="*/ 2147483646 w 408"/>
                <a:gd name="T71" fmla="*/ 2147483646 h 432"/>
                <a:gd name="T72" fmla="*/ 2147483646 w 408"/>
                <a:gd name="T73" fmla="*/ 2147483646 h 432"/>
                <a:gd name="T74" fmla="*/ 2147483646 w 408"/>
                <a:gd name="T75" fmla="*/ 2147483646 h 432"/>
                <a:gd name="T76" fmla="*/ 2147483646 w 408"/>
                <a:gd name="T77" fmla="*/ 2147483646 h 432"/>
                <a:gd name="T78" fmla="*/ 2147483646 w 408"/>
                <a:gd name="T79" fmla="*/ 2147483646 h 432"/>
                <a:gd name="T80" fmla="*/ 2147483646 w 408"/>
                <a:gd name="T81" fmla="*/ 2147483646 h 432"/>
                <a:gd name="T82" fmla="*/ 2147483646 w 408"/>
                <a:gd name="T83" fmla="*/ 2147483646 h 432"/>
                <a:gd name="T84" fmla="*/ 2147483646 w 408"/>
                <a:gd name="T85" fmla="*/ 2147483646 h 432"/>
                <a:gd name="T86" fmla="*/ 2147483646 w 408"/>
                <a:gd name="T87" fmla="*/ 2147483646 h 43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8"/>
                <a:gd name="T133" fmla="*/ 0 h 432"/>
                <a:gd name="T134" fmla="*/ 408 w 408"/>
                <a:gd name="T135" fmla="*/ 432 h 43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8" h="432" extrusionOk="0">
                  <a:moveTo>
                    <a:pt x="0" y="229"/>
                  </a:moveTo>
                  <a:lnTo>
                    <a:pt x="0" y="204"/>
                  </a:lnTo>
                  <a:lnTo>
                    <a:pt x="1" y="193"/>
                  </a:lnTo>
                  <a:lnTo>
                    <a:pt x="1" y="182"/>
                  </a:lnTo>
                  <a:lnTo>
                    <a:pt x="2" y="173"/>
                  </a:lnTo>
                  <a:lnTo>
                    <a:pt x="4" y="163"/>
                  </a:lnTo>
                  <a:lnTo>
                    <a:pt x="7" y="152"/>
                  </a:lnTo>
                  <a:lnTo>
                    <a:pt x="9" y="143"/>
                  </a:lnTo>
                  <a:lnTo>
                    <a:pt x="13" y="134"/>
                  </a:lnTo>
                  <a:lnTo>
                    <a:pt x="16" y="125"/>
                  </a:lnTo>
                  <a:lnTo>
                    <a:pt x="20" y="115"/>
                  </a:lnTo>
                  <a:lnTo>
                    <a:pt x="25" y="107"/>
                  </a:lnTo>
                  <a:lnTo>
                    <a:pt x="30" y="98"/>
                  </a:lnTo>
                  <a:lnTo>
                    <a:pt x="34" y="90"/>
                  </a:lnTo>
                  <a:lnTo>
                    <a:pt x="40" y="81"/>
                  </a:lnTo>
                  <a:lnTo>
                    <a:pt x="46" y="74"/>
                  </a:lnTo>
                  <a:lnTo>
                    <a:pt x="54" y="67"/>
                  </a:lnTo>
                  <a:lnTo>
                    <a:pt x="60" y="60"/>
                  </a:lnTo>
                  <a:lnTo>
                    <a:pt x="67" y="53"/>
                  </a:lnTo>
                  <a:lnTo>
                    <a:pt x="74" y="47"/>
                  </a:lnTo>
                  <a:lnTo>
                    <a:pt x="82" y="41"/>
                  </a:lnTo>
                  <a:lnTo>
                    <a:pt x="90" y="35"/>
                  </a:lnTo>
                  <a:lnTo>
                    <a:pt x="98" y="30"/>
                  </a:lnTo>
                  <a:lnTo>
                    <a:pt x="106" y="25"/>
                  </a:lnTo>
                  <a:lnTo>
                    <a:pt x="116" y="20"/>
                  </a:lnTo>
                  <a:lnTo>
                    <a:pt x="124" y="17"/>
                  </a:lnTo>
                  <a:lnTo>
                    <a:pt x="134" y="13"/>
                  </a:lnTo>
                  <a:lnTo>
                    <a:pt x="144" y="9"/>
                  </a:lnTo>
                  <a:lnTo>
                    <a:pt x="153" y="7"/>
                  </a:lnTo>
                  <a:lnTo>
                    <a:pt x="163" y="5"/>
                  </a:lnTo>
                  <a:lnTo>
                    <a:pt x="172" y="2"/>
                  </a:lnTo>
                  <a:lnTo>
                    <a:pt x="183" y="1"/>
                  </a:lnTo>
                  <a:lnTo>
                    <a:pt x="193" y="0"/>
                  </a:lnTo>
                  <a:lnTo>
                    <a:pt x="204" y="0"/>
                  </a:lnTo>
                  <a:lnTo>
                    <a:pt x="205" y="0"/>
                  </a:lnTo>
                  <a:lnTo>
                    <a:pt x="216" y="0"/>
                  </a:lnTo>
                  <a:lnTo>
                    <a:pt x="225" y="1"/>
                  </a:lnTo>
                  <a:lnTo>
                    <a:pt x="236" y="2"/>
                  </a:lnTo>
                  <a:lnTo>
                    <a:pt x="246" y="5"/>
                  </a:lnTo>
                  <a:lnTo>
                    <a:pt x="255" y="7"/>
                  </a:lnTo>
                  <a:lnTo>
                    <a:pt x="265" y="9"/>
                  </a:lnTo>
                  <a:lnTo>
                    <a:pt x="274" y="13"/>
                  </a:lnTo>
                  <a:lnTo>
                    <a:pt x="284" y="17"/>
                  </a:lnTo>
                  <a:lnTo>
                    <a:pt x="292" y="20"/>
                  </a:lnTo>
                  <a:lnTo>
                    <a:pt x="302" y="25"/>
                  </a:lnTo>
                  <a:lnTo>
                    <a:pt x="310" y="30"/>
                  </a:lnTo>
                  <a:lnTo>
                    <a:pt x="319" y="35"/>
                  </a:lnTo>
                  <a:lnTo>
                    <a:pt x="326" y="41"/>
                  </a:lnTo>
                  <a:lnTo>
                    <a:pt x="334" y="47"/>
                  </a:lnTo>
                  <a:lnTo>
                    <a:pt x="342" y="53"/>
                  </a:lnTo>
                  <a:lnTo>
                    <a:pt x="349" y="60"/>
                  </a:lnTo>
                  <a:lnTo>
                    <a:pt x="355" y="67"/>
                  </a:lnTo>
                  <a:lnTo>
                    <a:pt x="362" y="74"/>
                  </a:lnTo>
                  <a:lnTo>
                    <a:pt x="368" y="81"/>
                  </a:lnTo>
                  <a:lnTo>
                    <a:pt x="374" y="90"/>
                  </a:lnTo>
                  <a:lnTo>
                    <a:pt x="379" y="98"/>
                  </a:lnTo>
                  <a:lnTo>
                    <a:pt x="384" y="107"/>
                  </a:lnTo>
                  <a:lnTo>
                    <a:pt x="388" y="115"/>
                  </a:lnTo>
                  <a:lnTo>
                    <a:pt x="392" y="125"/>
                  </a:lnTo>
                  <a:lnTo>
                    <a:pt x="396" y="134"/>
                  </a:lnTo>
                  <a:lnTo>
                    <a:pt x="399" y="143"/>
                  </a:lnTo>
                  <a:lnTo>
                    <a:pt x="402" y="152"/>
                  </a:lnTo>
                  <a:lnTo>
                    <a:pt x="404" y="163"/>
                  </a:lnTo>
                  <a:lnTo>
                    <a:pt x="406" y="173"/>
                  </a:lnTo>
                  <a:lnTo>
                    <a:pt x="408" y="182"/>
                  </a:lnTo>
                  <a:lnTo>
                    <a:pt x="408" y="193"/>
                  </a:lnTo>
                  <a:lnTo>
                    <a:pt x="408" y="204"/>
                  </a:lnTo>
                  <a:lnTo>
                    <a:pt x="408" y="229"/>
                  </a:lnTo>
                  <a:lnTo>
                    <a:pt x="408" y="239"/>
                  </a:lnTo>
                  <a:lnTo>
                    <a:pt x="408" y="249"/>
                  </a:lnTo>
                  <a:lnTo>
                    <a:pt x="406" y="259"/>
                  </a:lnTo>
                  <a:lnTo>
                    <a:pt x="404" y="270"/>
                  </a:lnTo>
                  <a:lnTo>
                    <a:pt x="402" y="279"/>
                  </a:lnTo>
                  <a:lnTo>
                    <a:pt x="399" y="289"/>
                  </a:lnTo>
                  <a:lnTo>
                    <a:pt x="396" y="299"/>
                  </a:lnTo>
                  <a:lnTo>
                    <a:pt x="392" y="308"/>
                  </a:lnTo>
                  <a:lnTo>
                    <a:pt x="388" y="317"/>
                  </a:lnTo>
                  <a:lnTo>
                    <a:pt x="384" y="325"/>
                  </a:lnTo>
                  <a:lnTo>
                    <a:pt x="379" y="335"/>
                  </a:lnTo>
                  <a:lnTo>
                    <a:pt x="374" y="342"/>
                  </a:lnTo>
                  <a:lnTo>
                    <a:pt x="368" y="350"/>
                  </a:lnTo>
                  <a:lnTo>
                    <a:pt x="362" y="359"/>
                  </a:lnTo>
                  <a:lnTo>
                    <a:pt x="355" y="366"/>
                  </a:lnTo>
                  <a:lnTo>
                    <a:pt x="349" y="373"/>
                  </a:lnTo>
                  <a:lnTo>
                    <a:pt x="342" y="379"/>
                  </a:lnTo>
                  <a:lnTo>
                    <a:pt x="334" y="386"/>
                  </a:lnTo>
                  <a:lnTo>
                    <a:pt x="326" y="392"/>
                  </a:lnTo>
                  <a:lnTo>
                    <a:pt x="319" y="397"/>
                  </a:lnTo>
                  <a:lnTo>
                    <a:pt x="310" y="403"/>
                  </a:lnTo>
                  <a:lnTo>
                    <a:pt x="302" y="408"/>
                  </a:lnTo>
                  <a:lnTo>
                    <a:pt x="292" y="413"/>
                  </a:lnTo>
                  <a:lnTo>
                    <a:pt x="284" y="416"/>
                  </a:lnTo>
                  <a:lnTo>
                    <a:pt x="274" y="420"/>
                  </a:lnTo>
                  <a:lnTo>
                    <a:pt x="265" y="423"/>
                  </a:lnTo>
                  <a:lnTo>
                    <a:pt x="255" y="426"/>
                  </a:lnTo>
                  <a:lnTo>
                    <a:pt x="246" y="428"/>
                  </a:lnTo>
                  <a:lnTo>
                    <a:pt x="236" y="429"/>
                  </a:lnTo>
                  <a:lnTo>
                    <a:pt x="225" y="431"/>
                  </a:lnTo>
                  <a:lnTo>
                    <a:pt x="216" y="432"/>
                  </a:lnTo>
                  <a:lnTo>
                    <a:pt x="205" y="432"/>
                  </a:lnTo>
                  <a:lnTo>
                    <a:pt x="204" y="432"/>
                  </a:lnTo>
                  <a:lnTo>
                    <a:pt x="193" y="432"/>
                  </a:lnTo>
                  <a:lnTo>
                    <a:pt x="183" y="431"/>
                  </a:lnTo>
                  <a:lnTo>
                    <a:pt x="172" y="429"/>
                  </a:lnTo>
                  <a:lnTo>
                    <a:pt x="163" y="428"/>
                  </a:lnTo>
                  <a:lnTo>
                    <a:pt x="153" y="426"/>
                  </a:lnTo>
                  <a:lnTo>
                    <a:pt x="144" y="423"/>
                  </a:lnTo>
                  <a:lnTo>
                    <a:pt x="134" y="420"/>
                  </a:lnTo>
                  <a:lnTo>
                    <a:pt x="124" y="416"/>
                  </a:lnTo>
                  <a:lnTo>
                    <a:pt x="116" y="413"/>
                  </a:lnTo>
                  <a:lnTo>
                    <a:pt x="106" y="408"/>
                  </a:lnTo>
                  <a:lnTo>
                    <a:pt x="98" y="403"/>
                  </a:lnTo>
                  <a:lnTo>
                    <a:pt x="90" y="397"/>
                  </a:lnTo>
                  <a:lnTo>
                    <a:pt x="82" y="392"/>
                  </a:lnTo>
                  <a:lnTo>
                    <a:pt x="74" y="386"/>
                  </a:lnTo>
                  <a:lnTo>
                    <a:pt x="67" y="379"/>
                  </a:lnTo>
                  <a:lnTo>
                    <a:pt x="60" y="373"/>
                  </a:lnTo>
                  <a:lnTo>
                    <a:pt x="54" y="366"/>
                  </a:lnTo>
                  <a:lnTo>
                    <a:pt x="46" y="359"/>
                  </a:lnTo>
                  <a:lnTo>
                    <a:pt x="40" y="350"/>
                  </a:lnTo>
                  <a:lnTo>
                    <a:pt x="34" y="342"/>
                  </a:lnTo>
                  <a:lnTo>
                    <a:pt x="30" y="335"/>
                  </a:lnTo>
                  <a:lnTo>
                    <a:pt x="25" y="325"/>
                  </a:lnTo>
                  <a:lnTo>
                    <a:pt x="20" y="317"/>
                  </a:lnTo>
                  <a:lnTo>
                    <a:pt x="16" y="308"/>
                  </a:lnTo>
                  <a:lnTo>
                    <a:pt x="13" y="299"/>
                  </a:lnTo>
                  <a:lnTo>
                    <a:pt x="9" y="289"/>
                  </a:lnTo>
                  <a:lnTo>
                    <a:pt x="7" y="279"/>
                  </a:lnTo>
                  <a:lnTo>
                    <a:pt x="4" y="270"/>
                  </a:lnTo>
                  <a:lnTo>
                    <a:pt x="2" y="259"/>
                  </a:lnTo>
                  <a:lnTo>
                    <a:pt x="1" y="249"/>
                  </a:lnTo>
                  <a:lnTo>
                    <a:pt x="1" y="239"/>
                  </a:lnTo>
                  <a:lnTo>
                    <a:pt x="0" y="229"/>
                  </a:lnTo>
                  <a:close/>
                </a:path>
              </a:pathLst>
            </a:custGeom>
            <a:noFill/>
            <a:ln w="17450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494" name="Shape 775">
              <a:extLst>
                <a:ext uri="{FF2B5EF4-FFF2-40B4-BE49-F238E27FC236}">
                  <a16:creationId xmlns:a16="http://schemas.microsoft.com/office/drawing/2014/main" id="{C2253A25-B79C-4880-B0A7-6F8982951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093" y="4857262"/>
              <a:ext cx="349250" cy="369887"/>
            </a:xfrm>
            <a:custGeom>
              <a:avLst/>
              <a:gdLst>
                <a:gd name="T0" fmla="*/ 2147483646 w 408"/>
                <a:gd name="T1" fmla="*/ 2147483646 h 432"/>
                <a:gd name="T2" fmla="*/ 2147483646 w 408"/>
                <a:gd name="T3" fmla="*/ 2147483646 h 432"/>
                <a:gd name="T4" fmla="*/ 2147483646 w 408"/>
                <a:gd name="T5" fmla="*/ 2147483646 h 432"/>
                <a:gd name="T6" fmla="*/ 2147483646 w 408"/>
                <a:gd name="T7" fmla="*/ 2147483646 h 432"/>
                <a:gd name="T8" fmla="*/ 2147483646 w 408"/>
                <a:gd name="T9" fmla="*/ 2147483646 h 432"/>
                <a:gd name="T10" fmla="*/ 2147483646 w 408"/>
                <a:gd name="T11" fmla="*/ 2147483646 h 432"/>
                <a:gd name="T12" fmla="*/ 2147483646 w 408"/>
                <a:gd name="T13" fmla="*/ 2147483646 h 432"/>
                <a:gd name="T14" fmla="*/ 2147483646 w 408"/>
                <a:gd name="T15" fmla="*/ 2147483646 h 432"/>
                <a:gd name="T16" fmla="*/ 2147483646 w 408"/>
                <a:gd name="T17" fmla="*/ 2147483646 h 432"/>
                <a:gd name="T18" fmla="*/ 2147483646 w 408"/>
                <a:gd name="T19" fmla="*/ 2147483646 h 432"/>
                <a:gd name="T20" fmla="*/ 2147483646 w 408"/>
                <a:gd name="T21" fmla="*/ 0 h 432"/>
                <a:gd name="T22" fmla="*/ 2147483646 w 408"/>
                <a:gd name="T23" fmla="*/ 0 h 432"/>
                <a:gd name="T24" fmla="*/ 2147483646 w 408"/>
                <a:gd name="T25" fmla="*/ 2147483646 h 432"/>
                <a:gd name="T26" fmla="*/ 2147483646 w 408"/>
                <a:gd name="T27" fmla="*/ 2147483646 h 432"/>
                <a:gd name="T28" fmla="*/ 2147483646 w 408"/>
                <a:gd name="T29" fmla="*/ 2147483646 h 432"/>
                <a:gd name="T30" fmla="*/ 2147483646 w 408"/>
                <a:gd name="T31" fmla="*/ 2147483646 h 432"/>
                <a:gd name="T32" fmla="*/ 2147483646 w 408"/>
                <a:gd name="T33" fmla="*/ 2147483646 h 432"/>
                <a:gd name="T34" fmla="*/ 2147483646 w 408"/>
                <a:gd name="T35" fmla="*/ 2147483646 h 432"/>
                <a:gd name="T36" fmla="*/ 2147483646 w 408"/>
                <a:gd name="T37" fmla="*/ 2147483646 h 432"/>
                <a:gd name="T38" fmla="*/ 2147483646 w 408"/>
                <a:gd name="T39" fmla="*/ 2147483646 h 432"/>
                <a:gd name="T40" fmla="*/ 2147483646 w 408"/>
                <a:gd name="T41" fmla="*/ 2147483646 h 432"/>
                <a:gd name="T42" fmla="*/ 2147483646 w 408"/>
                <a:gd name="T43" fmla="*/ 2147483646 h 432"/>
                <a:gd name="T44" fmla="*/ 2147483646 w 408"/>
                <a:gd name="T45" fmla="*/ 2147483646 h 432"/>
                <a:gd name="T46" fmla="*/ 2147483646 w 408"/>
                <a:gd name="T47" fmla="*/ 2147483646 h 432"/>
                <a:gd name="T48" fmla="*/ 2147483646 w 408"/>
                <a:gd name="T49" fmla="*/ 2147483646 h 432"/>
                <a:gd name="T50" fmla="*/ 2147483646 w 408"/>
                <a:gd name="T51" fmla="*/ 2147483646 h 432"/>
                <a:gd name="T52" fmla="*/ 2147483646 w 408"/>
                <a:gd name="T53" fmla="*/ 2147483646 h 432"/>
                <a:gd name="T54" fmla="*/ 2147483646 w 408"/>
                <a:gd name="T55" fmla="*/ 2147483646 h 432"/>
                <a:gd name="T56" fmla="*/ 2147483646 w 408"/>
                <a:gd name="T57" fmla="*/ 2147483646 h 432"/>
                <a:gd name="T58" fmla="*/ 2147483646 w 408"/>
                <a:gd name="T59" fmla="*/ 2147483646 h 432"/>
                <a:gd name="T60" fmla="*/ 2147483646 w 408"/>
                <a:gd name="T61" fmla="*/ 2147483646 h 432"/>
                <a:gd name="T62" fmla="*/ 2147483646 w 408"/>
                <a:gd name="T63" fmla="*/ 2147483646 h 432"/>
                <a:gd name="T64" fmla="*/ 2147483646 w 408"/>
                <a:gd name="T65" fmla="*/ 2147483646 h 432"/>
                <a:gd name="T66" fmla="*/ 2147483646 w 408"/>
                <a:gd name="T67" fmla="*/ 2147483646 h 432"/>
                <a:gd name="T68" fmla="*/ 2147483646 w 408"/>
                <a:gd name="T69" fmla="*/ 2147483646 h 432"/>
                <a:gd name="T70" fmla="*/ 2147483646 w 408"/>
                <a:gd name="T71" fmla="*/ 2147483646 h 432"/>
                <a:gd name="T72" fmla="*/ 2147483646 w 408"/>
                <a:gd name="T73" fmla="*/ 2147483646 h 432"/>
                <a:gd name="T74" fmla="*/ 2147483646 w 408"/>
                <a:gd name="T75" fmla="*/ 2147483646 h 432"/>
                <a:gd name="T76" fmla="*/ 2147483646 w 408"/>
                <a:gd name="T77" fmla="*/ 2147483646 h 432"/>
                <a:gd name="T78" fmla="*/ 2147483646 w 408"/>
                <a:gd name="T79" fmla="*/ 2147483646 h 432"/>
                <a:gd name="T80" fmla="*/ 2147483646 w 408"/>
                <a:gd name="T81" fmla="*/ 2147483646 h 432"/>
                <a:gd name="T82" fmla="*/ 2147483646 w 408"/>
                <a:gd name="T83" fmla="*/ 2147483646 h 432"/>
                <a:gd name="T84" fmla="*/ 2147483646 w 408"/>
                <a:gd name="T85" fmla="*/ 2147483646 h 432"/>
                <a:gd name="T86" fmla="*/ 2147483646 w 408"/>
                <a:gd name="T87" fmla="*/ 2147483646 h 43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8"/>
                <a:gd name="T133" fmla="*/ 0 h 432"/>
                <a:gd name="T134" fmla="*/ 408 w 408"/>
                <a:gd name="T135" fmla="*/ 432 h 43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8" h="432" extrusionOk="0">
                  <a:moveTo>
                    <a:pt x="0" y="229"/>
                  </a:moveTo>
                  <a:lnTo>
                    <a:pt x="0" y="204"/>
                  </a:lnTo>
                  <a:lnTo>
                    <a:pt x="1" y="193"/>
                  </a:lnTo>
                  <a:lnTo>
                    <a:pt x="1" y="182"/>
                  </a:lnTo>
                  <a:lnTo>
                    <a:pt x="2" y="173"/>
                  </a:lnTo>
                  <a:lnTo>
                    <a:pt x="4" y="163"/>
                  </a:lnTo>
                  <a:lnTo>
                    <a:pt x="7" y="152"/>
                  </a:lnTo>
                  <a:lnTo>
                    <a:pt x="9" y="143"/>
                  </a:lnTo>
                  <a:lnTo>
                    <a:pt x="13" y="134"/>
                  </a:lnTo>
                  <a:lnTo>
                    <a:pt x="16" y="125"/>
                  </a:lnTo>
                  <a:lnTo>
                    <a:pt x="20" y="115"/>
                  </a:lnTo>
                  <a:lnTo>
                    <a:pt x="25" y="107"/>
                  </a:lnTo>
                  <a:lnTo>
                    <a:pt x="30" y="98"/>
                  </a:lnTo>
                  <a:lnTo>
                    <a:pt x="34" y="90"/>
                  </a:lnTo>
                  <a:lnTo>
                    <a:pt x="40" y="81"/>
                  </a:lnTo>
                  <a:lnTo>
                    <a:pt x="46" y="74"/>
                  </a:lnTo>
                  <a:lnTo>
                    <a:pt x="54" y="67"/>
                  </a:lnTo>
                  <a:lnTo>
                    <a:pt x="60" y="60"/>
                  </a:lnTo>
                  <a:lnTo>
                    <a:pt x="67" y="53"/>
                  </a:lnTo>
                  <a:lnTo>
                    <a:pt x="74" y="47"/>
                  </a:lnTo>
                  <a:lnTo>
                    <a:pt x="82" y="41"/>
                  </a:lnTo>
                  <a:lnTo>
                    <a:pt x="90" y="35"/>
                  </a:lnTo>
                  <a:lnTo>
                    <a:pt x="98" y="30"/>
                  </a:lnTo>
                  <a:lnTo>
                    <a:pt x="106" y="25"/>
                  </a:lnTo>
                  <a:lnTo>
                    <a:pt x="116" y="20"/>
                  </a:lnTo>
                  <a:lnTo>
                    <a:pt x="124" y="17"/>
                  </a:lnTo>
                  <a:lnTo>
                    <a:pt x="134" y="13"/>
                  </a:lnTo>
                  <a:lnTo>
                    <a:pt x="144" y="9"/>
                  </a:lnTo>
                  <a:lnTo>
                    <a:pt x="153" y="7"/>
                  </a:lnTo>
                  <a:lnTo>
                    <a:pt x="163" y="5"/>
                  </a:lnTo>
                  <a:lnTo>
                    <a:pt x="172" y="2"/>
                  </a:lnTo>
                  <a:lnTo>
                    <a:pt x="183" y="1"/>
                  </a:lnTo>
                  <a:lnTo>
                    <a:pt x="193" y="0"/>
                  </a:lnTo>
                  <a:lnTo>
                    <a:pt x="204" y="0"/>
                  </a:lnTo>
                  <a:lnTo>
                    <a:pt x="205" y="0"/>
                  </a:lnTo>
                  <a:lnTo>
                    <a:pt x="216" y="0"/>
                  </a:lnTo>
                  <a:lnTo>
                    <a:pt x="225" y="1"/>
                  </a:lnTo>
                  <a:lnTo>
                    <a:pt x="236" y="2"/>
                  </a:lnTo>
                  <a:lnTo>
                    <a:pt x="246" y="5"/>
                  </a:lnTo>
                  <a:lnTo>
                    <a:pt x="255" y="7"/>
                  </a:lnTo>
                  <a:lnTo>
                    <a:pt x="265" y="9"/>
                  </a:lnTo>
                  <a:lnTo>
                    <a:pt x="274" y="13"/>
                  </a:lnTo>
                  <a:lnTo>
                    <a:pt x="284" y="17"/>
                  </a:lnTo>
                  <a:lnTo>
                    <a:pt x="292" y="20"/>
                  </a:lnTo>
                  <a:lnTo>
                    <a:pt x="302" y="25"/>
                  </a:lnTo>
                  <a:lnTo>
                    <a:pt x="310" y="30"/>
                  </a:lnTo>
                  <a:lnTo>
                    <a:pt x="319" y="35"/>
                  </a:lnTo>
                  <a:lnTo>
                    <a:pt x="326" y="41"/>
                  </a:lnTo>
                  <a:lnTo>
                    <a:pt x="334" y="47"/>
                  </a:lnTo>
                  <a:lnTo>
                    <a:pt x="342" y="53"/>
                  </a:lnTo>
                  <a:lnTo>
                    <a:pt x="349" y="60"/>
                  </a:lnTo>
                  <a:lnTo>
                    <a:pt x="355" y="67"/>
                  </a:lnTo>
                  <a:lnTo>
                    <a:pt x="362" y="74"/>
                  </a:lnTo>
                  <a:lnTo>
                    <a:pt x="368" y="81"/>
                  </a:lnTo>
                  <a:lnTo>
                    <a:pt x="374" y="90"/>
                  </a:lnTo>
                  <a:lnTo>
                    <a:pt x="379" y="98"/>
                  </a:lnTo>
                  <a:lnTo>
                    <a:pt x="384" y="107"/>
                  </a:lnTo>
                  <a:lnTo>
                    <a:pt x="388" y="115"/>
                  </a:lnTo>
                  <a:lnTo>
                    <a:pt x="392" y="125"/>
                  </a:lnTo>
                  <a:lnTo>
                    <a:pt x="396" y="134"/>
                  </a:lnTo>
                  <a:lnTo>
                    <a:pt x="399" y="143"/>
                  </a:lnTo>
                  <a:lnTo>
                    <a:pt x="402" y="152"/>
                  </a:lnTo>
                  <a:lnTo>
                    <a:pt x="404" y="163"/>
                  </a:lnTo>
                  <a:lnTo>
                    <a:pt x="406" y="173"/>
                  </a:lnTo>
                  <a:lnTo>
                    <a:pt x="408" y="182"/>
                  </a:lnTo>
                  <a:lnTo>
                    <a:pt x="408" y="193"/>
                  </a:lnTo>
                  <a:lnTo>
                    <a:pt x="408" y="204"/>
                  </a:lnTo>
                  <a:lnTo>
                    <a:pt x="408" y="229"/>
                  </a:lnTo>
                  <a:lnTo>
                    <a:pt x="408" y="239"/>
                  </a:lnTo>
                  <a:lnTo>
                    <a:pt x="408" y="249"/>
                  </a:lnTo>
                  <a:lnTo>
                    <a:pt x="406" y="259"/>
                  </a:lnTo>
                  <a:lnTo>
                    <a:pt x="404" y="270"/>
                  </a:lnTo>
                  <a:lnTo>
                    <a:pt x="402" y="279"/>
                  </a:lnTo>
                  <a:lnTo>
                    <a:pt x="399" y="289"/>
                  </a:lnTo>
                  <a:lnTo>
                    <a:pt x="396" y="299"/>
                  </a:lnTo>
                  <a:lnTo>
                    <a:pt x="392" y="308"/>
                  </a:lnTo>
                  <a:lnTo>
                    <a:pt x="388" y="317"/>
                  </a:lnTo>
                  <a:lnTo>
                    <a:pt x="384" y="325"/>
                  </a:lnTo>
                  <a:lnTo>
                    <a:pt x="379" y="335"/>
                  </a:lnTo>
                  <a:lnTo>
                    <a:pt x="374" y="342"/>
                  </a:lnTo>
                  <a:lnTo>
                    <a:pt x="368" y="350"/>
                  </a:lnTo>
                  <a:lnTo>
                    <a:pt x="362" y="359"/>
                  </a:lnTo>
                  <a:lnTo>
                    <a:pt x="355" y="366"/>
                  </a:lnTo>
                  <a:lnTo>
                    <a:pt x="349" y="373"/>
                  </a:lnTo>
                  <a:lnTo>
                    <a:pt x="342" y="379"/>
                  </a:lnTo>
                  <a:lnTo>
                    <a:pt x="334" y="386"/>
                  </a:lnTo>
                  <a:lnTo>
                    <a:pt x="326" y="392"/>
                  </a:lnTo>
                  <a:lnTo>
                    <a:pt x="319" y="397"/>
                  </a:lnTo>
                  <a:lnTo>
                    <a:pt x="310" y="403"/>
                  </a:lnTo>
                  <a:lnTo>
                    <a:pt x="302" y="408"/>
                  </a:lnTo>
                  <a:lnTo>
                    <a:pt x="292" y="413"/>
                  </a:lnTo>
                  <a:lnTo>
                    <a:pt x="284" y="416"/>
                  </a:lnTo>
                  <a:lnTo>
                    <a:pt x="274" y="420"/>
                  </a:lnTo>
                  <a:lnTo>
                    <a:pt x="265" y="423"/>
                  </a:lnTo>
                  <a:lnTo>
                    <a:pt x="255" y="426"/>
                  </a:lnTo>
                  <a:lnTo>
                    <a:pt x="246" y="428"/>
                  </a:lnTo>
                  <a:lnTo>
                    <a:pt x="236" y="429"/>
                  </a:lnTo>
                  <a:lnTo>
                    <a:pt x="225" y="431"/>
                  </a:lnTo>
                  <a:lnTo>
                    <a:pt x="216" y="432"/>
                  </a:lnTo>
                  <a:lnTo>
                    <a:pt x="205" y="432"/>
                  </a:lnTo>
                  <a:lnTo>
                    <a:pt x="204" y="432"/>
                  </a:lnTo>
                  <a:lnTo>
                    <a:pt x="193" y="432"/>
                  </a:lnTo>
                  <a:lnTo>
                    <a:pt x="183" y="431"/>
                  </a:lnTo>
                  <a:lnTo>
                    <a:pt x="172" y="429"/>
                  </a:lnTo>
                  <a:lnTo>
                    <a:pt x="163" y="428"/>
                  </a:lnTo>
                  <a:lnTo>
                    <a:pt x="153" y="426"/>
                  </a:lnTo>
                  <a:lnTo>
                    <a:pt x="144" y="423"/>
                  </a:lnTo>
                  <a:lnTo>
                    <a:pt x="134" y="420"/>
                  </a:lnTo>
                  <a:lnTo>
                    <a:pt x="124" y="416"/>
                  </a:lnTo>
                  <a:lnTo>
                    <a:pt x="116" y="413"/>
                  </a:lnTo>
                  <a:lnTo>
                    <a:pt x="106" y="408"/>
                  </a:lnTo>
                  <a:lnTo>
                    <a:pt x="98" y="403"/>
                  </a:lnTo>
                  <a:lnTo>
                    <a:pt x="90" y="397"/>
                  </a:lnTo>
                  <a:lnTo>
                    <a:pt x="82" y="392"/>
                  </a:lnTo>
                  <a:lnTo>
                    <a:pt x="74" y="386"/>
                  </a:lnTo>
                  <a:lnTo>
                    <a:pt x="67" y="379"/>
                  </a:lnTo>
                  <a:lnTo>
                    <a:pt x="60" y="373"/>
                  </a:lnTo>
                  <a:lnTo>
                    <a:pt x="54" y="366"/>
                  </a:lnTo>
                  <a:lnTo>
                    <a:pt x="46" y="359"/>
                  </a:lnTo>
                  <a:lnTo>
                    <a:pt x="40" y="350"/>
                  </a:lnTo>
                  <a:lnTo>
                    <a:pt x="34" y="342"/>
                  </a:lnTo>
                  <a:lnTo>
                    <a:pt x="30" y="335"/>
                  </a:lnTo>
                  <a:lnTo>
                    <a:pt x="25" y="325"/>
                  </a:lnTo>
                  <a:lnTo>
                    <a:pt x="20" y="317"/>
                  </a:lnTo>
                  <a:lnTo>
                    <a:pt x="16" y="308"/>
                  </a:lnTo>
                  <a:lnTo>
                    <a:pt x="13" y="299"/>
                  </a:lnTo>
                  <a:lnTo>
                    <a:pt x="9" y="289"/>
                  </a:lnTo>
                  <a:lnTo>
                    <a:pt x="7" y="279"/>
                  </a:lnTo>
                  <a:lnTo>
                    <a:pt x="4" y="270"/>
                  </a:lnTo>
                  <a:lnTo>
                    <a:pt x="2" y="259"/>
                  </a:lnTo>
                  <a:lnTo>
                    <a:pt x="1" y="249"/>
                  </a:lnTo>
                  <a:lnTo>
                    <a:pt x="1" y="239"/>
                  </a:lnTo>
                  <a:lnTo>
                    <a:pt x="0" y="229"/>
                  </a:lnTo>
                  <a:close/>
                </a:path>
              </a:pathLst>
            </a:custGeom>
            <a:noFill/>
            <a:ln w="17450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495" name="Shape 775">
              <a:extLst>
                <a:ext uri="{FF2B5EF4-FFF2-40B4-BE49-F238E27FC236}">
                  <a16:creationId xmlns:a16="http://schemas.microsoft.com/office/drawing/2014/main" id="{D3D546D5-BAA9-4180-BD98-DE8F25E55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0399" y="4868375"/>
              <a:ext cx="349250" cy="369887"/>
            </a:xfrm>
            <a:custGeom>
              <a:avLst/>
              <a:gdLst>
                <a:gd name="T0" fmla="*/ 2147483646 w 408"/>
                <a:gd name="T1" fmla="*/ 2147483646 h 432"/>
                <a:gd name="T2" fmla="*/ 2147483646 w 408"/>
                <a:gd name="T3" fmla="*/ 2147483646 h 432"/>
                <a:gd name="T4" fmla="*/ 2147483646 w 408"/>
                <a:gd name="T5" fmla="*/ 2147483646 h 432"/>
                <a:gd name="T6" fmla="*/ 2147483646 w 408"/>
                <a:gd name="T7" fmla="*/ 2147483646 h 432"/>
                <a:gd name="T8" fmla="*/ 2147483646 w 408"/>
                <a:gd name="T9" fmla="*/ 2147483646 h 432"/>
                <a:gd name="T10" fmla="*/ 2147483646 w 408"/>
                <a:gd name="T11" fmla="*/ 2147483646 h 432"/>
                <a:gd name="T12" fmla="*/ 2147483646 w 408"/>
                <a:gd name="T13" fmla="*/ 2147483646 h 432"/>
                <a:gd name="T14" fmla="*/ 2147483646 w 408"/>
                <a:gd name="T15" fmla="*/ 2147483646 h 432"/>
                <a:gd name="T16" fmla="*/ 2147483646 w 408"/>
                <a:gd name="T17" fmla="*/ 2147483646 h 432"/>
                <a:gd name="T18" fmla="*/ 2147483646 w 408"/>
                <a:gd name="T19" fmla="*/ 2147483646 h 432"/>
                <a:gd name="T20" fmla="*/ 2147483646 w 408"/>
                <a:gd name="T21" fmla="*/ 0 h 432"/>
                <a:gd name="T22" fmla="*/ 2147483646 w 408"/>
                <a:gd name="T23" fmla="*/ 0 h 432"/>
                <a:gd name="T24" fmla="*/ 2147483646 w 408"/>
                <a:gd name="T25" fmla="*/ 2147483646 h 432"/>
                <a:gd name="T26" fmla="*/ 2147483646 w 408"/>
                <a:gd name="T27" fmla="*/ 2147483646 h 432"/>
                <a:gd name="T28" fmla="*/ 2147483646 w 408"/>
                <a:gd name="T29" fmla="*/ 2147483646 h 432"/>
                <a:gd name="T30" fmla="*/ 2147483646 w 408"/>
                <a:gd name="T31" fmla="*/ 2147483646 h 432"/>
                <a:gd name="T32" fmla="*/ 2147483646 w 408"/>
                <a:gd name="T33" fmla="*/ 2147483646 h 432"/>
                <a:gd name="T34" fmla="*/ 2147483646 w 408"/>
                <a:gd name="T35" fmla="*/ 2147483646 h 432"/>
                <a:gd name="T36" fmla="*/ 2147483646 w 408"/>
                <a:gd name="T37" fmla="*/ 2147483646 h 432"/>
                <a:gd name="T38" fmla="*/ 2147483646 w 408"/>
                <a:gd name="T39" fmla="*/ 2147483646 h 432"/>
                <a:gd name="T40" fmla="*/ 2147483646 w 408"/>
                <a:gd name="T41" fmla="*/ 2147483646 h 432"/>
                <a:gd name="T42" fmla="*/ 2147483646 w 408"/>
                <a:gd name="T43" fmla="*/ 2147483646 h 432"/>
                <a:gd name="T44" fmla="*/ 2147483646 w 408"/>
                <a:gd name="T45" fmla="*/ 2147483646 h 432"/>
                <a:gd name="T46" fmla="*/ 2147483646 w 408"/>
                <a:gd name="T47" fmla="*/ 2147483646 h 432"/>
                <a:gd name="T48" fmla="*/ 2147483646 w 408"/>
                <a:gd name="T49" fmla="*/ 2147483646 h 432"/>
                <a:gd name="T50" fmla="*/ 2147483646 w 408"/>
                <a:gd name="T51" fmla="*/ 2147483646 h 432"/>
                <a:gd name="T52" fmla="*/ 2147483646 w 408"/>
                <a:gd name="T53" fmla="*/ 2147483646 h 432"/>
                <a:gd name="T54" fmla="*/ 2147483646 w 408"/>
                <a:gd name="T55" fmla="*/ 2147483646 h 432"/>
                <a:gd name="T56" fmla="*/ 2147483646 w 408"/>
                <a:gd name="T57" fmla="*/ 2147483646 h 432"/>
                <a:gd name="T58" fmla="*/ 2147483646 w 408"/>
                <a:gd name="T59" fmla="*/ 2147483646 h 432"/>
                <a:gd name="T60" fmla="*/ 2147483646 w 408"/>
                <a:gd name="T61" fmla="*/ 2147483646 h 432"/>
                <a:gd name="T62" fmla="*/ 2147483646 w 408"/>
                <a:gd name="T63" fmla="*/ 2147483646 h 432"/>
                <a:gd name="T64" fmla="*/ 2147483646 w 408"/>
                <a:gd name="T65" fmla="*/ 2147483646 h 432"/>
                <a:gd name="T66" fmla="*/ 2147483646 w 408"/>
                <a:gd name="T67" fmla="*/ 2147483646 h 432"/>
                <a:gd name="T68" fmla="*/ 2147483646 w 408"/>
                <a:gd name="T69" fmla="*/ 2147483646 h 432"/>
                <a:gd name="T70" fmla="*/ 2147483646 w 408"/>
                <a:gd name="T71" fmla="*/ 2147483646 h 432"/>
                <a:gd name="T72" fmla="*/ 2147483646 w 408"/>
                <a:gd name="T73" fmla="*/ 2147483646 h 432"/>
                <a:gd name="T74" fmla="*/ 2147483646 w 408"/>
                <a:gd name="T75" fmla="*/ 2147483646 h 432"/>
                <a:gd name="T76" fmla="*/ 2147483646 w 408"/>
                <a:gd name="T77" fmla="*/ 2147483646 h 432"/>
                <a:gd name="T78" fmla="*/ 2147483646 w 408"/>
                <a:gd name="T79" fmla="*/ 2147483646 h 432"/>
                <a:gd name="T80" fmla="*/ 2147483646 w 408"/>
                <a:gd name="T81" fmla="*/ 2147483646 h 432"/>
                <a:gd name="T82" fmla="*/ 2147483646 w 408"/>
                <a:gd name="T83" fmla="*/ 2147483646 h 432"/>
                <a:gd name="T84" fmla="*/ 2147483646 w 408"/>
                <a:gd name="T85" fmla="*/ 2147483646 h 432"/>
                <a:gd name="T86" fmla="*/ 2147483646 w 408"/>
                <a:gd name="T87" fmla="*/ 2147483646 h 43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8"/>
                <a:gd name="T133" fmla="*/ 0 h 432"/>
                <a:gd name="T134" fmla="*/ 408 w 408"/>
                <a:gd name="T135" fmla="*/ 432 h 43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8" h="432" extrusionOk="0">
                  <a:moveTo>
                    <a:pt x="0" y="229"/>
                  </a:moveTo>
                  <a:lnTo>
                    <a:pt x="0" y="204"/>
                  </a:lnTo>
                  <a:lnTo>
                    <a:pt x="1" y="193"/>
                  </a:lnTo>
                  <a:lnTo>
                    <a:pt x="1" y="182"/>
                  </a:lnTo>
                  <a:lnTo>
                    <a:pt x="2" y="173"/>
                  </a:lnTo>
                  <a:lnTo>
                    <a:pt x="4" y="163"/>
                  </a:lnTo>
                  <a:lnTo>
                    <a:pt x="7" y="152"/>
                  </a:lnTo>
                  <a:lnTo>
                    <a:pt x="9" y="143"/>
                  </a:lnTo>
                  <a:lnTo>
                    <a:pt x="13" y="134"/>
                  </a:lnTo>
                  <a:lnTo>
                    <a:pt x="16" y="125"/>
                  </a:lnTo>
                  <a:lnTo>
                    <a:pt x="20" y="115"/>
                  </a:lnTo>
                  <a:lnTo>
                    <a:pt x="25" y="107"/>
                  </a:lnTo>
                  <a:lnTo>
                    <a:pt x="30" y="98"/>
                  </a:lnTo>
                  <a:lnTo>
                    <a:pt x="34" y="90"/>
                  </a:lnTo>
                  <a:lnTo>
                    <a:pt x="40" y="81"/>
                  </a:lnTo>
                  <a:lnTo>
                    <a:pt x="46" y="74"/>
                  </a:lnTo>
                  <a:lnTo>
                    <a:pt x="54" y="67"/>
                  </a:lnTo>
                  <a:lnTo>
                    <a:pt x="60" y="60"/>
                  </a:lnTo>
                  <a:lnTo>
                    <a:pt x="67" y="53"/>
                  </a:lnTo>
                  <a:lnTo>
                    <a:pt x="74" y="47"/>
                  </a:lnTo>
                  <a:lnTo>
                    <a:pt x="82" y="41"/>
                  </a:lnTo>
                  <a:lnTo>
                    <a:pt x="90" y="35"/>
                  </a:lnTo>
                  <a:lnTo>
                    <a:pt x="98" y="30"/>
                  </a:lnTo>
                  <a:lnTo>
                    <a:pt x="106" y="25"/>
                  </a:lnTo>
                  <a:lnTo>
                    <a:pt x="116" y="20"/>
                  </a:lnTo>
                  <a:lnTo>
                    <a:pt x="124" y="17"/>
                  </a:lnTo>
                  <a:lnTo>
                    <a:pt x="134" y="13"/>
                  </a:lnTo>
                  <a:lnTo>
                    <a:pt x="144" y="9"/>
                  </a:lnTo>
                  <a:lnTo>
                    <a:pt x="153" y="7"/>
                  </a:lnTo>
                  <a:lnTo>
                    <a:pt x="163" y="5"/>
                  </a:lnTo>
                  <a:lnTo>
                    <a:pt x="172" y="2"/>
                  </a:lnTo>
                  <a:lnTo>
                    <a:pt x="183" y="1"/>
                  </a:lnTo>
                  <a:lnTo>
                    <a:pt x="193" y="0"/>
                  </a:lnTo>
                  <a:lnTo>
                    <a:pt x="204" y="0"/>
                  </a:lnTo>
                  <a:lnTo>
                    <a:pt x="205" y="0"/>
                  </a:lnTo>
                  <a:lnTo>
                    <a:pt x="216" y="0"/>
                  </a:lnTo>
                  <a:lnTo>
                    <a:pt x="225" y="1"/>
                  </a:lnTo>
                  <a:lnTo>
                    <a:pt x="236" y="2"/>
                  </a:lnTo>
                  <a:lnTo>
                    <a:pt x="246" y="5"/>
                  </a:lnTo>
                  <a:lnTo>
                    <a:pt x="255" y="7"/>
                  </a:lnTo>
                  <a:lnTo>
                    <a:pt x="265" y="9"/>
                  </a:lnTo>
                  <a:lnTo>
                    <a:pt x="274" y="13"/>
                  </a:lnTo>
                  <a:lnTo>
                    <a:pt x="284" y="17"/>
                  </a:lnTo>
                  <a:lnTo>
                    <a:pt x="292" y="20"/>
                  </a:lnTo>
                  <a:lnTo>
                    <a:pt x="302" y="25"/>
                  </a:lnTo>
                  <a:lnTo>
                    <a:pt x="310" y="30"/>
                  </a:lnTo>
                  <a:lnTo>
                    <a:pt x="319" y="35"/>
                  </a:lnTo>
                  <a:lnTo>
                    <a:pt x="326" y="41"/>
                  </a:lnTo>
                  <a:lnTo>
                    <a:pt x="334" y="47"/>
                  </a:lnTo>
                  <a:lnTo>
                    <a:pt x="342" y="53"/>
                  </a:lnTo>
                  <a:lnTo>
                    <a:pt x="349" y="60"/>
                  </a:lnTo>
                  <a:lnTo>
                    <a:pt x="355" y="67"/>
                  </a:lnTo>
                  <a:lnTo>
                    <a:pt x="362" y="74"/>
                  </a:lnTo>
                  <a:lnTo>
                    <a:pt x="368" y="81"/>
                  </a:lnTo>
                  <a:lnTo>
                    <a:pt x="374" y="90"/>
                  </a:lnTo>
                  <a:lnTo>
                    <a:pt x="379" y="98"/>
                  </a:lnTo>
                  <a:lnTo>
                    <a:pt x="384" y="107"/>
                  </a:lnTo>
                  <a:lnTo>
                    <a:pt x="388" y="115"/>
                  </a:lnTo>
                  <a:lnTo>
                    <a:pt x="392" y="125"/>
                  </a:lnTo>
                  <a:lnTo>
                    <a:pt x="396" y="134"/>
                  </a:lnTo>
                  <a:lnTo>
                    <a:pt x="399" y="143"/>
                  </a:lnTo>
                  <a:lnTo>
                    <a:pt x="402" y="152"/>
                  </a:lnTo>
                  <a:lnTo>
                    <a:pt x="404" y="163"/>
                  </a:lnTo>
                  <a:lnTo>
                    <a:pt x="406" y="173"/>
                  </a:lnTo>
                  <a:lnTo>
                    <a:pt x="408" y="182"/>
                  </a:lnTo>
                  <a:lnTo>
                    <a:pt x="408" y="193"/>
                  </a:lnTo>
                  <a:lnTo>
                    <a:pt x="408" y="204"/>
                  </a:lnTo>
                  <a:lnTo>
                    <a:pt x="408" y="229"/>
                  </a:lnTo>
                  <a:lnTo>
                    <a:pt x="408" y="239"/>
                  </a:lnTo>
                  <a:lnTo>
                    <a:pt x="408" y="249"/>
                  </a:lnTo>
                  <a:lnTo>
                    <a:pt x="406" y="259"/>
                  </a:lnTo>
                  <a:lnTo>
                    <a:pt x="404" y="270"/>
                  </a:lnTo>
                  <a:lnTo>
                    <a:pt x="402" y="279"/>
                  </a:lnTo>
                  <a:lnTo>
                    <a:pt x="399" y="289"/>
                  </a:lnTo>
                  <a:lnTo>
                    <a:pt x="396" y="299"/>
                  </a:lnTo>
                  <a:lnTo>
                    <a:pt x="392" y="308"/>
                  </a:lnTo>
                  <a:lnTo>
                    <a:pt x="388" y="317"/>
                  </a:lnTo>
                  <a:lnTo>
                    <a:pt x="384" y="325"/>
                  </a:lnTo>
                  <a:lnTo>
                    <a:pt x="379" y="335"/>
                  </a:lnTo>
                  <a:lnTo>
                    <a:pt x="374" y="342"/>
                  </a:lnTo>
                  <a:lnTo>
                    <a:pt x="368" y="350"/>
                  </a:lnTo>
                  <a:lnTo>
                    <a:pt x="362" y="359"/>
                  </a:lnTo>
                  <a:lnTo>
                    <a:pt x="355" y="366"/>
                  </a:lnTo>
                  <a:lnTo>
                    <a:pt x="349" y="373"/>
                  </a:lnTo>
                  <a:lnTo>
                    <a:pt x="342" y="379"/>
                  </a:lnTo>
                  <a:lnTo>
                    <a:pt x="334" y="386"/>
                  </a:lnTo>
                  <a:lnTo>
                    <a:pt x="326" y="392"/>
                  </a:lnTo>
                  <a:lnTo>
                    <a:pt x="319" y="397"/>
                  </a:lnTo>
                  <a:lnTo>
                    <a:pt x="310" y="403"/>
                  </a:lnTo>
                  <a:lnTo>
                    <a:pt x="302" y="408"/>
                  </a:lnTo>
                  <a:lnTo>
                    <a:pt x="292" y="413"/>
                  </a:lnTo>
                  <a:lnTo>
                    <a:pt x="284" y="416"/>
                  </a:lnTo>
                  <a:lnTo>
                    <a:pt x="274" y="420"/>
                  </a:lnTo>
                  <a:lnTo>
                    <a:pt x="265" y="423"/>
                  </a:lnTo>
                  <a:lnTo>
                    <a:pt x="255" y="426"/>
                  </a:lnTo>
                  <a:lnTo>
                    <a:pt x="246" y="428"/>
                  </a:lnTo>
                  <a:lnTo>
                    <a:pt x="236" y="429"/>
                  </a:lnTo>
                  <a:lnTo>
                    <a:pt x="225" y="431"/>
                  </a:lnTo>
                  <a:lnTo>
                    <a:pt x="216" y="432"/>
                  </a:lnTo>
                  <a:lnTo>
                    <a:pt x="205" y="432"/>
                  </a:lnTo>
                  <a:lnTo>
                    <a:pt x="204" y="432"/>
                  </a:lnTo>
                  <a:lnTo>
                    <a:pt x="193" y="432"/>
                  </a:lnTo>
                  <a:lnTo>
                    <a:pt x="183" y="431"/>
                  </a:lnTo>
                  <a:lnTo>
                    <a:pt x="172" y="429"/>
                  </a:lnTo>
                  <a:lnTo>
                    <a:pt x="163" y="428"/>
                  </a:lnTo>
                  <a:lnTo>
                    <a:pt x="153" y="426"/>
                  </a:lnTo>
                  <a:lnTo>
                    <a:pt x="144" y="423"/>
                  </a:lnTo>
                  <a:lnTo>
                    <a:pt x="134" y="420"/>
                  </a:lnTo>
                  <a:lnTo>
                    <a:pt x="124" y="416"/>
                  </a:lnTo>
                  <a:lnTo>
                    <a:pt x="116" y="413"/>
                  </a:lnTo>
                  <a:lnTo>
                    <a:pt x="106" y="408"/>
                  </a:lnTo>
                  <a:lnTo>
                    <a:pt x="98" y="403"/>
                  </a:lnTo>
                  <a:lnTo>
                    <a:pt x="90" y="397"/>
                  </a:lnTo>
                  <a:lnTo>
                    <a:pt x="82" y="392"/>
                  </a:lnTo>
                  <a:lnTo>
                    <a:pt x="74" y="386"/>
                  </a:lnTo>
                  <a:lnTo>
                    <a:pt x="67" y="379"/>
                  </a:lnTo>
                  <a:lnTo>
                    <a:pt x="60" y="373"/>
                  </a:lnTo>
                  <a:lnTo>
                    <a:pt x="54" y="366"/>
                  </a:lnTo>
                  <a:lnTo>
                    <a:pt x="46" y="359"/>
                  </a:lnTo>
                  <a:lnTo>
                    <a:pt x="40" y="350"/>
                  </a:lnTo>
                  <a:lnTo>
                    <a:pt x="34" y="342"/>
                  </a:lnTo>
                  <a:lnTo>
                    <a:pt x="30" y="335"/>
                  </a:lnTo>
                  <a:lnTo>
                    <a:pt x="25" y="325"/>
                  </a:lnTo>
                  <a:lnTo>
                    <a:pt x="20" y="317"/>
                  </a:lnTo>
                  <a:lnTo>
                    <a:pt x="16" y="308"/>
                  </a:lnTo>
                  <a:lnTo>
                    <a:pt x="13" y="299"/>
                  </a:lnTo>
                  <a:lnTo>
                    <a:pt x="9" y="289"/>
                  </a:lnTo>
                  <a:lnTo>
                    <a:pt x="7" y="279"/>
                  </a:lnTo>
                  <a:lnTo>
                    <a:pt x="4" y="270"/>
                  </a:lnTo>
                  <a:lnTo>
                    <a:pt x="2" y="259"/>
                  </a:lnTo>
                  <a:lnTo>
                    <a:pt x="1" y="249"/>
                  </a:lnTo>
                  <a:lnTo>
                    <a:pt x="1" y="239"/>
                  </a:lnTo>
                  <a:lnTo>
                    <a:pt x="0" y="229"/>
                  </a:lnTo>
                  <a:close/>
                </a:path>
              </a:pathLst>
            </a:custGeom>
            <a:noFill/>
            <a:ln w="17450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58433" name="Group 3">
            <a:extLst>
              <a:ext uri="{FF2B5EF4-FFF2-40B4-BE49-F238E27FC236}">
                <a16:creationId xmlns:a16="http://schemas.microsoft.com/office/drawing/2014/main" id="{2ABB8A83-2B1A-449E-88C4-DD20F5B423F9}"/>
              </a:ext>
            </a:extLst>
          </p:cNvPr>
          <p:cNvGrpSpPr>
            <a:grpSpLocks/>
          </p:cNvGrpSpPr>
          <p:nvPr/>
        </p:nvGrpSpPr>
        <p:grpSpPr bwMode="auto">
          <a:xfrm>
            <a:off x="228600" y="3429000"/>
            <a:ext cx="2382838" cy="1581150"/>
            <a:chOff x="228600" y="4114800"/>
            <a:chExt cx="2382838" cy="1581150"/>
          </a:xfrm>
        </p:grpSpPr>
        <p:sp>
          <p:nvSpPr>
            <p:cNvPr id="58437" name="Shape 737">
              <a:extLst>
                <a:ext uri="{FF2B5EF4-FFF2-40B4-BE49-F238E27FC236}">
                  <a16:creationId xmlns:a16="http://schemas.microsoft.com/office/drawing/2014/main" id="{333A9523-5C52-4527-B38C-9C31C70372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3600" y="4811713"/>
              <a:ext cx="884238" cy="884237"/>
            </a:xfrm>
            <a:prstGeom prst="rect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cxnSp>
          <p:nvCxnSpPr>
            <p:cNvPr id="58438" name="Shape 738">
              <a:extLst>
                <a:ext uri="{FF2B5EF4-FFF2-40B4-BE49-F238E27FC236}">
                  <a16:creationId xmlns:a16="http://schemas.microsoft.com/office/drawing/2014/main" id="{12B62082-E591-432B-8454-F72A358DA90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863600" y="5264150"/>
              <a:ext cx="884238" cy="1588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8439" name="Shape 739">
              <a:extLst>
                <a:ext uri="{FF2B5EF4-FFF2-40B4-BE49-F238E27FC236}">
                  <a16:creationId xmlns:a16="http://schemas.microsoft.com/office/drawing/2014/main" id="{AEE49D74-0D3C-43B2-A2A3-3E571DC1EEA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rot="10800000" flipH="1">
              <a:off x="1295400" y="4811713"/>
              <a:ext cx="1588" cy="884237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8440" name="Shape 740">
              <a:extLst>
                <a:ext uri="{FF2B5EF4-FFF2-40B4-BE49-F238E27FC236}">
                  <a16:creationId xmlns:a16="http://schemas.microsoft.com/office/drawing/2014/main" id="{D9C4053B-FA93-44DF-8A5C-19630A6C722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31800" y="4379913"/>
              <a:ext cx="431800" cy="431800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58441" name="Shape 741">
              <a:extLst>
                <a:ext uri="{FF2B5EF4-FFF2-40B4-BE49-F238E27FC236}">
                  <a16:creationId xmlns:a16="http://schemas.microsoft.com/office/drawing/2014/main" id="{42D3B814-5D17-43FB-BF23-4F9B214B50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47838" y="4811713"/>
              <a:ext cx="863600" cy="884237"/>
            </a:xfrm>
            <a:prstGeom prst="rect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cxnSp>
          <p:nvCxnSpPr>
            <p:cNvPr id="58442" name="Shape 742">
              <a:extLst>
                <a:ext uri="{FF2B5EF4-FFF2-40B4-BE49-F238E27FC236}">
                  <a16:creationId xmlns:a16="http://schemas.microsoft.com/office/drawing/2014/main" id="{CCE2AFA3-BB61-4D38-A9A1-24A6EC6B001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747838" y="5264150"/>
              <a:ext cx="863600" cy="1588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8443" name="Shape 743">
              <a:extLst>
                <a:ext uri="{FF2B5EF4-FFF2-40B4-BE49-F238E27FC236}">
                  <a16:creationId xmlns:a16="http://schemas.microsoft.com/office/drawing/2014/main" id="{A6F2B1BE-A719-408E-A70B-46412A1F2C1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rot="10800000" flipH="1">
              <a:off x="2179638" y="4811713"/>
              <a:ext cx="1587" cy="862012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58444" name="Shape 744">
              <a:extLst>
                <a:ext uri="{FF2B5EF4-FFF2-40B4-BE49-F238E27FC236}">
                  <a16:creationId xmlns:a16="http://schemas.microsoft.com/office/drawing/2014/main" id="{8D353170-5D57-4C7B-87C4-BE4A55F15C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963" y="4595813"/>
              <a:ext cx="1397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b</a:t>
              </a:r>
              <a:r>
                <a:rPr kumimoji="0" lang="en-US" alt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58445" name="Shape 745">
              <a:extLst>
                <a:ext uri="{FF2B5EF4-FFF2-40B4-BE49-F238E27FC236}">
                  <a16:creationId xmlns:a16="http://schemas.microsoft.com/office/drawing/2014/main" id="{93D57B1D-16DB-4D1D-B500-CDADD939C5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2188" y="4572000"/>
              <a:ext cx="227012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58446" name="Shape 746">
              <a:extLst>
                <a:ext uri="{FF2B5EF4-FFF2-40B4-BE49-F238E27FC236}">
                  <a16:creationId xmlns:a16="http://schemas.microsoft.com/office/drawing/2014/main" id="{E20495E7-4FDF-4BAF-854B-09222F0C7B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28750" y="4572000"/>
              <a:ext cx="20955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01</a:t>
              </a:r>
            </a:p>
          </p:txBody>
        </p:sp>
        <p:sp>
          <p:nvSpPr>
            <p:cNvPr id="58447" name="Shape 747">
              <a:extLst>
                <a:ext uri="{FF2B5EF4-FFF2-40B4-BE49-F238E27FC236}">
                  <a16:creationId xmlns:a16="http://schemas.microsoft.com/office/drawing/2014/main" id="{A845E06A-6148-4FC6-A565-9B9056DD72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65313" y="4572000"/>
              <a:ext cx="1524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58448" name="Shape 748">
              <a:extLst>
                <a:ext uri="{FF2B5EF4-FFF2-40B4-BE49-F238E27FC236}">
                  <a16:creationId xmlns:a16="http://schemas.microsoft.com/office/drawing/2014/main" id="{73FEAAF2-8686-40CB-BC63-BA05C161F0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51075" y="4572000"/>
              <a:ext cx="1524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58449" name="Shape 749">
              <a:extLst>
                <a:ext uri="{FF2B5EF4-FFF2-40B4-BE49-F238E27FC236}">
                  <a16:creationId xmlns:a16="http://schemas.microsoft.com/office/drawing/2014/main" id="{8B179F8D-44CD-4A3B-BAAC-A914453D03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7225" y="4937125"/>
              <a:ext cx="1143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58450" name="Shape 750">
              <a:extLst>
                <a:ext uri="{FF2B5EF4-FFF2-40B4-BE49-F238E27FC236}">
                  <a16:creationId xmlns:a16="http://schemas.microsoft.com/office/drawing/2014/main" id="{49E26F93-1237-4C42-8221-21223B01E4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7700" y="5373688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58451" name="Shape 751">
              <a:extLst>
                <a:ext uri="{FF2B5EF4-FFF2-40B4-BE49-F238E27FC236}">
                  <a16:creationId xmlns:a16="http://schemas.microsoft.com/office/drawing/2014/main" id="{3072E619-7218-4EED-844F-76A1BC5BAD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79550" y="49450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58452" name="Shape 752">
              <a:extLst>
                <a:ext uri="{FF2B5EF4-FFF2-40B4-BE49-F238E27FC236}">
                  <a16:creationId xmlns:a16="http://schemas.microsoft.com/office/drawing/2014/main" id="{514783B9-F7BC-466C-88BD-D74944A714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225" y="538321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58453" name="Shape 753">
              <a:extLst>
                <a:ext uri="{FF2B5EF4-FFF2-40B4-BE49-F238E27FC236}">
                  <a16:creationId xmlns:a16="http://schemas.microsoft.com/office/drawing/2014/main" id="{3EEE7CA9-6799-4E8B-A680-1DC2C0BA33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79550" y="538321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58454" name="Shape 754">
              <a:extLst>
                <a:ext uri="{FF2B5EF4-FFF2-40B4-BE49-F238E27FC236}">
                  <a16:creationId xmlns:a16="http://schemas.microsoft.com/office/drawing/2014/main" id="{BC89F79C-B5CB-475C-929C-D4D2A0FB33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8963" y="4205288"/>
              <a:ext cx="106362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58455" name="Shape 755">
              <a:extLst>
                <a:ext uri="{FF2B5EF4-FFF2-40B4-BE49-F238E27FC236}">
                  <a16:creationId xmlns:a16="http://schemas.microsoft.com/office/drawing/2014/main" id="{4339CE21-C73B-4EDF-9664-106D747D7F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7863" y="42973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58456" name="Shape 756">
              <a:extLst>
                <a:ext uri="{FF2B5EF4-FFF2-40B4-BE49-F238E27FC236}">
                  <a16:creationId xmlns:a16="http://schemas.microsoft.com/office/drawing/2014/main" id="{01DC0A0A-9925-4B5D-8668-5D785448B1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5175" y="4205288"/>
              <a:ext cx="106363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a</a:t>
              </a:r>
            </a:p>
          </p:txBody>
        </p:sp>
        <p:sp>
          <p:nvSpPr>
            <p:cNvPr id="58457" name="Shape 775">
              <a:extLst>
                <a:ext uri="{FF2B5EF4-FFF2-40B4-BE49-F238E27FC236}">
                  <a16:creationId xmlns:a16="http://schemas.microsoft.com/office/drawing/2014/main" id="{67DE8B6C-5CD8-4BBE-ADDB-BFBA9DC48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504" y="5284788"/>
              <a:ext cx="779095" cy="369887"/>
            </a:xfrm>
            <a:custGeom>
              <a:avLst/>
              <a:gdLst>
                <a:gd name="T0" fmla="*/ 2147483646 w 408"/>
                <a:gd name="T1" fmla="*/ 2147483646 h 432"/>
                <a:gd name="T2" fmla="*/ 2147483646 w 408"/>
                <a:gd name="T3" fmla="*/ 2147483646 h 432"/>
                <a:gd name="T4" fmla="*/ 2147483646 w 408"/>
                <a:gd name="T5" fmla="*/ 2147483646 h 432"/>
                <a:gd name="T6" fmla="*/ 2147483646 w 408"/>
                <a:gd name="T7" fmla="*/ 2147483646 h 432"/>
                <a:gd name="T8" fmla="*/ 2147483646 w 408"/>
                <a:gd name="T9" fmla="*/ 2147483646 h 432"/>
                <a:gd name="T10" fmla="*/ 2147483646 w 408"/>
                <a:gd name="T11" fmla="*/ 2147483646 h 432"/>
                <a:gd name="T12" fmla="*/ 2147483646 w 408"/>
                <a:gd name="T13" fmla="*/ 2147483646 h 432"/>
                <a:gd name="T14" fmla="*/ 2147483646 w 408"/>
                <a:gd name="T15" fmla="*/ 2147483646 h 432"/>
                <a:gd name="T16" fmla="*/ 2147483646 w 408"/>
                <a:gd name="T17" fmla="*/ 2147483646 h 432"/>
                <a:gd name="T18" fmla="*/ 2147483646 w 408"/>
                <a:gd name="T19" fmla="*/ 2147483646 h 432"/>
                <a:gd name="T20" fmla="*/ 2147483646 w 408"/>
                <a:gd name="T21" fmla="*/ 0 h 432"/>
                <a:gd name="T22" fmla="*/ 2147483646 w 408"/>
                <a:gd name="T23" fmla="*/ 0 h 432"/>
                <a:gd name="T24" fmla="*/ 2147483646 w 408"/>
                <a:gd name="T25" fmla="*/ 2147483646 h 432"/>
                <a:gd name="T26" fmla="*/ 2147483646 w 408"/>
                <a:gd name="T27" fmla="*/ 2147483646 h 432"/>
                <a:gd name="T28" fmla="*/ 2147483646 w 408"/>
                <a:gd name="T29" fmla="*/ 2147483646 h 432"/>
                <a:gd name="T30" fmla="*/ 2147483646 w 408"/>
                <a:gd name="T31" fmla="*/ 2147483646 h 432"/>
                <a:gd name="T32" fmla="*/ 2147483646 w 408"/>
                <a:gd name="T33" fmla="*/ 2147483646 h 432"/>
                <a:gd name="T34" fmla="*/ 2147483646 w 408"/>
                <a:gd name="T35" fmla="*/ 2147483646 h 432"/>
                <a:gd name="T36" fmla="*/ 2147483646 w 408"/>
                <a:gd name="T37" fmla="*/ 2147483646 h 432"/>
                <a:gd name="T38" fmla="*/ 2147483646 w 408"/>
                <a:gd name="T39" fmla="*/ 2147483646 h 432"/>
                <a:gd name="T40" fmla="*/ 2147483646 w 408"/>
                <a:gd name="T41" fmla="*/ 2147483646 h 432"/>
                <a:gd name="T42" fmla="*/ 2147483646 w 408"/>
                <a:gd name="T43" fmla="*/ 2147483646 h 432"/>
                <a:gd name="T44" fmla="*/ 2147483646 w 408"/>
                <a:gd name="T45" fmla="*/ 2147483646 h 432"/>
                <a:gd name="T46" fmla="*/ 2147483646 w 408"/>
                <a:gd name="T47" fmla="*/ 2147483646 h 432"/>
                <a:gd name="T48" fmla="*/ 2147483646 w 408"/>
                <a:gd name="T49" fmla="*/ 2147483646 h 432"/>
                <a:gd name="T50" fmla="*/ 2147483646 w 408"/>
                <a:gd name="T51" fmla="*/ 2147483646 h 432"/>
                <a:gd name="T52" fmla="*/ 2147483646 w 408"/>
                <a:gd name="T53" fmla="*/ 2147483646 h 432"/>
                <a:gd name="T54" fmla="*/ 2147483646 w 408"/>
                <a:gd name="T55" fmla="*/ 2147483646 h 432"/>
                <a:gd name="T56" fmla="*/ 2147483646 w 408"/>
                <a:gd name="T57" fmla="*/ 2147483646 h 432"/>
                <a:gd name="T58" fmla="*/ 2147483646 w 408"/>
                <a:gd name="T59" fmla="*/ 2147483646 h 432"/>
                <a:gd name="T60" fmla="*/ 2147483646 w 408"/>
                <a:gd name="T61" fmla="*/ 2147483646 h 432"/>
                <a:gd name="T62" fmla="*/ 2147483646 w 408"/>
                <a:gd name="T63" fmla="*/ 2147483646 h 432"/>
                <a:gd name="T64" fmla="*/ 2147483646 w 408"/>
                <a:gd name="T65" fmla="*/ 2147483646 h 432"/>
                <a:gd name="T66" fmla="*/ 2147483646 w 408"/>
                <a:gd name="T67" fmla="*/ 2147483646 h 432"/>
                <a:gd name="T68" fmla="*/ 2147483646 w 408"/>
                <a:gd name="T69" fmla="*/ 2147483646 h 432"/>
                <a:gd name="T70" fmla="*/ 2147483646 w 408"/>
                <a:gd name="T71" fmla="*/ 2147483646 h 432"/>
                <a:gd name="T72" fmla="*/ 2147483646 w 408"/>
                <a:gd name="T73" fmla="*/ 2147483646 h 432"/>
                <a:gd name="T74" fmla="*/ 2147483646 w 408"/>
                <a:gd name="T75" fmla="*/ 2147483646 h 432"/>
                <a:gd name="T76" fmla="*/ 2147483646 w 408"/>
                <a:gd name="T77" fmla="*/ 2147483646 h 432"/>
                <a:gd name="T78" fmla="*/ 2147483646 w 408"/>
                <a:gd name="T79" fmla="*/ 2147483646 h 432"/>
                <a:gd name="T80" fmla="*/ 2147483646 w 408"/>
                <a:gd name="T81" fmla="*/ 2147483646 h 432"/>
                <a:gd name="T82" fmla="*/ 2147483646 w 408"/>
                <a:gd name="T83" fmla="*/ 2147483646 h 432"/>
                <a:gd name="T84" fmla="*/ 2147483646 w 408"/>
                <a:gd name="T85" fmla="*/ 2147483646 h 432"/>
                <a:gd name="T86" fmla="*/ 2147483646 w 408"/>
                <a:gd name="T87" fmla="*/ 2147483646 h 43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8"/>
                <a:gd name="T133" fmla="*/ 0 h 432"/>
                <a:gd name="T134" fmla="*/ 408 w 408"/>
                <a:gd name="T135" fmla="*/ 432 h 43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8" h="432" extrusionOk="0">
                  <a:moveTo>
                    <a:pt x="0" y="229"/>
                  </a:moveTo>
                  <a:lnTo>
                    <a:pt x="0" y="204"/>
                  </a:lnTo>
                  <a:lnTo>
                    <a:pt x="1" y="193"/>
                  </a:lnTo>
                  <a:lnTo>
                    <a:pt x="1" y="182"/>
                  </a:lnTo>
                  <a:lnTo>
                    <a:pt x="2" y="173"/>
                  </a:lnTo>
                  <a:lnTo>
                    <a:pt x="4" y="163"/>
                  </a:lnTo>
                  <a:lnTo>
                    <a:pt x="7" y="152"/>
                  </a:lnTo>
                  <a:lnTo>
                    <a:pt x="9" y="143"/>
                  </a:lnTo>
                  <a:lnTo>
                    <a:pt x="13" y="134"/>
                  </a:lnTo>
                  <a:lnTo>
                    <a:pt x="16" y="125"/>
                  </a:lnTo>
                  <a:lnTo>
                    <a:pt x="20" y="115"/>
                  </a:lnTo>
                  <a:lnTo>
                    <a:pt x="25" y="107"/>
                  </a:lnTo>
                  <a:lnTo>
                    <a:pt x="30" y="98"/>
                  </a:lnTo>
                  <a:lnTo>
                    <a:pt x="34" y="90"/>
                  </a:lnTo>
                  <a:lnTo>
                    <a:pt x="40" y="81"/>
                  </a:lnTo>
                  <a:lnTo>
                    <a:pt x="46" y="74"/>
                  </a:lnTo>
                  <a:lnTo>
                    <a:pt x="54" y="67"/>
                  </a:lnTo>
                  <a:lnTo>
                    <a:pt x="60" y="60"/>
                  </a:lnTo>
                  <a:lnTo>
                    <a:pt x="67" y="53"/>
                  </a:lnTo>
                  <a:lnTo>
                    <a:pt x="74" y="47"/>
                  </a:lnTo>
                  <a:lnTo>
                    <a:pt x="82" y="41"/>
                  </a:lnTo>
                  <a:lnTo>
                    <a:pt x="90" y="35"/>
                  </a:lnTo>
                  <a:lnTo>
                    <a:pt x="98" y="30"/>
                  </a:lnTo>
                  <a:lnTo>
                    <a:pt x="106" y="25"/>
                  </a:lnTo>
                  <a:lnTo>
                    <a:pt x="116" y="20"/>
                  </a:lnTo>
                  <a:lnTo>
                    <a:pt x="124" y="17"/>
                  </a:lnTo>
                  <a:lnTo>
                    <a:pt x="134" y="13"/>
                  </a:lnTo>
                  <a:lnTo>
                    <a:pt x="144" y="9"/>
                  </a:lnTo>
                  <a:lnTo>
                    <a:pt x="153" y="7"/>
                  </a:lnTo>
                  <a:lnTo>
                    <a:pt x="163" y="5"/>
                  </a:lnTo>
                  <a:lnTo>
                    <a:pt x="172" y="2"/>
                  </a:lnTo>
                  <a:lnTo>
                    <a:pt x="183" y="1"/>
                  </a:lnTo>
                  <a:lnTo>
                    <a:pt x="193" y="0"/>
                  </a:lnTo>
                  <a:lnTo>
                    <a:pt x="204" y="0"/>
                  </a:lnTo>
                  <a:lnTo>
                    <a:pt x="205" y="0"/>
                  </a:lnTo>
                  <a:lnTo>
                    <a:pt x="216" y="0"/>
                  </a:lnTo>
                  <a:lnTo>
                    <a:pt x="225" y="1"/>
                  </a:lnTo>
                  <a:lnTo>
                    <a:pt x="236" y="2"/>
                  </a:lnTo>
                  <a:lnTo>
                    <a:pt x="246" y="5"/>
                  </a:lnTo>
                  <a:lnTo>
                    <a:pt x="255" y="7"/>
                  </a:lnTo>
                  <a:lnTo>
                    <a:pt x="265" y="9"/>
                  </a:lnTo>
                  <a:lnTo>
                    <a:pt x="274" y="13"/>
                  </a:lnTo>
                  <a:lnTo>
                    <a:pt x="284" y="17"/>
                  </a:lnTo>
                  <a:lnTo>
                    <a:pt x="292" y="20"/>
                  </a:lnTo>
                  <a:lnTo>
                    <a:pt x="302" y="25"/>
                  </a:lnTo>
                  <a:lnTo>
                    <a:pt x="310" y="30"/>
                  </a:lnTo>
                  <a:lnTo>
                    <a:pt x="319" y="35"/>
                  </a:lnTo>
                  <a:lnTo>
                    <a:pt x="326" y="41"/>
                  </a:lnTo>
                  <a:lnTo>
                    <a:pt x="334" y="47"/>
                  </a:lnTo>
                  <a:lnTo>
                    <a:pt x="342" y="53"/>
                  </a:lnTo>
                  <a:lnTo>
                    <a:pt x="349" y="60"/>
                  </a:lnTo>
                  <a:lnTo>
                    <a:pt x="355" y="67"/>
                  </a:lnTo>
                  <a:lnTo>
                    <a:pt x="362" y="74"/>
                  </a:lnTo>
                  <a:lnTo>
                    <a:pt x="368" y="81"/>
                  </a:lnTo>
                  <a:lnTo>
                    <a:pt x="374" y="90"/>
                  </a:lnTo>
                  <a:lnTo>
                    <a:pt x="379" y="98"/>
                  </a:lnTo>
                  <a:lnTo>
                    <a:pt x="384" y="107"/>
                  </a:lnTo>
                  <a:lnTo>
                    <a:pt x="388" y="115"/>
                  </a:lnTo>
                  <a:lnTo>
                    <a:pt x="392" y="125"/>
                  </a:lnTo>
                  <a:lnTo>
                    <a:pt x="396" y="134"/>
                  </a:lnTo>
                  <a:lnTo>
                    <a:pt x="399" y="143"/>
                  </a:lnTo>
                  <a:lnTo>
                    <a:pt x="402" y="152"/>
                  </a:lnTo>
                  <a:lnTo>
                    <a:pt x="404" y="163"/>
                  </a:lnTo>
                  <a:lnTo>
                    <a:pt x="406" y="173"/>
                  </a:lnTo>
                  <a:lnTo>
                    <a:pt x="408" y="182"/>
                  </a:lnTo>
                  <a:lnTo>
                    <a:pt x="408" y="193"/>
                  </a:lnTo>
                  <a:lnTo>
                    <a:pt x="408" y="204"/>
                  </a:lnTo>
                  <a:lnTo>
                    <a:pt x="408" y="229"/>
                  </a:lnTo>
                  <a:lnTo>
                    <a:pt x="408" y="239"/>
                  </a:lnTo>
                  <a:lnTo>
                    <a:pt x="408" y="249"/>
                  </a:lnTo>
                  <a:lnTo>
                    <a:pt x="406" y="259"/>
                  </a:lnTo>
                  <a:lnTo>
                    <a:pt x="404" y="270"/>
                  </a:lnTo>
                  <a:lnTo>
                    <a:pt x="402" y="279"/>
                  </a:lnTo>
                  <a:lnTo>
                    <a:pt x="399" y="289"/>
                  </a:lnTo>
                  <a:lnTo>
                    <a:pt x="396" y="299"/>
                  </a:lnTo>
                  <a:lnTo>
                    <a:pt x="392" y="308"/>
                  </a:lnTo>
                  <a:lnTo>
                    <a:pt x="388" y="317"/>
                  </a:lnTo>
                  <a:lnTo>
                    <a:pt x="384" y="325"/>
                  </a:lnTo>
                  <a:lnTo>
                    <a:pt x="379" y="335"/>
                  </a:lnTo>
                  <a:lnTo>
                    <a:pt x="374" y="342"/>
                  </a:lnTo>
                  <a:lnTo>
                    <a:pt x="368" y="350"/>
                  </a:lnTo>
                  <a:lnTo>
                    <a:pt x="362" y="359"/>
                  </a:lnTo>
                  <a:lnTo>
                    <a:pt x="355" y="366"/>
                  </a:lnTo>
                  <a:lnTo>
                    <a:pt x="349" y="373"/>
                  </a:lnTo>
                  <a:lnTo>
                    <a:pt x="342" y="379"/>
                  </a:lnTo>
                  <a:lnTo>
                    <a:pt x="334" y="386"/>
                  </a:lnTo>
                  <a:lnTo>
                    <a:pt x="326" y="392"/>
                  </a:lnTo>
                  <a:lnTo>
                    <a:pt x="319" y="397"/>
                  </a:lnTo>
                  <a:lnTo>
                    <a:pt x="310" y="403"/>
                  </a:lnTo>
                  <a:lnTo>
                    <a:pt x="302" y="408"/>
                  </a:lnTo>
                  <a:lnTo>
                    <a:pt x="292" y="413"/>
                  </a:lnTo>
                  <a:lnTo>
                    <a:pt x="284" y="416"/>
                  </a:lnTo>
                  <a:lnTo>
                    <a:pt x="274" y="420"/>
                  </a:lnTo>
                  <a:lnTo>
                    <a:pt x="265" y="423"/>
                  </a:lnTo>
                  <a:lnTo>
                    <a:pt x="255" y="426"/>
                  </a:lnTo>
                  <a:lnTo>
                    <a:pt x="246" y="428"/>
                  </a:lnTo>
                  <a:lnTo>
                    <a:pt x="236" y="429"/>
                  </a:lnTo>
                  <a:lnTo>
                    <a:pt x="225" y="431"/>
                  </a:lnTo>
                  <a:lnTo>
                    <a:pt x="216" y="432"/>
                  </a:lnTo>
                  <a:lnTo>
                    <a:pt x="205" y="432"/>
                  </a:lnTo>
                  <a:lnTo>
                    <a:pt x="204" y="432"/>
                  </a:lnTo>
                  <a:lnTo>
                    <a:pt x="193" y="432"/>
                  </a:lnTo>
                  <a:lnTo>
                    <a:pt x="183" y="431"/>
                  </a:lnTo>
                  <a:lnTo>
                    <a:pt x="172" y="429"/>
                  </a:lnTo>
                  <a:lnTo>
                    <a:pt x="163" y="428"/>
                  </a:lnTo>
                  <a:lnTo>
                    <a:pt x="153" y="426"/>
                  </a:lnTo>
                  <a:lnTo>
                    <a:pt x="144" y="423"/>
                  </a:lnTo>
                  <a:lnTo>
                    <a:pt x="134" y="420"/>
                  </a:lnTo>
                  <a:lnTo>
                    <a:pt x="124" y="416"/>
                  </a:lnTo>
                  <a:lnTo>
                    <a:pt x="116" y="413"/>
                  </a:lnTo>
                  <a:lnTo>
                    <a:pt x="106" y="408"/>
                  </a:lnTo>
                  <a:lnTo>
                    <a:pt x="98" y="403"/>
                  </a:lnTo>
                  <a:lnTo>
                    <a:pt x="90" y="397"/>
                  </a:lnTo>
                  <a:lnTo>
                    <a:pt x="82" y="392"/>
                  </a:lnTo>
                  <a:lnTo>
                    <a:pt x="74" y="386"/>
                  </a:lnTo>
                  <a:lnTo>
                    <a:pt x="67" y="379"/>
                  </a:lnTo>
                  <a:lnTo>
                    <a:pt x="60" y="373"/>
                  </a:lnTo>
                  <a:lnTo>
                    <a:pt x="54" y="366"/>
                  </a:lnTo>
                  <a:lnTo>
                    <a:pt x="46" y="359"/>
                  </a:lnTo>
                  <a:lnTo>
                    <a:pt x="40" y="350"/>
                  </a:lnTo>
                  <a:lnTo>
                    <a:pt x="34" y="342"/>
                  </a:lnTo>
                  <a:lnTo>
                    <a:pt x="30" y="335"/>
                  </a:lnTo>
                  <a:lnTo>
                    <a:pt x="25" y="325"/>
                  </a:lnTo>
                  <a:lnTo>
                    <a:pt x="20" y="317"/>
                  </a:lnTo>
                  <a:lnTo>
                    <a:pt x="16" y="308"/>
                  </a:lnTo>
                  <a:lnTo>
                    <a:pt x="13" y="299"/>
                  </a:lnTo>
                  <a:lnTo>
                    <a:pt x="9" y="289"/>
                  </a:lnTo>
                  <a:lnTo>
                    <a:pt x="7" y="279"/>
                  </a:lnTo>
                  <a:lnTo>
                    <a:pt x="4" y="270"/>
                  </a:lnTo>
                  <a:lnTo>
                    <a:pt x="2" y="259"/>
                  </a:lnTo>
                  <a:lnTo>
                    <a:pt x="1" y="249"/>
                  </a:lnTo>
                  <a:lnTo>
                    <a:pt x="1" y="239"/>
                  </a:lnTo>
                  <a:lnTo>
                    <a:pt x="0" y="229"/>
                  </a:lnTo>
                  <a:close/>
                </a:path>
              </a:pathLst>
            </a:custGeom>
            <a:noFill/>
            <a:ln w="17450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458" name="Shape 781">
              <a:extLst>
                <a:ext uri="{FF2B5EF4-FFF2-40B4-BE49-F238E27FC236}">
                  <a16:creationId xmlns:a16="http://schemas.microsoft.com/office/drawing/2014/main" id="{CD8C2389-4692-439B-BAE9-FF577FF0F3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9288" y="49450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58459" name="Shape 782">
              <a:extLst>
                <a:ext uri="{FF2B5EF4-FFF2-40B4-BE49-F238E27FC236}">
                  <a16:creationId xmlns:a16="http://schemas.microsoft.com/office/drawing/2014/main" id="{08A9CC4D-C7C0-445A-9835-CDAED0513B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9288" y="538321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58460" name="Shape 783">
              <a:extLst>
                <a:ext uri="{FF2B5EF4-FFF2-40B4-BE49-F238E27FC236}">
                  <a16:creationId xmlns:a16="http://schemas.microsoft.com/office/drawing/2014/main" id="{353F0F04-5AD0-465E-9CE9-5F9903A4DC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46325" y="49450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58461" name="Shape 784">
              <a:extLst>
                <a:ext uri="{FF2B5EF4-FFF2-40B4-BE49-F238E27FC236}">
                  <a16:creationId xmlns:a16="http://schemas.microsoft.com/office/drawing/2014/main" id="{C27B08D1-E4C4-47FC-945E-4B1487DEB2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46325" y="538321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58462" name="Shape 785">
              <a:extLst>
                <a:ext uri="{FF2B5EF4-FFF2-40B4-BE49-F238E27FC236}">
                  <a16:creationId xmlns:a16="http://schemas.microsoft.com/office/drawing/2014/main" id="{171687AA-A99D-401C-8640-54B2C96A8F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225" y="49450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58463" name="Shape 811">
              <a:extLst>
                <a:ext uri="{FF2B5EF4-FFF2-40B4-BE49-F238E27FC236}">
                  <a16:creationId xmlns:a16="http://schemas.microsoft.com/office/drawing/2014/main" id="{BCC21A12-33A1-4DAE-AE88-C051404456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8600" y="4114800"/>
              <a:ext cx="227013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Y </a:t>
              </a:r>
              <a:endParaRPr kumimoji="0" lang="en-US" altLang="en-US" sz="12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  <a:sym typeface="Times New Roman" panose="02020603050405020304" pitchFamily="18" charset="0"/>
              </a:endParaRPr>
            </a:p>
          </p:txBody>
        </p:sp>
        <p:sp>
          <p:nvSpPr>
            <p:cNvPr id="58464" name="Shape 775">
              <a:extLst>
                <a:ext uri="{FF2B5EF4-FFF2-40B4-BE49-F238E27FC236}">
                  <a16:creationId xmlns:a16="http://schemas.microsoft.com/office/drawing/2014/main" id="{B6C3F990-3526-4E58-89D9-3F71F1B22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812" y="5287107"/>
              <a:ext cx="779095" cy="369887"/>
            </a:xfrm>
            <a:custGeom>
              <a:avLst/>
              <a:gdLst>
                <a:gd name="T0" fmla="*/ 2147483646 w 408"/>
                <a:gd name="T1" fmla="*/ 2147483646 h 432"/>
                <a:gd name="T2" fmla="*/ 2147483646 w 408"/>
                <a:gd name="T3" fmla="*/ 2147483646 h 432"/>
                <a:gd name="T4" fmla="*/ 2147483646 w 408"/>
                <a:gd name="T5" fmla="*/ 2147483646 h 432"/>
                <a:gd name="T6" fmla="*/ 2147483646 w 408"/>
                <a:gd name="T7" fmla="*/ 2147483646 h 432"/>
                <a:gd name="T8" fmla="*/ 2147483646 w 408"/>
                <a:gd name="T9" fmla="*/ 2147483646 h 432"/>
                <a:gd name="T10" fmla="*/ 2147483646 w 408"/>
                <a:gd name="T11" fmla="*/ 2147483646 h 432"/>
                <a:gd name="T12" fmla="*/ 2147483646 w 408"/>
                <a:gd name="T13" fmla="*/ 2147483646 h 432"/>
                <a:gd name="T14" fmla="*/ 2147483646 w 408"/>
                <a:gd name="T15" fmla="*/ 2147483646 h 432"/>
                <a:gd name="T16" fmla="*/ 2147483646 w 408"/>
                <a:gd name="T17" fmla="*/ 2147483646 h 432"/>
                <a:gd name="T18" fmla="*/ 2147483646 w 408"/>
                <a:gd name="T19" fmla="*/ 2147483646 h 432"/>
                <a:gd name="T20" fmla="*/ 2147483646 w 408"/>
                <a:gd name="T21" fmla="*/ 0 h 432"/>
                <a:gd name="T22" fmla="*/ 2147483646 w 408"/>
                <a:gd name="T23" fmla="*/ 0 h 432"/>
                <a:gd name="T24" fmla="*/ 2147483646 w 408"/>
                <a:gd name="T25" fmla="*/ 2147483646 h 432"/>
                <a:gd name="T26" fmla="*/ 2147483646 w 408"/>
                <a:gd name="T27" fmla="*/ 2147483646 h 432"/>
                <a:gd name="T28" fmla="*/ 2147483646 w 408"/>
                <a:gd name="T29" fmla="*/ 2147483646 h 432"/>
                <a:gd name="T30" fmla="*/ 2147483646 w 408"/>
                <a:gd name="T31" fmla="*/ 2147483646 h 432"/>
                <a:gd name="T32" fmla="*/ 2147483646 w 408"/>
                <a:gd name="T33" fmla="*/ 2147483646 h 432"/>
                <a:gd name="T34" fmla="*/ 2147483646 w 408"/>
                <a:gd name="T35" fmla="*/ 2147483646 h 432"/>
                <a:gd name="T36" fmla="*/ 2147483646 w 408"/>
                <a:gd name="T37" fmla="*/ 2147483646 h 432"/>
                <a:gd name="T38" fmla="*/ 2147483646 w 408"/>
                <a:gd name="T39" fmla="*/ 2147483646 h 432"/>
                <a:gd name="T40" fmla="*/ 2147483646 w 408"/>
                <a:gd name="T41" fmla="*/ 2147483646 h 432"/>
                <a:gd name="T42" fmla="*/ 2147483646 w 408"/>
                <a:gd name="T43" fmla="*/ 2147483646 h 432"/>
                <a:gd name="T44" fmla="*/ 2147483646 w 408"/>
                <a:gd name="T45" fmla="*/ 2147483646 h 432"/>
                <a:gd name="T46" fmla="*/ 2147483646 w 408"/>
                <a:gd name="T47" fmla="*/ 2147483646 h 432"/>
                <a:gd name="T48" fmla="*/ 2147483646 w 408"/>
                <a:gd name="T49" fmla="*/ 2147483646 h 432"/>
                <a:gd name="T50" fmla="*/ 2147483646 w 408"/>
                <a:gd name="T51" fmla="*/ 2147483646 h 432"/>
                <a:gd name="T52" fmla="*/ 2147483646 w 408"/>
                <a:gd name="T53" fmla="*/ 2147483646 h 432"/>
                <a:gd name="T54" fmla="*/ 2147483646 w 408"/>
                <a:gd name="T55" fmla="*/ 2147483646 h 432"/>
                <a:gd name="T56" fmla="*/ 2147483646 w 408"/>
                <a:gd name="T57" fmla="*/ 2147483646 h 432"/>
                <a:gd name="T58" fmla="*/ 2147483646 w 408"/>
                <a:gd name="T59" fmla="*/ 2147483646 h 432"/>
                <a:gd name="T60" fmla="*/ 2147483646 w 408"/>
                <a:gd name="T61" fmla="*/ 2147483646 h 432"/>
                <a:gd name="T62" fmla="*/ 2147483646 w 408"/>
                <a:gd name="T63" fmla="*/ 2147483646 h 432"/>
                <a:gd name="T64" fmla="*/ 2147483646 w 408"/>
                <a:gd name="T65" fmla="*/ 2147483646 h 432"/>
                <a:gd name="T66" fmla="*/ 2147483646 w 408"/>
                <a:gd name="T67" fmla="*/ 2147483646 h 432"/>
                <a:gd name="T68" fmla="*/ 2147483646 w 408"/>
                <a:gd name="T69" fmla="*/ 2147483646 h 432"/>
                <a:gd name="T70" fmla="*/ 2147483646 w 408"/>
                <a:gd name="T71" fmla="*/ 2147483646 h 432"/>
                <a:gd name="T72" fmla="*/ 2147483646 w 408"/>
                <a:gd name="T73" fmla="*/ 2147483646 h 432"/>
                <a:gd name="T74" fmla="*/ 2147483646 w 408"/>
                <a:gd name="T75" fmla="*/ 2147483646 h 432"/>
                <a:gd name="T76" fmla="*/ 2147483646 w 408"/>
                <a:gd name="T77" fmla="*/ 2147483646 h 432"/>
                <a:gd name="T78" fmla="*/ 2147483646 w 408"/>
                <a:gd name="T79" fmla="*/ 2147483646 h 432"/>
                <a:gd name="T80" fmla="*/ 2147483646 w 408"/>
                <a:gd name="T81" fmla="*/ 2147483646 h 432"/>
                <a:gd name="T82" fmla="*/ 2147483646 w 408"/>
                <a:gd name="T83" fmla="*/ 2147483646 h 432"/>
                <a:gd name="T84" fmla="*/ 2147483646 w 408"/>
                <a:gd name="T85" fmla="*/ 2147483646 h 432"/>
                <a:gd name="T86" fmla="*/ 2147483646 w 408"/>
                <a:gd name="T87" fmla="*/ 2147483646 h 43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8"/>
                <a:gd name="T133" fmla="*/ 0 h 432"/>
                <a:gd name="T134" fmla="*/ 408 w 408"/>
                <a:gd name="T135" fmla="*/ 432 h 43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8" h="432" extrusionOk="0">
                  <a:moveTo>
                    <a:pt x="0" y="229"/>
                  </a:moveTo>
                  <a:lnTo>
                    <a:pt x="0" y="204"/>
                  </a:lnTo>
                  <a:lnTo>
                    <a:pt x="1" y="193"/>
                  </a:lnTo>
                  <a:lnTo>
                    <a:pt x="1" y="182"/>
                  </a:lnTo>
                  <a:lnTo>
                    <a:pt x="2" y="173"/>
                  </a:lnTo>
                  <a:lnTo>
                    <a:pt x="4" y="163"/>
                  </a:lnTo>
                  <a:lnTo>
                    <a:pt x="7" y="152"/>
                  </a:lnTo>
                  <a:lnTo>
                    <a:pt x="9" y="143"/>
                  </a:lnTo>
                  <a:lnTo>
                    <a:pt x="13" y="134"/>
                  </a:lnTo>
                  <a:lnTo>
                    <a:pt x="16" y="125"/>
                  </a:lnTo>
                  <a:lnTo>
                    <a:pt x="20" y="115"/>
                  </a:lnTo>
                  <a:lnTo>
                    <a:pt x="25" y="107"/>
                  </a:lnTo>
                  <a:lnTo>
                    <a:pt x="30" y="98"/>
                  </a:lnTo>
                  <a:lnTo>
                    <a:pt x="34" y="90"/>
                  </a:lnTo>
                  <a:lnTo>
                    <a:pt x="40" y="81"/>
                  </a:lnTo>
                  <a:lnTo>
                    <a:pt x="46" y="74"/>
                  </a:lnTo>
                  <a:lnTo>
                    <a:pt x="54" y="67"/>
                  </a:lnTo>
                  <a:lnTo>
                    <a:pt x="60" y="60"/>
                  </a:lnTo>
                  <a:lnTo>
                    <a:pt x="67" y="53"/>
                  </a:lnTo>
                  <a:lnTo>
                    <a:pt x="74" y="47"/>
                  </a:lnTo>
                  <a:lnTo>
                    <a:pt x="82" y="41"/>
                  </a:lnTo>
                  <a:lnTo>
                    <a:pt x="90" y="35"/>
                  </a:lnTo>
                  <a:lnTo>
                    <a:pt x="98" y="30"/>
                  </a:lnTo>
                  <a:lnTo>
                    <a:pt x="106" y="25"/>
                  </a:lnTo>
                  <a:lnTo>
                    <a:pt x="116" y="20"/>
                  </a:lnTo>
                  <a:lnTo>
                    <a:pt x="124" y="17"/>
                  </a:lnTo>
                  <a:lnTo>
                    <a:pt x="134" y="13"/>
                  </a:lnTo>
                  <a:lnTo>
                    <a:pt x="144" y="9"/>
                  </a:lnTo>
                  <a:lnTo>
                    <a:pt x="153" y="7"/>
                  </a:lnTo>
                  <a:lnTo>
                    <a:pt x="163" y="5"/>
                  </a:lnTo>
                  <a:lnTo>
                    <a:pt x="172" y="2"/>
                  </a:lnTo>
                  <a:lnTo>
                    <a:pt x="183" y="1"/>
                  </a:lnTo>
                  <a:lnTo>
                    <a:pt x="193" y="0"/>
                  </a:lnTo>
                  <a:lnTo>
                    <a:pt x="204" y="0"/>
                  </a:lnTo>
                  <a:lnTo>
                    <a:pt x="205" y="0"/>
                  </a:lnTo>
                  <a:lnTo>
                    <a:pt x="216" y="0"/>
                  </a:lnTo>
                  <a:lnTo>
                    <a:pt x="225" y="1"/>
                  </a:lnTo>
                  <a:lnTo>
                    <a:pt x="236" y="2"/>
                  </a:lnTo>
                  <a:lnTo>
                    <a:pt x="246" y="5"/>
                  </a:lnTo>
                  <a:lnTo>
                    <a:pt x="255" y="7"/>
                  </a:lnTo>
                  <a:lnTo>
                    <a:pt x="265" y="9"/>
                  </a:lnTo>
                  <a:lnTo>
                    <a:pt x="274" y="13"/>
                  </a:lnTo>
                  <a:lnTo>
                    <a:pt x="284" y="17"/>
                  </a:lnTo>
                  <a:lnTo>
                    <a:pt x="292" y="20"/>
                  </a:lnTo>
                  <a:lnTo>
                    <a:pt x="302" y="25"/>
                  </a:lnTo>
                  <a:lnTo>
                    <a:pt x="310" y="30"/>
                  </a:lnTo>
                  <a:lnTo>
                    <a:pt x="319" y="35"/>
                  </a:lnTo>
                  <a:lnTo>
                    <a:pt x="326" y="41"/>
                  </a:lnTo>
                  <a:lnTo>
                    <a:pt x="334" y="47"/>
                  </a:lnTo>
                  <a:lnTo>
                    <a:pt x="342" y="53"/>
                  </a:lnTo>
                  <a:lnTo>
                    <a:pt x="349" y="60"/>
                  </a:lnTo>
                  <a:lnTo>
                    <a:pt x="355" y="67"/>
                  </a:lnTo>
                  <a:lnTo>
                    <a:pt x="362" y="74"/>
                  </a:lnTo>
                  <a:lnTo>
                    <a:pt x="368" y="81"/>
                  </a:lnTo>
                  <a:lnTo>
                    <a:pt x="374" y="90"/>
                  </a:lnTo>
                  <a:lnTo>
                    <a:pt x="379" y="98"/>
                  </a:lnTo>
                  <a:lnTo>
                    <a:pt x="384" y="107"/>
                  </a:lnTo>
                  <a:lnTo>
                    <a:pt x="388" y="115"/>
                  </a:lnTo>
                  <a:lnTo>
                    <a:pt x="392" y="125"/>
                  </a:lnTo>
                  <a:lnTo>
                    <a:pt x="396" y="134"/>
                  </a:lnTo>
                  <a:lnTo>
                    <a:pt x="399" y="143"/>
                  </a:lnTo>
                  <a:lnTo>
                    <a:pt x="402" y="152"/>
                  </a:lnTo>
                  <a:lnTo>
                    <a:pt x="404" y="163"/>
                  </a:lnTo>
                  <a:lnTo>
                    <a:pt x="406" y="173"/>
                  </a:lnTo>
                  <a:lnTo>
                    <a:pt x="408" y="182"/>
                  </a:lnTo>
                  <a:lnTo>
                    <a:pt x="408" y="193"/>
                  </a:lnTo>
                  <a:lnTo>
                    <a:pt x="408" y="204"/>
                  </a:lnTo>
                  <a:lnTo>
                    <a:pt x="408" y="229"/>
                  </a:lnTo>
                  <a:lnTo>
                    <a:pt x="408" y="239"/>
                  </a:lnTo>
                  <a:lnTo>
                    <a:pt x="408" y="249"/>
                  </a:lnTo>
                  <a:lnTo>
                    <a:pt x="406" y="259"/>
                  </a:lnTo>
                  <a:lnTo>
                    <a:pt x="404" y="270"/>
                  </a:lnTo>
                  <a:lnTo>
                    <a:pt x="402" y="279"/>
                  </a:lnTo>
                  <a:lnTo>
                    <a:pt x="399" y="289"/>
                  </a:lnTo>
                  <a:lnTo>
                    <a:pt x="396" y="299"/>
                  </a:lnTo>
                  <a:lnTo>
                    <a:pt x="392" y="308"/>
                  </a:lnTo>
                  <a:lnTo>
                    <a:pt x="388" y="317"/>
                  </a:lnTo>
                  <a:lnTo>
                    <a:pt x="384" y="325"/>
                  </a:lnTo>
                  <a:lnTo>
                    <a:pt x="379" y="335"/>
                  </a:lnTo>
                  <a:lnTo>
                    <a:pt x="374" y="342"/>
                  </a:lnTo>
                  <a:lnTo>
                    <a:pt x="368" y="350"/>
                  </a:lnTo>
                  <a:lnTo>
                    <a:pt x="362" y="359"/>
                  </a:lnTo>
                  <a:lnTo>
                    <a:pt x="355" y="366"/>
                  </a:lnTo>
                  <a:lnTo>
                    <a:pt x="349" y="373"/>
                  </a:lnTo>
                  <a:lnTo>
                    <a:pt x="342" y="379"/>
                  </a:lnTo>
                  <a:lnTo>
                    <a:pt x="334" y="386"/>
                  </a:lnTo>
                  <a:lnTo>
                    <a:pt x="326" y="392"/>
                  </a:lnTo>
                  <a:lnTo>
                    <a:pt x="319" y="397"/>
                  </a:lnTo>
                  <a:lnTo>
                    <a:pt x="310" y="403"/>
                  </a:lnTo>
                  <a:lnTo>
                    <a:pt x="302" y="408"/>
                  </a:lnTo>
                  <a:lnTo>
                    <a:pt x="292" y="413"/>
                  </a:lnTo>
                  <a:lnTo>
                    <a:pt x="284" y="416"/>
                  </a:lnTo>
                  <a:lnTo>
                    <a:pt x="274" y="420"/>
                  </a:lnTo>
                  <a:lnTo>
                    <a:pt x="265" y="423"/>
                  </a:lnTo>
                  <a:lnTo>
                    <a:pt x="255" y="426"/>
                  </a:lnTo>
                  <a:lnTo>
                    <a:pt x="246" y="428"/>
                  </a:lnTo>
                  <a:lnTo>
                    <a:pt x="236" y="429"/>
                  </a:lnTo>
                  <a:lnTo>
                    <a:pt x="225" y="431"/>
                  </a:lnTo>
                  <a:lnTo>
                    <a:pt x="216" y="432"/>
                  </a:lnTo>
                  <a:lnTo>
                    <a:pt x="205" y="432"/>
                  </a:lnTo>
                  <a:lnTo>
                    <a:pt x="204" y="432"/>
                  </a:lnTo>
                  <a:lnTo>
                    <a:pt x="193" y="432"/>
                  </a:lnTo>
                  <a:lnTo>
                    <a:pt x="183" y="431"/>
                  </a:lnTo>
                  <a:lnTo>
                    <a:pt x="172" y="429"/>
                  </a:lnTo>
                  <a:lnTo>
                    <a:pt x="163" y="428"/>
                  </a:lnTo>
                  <a:lnTo>
                    <a:pt x="153" y="426"/>
                  </a:lnTo>
                  <a:lnTo>
                    <a:pt x="144" y="423"/>
                  </a:lnTo>
                  <a:lnTo>
                    <a:pt x="134" y="420"/>
                  </a:lnTo>
                  <a:lnTo>
                    <a:pt x="124" y="416"/>
                  </a:lnTo>
                  <a:lnTo>
                    <a:pt x="116" y="413"/>
                  </a:lnTo>
                  <a:lnTo>
                    <a:pt x="106" y="408"/>
                  </a:lnTo>
                  <a:lnTo>
                    <a:pt x="98" y="403"/>
                  </a:lnTo>
                  <a:lnTo>
                    <a:pt x="90" y="397"/>
                  </a:lnTo>
                  <a:lnTo>
                    <a:pt x="82" y="392"/>
                  </a:lnTo>
                  <a:lnTo>
                    <a:pt x="74" y="386"/>
                  </a:lnTo>
                  <a:lnTo>
                    <a:pt x="67" y="379"/>
                  </a:lnTo>
                  <a:lnTo>
                    <a:pt x="60" y="373"/>
                  </a:lnTo>
                  <a:lnTo>
                    <a:pt x="54" y="366"/>
                  </a:lnTo>
                  <a:lnTo>
                    <a:pt x="46" y="359"/>
                  </a:lnTo>
                  <a:lnTo>
                    <a:pt x="40" y="350"/>
                  </a:lnTo>
                  <a:lnTo>
                    <a:pt x="34" y="342"/>
                  </a:lnTo>
                  <a:lnTo>
                    <a:pt x="30" y="335"/>
                  </a:lnTo>
                  <a:lnTo>
                    <a:pt x="25" y="325"/>
                  </a:lnTo>
                  <a:lnTo>
                    <a:pt x="20" y="317"/>
                  </a:lnTo>
                  <a:lnTo>
                    <a:pt x="16" y="308"/>
                  </a:lnTo>
                  <a:lnTo>
                    <a:pt x="13" y="299"/>
                  </a:lnTo>
                  <a:lnTo>
                    <a:pt x="9" y="289"/>
                  </a:lnTo>
                  <a:lnTo>
                    <a:pt x="7" y="279"/>
                  </a:lnTo>
                  <a:lnTo>
                    <a:pt x="4" y="270"/>
                  </a:lnTo>
                  <a:lnTo>
                    <a:pt x="2" y="259"/>
                  </a:lnTo>
                  <a:lnTo>
                    <a:pt x="1" y="249"/>
                  </a:lnTo>
                  <a:lnTo>
                    <a:pt x="1" y="239"/>
                  </a:lnTo>
                  <a:lnTo>
                    <a:pt x="0" y="229"/>
                  </a:lnTo>
                  <a:close/>
                </a:path>
              </a:pathLst>
            </a:custGeom>
            <a:noFill/>
            <a:ln w="17450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465" name="Shape 775">
              <a:extLst>
                <a:ext uri="{FF2B5EF4-FFF2-40B4-BE49-F238E27FC236}">
                  <a16:creationId xmlns:a16="http://schemas.microsoft.com/office/drawing/2014/main" id="{1D62613B-9755-46CA-A0D2-B5876BFB8401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1557765" y="5081404"/>
              <a:ext cx="779095" cy="369887"/>
            </a:xfrm>
            <a:custGeom>
              <a:avLst/>
              <a:gdLst>
                <a:gd name="T0" fmla="*/ 2147483646 w 408"/>
                <a:gd name="T1" fmla="*/ 2147483646 h 432"/>
                <a:gd name="T2" fmla="*/ 2147483646 w 408"/>
                <a:gd name="T3" fmla="*/ 2147483646 h 432"/>
                <a:gd name="T4" fmla="*/ 2147483646 w 408"/>
                <a:gd name="T5" fmla="*/ 2147483646 h 432"/>
                <a:gd name="T6" fmla="*/ 2147483646 w 408"/>
                <a:gd name="T7" fmla="*/ 2147483646 h 432"/>
                <a:gd name="T8" fmla="*/ 2147483646 w 408"/>
                <a:gd name="T9" fmla="*/ 2147483646 h 432"/>
                <a:gd name="T10" fmla="*/ 2147483646 w 408"/>
                <a:gd name="T11" fmla="*/ 2147483646 h 432"/>
                <a:gd name="T12" fmla="*/ 2147483646 w 408"/>
                <a:gd name="T13" fmla="*/ 2147483646 h 432"/>
                <a:gd name="T14" fmla="*/ 2147483646 w 408"/>
                <a:gd name="T15" fmla="*/ 2147483646 h 432"/>
                <a:gd name="T16" fmla="*/ 2147483646 w 408"/>
                <a:gd name="T17" fmla="*/ 2147483646 h 432"/>
                <a:gd name="T18" fmla="*/ 2147483646 w 408"/>
                <a:gd name="T19" fmla="*/ 2147483646 h 432"/>
                <a:gd name="T20" fmla="*/ 2147483646 w 408"/>
                <a:gd name="T21" fmla="*/ 0 h 432"/>
                <a:gd name="T22" fmla="*/ 2147483646 w 408"/>
                <a:gd name="T23" fmla="*/ 0 h 432"/>
                <a:gd name="T24" fmla="*/ 2147483646 w 408"/>
                <a:gd name="T25" fmla="*/ 2147483646 h 432"/>
                <a:gd name="T26" fmla="*/ 2147483646 w 408"/>
                <a:gd name="T27" fmla="*/ 2147483646 h 432"/>
                <a:gd name="T28" fmla="*/ 2147483646 w 408"/>
                <a:gd name="T29" fmla="*/ 2147483646 h 432"/>
                <a:gd name="T30" fmla="*/ 2147483646 w 408"/>
                <a:gd name="T31" fmla="*/ 2147483646 h 432"/>
                <a:gd name="T32" fmla="*/ 2147483646 w 408"/>
                <a:gd name="T33" fmla="*/ 2147483646 h 432"/>
                <a:gd name="T34" fmla="*/ 2147483646 w 408"/>
                <a:gd name="T35" fmla="*/ 2147483646 h 432"/>
                <a:gd name="T36" fmla="*/ 2147483646 w 408"/>
                <a:gd name="T37" fmla="*/ 2147483646 h 432"/>
                <a:gd name="T38" fmla="*/ 2147483646 w 408"/>
                <a:gd name="T39" fmla="*/ 2147483646 h 432"/>
                <a:gd name="T40" fmla="*/ 2147483646 w 408"/>
                <a:gd name="T41" fmla="*/ 2147483646 h 432"/>
                <a:gd name="T42" fmla="*/ 2147483646 w 408"/>
                <a:gd name="T43" fmla="*/ 2147483646 h 432"/>
                <a:gd name="T44" fmla="*/ 2147483646 w 408"/>
                <a:gd name="T45" fmla="*/ 2147483646 h 432"/>
                <a:gd name="T46" fmla="*/ 2147483646 w 408"/>
                <a:gd name="T47" fmla="*/ 2147483646 h 432"/>
                <a:gd name="T48" fmla="*/ 2147483646 w 408"/>
                <a:gd name="T49" fmla="*/ 2147483646 h 432"/>
                <a:gd name="T50" fmla="*/ 2147483646 w 408"/>
                <a:gd name="T51" fmla="*/ 2147483646 h 432"/>
                <a:gd name="T52" fmla="*/ 2147483646 w 408"/>
                <a:gd name="T53" fmla="*/ 2147483646 h 432"/>
                <a:gd name="T54" fmla="*/ 2147483646 w 408"/>
                <a:gd name="T55" fmla="*/ 2147483646 h 432"/>
                <a:gd name="T56" fmla="*/ 2147483646 w 408"/>
                <a:gd name="T57" fmla="*/ 2147483646 h 432"/>
                <a:gd name="T58" fmla="*/ 2147483646 w 408"/>
                <a:gd name="T59" fmla="*/ 2147483646 h 432"/>
                <a:gd name="T60" fmla="*/ 2147483646 w 408"/>
                <a:gd name="T61" fmla="*/ 2147483646 h 432"/>
                <a:gd name="T62" fmla="*/ 2147483646 w 408"/>
                <a:gd name="T63" fmla="*/ 2147483646 h 432"/>
                <a:gd name="T64" fmla="*/ 2147483646 w 408"/>
                <a:gd name="T65" fmla="*/ 2147483646 h 432"/>
                <a:gd name="T66" fmla="*/ 2147483646 w 408"/>
                <a:gd name="T67" fmla="*/ 2147483646 h 432"/>
                <a:gd name="T68" fmla="*/ 2147483646 w 408"/>
                <a:gd name="T69" fmla="*/ 2147483646 h 432"/>
                <a:gd name="T70" fmla="*/ 2147483646 w 408"/>
                <a:gd name="T71" fmla="*/ 2147483646 h 432"/>
                <a:gd name="T72" fmla="*/ 2147483646 w 408"/>
                <a:gd name="T73" fmla="*/ 2147483646 h 432"/>
                <a:gd name="T74" fmla="*/ 2147483646 w 408"/>
                <a:gd name="T75" fmla="*/ 2147483646 h 432"/>
                <a:gd name="T76" fmla="*/ 2147483646 w 408"/>
                <a:gd name="T77" fmla="*/ 2147483646 h 432"/>
                <a:gd name="T78" fmla="*/ 2147483646 w 408"/>
                <a:gd name="T79" fmla="*/ 2147483646 h 432"/>
                <a:gd name="T80" fmla="*/ 2147483646 w 408"/>
                <a:gd name="T81" fmla="*/ 2147483646 h 432"/>
                <a:gd name="T82" fmla="*/ 2147483646 w 408"/>
                <a:gd name="T83" fmla="*/ 2147483646 h 432"/>
                <a:gd name="T84" fmla="*/ 2147483646 w 408"/>
                <a:gd name="T85" fmla="*/ 2147483646 h 432"/>
                <a:gd name="T86" fmla="*/ 2147483646 w 408"/>
                <a:gd name="T87" fmla="*/ 2147483646 h 43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8"/>
                <a:gd name="T133" fmla="*/ 0 h 432"/>
                <a:gd name="T134" fmla="*/ 408 w 408"/>
                <a:gd name="T135" fmla="*/ 432 h 43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8" h="432" extrusionOk="0">
                  <a:moveTo>
                    <a:pt x="0" y="229"/>
                  </a:moveTo>
                  <a:lnTo>
                    <a:pt x="0" y="204"/>
                  </a:lnTo>
                  <a:lnTo>
                    <a:pt x="1" y="193"/>
                  </a:lnTo>
                  <a:lnTo>
                    <a:pt x="1" y="182"/>
                  </a:lnTo>
                  <a:lnTo>
                    <a:pt x="2" y="173"/>
                  </a:lnTo>
                  <a:lnTo>
                    <a:pt x="4" y="163"/>
                  </a:lnTo>
                  <a:lnTo>
                    <a:pt x="7" y="152"/>
                  </a:lnTo>
                  <a:lnTo>
                    <a:pt x="9" y="143"/>
                  </a:lnTo>
                  <a:lnTo>
                    <a:pt x="13" y="134"/>
                  </a:lnTo>
                  <a:lnTo>
                    <a:pt x="16" y="125"/>
                  </a:lnTo>
                  <a:lnTo>
                    <a:pt x="20" y="115"/>
                  </a:lnTo>
                  <a:lnTo>
                    <a:pt x="25" y="107"/>
                  </a:lnTo>
                  <a:lnTo>
                    <a:pt x="30" y="98"/>
                  </a:lnTo>
                  <a:lnTo>
                    <a:pt x="34" y="90"/>
                  </a:lnTo>
                  <a:lnTo>
                    <a:pt x="40" y="81"/>
                  </a:lnTo>
                  <a:lnTo>
                    <a:pt x="46" y="74"/>
                  </a:lnTo>
                  <a:lnTo>
                    <a:pt x="54" y="67"/>
                  </a:lnTo>
                  <a:lnTo>
                    <a:pt x="60" y="60"/>
                  </a:lnTo>
                  <a:lnTo>
                    <a:pt x="67" y="53"/>
                  </a:lnTo>
                  <a:lnTo>
                    <a:pt x="74" y="47"/>
                  </a:lnTo>
                  <a:lnTo>
                    <a:pt x="82" y="41"/>
                  </a:lnTo>
                  <a:lnTo>
                    <a:pt x="90" y="35"/>
                  </a:lnTo>
                  <a:lnTo>
                    <a:pt x="98" y="30"/>
                  </a:lnTo>
                  <a:lnTo>
                    <a:pt x="106" y="25"/>
                  </a:lnTo>
                  <a:lnTo>
                    <a:pt x="116" y="20"/>
                  </a:lnTo>
                  <a:lnTo>
                    <a:pt x="124" y="17"/>
                  </a:lnTo>
                  <a:lnTo>
                    <a:pt x="134" y="13"/>
                  </a:lnTo>
                  <a:lnTo>
                    <a:pt x="144" y="9"/>
                  </a:lnTo>
                  <a:lnTo>
                    <a:pt x="153" y="7"/>
                  </a:lnTo>
                  <a:lnTo>
                    <a:pt x="163" y="5"/>
                  </a:lnTo>
                  <a:lnTo>
                    <a:pt x="172" y="2"/>
                  </a:lnTo>
                  <a:lnTo>
                    <a:pt x="183" y="1"/>
                  </a:lnTo>
                  <a:lnTo>
                    <a:pt x="193" y="0"/>
                  </a:lnTo>
                  <a:lnTo>
                    <a:pt x="204" y="0"/>
                  </a:lnTo>
                  <a:lnTo>
                    <a:pt x="205" y="0"/>
                  </a:lnTo>
                  <a:lnTo>
                    <a:pt x="216" y="0"/>
                  </a:lnTo>
                  <a:lnTo>
                    <a:pt x="225" y="1"/>
                  </a:lnTo>
                  <a:lnTo>
                    <a:pt x="236" y="2"/>
                  </a:lnTo>
                  <a:lnTo>
                    <a:pt x="246" y="5"/>
                  </a:lnTo>
                  <a:lnTo>
                    <a:pt x="255" y="7"/>
                  </a:lnTo>
                  <a:lnTo>
                    <a:pt x="265" y="9"/>
                  </a:lnTo>
                  <a:lnTo>
                    <a:pt x="274" y="13"/>
                  </a:lnTo>
                  <a:lnTo>
                    <a:pt x="284" y="17"/>
                  </a:lnTo>
                  <a:lnTo>
                    <a:pt x="292" y="20"/>
                  </a:lnTo>
                  <a:lnTo>
                    <a:pt x="302" y="25"/>
                  </a:lnTo>
                  <a:lnTo>
                    <a:pt x="310" y="30"/>
                  </a:lnTo>
                  <a:lnTo>
                    <a:pt x="319" y="35"/>
                  </a:lnTo>
                  <a:lnTo>
                    <a:pt x="326" y="41"/>
                  </a:lnTo>
                  <a:lnTo>
                    <a:pt x="334" y="47"/>
                  </a:lnTo>
                  <a:lnTo>
                    <a:pt x="342" y="53"/>
                  </a:lnTo>
                  <a:lnTo>
                    <a:pt x="349" y="60"/>
                  </a:lnTo>
                  <a:lnTo>
                    <a:pt x="355" y="67"/>
                  </a:lnTo>
                  <a:lnTo>
                    <a:pt x="362" y="74"/>
                  </a:lnTo>
                  <a:lnTo>
                    <a:pt x="368" y="81"/>
                  </a:lnTo>
                  <a:lnTo>
                    <a:pt x="374" y="90"/>
                  </a:lnTo>
                  <a:lnTo>
                    <a:pt x="379" y="98"/>
                  </a:lnTo>
                  <a:lnTo>
                    <a:pt x="384" y="107"/>
                  </a:lnTo>
                  <a:lnTo>
                    <a:pt x="388" y="115"/>
                  </a:lnTo>
                  <a:lnTo>
                    <a:pt x="392" y="125"/>
                  </a:lnTo>
                  <a:lnTo>
                    <a:pt x="396" y="134"/>
                  </a:lnTo>
                  <a:lnTo>
                    <a:pt x="399" y="143"/>
                  </a:lnTo>
                  <a:lnTo>
                    <a:pt x="402" y="152"/>
                  </a:lnTo>
                  <a:lnTo>
                    <a:pt x="404" y="163"/>
                  </a:lnTo>
                  <a:lnTo>
                    <a:pt x="406" y="173"/>
                  </a:lnTo>
                  <a:lnTo>
                    <a:pt x="408" y="182"/>
                  </a:lnTo>
                  <a:lnTo>
                    <a:pt x="408" y="193"/>
                  </a:lnTo>
                  <a:lnTo>
                    <a:pt x="408" y="204"/>
                  </a:lnTo>
                  <a:lnTo>
                    <a:pt x="408" y="229"/>
                  </a:lnTo>
                  <a:lnTo>
                    <a:pt x="408" y="239"/>
                  </a:lnTo>
                  <a:lnTo>
                    <a:pt x="408" y="249"/>
                  </a:lnTo>
                  <a:lnTo>
                    <a:pt x="406" y="259"/>
                  </a:lnTo>
                  <a:lnTo>
                    <a:pt x="404" y="270"/>
                  </a:lnTo>
                  <a:lnTo>
                    <a:pt x="402" y="279"/>
                  </a:lnTo>
                  <a:lnTo>
                    <a:pt x="399" y="289"/>
                  </a:lnTo>
                  <a:lnTo>
                    <a:pt x="396" y="299"/>
                  </a:lnTo>
                  <a:lnTo>
                    <a:pt x="392" y="308"/>
                  </a:lnTo>
                  <a:lnTo>
                    <a:pt x="388" y="317"/>
                  </a:lnTo>
                  <a:lnTo>
                    <a:pt x="384" y="325"/>
                  </a:lnTo>
                  <a:lnTo>
                    <a:pt x="379" y="335"/>
                  </a:lnTo>
                  <a:lnTo>
                    <a:pt x="374" y="342"/>
                  </a:lnTo>
                  <a:lnTo>
                    <a:pt x="368" y="350"/>
                  </a:lnTo>
                  <a:lnTo>
                    <a:pt x="362" y="359"/>
                  </a:lnTo>
                  <a:lnTo>
                    <a:pt x="355" y="366"/>
                  </a:lnTo>
                  <a:lnTo>
                    <a:pt x="349" y="373"/>
                  </a:lnTo>
                  <a:lnTo>
                    <a:pt x="342" y="379"/>
                  </a:lnTo>
                  <a:lnTo>
                    <a:pt x="334" y="386"/>
                  </a:lnTo>
                  <a:lnTo>
                    <a:pt x="326" y="392"/>
                  </a:lnTo>
                  <a:lnTo>
                    <a:pt x="319" y="397"/>
                  </a:lnTo>
                  <a:lnTo>
                    <a:pt x="310" y="403"/>
                  </a:lnTo>
                  <a:lnTo>
                    <a:pt x="302" y="408"/>
                  </a:lnTo>
                  <a:lnTo>
                    <a:pt x="292" y="413"/>
                  </a:lnTo>
                  <a:lnTo>
                    <a:pt x="284" y="416"/>
                  </a:lnTo>
                  <a:lnTo>
                    <a:pt x="274" y="420"/>
                  </a:lnTo>
                  <a:lnTo>
                    <a:pt x="265" y="423"/>
                  </a:lnTo>
                  <a:lnTo>
                    <a:pt x="255" y="426"/>
                  </a:lnTo>
                  <a:lnTo>
                    <a:pt x="246" y="428"/>
                  </a:lnTo>
                  <a:lnTo>
                    <a:pt x="236" y="429"/>
                  </a:lnTo>
                  <a:lnTo>
                    <a:pt x="225" y="431"/>
                  </a:lnTo>
                  <a:lnTo>
                    <a:pt x="216" y="432"/>
                  </a:lnTo>
                  <a:lnTo>
                    <a:pt x="205" y="432"/>
                  </a:lnTo>
                  <a:lnTo>
                    <a:pt x="204" y="432"/>
                  </a:lnTo>
                  <a:lnTo>
                    <a:pt x="193" y="432"/>
                  </a:lnTo>
                  <a:lnTo>
                    <a:pt x="183" y="431"/>
                  </a:lnTo>
                  <a:lnTo>
                    <a:pt x="172" y="429"/>
                  </a:lnTo>
                  <a:lnTo>
                    <a:pt x="163" y="428"/>
                  </a:lnTo>
                  <a:lnTo>
                    <a:pt x="153" y="426"/>
                  </a:lnTo>
                  <a:lnTo>
                    <a:pt x="144" y="423"/>
                  </a:lnTo>
                  <a:lnTo>
                    <a:pt x="134" y="420"/>
                  </a:lnTo>
                  <a:lnTo>
                    <a:pt x="124" y="416"/>
                  </a:lnTo>
                  <a:lnTo>
                    <a:pt x="116" y="413"/>
                  </a:lnTo>
                  <a:lnTo>
                    <a:pt x="106" y="408"/>
                  </a:lnTo>
                  <a:lnTo>
                    <a:pt x="98" y="403"/>
                  </a:lnTo>
                  <a:lnTo>
                    <a:pt x="90" y="397"/>
                  </a:lnTo>
                  <a:lnTo>
                    <a:pt x="82" y="392"/>
                  </a:lnTo>
                  <a:lnTo>
                    <a:pt x="74" y="386"/>
                  </a:lnTo>
                  <a:lnTo>
                    <a:pt x="67" y="379"/>
                  </a:lnTo>
                  <a:lnTo>
                    <a:pt x="60" y="373"/>
                  </a:lnTo>
                  <a:lnTo>
                    <a:pt x="54" y="366"/>
                  </a:lnTo>
                  <a:lnTo>
                    <a:pt x="46" y="359"/>
                  </a:lnTo>
                  <a:lnTo>
                    <a:pt x="40" y="350"/>
                  </a:lnTo>
                  <a:lnTo>
                    <a:pt x="34" y="342"/>
                  </a:lnTo>
                  <a:lnTo>
                    <a:pt x="30" y="335"/>
                  </a:lnTo>
                  <a:lnTo>
                    <a:pt x="25" y="325"/>
                  </a:lnTo>
                  <a:lnTo>
                    <a:pt x="20" y="317"/>
                  </a:lnTo>
                  <a:lnTo>
                    <a:pt x="16" y="308"/>
                  </a:lnTo>
                  <a:lnTo>
                    <a:pt x="13" y="299"/>
                  </a:lnTo>
                  <a:lnTo>
                    <a:pt x="9" y="289"/>
                  </a:lnTo>
                  <a:lnTo>
                    <a:pt x="7" y="279"/>
                  </a:lnTo>
                  <a:lnTo>
                    <a:pt x="4" y="270"/>
                  </a:lnTo>
                  <a:lnTo>
                    <a:pt x="2" y="259"/>
                  </a:lnTo>
                  <a:lnTo>
                    <a:pt x="1" y="249"/>
                  </a:lnTo>
                  <a:lnTo>
                    <a:pt x="1" y="239"/>
                  </a:lnTo>
                  <a:lnTo>
                    <a:pt x="0" y="229"/>
                  </a:lnTo>
                  <a:close/>
                </a:path>
              </a:pathLst>
            </a:custGeom>
            <a:noFill/>
            <a:ln w="17450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58434" name="TextBox 2">
            <a:extLst>
              <a:ext uri="{FF2B5EF4-FFF2-40B4-BE49-F238E27FC236}">
                <a16:creationId xmlns:a16="http://schemas.microsoft.com/office/drawing/2014/main" id="{5091BA65-6B3A-47A6-B81C-F9CCC693FE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400" y="5329238"/>
            <a:ext cx="22669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Y = ab + ay + by</a:t>
            </a:r>
          </a:p>
        </p:txBody>
      </p:sp>
      <p:sp>
        <p:nvSpPr>
          <p:cNvPr id="58435" name="TextBox 3">
            <a:extLst>
              <a:ext uri="{FF2B5EF4-FFF2-40B4-BE49-F238E27FC236}">
                <a16:creationId xmlns:a16="http://schemas.microsoft.com/office/drawing/2014/main" id="{83B90DE9-D314-4953-A0FF-EE6900DE19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59163" y="5329238"/>
            <a:ext cx="19960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lvl="0">
              <a:spcBef>
                <a:spcPct val="0"/>
              </a:spcBef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s = </a:t>
            </a:r>
            <a:r>
              <a:rPr lang="en-US" altLang="en-US" b="0" dirty="0">
                <a:solidFill>
                  <a:srgbClr val="000000"/>
                </a:solidFill>
                <a:latin typeface="Times" panose="02020603050405020304" pitchFamily="18" charset="0"/>
              </a:rPr>
              <a:t>a ⊕ b ⊕ y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7" name="Rectangle 2">
            <a:extLst>
              <a:ext uri="{FF2B5EF4-FFF2-40B4-BE49-F238E27FC236}">
                <a16:creationId xmlns:a16="http://schemas.microsoft.com/office/drawing/2014/main" id="{509829F8-A214-6145-BEFF-A8DB47616CAB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762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Derivation of Y and s</a:t>
            </a: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3" name="Freeform 10">
            <a:extLst>
              <a:ext uri="{FF2B5EF4-FFF2-40B4-BE49-F238E27FC236}">
                <a16:creationId xmlns:a16="http://schemas.microsoft.com/office/drawing/2014/main" id="{981A72CE-7342-47E3-BD5F-2FE229A4C068}"/>
              </a:ext>
            </a:extLst>
          </p:cNvPr>
          <p:cNvSpPr>
            <a:spLocks/>
          </p:cNvSpPr>
          <p:nvPr/>
        </p:nvSpPr>
        <p:spPr bwMode="auto">
          <a:xfrm>
            <a:off x="6491288" y="2849563"/>
            <a:ext cx="1176337" cy="360362"/>
          </a:xfrm>
          <a:custGeom>
            <a:avLst/>
            <a:gdLst>
              <a:gd name="T0" fmla="*/ 0 w 741"/>
              <a:gd name="T1" fmla="*/ 2147483646 h 227"/>
              <a:gd name="T2" fmla="*/ 2147483646 w 741"/>
              <a:gd name="T3" fmla="*/ 2147483646 h 227"/>
              <a:gd name="T4" fmla="*/ 2147483646 w 741"/>
              <a:gd name="T5" fmla="*/ 0 h 227"/>
              <a:gd name="T6" fmla="*/ 0 60000 65536"/>
              <a:gd name="T7" fmla="*/ 0 60000 65536"/>
              <a:gd name="T8" fmla="*/ 0 60000 65536"/>
              <a:gd name="T9" fmla="*/ 0 w 741"/>
              <a:gd name="T10" fmla="*/ 0 h 227"/>
              <a:gd name="T11" fmla="*/ 741 w 741"/>
              <a:gd name="T12" fmla="*/ 227 h 22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41" h="227">
                <a:moveTo>
                  <a:pt x="0" y="227"/>
                </a:moveTo>
                <a:lnTo>
                  <a:pt x="741" y="227"/>
                </a:lnTo>
                <a:lnTo>
                  <a:pt x="741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9396" name="Line 13">
            <a:extLst>
              <a:ext uri="{FF2B5EF4-FFF2-40B4-BE49-F238E27FC236}">
                <a16:creationId xmlns:a16="http://schemas.microsoft.com/office/drawing/2014/main" id="{D2E29819-2414-40C2-8AC6-BBF0A093BE4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32513" y="1741488"/>
            <a:ext cx="1074737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9400" name="Rectangle 17">
            <a:extLst>
              <a:ext uri="{FF2B5EF4-FFF2-40B4-BE49-F238E27FC236}">
                <a16:creationId xmlns:a16="http://schemas.microsoft.com/office/drawing/2014/main" id="{61D37BCE-83CF-4961-9B54-29535B56FD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7250" y="1381125"/>
            <a:ext cx="920750" cy="1468438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9402" name="Rectangle 19">
            <a:extLst>
              <a:ext uri="{FF2B5EF4-FFF2-40B4-BE49-F238E27FC236}">
                <a16:creationId xmlns:a16="http://schemas.microsoft.com/office/drawing/2014/main" id="{3980DA68-C08F-4B65-9F3F-1DC09F399A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00913" y="1631950"/>
            <a:ext cx="1746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D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9403" name="Rectangle 20">
            <a:extLst>
              <a:ext uri="{FF2B5EF4-FFF2-40B4-BE49-F238E27FC236}">
                <a16:creationId xmlns:a16="http://schemas.microsoft.com/office/drawing/2014/main" id="{5447093B-8416-42BF-9F41-7B79128CA0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32725" y="1622425"/>
            <a:ext cx="1746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Q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9404" name="Line 21">
            <a:extLst>
              <a:ext uri="{FF2B5EF4-FFF2-40B4-BE49-F238E27FC236}">
                <a16:creationId xmlns:a16="http://schemas.microsoft.com/office/drawing/2014/main" id="{A0775616-F6B1-4652-8932-050C2B67DD3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847013" y="2333625"/>
            <a:ext cx="127000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9405" name="Freeform 22">
            <a:extLst>
              <a:ext uri="{FF2B5EF4-FFF2-40B4-BE49-F238E27FC236}">
                <a16:creationId xmlns:a16="http://schemas.microsoft.com/office/drawing/2014/main" id="{5122437B-8D97-48FC-B7FD-11B44E1923BA}"/>
              </a:ext>
            </a:extLst>
          </p:cNvPr>
          <p:cNvSpPr>
            <a:spLocks/>
          </p:cNvSpPr>
          <p:nvPr/>
        </p:nvSpPr>
        <p:spPr bwMode="auto">
          <a:xfrm>
            <a:off x="7207250" y="2386013"/>
            <a:ext cx="179388" cy="179387"/>
          </a:xfrm>
          <a:custGeom>
            <a:avLst/>
            <a:gdLst>
              <a:gd name="T0" fmla="*/ 0 w 113"/>
              <a:gd name="T1" fmla="*/ 2147483646 h 113"/>
              <a:gd name="T2" fmla="*/ 2147483646 w 113"/>
              <a:gd name="T3" fmla="*/ 2147483646 h 113"/>
              <a:gd name="T4" fmla="*/ 0 w 113"/>
              <a:gd name="T5" fmla="*/ 0 h 113"/>
              <a:gd name="T6" fmla="*/ 0 60000 65536"/>
              <a:gd name="T7" fmla="*/ 0 60000 65536"/>
              <a:gd name="T8" fmla="*/ 0 60000 65536"/>
              <a:gd name="T9" fmla="*/ 0 w 113"/>
              <a:gd name="T10" fmla="*/ 0 h 113"/>
              <a:gd name="T11" fmla="*/ 113 w 113"/>
              <a:gd name="T12" fmla="*/ 113 h 113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13" h="113">
                <a:moveTo>
                  <a:pt x="0" y="113"/>
                </a:moveTo>
                <a:lnTo>
                  <a:pt x="113" y="65"/>
                </a:lnTo>
                <a:lnTo>
                  <a:pt x="0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9414" name="Rectangle 31">
            <a:extLst>
              <a:ext uri="{FF2B5EF4-FFF2-40B4-BE49-F238E27FC236}">
                <a16:creationId xmlns:a16="http://schemas.microsoft.com/office/drawing/2014/main" id="{F10F965D-94CB-47CE-AC81-5F6EAC114F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34313" y="2359025"/>
            <a:ext cx="1746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Q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9415" name="Line 32">
            <a:extLst>
              <a:ext uri="{FF2B5EF4-FFF2-40B4-BE49-F238E27FC236}">
                <a16:creationId xmlns:a16="http://schemas.microsoft.com/office/drawing/2014/main" id="{CE064A65-0731-471E-8E8D-D66ED37C6AE2}"/>
              </a:ext>
            </a:extLst>
          </p:cNvPr>
          <p:cNvSpPr>
            <a:spLocks noChangeShapeType="1"/>
          </p:cNvSpPr>
          <p:nvPr/>
        </p:nvSpPr>
        <p:spPr bwMode="auto">
          <a:xfrm>
            <a:off x="6491288" y="2489200"/>
            <a:ext cx="715962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9416" name="Freeform 33">
            <a:extLst>
              <a:ext uri="{FF2B5EF4-FFF2-40B4-BE49-F238E27FC236}">
                <a16:creationId xmlns:a16="http://schemas.microsoft.com/office/drawing/2014/main" id="{45F6FE2A-D54A-44B4-8A80-0A39EF767203}"/>
              </a:ext>
            </a:extLst>
          </p:cNvPr>
          <p:cNvSpPr>
            <a:spLocks/>
          </p:cNvSpPr>
          <p:nvPr/>
        </p:nvSpPr>
        <p:spPr bwMode="auto">
          <a:xfrm>
            <a:off x="7616825" y="2849563"/>
            <a:ext cx="101600" cy="128587"/>
          </a:xfrm>
          <a:custGeom>
            <a:avLst/>
            <a:gdLst>
              <a:gd name="T0" fmla="*/ 0 w 80"/>
              <a:gd name="T1" fmla="*/ 2147483646 h 100"/>
              <a:gd name="T2" fmla="*/ 0 w 80"/>
              <a:gd name="T3" fmla="*/ 2147483646 h 100"/>
              <a:gd name="T4" fmla="*/ 2147483646 w 80"/>
              <a:gd name="T5" fmla="*/ 0 h 100"/>
              <a:gd name="T6" fmla="*/ 2147483646 w 80"/>
              <a:gd name="T7" fmla="*/ 0 h 100"/>
              <a:gd name="T8" fmla="*/ 2147483646 w 80"/>
              <a:gd name="T9" fmla="*/ 2147483646 h 100"/>
              <a:gd name="T10" fmla="*/ 2147483646 w 80"/>
              <a:gd name="T11" fmla="*/ 2147483646 h 100"/>
              <a:gd name="T12" fmla="*/ 2147483646 w 80"/>
              <a:gd name="T13" fmla="*/ 2147483646 h 100"/>
              <a:gd name="T14" fmla="*/ 2147483646 w 80"/>
              <a:gd name="T15" fmla="*/ 2147483646 h 100"/>
              <a:gd name="T16" fmla="*/ 2147483646 w 80"/>
              <a:gd name="T17" fmla="*/ 2147483646 h 100"/>
              <a:gd name="T18" fmla="*/ 0 w 80"/>
              <a:gd name="T19" fmla="*/ 2147483646 h 100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80"/>
              <a:gd name="T31" fmla="*/ 0 h 100"/>
              <a:gd name="T32" fmla="*/ 80 w 80"/>
              <a:gd name="T33" fmla="*/ 100 h 100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80" h="100">
                <a:moveTo>
                  <a:pt x="0" y="53"/>
                </a:moveTo>
                <a:cubicBezTo>
                  <a:pt x="0" y="53"/>
                  <a:pt x="0" y="48"/>
                  <a:pt x="0" y="48"/>
                </a:cubicBezTo>
                <a:cubicBezTo>
                  <a:pt x="0" y="22"/>
                  <a:pt x="21" y="0"/>
                  <a:pt x="47" y="0"/>
                </a:cubicBezTo>
                <a:cubicBezTo>
                  <a:pt x="47" y="0"/>
                  <a:pt x="33" y="0"/>
                  <a:pt x="33" y="0"/>
                </a:cubicBezTo>
                <a:cubicBezTo>
                  <a:pt x="59" y="0"/>
                  <a:pt x="80" y="22"/>
                  <a:pt x="80" y="48"/>
                </a:cubicBezTo>
                <a:cubicBezTo>
                  <a:pt x="80" y="48"/>
                  <a:pt x="80" y="53"/>
                  <a:pt x="80" y="53"/>
                </a:cubicBezTo>
                <a:cubicBezTo>
                  <a:pt x="80" y="79"/>
                  <a:pt x="59" y="100"/>
                  <a:pt x="33" y="100"/>
                </a:cubicBezTo>
                <a:cubicBezTo>
                  <a:pt x="33" y="100"/>
                  <a:pt x="33" y="100"/>
                  <a:pt x="33" y="100"/>
                </a:cubicBezTo>
                <a:cubicBezTo>
                  <a:pt x="33" y="100"/>
                  <a:pt x="47" y="100"/>
                  <a:pt x="47" y="100"/>
                </a:cubicBezTo>
                <a:cubicBezTo>
                  <a:pt x="21" y="100"/>
                  <a:pt x="0" y="79"/>
                  <a:pt x="0" y="53"/>
                </a:cubicBezTo>
                <a:close/>
              </a:path>
            </a:pathLst>
          </a:cu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9418" name="Rectangle 35">
            <a:extLst>
              <a:ext uri="{FF2B5EF4-FFF2-40B4-BE49-F238E27FC236}">
                <a16:creationId xmlns:a16="http://schemas.microsoft.com/office/drawing/2014/main" id="{580E9ECA-EBB3-4E02-AC9B-905593ECD9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1363" y="2341563"/>
            <a:ext cx="56038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Clock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9419" name="Rectangle 36">
            <a:extLst>
              <a:ext uri="{FF2B5EF4-FFF2-40B4-BE49-F238E27FC236}">
                <a16:creationId xmlns:a16="http://schemas.microsoft.com/office/drawing/2014/main" id="{DB1F58B2-D869-4E1C-90F9-416A8069DE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73738" y="3063875"/>
            <a:ext cx="52070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Reset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9420" name="Rectangle 37">
            <a:extLst>
              <a:ext uri="{FF2B5EF4-FFF2-40B4-BE49-F238E27FC236}">
                <a16:creationId xmlns:a16="http://schemas.microsoft.com/office/drawing/2014/main" id="{4028B3DE-7E55-4378-A7BB-BF030716EB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67525" y="1417638"/>
            <a:ext cx="134938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Y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9421" name="Rectangle 38">
            <a:extLst>
              <a:ext uri="{FF2B5EF4-FFF2-40B4-BE49-F238E27FC236}">
                <a16:creationId xmlns:a16="http://schemas.microsoft.com/office/drawing/2014/main" id="{3287725D-3D10-4521-AA57-63607CF98A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51838" y="1417638"/>
            <a:ext cx="1063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y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9422" name="Rectangle 2">
            <a:extLst>
              <a:ext uri="{FF2B5EF4-FFF2-40B4-BE49-F238E27FC236}">
                <a16:creationId xmlns:a16="http://schemas.microsoft.com/office/drawing/2014/main" id="{E906DA1D-029F-468B-B5C0-432C08AA7B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Circuit for the serial adder FSM</a:t>
            </a:r>
          </a:p>
        </p:txBody>
      </p:sp>
      <p:sp>
        <p:nvSpPr>
          <p:cNvPr id="59423" name="TextBox 125">
            <a:extLst>
              <a:ext uri="{FF2B5EF4-FFF2-40B4-BE49-F238E27FC236}">
                <a16:creationId xmlns:a16="http://schemas.microsoft.com/office/drawing/2014/main" id="{C27AA439-7E11-4BDC-B272-DB957A2EE5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151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6.43 from the textbook ]</a:t>
            </a:r>
          </a:p>
        </p:txBody>
      </p:sp>
      <p:sp>
        <p:nvSpPr>
          <p:cNvPr id="59424" name="TextBox 2">
            <a:extLst>
              <a:ext uri="{FF2B5EF4-FFF2-40B4-BE49-F238E27FC236}">
                <a16:creationId xmlns:a16="http://schemas.microsoft.com/office/drawing/2014/main" id="{D06E4186-904A-44DA-B25E-A5B90BCB52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06763" y="4795838"/>
            <a:ext cx="22669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Y = ab + ay + by</a:t>
            </a:r>
          </a:p>
        </p:txBody>
      </p:sp>
      <p:sp>
        <p:nvSpPr>
          <p:cNvPr id="59425" name="TextBox 3">
            <a:extLst>
              <a:ext uri="{FF2B5EF4-FFF2-40B4-BE49-F238E27FC236}">
                <a16:creationId xmlns:a16="http://schemas.microsoft.com/office/drawing/2014/main" id="{F866989E-70E6-44B6-94B0-B2A7B6D1C9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06763" y="5634038"/>
            <a:ext cx="205537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lvl="0">
              <a:spcBef>
                <a:spcPct val="0"/>
              </a:spcBef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s = </a:t>
            </a:r>
            <a:r>
              <a:rPr lang="en-US" altLang="en-US" b="0" dirty="0">
                <a:solidFill>
                  <a:srgbClr val="000000"/>
                </a:solidFill>
                <a:latin typeface="Times" panose="02020603050405020304" pitchFamily="18" charset="0"/>
              </a:rPr>
              <a:t>a ⊕ b ⊕ y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3" name="Freeform 10">
            <a:extLst>
              <a:ext uri="{FF2B5EF4-FFF2-40B4-BE49-F238E27FC236}">
                <a16:creationId xmlns:a16="http://schemas.microsoft.com/office/drawing/2014/main" id="{981A72CE-7342-47E3-BD5F-2FE229A4C068}"/>
              </a:ext>
            </a:extLst>
          </p:cNvPr>
          <p:cNvSpPr>
            <a:spLocks/>
          </p:cNvSpPr>
          <p:nvPr/>
        </p:nvSpPr>
        <p:spPr bwMode="auto">
          <a:xfrm>
            <a:off x="4462463" y="3563938"/>
            <a:ext cx="1176337" cy="360362"/>
          </a:xfrm>
          <a:custGeom>
            <a:avLst/>
            <a:gdLst>
              <a:gd name="T0" fmla="*/ 0 w 741"/>
              <a:gd name="T1" fmla="*/ 2147483646 h 227"/>
              <a:gd name="T2" fmla="*/ 2147483646 w 741"/>
              <a:gd name="T3" fmla="*/ 2147483646 h 227"/>
              <a:gd name="T4" fmla="*/ 2147483646 w 741"/>
              <a:gd name="T5" fmla="*/ 0 h 227"/>
              <a:gd name="T6" fmla="*/ 0 60000 65536"/>
              <a:gd name="T7" fmla="*/ 0 60000 65536"/>
              <a:gd name="T8" fmla="*/ 0 60000 65536"/>
              <a:gd name="T9" fmla="*/ 0 w 741"/>
              <a:gd name="T10" fmla="*/ 0 h 227"/>
              <a:gd name="T11" fmla="*/ 741 w 741"/>
              <a:gd name="T12" fmla="*/ 227 h 22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41" h="227">
                <a:moveTo>
                  <a:pt x="0" y="227"/>
                </a:moveTo>
                <a:lnTo>
                  <a:pt x="741" y="227"/>
                </a:lnTo>
                <a:lnTo>
                  <a:pt x="741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9394" name="Rectangle 11">
            <a:extLst>
              <a:ext uri="{FF2B5EF4-FFF2-40B4-BE49-F238E27FC236}">
                <a16:creationId xmlns:a16="http://schemas.microsoft.com/office/drawing/2014/main" id="{765A72F4-C60A-4164-B2C0-0550FE42DD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6363" y="1374775"/>
            <a:ext cx="1457325" cy="1441450"/>
          </a:xfrm>
          <a:prstGeom prst="rect">
            <a:avLst/>
          </a:prstGeom>
          <a:noFill/>
          <a:ln w="285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9395" name="Rectangle 12">
            <a:extLst>
              <a:ext uri="{FF2B5EF4-FFF2-40B4-BE49-F238E27FC236}">
                <a16:creationId xmlns:a16="http://schemas.microsoft.com/office/drawing/2014/main" id="{1F35DF51-F23C-4EC4-ACD1-4D36B9083B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4525" y="1831975"/>
            <a:ext cx="388938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Full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9396" name="Line 13">
            <a:extLst>
              <a:ext uri="{FF2B5EF4-FFF2-40B4-BE49-F238E27FC236}">
                <a16:creationId xmlns:a16="http://schemas.microsoft.com/office/drawing/2014/main" id="{D2E29819-2414-40C2-8AC6-BBF0A093BE4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03688" y="2455863"/>
            <a:ext cx="1074737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9397" name="Rectangle 14">
            <a:extLst>
              <a:ext uri="{FF2B5EF4-FFF2-40B4-BE49-F238E27FC236}">
                <a16:creationId xmlns:a16="http://schemas.microsoft.com/office/drawing/2014/main" id="{43A67B1F-36B3-4ACE-A51A-2F6FF29B10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14675" y="2089150"/>
            <a:ext cx="534988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adder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9398" name="Rectangle 15">
            <a:extLst>
              <a:ext uri="{FF2B5EF4-FFF2-40B4-BE49-F238E27FC236}">
                <a16:creationId xmlns:a16="http://schemas.microsoft.com/office/drawing/2014/main" id="{621EDB61-6184-4751-AC6D-DD6D4DF798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38325" y="1593850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a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9399" name="Rectangle 16">
            <a:extLst>
              <a:ext uri="{FF2B5EF4-FFF2-40B4-BE49-F238E27FC236}">
                <a16:creationId xmlns:a16="http://schemas.microsoft.com/office/drawing/2014/main" id="{AC6CAA6B-CBBE-4418-A4CC-11936D8E58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6263" y="195421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b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9400" name="Rectangle 17">
            <a:extLst>
              <a:ext uri="{FF2B5EF4-FFF2-40B4-BE49-F238E27FC236}">
                <a16:creationId xmlns:a16="http://schemas.microsoft.com/office/drawing/2014/main" id="{61D37BCE-83CF-4961-9B54-29535B56FD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8425" y="2095500"/>
            <a:ext cx="920750" cy="1468438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9401" name="Rectangle 18">
            <a:extLst>
              <a:ext uri="{FF2B5EF4-FFF2-40B4-BE49-F238E27FC236}">
                <a16:creationId xmlns:a16="http://schemas.microsoft.com/office/drawing/2014/main" id="{9613AF27-7682-4955-83B0-78A2B76157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2588" y="1589088"/>
            <a:ext cx="936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9402" name="Rectangle 19">
            <a:extLst>
              <a:ext uri="{FF2B5EF4-FFF2-40B4-BE49-F238E27FC236}">
                <a16:creationId xmlns:a16="http://schemas.microsoft.com/office/drawing/2014/main" id="{3980DA68-C08F-4B65-9F3F-1DC09F399A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72088" y="2346325"/>
            <a:ext cx="1746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D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9403" name="Rectangle 20">
            <a:extLst>
              <a:ext uri="{FF2B5EF4-FFF2-40B4-BE49-F238E27FC236}">
                <a16:creationId xmlns:a16="http://schemas.microsoft.com/office/drawing/2014/main" id="{5447093B-8416-42BF-9F41-7B79128CA0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03900" y="2336800"/>
            <a:ext cx="1746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Q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9404" name="Line 21">
            <a:extLst>
              <a:ext uri="{FF2B5EF4-FFF2-40B4-BE49-F238E27FC236}">
                <a16:creationId xmlns:a16="http://schemas.microsoft.com/office/drawing/2014/main" id="{A0775616-F6B1-4652-8932-050C2B67DD3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818188" y="3048000"/>
            <a:ext cx="127000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9405" name="Freeform 22">
            <a:extLst>
              <a:ext uri="{FF2B5EF4-FFF2-40B4-BE49-F238E27FC236}">
                <a16:creationId xmlns:a16="http://schemas.microsoft.com/office/drawing/2014/main" id="{5122437B-8D97-48FC-B7FD-11B44E1923BA}"/>
              </a:ext>
            </a:extLst>
          </p:cNvPr>
          <p:cNvSpPr>
            <a:spLocks/>
          </p:cNvSpPr>
          <p:nvPr/>
        </p:nvSpPr>
        <p:spPr bwMode="auto">
          <a:xfrm>
            <a:off x="5178425" y="3100388"/>
            <a:ext cx="179388" cy="179387"/>
          </a:xfrm>
          <a:custGeom>
            <a:avLst/>
            <a:gdLst>
              <a:gd name="T0" fmla="*/ 0 w 113"/>
              <a:gd name="T1" fmla="*/ 2147483646 h 113"/>
              <a:gd name="T2" fmla="*/ 2147483646 w 113"/>
              <a:gd name="T3" fmla="*/ 2147483646 h 113"/>
              <a:gd name="T4" fmla="*/ 0 w 113"/>
              <a:gd name="T5" fmla="*/ 0 h 113"/>
              <a:gd name="T6" fmla="*/ 0 60000 65536"/>
              <a:gd name="T7" fmla="*/ 0 60000 65536"/>
              <a:gd name="T8" fmla="*/ 0 60000 65536"/>
              <a:gd name="T9" fmla="*/ 0 w 113"/>
              <a:gd name="T10" fmla="*/ 0 h 113"/>
              <a:gd name="T11" fmla="*/ 113 w 113"/>
              <a:gd name="T12" fmla="*/ 113 h 113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13" h="113">
                <a:moveTo>
                  <a:pt x="0" y="113"/>
                </a:moveTo>
                <a:lnTo>
                  <a:pt x="113" y="65"/>
                </a:lnTo>
                <a:lnTo>
                  <a:pt x="0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9406" name="Freeform 23">
            <a:extLst>
              <a:ext uri="{FF2B5EF4-FFF2-40B4-BE49-F238E27FC236}">
                <a16:creationId xmlns:a16="http://schemas.microsoft.com/office/drawing/2014/main" id="{BE15432F-9E5F-43DF-A9D0-2F49DB6C1E43}"/>
              </a:ext>
            </a:extLst>
          </p:cNvPr>
          <p:cNvSpPr>
            <a:spLocks/>
          </p:cNvSpPr>
          <p:nvPr/>
        </p:nvSpPr>
        <p:spPr bwMode="auto">
          <a:xfrm>
            <a:off x="6430963" y="1709738"/>
            <a:ext cx="153987" cy="52387"/>
          </a:xfrm>
          <a:custGeom>
            <a:avLst/>
            <a:gdLst>
              <a:gd name="T0" fmla="*/ 0 w 97"/>
              <a:gd name="T1" fmla="*/ 2147483646 h 33"/>
              <a:gd name="T2" fmla="*/ 2147483646 w 97"/>
              <a:gd name="T3" fmla="*/ 2147483646 h 33"/>
              <a:gd name="T4" fmla="*/ 0 w 97"/>
              <a:gd name="T5" fmla="*/ 0 h 33"/>
              <a:gd name="T6" fmla="*/ 0 w 97"/>
              <a:gd name="T7" fmla="*/ 2147483646 h 33"/>
              <a:gd name="T8" fmla="*/ 0 w 97"/>
              <a:gd name="T9" fmla="*/ 2147483646 h 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7"/>
              <a:gd name="T16" fmla="*/ 0 h 33"/>
              <a:gd name="T17" fmla="*/ 97 w 97"/>
              <a:gd name="T18" fmla="*/ 33 h 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7" h="33">
                <a:moveTo>
                  <a:pt x="0" y="33"/>
                </a:moveTo>
                <a:lnTo>
                  <a:pt x="97" y="16"/>
                </a:lnTo>
                <a:lnTo>
                  <a:pt x="0" y="0"/>
                </a:lnTo>
                <a:lnTo>
                  <a:pt x="0" y="16"/>
                </a:lnTo>
                <a:lnTo>
                  <a:pt x="0" y="33"/>
                </a:lnTo>
                <a:close/>
              </a:path>
            </a:pathLst>
          </a:custGeom>
          <a:solidFill>
            <a:srgbClr val="000000"/>
          </a:solidFill>
          <a:ln w="238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9407" name="Line 24">
            <a:extLst>
              <a:ext uri="{FF2B5EF4-FFF2-40B4-BE49-F238E27FC236}">
                <a16:creationId xmlns:a16="http://schemas.microsoft.com/office/drawing/2014/main" id="{18F635B7-6512-47C6-904C-6ED0193F08A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03688" y="1735138"/>
            <a:ext cx="232727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9408" name="Freeform 25">
            <a:extLst>
              <a:ext uri="{FF2B5EF4-FFF2-40B4-BE49-F238E27FC236}">
                <a16:creationId xmlns:a16="http://schemas.microsoft.com/office/drawing/2014/main" id="{09B8A104-7CA0-4C9D-AF35-EE38E7AA5743}"/>
              </a:ext>
            </a:extLst>
          </p:cNvPr>
          <p:cNvSpPr>
            <a:spLocks/>
          </p:cNvSpPr>
          <p:nvPr/>
        </p:nvSpPr>
        <p:spPr bwMode="auto">
          <a:xfrm>
            <a:off x="2441575" y="1709738"/>
            <a:ext cx="179388" cy="52387"/>
          </a:xfrm>
          <a:custGeom>
            <a:avLst/>
            <a:gdLst>
              <a:gd name="T0" fmla="*/ 0 w 113"/>
              <a:gd name="T1" fmla="*/ 2147483646 h 33"/>
              <a:gd name="T2" fmla="*/ 2147483646 w 113"/>
              <a:gd name="T3" fmla="*/ 2147483646 h 33"/>
              <a:gd name="T4" fmla="*/ 0 w 113"/>
              <a:gd name="T5" fmla="*/ 0 h 33"/>
              <a:gd name="T6" fmla="*/ 0 w 113"/>
              <a:gd name="T7" fmla="*/ 2147483646 h 33"/>
              <a:gd name="T8" fmla="*/ 0 w 113"/>
              <a:gd name="T9" fmla="*/ 2147483646 h 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3"/>
              <a:gd name="T16" fmla="*/ 0 h 33"/>
              <a:gd name="T17" fmla="*/ 113 w 113"/>
              <a:gd name="T18" fmla="*/ 33 h 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3" h="33">
                <a:moveTo>
                  <a:pt x="0" y="33"/>
                </a:moveTo>
                <a:lnTo>
                  <a:pt x="113" y="16"/>
                </a:lnTo>
                <a:lnTo>
                  <a:pt x="0" y="0"/>
                </a:lnTo>
                <a:lnTo>
                  <a:pt x="0" y="16"/>
                </a:lnTo>
                <a:lnTo>
                  <a:pt x="0" y="3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9409" name="Line 26">
            <a:extLst>
              <a:ext uri="{FF2B5EF4-FFF2-40B4-BE49-F238E27FC236}">
                <a16:creationId xmlns:a16="http://schemas.microsoft.com/office/drawing/2014/main" id="{F1AAF32F-B47E-49BB-B7F4-E6526AFD138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109788" y="1735138"/>
            <a:ext cx="331787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9410" name="Freeform 27">
            <a:extLst>
              <a:ext uri="{FF2B5EF4-FFF2-40B4-BE49-F238E27FC236}">
                <a16:creationId xmlns:a16="http://schemas.microsoft.com/office/drawing/2014/main" id="{171FCBA9-D72B-430C-BBE3-513A4C7A235F}"/>
              </a:ext>
            </a:extLst>
          </p:cNvPr>
          <p:cNvSpPr>
            <a:spLocks/>
          </p:cNvSpPr>
          <p:nvPr/>
        </p:nvSpPr>
        <p:spPr bwMode="auto">
          <a:xfrm>
            <a:off x="2441575" y="2070100"/>
            <a:ext cx="179388" cy="52388"/>
          </a:xfrm>
          <a:custGeom>
            <a:avLst/>
            <a:gdLst>
              <a:gd name="T0" fmla="*/ 0 w 113"/>
              <a:gd name="T1" fmla="*/ 2147483646 h 33"/>
              <a:gd name="T2" fmla="*/ 2147483646 w 113"/>
              <a:gd name="T3" fmla="*/ 2147483646 h 33"/>
              <a:gd name="T4" fmla="*/ 0 w 113"/>
              <a:gd name="T5" fmla="*/ 0 h 33"/>
              <a:gd name="T6" fmla="*/ 0 w 113"/>
              <a:gd name="T7" fmla="*/ 2147483646 h 33"/>
              <a:gd name="T8" fmla="*/ 0 w 113"/>
              <a:gd name="T9" fmla="*/ 2147483646 h 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3"/>
              <a:gd name="T16" fmla="*/ 0 h 33"/>
              <a:gd name="T17" fmla="*/ 113 w 113"/>
              <a:gd name="T18" fmla="*/ 33 h 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3" h="33">
                <a:moveTo>
                  <a:pt x="0" y="33"/>
                </a:moveTo>
                <a:lnTo>
                  <a:pt x="113" y="16"/>
                </a:lnTo>
                <a:lnTo>
                  <a:pt x="0" y="0"/>
                </a:lnTo>
                <a:lnTo>
                  <a:pt x="0" y="16"/>
                </a:lnTo>
                <a:lnTo>
                  <a:pt x="0" y="3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9411" name="Line 28">
            <a:extLst>
              <a:ext uri="{FF2B5EF4-FFF2-40B4-BE49-F238E27FC236}">
                <a16:creationId xmlns:a16="http://schemas.microsoft.com/office/drawing/2014/main" id="{14577D9F-45CE-4C2F-AFA3-7352BC71CE1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109788" y="2095500"/>
            <a:ext cx="331787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9412" name="Freeform 29">
            <a:extLst>
              <a:ext uri="{FF2B5EF4-FFF2-40B4-BE49-F238E27FC236}">
                <a16:creationId xmlns:a16="http://schemas.microsoft.com/office/drawing/2014/main" id="{242536B2-3B73-4D4A-81F8-FEF5B7885886}"/>
              </a:ext>
            </a:extLst>
          </p:cNvPr>
          <p:cNvSpPr>
            <a:spLocks/>
          </p:cNvSpPr>
          <p:nvPr/>
        </p:nvSpPr>
        <p:spPr bwMode="auto">
          <a:xfrm>
            <a:off x="2441575" y="2430463"/>
            <a:ext cx="179388" cy="77787"/>
          </a:xfrm>
          <a:custGeom>
            <a:avLst/>
            <a:gdLst>
              <a:gd name="T0" fmla="*/ 0 w 113"/>
              <a:gd name="T1" fmla="*/ 2147483646 h 49"/>
              <a:gd name="T2" fmla="*/ 2147483646 w 113"/>
              <a:gd name="T3" fmla="*/ 2147483646 h 49"/>
              <a:gd name="T4" fmla="*/ 0 w 113"/>
              <a:gd name="T5" fmla="*/ 0 h 49"/>
              <a:gd name="T6" fmla="*/ 0 w 113"/>
              <a:gd name="T7" fmla="*/ 2147483646 h 49"/>
              <a:gd name="T8" fmla="*/ 0 w 113"/>
              <a:gd name="T9" fmla="*/ 2147483646 h 4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3"/>
              <a:gd name="T16" fmla="*/ 0 h 49"/>
              <a:gd name="T17" fmla="*/ 113 w 113"/>
              <a:gd name="T18" fmla="*/ 49 h 4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3" h="49">
                <a:moveTo>
                  <a:pt x="0" y="49"/>
                </a:moveTo>
                <a:lnTo>
                  <a:pt x="113" y="16"/>
                </a:lnTo>
                <a:lnTo>
                  <a:pt x="0" y="0"/>
                </a:lnTo>
                <a:lnTo>
                  <a:pt x="0" y="16"/>
                </a:lnTo>
                <a:lnTo>
                  <a:pt x="0" y="49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9413" name="Freeform 30">
            <a:extLst>
              <a:ext uri="{FF2B5EF4-FFF2-40B4-BE49-F238E27FC236}">
                <a16:creationId xmlns:a16="http://schemas.microsoft.com/office/drawing/2014/main" id="{2041711E-A17F-4D59-8678-CE43580F055D}"/>
              </a:ext>
            </a:extLst>
          </p:cNvPr>
          <p:cNvSpPr>
            <a:spLocks/>
          </p:cNvSpPr>
          <p:nvPr/>
        </p:nvSpPr>
        <p:spPr bwMode="auto">
          <a:xfrm>
            <a:off x="2109788" y="2455863"/>
            <a:ext cx="4525962" cy="1828800"/>
          </a:xfrm>
          <a:custGeom>
            <a:avLst/>
            <a:gdLst>
              <a:gd name="T0" fmla="*/ 2147483646 w 2851"/>
              <a:gd name="T1" fmla="*/ 0 h 1152"/>
              <a:gd name="T2" fmla="*/ 0 w 2851"/>
              <a:gd name="T3" fmla="*/ 0 h 1152"/>
              <a:gd name="T4" fmla="*/ 0 w 2851"/>
              <a:gd name="T5" fmla="*/ 2147483646 h 1152"/>
              <a:gd name="T6" fmla="*/ 2147483646 w 2851"/>
              <a:gd name="T7" fmla="*/ 2147483646 h 1152"/>
              <a:gd name="T8" fmla="*/ 2147483646 w 2851"/>
              <a:gd name="T9" fmla="*/ 0 h 1152"/>
              <a:gd name="T10" fmla="*/ 2147483646 w 2851"/>
              <a:gd name="T11" fmla="*/ 0 h 115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851"/>
              <a:gd name="T19" fmla="*/ 0 h 1152"/>
              <a:gd name="T20" fmla="*/ 2851 w 2851"/>
              <a:gd name="T21" fmla="*/ 1152 h 1152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851" h="1152">
                <a:moveTo>
                  <a:pt x="209" y="0"/>
                </a:moveTo>
                <a:lnTo>
                  <a:pt x="0" y="0"/>
                </a:lnTo>
                <a:lnTo>
                  <a:pt x="0" y="1152"/>
                </a:lnTo>
                <a:lnTo>
                  <a:pt x="2851" y="1152"/>
                </a:lnTo>
                <a:lnTo>
                  <a:pt x="2851" y="0"/>
                </a:lnTo>
                <a:lnTo>
                  <a:pt x="2513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9414" name="Rectangle 31">
            <a:extLst>
              <a:ext uri="{FF2B5EF4-FFF2-40B4-BE49-F238E27FC236}">
                <a16:creationId xmlns:a16="http://schemas.microsoft.com/office/drawing/2014/main" id="{F10F965D-94CB-47CE-AC81-5F6EAC114F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05488" y="3073400"/>
            <a:ext cx="1746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Q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9415" name="Line 32">
            <a:extLst>
              <a:ext uri="{FF2B5EF4-FFF2-40B4-BE49-F238E27FC236}">
                <a16:creationId xmlns:a16="http://schemas.microsoft.com/office/drawing/2014/main" id="{CE064A65-0731-471E-8E8D-D66ED37C6AE2}"/>
              </a:ext>
            </a:extLst>
          </p:cNvPr>
          <p:cNvSpPr>
            <a:spLocks noChangeShapeType="1"/>
          </p:cNvSpPr>
          <p:nvPr/>
        </p:nvSpPr>
        <p:spPr bwMode="auto">
          <a:xfrm>
            <a:off x="4462463" y="3203575"/>
            <a:ext cx="715962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9416" name="Freeform 33">
            <a:extLst>
              <a:ext uri="{FF2B5EF4-FFF2-40B4-BE49-F238E27FC236}">
                <a16:creationId xmlns:a16="http://schemas.microsoft.com/office/drawing/2014/main" id="{45F6FE2A-D54A-44B4-8A80-0A39EF767203}"/>
              </a:ext>
            </a:extLst>
          </p:cNvPr>
          <p:cNvSpPr>
            <a:spLocks/>
          </p:cNvSpPr>
          <p:nvPr/>
        </p:nvSpPr>
        <p:spPr bwMode="auto">
          <a:xfrm>
            <a:off x="5588000" y="3563938"/>
            <a:ext cx="101600" cy="128587"/>
          </a:xfrm>
          <a:custGeom>
            <a:avLst/>
            <a:gdLst>
              <a:gd name="T0" fmla="*/ 0 w 80"/>
              <a:gd name="T1" fmla="*/ 2147483646 h 100"/>
              <a:gd name="T2" fmla="*/ 0 w 80"/>
              <a:gd name="T3" fmla="*/ 2147483646 h 100"/>
              <a:gd name="T4" fmla="*/ 2147483646 w 80"/>
              <a:gd name="T5" fmla="*/ 0 h 100"/>
              <a:gd name="T6" fmla="*/ 2147483646 w 80"/>
              <a:gd name="T7" fmla="*/ 0 h 100"/>
              <a:gd name="T8" fmla="*/ 2147483646 w 80"/>
              <a:gd name="T9" fmla="*/ 2147483646 h 100"/>
              <a:gd name="T10" fmla="*/ 2147483646 w 80"/>
              <a:gd name="T11" fmla="*/ 2147483646 h 100"/>
              <a:gd name="T12" fmla="*/ 2147483646 w 80"/>
              <a:gd name="T13" fmla="*/ 2147483646 h 100"/>
              <a:gd name="T14" fmla="*/ 2147483646 w 80"/>
              <a:gd name="T15" fmla="*/ 2147483646 h 100"/>
              <a:gd name="T16" fmla="*/ 2147483646 w 80"/>
              <a:gd name="T17" fmla="*/ 2147483646 h 100"/>
              <a:gd name="T18" fmla="*/ 0 w 80"/>
              <a:gd name="T19" fmla="*/ 2147483646 h 100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80"/>
              <a:gd name="T31" fmla="*/ 0 h 100"/>
              <a:gd name="T32" fmla="*/ 80 w 80"/>
              <a:gd name="T33" fmla="*/ 100 h 100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80" h="100">
                <a:moveTo>
                  <a:pt x="0" y="53"/>
                </a:moveTo>
                <a:cubicBezTo>
                  <a:pt x="0" y="53"/>
                  <a:pt x="0" y="48"/>
                  <a:pt x="0" y="48"/>
                </a:cubicBezTo>
                <a:cubicBezTo>
                  <a:pt x="0" y="22"/>
                  <a:pt x="21" y="0"/>
                  <a:pt x="47" y="0"/>
                </a:cubicBezTo>
                <a:cubicBezTo>
                  <a:pt x="47" y="0"/>
                  <a:pt x="33" y="0"/>
                  <a:pt x="33" y="0"/>
                </a:cubicBezTo>
                <a:cubicBezTo>
                  <a:pt x="59" y="0"/>
                  <a:pt x="80" y="22"/>
                  <a:pt x="80" y="48"/>
                </a:cubicBezTo>
                <a:cubicBezTo>
                  <a:pt x="80" y="48"/>
                  <a:pt x="80" y="53"/>
                  <a:pt x="80" y="53"/>
                </a:cubicBezTo>
                <a:cubicBezTo>
                  <a:pt x="80" y="79"/>
                  <a:pt x="59" y="100"/>
                  <a:pt x="33" y="100"/>
                </a:cubicBezTo>
                <a:cubicBezTo>
                  <a:pt x="33" y="100"/>
                  <a:pt x="33" y="100"/>
                  <a:pt x="33" y="100"/>
                </a:cubicBezTo>
                <a:cubicBezTo>
                  <a:pt x="33" y="100"/>
                  <a:pt x="47" y="100"/>
                  <a:pt x="47" y="100"/>
                </a:cubicBezTo>
                <a:cubicBezTo>
                  <a:pt x="21" y="100"/>
                  <a:pt x="0" y="79"/>
                  <a:pt x="0" y="53"/>
                </a:cubicBezTo>
                <a:close/>
              </a:path>
            </a:pathLst>
          </a:cu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9417" name="Rectangle 34">
            <a:extLst>
              <a:ext uri="{FF2B5EF4-FFF2-40B4-BE49-F238E27FC236}">
                <a16:creationId xmlns:a16="http://schemas.microsoft.com/office/drawing/2014/main" id="{E54D3B94-58AF-4F16-81BB-AB5CA0DF91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70363" y="2495550"/>
            <a:ext cx="9556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carry-out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9418" name="Rectangle 35">
            <a:extLst>
              <a:ext uri="{FF2B5EF4-FFF2-40B4-BE49-F238E27FC236}">
                <a16:creationId xmlns:a16="http://schemas.microsoft.com/office/drawing/2014/main" id="{580E9ECA-EBB3-4E02-AC9B-905593ECD9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92538" y="3055938"/>
            <a:ext cx="56038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Clock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9419" name="Rectangle 36">
            <a:extLst>
              <a:ext uri="{FF2B5EF4-FFF2-40B4-BE49-F238E27FC236}">
                <a16:creationId xmlns:a16="http://schemas.microsoft.com/office/drawing/2014/main" id="{DB1F58B2-D869-4E1C-90F9-416A8069DE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44913" y="3778250"/>
            <a:ext cx="52070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Reset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9420" name="Rectangle 37">
            <a:extLst>
              <a:ext uri="{FF2B5EF4-FFF2-40B4-BE49-F238E27FC236}">
                <a16:creationId xmlns:a16="http://schemas.microsoft.com/office/drawing/2014/main" id="{4028B3DE-7E55-4378-A7BB-BF030716EB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38700" y="2132013"/>
            <a:ext cx="134938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Y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9421" name="Rectangle 38">
            <a:extLst>
              <a:ext uri="{FF2B5EF4-FFF2-40B4-BE49-F238E27FC236}">
                <a16:creationId xmlns:a16="http://schemas.microsoft.com/office/drawing/2014/main" id="{3287725D-3D10-4521-AA57-63607CF98A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3013" y="2132013"/>
            <a:ext cx="1063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y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9422" name="Rectangle 2">
            <a:extLst>
              <a:ext uri="{FF2B5EF4-FFF2-40B4-BE49-F238E27FC236}">
                <a16:creationId xmlns:a16="http://schemas.microsoft.com/office/drawing/2014/main" id="{E906DA1D-029F-468B-B5C0-432C08AA7B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Circuit for the serial adder FSM</a:t>
            </a:r>
          </a:p>
        </p:txBody>
      </p:sp>
      <p:sp>
        <p:nvSpPr>
          <p:cNvPr id="59423" name="TextBox 125">
            <a:extLst>
              <a:ext uri="{FF2B5EF4-FFF2-40B4-BE49-F238E27FC236}">
                <a16:creationId xmlns:a16="http://schemas.microsoft.com/office/drawing/2014/main" id="{C27AA439-7E11-4BDC-B272-DB957A2EE5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151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6.43 from the textbook ]</a:t>
            </a:r>
          </a:p>
        </p:txBody>
      </p:sp>
      <p:sp>
        <p:nvSpPr>
          <p:cNvPr id="59424" name="TextBox 2">
            <a:extLst>
              <a:ext uri="{FF2B5EF4-FFF2-40B4-BE49-F238E27FC236}">
                <a16:creationId xmlns:a16="http://schemas.microsoft.com/office/drawing/2014/main" id="{D06E4186-904A-44DA-B25E-A5B90BCB52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06763" y="4795838"/>
            <a:ext cx="22669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Y = ab + ay + by</a:t>
            </a:r>
          </a:p>
        </p:txBody>
      </p:sp>
      <p:sp>
        <p:nvSpPr>
          <p:cNvPr id="59425" name="TextBox 3">
            <a:extLst>
              <a:ext uri="{FF2B5EF4-FFF2-40B4-BE49-F238E27FC236}">
                <a16:creationId xmlns:a16="http://schemas.microsoft.com/office/drawing/2014/main" id="{F866989E-70E6-44B6-94B0-B2A7B6D1C9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06763" y="5634038"/>
            <a:ext cx="205537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lvl="0">
              <a:spcBef>
                <a:spcPct val="0"/>
              </a:spcBef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s = </a:t>
            </a:r>
            <a:r>
              <a:rPr lang="en-US" altLang="en-US" b="0" dirty="0">
                <a:solidFill>
                  <a:srgbClr val="000000"/>
                </a:solidFill>
                <a:latin typeface="Times" panose="02020603050405020304" pitchFamily="18" charset="0"/>
              </a:rPr>
              <a:t>a ⊕ b ⊕ y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30634641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422" name="Rectangle 2">
            <a:extLst>
              <a:ext uri="{FF2B5EF4-FFF2-40B4-BE49-F238E27FC236}">
                <a16:creationId xmlns:a16="http://schemas.microsoft.com/office/drawing/2014/main" id="{E906DA1D-029F-468B-B5C0-432C08AA7B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76200"/>
            <a:ext cx="9144000" cy="538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Circuit for the serial adder FSM</a:t>
            </a:r>
          </a:p>
        </p:txBody>
      </p:sp>
      <p:sp>
        <p:nvSpPr>
          <p:cNvPr id="59423" name="TextBox 125">
            <a:extLst>
              <a:ext uri="{FF2B5EF4-FFF2-40B4-BE49-F238E27FC236}">
                <a16:creationId xmlns:a16="http://schemas.microsoft.com/office/drawing/2014/main" id="{C27AA439-7E11-4BDC-B272-DB957A2EE5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151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6.43 from the textbook ]</a:t>
            </a:r>
          </a:p>
        </p:txBody>
      </p:sp>
      <p:pic>
        <p:nvPicPr>
          <p:cNvPr id="35" name="Picture 34">
            <a:extLst>
              <a:ext uri="{FF2B5EF4-FFF2-40B4-BE49-F238E27FC236}">
                <a16:creationId xmlns:a16="http://schemas.microsoft.com/office/drawing/2014/main" id="{A1754FBE-5635-4B26-A47B-52AD75F6493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3101" y="3810000"/>
            <a:ext cx="7348299" cy="2743200"/>
          </a:xfrm>
          <a:prstGeom prst="rect">
            <a:avLst/>
          </a:prstGeom>
        </p:spPr>
      </p:pic>
      <p:sp>
        <p:nvSpPr>
          <p:cNvPr id="36" name="TextBox 2">
            <a:extLst>
              <a:ext uri="{FF2B5EF4-FFF2-40B4-BE49-F238E27FC236}">
                <a16:creationId xmlns:a16="http://schemas.microsoft.com/office/drawing/2014/main" id="{3ED15E7F-CEC8-4F30-A810-66C7207798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563" y="1676400"/>
            <a:ext cx="22669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Y = ab + ay + by</a:t>
            </a:r>
          </a:p>
        </p:txBody>
      </p:sp>
      <p:sp>
        <p:nvSpPr>
          <p:cNvPr id="37" name="TextBox 3">
            <a:extLst>
              <a:ext uri="{FF2B5EF4-FFF2-40B4-BE49-F238E27FC236}">
                <a16:creationId xmlns:a16="http://schemas.microsoft.com/office/drawing/2014/main" id="{1D595E27-7C5B-4F93-8D90-62809AB8D9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563" y="2214562"/>
            <a:ext cx="207300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lvl="0">
              <a:spcBef>
                <a:spcPct val="0"/>
              </a:spcBef>
              <a:buNone/>
              <a:defRPr/>
            </a:pPr>
            <a:r>
              <a:rPr lang="en-US" altLang="en-US" b="0" dirty="0">
                <a:solidFill>
                  <a:srgbClr val="000000"/>
                </a:solidFill>
                <a:latin typeface="Times" panose="02020603050405020304" pitchFamily="18" charset="0"/>
              </a:rPr>
              <a:t>s = a ⊕ b ⊕ y </a:t>
            </a: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11828916-5A37-487F-AD83-79AA80B0E6B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648200" y="762000"/>
            <a:ext cx="4360837" cy="2416546"/>
          </a:xfrm>
          <a:prstGeom prst="rect">
            <a:avLst/>
          </a:prstGeom>
        </p:spPr>
      </p:pic>
      <p:cxnSp>
        <p:nvCxnSpPr>
          <p:cNvPr id="5" name="Straight Arrow Connector 4">
            <a:extLst>
              <a:ext uri="{FF2B5EF4-FFF2-40B4-BE49-F238E27FC236}">
                <a16:creationId xmlns:a16="http://schemas.microsoft.com/office/drawing/2014/main" id="{9B6AE643-7038-4515-9736-82777DCE720C}"/>
              </a:ext>
            </a:extLst>
          </p:cNvPr>
          <p:cNvCxnSpPr/>
          <p:nvPr/>
        </p:nvCxnSpPr>
        <p:spPr bwMode="auto">
          <a:xfrm flipV="1">
            <a:off x="4495800" y="3276600"/>
            <a:ext cx="914400" cy="838200"/>
          </a:xfrm>
          <a:prstGeom prst="straightConnector1">
            <a:avLst/>
          </a:prstGeom>
          <a:ln w="76200">
            <a:solidFill>
              <a:srgbClr val="FF0000"/>
            </a:solidFill>
            <a:headEnd type="none" w="med" len="med"/>
            <a:tailEnd type="triangle"/>
          </a:ln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90375414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87" name="Title 1">
            <a:extLst>
              <a:ext uri="{FF2B5EF4-FFF2-40B4-BE49-F238E27FC236}">
                <a16:creationId xmlns:a16="http://schemas.microsoft.com/office/drawing/2014/main" id="{4D954CD0-CB15-4CD4-B7A3-621965281292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531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(</a:t>
            </a:r>
            <a:r>
              <a:rPr kumimoji="0" lang="en-US" alt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i</a:t>
            </a: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) Moore Type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59CF69E4-174B-4217-9F2A-7B5A69164FE9}"/>
              </a:ext>
            </a:extLst>
          </p:cNvPr>
          <p:cNvGrpSpPr/>
          <p:nvPr/>
        </p:nvGrpSpPr>
        <p:grpSpPr>
          <a:xfrm>
            <a:off x="722313" y="1062038"/>
            <a:ext cx="7845425" cy="2062162"/>
            <a:chOff x="722313" y="2509838"/>
            <a:chExt cx="7845425" cy="2062162"/>
          </a:xfrm>
        </p:grpSpPr>
        <p:sp>
          <p:nvSpPr>
            <p:cNvPr id="15361" name="Rectangle 4">
              <a:extLst>
                <a:ext uri="{FF2B5EF4-FFF2-40B4-BE49-F238E27FC236}">
                  <a16:creationId xmlns:a16="http://schemas.microsoft.com/office/drawing/2014/main" id="{407F6A2E-3700-4800-9B3A-4EE97F46F16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171700" y="2890838"/>
              <a:ext cx="1262063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Combinational </a:t>
              </a:r>
            </a:p>
          </p:txBody>
        </p:sp>
        <p:sp>
          <p:nvSpPr>
            <p:cNvPr id="15362" name="Rectangle 5">
              <a:extLst>
                <a:ext uri="{FF2B5EF4-FFF2-40B4-BE49-F238E27FC236}">
                  <a16:creationId xmlns:a16="http://schemas.microsoft.com/office/drawing/2014/main" id="{C8F699E2-C443-49F2-B284-79E551B1C92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005013" y="2574925"/>
              <a:ext cx="1514475" cy="111918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363" name="Rectangle 6">
              <a:extLst>
                <a:ext uri="{FF2B5EF4-FFF2-40B4-BE49-F238E27FC236}">
                  <a16:creationId xmlns:a16="http://schemas.microsoft.com/office/drawing/2014/main" id="{0105F4ED-D540-4B1F-9318-E542AB750B7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505075" y="3124200"/>
              <a:ext cx="5730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circuit </a:t>
              </a:r>
            </a:p>
          </p:txBody>
        </p:sp>
        <p:sp>
          <p:nvSpPr>
            <p:cNvPr id="15364" name="Rectangle 7">
              <a:extLst>
                <a:ext uri="{FF2B5EF4-FFF2-40B4-BE49-F238E27FC236}">
                  <a16:creationId xmlns:a16="http://schemas.microsoft.com/office/drawing/2014/main" id="{AC155FFE-EE76-441D-9DD0-73848078A2A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310063" y="2509838"/>
              <a:ext cx="1073150" cy="127158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365" name="Freeform 8">
              <a:extLst>
                <a:ext uri="{FF2B5EF4-FFF2-40B4-BE49-F238E27FC236}">
                  <a16:creationId xmlns:a16="http://schemas.microsoft.com/office/drawing/2014/main" id="{5C7E622E-8CB8-441E-9BD5-62ECC9DBBC0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32263" y="3100388"/>
              <a:ext cx="133350" cy="66675"/>
            </a:xfrm>
            <a:custGeom>
              <a:avLst/>
              <a:gdLst>
                <a:gd name="T0" fmla="*/ 0 w 144"/>
                <a:gd name="T1" fmla="*/ 2147483646 h 72"/>
                <a:gd name="T2" fmla="*/ 2147483646 w 144"/>
                <a:gd name="T3" fmla="*/ 2147483646 h 72"/>
                <a:gd name="T4" fmla="*/ 0 w 144"/>
                <a:gd name="T5" fmla="*/ 0 h 72"/>
                <a:gd name="T6" fmla="*/ 0 w 144"/>
                <a:gd name="T7" fmla="*/ 2147483646 h 72"/>
                <a:gd name="T8" fmla="*/ 0 w 144"/>
                <a:gd name="T9" fmla="*/ 2147483646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72"/>
                <a:gd name="T17" fmla="*/ 144 w 144"/>
                <a:gd name="T18" fmla="*/ 72 h 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72">
                  <a:moveTo>
                    <a:pt x="0" y="72"/>
                  </a:moveTo>
                  <a:lnTo>
                    <a:pt x="144" y="48"/>
                  </a:lnTo>
                  <a:lnTo>
                    <a:pt x="0" y="0"/>
                  </a:lnTo>
                  <a:lnTo>
                    <a:pt x="0" y="48"/>
                  </a:lnTo>
                  <a:lnTo>
                    <a:pt x="0" y="72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66" name="Line 9">
              <a:extLst>
                <a:ext uri="{FF2B5EF4-FFF2-40B4-BE49-F238E27FC236}">
                  <a16:creationId xmlns:a16="http://schemas.microsoft.com/office/drawing/2014/main" id="{F1278231-9E90-4281-8637-8C742245C758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3519488" y="3144838"/>
              <a:ext cx="6127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67" name="Freeform 10">
              <a:extLst>
                <a:ext uri="{FF2B5EF4-FFF2-40B4-BE49-F238E27FC236}">
                  <a16:creationId xmlns:a16="http://schemas.microsoft.com/office/drawing/2014/main" id="{5919144C-F5D7-404E-A0CD-8B3F3361BAE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32263" y="3475038"/>
              <a:ext cx="155575" cy="87312"/>
            </a:xfrm>
            <a:custGeom>
              <a:avLst/>
              <a:gdLst>
                <a:gd name="T0" fmla="*/ 0 w 168"/>
                <a:gd name="T1" fmla="*/ 2147483646 h 96"/>
                <a:gd name="T2" fmla="*/ 2147483646 w 168"/>
                <a:gd name="T3" fmla="*/ 2147483646 h 96"/>
                <a:gd name="T4" fmla="*/ 0 w 168"/>
                <a:gd name="T5" fmla="*/ 0 h 96"/>
                <a:gd name="T6" fmla="*/ 0 w 168"/>
                <a:gd name="T7" fmla="*/ 2147483646 h 96"/>
                <a:gd name="T8" fmla="*/ 0 w 168"/>
                <a:gd name="T9" fmla="*/ 2147483646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8"/>
                <a:gd name="T16" fmla="*/ 0 h 96"/>
                <a:gd name="T17" fmla="*/ 168 w 168"/>
                <a:gd name="T18" fmla="*/ 96 h 9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8" h="96">
                  <a:moveTo>
                    <a:pt x="0" y="96"/>
                  </a:moveTo>
                  <a:lnTo>
                    <a:pt x="168" y="48"/>
                  </a:lnTo>
                  <a:lnTo>
                    <a:pt x="0" y="0"/>
                  </a:lnTo>
                  <a:lnTo>
                    <a:pt x="0" y="48"/>
                  </a:lnTo>
                  <a:lnTo>
                    <a:pt x="0" y="96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68" name="Freeform 11">
              <a:extLst>
                <a:ext uri="{FF2B5EF4-FFF2-40B4-BE49-F238E27FC236}">
                  <a16:creationId xmlns:a16="http://schemas.microsoft.com/office/drawing/2014/main" id="{5847B2DD-A15E-487C-AD09-4085A898E11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81113" y="3519488"/>
              <a:ext cx="2851150" cy="723900"/>
            </a:xfrm>
            <a:custGeom>
              <a:avLst/>
              <a:gdLst>
                <a:gd name="T0" fmla="*/ 0 w 3128"/>
                <a:gd name="T1" fmla="*/ 2147483646 h 793"/>
                <a:gd name="T2" fmla="*/ 2147483646 w 3128"/>
                <a:gd name="T3" fmla="*/ 2147483646 h 793"/>
                <a:gd name="T4" fmla="*/ 2147483646 w 3128"/>
                <a:gd name="T5" fmla="*/ 0 h 793"/>
                <a:gd name="T6" fmla="*/ 2147483646 w 3128"/>
                <a:gd name="T7" fmla="*/ 0 h 79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128"/>
                <a:gd name="T13" fmla="*/ 0 h 793"/>
                <a:gd name="T14" fmla="*/ 3128 w 3128"/>
                <a:gd name="T15" fmla="*/ 793 h 79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128" h="793">
                  <a:moveTo>
                    <a:pt x="0" y="793"/>
                  </a:moveTo>
                  <a:lnTo>
                    <a:pt x="2815" y="793"/>
                  </a:lnTo>
                  <a:lnTo>
                    <a:pt x="2815" y="0"/>
                  </a:lnTo>
                  <a:lnTo>
                    <a:pt x="3128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69" name="Rectangle 12">
              <a:extLst>
                <a:ext uri="{FF2B5EF4-FFF2-40B4-BE49-F238E27FC236}">
                  <a16:creationId xmlns:a16="http://schemas.microsoft.com/office/drawing/2014/main" id="{E7E87135-D91A-4393-A091-61878D9AB1B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478338" y="2973388"/>
              <a:ext cx="804862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Flip-flops</a:t>
              </a:r>
            </a:p>
          </p:txBody>
        </p:sp>
        <p:sp>
          <p:nvSpPr>
            <p:cNvPr id="15370" name="Freeform 13">
              <a:extLst>
                <a:ext uri="{FF2B5EF4-FFF2-40B4-BE49-F238E27FC236}">
                  <a16:creationId xmlns:a16="http://schemas.microsoft.com/office/drawing/2014/main" id="{DB78349F-F430-498C-BFFD-9023D263AEC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64250" y="3100388"/>
              <a:ext cx="131763" cy="66675"/>
            </a:xfrm>
            <a:custGeom>
              <a:avLst/>
              <a:gdLst>
                <a:gd name="T0" fmla="*/ 0 w 144"/>
                <a:gd name="T1" fmla="*/ 2147483646 h 72"/>
                <a:gd name="T2" fmla="*/ 2147483646 w 144"/>
                <a:gd name="T3" fmla="*/ 2147483646 h 72"/>
                <a:gd name="T4" fmla="*/ 0 w 144"/>
                <a:gd name="T5" fmla="*/ 0 h 72"/>
                <a:gd name="T6" fmla="*/ 0 w 144"/>
                <a:gd name="T7" fmla="*/ 2147483646 h 72"/>
                <a:gd name="T8" fmla="*/ 0 w 144"/>
                <a:gd name="T9" fmla="*/ 2147483646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72"/>
                <a:gd name="T17" fmla="*/ 144 w 144"/>
                <a:gd name="T18" fmla="*/ 72 h 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72">
                  <a:moveTo>
                    <a:pt x="0" y="72"/>
                  </a:moveTo>
                  <a:lnTo>
                    <a:pt x="144" y="48"/>
                  </a:lnTo>
                  <a:lnTo>
                    <a:pt x="0" y="0"/>
                  </a:lnTo>
                  <a:lnTo>
                    <a:pt x="0" y="48"/>
                  </a:lnTo>
                  <a:lnTo>
                    <a:pt x="0" y="72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71" name="Line 14">
              <a:extLst>
                <a:ext uri="{FF2B5EF4-FFF2-40B4-BE49-F238E27FC236}">
                  <a16:creationId xmlns:a16="http://schemas.microsoft.com/office/drawing/2014/main" id="{67181936-6D07-456F-B3D4-BCB2D4CA95F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5383213" y="3144838"/>
              <a:ext cx="68103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72" name="Rectangle 15">
              <a:extLst>
                <a:ext uri="{FF2B5EF4-FFF2-40B4-BE49-F238E27FC236}">
                  <a16:creationId xmlns:a16="http://schemas.microsoft.com/office/drawing/2014/main" id="{3FD64D59-0C64-46D5-A2EB-271BC3B7178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2313" y="4100513"/>
              <a:ext cx="5365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Clock </a:t>
              </a:r>
            </a:p>
          </p:txBody>
        </p:sp>
        <p:sp>
          <p:nvSpPr>
            <p:cNvPr id="15373" name="Freeform 16">
              <a:extLst>
                <a:ext uri="{FF2B5EF4-FFF2-40B4-BE49-F238E27FC236}">
                  <a16:creationId xmlns:a16="http://schemas.microsoft.com/office/drawing/2014/main" id="{7B2EBD9B-0B75-4BF4-8DB0-E0710EE5084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49438" y="3409950"/>
              <a:ext cx="133350" cy="65088"/>
            </a:xfrm>
            <a:custGeom>
              <a:avLst/>
              <a:gdLst>
                <a:gd name="T0" fmla="*/ 0 w 144"/>
                <a:gd name="T1" fmla="*/ 2147483646 h 73"/>
                <a:gd name="T2" fmla="*/ 2147483646 w 144"/>
                <a:gd name="T3" fmla="*/ 2147483646 h 73"/>
                <a:gd name="T4" fmla="*/ 0 w 144"/>
                <a:gd name="T5" fmla="*/ 0 h 73"/>
                <a:gd name="T6" fmla="*/ 0 w 144"/>
                <a:gd name="T7" fmla="*/ 2147483646 h 73"/>
                <a:gd name="T8" fmla="*/ 0 w 144"/>
                <a:gd name="T9" fmla="*/ 2147483646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73"/>
                <a:gd name="T17" fmla="*/ 144 w 144"/>
                <a:gd name="T18" fmla="*/ 73 h 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73">
                  <a:moveTo>
                    <a:pt x="0" y="73"/>
                  </a:moveTo>
                  <a:lnTo>
                    <a:pt x="144" y="49"/>
                  </a:lnTo>
                  <a:lnTo>
                    <a:pt x="0" y="0"/>
                  </a:lnTo>
                  <a:lnTo>
                    <a:pt x="0" y="49"/>
                  </a:lnTo>
                  <a:lnTo>
                    <a:pt x="0" y="7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74" name="Freeform 17">
              <a:extLst>
                <a:ext uri="{FF2B5EF4-FFF2-40B4-BE49-F238E27FC236}">
                  <a16:creationId xmlns:a16="http://schemas.microsoft.com/office/drawing/2014/main" id="{3B275AB9-78B9-4F31-AFA8-43C27A3677F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87500" y="3144838"/>
              <a:ext cx="4192588" cy="1427162"/>
            </a:xfrm>
            <a:custGeom>
              <a:avLst/>
              <a:gdLst>
                <a:gd name="T0" fmla="*/ 2147483646 w 4595"/>
                <a:gd name="T1" fmla="*/ 2147483646 h 1563"/>
                <a:gd name="T2" fmla="*/ 0 w 4595"/>
                <a:gd name="T3" fmla="*/ 2147483646 h 1563"/>
                <a:gd name="T4" fmla="*/ 0 w 4595"/>
                <a:gd name="T5" fmla="*/ 2147483646 h 1563"/>
                <a:gd name="T6" fmla="*/ 2147483646 w 4595"/>
                <a:gd name="T7" fmla="*/ 2147483646 h 1563"/>
                <a:gd name="T8" fmla="*/ 2147483646 w 4595"/>
                <a:gd name="T9" fmla="*/ 0 h 15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595"/>
                <a:gd name="T16" fmla="*/ 0 h 1563"/>
                <a:gd name="T17" fmla="*/ 4595 w 4595"/>
                <a:gd name="T18" fmla="*/ 1563 h 15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595" h="1563">
                  <a:moveTo>
                    <a:pt x="265" y="337"/>
                  </a:moveTo>
                  <a:lnTo>
                    <a:pt x="0" y="337"/>
                  </a:lnTo>
                  <a:lnTo>
                    <a:pt x="0" y="1563"/>
                  </a:lnTo>
                  <a:lnTo>
                    <a:pt x="4595" y="1563"/>
                  </a:lnTo>
                  <a:lnTo>
                    <a:pt x="4595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75" name="Freeform 18">
              <a:extLst>
                <a:ext uri="{FF2B5EF4-FFF2-40B4-BE49-F238E27FC236}">
                  <a16:creationId xmlns:a16="http://schemas.microsoft.com/office/drawing/2014/main" id="{1C838254-28BA-4614-B81D-613375ADBD8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49438" y="2903538"/>
              <a:ext cx="133350" cy="44450"/>
            </a:xfrm>
            <a:custGeom>
              <a:avLst/>
              <a:gdLst>
                <a:gd name="T0" fmla="*/ 0 w 144"/>
                <a:gd name="T1" fmla="*/ 2147483646 h 48"/>
                <a:gd name="T2" fmla="*/ 2147483646 w 144"/>
                <a:gd name="T3" fmla="*/ 2147483646 h 48"/>
                <a:gd name="T4" fmla="*/ 0 w 144"/>
                <a:gd name="T5" fmla="*/ 0 h 48"/>
                <a:gd name="T6" fmla="*/ 0 w 144"/>
                <a:gd name="T7" fmla="*/ 2147483646 h 48"/>
                <a:gd name="T8" fmla="*/ 0 w 144"/>
                <a:gd name="T9" fmla="*/ 2147483646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48"/>
                <a:gd name="T17" fmla="*/ 144 w 144"/>
                <a:gd name="T18" fmla="*/ 48 h 4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48">
                  <a:moveTo>
                    <a:pt x="0" y="48"/>
                  </a:moveTo>
                  <a:lnTo>
                    <a:pt x="144" y="24"/>
                  </a:lnTo>
                  <a:lnTo>
                    <a:pt x="0" y="0"/>
                  </a:lnTo>
                  <a:lnTo>
                    <a:pt x="0" y="2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76" name="Line 19">
              <a:extLst>
                <a:ext uri="{FF2B5EF4-FFF2-40B4-BE49-F238E27FC236}">
                  <a16:creationId xmlns:a16="http://schemas.microsoft.com/office/drawing/2014/main" id="{3EA68035-B120-4EC4-9FC9-3AECFD183204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1301750" y="2925763"/>
              <a:ext cx="525463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77" name="Rectangle 22">
              <a:extLst>
                <a:ext uri="{FF2B5EF4-FFF2-40B4-BE49-F238E27FC236}">
                  <a16:creationId xmlns:a16="http://schemas.microsoft.com/office/drawing/2014/main" id="{F4568817-4FFD-4483-BE0A-75BDF0B852A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26088" y="3135313"/>
              <a:ext cx="19685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</a:p>
          </p:txBody>
        </p:sp>
        <p:sp>
          <p:nvSpPr>
            <p:cNvPr id="15378" name="Freeform 23">
              <a:extLst>
                <a:ext uri="{FF2B5EF4-FFF2-40B4-BE49-F238E27FC236}">
                  <a16:creationId xmlns:a16="http://schemas.microsoft.com/office/drawing/2014/main" id="{A6E1BE5C-BF86-4022-BA7E-075CD560776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745163" y="3135313"/>
              <a:ext cx="44450" cy="44450"/>
            </a:xfrm>
            <a:custGeom>
              <a:avLst/>
              <a:gdLst>
                <a:gd name="T0" fmla="*/ 2147483646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0 w 48"/>
                <a:gd name="T19" fmla="*/ 2147483646 h 48"/>
                <a:gd name="T20" fmla="*/ 0 w 48"/>
                <a:gd name="T21" fmla="*/ 2147483646 h 48"/>
                <a:gd name="T22" fmla="*/ 0 w 48"/>
                <a:gd name="T23" fmla="*/ 2147483646 h 48"/>
                <a:gd name="T24" fmla="*/ 0 w 48"/>
                <a:gd name="T25" fmla="*/ 2147483646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2147483646 h 48"/>
                <a:gd name="T42" fmla="*/ 2147483646 w 48"/>
                <a:gd name="T43" fmla="*/ 2147483646 h 48"/>
                <a:gd name="T44" fmla="*/ 2147483646 w 48"/>
                <a:gd name="T45" fmla="*/ 2147483646 h 48"/>
                <a:gd name="T46" fmla="*/ 2147483646 w 48"/>
                <a:gd name="T47" fmla="*/ 2147483646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2147483646 w 48"/>
                <a:gd name="T65" fmla="*/ 2147483646 h 48"/>
                <a:gd name="T66" fmla="*/ 2147483646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8"/>
                <a:gd name="T136" fmla="*/ 0 h 48"/>
                <a:gd name="T137" fmla="*/ 48 w 48"/>
                <a:gd name="T138" fmla="*/ 48 h 4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8" h="48">
                  <a:moveTo>
                    <a:pt x="24" y="24"/>
                  </a:moveTo>
                  <a:lnTo>
                    <a:pt x="24" y="0"/>
                  </a:lnTo>
                  <a:lnTo>
                    <a:pt x="23" y="1"/>
                  </a:lnTo>
                  <a:lnTo>
                    <a:pt x="22" y="1"/>
                  </a:lnTo>
                  <a:lnTo>
                    <a:pt x="20" y="1"/>
                  </a:lnTo>
                  <a:lnTo>
                    <a:pt x="19" y="1"/>
                  </a:lnTo>
                  <a:lnTo>
                    <a:pt x="18" y="1"/>
                  </a:lnTo>
                  <a:lnTo>
                    <a:pt x="17" y="1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3" y="3"/>
                  </a:lnTo>
                  <a:lnTo>
                    <a:pt x="12" y="3"/>
                  </a:lnTo>
                  <a:lnTo>
                    <a:pt x="11" y="5"/>
                  </a:lnTo>
                  <a:lnTo>
                    <a:pt x="10" y="5"/>
                  </a:lnTo>
                  <a:lnTo>
                    <a:pt x="8" y="6"/>
                  </a:lnTo>
                  <a:lnTo>
                    <a:pt x="8" y="7"/>
                  </a:lnTo>
                  <a:lnTo>
                    <a:pt x="7" y="7"/>
                  </a:lnTo>
                  <a:lnTo>
                    <a:pt x="6" y="8"/>
                  </a:lnTo>
                  <a:lnTo>
                    <a:pt x="6" y="9"/>
                  </a:lnTo>
                  <a:lnTo>
                    <a:pt x="5" y="11"/>
                  </a:lnTo>
                  <a:lnTo>
                    <a:pt x="4" y="12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2" y="15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1" y="19"/>
                  </a:lnTo>
                  <a:lnTo>
                    <a:pt x="0" y="19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29"/>
                  </a:lnTo>
                  <a:lnTo>
                    <a:pt x="0" y="30"/>
                  </a:lnTo>
                  <a:lnTo>
                    <a:pt x="1" y="30"/>
                  </a:lnTo>
                  <a:lnTo>
                    <a:pt x="1" y="31"/>
                  </a:lnTo>
                  <a:lnTo>
                    <a:pt x="1" y="32"/>
                  </a:lnTo>
                  <a:lnTo>
                    <a:pt x="2" y="34"/>
                  </a:lnTo>
                  <a:lnTo>
                    <a:pt x="2" y="35"/>
                  </a:lnTo>
                  <a:lnTo>
                    <a:pt x="2" y="36"/>
                  </a:lnTo>
                  <a:lnTo>
                    <a:pt x="4" y="37"/>
                  </a:lnTo>
                  <a:lnTo>
                    <a:pt x="5" y="38"/>
                  </a:lnTo>
                  <a:lnTo>
                    <a:pt x="6" y="40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8" y="42"/>
                  </a:lnTo>
                  <a:lnTo>
                    <a:pt x="8" y="43"/>
                  </a:lnTo>
                  <a:lnTo>
                    <a:pt x="10" y="44"/>
                  </a:lnTo>
                  <a:lnTo>
                    <a:pt x="11" y="44"/>
                  </a:lnTo>
                  <a:lnTo>
                    <a:pt x="12" y="46"/>
                  </a:lnTo>
                  <a:lnTo>
                    <a:pt x="13" y="46"/>
                  </a:lnTo>
                  <a:lnTo>
                    <a:pt x="13" y="47"/>
                  </a:lnTo>
                  <a:lnTo>
                    <a:pt x="14" y="47"/>
                  </a:lnTo>
                  <a:lnTo>
                    <a:pt x="16" y="47"/>
                  </a:lnTo>
                  <a:lnTo>
                    <a:pt x="17" y="48"/>
                  </a:lnTo>
                  <a:lnTo>
                    <a:pt x="18" y="48"/>
                  </a:lnTo>
                  <a:lnTo>
                    <a:pt x="19" y="48"/>
                  </a:lnTo>
                  <a:lnTo>
                    <a:pt x="20" y="48"/>
                  </a:lnTo>
                  <a:lnTo>
                    <a:pt x="22" y="48"/>
                  </a:lnTo>
                  <a:lnTo>
                    <a:pt x="23" y="48"/>
                  </a:lnTo>
                  <a:lnTo>
                    <a:pt x="24" y="48"/>
                  </a:lnTo>
                  <a:lnTo>
                    <a:pt x="25" y="48"/>
                  </a:lnTo>
                  <a:lnTo>
                    <a:pt x="26" y="48"/>
                  </a:lnTo>
                  <a:lnTo>
                    <a:pt x="28" y="48"/>
                  </a:lnTo>
                  <a:lnTo>
                    <a:pt x="29" y="48"/>
                  </a:lnTo>
                  <a:lnTo>
                    <a:pt x="30" y="48"/>
                  </a:lnTo>
                  <a:lnTo>
                    <a:pt x="31" y="48"/>
                  </a:lnTo>
                  <a:lnTo>
                    <a:pt x="32" y="47"/>
                  </a:lnTo>
                  <a:lnTo>
                    <a:pt x="34" y="47"/>
                  </a:lnTo>
                  <a:lnTo>
                    <a:pt x="35" y="47"/>
                  </a:lnTo>
                  <a:lnTo>
                    <a:pt x="36" y="46"/>
                  </a:lnTo>
                  <a:lnTo>
                    <a:pt x="37" y="44"/>
                  </a:lnTo>
                  <a:lnTo>
                    <a:pt x="39" y="44"/>
                  </a:lnTo>
                  <a:lnTo>
                    <a:pt x="40" y="43"/>
                  </a:lnTo>
                  <a:lnTo>
                    <a:pt x="41" y="42"/>
                  </a:lnTo>
                  <a:lnTo>
                    <a:pt x="42" y="41"/>
                  </a:lnTo>
                  <a:lnTo>
                    <a:pt x="43" y="40"/>
                  </a:lnTo>
                  <a:lnTo>
                    <a:pt x="43" y="38"/>
                  </a:lnTo>
                  <a:lnTo>
                    <a:pt x="45" y="38"/>
                  </a:lnTo>
                  <a:lnTo>
                    <a:pt x="45" y="37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7" y="34"/>
                  </a:lnTo>
                  <a:lnTo>
                    <a:pt x="47" y="32"/>
                  </a:lnTo>
                  <a:lnTo>
                    <a:pt x="47" y="31"/>
                  </a:lnTo>
                  <a:lnTo>
                    <a:pt x="47" y="30"/>
                  </a:lnTo>
                  <a:lnTo>
                    <a:pt x="48" y="30"/>
                  </a:lnTo>
                  <a:lnTo>
                    <a:pt x="48" y="29"/>
                  </a:lnTo>
                  <a:lnTo>
                    <a:pt x="48" y="28"/>
                  </a:lnTo>
                  <a:lnTo>
                    <a:pt x="48" y="26"/>
                  </a:lnTo>
                  <a:lnTo>
                    <a:pt x="48" y="24"/>
                  </a:lnTo>
                  <a:lnTo>
                    <a:pt x="48" y="23"/>
                  </a:lnTo>
                  <a:lnTo>
                    <a:pt x="48" y="21"/>
                  </a:lnTo>
                  <a:lnTo>
                    <a:pt x="48" y="20"/>
                  </a:lnTo>
                  <a:lnTo>
                    <a:pt x="48" y="19"/>
                  </a:lnTo>
                  <a:lnTo>
                    <a:pt x="47" y="19"/>
                  </a:lnTo>
                  <a:lnTo>
                    <a:pt x="47" y="18"/>
                  </a:lnTo>
                  <a:lnTo>
                    <a:pt x="47" y="17"/>
                  </a:lnTo>
                  <a:lnTo>
                    <a:pt x="47" y="15"/>
                  </a:lnTo>
                  <a:lnTo>
                    <a:pt x="46" y="14"/>
                  </a:lnTo>
                  <a:lnTo>
                    <a:pt x="46" y="13"/>
                  </a:lnTo>
                  <a:lnTo>
                    <a:pt x="45" y="12"/>
                  </a:lnTo>
                  <a:lnTo>
                    <a:pt x="45" y="11"/>
                  </a:lnTo>
                  <a:lnTo>
                    <a:pt x="43" y="11"/>
                  </a:lnTo>
                  <a:lnTo>
                    <a:pt x="43" y="9"/>
                  </a:lnTo>
                  <a:lnTo>
                    <a:pt x="42" y="8"/>
                  </a:lnTo>
                  <a:lnTo>
                    <a:pt x="41" y="7"/>
                  </a:lnTo>
                  <a:lnTo>
                    <a:pt x="40" y="6"/>
                  </a:lnTo>
                  <a:lnTo>
                    <a:pt x="39" y="5"/>
                  </a:lnTo>
                  <a:lnTo>
                    <a:pt x="37" y="5"/>
                  </a:lnTo>
                  <a:lnTo>
                    <a:pt x="36" y="3"/>
                  </a:lnTo>
                  <a:lnTo>
                    <a:pt x="35" y="2"/>
                  </a:lnTo>
                  <a:lnTo>
                    <a:pt x="34" y="2"/>
                  </a:lnTo>
                  <a:lnTo>
                    <a:pt x="32" y="2"/>
                  </a:lnTo>
                  <a:lnTo>
                    <a:pt x="31" y="1"/>
                  </a:lnTo>
                  <a:lnTo>
                    <a:pt x="30" y="1"/>
                  </a:lnTo>
                  <a:lnTo>
                    <a:pt x="29" y="1"/>
                  </a:lnTo>
                  <a:lnTo>
                    <a:pt x="28" y="1"/>
                  </a:lnTo>
                  <a:lnTo>
                    <a:pt x="26" y="1"/>
                  </a:lnTo>
                  <a:lnTo>
                    <a:pt x="25" y="1"/>
                  </a:lnTo>
                  <a:lnTo>
                    <a:pt x="24" y="0"/>
                  </a:lnTo>
                  <a:lnTo>
                    <a:pt x="24" y="24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79" name="Freeform 24">
              <a:extLst>
                <a:ext uri="{FF2B5EF4-FFF2-40B4-BE49-F238E27FC236}">
                  <a16:creationId xmlns:a16="http://schemas.microsoft.com/office/drawing/2014/main" id="{B4A433BA-5F51-47DE-BA9F-FD78D836B31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753100" y="3124200"/>
              <a:ext cx="52388" cy="49213"/>
            </a:xfrm>
            <a:custGeom>
              <a:avLst/>
              <a:gdLst>
                <a:gd name="T0" fmla="*/ 2147483646 w 56"/>
                <a:gd name="T1" fmla="*/ 0 h 55"/>
                <a:gd name="T2" fmla="*/ 2147483646 w 56"/>
                <a:gd name="T3" fmla="*/ 2147483646 h 55"/>
                <a:gd name="T4" fmla="*/ 2147483646 w 56"/>
                <a:gd name="T5" fmla="*/ 2147483646 h 55"/>
                <a:gd name="T6" fmla="*/ 2147483646 w 56"/>
                <a:gd name="T7" fmla="*/ 2147483646 h 55"/>
                <a:gd name="T8" fmla="*/ 2147483646 w 56"/>
                <a:gd name="T9" fmla="*/ 2147483646 h 55"/>
                <a:gd name="T10" fmla="*/ 2147483646 w 56"/>
                <a:gd name="T11" fmla="*/ 2147483646 h 55"/>
                <a:gd name="T12" fmla="*/ 2147483646 w 56"/>
                <a:gd name="T13" fmla="*/ 2147483646 h 55"/>
                <a:gd name="T14" fmla="*/ 2147483646 w 56"/>
                <a:gd name="T15" fmla="*/ 2147483646 h 55"/>
                <a:gd name="T16" fmla="*/ 2147483646 w 56"/>
                <a:gd name="T17" fmla="*/ 2147483646 h 55"/>
                <a:gd name="T18" fmla="*/ 2147483646 w 56"/>
                <a:gd name="T19" fmla="*/ 2147483646 h 55"/>
                <a:gd name="T20" fmla="*/ 0 w 56"/>
                <a:gd name="T21" fmla="*/ 2147483646 h 55"/>
                <a:gd name="T22" fmla="*/ 2147483646 w 56"/>
                <a:gd name="T23" fmla="*/ 2147483646 h 55"/>
                <a:gd name="T24" fmla="*/ 2147483646 w 56"/>
                <a:gd name="T25" fmla="*/ 2147483646 h 55"/>
                <a:gd name="T26" fmla="*/ 2147483646 w 56"/>
                <a:gd name="T27" fmla="*/ 2147483646 h 55"/>
                <a:gd name="T28" fmla="*/ 2147483646 w 56"/>
                <a:gd name="T29" fmla="*/ 2147483646 h 55"/>
                <a:gd name="T30" fmla="*/ 2147483646 w 56"/>
                <a:gd name="T31" fmla="*/ 2147483646 h 55"/>
                <a:gd name="T32" fmla="*/ 2147483646 w 56"/>
                <a:gd name="T33" fmla="*/ 2147483646 h 55"/>
                <a:gd name="T34" fmla="*/ 2147483646 w 56"/>
                <a:gd name="T35" fmla="*/ 2147483646 h 55"/>
                <a:gd name="T36" fmla="*/ 2147483646 w 56"/>
                <a:gd name="T37" fmla="*/ 2147483646 h 55"/>
                <a:gd name="T38" fmla="*/ 2147483646 w 56"/>
                <a:gd name="T39" fmla="*/ 2147483646 h 55"/>
                <a:gd name="T40" fmla="*/ 2147483646 w 56"/>
                <a:gd name="T41" fmla="*/ 2147483646 h 55"/>
                <a:gd name="T42" fmla="*/ 2147483646 w 56"/>
                <a:gd name="T43" fmla="*/ 2147483646 h 55"/>
                <a:gd name="T44" fmla="*/ 2147483646 w 56"/>
                <a:gd name="T45" fmla="*/ 2147483646 h 55"/>
                <a:gd name="T46" fmla="*/ 2147483646 w 56"/>
                <a:gd name="T47" fmla="*/ 2147483646 h 55"/>
                <a:gd name="T48" fmla="*/ 2147483646 w 56"/>
                <a:gd name="T49" fmla="*/ 2147483646 h 55"/>
                <a:gd name="T50" fmla="*/ 2147483646 w 56"/>
                <a:gd name="T51" fmla="*/ 2147483646 h 55"/>
                <a:gd name="T52" fmla="*/ 2147483646 w 56"/>
                <a:gd name="T53" fmla="*/ 2147483646 h 55"/>
                <a:gd name="T54" fmla="*/ 2147483646 w 56"/>
                <a:gd name="T55" fmla="*/ 2147483646 h 55"/>
                <a:gd name="T56" fmla="*/ 2147483646 w 56"/>
                <a:gd name="T57" fmla="*/ 2147483646 h 55"/>
                <a:gd name="T58" fmla="*/ 2147483646 w 56"/>
                <a:gd name="T59" fmla="*/ 2147483646 h 55"/>
                <a:gd name="T60" fmla="*/ 2147483646 w 56"/>
                <a:gd name="T61" fmla="*/ 2147483646 h 55"/>
                <a:gd name="T62" fmla="*/ 2147483646 w 56"/>
                <a:gd name="T63" fmla="*/ 2147483646 h 55"/>
                <a:gd name="T64" fmla="*/ 2147483646 w 56"/>
                <a:gd name="T65" fmla="*/ 2147483646 h 55"/>
                <a:gd name="T66" fmla="*/ 2147483646 w 56"/>
                <a:gd name="T67" fmla="*/ 2147483646 h 55"/>
                <a:gd name="T68" fmla="*/ 2147483646 w 56"/>
                <a:gd name="T69" fmla="*/ 2147483646 h 55"/>
                <a:gd name="T70" fmla="*/ 2147483646 w 56"/>
                <a:gd name="T71" fmla="*/ 2147483646 h 55"/>
                <a:gd name="T72" fmla="*/ 2147483646 w 56"/>
                <a:gd name="T73" fmla="*/ 2147483646 h 55"/>
                <a:gd name="T74" fmla="*/ 2147483646 w 56"/>
                <a:gd name="T75" fmla="*/ 2147483646 h 55"/>
                <a:gd name="T76" fmla="*/ 2147483646 w 56"/>
                <a:gd name="T77" fmla="*/ 2147483646 h 55"/>
                <a:gd name="T78" fmla="*/ 2147483646 w 56"/>
                <a:gd name="T79" fmla="*/ 2147483646 h 55"/>
                <a:gd name="T80" fmla="*/ 2147483646 w 56"/>
                <a:gd name="T81" fmla="*/ 2147483646 h 55"/>
                <a:gd name="T82" fmla="*/ 2147483646 w 56"/>
                <a:gd name="T83" fmla="*/ 2147483646 h 55"/>
                <a:gd name="T84" fmla="*/ 2147483646 w 56"/>
                <a:gd name="T85" fmla="*/ 0 h 55"/>
                <a:gd name="T86" fmla="*/ 2147483646 w 56"/>
                <a:gd name="T87" fmla="*/ 0 h 5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6"/>
                <a:gd name="T133" fmla="*/ 0 h 55"/>
                <a:gd name="T134" fmla="*/ 56 w 56"/>
                <a:gd name="T135" fmla="*/ 55 h 5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6" h="55">
                  <a:moveTo>
                    <a:pt x="29" y="0"/>
                  </a:moveTo>
                  <a:lnTo>
                    <a:pt x="26" y="0"/>
                  </a:lnTo>
                  <a:lnTo>
                    <a:pt x="25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1" y="1"/>
                  </a:lnTo>
                  <a:lnTo>
                    <a:pt x="20" y="1"/>
                  </a:lnTo>
                  <a:lnTo>
                    <a:pt x="19" y="1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5" y="3"/>
                  </a:lnTo>
                  <a:lnTo>
                    <a:pt x="14" y="3"/>
                  </a:lnTo>
                  <a:lnTo>
                    <a:pt x="13" y="4"/>
                  </a:lnTo>
                  <a:lnTo>
                    <a:pt x="12" y="6"/>
                  </a:lnTo>
                  <a:lnTo>
                    <a:pt x="10" y="6"/>
                  </a:lnTo>
                  <a:lnTo>
                    <a:pt x="9" y="7"/>
                  </a:lnTo>
                  <a:lnTo>
                    <a:pt x="8" y="8"/>
                  </a:lnTo>
                  <a:lnTo>
                    <a:pt x="7" y="9"/>
                  </a:lnTo>
                  <a:lnTo>
                    <a:pt x="6" y="10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2" y="16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1" y="20"/>
                  </a:lnTo>
                  <a:lnTo>
                    <a:pt x="1" y="21"/>
                  </a:lnTo>
                  <a:lnTo>
                    <a:pt x="1" y="24"/>
                  </a:lnTo>
                  <a:lnTo>
                    <a:pt x="1" y="25"/>
                  </a:lnTo>
                  <a:lnTo>
                    <a:pt x="1" y="26"/>
                  </a:lnTo>
                  <a:lnTo>
                    <a:pt x="0" y="27"/>
                  </a:lnTo>
                  <a:lnTo>
                    <a:pt x="1" y="28"/>
                  </a:lnTo>
                  <a:lnTo>
                    <a:pt x="1" y="30"/>
                  </a:lnTo>
                  <a:lnTo>
                    <a:pt x="1" y="32"/>
                  </a:lnTo>
                  <a:lnTo>
                    <a:pt x="1" y="33"/>
                  </a:lnTo>
                  <a:lnTo>
                    <a:pt x="1" y="34"/>
                  </a:lnTo>
                  <a:lnTo>
                    <a:pt x="2" y="36"/>
                  </a:lnTo>
                  <a:lnTo>
                    <a:pt x="2" y="37"/>
                  </a:lnTo>
                  <a:lnTo>
                    <a:pt x="2" y="38"/>
                  </a:lnTo>
                  <a:lnTo>
                    <a:pt x="3" y="39"/>
                  </a:lnTo>
                  <a:lnTo>
                    <a:pt x="3" y="41"/>
                  </a:lnTo>
                  <a:lnTo>
                    <a:pt x="4" y="42"/>
                  </a:lnTo>
                  <a:lnTo>
                    <a:pt x="4" y="43"/>
                  </a:lnTo>
                  <a:lnTo>
                    <a:pt x="6" y="44"/>
                  </a:lnTo>
                  <a:lnTo>
                    <a:pt x="7" y="45"/>
                  </a:lnTo>
                  <a:lnTo>
                    <a:pt x="8" y="47"/>
                  </a:lnTo>
                  <a:lnTo>
                    <a:pt x="8" y="48"/>
                  </a:lnTo>
                  <a:lnTo>
                    <a:pt x="9" y="48"/>
                  </a:lnTo>
                  <a:lnTo>
                    <a:pt x="10" y="49"/>
                  </a:lnTo>
                  <a:lnTo>
                    <a:pt x="12" y="50"/>
                  </a:lnTo>
                  <a:lnTo>
                    <a:pt x="13" y="50"/>
                  </a:lnTo>
                  <a:lnTo>
                    <a:pt x="14" y="51"/>
                  </a:lnTo>
                  <a:lnTo>
                    <a:pt x="15" y="51"/>
                  </a:lnTo>
                  <a:lnTo>
                    <a:pt x="16" y="53"/>
                  </a:lnTo>
                  <a:lnTo>
                    <a:pt x="18" y="53"/>
                  </a:lnTo>
                  <a:lnTo>
                    <a:pt x="19" y="54"/>
                  </a:lnTo>
                  <a:lnTo>
                    <a:pt x="20" y="54"/>
                  </a:lnTo>
                  <a:lnTo>
                    <a:pt x="21" y="55"/>
                  </a:lnTo>
                  <a:lnTo>
                    <a:pt x="22" y="55"/>
                  </a:lnTo>
                  <a:lnTo>
                    <a:pt x="24" y="55"/>
                  </a:lnTo>
                  <a:lnTo>
                    <a:pt x="25" y="55"/>
                  </a:lnTo>
                  <a:lnTo>
                    <a:pt x="26" y="55"/>
                  </a:lnTo>
                  <a:lnTo>
                    <a:pt x="29" y="55"/>
                  </a:lnTo>
                  <a:lnTo>
                    <a:pt x="30" y="55"/>
                  </a:lnTo>
                  <a:lnTo>
                    <a:pt x="31" y="55"/>
                  </a:lnTo>
                  <a:lnTo>
                    <a:pt x="32" y="55"/>
                  </a:lnTo>
                  <a:lnTo>
                    <a:pt x="33" y="55"/>
                  </a:lnTo>
                  <a:lnTo>
                    <a:pt x="35" y="55"/>
                  </a:lnTo>
                  <a:lnTo>
                    <a:pt x="37" y="54"/>
                  </a:lnTo>
                  <a:lnTo>
                    <a:pt x="38" y="54"/>
                  </a:lnTo>
                  <a:lnTo>
                    <a:pt x="39" y="53"/>
                  </a:lnTo>
                  <a:lnTo>
                    <a:pt x="41" y="53"/>
                  </a:lnTo>
                  <a:lnTo>
                    <a:pt x="42" y="51"/>
                  </a:lnTo>
                  <a:lnTo>
                    <a:pt x="43" y="51"/>
                  </a:lnTo>
                  <a:lnTo>
                    <a:pt x="44" y="50"/>
                  </a:lnTo>
                  <a:lnTo>
                    <a:pt x="45" y="50"/>
                  </a:lnTo>
                  <a:lnTo>
                    <a:pt x="45" y="49"/>
                  </a:lnTo>
                  <a:lnTo>
                    <a:pt x="47" y="48"/>
                  </a:lnTo>
                  <a:lnTo>
                    <a:pt x="48" y="48"/>
                  </a:lnTo>
                  <a:lnTo>
                    <a:pt x="49" y="47"/>
                  </a:lnTo>
                  <a:lnTo>
                    <a:pt x="50" y="45"/>
                  </a:lnTo>
                  <a:lnTo>
                    <a:pt x="50" y="44"/>
                  </a:lnTo>
                  <a:lnTo>
                    <a:pt x="51" y="43"/>
                  </a:lnTo>
                  <a:lnTo>
                    <a:pt x="53" y="42"/>
                  </a:lnTo>
                  <a:lnTo>
                    <a:pt x="53" y="41"/>
                  </a:lnTo>
                  <a:lnTo>
                    <a:pt x="54" y="39"/>
                  </a:lnTo>
                  <a:lnTo>
                    <a:pt x="54" y="38"/>
                  </a:lnTo>
                  <a:lnTo>
                    <a:pt x="54" y="37"/>
                  </a:lnTo>
                  <a:lnTo>
                    <a:pt x="55" y="36"/>
                  </a:lnTo>
                  <a:lnTo>
                    <a:pt x="55" y="34"/>
                  </a:lnTo>
                  <a:lnTo>
                    <a:pt x="55" y="33"/>
                  </a:lnTo>
                  <a:lnTo>
                    <a:pt x="56" y="32"/>
                  </a:lnTo>
                  <a:lnTo>
                    <a:pt x="56" y="30"/>
                  </a:lnTo>
                  <a:lnTo>
                    <a:pt x="56" y="28"/>
                  </a:lnTo>
                  <a:lnTo>
                    <a:pt x="56" y="27"/>
                  </a:lnTo>
                  <a:lnTo>
                    <a:pt x="56" y="26"/>
                  </a:lnTo>
                  <a:lnTo>
                    <a:pt x="56" y="25"/>
                  </a:lnTo>
                  <a:lnTo>
                    <a:pt x="56" y="24"/>
                  </a:lnTo>
                  <a:lnTo>
                    <a:pt x="55" y="21"/>
                  </a:lnTo>
                  <a:lnTo>
                    <a:pt x="55" y="20"/>
                  </a:lnTo>
                  <a:lnTo>
                    <a:pt x="55" y="19"/>
                  </a:lnTo>
                  <a:lnTo>
                    <a:pt x="54" y="18"/>
                  </a:lnTo>
                  <a:lnTo>
                    <a:pt x="54" y="16"/>
                  </a:lnTo>
                  <a:lnTo>
                    <a:pt x="54" y="15"/>
                  </a:lnTo>
                  <a:lnTo>
                    <a:pt x="53" y="14"/>
                  </a:lnTo>
                  <a:lnTo>
                    <a:pt x="53" y="13"/>
                  </a:lnTo>
                  <a:lnTo>
                    <a:pt x="51" y="12"/>
                  </a:lnTo>
                  <a:lnTo>
                    <a:pt x="50" y="10"/>
                  </a:lnTo>
                  <a:lnTo>
                    <a:pt x="50" y="9"/>
                  </a:lnTo>
                  <a:lnTo>
                    <a:pt x="49" y="8"/>
                  </a:lnTo>
                  <a:lnTo>
                    <a:pt x="48" y="8"/>
                  </a:lnTo>
                  <a:lnTo>
                    <a:pt x="47" y="7"/>
                  </a:lnTo>
                  <a:lnTo>
                    <a:pt x="45" y="6"/>
                  </a:lnTo>
                  <a:lnTo>
                    <a:pt x="44" y="4"/>
                  </a:lnTo>
                  <a:lnTo>
                    <a:pt x="43" y="3"/>
                  </a:lnTo>
                  <a:lnTo>
                    <a:pt x="42" y="3"/>
                  </a:lnTo>
                  <a:lnTo>
                    <a:pt x="41" y="2"/>
                  </a:lnTo>
                  <a:lnTo>
                    <a:pt x="39" y="2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2" y="0"/>
                  </a:lnTo>
                  <a:lnTo>
                    <a:pt x="31" y="0"/>
                  </a:lnTo>
                  <a:lnTo>
                    <a:pt x="30" y="0"/>
                  </a:lnTo>
                  <a:lnTo>
                    <a:pt x="29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80" name="Freeform 27">
              <a:extLst>
                <a:ext uri="{FF2B5EF4-FFF2-40B4-BE49-F238E27FC236}">
                  <a16:creationId xmlns:a16="http://schemas.microsoft.com/office/drawing/2014/main" id="{E6E6899A-353B-4AAE-B4A6-62C85E22584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128000" y="3035300"/>
              <a:ext cx="131763" cy="44450"/>
            </a:xfrm>
            <a:custGeom>
              <a:avLst/>
              <a:gdLst>
                <a:gd name="T0" fmla="*/ 0 w 145"/>
                <a:gd name="T1" fmla="*/ 2147483646 h 48"/>
                <a:gd name="T2" fmla="*/ 2147483646 w 145"/>
                <a:gd name="T3" fmla="*/ 2147483646 h 48"/>
                <a:gd name="T4" fmla="*/ 0 w 145"/>
                <a:gd name="T5" fmla="*/ 0 h 48"/>
                <a:gd name="T6" fmla="*/ 0 w 145"/>
                <a:gd name="T7" fmla="*/ 2147483646 h 48"/>
                <a:gd name="T8" fmla="*/ 0 w 145"/>
                <a:gd name="T9" fmla="*/ 2147483646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5"/>
                <a:gd name="T16" fmla="*/ 0 h 48"/>
                <a:gd name="T17" fmla="*/ 145 w 145"/>
                <a:gd name="T18" fmla="*/ 48 h 4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5" h="48">
                  <a:moveTo>
                    <a:pt x="0" y="48"/>
                  </a:moveTo>
                  <a:lnTo>
                    <a:pt x="145" y="24"/>
                  </a:lnTo>
                  <a:lnTo>
                    <a:pt x="0" y="0"/>
                  </a:lnTo>
                  <a:lnTo>
                    <a:pt x="0" y="2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81" name="Line 28">
              <a:extLst>
                <a:ext uri="{FF2B5EF4-FFF2-40B4-BE49-F238E27FC236}">
                  <a16:creationId xmlns:a16="http://schemas.microsoft.com/office/drawing/2014/main" id="{73A65AD1-BACA-4293-9ADF-956CDC5CAA18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7732713" y="3057525"/>
              <a:ext cx="395287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82" name="Rectangle 29">
              <a:extLst>
                <a:ext uri="{FF2B5EF4-FFF2-40B4-BE49-F238E27FC236}">
                  <a16:creationId xmlns:a16="http://schemas.microsoft.com/office/drawing/2014/main" id="{D9998000-A513-49EF-BBFD-E8A2C311416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006475" y="2806700"/>
              <a:ext cx="2428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</a:p>
          </p:txBody>
        </p:sp>
        <p:sp>
          <p:nvSpPr>
            <p:cNvPr id="15383" name="Rectangle 30">
              <a:extLst>
                <a:ext uri="{FF2B5EF4-FFF2-40B4-BE49-F238E27FC236}">
                  <a16:creationId xmlns:a16="http://schemas.microsoft.com/office/drawing/2014/main" id="{7FCBCE09-BD70-4BBB-AC86-0959EBB784B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393113" y="2947988"/>
              <a:ext cx="17462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Z </a:t>
              </a:r>
            </a:p>
          </p:txBody>
        </p:sp>
        <p:sp>
          <p:nvSpPr>
            <p:cNvPr id="15384" name="Rectangle 31">
              <a:extLst>
                <a:ext uri="{FF2B5EF4-FFF2-40B4-BE49-F238E27FC236}">
                  <a16:creationId xmlns:a16="http://schemas.microsoft.com/office/drawing/2014/main" id="{9AD451FB-9A22-4A82-A979-EFB7D7FBBEF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392863" y="2811463"/>
              <a:ext cx="1262062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Combinational </a:t>
              </a:r>
            </a:p>
          </p:txBody>
        </p:sp>
        <p:sp>
          <p:nvSpPr>
            <p:cNvPr id="15385" name="Rectangle 32">
              <a:extLst>
                <a:ext uri="{FF2B5EF4-FFF2-40B4-BE49-F238E27FC236}">
                  <a16:creationId xmlns:a16="http://schemas.microsoft.com/office/drawing/2014/main" id="{E5B05C64-1089-436C-B7F1-7A8063EF23E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238875" y="2509838"/>
              <a:ext cx="1493838" cy="1096962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386" name="Rectangle 33">
              <a:extLst>
                <a:ext uri="{FF2B5EF4-FFF2-40B4-BE49-F238E27FC236}">
                  <a16:creationId xmlns:a16="http://schemas.microsoft.com/office/drawing/2014/main" id="{881F68F5-1A59-40D9-984D-D30885AE463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29413" y="3038475"/>
              <a:ext cx="573087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circuit </a:t>
              </a:r>
            </a:p>
          </p:txBody>
        </p:sp>
        <p:sp>
          <p:nvSpPr>
            <p:cNvPr id="29" name="Shape 640">
              <a:extLst>
                <a:ext uri="{FF2B5EF4-FFF2-40B4-BE49-F238E27FC236}">
                  <a16:creationId xmlns:a16="http://schemas.microsoft.com/office/drawing/2014/main" id="{499C3DBB-3BCE-471E-934F-5E0CC60D51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1013" y="2819400"/>
              <a:ext cx="395287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Q(t) </a:t>
              </a:r>
            </a:p>
          </p:txBody>
        </p:sp>
        <p:sp>
          <p:nvSpPr>
            <p:cNvPr id="30" name="Shape 643">
              <a:extLst>
                <a:ext uri="{FF2B5EF4-FFF2-40B4-BE49-F238E27FC236}">
                  <a16:creationId xmlns:a16="http://schemas.microsoft.com/office/drawing/2014/main" id="{73F2B5B4-7B8F-478E-9290-783432D246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08388" y="2819400"/>
              <a:ext cx="6127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Q(t+1)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761268869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265" name="Shape 979">
            <a:extLst>
              <a:ext uri="{FF2B5EF4-FFF2-40B4-BE49-F238E27FC236}">
                <a16:creationId xmlns:a16="http://schemas.microsoft.com/office/drawing/2014/main" id="{4B979CB2-CE39-4C2B-BEB1-FDD4BB9934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88900"/>
            <a:ext cx="9144000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Summary: Designing a </a:t>
            </a: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Mealy/Moore</a:t>
            </a: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 Machine</a:t>
            </a:r>
          </a:p>
        </p:txBody>
      </p:sp>
      <p:sp>
        <p:nvSpPr>
          <p:cNvPr id="139266" name="Shape 980">
            <a:extLst>
              <a:ext uri="{FF2B5EF4-FFF2-40B4-BE49-F238E27FC236}">
                <a16:creationId xmlns:a16="http://schemas.microsoft.com/office/drawing/2014/main" id="{E05A3078-FB84-4716-8B0F-42E61E1BC0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038" y="898525"/>
            <a:ext cx="7802562" cy="4968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 marL="457200" indent="-3937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577850" marR="0" lvl="0" indent="-514350" algn="l" defTabSz="914400" rtl="0" eaLnBrk="1" fontAlgn="base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>
                <a:srgbClr val="000000"/>
              </a:buClr>
              <a:buSzTx/>
              <a:buFont typeface="+mj-lt"/>
              <a:buAutoNum type="arabicPeriod"/>
              <a:tabLst/>
              <a:defRPr/>
            </a:pPr>
            <a:r>
              <a:rPr kumimoji="0" lang="en-US" alt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Obtain the circuit specification</a:t>
            </a:r>
          </a:p>
          <a:p>
            <a:pPr marL="577850" marR="0" lvl="0" indent="-514350" algn="l" defTabSz="914400" rtl="0" eaLnBrk="1" fontAlgn="base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>
                <a:srgbClr val="000000"/>
              </a:buClr>
              <a:buSzTx/>
              <a:buFont typeface="+mj-lt"/>
              <a:buAutoNum type="arabicPeriod"/>
              <a:tabLst/>
              <a:defRPr/>
            </a:pPr>
            <a:r>
              <a:rPr kumimoji="0" lang="en-US" alt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Derive a state diagram</a:t>
            </a:r>
          </a:p>
          <a:p>
            <a:pPr marL="577850" marR="0" lvl="0" indent="-514350" algn="l" defTabSz="914400" rtl="0" eaLnBrk="1" fontAlgn="base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>
                <a:srgbClr val="000000"/>
              </a:buClr>
              <a:buSzTx/>
              <a:buFont typeface="+mj-lt"/>
              <a:buAutoNum type="arabicPeriod"/>
              <a:tabLst/>
              <a:defRPr/>
            </a:pPr>
            <a:r>
              <a:rPr kumimoji="0" lang="en-US" alt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Derive the state table</a:t>
            </a:r>
          </a:p>
          <a:p>
            <a:pPr marL="577850" marR="0" lvl="0" indent="-514350" algn="l" defTabSz="914400" rtl="0" eaLnBrk="1" fontAlgn="base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>
                <a:srgbClr val="000000"/>
              </a:buClr>
              <a:buSzTx/>
              <a:buFont typeface="+mj-lt"/>
              <a:buAutoNum type="arabicPeriod"/>
              <a:tabLst/>
              <a:defRPr/>
            </a:pPr>
            <a:r>
              <a:rPr kumimoji="0" lang="en-US" alt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Decide on a state encoding</a:t>
            </a:r>
          </a:p>
          <a:p>
            <a:pPr marL="577850" marR="0" lvl="0" indent="-514350" algn="l" defTabSz="914400" rtl="0" eaLnBrk="1" fontAlgn="base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>
                <a:srgbClr val="000000"/>
              </a:buClr>
              <a:buSzTx/>
              <a:buFont typeface="+mj-lt"/>
              <a:buAutoNum type="arabicPeriod"/>
              <a:tabLst/>
              <a:defRPr/>
            </a:pPr>
            <a:r>
              <a:rPr kumimoji="0" lang="en-US" alt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Encode the state table</a:t>
            </a:r>
          </a:p>
          <a:p>
            <a:pPr marL="577850" marR="0" lvl="0" indent="-514350" algn="l" defTabSz="914400" rtl="0" eaLnBrk="1" fontAlgn="base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>
                <a:srgbClr val="000000"/>
              </a:buClr>
              <a:buSzTx/>
              <a:buFont typeface="+mj-lt"/>
              <a:buAutoNum type="arabicPeriod"/>
              <a:tabLst/>
              <a:defRPr/>
            </a:pPr>
            <a:r>
              <a:rPr kumimoji="0" lang="en-US" alt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Derive the output logic and next-state logic</a:t>
            </a:r>
          </a:p>
          <a:p>
            <a:pPr marL="577850" marR="0" lvl="0" indent="-514350" algn="l" defTabSz="914400" rtl="0" eaLnBrk="1" fontAlgn="base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>
                <a:srgbClr val="000000"/>
              </a:buClr>
              <a:buSzTx/>
              <a:buFont typeface="+mj-lt"/>
              <a:buAutoNum type="arabicPeriod"/>
              <a:tabLst/>
              <a:defRPr/>
            </a:pPr>
            <a:r>
              <a:rPr kumimoji="0" lang="en-US" alt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Draw the Circuit Diagram</a:t>
            </a:r>
          </a:p>
          <a:p>
            <a:pPr marL="577850" marR="0" lvl="0" indent="-514350" algn="l" defTabSz="914400" rtl="0" eaLnBrk="1" fontAlgn="base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>
                <a:srgbClr val="000000"/>
              </a:buClr>
              <a:buSzTx/>
              <a:buFont typeface="+mj-lt"/>
              <a:buAutoNum type="arabicPeriod"/>
              <a:tabLst/>
              <a:defRPr/>
            </a:pPr>
            <a:r>
              <a:rPr kumimoji="0" lang="en-US" alt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Add a reset signal</a:t>
            </a:r>
          </a:p>
        </p:txBody>
      </p:sp>
    </p:spTree>
    <p:extLst>
      <p:ext uri="{BB962C8B-B14F-4D97-AF65-F5344CB8AC3E}">
        <p14:creationId xmlns:p14="http://schemas.microsoft.com/office/powerpoint/2010/main" val="326935591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2" name="Rectangle 2">
            <a:extLst>
              <a:ext uri="{FF2B5EF4-FFF2-40B4-BE49-F238E27FC236}">
                <a16:creationId xmlns:a16="http://schemas.microsoft.com/office/drawing/2014/main" id="{9AB0AB03-2A16-4F9B-8BC3-4B998DABB5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State diagram for the Moore-type serial adder FSM</a:t>
            </a:r>
          </a:p>
        </p:txBody>
      </p:sp>
      <p:sp>
        <p:nvSpPr>
          <p:cNvPr id="61443" name="TextBox 125">
            <a:extLst>
              <a:ext uri="{FF2B5EF4-FFF2-40B4-BE49-F238E27FC236}">
                <a16:creationId xmlns:a16="http://schemas.microsoft.com/office/drawing/2014/main" id="{1010EB61-E66A-43D0-861C-E5E6485035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151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6.44 from the textbook ]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44A2B59C-88A1-4192-9F0B-55439D75C02F}"/>
              </a:ext>
            </a:extLst>
          </p:cNvPr>
          <p:cNvSpPr/>
          <p:nvPr/>
        </p:nvSpPr>
        <p:spPr>
          <a:xfrm>
            <a:off x="76200" y="857071"/>
            <a:ext cx="8991600" cy="41549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dirty="0"/>
              <a:t>Since in both states, G and H, it is possible to produce two different outputs depending on the valuations of the inputs a and b, a Moore-type FSM will need more than two states. 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en-US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dirty="0"/>
              <a:t>We can derive a suitable state diagram by splitting both G and H into two states. 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en-US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dirty="0"/>
              <a:t>Instead of G, we will use G</a:t>
            </a:r>
            <a:r>
              <a:rPr lang="en-US" baseline="-25000" dirty="0"/>
              <a:t>0</a:t>
            </a:r>
            <a:r>
              <a:rPr lang="en-US" dirty="0"/>
              <a:t> and G</a:t>
            </a:r>
            <a:r>
              <a:rPr lang="en-US" baseline="-25000" dirty="0"/>
              <a:t>1</a:t>
            </a:r>
            <a:r>
              <a:rPr lang="en-US" dirty="0"/>
              <a:t> to denote the fact that the carry is 0 and that the sum is either 0 or 1, respectively. 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en-US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dirty="0"/>
              <a:t>Similarly, instead of H, we will use H</a:t>
            </a:r>
            <a:r>
              <a:rPr lang="en-US" baseline="-25000" dirty="0"/>
              <a:t>0</a:t>
            </a:r>
            <a:r>
              <a:rPr lang="en-US" dirty="0"/>
              <a:t> and H</a:t>
            </a:r>
            <a:r>
              <a:rPr lang="en-US" baseline="-25000" dirty="0"/>
              <a:t>1</a:t>
            </a:r>
            <a:r>
              <a:rPr lang="en-US" dirty="0"/>
              <a:t>.</a:t>
            </a: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2" name="Rectangle 2">
            <a:extLst>
              <a:ext uri="{FF2B5EF4-FFF2-40B4-BE49-F238E27FC236}">
                <a16:creationId xmlns:a16="http://schemas.microsoft.com/office/drawing/2014/main" id="{9AB0AB03-2A16-4F9B-8BC3-4B998DABB5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State diagram for the Moore-type serial adder FSM</a:t>
            </a:r>
          </a:p>
        </p:txBody>
      </p:sp>
      <p:sp>
        <p:nvSpPr>
          <p:cNvPr id="61443" name="TextBox 125">
            <a:extLst>
              <a:ext uri="{FF2B5EF4-FFF2-40B4-BE49-F238E27FC236}">
                <a16:creationId xmlns:a16="http://schemas.microsoft.com/office/drawing/2014/main" id="{1010EB61-E66A-43D0-861C-E5E6485035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151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6.44 from the textbook ]</a:t>
            </a:r>
          </a:p>
        </p:txBody>
      </p:sp>
      <p:sp>
        <p:nvSpPr>
          <p:cNvPr id="4" name="TextBox 1">
            <a:extLst>
              <a:ext uri="{FF2B5EF4-FFF2-40B4-BE49-F238E27FC236}">
                <a16:creationId xmlns:a16="http://schemas.microsoft.com/office/drawing/2014/main" id="{0EA0E5C9-0084-4384-BE24-31F1BF9016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16275" y="685800"/>
            <a:ext cx="18129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carry=0, sum=0</a:t>
            </a:r>
          </a:p>
        </p:txBody>
      </p:sp>
      <p:sp>
        <p:nvSpPr>
          <p:cNvPr id="5" name="TextBox 82">
            <a:extLst>
              <a:ext uri="{FF2B5EF4-FFF2-40B4-BE49-F238E27FC236}">
                <a16:creationId xmlns:a16="http://schemas.microsoft.com/office/drawing/2014/main" id="{FCCC8A80-E97F-494C-8D9A-DBF59ABD2F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16275" y="5010150"/>
            <a:ext cx="18129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carry=0, sum=1</a:t>
            </a:r>
          </a:p>
        </p:txBody>
      </p:sp>
      <p:sp>
        <p:nvSpPr>
          <p:cNvPr id="6" name="TextBox 83">
            <a:extLst>
              <a:ext uri="{FF2B5EF4-FFF2-40B4-BE49-F238E27FC236}">
                <a16:creationId xmlns:a16="http://schemas.microsoft.com/office/drawing/2014/main" id="{419FFFBC-3CA4-4C73-A161-BB30B41711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1075" y="685800"/>
            <a:ext cx="18129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carry=1, sum=0</a:t>
            </a:r>
          </a:p>
        </p:txBody>
      </p:sp>
      <p:sp>
        <p:nvSpPr>
          <p:cNvPr id="7" name="TextBox 84">
            <a:extLst>
              <a:ext uri="{FF2B5EF4-FFF2-40B4-BE49-F238E27FC236}">
                <a16:creationId xmlns:a16="http://schemas.microsoft.com/office/drawing/2014/main" id="{25F7321F-BE74-41E7-91AD-1525E22174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1075" y="5010150"/>
            <a:ext cx="18129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carry=1, sum=1</a:t>
            </a:r>
          </a:p>
        </p:txBody>
      </p:sp>
      <p:sp>
        <p:nvSpPr>
          <p:cNvPr id="8" name="Freeform 27">
            <a:extLst>
              <a:ext uri="{FF2B5EF4-FFF2-40B4-BE49-F238E27FC236}">
                <a16:creationId xmlns:a16="http://schemas.microsoft.com/office/drawing/2014/main" id="{32F1976C-56D0-4B99-BA6D-7B47E199D924}"/>
              </a:ext>
            </a:extLst>
          </p:cNvPr>
          <p:cNvSpPr>
            <a:spLocks/>
          </p:cNvSpPr>
          <p:nvPr/>
        </p:nvSpPr>
        <p:spPr bwMode="auto">
          <a:xfrm>
            <a:off x="7162800" y="3759200"/>
            <a:ext cx="1260475" cy="720725"/>
          </a:xfrm>
          <a:custGeom>
            <a:avLst/>
            <a:gdLst>
              <a:gd name="T0" fmla="*/ 2147483646 w 1587"/>
              <a:gd name="T1" fmla="*/ 2147483646 h 907"/>
              <a:gd name="T2" fmla="*/ 2147483646 w 1587"/>
              <a:gd name="T3" fmla="*/ 2147483646 h 907"/>
              <a:gd name="T4" fmla="*/ 2147483646 w 1587"/>
              <a:gd name="T5" fmla="*/ 2147483646 h 907"/>
              <a:gd name="T6" fmla="*/ 2147483646 w 1587"/>
              <a:gd name="T7" fmla="*/ 2147483646 h 907"/>
              <a:gd name="T8" fmla="*/ 2147483646 w 1587"/>
              <a:gd name="T9" fmla="*/ 2147483646 h 907"/>
              <a:gd name="T10" fmla="*/ 2147483646 w 1587"/>
              <a:gd name="T11" fmla="*/ 2147483646 h 907"/>
              <a:gd name="T12" fmla="*/ 2147483646 w 1587"/>
              <a:gd name="T13" fmla="*/ 2147483646 h 907"/>
              <a:gd name="T14" fmla="*/ 2147483646 w 1587"/>
              <a:gd name="T15" fmla="*/ 2147483646 h 907"/>
              <a:gd name="T16" fmla="*/ 2147483646 w 1587"/>
              <a:gd name="T17" fmla="*/ 2147483646 h 907"/>
              <a:gd name="T18" fmla="*/ 2147483646 w 1587"/>
              <a:gd name="T19" fmla="*/ 2147483646 h 907"/>
              <a:gd name="T20" fmla="*/ 0 w 1587"/>
              <a:gd name="T21" fmla="*/ 2147483646 h 907"/>
              <a:gd name="T22" fmla="*/ 2147483646 w 1587"/>
              <a:gd name="T23" fmla="*/ 2147483646 h 907"/>
              <a:gd name="T24" fmla="*/ 2147483646 w 1587"/>
              <a:gd name="T25" fmla="*/ 2147483646 h 907"/>
              <a:gd name="T26" fmla="*/ 2147483646 w 1587"/>
              <a:gd name="T27" fmla="*/ 2147483646 h 907"/>
              <a:gd name="T28" fmla="*/ 2147483646 w 1587"/>
              <a:gd name="T29" fmla="*/ 2147483646 h 907"/>
              <a:gd name="T30" fmla="*/ 2147483646 w 1587"/>
              <a:gd name="T31" fmla="*/ 2147483646 h 907"/>
              <a:gd name="T32" fmla="*/ 2147483646 w 1587"/>
              <a:gd name="T33" fmla="*/ 2147483646 h 907"/>
              <a:gd name="T34" fmla="*/ 2147483646 w 1587"/>
              <a:gd name="T35" fmla="*/ 2147483646 h 907"/>
              <a:gd name="T36" fmla="*/ 2147483646 w 1587"/>
              <a:gd name="T37" fmla="*/ 2147483646 h 907"/>
              <a:gd name="T38" fmla="*/ 2147483646 w 1587"/>
              <a:gd name="T39" fmla="*/ 2147483646 h 907"/>
              <a:gd name="T40" fmla="*/ 2147483646 w 1587"/>
              <a:gd name="T41" fmla="*/ 2147483646 h 907"/>
              <a:gd name="T42" fmla="*/ 2147483646 w 1587"/>
              <a:gd name="T43" fmla="*/ 2147483646 h 907"/>
              <a:gd name="T44" fmla="*/ 2147483646 w 1587"/>
              <a:gd name="T45" fmla="*/ 2147483646 h 907"/>
              <a:gd name="T46" fmla="*/ 2147483646 w 1587"/>
              <a:gd name="T47" fmla="*/ 2147483646 h 907"/>
              <a:gd name="T48" fmla="*/ 2147483646 w 1587"/>
              <a:gd name="T49" fmla="*/ 2147483646 h 907"/>
              <a:gd name="T50" fmla="*/ 2147483646 w 1587"/>
              <a:gd name="T51" fmla="*/ 2147483646 h 907"/>
              <a:gd name="T52" fmla="*/ 2147483646 w 1587"/>
              <a:gd name="T53" fmla="*/ 2147483646 h 907"/>
              <a:gd name="T54" fmla="*/ 2147483646 w 1587"/>
              <a:gd name="T55" fmla="*/ 2147483646 h 907"/>
              <a:gd name="T56" fmla="*/ 2147483646 w 1587"/>
              <a:gd name="T57" fmla="*/ 2147483646 h 907"/>
              <a:gd name="T58" fmla="*/ 2147483646 w 1587"/>
              <a:gd name="T59" fmla="*/ 2147483646 h 907"/>
              <a:gd name="T60" fmla="*/ 2147483646 w 1587"/>
              <a:gd name="T61" fmla="*/ 2147483646 h 907"/>
              <a:gd name="T62" fmla="*/ 2147483646 w 1587"/>
              <a:gd name="T63" fmla="*/ 2147483646 h 907"/>
              <a:gd name="T64" fmla="*/ 2147483646 w 1587"/>
              <a:gd name="T65" fmla="*/ 2147483646 h 907"/>
              <a:gd name="T66" fmla="*/ 2147483646 w 1587"/>
              <a:gd name="T67" fmla="*/ 2147483646 h 907"/>
              <a:gd name="T68" fmla="*/ 2147483646 w 1587"/>
              <a:gd name="T69" fmla="*/ 2147483646 h 907"/>
              <a:gd name="T70" fmla="*/ 2147483646 w 1587"/>
              <a:gd name="T71" fmla="*/ 2147483646 h 907"/>
              <a:gd name="T72" fmla="*/ 2147483646 w 1587"/>
              <a:gd name="T73" fmla="*/ 2147483646 h 907"/>
              <a:gd name="T74" fmla="*/ 2147483646 w 1587"/>
              <a:gd name="T75" fmla="*/ 2147483646 h 907"/>
              <a:gd name="T76" fmla="*/ 2147483646 w 1587"/>
              <a:gd name="T77" fmla="*/ 2147483646 h 907"/>
              <a:gd name="T78" fmla="*/ 2147483646 w 1587"/>
              <a:gd name="T79" fmla="*/ 2147483646 h 907"/>
              <a:gd name="T80" fmla="*/ 2147483646 w 1587"/>
              <a:gd name="T81" fmla="*/ 2147483646 h 907"/>
              <a:gd name="T82" fmla="*/ 2147483646 w 1587"/>
              <a:gd name="T83" fmla="*/ 2147483646 h 907"/>
              <a:gd name="T84" fmla="*/ 2147483646 w 1587"/>
              <a:gd name="T85" fmla="*/ 2147483646 h 907"/>
              <a:gd name="T86" fmla="*/ 2147483646 w 1587"/>
              <a:gd name="T87" fmla="*/ 0 h 907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1587"/>
              <a:gd name="T133" fmla="*/ 0 h 907"/>
              <a:gd name="T134" fmla="*/ 1587 w 1587"/>
              <a:gd name="T135" fmla="*/ 907 h 907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1587" h="907">
                <a:moveTo>
                  <a:pt x="794" y="0"/>
                </a:moveTo>
                <a:lnTo>
                  <a:pt x="754" y="0"/>
                </a:lnTo>
                <a:lnTo>
                  <a:pt x="714" y="1"/>
                </a:lnTo>
                <a:lnTo>
                  <a:pt x="674" y="5"/>
                </a:lnTo>
                <a:lnTo>
                  <a:pt x="634" y="9"/>
                </a:lnTo>
                <a:lnTo>
                  <a:pt x="595" y="14"/>
                </a:lnTo>
                <a:lnTo>
                  <a:pt x="558" y="21"/>
                </a:lnTo>
                <a:lnTo>
                  <a:pt x="522" y="27"/>
                </a:lnTo>
                <a:lnTo>
                  <a:pt x="485" y="35"/>
                </a:lnTo>
                <a:lnTo>
                  <a:pt x="450" y="45"/>
                </a:lnTo>
                <a:lnTo>
                  <a:pt x="416" y="54"/>
                </a:lnTo>
                <a:lnTo>
                  <a:pt x="382" y="65"/>
                </a:lnTo>
                <a:lnTo>
                  <a:pt x="350" y="77"/>
                </a:lnTo>
                <a:lnTo>
                  <a:pt x="320" y="89"/>
                </a:lnTo>
                <a:lnTo>
                  <a:pt x="290" y="104"/>
                </a:lnTo>
                <a:lnTo>
                  <a:pt x="261" y="118"/>
                </a:lnTo>
                <a:lnTo>
                  <a:pt x="234" y="133"/>
                </a:lnTo>
                <a:lnTo>
                  <a:pt x="206" y="149"/>
                </a:lnTo>
                <a:lnTo>
                  <a:pt x="182" y="165"/>
                </a:lnTo>
                <a:lnTo>
                  <a:pt x="158" y="182"/>
                </a:lnTo>
                <a:lnTo>
                  <a:pt x="136" y="200"/>
                </a:lnTo>
                <a:lnTo>
                  <a:pt x="115" y="217"/>
                </a:lnTo>
                <a:lnTo>
                  <a:pt x="96" y="237"/>
                </a:lnTo>
                <a:lnTo>
                  <a:pt x="78" y="256"/>
                </a:lnTo>
                <a:lnTo>
                  <a:pt x="62" y="277"/>
                </a:lnTo>
                <a:lnTo>
                  <a:pt x="48" y="297"/>
                </a:lnTo>
                <a:lnTo>
                  <a:pt x="37" y="318"/>
                </a:lnTo>
                <a:lnTo>
                  <a:pt x="25" y="339"/>
                </a:lnTo>
                <a:lnTo>
                  <a:pt x="16" y="361"/>
                </a:lnTo>
                <a:lnTo>
                  <a:pt x="9" y="384"/>
                </a:lnTo>
                <a:lnTo>
                  <a:pt x="5" y="406"/>
                </a:lnTo>
                <a:lnTo>
                  <a:pt x="1" y="430"/>
                </a:lnTo>
                <a:lnTo>
                  <a:pt x="0" y="453"/>
                </a:lnTo>
                <a:lnTo>
                  <a:pt x="1" y="477"/>
                </a:lnTo>
                <a:lnTo>
                  <a:pt x="5" y="499"/>
                </a:lnTo>
                <a:lnTo>
                  <a:pt x="9" y="521"/>
                </a:lnTo>
                <a:lnTo>
                  <a:pt x="16" y="544"/>
                </a:lnTo>
                <a:lnTo>
                  <a:pt x="25" y="566"/>
                </a:lnTo>
                <a:lnTo>
                  <a:pt x="37" y="589"/>
                </a:lnTo>
                <a:lnTo>
                  <a:pt x="48" y="609"/>
                </a:lnTo>
                <a:lnTo>
                  <a:pt x="62" y="630"/>
                </a:lnTo>
                <a:lnTo>
                  <a:pt x="78" y="649"/>
                </a:lnTo>
                <a:lnTo>
                  <a:pt x="96" y="669"/>
                </a:lnTo>
                <a:lnTo>
                  <a:pt x="115" y="688"/>
                </a:lnTo>
                <a:lnTo>
                  <a:pt x="136" y="707"/>
                </a:lnTo>
                <a:lnTo>
                  <a:pt x="158" y="725"/>
                </a:lnTo>
                <a:lnTo>
                  <a:pt x="182" y="742"/>
                </a:lnTo>
                <a:lnTo>
                  <a:pt x="206" y="758"/>
                </a:lnTo>
                <a:lnTo>
                  <a:pt x="234" y="774"/>
                </a:lnTo>
                <a:lnTo>
                  <a:pt x="261" y="789"/>
                </a:lnTo>
                <a:lnTo>
                  <a:pt x="290" y="803"/>
                </a:lnTo>
                <a:lnTo>
                  <a:pt x="320" y="816"/>
                </a:lnTo>
                <a:lnTo>
                  <a:pt x="350" y="829"/>
                </a:lnTo>
                <a:lnTo>
                  <a:pt x="382" y="841"/>
                </a:lnTo>
                <a:lnTo>
                  <a:pt x="416" y="853"/>
                </a:lnTo>
                <a:lnTo>
                  <a:pt x="450" y="862"/>
                </a:lnTo>
                <a:lnTo>
                  <a:pt x="485" y="870"/>
                </a:lnTo>
                <a:lnTo>
                  <a:pt x="522" y="880"/>
                </a:lnTo>
                <a:lnTo>
                  <a:pt x="558" y="886"/>
                </a:lnTo>
                <a:lnTo>
                  <a:pt x="595" y="893"/>
                </a:lnTo>
                <a:lnTo>
                  <a:pt x="634" y="897"/>
                </a:lnTo>
                <a:lnTo>
                  <a:pt x="674" y="901"/>
                </a:lnTo>
                <a:lnTo>
                  <a:pt x="714" y="904"/>
                </a:lnTo>
                <a:lnTo>
                  <a:pt x="754" y="905"/>
                </a:lnTo>
                <a:lnTo>
                  <a:pt x="794" y="907"/>
                </a:lnTo>
                <a:lnTo>
                  <a:pt x="835" y="905"/>
                </a:lnTo>
                <a:lnTo>
                  <a:pt x="875" y="904"/>
                </a:lnTo>
                <a:lnTo>
                  <a:pt x="915" y="901"/>
                </a:lnTo>
                <a:lnTo>
                  <a:pt x="954" y="897"/>
                </a:lnTo>
                <a:lnTo>
                  <a:pt x="992" y="893"/>
                </a:lnTo>
                <a:lnTo>
                  <a:pt x="1030" y="886"/>
                </a:lnTo>
                <a:lnTo>
                  <a:pt x="1067" y="880"/>
                </a:lnTo>
                <a:lnTo>
                  <a:pt x="1102" y="870"/>
                </a:lnTo>
                <a:lnTo>
                  <a:pt x="1138" y="862"/>
                </a:lnTo>
                <a:lnTo>
                  <a:pt x="1173" y="853"/>
                </a:lnTo>
                <a:lnTo>
                  <a:pt x="1205" y="841"/>
                </a:lnTo>
                <a:lnTo>
                  <a:pt x="1238" y="829"/>
                </a:lnTo>
                <a:lnTo>
                  <a:pt x="1269" y="816"/>
                </a:lnTo>
                <a:lnTo>
                  <a:pt x="1299" y="803"/>
                </a:lnTo>
                <a:lnTo>
                  <a:pt x="1328" y="789"/>
                </a:lnTo>
                <a:lnTo>
                  <a:pt x="1355" y="774"/>
                </a:lnTo>
                <a:lnTo>
                  <a:pt x="1381" y="758"/>
                </a:lnTo>
                <a:lnTo>
                  <a:pt x="1406" y="742"/>
                </a:lnTo>
                <a:lnTo>
                  <a:pt x="1430" y="725"/>
                </a:lnTo>
                <a:lnTo>
                  <a:pt x="1453" y="707"/>
                </a:lnTo>
                <a:lnTo>
                  <a:pt x="1472" y="688"/>
                </a:lnTo>
                <a:lnTo>
                  <a:pt x="1491" y="669"/>
                </a:lnTo>
                <a:lnTo>
                  <a:pt x="1509" y="649"/>
                </a:lnTo>
                <a:lnTo>
                  <a:pt x="1525" y="630"/>
                </a:lnTo>
                <a:lnTo>
                  <a:pt x="1539" y="609"/>
                </a:lnTo>
                <a:lnTo>
                  <a:pt x="1552" y="589"/>
                </a:lnTo>
                <a:lnTo>
                  <a:pt x="1563" y="566"/>
                </a:lnTo>
                <a:lnTo>
                  <a:pt x="1571" y="544"/>
                </a:lnTo>
                <a:lnTo>
                  <a:pt x="1579" y="521"/>
                </a:lnTo>
                <a:lnTo>
                  <a:pt x="1584" y="499"/>
                </a:lnTo>
                <a:lnTo>
                  <a:pt x="1587" y="477"/>
                </a:lnTo>
                <a:lnTo>
                  <a:pt x="1587" y="453"/>
                </a:lnTo>
                <a:lnTo>
                  <a:pt x="1587" y="430"/>
                </a:lnTo>
                <a:lnTo>
                  <a:pt x="1584" y="406"/>
                </a:lnTo>
                <a:lnTo>
                  <a:pt x="1579" y="384"/>
                </a:lnTo>
                <a:lnTo>
                  <a:pt x="1571" y="361"/>
                </a:lnTo>
                <a:lnTo>
                  <a:pt x="1563" y="339"/>
                </a:lnTo>
                <a:lnTo>
                  <a:pt x="1552" y="318"/>
                </a:lnTo>
                <a:lnTo>
                  <a:pt x="1539" y="297"/>
                </a:lnTo>
                <a:lnTo>
                  <a:pt x="1525" y="277"/>
                </a:lnTo>
                <a:lnTo>
                  <a:pt x="1509" y="256"/>
                </a:lnTo>
                <a:lnTo>
                  <a:pt x="1491" y="237"/>
                </a:lnTo>
                <a:lnTo>
                  <a:pt x="1472" y="217"/>
                </a:lnTo>
                <a:lnTo>
                  <a:pt x="1453" y="200"/>
                </a:lnTo>
                <a:lnTo>
                  <a:pt x="1430" y="182"/>
                </a:lnTo>
                <a:lnTo>
                  <a:pt x="1406" y="165"/>
                </a:lnTo>
                <a:lnTo>
                  <a:pt x="1381" y="149"/>
                </a:lnTo>
                <a:lnTo>
                  <a:pt x="1355" y="133"/>
                </a:lnTo>
                <a:lnTo>
                  <a:pt x="1328" y="118"/>
                </a:lnTo>
                <a:lnTo>
                  <a:pt x="1299" y="104"/>
                </a:lnTo>
                <a:lnTo>
                  <a:pt x="1269" y="89"/>
                </a:lnTo>
                <a:lnTo>
                  <a:pt x="1238" y="77"/>
                </a:lnTo>
                <a:lnTo>
                  <a:pt x="1205" y="65"/>
                </a:lnTo>
                <a:lnTo>
                  <a:pt x="1173" y="54"/>
                </a:lnTo>
                <a:lnTo>
                  <a:pt x="1138" y="45"/>
                </a:lnTo>
                <a:lnTo>
                  <a:pt x="1102" y="35"/>
                </a:lnTo>
                <a:lnTo>
                  <a:pt x="1067" y="27"/>
                </a:lnTo>
                <a:lnTo>
                  <a:pt x="1030" y="21"/>
                </a:lnTo>
                <a:lnTo>
                  <a:pt x="992" y="14"/>
                </a:lnTo>
                <a:lnTo>
                  <a:pt x="954" y="9"/>
                </a:lnTo>
                <a:lnTo>
                  <a:pt x="915" y="5"/>
                </a:lnTo>
                <a:lnTo>
                  <a:pt x="875" y="1"/>
                </a:lnTo>
                <a:lnTo>
                  <a:pt x="835" y="0"/>
                </a:lnTo>
                <a:lnTo>
                  <a:pt x="794" y="0"/>
                </a:lnTo>
              </a:path>
            </a:pathLst>
          </a:custGeom>
          <a:solidFill>
            <a:schemeClr val="bg1"/>
          </a:solidFill>
          <a:ln w="238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" name="Freeform 36">
            <a:extLst>
              <a:ext uri="{FF2B5EF4-FFF2-40B4-BE49-F238E27FC236}">
                <a16:creationId xmlns:a16="http://schemas.microsoft.com/office/drawing/2014/main" id="{4F6BEF26-EC18-4103-9A82-E27E56600E41}"/>
              </a:ext>
            </a:extLst>
          </p:cNvPr>
          <p:cNvSpPr>
            <a:spLocks/>
          </p:cNvSpPr>
          <p:nvPr/>
        </p:nvSpPr>
        <p:spPr bwMode="auto">
          <a:xfrm>
            <a:off x="7162800" y="1295400"/>
            <a:ext cx="1260475" cy="720725"/>
          </a:xfrm>
          <a:custGeom>
            <a:avLst/>
            <a:gdLst>
              <a:gd name="T0" fmla="*/ 2147483646 w 1587"/>
              <a:gd name="T1" fmla="*/ 2147483646 h 907"/>
              <a:gd name="T2" fmla="*/ 2147483646 w 1587"/>
              <a:gd name="T3" fmla="*/ 2147483646 h 907"/>
              <a:gd name="T4" fmla="*/ 2147483646 w 1587"/>
              <a:gd name="T5" fmla="*/ 2147483646 h 907"/>
              <a:gd name="T6" fmla="*/ 2147483646 w 1587"/>
              <a:gd name="T7" fmla="*/ 2147483646 h 907"/>
              <a:gd name="T8" fmla="*/ 2147483646 w 1587"/>
              <a:gd name="T9" fmla="*/ 2147483646 h 907"/>
              <a:gd name="T10" fmla="*/ 2147483646 w 1587"/>
              <a:gd name="T11" fmla="*/ 2147483646 h 907"/>
              <a:gd name="T12" fmla="*/ 2147483646 w 1587"/>
              <a:gd name="T13" fmla="*/ 2147483646 h 907"/>
              <a:gd name="T14" fmla="*/ 2147483646 w 1587"/>
              <a:gd name="T15" fmla="*/ 2147483646 h 907"/>
              <a:gd name="T16" fmla="*/ 2147483646 w 1587"/>
              <a:gd name="T17" fmla="*/ 2147483646 h 907"/>
              <a:gd name="T18" fmla="*/ 2147483646 w 1587"/>
              <a:gd name="T19" fmla="*/ 2147483646 h 907"/>
              <a:gd name="T20" fmla="*/ 0 w 1587"/>
              <a:gd name="T21" fmla="*/ 2147483646 h 907"/>
              <a:gd name="T22" fmla="*/ 2147483646 w 1587"/>
              <a:gd name="T23" fmla="*/ 2147483646 h 907"/>
              <a:gd name="T24" fmla="*/ 2147483646 w 1587"/>
              <a:gd name="T25" fmla="*/ 2147483646 h 907"/>
              <a:gd name="T26" fmla="*/ 2147483646 w 1587"/>
              <a:gd name="T27" fmla="*/ 2147483646 h 907"/>
              <a:gd name="T28" fmla="*/ 2147483646 w 1587"/>
              <a:gd name="T29" fmla="*/ 2147483646 h 907"/>
              <a:gd name="T30" fmla="*/ 2147483646 w 1587"/>
              <a:gd name="T31" fmla="*/ 2147483646 h 907"/>
              <a:gd name="T32" fmla="*/ 2147483646 w 1587"/>
              <a:gd name="T33" fmla="*/ 2147483646 h 907"/>
              <a:gd name="T34" fmla="*/ 2147483646 w 1587"/>
              <a:gd name="T35" fmla="*/ 2147483646 h 907"/>
              <a:gd name="T36" fmla="*/ 2147483646 w 1587"/>
              <a:gd name="T37" fmla="*/ 2147483646 h 907"/>
              <a:gd name="T38" fmla="*/ 2147483646 w 1587"/>
              <a:gd name="T39" fmla="*/ 2147483646 h 907"/>
              <a:gd name="T40" fmla="*/ 2147483646 w 1587"/>
              <a:gd name="T41" fmla="*/ 2147483646 h 907"/>
              <a:gd name="T42" fmla="*/ 2147483646 w 1587"/>
              <a:gd name="T43" fmla="*/ 2147483646 h 907"/>
              <a:gd name="T44" fmla="*/ 2147483646 w 1587"/>
              <a:gd name="T45" fmla="*/ 2147483646 h 907"/>
              <a:gd name="T46" fmla="*/ 2147483646 w 1587"/>
              <a:gd name="T47" fmla="*/ 2147483646 h 907"/>
              <a:gd name="T48" fmla="*/ 2147483646 w 1587"/>
              <a:gd name="T49" fmla="*/ 2147483646 h 907"/>
              <a:gd name="T50" fmla="*/ 2147483646 w 1587"/>
              <a:gd name="T51" fmla="*/ 2147483646 h 907"/>
              <a:gd name="T52" fmla="*/ 2147483646 w 1587"/>
              <a:gd name="T53" fmla="*/ 2147483646 h 907"/>
              <a:gd name="T54" fmla="*/ 2147483646 w 1587"/>
              <a:gd name="T55" fmla="*/ 2147483646 h 907"/>
              <a:gd name="T56" fmla="*/ 2147483646 w 1587"/>
              <a:gd name="T57" fmla="*/ 2147483646 h 907"/>
              <a:gd name="T58" fmla="*/ 2147483646 w 1587"/>
              <a:gd name="T59" fmla="*/ 2147483646 h 907"/>
              <a:gd name="T60" fmla="*/ 2147483646 w 1587"/>
              <a:gd name="T61" fmla="*/ 2147483646 h 907"/>
              <a:gd name="T62" fmla="*/ 2147483646 w 1587"/>
              <a:gd name="T63" fmla="*/ 2147483646 h 907"/>
              <a:gd name="T64" fmla="*/ 2147483646 w 1587"/>
              <a:gd name="T65" fmla="*/ 2147483646 h 907"/>
              <a:gd name="T66" fmla="*/ 2147483646 w 1587"/>
              <a:gd name="T67" fmla="*/ 2147483646 h 907"/>
              <a:gd name="T68" fmla="*/ 2147483646 w 1587"/>
              <a:gd name="T69" fmla="*/ 2147483646 h 907"/>
              <a:gd name="T70" fmla="*/ 2147483646 w 1587"/>
              <a:gd name="T71" fmla="*/ 2147483646 h 907"/>
              <a:gd name="T72" fmla="*/ 2147483646 w 1587"/>
              <a:gd name="T73" fmla="*/ 2147483646 h 907"/>
              <a:gd name="T74" fmla="*/ 2147483646 w 1587"/>
              <a:gd name="T75" fmla="*/ 2147483646 h 907"/>
              <a:gd name="T76" fmla="*/ 2147483646 w 1587"/>
              <a:gd name="T77" fmla="*/ 2147483646 h 907"/>
              <a:gd name="T78" fmla="*/ 2147483646 w 1587"/>
              <a:gd name="T79" fmla="*/ 2147483646 h 907"/>
              <a:gd name="T80" fmla="*/ 2147483646 w 1587"/>
              <a:gd name="T81" fmla="*/ 2147483646 h 907"/>
              <a:gd name="T82" fmla="*/ 2147483646 w 1587"/>
              <a:gd name="T83" fmla="*/ 2147483646 h 907"/>
              <a:gd name="T84" fmla="*/ 2147483646 w 1587"/>
              <a:gd name="T85" fmla="*/ 2147483646 h 907"/>
              <a:gd name="T86" fmla="*/ 2147483646 w 1587"/>
              <a:gd name="T87" fmla="*/ 0 h 907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1587"/>
              <a:gd name="T133" fmla="*/ 0 h 907"/>
              <a:gd name="T134" fmla="*/ 1587 w 1587"/>
              <a:gd name="T135" fmla="*/ 907 h 907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1587" h="907">
                <a:moveTo>
                  <a:pt x="794" y="0"/>
                </a:moveTo>
                <a:lnTo>
                  <a:pt x="754" y="0"/>
                </a:lnTo>
                <a:lnTo>
                  <a:pt x="714" y="1"/>
                </a:lnTo>
                <a:lnTo>
                  <a:pt x="674" y="5"/>
                </a:lnTo>
                <a:lnTo>
                  <a:pt x="634" y="9"/>
                </a:lnTo>
                <a:lnTo>
                  <a:pt x="595" y="14"/>
                </a:lnTo>
                <a:lnTo>
                  <a:pt x="558" y="21"/>
                </a:lnTo>
                <a:lnTo>
                  <a:pt x="522" y="27"/>
                </a:lnTo>
                <a:lnTo>
                  <a:pt x="485" y="35"/>
                </a:lnTo>
                <a:lnTo>
                  <a:pt x="450" y="45"/>
                </a:lnTo>
                <a:lnTo>
                  <a:pt x="416" y="54"/>
                </a:lnTo>
                <a:lnTo>
                  <a:pt x="382" y="65"/>
                </a:lnTo>
                <a:lnTo>
                  <a:pt x="350" y="77"/>
                </a:lnTo>
                <a:lnTo>
                  <a:pt x="320" y="89"/>
                </a:lnTo>
                <a:lnTo>
                  <a:pt x="290" y="104"/>
                </a:lnTo>
                <a:lnTo>
                  <a:pt x="261" y="118"/>
                </a:lnTo>
                <a:lnTo>
                  <a:pt x="234" y="133"/>
                </a:lnTo>
                <a:lnTo>
                  <a:pt x="206" y="149"/>
                </a:lnTo>
                <a:lnTo>
                  <a:pt x="182" y="165"/>
                </a:lnTo>
                <a:lnTo>
                  <a:pt x="158" y="182"/>
                </a:lnTo>
                <a:lnTo>
                  <a:pt x="136" y="200"/>
                </a:lnTo>
                <a:lnTo>
                  <a:pt x="115" y="217"/>
                </a:lnTo>
                <a:lnTo>
                  <a:pt x="96" y="237"/>
                </a:lnTo>
                <a:lnTo>
                  <a:pt x="78" y="256"/>
                </a:lnTo>
                <a:lnTo>
                  <a:pt x="62" y="277"/>
                </a:lnTo>
                <a:lnTo>
                  <a:pt x="48" y="297"/>
                </a:lnTo>
                <a:lnTo>
                  <a:pt x="37" y="318"/>
                </a:lnTo>
                <a:lnTo>
                  <a:pt x="25" y="339"/>
                </a:lnTo>
                <a:lnTo>
                  <a:pt x="16" y="361"/>
                </a:lnTo>
                <a:lnTo>
                  <a:pt x="9" y="384"/>
                </a:lnTo>
                <a:lnTo>
                  <a:pt x="5" y="406"/>
                </a:lnTo>
                <a:lnTo>
                  <a:pt x="1" y="430"/>
                </a:lnTo>
                <a:lnTo>
                  <a:pt x="0" y="453"/>
                </a:lnTo>
                <a:lnTo>
                  <a:pt x="1" y="477"/>
                </a:lnTo>
                <a:lnTo>
                  <a:pt x="5" y="499"/>
                </a:lnTo>
                <a:lnTo>
                  <a:pt x="9" y="521"/>
                </a:lnTo>
                <a:lnTo>
                  <a:pt x="16" y="544"/>
                </a:lnTo>
                <a:lnTo>
                  <a:pt x="25" y="566"/>
                </a:lnTo>
                <a:lnTo>
                  <a:pt x="37" y="589"/>
                </a:lnTo>
                <a:lnTo>
                  <a:pt x="48" y="609"/>
                </a:lnTo>
                <a:lnTo>
                  <a:pt x="62" y="630"/>
                </a:lnTo>
                <a:lnTo>
                  <a:pt x="78" y="649"/>
                </a:lnTo>
                <a:lnTo>
                  <a:pt x="96" y="669"/>
                </a:lnTo>
                <a:lnTo>
                  <a:pt x="115" y="688"/>
                </a:lnTo>
                <a:lnTo>
                  <a:pt x="136" y="707"/>
                </a:lnTo>
                <a:lnTo>
                  <a:pt x="158" y="725"/>
                </a:lnTo>
                <a:lnTo>
                  <a:pt x="182" y="742"/>
                </a:lnTo>
                <a:lnTo>
                  <a:pt x="206" y="758"/>
                </a:lnTo>
                <a:lnTo>
                  <a:pt x="234" y="774"/>
                </a:lnTo>
                <a:lnTo>
                  <a:pt x="261" y="789"/>
                </a:lnTo>
                <a:lnTo>
                  <a:pt x="290" y="803"/>
                </a:lnTo>
                <a:lnTo>
                  <a:pt x="320" y="816"/>
                </a:lnTo>
                <a:lnTo>
                  <a:pt x="350" y="829"/>
                </a:lnTo>
                <a:lnTo>
                  <a:pt x="382" y="841"/>
                </a:lnTo>
                <a:lnTo>
                  <a:pt x="416" y="853"/>
                </a:lnTo>
                <a:lnTo>
                  <a:pt x="450" y="862"/>
                </a:lnTo>
                <a:lnTo>
                  <a:pt x="485" y="870"/>
                </a:lnTo>
                <a:lnTo>
                  <a:pt x="522" y="880"/>
                </a:lnTo>
                <a:lnTo>
                  <a:pt x="558" y="886"/>
                </a:lnTo>
                <a:lnTo>
                  <a:pt x="595" y="893"/>
                </a:lnTo>
                <a:lnTo>
                  <a:pt x="634" y="897"/>
                </a:lnTo>
                <a:lnTo>
                  <a:pt x="674" y="901"/>
                </a:lnTo>
                <a:lnTo>
                  <a:pt x="714" y="904"/>
                </a:lnTo>
                <a:lnTo>
                  <a:pt x="754" y="905"/>
                </a:lnTo>
                <a:lnTo>
                  <a:pt x="794" y="907"/>
                </a:lnTo>
                <a:lnTo>
                  <a:pt x="835" y="905"/>
                </a:lnTo>
                <a:lnTo>
                  <a:pt x="875" y="904"/>
                </a:lnTo>
                <a:lnTo>
                  <a:pt x="915" y="901"/>
                </a:lnTo>
                <a:lnTo>
                  <a:pt x="954" y="897"/>
                </a:lnTo>
                <a:lnTo>
                  <a:pt x="992" y="893"/>
                </a:lnTo>
                <a:lnTo>
                  <a:pt x="1030" y="886"/>
                </a:lnTo>
                <a:lnTo>
                  <a:pt x="1067" y="880"/>
                </a:lnTo>
                <a:lnTo>
                  <a:pt x="1102" y="870"/>
                </a:lnTo>
                <a:lnTo>
                  <a:pt x="1138" y="862"/>
                </a:lnTo>
                <a:lnTo>
                  <a:pt x="1173" y="853"/>
                </a:lnTo>
                <a:lnTo>
                  <a:pt x="1205" y="841"/>
                </a:lnTo>
                <a:lnTo>
                  <a:pt x="1238" y="829"/>
                </a:lnTo>
                <a:lnTo>
                  <a:pt x="1269" y="816"/>
                </a:lnTo>
                <a:lnTo>
                  <a:pt x="1299" y="803"/>
                </a:lnTo>
                <a:lnTo>
                  <a:pt x="1328" y="789"/>
                </a:lnTo>
                <a:lnTo>
                  <a:pt x="1355" y="774"/>
                </a:lnTo>
                <a:lnTo>
                  <a:pt x="1381" y="758"/>
                </a:lnTo>
                <a:lnTo>
                  <a:pt x="1406" y="742"/>
                </a:lnTo>
                <a:lnTo>
                  <a:pt x="1430" y="725"/>
                </a:lnTo>
                <a:lnTo>
                  <a:pt x="1453" y="707"/>
                </a:lnTo>
                <a:lnTo>
                  <a:pt x="1472" y="688"/>
                </a:lnTo>
                <a:lnTo>
                  <a:pt x="1491" y="669"/>
                </a:lnTo>
                <a:lnTo>
                  <a:pt x="1509" y="649"/>
                </a:lnTo>
                <a:lnTo>
                  <a:pt x="1525" y="630"/>
                </a:lnTo>
                <a:lnTo>
                  <a:pt x="1539" y="609"/>
                </a:lnTo>
                <a:lnTo>
                  <a:pt x="1552" y="589"/>
                </a:lnTo>
                <a:lnTo>
                  <a:pt x="1563" y="566"/>
                </a:lnTo>
                <a:lnTo>
                  <a:pt x="1571" y="544"/>
                </a:lnTo>
                <a:lnTo>
                  <a:pt x="1579" y="521"/>
                </a:lnTo>
                <a:lnTo>
                  <a:pt x="1584" y="499"/>
                </a:lnTo>
                <a:lnTo>
                  <a:pt x="1587" y="477"/>
                </a:lnTo>
                <a:lnTo>
                  <a:pt x="1587" y="453"/>
                </a:lnTo>
                <a:lnTo>
                  <a:pt x="1587" y="430"/>
                </a:lnTo>
                <a:lnTo>
                  <a:pt x="1584" y="406"/>
                </a:lnTo>
                <a:lnTo>
                  <a:pt x="1579" y="384"/>
                </a:lnTo>
                <a:lnTo>
                  <a:pt x="1571" y="361"/>
                </a:lnTo>
                <a:lnTo>
                  <a:pt x="1563" y="339"/>
                </a:lnTo>
                <a:lnTo>
                  <a:pt x="1552" y="318"/>
                </a:lnTo>
                <a:lnTo>
                  <a:pt x="1539" y="297"/>
                </a:lnTo>
                <a:lnTo>
                  <a:pt x="1525" y="277"/>
                </a:lnTo>
                <a:lnTo>
                  <a:pt x="1509" y="256"/>
                </a:lnTo>
                <a:lnTo>
                  <a:pt x="1491" y="237"/>
                </a:lnTo>
                <a:lnTo>
                  <a:pt x="1472" y="217"/>
                </a:lnTo>
                <a:lnTo>
                  <a:pt x="1453" y="200"/>
                </a:lnTo>
                <a:lnTo>
                  <a:pt x="1430" y="182"/>
                </a:lnTo>
                <a:lnTo>
                  <a:pt x="1406" y="165"/>
                </a:lnTo>
                <a:lnTo>
                  <a:pt x="1381" y="149"/>
                </a:lnTo>
                <a:lnTo>
                  <a:pt x="1355" y="133"/>
                </a:lnTo>
                <a:lnTo>
                  <a:pt x="1328" y="118"/>
                </a:lnTo>
                <a:lnTo>
                  <a:pt x="1299" y="104"/>
                </a:lnTo>
                <a:lnTo>
                  <a:pt x="1269" y="89"/>
                </a:lnTo>
                <a:lnTo>
                  <a:pt x="1238" y="77"/>
                </a:lnTo>
                <a:lnTo>
                  <a:pt x="1205" y="65"/>
                </a:lnTo>
                <a:lnTo>
                  <a:pt x="1173" y="54"/>
                </a:lnTo>
                <a:lnTo>
                  <a:pt x="1138" y="45"/>
                </a:lnTo>
                <a:lnTo>
                  <a:pt x="1102" y="35"/>
                </a:lnTo>
                <a:lnTo>
                  <a:pt x="1067" y="27"/>
                </a:lnTo>
                <a:lnTo>
                  <a:pt x="1030" y="21"/>
                </a:lnTo>
                <a:lnTo>
                  <a:pt x="992" y="14"/>
                </a:lnTo>
                <a:lnTo>
                  <a:pt x="954" y="9"/>
                </a:lnTo>
                <a:lnTo>
                  <a:pt x="915" y="5"/>
                </a:lnTo>
                <a:lnTo>
                  <a:pt x="875" y="1"/>
                </a:lnTo>
                <a:lnTo>
                  <a:pt x="835" y="0"/>
                </a:lnTo>
                <a:lnTo>
                  <a:pt x="794" y="0"/>
                </a:lnTo>
              </a:path>
            </a:pathLst>
          </a:custGeom>
          <a:solidFill>
            <a:schemeClr val="bg1"/>
          </a:solidFill>
          <a:ln w="238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" name="Freeform 52">
            <a:extLst>
              <a:ext uri="{FF2B5EF4-FFF2-40B4-BE49-F238E27FC236}">
                <a16:creationId xmlns:a16="http://schemas.microsoft.com/office/drawing/2014/main" id="{1AF2FF9A-8A18-4444-8523-347F25925187}"/>
              </a:ext>
            </a:extLst>
          </p:cNvPr>
          <p:cNvSpPr>
            <a:spLocks/>
          </p:cNvSpPr>
          <p:nvPr/>
        </p:nvSpPr>
        <p:spPr bwMode="auto">
          <a:xfrm>
            <a:off x="3657600" y="3835400"/>
            <a:ext cx="1260475" cy="720725"/>
          </a:xfrm>
          <a:custGeom>
            <a:avLst/>
            <a:gdLst>
              <a:gd name="T0" fmla="*/ 2147483646 w 1587"/>
              <a:gd name="T1" fmla="*/ 2147483646 h 907"/>
              <a:gd name="T2" fmla="*/ 2147483646 w 1587"/>
              <a:gd name="T3" fmla="*/ 2147483646 h 907"/>
              <a:gd name="T4" fmla="*/ 2147483646 w 1587"/>
              <a:gd name="T5" fmla="*/ 2147483646 h 907"/>
              <a:gd name="T6" fmla="*/ 2147483646 w 1587"/>
              <a:gd name="T7" fmla="*/ 2147483646 h 907"/>
              <a:gd name="T8" fmla="*/ 2147483646 w 1587"/>
              <a:gd name="T9" fmla="*/ 2147483646 h 907"/>
              <a:gd name="T10" fmla="*/ 2147483646 w 1587"/>
              <a:gd name="T11" fmla="*/ 2147483646 h 907"/>
              <a:gd name="T12" fmla="*/ 2147483646 w 1587"/>
              <a:gd name="T13" fmla="*/ 2147483646 h 907"/>
              <a:gd name="T14" fmla="*/ 2147483646 w 1587"/>
              <a:gd name="T15" fmla="*/ 2147483646 h 907"/>
              <a:gd name="T16" fmla="*/ 2147483646 w 1587"/>
              <a:gd name="T17" fmla="*/ 2147483646 h 907"/>
              <a:gd name="T18" fmla="*/ 2147483646 w 1587"/>
              <a:gd name="T19" fmla="*/ 2147483646 h 907"/>
              <a:gd name="T20" fmla="*/ 0 w 1587"/>
              <a:gd name="T21" fmla="*/ 2147483646 h 907"/>
              <a:gd name="T22" fmla="*/ 2147483646 w 1587"/>
              <a:gd name="T23" fmla="*/ 2147483646 h 907"/>
              <a:gd name="T24" fmla="*/ 2147483646 w 1587"/>
              <a:gd name="T25" fmla="*/ 2147483646 h 907"/>
              <a:gd name="T26" fmla="*/ 2147483646 w 1587"/>
              <a:gd name="T27" fmla="*/ 2147483646 h 907"/>
              <a:gd name="T28" fmla="*/ 2147483646 w 1587"/>
              <a:gd name="T29" fmla="*/ 2147483646 h 907"/>
              <a:gd name="T30" fmla="*/ 2147483646 w 1587"/>
              <a:gd name="T31" fmla="*/ 2147483646 h 907"/>
              <a:gd name="T32" fmla="*/ 2147483646 w 1587"/>
              <a:gd name="T33" fmla="*/ 2147483646 h 907"/>
              <a:gd name="T34" fmla="*/ 2147483646 w 1587"/>
              <a:gd name="T35" fmla="*/ 2147483646 h 907"/>
              <a:gd name="T36" fmla="*/ 2147483646 w 1587"/>
              <a:gd name="T37" fmla="*/ 2147483646 h 907"/>
              <a:gd name="T38" fmla="*/ 2147483646 w 1587"/>
              <a:gd name="T39" fmla="*/ 2147483646 h 907"/>
              <a:gd name="T40" fmla="*/ 2147483646 w 1587"/>
              <a:gd name="T41" fmla="*/ 2147483646 h 907"/>
              <a:gd name="T42" fmla="*/ 2147483646 w 1587"/>
              <a:gd name="T43" fmla="*/ 2147483646 h 907"/>
              <a:gd name="T44" fmla="*/ 2147483646 w 1587"/>
              <a:gd name="T45" fmla="*/ 2147483646 h 907"/>
              <a:gd name="T46" fmla="*/ 2147483646 w 1587"/>
              <a:gd name="T47" fmla="*/ 2147483646 h 907"/>
              <a:gd name="T48" fmla="*/ 2147483646 w 1587"/>
              <a:gd name="T49" fmla="*/ 2147483646 h 907"/>
              <a:gd name="T50" fmla="*/ 2147483646 w 1587"/>
              <a:gd name="T51" fmla="*/ 2147483646 h 907"/>
              <a:gd name="T52" fmla="*/ 2147483646 w 1587"/>
              <a:gd name="T53" fmla="*/ 2147483646 h 907"/>
              <a:gd name="T54" fmla="*/ 2147483646 w 1587"/>
              <a:gd name="T55" fmla="*/ 2147483646 h 907"/>
              <a:gd name="T56" fmla="*/ 2147483646 w 1587"/>
              <a:gd name="T57" fmla="*/ 2147483646 h 907"/>
              <a:gd name="T58" fmla="*/ 2147483646 w 1587"/>
              <a:gd name="T59" fmla="*/ 2147483646 h 907"/>
              <a:gd name="T60" fmla="*/ 2147483646 w 1587"/>
              <a:gd name="T61" fmla="*/ 2147483646 h 907"/>
              <a:gd name="T62" fmla="*/ 2147483646 w 1587"/>
              <a:gd name="T63" fmla="*/ 2147483646 h 907"/>
              <a:gd name="T64" fmla="*/ 2147483646 w 1587"/>
              <a:gd name="T65" fmla="*/ 2147483646 h 907"/>
              <a:gd name="T66" fmla="*/ 2147483646 w 1587"/>
              <a:gd name="T67" fmla="*/ 2147483646 h 907"/>
              <a:gd name="T68" fmla="*/ 2147483646 w 1587"/>
              <a:gd name="T69" fmla="*/ 2147483646 h 907"/>
              <a:gd name="T70" fmla="*/ 2147483646 w 1587"/>
              <a:gd name="T71" fmla="*/ 2147483646 h 907"/>
              <a:gd name="T72" fmla="*/ 2147483646 w 1587"/>
              <a:gd name="T73" fmla="*/ 2147483646 h 907"/>
              <a:gd name="T74" fmla="*/ 2147483646 w 1587"/>
              <a:gd name="T75" fmla="*/ 2147483646 h 907"/>
              <a:gd name="T76" fmla="*/ 2147483646 w 1587"/>
              <a:gd name="T77" fmla="*/ 2147483646 h 907"/>
              <a:gd name="T78" fmla="*/ 2147483646 w 1587"/>
              <a:gd name="T79" fmla="*/ 2147483646 h 907"/>
              <a:gd name="T80" fmla="*/ 2147483646 w 1587"/>
              <a:gd name="T81" fmla="*/ 2147483646 h 907"/>
              <a:gd name="T82" fmla="*/ 2147483646 w 1587"/>
              <a:gd name="T83" fmla="*/ 2147483646 h 907"/>
              <a:gd name="T84" fmla="*/ 2147483646 w 1587"/>
              <a:gd name="T85" fmla="*/ 2147483646 h 907"/>
              <a:gd name="T86" fmla="*/ 2147483646 w 1587"/>
              <a:gd name="T87" fmla="*/ 0 h 907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1587"/>
              <a:gd name="T133" fmla="*/ 0 h 907"/>
              <a:gd name="T134" fmla="*/ 1587 w 1587"/>
              <a:gd name="T135" fmla="*/ 907 h 907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1587" h="907">
                <a:moveTo>
                  <a:pt x="793" y="0"/>
                </a:moveTo>
                <a:lnTo>
                  <a:pt x="753" y="0"/>
                </a:lnTo>
                <a:lnTo>
                  <a:pt x="713" y="1"/>
                </a:lnTo>
                <a:lnTo>
                  <a:pt x="673" y="5"/>
                </a:lnTo>
                <a:lnTo>
                  <a:pt x="633" y="9"/>
                </a:lnTo>
                <a:lnTo>
                  <a:pt x="595" y="14"/>
                </a:lnTo>
                <a:lnTo>
                  <a:pt x="558" y="21"/>
                </a:lnTo>
                <a:lnTo>
                  <a:pt x="521" y="27"/>
                </a:lnTo>
                <a:lnTo>
                  <a:pt x="484" y="35"/>
                </a:lnTo>
                <a:lnTo>
                  <a:pt x="449" y="45"/>
                </a:lnTo>
                <a:lnTo>
                  <a:pt x="416" y="54"/>
                </a:lnTo>
                <a:lnTo>
                  <a:pt x="382" y="65"/>
                </a:lnTo>
                <a:lnTo>
                  <a:pt x="350" y="77"/>
                </a:lnTo>
                <a:lnTo>
                  <a:pt x="320" y="89"/>
                </a:lnTo>
                <a:lnTo>
                  <a:pt x="289" y="104"/>
                </a:lnTo>
                <a:lnTo>
                  <a:pt x="260" y="118"/>
                </a:lnTo>
                <a:lnTo>
                  <a:pt x="233" y="133"/>
                </a:lnTo>
                <a:lnTo>
                  <a:pt x="206" y="149"/>
                </a:lnTo>
                <a:lnTo>
                  <a:pt x="182" y="165"/>
                </a:lnTo>
                <a:lnTo>
                  <a:pt x="158" y="182"/>
                </a:lnTo>
                <a:lnTo>
                  <a:pt x="136" y="200"/>
                </a:lnTo>
                <a:lnTo>
                  <a:pt x="115" y="217"/>
                </a:lnTo>
                <a:lnTo>
                  <a:pt x="96" y="237"/>
                </a:lnTo>
                <a:lnTo>
                  <a:pt x="78" y="256"/>
                </a:lnTo>
                <a:lnTo>
                  <a:pt x="62" y="277"/>
                </a:lnTo>
                <a:lnTo>
                  <a:pt x="48" y="297"/>
                </a:lnTo>
                <a:lnTo>
                  <a:pt x="36" y="318"/>
                </a:lnTo>
                <a:lnTo>
                  <a:pt x="25" y="339"/>
                </a:lnTo>
                <a:lnTo>
                  <a:pt x="16" y="361"/>
                </a:lnTo>
                <a:lnTo>
                  <a:pt x="9" y="384"/>
                </a:lnTo>
                <a:lnTo>
                  <a:pt x="4" y="406"/>
                </a:lnTo>
                <a:lnTo>
                  <a:pt x="1" y="430"/>
                </a:lnTo>
                <a:lnTo>
                  <a:pt x="0" y="453"/>
                </a:lnTo>
                <a:lnTo>
                  <a:pt x="1" y="477"/>
                </a:lnTo>
                <a:lnTo>
                  <a:pt x="4" y="499"/>
                </a:lnTo>
                <a:lnTo>
                  <a:pt x="9" y="521"/>
                </a:lnTo>
                <a:lnTo>
                  <a:pt x="16" y="544"/>
                </a:lnTo>
                <a:lnTo>
                  <a:pt x="25" y="566"/>
                </a:lnTo>
                <a:lnTo>
                  <a:pt x="36" y="589"/>
                </a:lnTo>
                <a:lnTo>
                  <a:pt x="48" y="609"/>
                </a:lnTo>
                <a:lnTo>
                  <a:pt x="62" y="630"/>
                </a:lnTo>
                <a:lnTo>
                  <a:pt x="78" y="649"/>
                </a:lnTo>
                <a:lnTo>
                  <a:pt x="96" y="669"/>
                </a:lnTo>
                <a:lnTo>
                  <a:pt x="115" y="688"/>
                </a:lnTo>
                <a:lnTo>
                  <a:pt x="136" y="707"/>
                </a:lnTo>
                <a:lnTo>
                  <a:pt x="158" y="725"/>
                </a:lnTo>
                <a:lnTo>
                  <a:pt x="182" y="742"/>
                </a:lnTo>
                <a:lnTo>
                  <a:pt x="206" y="758"/>
                </a:lnTo>
                <a:lnTo>
                  <a:pt x="233" y="774"/>
                </a:lnTo>
                <a:lnTo>
                  <a:pt x="260" y="789"/>
                </a:lnTo>
                <a:lnTo>
                  <a:pt x="289" y="803"/>
                </a:lnTo>
                <a:lnTo>
                  <a:pt x="320" y="816"/>
                </a:lnTo>
                <a:lnTo>
                  <a:pt x="350" y="829"/>
                </a:lnTo>
                <a:lnTo>
                  <a:pt x="382" y="841"/>
                </a:lnTo>
                <a:lnTo>
                  <a:pt x="416" y="853"/>
                </a:lnTo>
                <a:lnTo>
                  <a:pt x="449" y="862"/>
                </a:lnTo>
                <a:lnTo>
                  <a:pt x="484" y="870"/>
                </a:lnTo>
                <a:lnTo>
                  <a:pt x="521" y="880"/>
                </a:lnTo>
                <a:lnTo>
                  <a:pt x="558" y="886"/>
                </a:lnTo>
                <a:lnTo>
                  <a:pt x="595" y="893"/>
                </a:lnTo>
                <a:lnTo>
                  <a:pt x="633" y="897"/>
                </a:lnTo>
                <a:lnTo>
                  <a:pt x="673" y="901"/>
                </a:lnTo>
                <a:lnTo>
                  <a:pt x="713" y="904"/>
                </a:lnTo>
                <a:lnTo>
                  <a:pt x="753" y="905"/>
                </a:lnTo>
                <a:lnTo>
                  <a:pt x="793" y="907"/>
                </a:lnTo>
                <a:lnTo>
                  <a:pt x="835" y="905"/>
                </a:lnTo>
                <a:lnTo>
                  <a:pt x="875" y="904"/>
                </a:lnTo>
                <a:lnTo>
                  <a:pt x="915" y="901"/>
                </a:lnTo>
                <a:lnTo>
                  <a:pt x="953" y="897"/>
                </a:lnTo>
                <a:lnTo>
                  <a:pt x="992" y="893"/>
                </a:lnTo>
                <a:lnTo>
                  <a:pt x="1030" y="886"/>
                </a:lnTo>
                <a:lnTo>
                  <a:pt x="1067" y="880"/>
                </a:lnTo>
                <a:lnTo>
                  <a:pt x="1102" y="870"/>
                </a:lnTo>
                <a:lnTo>
                  <a:pt x="1137" y="862"/>
                </a:lnTo>
                <a:lnTo>
                  <a:pt x="1172" y="853"/>
                </a:lnTo>
                <a:lnTo>
                  <a:pt x="1204" y="841"/>
                </a:lnTo>
                <a:lnTo>
                  <a:pt x="1238" y="829"/>
                </a:lnTo>
                <a:lnTo>
                  <a:pt x="1268" y="816"/>
                </a:lnTo>
                <a:lnTo>
                  <a:pt x="1299" y="803"/>
                </a:lnTo>
                <a:lnTo>
                  <a:pt x="1328" y="789"/>
                </a:lnTo>
                <a:lnTo>
                  <a:pt x="1355" y="774"/>
                </a:lnTo>
                <a:lnTo>
                  <a:pt x="1380" y="758"/>
                </a:lnTo>
                <a:lnTo>
                  <a:pt x="1406" y="742"/>
                </a:lnTo>
                <a:lnTo>
                  <a:pt x="1430" y="725"/>
                </a:lnTo>
                <a:lnTo>
                  <a:pt x="1452" y="707"/>
                </a:lnTo>
                <a:lnTo>
                  <a:pt x="1472" y="688"/>
                </a:lnTo>
                <a:lnTo>
                  <a:pt x="1491" y="669"/>
                </a:lnTo>
                <a:lnTo>
                  <a:pt x="1508" y="649"/>
                </a:lnTo>
                <a:lnTo>
                  <a:pt x="1524" y="630"/>
                </a:lnTo>
                <a:lnTo>
                  <a:pt x="1539" y="609"/>
                </a:lnTo>
                <a:lnTo>
                  <a:pt x="1552" y="589"/>
                </a:lnTo>
                <a:lnTo>
                  <a:pt x="1563" y="566"/>
                </a:lnTo>
                <a:lnTo>
                  <a:pt x="1571" y="544"/>
                </a:lnTo>
                <a:lnTo>
                  <a:pt x="1579" y="521"/>
                </a:lnTo>
                <a:lnTo>
                  <a:pt x="1584" y="499"/>
                </a:lnTo>
                <a:lnTo>
                  <a:pt x="1587" y="477"/>
                </a:lnTo>
                <a:lnTo>
                  <a:pt x="1587" y="453"/>
                </a:lnTo>
                <a:lnTo>
                  <a:pt x="1587" y="430"/>
                </a:lnTo>
                <a:lnTo>
                  <a:pt x="1584" y="406"/>
                </a:lnTo>
                <a:lnTo>
                  <a:pt x="1579" y="384"/>
                </a:lnTo>
                <a:lnTo>
                  <a:pt x="1571" y="361"/>
                </a:lnTo>
                <a:lnTo>
                  <a:pt x="1563" y="339"/>
                </a:lnTo>
                <a:lnTo>
                  <a:pt x="1552" y="318"/>
                </a:lnTo>
                <a:lnTo>
                  <a:pt x="1539" y="297"/>
                </a:lnTo>
                <a:lnTo>
                  <a:pt x="1524" y="277"/>
                </a:lnTo>
                <a:lnTo>
                  <a:pt x="1508" y="256"/>
                </a:lnTo>
                <a:lnTo>
                  <a:pt x="1491" y="237"/>
                </a:lnTo>
                <a:lnTo>
                  <a:pt x="1472" y="217"/>
                </a:lnTo>
                <a:lnTo>
                  <a:pt x="1452" y="200"/>
                </a:lnTo>
                <a:lnTo>
                  <a:pt x="1430" y="182"/>
                </a:lnTo>
                <a:lnTo>
                  <a:pt x="1406" y="165"/>
                </a:lnTo>
                <a:lnTo>
                  <a:pt x="1380" y="149"/>
                </a:lnTo>
                <a:lnTo>
                  <a:pt x="1355" y="133"/>
                </a:lnTo>
                <a:lnTo>
                  <a:pt x="1328" y="118"/>
                </a:lnTo>
                <a:lnTo>
                  <a:pt x="1299" y="104"/>
                </a:lnTo>
                <a:lnTo>
                  <a:pt x="1268" y="89"/>
                </a:lnTo>
                <a:lnTo>
                  <a:pt x="1238" y="77"/>
                </a:lnTo>
                <a:lnTo>
                  <a:pt x="1204" y="65"/>
                </a:lnTo>
                <a:lnTo>
                  <a:pt x="1172" y="54"/>
                </a:lnTo>
                <a:lnTo>
                  <a:pt x="1137" y="45"/>
                </a:lnTo>
                <a:lnTo>
                  <a:pt x="1102" y="35"/>
                </a:lnTo>
                <a:lnTo>
                  <a:pt x="1067" y="27"/>
                </a:lnTo>
                <a:lnTo>
                  <a:pt x="1030" y="21"/>
                </a:lnTo>
                <a:lnTo>
                  <a:pt x="992" y="14"/>
                </a:lnTo>
                <a:lnTo>
                  <a:pt x="953" y="9"/>
                </a:lnTo>
                <a:lnTo>
                  <a:pt x="915" y="5"/>
                </a:lnTo>
                <a:lnTo>
                  <a:pt x="875" y="1"/>
                </a:lnTo>
                <a:lnTo>
                  <a:pt x="835" y="0"/>
                </a:lnTo>
                <a:lnTo>
                  <a:pt x="793" y="0"/>
                </a:lnTo>
              </a:path>
            </a:pathLst>
          </a:custGeom>
          <a:solidFill>
            <a:schemeClr val="bg1"/>
          </a:solidFill>
          <a:ln w="238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" name="Freeform 59">
            <a:extLst>
              <a:ext uri="{FF2B5EF4-FFF2-40B4-BE49-F238E27FC236}">
                <a16:creationId xmlns:a16="http://schemas.microsoft.com/office/drawing/2014/main" id="{0F4CACDA-BEC2-402A-8AC9-8D23349457C7}"/>
              </a:ext>
            </a:extLst>
          </p:cNvPr>
          <p:cNvSpPr>
            <a:spLocks/>
          </p:cNvSpPr>
          <p:nvPr/>
        </p:nvSpPr>
        <p:spPr bwMode="auto">
          <a:xfrm>
            <a:off x="3657600" y="1295400"/>
            <a:ext cx="1260475" cy="720725"/>
          </a:xfrm>
          <a:custGeom>
            <a:avLst/>
            <a:gdLst>
              <a:gd name="T0" fmla="*/ 2147483646 w 1587"/>
              <a:gd name="T1" fmla="*/ 2147483646 h 907"/>
              <a:gd name="T2" fmla="*/ 2147483646 w 1587"/>
              <a:gd name="T3" fmla="*/ 2147483646 h 907"/>
              <a:gd name="T4" fmla="*/ 2147483646 w 1587"/>
              <a:gd name="T5" fmla="*/ 2147483646 h 907"/>
              <a:gd name="T6" fmla="*/ 2147483646 w 1587"/>
              <a:gd name="T7" fmla="*/ 2147483646 h 907"/>
              <a:gd name="T8" fmla="*/ 2147483646 w 1587"/>
              <a:gd name="T9" fmla="*/ 2147483646 h 907"/>
              <a:gd name="T10" fmla="*/ 2147483646 w 1587"/>
              <a:gd name="T11" fmla="*/ 2147483646 h 907"/>
              <a:gd name="T12" fmla="*/ 2147483646 w 1587"/>
              <a:gd name="T13" fmla="*/ 2147483646 h 907"/>
              <a:gd name="T14" fmla="*/ 2147483646 w 1587"/>
              <a:gd name="T15" fmla="*/ 2147483646 h 907"/>
              <a:gd name="T16" fmla="*/ 2147483646 w 1587"/>
              <a:gd name="T17" fmla="*/ 2147483646 h 907"/>
              <a:gd name="T18" fmla="*/ 2147483646 w 1587"/>
              <a:gd name="T19" fmla="*/ 2147483646 h 907"/>
              <a:gd name="T20" fmla="*/ 0 w 1587"/>
              <a:gd name="T21" fmla="*/ 2147483646 h 907"/>
              <a:gd name="T22" fmla="*/ 2147483646 w 1587"/>
              <a:gd name="T23" fmla="*/ 2147483646 h 907"/>
              <a:gd name="T24" fmla="*/ 2147483646 w 1587"/>
              <a:gd name="T25" fmla="*/ 2147483646 h 907"/>
              <a:gd name="T26" fmla="*/ 2147483646 w 1587"/>
              <a:gd name="T27" fmla="*/ 2147483646 h 907"/>
              <a:gd name="T28" fmla="*/ 2147483646 w 1587"/>
              <a:gd name="T29" fmla="*/ 2147483646 h 907"/>
              <a:gd name="T30" fmla="*/ 2147483646 w 1587"/>
              <a:gd name="T31" fmla="*/ 2147483646 h 907"/>
              <a:gd name="T32" fmla="*/ 2147483646 w 1587"/>
              <a:gd name="T33" fmla="*/ 2147483646 h 907"/>
              <a:gd name="T34" fmla="*/ 2147483646 w 1587"/>
              <a:gd name="T35" fmla="*/ 2147483646 h 907"/>
              <a:gd name="T36" fmla="*/ 2147483646 w 1587"/>
              <a:gd name="T37" fmla="*/ 2147483646 h 907"/>
              <a:gd name="T38" fmla="*/ 2147483646 w 1587"/>
              <a:gd name="T39" fmla="*/ 2147483646 h 907"/>
              <a:gd name="T40" fmla="*/ 2147483646 w 1587"/>
              <a:gd name="T41" fmla="*/ 2147483646 h 907"/>
              <a:gd name="T42" fmla="*/ 2147483646 w 1587"/>
              <a:gd name="T43" fmla="*/ 2147483646 h 907"/>
              <a:gd name="T44" fmla="*/ 2147483646 w 1587"/>
              <a:gd name="T45" fmla="*/ 2147483646 h 907"/>
              <a:gd name="T46" fmla="*/ 2147483646 w 1587"/>
              <a:gd name="T47" fmla="*/ 2147483646 h 907"/>
              <a:gd name="T48" fmla="*/ 2147483646 w 1587"/>
              <a:gd name="T49" fmla="*/ 2147483646 h 907"/>
              <a:gd name="T50" fmla="*/ 2147483646 w 1587"/>
              <a:gd name="T51" fmla="*/ 2147483646 h 907"/>
              <a:gd name="T52" fmla="*/ 2147483646 w 1587"/>
              <a:gd name="T53" fmla="*/ 2147483646 h 907"/>
              <a:gd name="T54" fmla="*/ 2147483646 w 1587"/>
              <a:gd name="T55" fmla="*/ 2147483646 h 907"/>
              <a:gd name="T56" fmla="*/ 2147483646 w 1587"/>
              <a:gd name="T57" fmla="*/ 2147483646 h 907"/>
              <a:gd name="T58" fmla="*/ 2147483646 w 1587"/>
              <a:gd name="T59" fmla="*/ 2147483646 h 907"/>
              <a:gd name="T60" fmla="*/ 2147483646 w 1587"/>
              <a:gd name="T61" fmla="*/ 2147483646 h 907"/>
              <a:gd name="T62" fmla="*/ 2147483646 w 1587"/>
              <a:gd name="T63" fmla="*/ 2147483646 h 907"/>
              <a:gd name="T64" fmla="*/ 2147483646 w 1587"/>
              <a:gd name="T65" fmla="*/ 2147483646 h 907"/>
              <a:gd name="T66" fmla="*/ 2147483646 w 1587"/>
              <a:gd name="T67" fmla="*/ 2147483646 h 907"/>
              <a:gd name="T68" fmla="*/ 2147483646 w 1587"/>
              <a:gd name="T69" fmla="*/ 2147483646 h 907"/>
              <a:gd name="T70" fmla="*/ 2147483646 w 1587"/>
              <a:gd name="T71" fmla="*/ 2147483646 h 907"/>
              <a:gd name="T72" fmla="*/ 2147483646 w 1587"/>
              <a:gd name="T73" fmla="*/ 2147483646 h 907"/>
              <a:gd name="T74" fmla="*/ 2147483646 w 1587"/>
              <a:gd name="T75" fmla="*/ 2147483646 h 907"/>
              <a:gd name="T76" fmla="*/ 2147483646 w 1587"/>
              <a:gd name="T77" fmla="*/ 2147483646 h 907"/>
              <a:gd name="T78" fmla="*/ 2147483646 w 1587"/>
              <a:gd name="T79" fmla="*/ 2147483646 h 907"/>
              <a:gd name="T80" fmla="*/ 2147483646 w 1587"/>
              <a:gd name="T81" fmla="*/ 2147483646 h 907"/>
              <a:gd name="T82" fmla="*/ 2147483646 w 1587"/>
              <a:gd name="T83" fmla="*/ 2147483646 h 907"/>
              <a:gd name="T84" fmla="*/ 2147483646 w 1587"/>
              <a:gd name="T85" fmla="*/ 2147483646 h 907"/>
              <a:gd name="T86" fmla="*/ 2147483646 w 1587"/>
              <a:gd name="T87" fmla="*/ 0 h 907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1587"/>
              <a:gd name="T133" fmla="*/ 0 h 907"/>
              <a:gd name="T134" fmla="*/ 1587 w 1587"/>
              <a:gd name="T135" fmla="*/ 907 h 907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1587" h="907">
                <a:moveTo>
                  <a:pt x="793" y="0"/>
                </a:moveTo>
                <a:lnTo>
                  <a:pt x="753" y="0"/>
                </a:lnTo>
                <a:lnTo>
                  <a:pt x="713" y="1"/>
                </a:lnTo>
                <a:lnTo>
                  <a:pt x="673" y="5"/>
                </a:lnTo>
                <a:lnTo>
                  <a:pt x="633" y="9"/>
                </a:lnTo>
                <a:lnTo>
                  <a:pt x="595" y="14"/>
                </a:lnTo>
                <a:lnTo>
                  <a:pt x="558" y="21"/>
                </a:lnTo>
                <a:lnTo>
                  <a:pt x="521" y="27"/>
                </a:lnTo>
                <a:lnTo>
                  <a:pt x="484" y="35"/>
                </a:lnTo>
                <a:lnTo>
                  <a:pt x="449" y="45"/>
                </a:lnTo>
                <a:lnTo>
                  <a:pt x="416" y="54"/>
                </a:lnTo>
                <a:lnTo>
                  <a:pt x="382" y="65"/>
                </a:lnTo>
                <a:lnTo>
                  <a:pt x="350" y="77"/>
                </a:lnTo>
                <a:lnTo>
                  <a:pt x="320" y="89"/>
                </a:lnTo>
                <a:lnTo>
                  <a:pt x="289" y="104"/>
                </a:lnTo>
                <a:lnTo>
                  <a:pt x="260" y="118"/>
                </a:lnTo>
                <a:lnTo>
                  <a:pt x="233" y="133"/>
                </a:lnTo>
                <a:lnTo>
                  <a:pt x="206" y="149"/>
                </a:lnTo>
                <a:lnTo>
                  <a:pt x="182" y="165"/>
                </a:lnTo>
                <a:lnTo>
                  <a:pt x="158" y="182"/>
                </a:lnTo>
                <a:lnTo>
                  <a:pt x="136" y="200"/>
                </a:lnTo>
                <a:lnTo>
                  <a:pt x="115" y="217"/>
                </a:lnTo>
                <a:lnTo>
                  <a:pt x="96" y="237"/>
                </a:lnTo>
                <a:lnTo>
                  <a:pt x="78" y="256"/>
                </a:lnTo>
                <a:lnTo>
                  <a:pt x="62" y="277"/>
                </a:lnTo>
                <a:lnTo>
                  <a:pt x="48" y="297"/>
                </a:lnTo>
                <a:lnTo>
                  <a:pt x="36" y="318"/>
                </a:lnTo>
                <a:lnTo>
                  <a:pt x="25" y="339"/>
                </a:lnTo>
                <a:lnTo>
                  <a:pt x="16" y="361"/>
                </a:lnTo>
                <a:lnTo>
                  <a:pt x="9" y="384"/>
                </a:lnTo>
                <a:lnTo>
                  <a:pt x="4" y="406"/>
                </a:lnTo>
                <a:lnTo>
                  <a:pt x="1" y="430"/>
                </a:lnTo>
                <a:lnTo>
                  <a:pt x="0" y="453"/>
                </a:lnTo>
                <a:lnTo>
                  <a:pt x="1" y="477"/>
                </a:lnTo>
                <a:lnTo>
                  <a:pt x="4" y="499"/>
                </a:lnTo>
                <a:lnTo>
                  <a:pt x="9" y="521"/>
                </a:lnTo>
                <a:lnTo>
                  <a:pt x="16" y="544"/>
                </a:lnTo>
                <a:lnTo>
                  <a:pt x="25" y="566"/>
                </a:lnTo>
                <a:lnTo>
                  <a:pt x="36" y="589"/>
                </a:lnTo>
                <a:lnTo>
                  <a:pt x="48" y="609"/>
                </a:lnTo>
                <a:lnTo>
                  <a:pt x="62" y="630"/>
                </a:lnTo>
                <a:lnTo>
                  <a:pt x="78" y="649"/>
                </a:lnTo>
                <a:lnTo>
                  <a:pt x="96" y="669"/>
                </a:lnTo>
                <a:lnTo>
                  <a:pt x="115" y="688"/>
                </a:lnTo>
                <a:lnTo>
                  <a:pt x="136" y="707"/>
                </a:lnTo>
                <a:lnTo>
                  <a:pt x="158" y="725"/>
                </a:lnTo>
                <a:lnTo>
                  <a:pt x="182" y="742"/>
                </a:lnTo>
                <a:lnTo>
                  <a:pt x="206" y="758"/>
                </a:lnTo>
                <a:lnTo>
                  <a:pt x="233" y="774"/>
                </a:lnTo>
                <a:lnTo>
                  <a:pt x="260" y="789"/>
                </a:lnTo>
                <a:lnTo>
                  <a:pt x="289" y="803"/>
                </a:lnTo>
                <a:lnTo>
                  <a:pt x="320" y="816"/>
                </a:lnTo>
                <a:lnTo>
                  <a:pt x="350" y="829"/>
                </a:lnTo>
                <a:lnTo>
                  <a:pt x="382" y="841"/>
                </a:lnTo>
                <a:lnTo>
                  <a:pt x="416" y="853"/>
                </a:lnTo>
                <a:lnTo>
                  <a:pt x="449" y="862"/>
                </a:lnTo>
                <a:lnTo>
                  <a:pt x="484" y="870"/>
                </a:lnTo>
                <a:lnTo>
                  <a:pt x="521" y="880"/>
                </a:lnTo>
                <a:lnTo>
                  <a:pt x="558" y="886"/>
                </a:lnTo>
                <a:lnTo>
                  <a:pt x="595" y="893"/>
                </a:lnTo>
                <a:lnTo>
                  <a:pt x="633" y="897"/>
                </a:lnTo>
                <a:lnTo>
                  <a:pt x="673" y="901"/>
                </a:lnTo>
                <a:lnTo>
                  <a:pt x="713" y="904"/>
                </a:lnTo>
                <a:lnTo>
                  <a:pt x="753" y="905"/>
                </a:lnTo>
                <a:lnTo>
                  <a:pt x="793" y="907"/>
                </a:lnTo>
                <a:lnTo>
                  <a:pt x="835" y="905"/>
                </a:lnTo>
                <a:lnTo>
                  <a:pt x="875" y="904"/>
                </a:lnTo>
                <a:lnTo>
                  <a:pt x="915" y="901"/>
                </a:lnTo>
                <a:lnTo>
                  <a:pt x="953" y="897"/>
                </a:lnTo>
                <a:lnTo>
                  <a:pt x="992" y="893"/>
                </a:lnTo>
                <a:lnTo>
                  <a:pt x="1030" y="886"/>
                </a:lnTo>
                <a:lnTo>
                  <a:pt x="1067" y="880"/>
                </a:lnTo>
                <a:lnTo>
                  <a:pt x="1102" y="870"/>
                </a:lnTo>
                <a:lnTo>
                  <a:pt x="1137" y="862"/>
                </a:lnTo>
                <a:lnTo>
                  <a:pt x="1172" y="853"/>
                </a:lnTo>
                <a:lnTo>
                  <a:pt x="1204" y="841"/>
                </a:lnTo>
                <a:lnTo>
                  <a:pt x="1238" y="829"/>
                </a:lnTo>
                <a:lnTo>
                  <a:pt x="1268" y="816"/>
                </a:lnTo>
                <a:lnTo>
                  <a:pt x="1299" y="803"/>
                </a:lnTo>
                <a:lnTo>
                  <a:pt x="1328" y="789"/>
                </a:lnTo>
                <a:lnTo>
                  <a:pt x="1355" y="774"/>
                </a:lnTo>
                <a:lnTo>
                  <a:pt x="1380" y="758"/>
                </a:lnTo>
                <a:lnTo>
                  <a:pt x="1406" y="742"/>
                </a:lnTo>
                <a:lnTo>
                  <a:pt x="1430" y="725"/>
                </a:lnTo>
                <a:lnTo>
                  <a:pt x="1452" y="707"/>
                </a:lnTo>
                <a:lnTo>
                  <a:pt x="1472" y="688"/>
                </a:lnTo>
                <a:lnTo>
                  <a:pt x="1491" y="669"/>
                </a:lnTo>
                <a:lnTo>
                  <a:pt x="1508" y="649"/>
                </a:lnTo>
                <a:lnTo>
                  <a:pt x="1524" y="630"/>
                </a:lnTo>
                <a:lnTo>
                  <a:pt x="1539" y="609"/>
                </a:lnTo>
                <a:lnTo>
                  <a:pt x="1552" y="589"/>
                </a:lnTo>
                <a:lnTo>
                  <a:pt x="1563" y="566"/>
                </a:lnTo>
                <a:lnTo>
                  <a:pt x="1571" y="544"/>
                </a:lnTo>
                <a:lnTo>
                  <a:pt x="1579" y="521"/>
                </a:lnTo>
                <a:lnTo>
                  <a:pt x="1584" y="499"/>
                </a:lnTo>
                <a:lnTo>
                  <a:pt x="1587" y="477"/>
                </a:lnTo>
                <a:lnTo>
                  <a:pt x="1587" y="453"/>
                </a:lnTo>
                <a:lnTo>
                  <a:pt x="1587" y="430"/>
                </a:lnTo>
                <a:lnTo>
                  <a:pt x="1584" y="406"/>
                </a:lnTo>
                <a:lnTo>
                  <a:pt x="1579" y="384"/>
                </a:lnTo>
                <a:lnTo>
                  <a:pt x="1571" y="361"/>
                </a:lnTo>
                <a:lnTo>
                  <a:pt x="1563" y="339"/>
                </a:lnTo>
                <a:lnTo>
                  <a:pt x="1552" y="318"/>
                </a:lnTo>
                <a:lnTo>
                  <a:pt x="1539" y="297"/>
                </a:lnTo>
                <a:lnTo>
                  <a:pt x="1524" y="277"/>
                </a:lnTo>
                <a:lnTo>
                  <a:pt x="1508" y="256"/>
                </a:lnTo>
                <a:lnTo>
                  <a:pt x="1491" y="237"/>
                </a:lnTo>
                <a:lnTo>
                  <a:pt x="1472" y="217"/>
                </a:lnTo>
                <a:lnTo>
                  <a:pt x="1452" y="200"/>
                </a:lnTo>
                <a:lnTo>
                  <a:pt x="1430" y="182"/>
                </a:lnTo>
                <a:lnTo>
                  <a:pt x="1406" y="165"/>
                </a:lnTo>
                <a:lnTo>
                  <a:pt x="1380" y="149"/>
                </a:lnTo>
                <a:lnTo>
                  <a:pt x="1355" y="133"/>
                </a:lnTo>
                <a:lnTo>
                  <a:pt x="1328" y="118"/>
                </a:lnTo>
                <a:lnTo>
                  <a:pt x="1299" y="104"/>
                </a:lnTo>
                <a:lnTo>
                  <a:pt x="1268" y="89"/>
                </a:lnTo>
                <a:lnTo>
                  <a:pt x="1238" y="77"/>
                </a:lnTo>
                <a:lnTo>
                  <a:pt x="1204" y="65"/>
                </a:lnTo>
                <a:lnTo>
                  <a:pt x="1172" y="54"/>
                </a:lnTo>
                <a:lnTo>
                  <a:pt x="1137" y="45"/>
                </a:lnTo>
                <a:lnTo>
                  <a:pt x="1102" y="35"/>
                </a:lnTo>
                <a:lnTo>
                  <a:pt x="1067" y="27"/>
                </a:lnTo>
                <a:lnTo>
                  <a:pt x="1030" y="21"/>
                </a:lnTo>
                <a:lnTo>
                  <a:pt x="992" y="14"/>
                </a:lnTo>
                <a:lnTo>
                  <a:pt x="953" y="9"/>
                </a:lnTo>
                <a:lnTo>
                  <a:pt x="915" y="5"/>
                </a:lnTo>
                <a:lnTo>
                  <a:pt x="875" y="1"/>
                </a:lnTo>
                <a:lnTo>
                  <a:pt x="835" y="0"/>
                </a:lnTo>
                <a:lnTo>
                  <a:pt x="793" y="0"/>
                </a:lnTo>
              </a:path>
            </a:pathLst>
          </a:custGeom>
          <a:solidFill>
            <a:schemeClr val="bg1"/>
          </a:solidFill>
          <a:ln w="238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59969158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465" name="Group 1">
            <a:extLst>
              <a:ext uri="{FF2B5EF4-FFF2-40B4-BE49-F238E27FC236}">
                <a16:creationId xmlns:a16="http://schemas.microsoft.com/office/drawing/2014/main" id="{ABD38B71-C4ED-4E40-BE17-F915EF21AFDB}"/>
              </a:ext>
            </a:extLst>
          </p:cNvPr>
          <p:cNvGrpSpPr>
            <a:grpSpLocks/>
          </p:cNvGrpSpPr>
          <p:nvPr/>
        </p:nvGrpSpPr>
        <p:grpSpPr bwMode="auto">
          <a:xfrm>
            <a:off x="1614488" y="1476375"/>
            <a:ext cx="5868987" cy="3705225"/>
            <a:chOff x="1614488" y="1476375"/>
            <a:chExt cx="5868987" cy="3705225"/>
          </a:xfrm>
        </p:grpSpPr>
        <p:sp>
          <p:nvSpPr>
            <p:cNvPr id="62472" name="Freeform 4">
              <a:extLst>
                <a:ext uri="{FF2B5EF4-FFF2-40B4-BE49-F238E27FC236}">
                  <a16:creationId xmlns:a16="http://schemas.microsoft.com/office/drawing/2014/main" id="{BF0BE2B5-ECCC-4DFE-8042-67E3A108C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013" y="5022850"/>
              <a:ext cx="127000" cy="127000"/>
            </a:xfrm>
            <a:custGeom>
              <a:avLst/>
              <a:gdLst>
                <a:gd name="T0" fmla="*/ 2147483646 w 160"/>
                <a:gd name="T1" fmla="*/ 2147483646 h 160"/>
                <a:gd name="T2" fmla="*/ 2147483646 w 160"/>
                <a:gd name="T3" fmla="*/ 0 h 160"/>
                <a:gd name="T4" fmla="*/ 0 w 160"/>
                <a:gd name="T5" fmla="*/ 2147483646 h 160"/>
                <a:gd name="T6" fmla="*/ 2147483646 w 160"/>
                <a:gd name="T7" fmla="*/ 2147483646 h 160"/>
                <a:gd name="T8" fmla="*/ 2147483646 w 160"/>
                <a:gd name="T9" fmla="*/ 2147483646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160"/>
                <a:gd name="T17" fmla="*/ 160 w 16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160">
                  <a:moveTo>
                    <a:pt x="64" y="160"/>
                  </a:moveTo>
                  <a:lnTo>
                    <a:pt x="160" y="0"/>
                  </a:lnTo>
                  <a:lnTo>
                    <a:pt x="0" y="96"/>
                  </a:lnTo>
                  <a:lnTo>
                    <a:pt x="32" y="128"/>
                  </a:lnTo>
                  <a:lnTo>
                    <a:pt x="64" y="160"/>
                  </a:lnTo>
                  <a:close/>
                </a:path>
              </a:pathLst>
            </a:custGeom>
            <a:solidFill>
              <a:schemeClr val="tx1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473" name="Freeform 7">
              <a:extLst>
                <a:ext uri="{FF2B5EF4-FFF2-40B4-BE49-F238E27FC236}">
                  <a16:creationId xmlns:a16="http://schemas.microsoft.com/office/drawing/2014/main" id="{0B02A899-8398-41A2-99B5-C5CFC7067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613" y="4464050"/>
              <a:ext cx="736600" cy="711200"/>
            </a:xfrm>
            <a:custGeom>
              <a:avLst/>
              <a:gdLst>
                <a:gd name="T0" fmla="*/ 2147483646 w 928"/>
                <a:gd name="T1" fmla="*/ 2147483646 h 896"/>
                <a:gd name="T2" fmla="*/ 2147483646 w 928"/>
                <a:gd name="T3" fmla="*/ 2147483646 h 896"/>
                <a:gd name="T4" fmla="*/ 2147483646 w 928"/>
                <a:gd name="T5" fmla="*/ 2147483646 h 896"/>
                <a:gd name="T6" fmla="*/ 2147483646 w 928"/>
                <a:gd name="T7" fmla="*/ 2147483646 h 896"/>
                <a:gd name="T8" fmla="*/ 2147483646 w 928"/>
                <a:gd name="T9" fmla="*/ 2147483646 h 896"/>
                <a:gd name="T10" fmla="*/ 2147483646 w 928"/>
                <a:gd name="T11" fmla="*/ 2147483646 h 896"/>
                <a:gd name="T12" fmla="*/ 2147483646 w 928"/>
                <a:gd name="T13" fmla="*/ 2147483646 h 896"/>
                <a:gd name="T14" fmla="*/ 2147483646 w 928"/>
                <a:gd name="T15" fmla="*/ 2147483646 h 896"/>
                <a:gd name="T16" fmla="*/ 2147483646 w 928"/>
                <a:gd name="T17" fmla="*/ 2147483646 h 896"/>
                <a:gd name="T18" fmla="*/ 2147483646 w 928"/>
                <a:gd name="T19" fmla="*/ 2147483646 h 896"/>
                <a:gd name="T20" fmla="*/ 2147483646 w 928"/>
                <a:gd name="T21" fmla="*/ 0 h 896"/>
                <a:gd name="T22" fmla="*/ 2147483646 w 928"/>
                <a:gd name="T23" fmla="*/ 0 h 896"/>
                <a:gd name="T24" fmla="*/ 2147483646 w 928"/>
                <a:gd name="T25" fmla="*/ 2147483646 h 896"/>
                <a:gd name="T26" fmla="*/ 2147483646 w 928"/>
                <a:gd name="T27" fmla="*/ 2147483646 h 896"/>
                <a:gd name="T28" fmla="*/ 2147483646 w 928"/>
                <a:gd name="T29" fmla="*/ 2147483646 h 896"/>
                <a:gd name="T30" fmla="*/ 2147483646 w 928"/>
                <a:gd name="T31" fmla="*/ 2147483646 h 896"/>
                <a:gd name="T32" fmla="*/ 2147483646 w 928"/>
                <a:gd name="T33" fmla="*/ 2147483646 h 896"/>
                <a:gd name="T34" fmla="*/ 2147483646 w 928"/>
                <a:gd name="T35" fmla="*/ 2147483646 h 896"/>
                <a:gd name="T36" fmla="*/ 2147483646 w 928"/>
                <a:gd name="T37" fmla="*/ 2147483646 h 896"/>
                <a:gd name="T38" fmla="*/ 2147483646 w 928"/>
                <a:gd name="T39" fmla="*/ 2147483646 h 896"/>
                <a:gd name="T40" fmla="*/ 2147483646 w 928"/>
                <a:gd name="T41" fmla="*/ 2147483646 h 896"/>
                <a:gd name="T42" fmla="*/ 2147483646 w 928"/>
                <a:gd name="T43" fmla="*/ 2147483646 h 896"/>
                <a:gd name="T44" fmla="*/ 2147483646 w 928"/>
                <a:gd name="T45" fmla="*/ 2147483646 h 896"/>
                <a:gd name="T46" fmla="*/ 2147483646 w 928"/>
                <a:gd name="T47" fmla="*/ 2147483646 h 896"/>
                <a:gd name="T48" fmla="*/ 2147483646 w 928"/>
                <a:gd name="T49" fmla="*/ 2147483646 h 896"/>
                <a:gd name="T50" fmla="*/ 2147483646 w 928"/>
                <a:gd name="T51" fmla="*/ 2147483646 h 896"/>
                <a:gd name="T52" fmla="*/ 2147483646 w 928"/>
                <a:gd name="T53" fmla="*/ 2147483646 h 896"/>
                <a:gd name="T54" fmla="*/ 2147483646 w 928"/>
                <a:gd name="T55" fmla="*/ 2147483646 h 896"/>
                <a:gd name="T56" fmla="*/ 2147483646 w 928"/>
                <a:gd name="T57" fmla="*/ 2147483646 h 896"/>
                <a:gd name="T58" fmla="*/ 2147483646 w 928"/>
                <a:gd name="T59" fmla="*/ 2147483646 h 896"/>
                <a:gd name="T60" fmla="*/ 2147483646 w 928"/>
                <a:gd name="T61" fmla="*/ 2147483646 h 896"/>
                <a:gd name="T62" fmla="*/ 2147483646 w 928"/>
                <a:gd name="T63" fmla="*/ 2147483646 h 896"/>
                <a:gd name="T64" fmla="*/ 2147483646 w 928"/>
                <a:gd name="T65" fmla="*/ 2147483646 h 896"/>
                <a:gd name="T66" fmla="*/ 2147483646 w 928"/>
                <a:gd name="T67" fmla="*/ 2147483646 h 896"/>
                <a:gd name="T68" fmla="*/ 2147483646 w 928"/>
                <a:gd name="T69" fmla="*/ 2147483646 h 896"/>
                <a:gd name="T70" fmla="*/ 2147483646 w 928"/>
                <a:gd name="T71" fmla="*/ 2147483646 h 896"/>
                <a:gd name="T72" fmla="*/ 2147483646 w 928"/>
                <a:gd name="T73" fmla="*/ 2147483646 h 896"/>
                <a:gd name="T74" fmla="*/ 2147483646 w 928"/>
                <a:gd name="T75" fmla="*/ 2147483646 h 896"/>
                <a:gd name="T76" fmla="*/ 2147483646 w 928"/>
                <a:gd name="T77" fmla="*/ 2147483646 h 896"/>
                <a:gd name="T78" fmla="*/ 2147483646 w 928"/>
                <a:gd name="T79" fmla="*/ 2147483646 h 896"/>
                <a:gd name="T80" fmla="*/ 2147483646 w 928"/>
                <a:gd name="T81" fmla="*/ 2147483646 h 896"/>
                <a:gd name="T82" fmla="*/ 2147483646 w 928"/>
                <a:gd name="T83" fmla="*/ 2147483646 h 896"/>
                <a:gd name="T84" fmla="*/ 2147483646 w 928"/>
                <a:gd name="T85" fmla="*/ 2147483646 h 896"/>
                <a:gd name="T86" fmla="*/ 2147483646 w 928"/>
                <a:gd name="T87" fmla="*/ 2147483646 h 896"/>
                <a:gd name="T88" fmla="*/ 2147483646 w 928"/>
                <a:gd name="T89" fmla="*/ 2147483646 h 896"/>
                <a:gd name="T90" fmla="*/ 2147483646 w 928"/>
                <a:gd name="T91" fmla="*/ 2147483646 h 896"/>
                <a:gd name="T92" fmla="*/ 2147483646 w 928"/>
                <a:gd name="T93" fmla="*/ 2147483646 h 896"/>
                <a:gd name="T94" fmla="*/ 2147483646 w 928"/>
                <a:gd name="T95" fmla="*/ 2147483646 h 896"/>
                <a:gd name="T96" fmla="*/ 2147483646 w 928"/>
                <a:gd name="T97" fmla="*/ 2147483646 h 896"/>
                <a:gd name="T98" fmla="*/ 2147483646 w 928"/>
                <a:gd name="T99" fmla="*/ 2147483646 h 896"/>
                <a:gd name="T100" fmla="*/ 2147483646 w 928"/>
                <a:gd name="T101" fmla="*/ 2147483646 h 896"/>
                <a:gd name="T102" fmla="*/ 2147483646 w 928"/>
                <a:gd name="T103" fmla="*/ 2147483646 h 896"/>
                <a:gd name="T104" fmla="*/ 2147483646 w 928"/>
                <a:gd name="T105" fmla="*/ 2147483646 h 896"/>
                <a:gd name="T106" fmla="*/ 2147483646 w 928"/>
                <a:gd name="T107" fmla="*/ 2147483646 h 896"/>
                <a:gd name="T108" fmla="*/ 2147483646 w 928"/>
                <a:gd name="T109" fmla="*/ 2147483646 h 896"/>
                <a:gd name="T110" fmla="*/ 2147483646 w 928"/>
                <a:gd name="T111" fmla="*/ 2147483646 h 89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928"/>
                <a:gd name="T169" fmla="*/ 0 h 896"/>
                <a:gd name="T170" fmla="*/ 928 w 928"/>
                <a:gd name="T171" fmla="*/ 896 h 89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928" h="896">
                  <a:moveTo>
                    <a:pt x="0" y="442"/>
                  </a:moveTo>
                  <a:lnTo>
                    <a:pt x="0" y="453"/>
                  </a:lnTo>
                  <a:lnTo>
                    <a:pt x="2" y="429"/>
                  </a:lnTo>
                  <a:lnTo>
                    <a:pt x="3" y="406"/>
                  </a:lnTo>
                  <a:lnTo>
                    <a:pt x="7" y="384"/>
                  </a:lnTo>
                  <a:lnTo>
                    <a:pt x="10" y="362"/>
                  </a:lnTo>
                  <a:lnTo>
                    <a:pt x="15" y="339"/>
                  </a:lnTo>
                  <a:lnTo>
                    <a:pt x="21" y="318"/>
                  </a:lnTo>
                  <a:lnTo>
                    <a:pt x="27" y="298"/>
                  </a:lnTo>
                  <a:lnTo>
                    <a:pt x="37" y="277"/>
                  </a:lnTo>
                  <a:lnTo>
                    <a:pt x="45" y="256"/>
                  </a:lnTo>
                  <a:lnTo>
                    <a:pt x="55" y="237"/>
                  </a:lnTo>
                  <a:lnTo>
                    <a:pt x="66" y="218"/>
                  </a:lnTo>
                  <a:lnTo>
                    <a:pt x="79" y="200"/>
                  </a:lnTo>
                  <a:lnTo>
                    <a:pt x="91" y="181"/>
                  </a:lnTo>
                  <a:lnTo>
                    <a:pt x="104" y="165"/>
                  </a:lnTo>
                  <a:lnTo>
                    <a:pt x="119" y="147"/>
                  </a:lnTo>
                  <a:lnTo>
                    <a:pt x="133" y="133"/>
                  </a:lnTo>
                  <a:lnTo>
                    <a:pt x="149" y="117"/>
                  </a:lnTo>
                  <a:lnTo>
                    <a:pt x="165" y="102"/>
                  </a:lnTo>
                  <a:lnTo>
                    <a:pt x="183" y="90"/>
                  </a:lnTo>
                  <a:lnTo>
                    <a:pt x="200" y="77"/>
                  </a:lnTo>
                  <a:lnTo>
                    <a:pt x="219" y="66"/>
                  </a:lnTo>
                  <a:lnTo>
                    <a:pt x="239" y="54"/>
                  </a:lnTo>
                  <a:lnTo>
                    <a:pt x="258" y="45"/>
                  </a:lnTo>
                  <a:lnTo>
                    <a:pt x="277" y="35"/>
                  </a:lnTo>
                  <a:lnTo>
                    <a:pt x="298" y="27"/>
                  </a:lnTo>
                  <a:lnTo>
                    <a:pt x="319" y="19"/>
                  </a:lnTo>
                  <a:lnTo>
                    <a:pt x="341" y="14"/>
                  </a:lnTo>
                  <a:lnTo>
                    <a:pt x="363" y="8"/>
                  </a:lnTo>
                  <a:lnTo>
                    <a:pt x="386" y="5"/>
                  </a:lnTo>
                  <a:lnTo>
                    <a:pt x="408" y="2"/>
                  </a:lnTo>
                  <a:lnTo>
                    <a:pt x="431" y="0"/>
                  </a:lnTo>
                  <a:lnTo>
                    <a:pt x="455" y="0"/>
                  </a:lnTo>
                  <a:lnTo>
                    <a:pt x="476" y="0"/>
                  </a:lnTo>
                  <a:lnTo>
                    <a:pt x="498" y="0"/>
                  </a:lnTo>
                  <a:lnTo>
                    <a:pt x="522" y="2"/>
                  </a:lnTo>
                  <a:lnTo>
                    <a:pt x="544" y="5"/>
                  </a:lnTo>
                  <a:lnTo>
                    <a:pt x="567" y="8"/>
                  </a:lnTo>
                  <a:lnTo>
                    <a:pt x="589" y="14"/>
                  </a:lnTo>
                  <a:lnTo>
                    <a:pt x="610" y="19"/>
                  </a:lnTo>
                  <a:lnTo>
                    <a:pt x="631" y="27"/>
                  </a:lnTo>
                  <a:lnTo>
                    <a:pt x="652" y="35"/>
                  </a:lnTo>
                  <a:lnTo>
                    <a:pt x="672" y="45"/>
                  </a:lnTo>
                  <a:lnTo>
                    <a:pt x="692" y="54"/>
                  </a:lnTo>
                  <a:lnTo>
                    <a:pt x="711" y="66"/>
                  </a:lnTo>
                  <a:lnTo>
                    <a:pt x="728" y="77"/>
                  </a:lnTo>
                  <a:lnTo>
                    <a:pt x="746" y="90"/>
                  </a:lnTo>
                  <a:lnTo>
                    <a:pt x="764" y="102"/>
                  </a:lnTo>
                  <a:lnTo>
                    <a:pt x="780" y="117"/>
                  </a:lnTo>
                  <a:lnTo>
                    <a:pt x="796" y="133"/>
                  </a:lnTo>
                  <a:lnTo>
                    <a:pt x="812" y="147"/>
                  </a:lnTo>
                  <a:lnTo>
                    <a:pt x="826" y="165"/>
                  </a:lnTo>
                  <a:lnTo>
                    <a:pt x="839" y="181"/>
                  </a:lnTo>
                  <a:lnTo>
                    <a:pt x="852" y="200"/>
                  </a:lnTo>
                  <a:lnTo>
                    <a:pt x="863" y="218"/>
                  </a:lnTo>
                  <a:lnTo>
                    <a:pt x="874" y="237"/>
                  </a:lnTo>
                  <a:lnTo>
                    <a:pt x="884" y="256"/>
                  </a:lnTo>
                  <a:lnTo>
                    <a:pt x="893" y="277"/>
                  </a:lnTo>
                  <a:lnTo>
                    <a:pt x="901" y="298"/>
                  </a:lnTo>
                  <a:lnTo>
                    <a:pt x="909" y="318"/>
                  </a:lnTo>
                  <a:lnTo>
                    <a:pt x="914" y="339"/>
                  </a:lnTo>
                  <a:lnTo>
                    <a:pt x="920" y="362"/>
                  </a:lnTo>
                  <a:lnTo>
                    <a:pt x="924" y="384"/>
                  </a:lnTo>
                  <a:lnTo>
                    <a:pt x="927" y="406"/>
                  </a:lnTo>
                  <a:lnTo>
                    <a:pt x="928" y="429"/>
                  </a:lnTo>
                  <a:lnTo>
                    <a:pt x="928" y="453"/>
                  </a:lnTo>
                  <a:lnTo>
                    <a:pt x="928" y="442"/>
                  </a:lnTo>
                  <a:lnTo>
                    <a:pt x="928" y="466"/>
                  </a:lnTo>
                  <a:lnTo>
                    <a:pt x="927" y="488"/>
                  </a:lnTo>
                  <a:lnTo>
                    <a:pt x="924" y="510"/>
                  </a:lnTo>
                  <a:lnTo>
                    <a:pt x="920" y="533"/>
                  </a:lnTo>
                  <a:lnTo>
                    <a:pt x="914" y="555"/>
                  </a:lnTo>
                  <a:lnTo>
                    <a:pt x="909" y="576"/>
                  </a:lnTo>
                  <a:lnTo>
                    <a:pt x="901" y="598"/>
                  </a:lnTo>
                  <a:lnTo>
                    <a:pt x="893" y="619"/>
                  </a:lnTo>
                  <a:lnTo>
                    <a:pt x="884" y="638"/>
                  </a:lnTo>
                  <a:lnTo>
                    <a:pt x="874" y="658"/>
                  </a:lnTo>
                  <a:lnTo>
                    <a:pt x="863" y="677"/>
                  </a:lnTo>
                  <a:lnTo>
                    <a:pt x="852" y="696"/>
                  </a:lnTo>
                  <a:lnTo>
                    <a:pt x="839" y="714"/>
                  </a:lnTo>
                  <a:lnTo>
                    <a:pt x="826" y="730"/>
                  </a:lnTo>
                  <a:lnTo>
                    <a:pt x="812" y="747"/>
                  </a:lnTo>
                  <a:lnTo>
                    <a:pt x="796" y="763"/>
                  </a:lnTo>
                  <a:lnTo>
                    <a:pt x="780" y="778"/>
                  </a:lnTo>
                  <a:lnTo>
                    <a:pt x="764" y="792"/>
                  </a:lnTo>
                  <a:lnTo>
                    <a:pt x="746" y="805"/>
                  </a:lnTo>
                  <a:lnTo>
                    <a:pt x="728" y="818"/>
                  </a:lnTo>
                  <a:lnTo>
                    <a:pt x="711" y="830"/>
                  </a:lnTo>
                  <a:lnTo>
                    <a:pt x="692" y="840"/>
                  </a:lnTo>
                  <a:lnTo>
                    <a:pt x="672" y="851"/>
                  </a:lnTo>
                  <a:lnTo>
                    <a:pt x="652" y="859"/>
                  </a:lnTo>
                  <a:lnTo>
                    <a:pt x="631" y="867"/>
                  </a:lnTo>
                  <a:lnTo>
                    <a:pt x="610" y="875"/>
                  </a:lnTo>
                  <a:lnTo>
                    <a:pt x="589" y="882"/>
                  </a:lnTo>
                  <a:lnTo>
                    <a:pt x="567" y="886"/>
                  </a:lnTo>
                  <a:lnTo>
                    <a:pt x="544" y="890"/>
                  </a:lnTo>
                  <a:lnTo>
                    <a:pt x="522" y="893"/>
                  </a:lnTo>
                  <a:lnTo>
                    <a:pt x="498" y="894"/>
                  </a:lnTo>
                  <a:lnTo>
                    <a:pt x="476" y="896"/>
                  </a:lnTo>
                  <a:lnTo>
                    <a:pt x="455" y="896"/>
                  </a:lnTo>
                  <a:lnTo>
                    <a:pt x="431" y="894"/>
                  </a:lnTo>
                  <a:lnTo>
                    <a:pt x="408" y="893"/>
                  </a:lnTo>
                  <a:lnTo>
                    <a:pt x="386" y="890"/>
                  </a:lnTo>
                  <a:lnTo>
                    <a:pt x="363" y="886"/>
                  </a:lnTo>
                  <a:lnTo>
                    <a:pt x="341" y="882"/>
                  </a:lnTo>
                  <a:lnTo>
                    <a:pt x="319" y="875"/>
                  </a:lnTo>
                  <a:lnTo>
                    <a:pt x="298" y="867"/>
                  </a:lnTo>
                  <a:lnTo>
                    <a:pt x="277" y="859"/>
                  </a:lnTo>
                  <a:lnTo>
                    <a:pt x="258" y="851"/>
                  </a:lnTo>
                  <a:lnTo>
                    <a:pt x="239" y="840"/>
                  </a:lnTo>
                  <a:lnTo>
                    <a:pt x="219" y="830"/>
                  </a:lnTo>
                  <a:lnTo>
                    <a:pt x="200" y="818"/>
                  </a:lnTo>
                  <a:lnTo>
                    <a:pt x="183" y="805"/>
                  </a:lnTo>
                  <a:lnTo>
                    <a:pt x="165" y="792"/>
                  </a:lnTo>
                  <a:lnTo>
                    <a:pt x="149" y="778"/>
                  </a:lnTo>
                  <a:lnTo>
                    <a:pt x="133" y="763"/>
                  </a:lnTo>
                  <a:lnTo>
                    <a:pt x="119" y="747"/>
                  </a:lnTo>
                  <a:lnTo>
                    <a:pt x="104" y="730"/>
                  </a:lnTo>
                  <a:lnTo>
                    <a:pt x="91" y="714"/>
                  </a:lnTo>
                  <a:lnTo>
                    <a:pt x="79" y="696"/>
                  </a:lnTo>
                  <a:lnTo>
                    <a:pt x="66" y="677"/>
                  </a:lnTo>
                  <a:lnTo>
                    <a:pt x="55" y="658"/>
                  </a:lnTo>
                  <a:lnTo>
                    <a:pt x="45" y="638"/>
                  </a:lnTo>
                  <a:lnTo>
                    <a:pt x="37" y="619"/>
                  </a:lnTo>
                  <a:lnTo>
                    <a:pt x="27" y="598"/>
                  </a:lnTo>
                  <a:lnTo>
                    <a:pt x="21" y="576"/>
                  </a:lnTo>
                  <a:lnTo>
                    <a:pt x="15" y="555"/>
                  </a:lnTo>
                  <a:lnTo>
                    <a:pt x="10" y="533"/>
                  </a:lnTo>
                  <a:lnTo>
                    <a:pt x="7" y="510"/>
                  </a:lnTo>
                  <a:lnTo>
                    <a:pt x="3" y="488"/>
                  </a:lnTo>
                  <a:lnTo>
                    <a:pt x="2" y="466"/>
                  </a:lnTo>
                  <a:lnTo>
                    <a:pt x="0" y="442"/>
                  </a:lnTo>
                  <a:close/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474" name="Freeform 9">
              <a:extLst>
                <a:ext uri="{FF2B5EF4-FFF2-40B4-BE49-F238E27FC236}">
                  <a16:creationId xmlns:a16="http://schemas.microsoft.com/office/drawing/2014/main" id="{577922D2-7277-4D57-89D7-B3A7A6277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013" y="2863850"/>
              <a:ext cx="127000" cy="127000"/>
            </a:xfrm>
            <a:custGeom>
              <a:avLst/>
              <a:gdLst>
                <a:gd name="T0" fmla="*/ 2147483646 w 160"/>
                <a:gd name="T1" fmla="*/ 2147483646 h 160"/>
                <a:gd name="T2" fmla="*/ 2147483646 w 160"/>
                <a:gd name="T3" fmla="*/ 0 h 160"/>
                <a:gd name="T4" fmla="*/ 0 w 160"/>
                <a:gd name="T5" fmla="*/ 2147483646 h 160"/>
                <a:gd name="T6" fmla="*/ 2147483646 w 160"/>
                <a:gd name="T7" fmla="*/ 2147483646 h 160"/>
                <a:gd name="T8" fmla="*/ 2147483646 w 160"/>
                <a:gd name="T9" fmla="*/ 2147483646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160"/>
                <a:gd name="T17" fmla="*/ 160 w 16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160">
                  <a:moveTo>
                    <a:pt x="64" y="160"/>
                  </a:moveTo>
                  <a:lnTo>
                    <a:pt x="160" y="0"/>
                  </a:lnTo>
                  <a:lnTo>
                    <a:pt x="0" y="96"/>
                  </a:lnTo>
                  <a:lnTo>
                    <a:pt x="32" y="128"/>
                  </a:lnTo>
                  <a:lnTo>
                    <a:pt x="64" y="160"/>
                  </a:lnTo>
                  <a:close/>
                </a:path>
              </a:pathLst>
            </a:custGeom>
            <a:solidFill>
              <a:srgbClr val="000000"/>
            </a:solidFill>
            <a:ln w="2381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475" name="Freeform 12">
              <a:extLst>
                <a:ext uri="{FF2B5EF4-FFF2-40B4-BE49-F238E27FC236}">
                  <a16:creationId xmlns:a16="http://schemas.microsoft.com/office/drawing/2014/main" id="{E505F3E6-3EE7-4773-B185-CC4955FC7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613" y="2305050"/>
              <a:ext cx="711200" cy="711200"/>
            </a:xfrm>
            <a:custGeom>
              <a:avLst/>
              <a:gdLst>
                <a:gd name="T0" fmla="*/ 2147483646 w 896"/>
                <a:gd name="T1" fmla="*/ 2147483646 h 896"/>
                <a:gd name="T2" fmla="*/ 2147483646 w 896"/>
                <a:gd name="T3" fmla="*/ 2147483646 h 896"/>
                <a:gd name="T4" fmla="*/ 2147483646 w 896"/>
                <a:gd name="T5" fmla="*/ 2147483646 h 896"/>
                <a:gd name="T6" fmla="*/ 2147483646 w 896"/>
                <a:gd name="T7" fmla="*/ 2147483646 h 896"/>
                <a:gd name="T8" fmla="*/ 2147483646 w 896"/>
                <a:gd name="T9" fmla="*/ 2147483646 h 896"/>
                <a:gd name="T10" fmla="*/ 2147483646 w 896"/>
                <a:gd name="T11" fmla="*/ 2147483646 h 896"/>
                <a:gd name="T12" fmla="*/ 2147483646 w 896"/>
                <a:gd name="T13" fmla="*/ 2147483646 h 896"/>
                <a:gd name="T14" fmla="*/ 2147483646 w 896"/>
                <a:gd name="T15" fmla="*/ 2147483646 h 896"/>
                <a:gd name="T16" fmla="*/ 2147483646 w 896"/>
                <a:gd name="T17" fmla="*/ 2147483646 h 896"/>
                <a:gd name="T18" fmla="*/ 2147483646 w 896"/>
                <a:gd name="T19" fmla="*/ 2147483646 h 896"/>
                <a:gd name="T20" fmla="*/ 2147483646 w 896"/>
                <a:gd name="T21" fmla="*/ 0 h 896"/>
                <a:gd name="T22" fmla="*/ 2147483646 w 896"/>
                <a:gd name="T23" fmla="*/ 0 h 896"/>
                <a:gd name="T24" fmla="*/ 2147483646 w 896"/>
                <a:gd name="T25" fmla="*/ 2147483646 h 896"/>
                <a:gd name="T26" fmla="*/ 2147483646 w 896"/>
                <a:gd name="T27" fmla="*/ 2147483646 h 896"/>
                <a:gd name="T28" fmla="*/ 2147483646 w 896"/>
                <a:gd name="T29" fmla="*/ 2147483646 h 896"/>
                <a:gd name="T30" fmla="*/ 2147483646 w 896"/>
                <a:gd name="T31" fmla="*/ 2147483646 h 896"/>
                <a:gd name="T32" fmla="*/ 2147483646 w 896"/>
                <a:gd name="T33" fmla="*/ 2147483646 h 896"/>
                <a:gd name="T34" fmla="*/ 2147483646 w 896"/>
                <a:gd name="T35" fmla="*/ 2147483646 h 896"/>
                <a:gd name="T36" fmla="*/ 2147483646 w 896"/>
                <a:gd name="T37" fmla="*/ 2147483646 h 896"/>
                <a:gd name="T38" fmla="*/ 2147483646 w 896"/>
                <a:gd name="T39" fmla="*/ 2147483646 h 896"/>
                <a:gd name="T40" fmla="*/ 2147483646 w 896"/>
                <a:gd name="T41" fmla="*/ 2147483646 h 896"/>
                <a:gd name="T42" fmla="*/ 2147483646 w 896"/>
                <a:gd name="T43" fmla="*/ 2147483646 h 896"/>
                <a:gd name="T44" fmla="*/ 2147483646 w 896"/>
                <a:gd name="T45" fmla="*/ 2147483646 h 896"/>
                <a:gd name="T46" fmla="*/ 2147483646 w 896"/>
                <a:gd name="T47" fmla="*/ 2147483646 h 896"/>
                <a:gd name="T48" fmla="*/ 2147483646 w 896"/>
                <a:gd name="T49" fmla="*/ 2147483646 h 896"/>
                <a:gd name="T50" fmla="*/ 2147483646 w 896"/>
                <a:gd name="T51" fmla="*/ 2147483646 h 896"/>
                <a:gd name="T52" fmla="*/ 2147483646 w 896"/>
                <a:gd name="T53" fmla="*/ 2147483646 h 896"/>
                <a:gd name="T54" fmla="*/ 2147483646 w 896"/>
                <a:gd name="T55" fmla="*/ 2147483646 h 896"/>
                <a:gd name="T56" fmla="*/ 2147483646 w 896"/>
                <a:gd name="T57" fmla="*/ 2147483646 h 896"/>
                <a:gd name="T58" fmla="*/ 2147483646 w 896"/>
                <a:gd name="T59" fmla="*/ 2147483646 h 896"/>
                <a:gd name="T60" fmla="*/ 2147483646 w 896"/>
                <a:gd name="T61" fmla="*/ 2147483646 h 896"/>
                <a:gd name="T62" fmla="*/ 2147483646 w 896"/>
                <a:gd name="T63" fmla="*/ 2147483646 h 896"/>
                <a:gd name="T64" fmla="*/ 2147483646 w 896"/>
                <a:gd name="T65" fmla="*/ 2147483646 h 896"/>
                <a:gd name="T66" fmla="*/ 2147483646 w 896"/>
                <a:gd name="T67" fmla="*/ 2147483646 h 896"/>
                <a:gd name="T68" fmla="*/ 2147483646 w 896"/>
                <a:gd name="T69" fmla="*/ 2147483646 h 896"/>
                <a:gd name="T70" fmla="*/ 2147483646 w 896"/>
                <a:gd name="T71" fmla="*/ 2147483646 h 896"/>
                <a:gd name="T72" fmla="*/ 2147483646 w 896"/>
                <a:gd name="T73" fmla="*/ 2147483646 h 896"/>
                <a:gd name="T74" fmla="*/ 2147483646 w 896"/>
                <a:gd name="T75" fmla="*/ 2147483646 h 896"/>
                <a:gd name="T76" fmla="*/ 2147483646 w 896"/>
                <a:gd name="T77" fmla="*/ 2147483646 h 896"/>
                <a:gd name="T78" fmla="*/ 2147483646 w 896"/>
                <a:gd name="T79" fmla="*/ 2147483646 h 896"/>
                <a:gd name="T80" fmla="*/ 2147483646 w 896"/>
                <a:gd name="T81" fmla="*/ 2147483646 h 896"/>
                <a:gd name="T82" fmla="*/ 2147483646 w 896"/>
                <a:gd name="T83" fmla="*/ 2147483646 h 896"/>
                <a:gd name="T84" fmla="*/ 2147483646 w 896"/>
                <a:gd name="T85" fmla="*/ 2147483646 h 896"/>
                <a:gd name="T86" fmla="*/ 2147483646 w 896"/>
                <a:gd name="T87" fmla="*/ 2147483646 h 896"/>
                <a:gd name="T88" fmla="*/ 2147483646 w 896"/>
                <a:gd name="T89" fmla="*/ 2147483646 h 896"/>
                <a:gd name="T90" fmla="*/ 2147483646 w 896"/>
                <a:gd name="T91" fmla="*/ 2147483646 h 896"/>
                <a:gd name="T92" fmla="*/ 2147483646 w 896"/>
                <a:gd name="T93" fmla="*/ 2147483646 h 896"/>
                <a:gd name="T94" fmla="*/ 2147483646 w 896"/>
                <a:gd name="T95" fmla="*/ 2147483646 h 896"/>
                <a:gd name="T96" fmla="*/ 2147483646 w 896"/>
                <a:gd name="T97" fmla="*/ 2147483646 h 896"/>
                <a:gd name="T98" fmla="*/ 2147483646 w 896"/>
                <a:gd name="T99" fmla="*/ 2147483646 h 896"/>
                <a:gd name="T100" fmla="*/ 2147483646 w 896"/>
                <a:gd name="T101" fmla="*/ 2147483646 h 896"/>
                <a:gd name="T102" fmla="*/ 2147483646 w 896"/>
                <a:gd name="T103" fmla="*/ 2147483646 h 896"/>
                <a:gd name="T104" fmla="*/ 2147483646 w 896"/>
                <a:gd name="T105" fmla="*/ 2147483646 h 896"/>
                <a:gd name="T106" fmla="*/ 2147483646 w 896"/>
                <a:gd name="T107" fmla="*/ 2147483646 h 896"/>
                <a:gd name="T108" fmla="*/ 2147483646 w 896"/>
                <a:gd name="T109" fmla="*/ 2147483646 h 896"/>
                <a:gd name="T110" fmla="*/ 2147483646 w 896"/>
                <a:gd name="T111" fmla="*/ 2147483646 h 89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96"/>
                <a:gd name="T169" fmla="*/ 0 h 896"/>
                <a:gd name="T170" fmla="*/ 896 w 896"/>
                <a:gd name="T171" fmla="*/ 896 h 89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96" h="896">
                  <a:moveTo>
                    <a:pt x="0" y="442"/>
                  </a:moveTo>
                  <a:lnTo>
                    <a:pt x="0" y="453"/>
                  </a:lnTo>
                  <a:lnTo>
                    <a:pt x="2" y="429"/>
                  </a:lnTo>
                  <a:lnTo>
                    <a:pt x="3" y="406"/>
                  </a:lnTo>
                  <a:lnTo>
                    <a:pt x="7" y="384"/>
                  </a:lnTo>
                  <a:lnTo>
                    <a:pt x="10" y="362"/>
                  </a:lnTo>
                  <a:lnTo>
                    <a:pt x="15" y="339"/>
                  </a:lnTo>
                  <a:lnTo>
                    <a:pt x="21" y="318"/>
                  </a:lnTo>
                  <a:lnTo>
                    <a:pt x="27" y="298"/>
                  </a:lnTo>
                  <a:lnTo>
                    <a:pt x="37" y="277"/>
                  </a:lnTo>
                  <a:lnTo>
                    <a:pt x="45" y="256"/>
                  </a:lnTo>
                  <a:lnTo>
                    <a:pt x="55" y="237"/>
                  </a:lnTo>
                  <a:lnTo>
                    <a:pt x="66" y="218"/>
                  </a:lnTo>
                  <a:lnTo>
                    <a:pt x="79" y="200"/>
                  </a:lnTo>
                  <a:lnTo>
                    <a:pt x="91" y="181"/>
                  </a:lnTo>
                  <a:lnTo>
                    <a:pt x="104" y="165"/>
                  </a:lnTo>
                  <a:lnTo>
                    <a:pt x="119" y="147"/>
                  </a:lnTo>
                  <a:lnTo>
                    <a:pt x="133" y="133"/>
                  </a:lnTo>
                  <a:lnTo>
                    <a:pt x="149" y="117"/>
                  </a:lnTo>
                  <a:lnTo>
                    <a:pt x="165" y="102"/>
                  </a:lnTo>
                  <a:lnTo>
                    <a:pt x="183" y="90"/>
                  </a:lnTo>
                  <a:lnTo>
                    <a:pt x="200" y="77"/>
                  </a:lnTo>
                  <a:lnTo>
                    <a:pt x="219" y="66"/>
                  </a:lnTo>
                  <a:lnTo>
                    <a:pt x="239" y="54"/>
                  </a:lnTo>
                  <a:lnTo>
                    <a:pt x="258" y="45"/>
                  </a:lnTo>
                  <a:lnTo>
                    <a:pt x="277" y="35"/>
                  </a:lnTo>
                  <a:lnTo>
                    <a:pt x="298" y="27"/>
                  </a:lnTo>
                  <a:lnTo>
                    <a:pt x="319" y="19"/>
                  </a:lnTo>
                  <a:lnTo>
                    <a:pt x="341" y="14"/>
                  </a:lnTo>
                  <a:lnTo>
                    <a:pt x="363" y="8"/>
                  </a:lnTo>
                  <a:lnTo>
                    <a:pt x="386" y="5"/>
                  </a:lnTo>
                  <a:lnTo>
                    <a:pt x="408" y="2"/>
                  </a:lnTo>
                  <a:lnTo>
                    <a:pt x="431" y="0"/>
                  </a:lnTo>
                  <a:lnTo>
                    <a:pt x="455" y="0"/>
                  </a:lnTo>
                  <a:lnTo>
                    <a:pt x="444" y="0"/>
                  </a:lnTo>
                  <a:lnTo>
                    <a:pt x="466" y="0"/>
                  </a:lnTo>
                  <a:lnTo>
                    <a:pt x="490" y="2"/>
                  </a:lnTo>
                  <a:lnTo>
                    <a:pt x="512" y="5"/>
                  </a:lnTo>
                  <a:lnTo>
                    <a:pt x="535" y="8"/>
                  </a:lnTo>
                  <a:lnTo>
                    <a:pt x="557" y="14"/>
                  </a:lnTo>
                  <a:lnTo>
                    <a:pt x="578" y="19"/>
                  </a:lnTo>
                  <a:lnTo>
                    <a:pt x="599" y="27"/>
                  </a:lnTo>
                  <a:lnTo>
                    <a:pt x="620" y="35"/>
                  </a:lnTo>
                  <a:lnTo>
                    <a:pt x="640" y="45"/>
                  </a:lnTo>
                  <a:lnTo>
                    <a:pt x="660" y="54"/>
                  </a:lnTo>
                  <a:lnTo>
                    <a:pt x="679" y="66"/>
                  </a:lnTo>
                  <a:lnTo>
                    <a:pt x="696" y="77"/>
                  </a:lnTo>
                  <a:lnTo>
                    <a:pt x="714" y="90"/>
                  </a:lnTo>
                  <a:lnTo>
                    <a:pt x="732" y="102"/>
                  </a:lnTo>
                  <a:lnTo>
                    <a:pt x="748" y="117"/>
                  </a:lnTo>
                  <a:lnTo>
                    <a:pt x="764" y="133"/>
                  </a:lnTo>
                  <a:lnTo>
                    <a:pt x="780" y="147"/>
                  </a:lnTo>
                  <a:lnTo>
                    <a:pt x="794" y="165"/>
                  </a:lnTo>
                  <a:lnTo>
                    <a:pt x="807" y="181"/>
                  </a:lnTo>
                  <a:lnTo>
                    <a:pt x="820" y="200"/>
                  </a:lnTo>
                  <a:lnTo>
                    <a:pt x="831" y="218"/>
                  </a:lnTo>
                  <a:lnTo>
                    <a:pt x="842" y="237"/>
                  </a:lnTo>
                  <a:lnTo>
                    <a:pt x="852" y="256"/>
                  </a:lnTo>
                  <a:lnTo>
                    <a:pt x="861" y="277"/>
                  </a:lnTo>
                  <a:lnTo>
                    <a:pt x="869" y="298"/>
                  </a:lnTo>
                  <a:lnTo>
                    <a:pt x="877" y="318"/>
                  </a:lnTo>
                  <a:lnTo>
                    <a:pt x="882" y="339"/>
                  </a:lnTo>
                  <a:lnTo>
                    <a:pt x="888" y="362"/>
                  </a:lnTo>
                  <a:lnTo>
                    <a:pt x="892" y="384"/>
                  </a:lnTo>
                  <a:lnTo>
                    <a:pt x="895" y="406"/>
                  </a:lnTo>
                  <a:lnTo>
                    <a:pt x="896" y="429"/>
                  </a:lnTo>
                  <a:lnTo>
                    <a:pt x="896" y="453"/>
                  </a:lnTo>
                  <a:lnTo>
                    <a:pt x="896" y="442"/>
                  </a:lnTo>
                  <a:lnTo>
                    <a:pt x="896" y="466"/>
                  </a:lnTo>
                  <a:lnTo>
                    <a:pt x="895" y="488"/>
                  </a:lnTo>
                  <a:lnTo>
                    <a:pt x="892" y="510"/>
                  </a:lnTo>
                  <a:lnTo>
                    <a:pt x="888" y="533"/>
                  </a:lnTo>
                  <a:lnTo>
                    <a:pt x="882" y="555"/>
                  </a:lnTo>
                  <a:lnTo>
                    <a:pt x="877" y="576"/>
                  </a:lnTo>
                  <a:lnTo>
                    <a:pt x="869" y="598"/>
                  </a:lnTo>
                  <a:lnTo>
                    <a:pt x="861" y="619"/>
                  </a:lnTo>
                  <a:lnTo>
                    <a:pt x="852" y="638"/>
                  </a:lnTo>
                  <a:lnTo>
                    <a:pt x="842" y="658"/>
                  </a:lnTo>
                  <a:lnTo>
                    <a:pt x="831" y="677"/>
                  </a:lnTo>
                  <a:lnTo>
                    <a:pt x="820" y="696"/>
                  </a:lnTo>
                  <a:lnTo>
                    <a:pt x="807" y="714"/>
                  </a:lnTo>
                  <a:lnTo>
                    <a:pt x="794" y="730"/>
                  </a:lnTo>
                  <a:lnTo>
                    <a:pt x="780" y="747"/>
                  </a:lnTo>
                  <a:lnTo>
                    <a:pt x="764" y="763"/>
                  </a:lnTo>
                  <a:lnTo>
                    <a:pt x="748" y="778"/>
                  </a:lnTo>
                  <a:lnTo>
                    <a:pt x="732" y="792"/>
                  </a:lnTo>
                  <a:lnTo>
                    <a:pt x="714" y="805"/>
                  </a:lnTo>
                  <a:lnTo>
                    <a:pt x="696" y="818"/>
                  </a:lnTo>
                  <a:lnTo>
                    <a:pt x="679" y="830"/>
                  </a:lnTo>
                  <a:lnTo>
                    <a:pt x="660" y="840"/>
                  </a:lnTo>
                  <a:lnTo>
                    <a:pt x="640" y="851"/>
                  </a:lnTo>
                  <a:lnTo>
                    <a:pt x="620" y="859"/>
                  </a:lnTo>
                  <a:lnTo>
                    <a:pt x="599" y="867"/>
                  </a:lnTo>
                  <a:lnTo>
                    <a:pt x="578" y="875"/>
                  </a:lnTo>
                  <a:lnTo>
                    <a:pt x="557" y="882"/>
                  </a:lnTo>
                  <a:lnTo>
                    <a:pt x="535" y="886"/>
                  </a:lnTo>
                  <a:lnTo>
                    <a:pt x="512" y="890"/>
                  </a:lnTo>
                  <a:lnTo>
                    <a:pt x="490" y="893"/>
                  </a:lnTo>
                  <a:lnTo>
                    <a:pt x="466" y="894"/>
                  </a:lnTo>
                  <a:lnTo>
                    <a:pt x="444" y="896"/>
                  </a:lnTo>
                  <a:lnTo>
                    <a:pt x="455" y="896"/>
                  </a:lnTo>
                  <a:lnTo>
                    <a:pt x="431" y="894"/>
                  </a:lnTo>
                  <a:lnTo>
                    <a:pt x="408" y="893"/>
                  </a:lnTo>
                  <a:lnTo>
                    <a:pt x="386" y="890"/>
                  </a:lnTo>
                  <a:lnTo>
                    <a:pt x="363" y="886"/>
                  </a:lnTo>
                  <a:lnTo>
                    <a:pt x="341" y="882"/>
                  </a:lnTo>
                  <a:lnTo>
                    <a:pt x="319" y="875"/>
                  </a:lnTo>
                  <a:lnTo>
                    <a:pt x="298" y="867"/>
                  </a:lnTo>
                  <a:lnTo>
                    <a:pt x="277" y="859"/>
                  </a:lnTo>
                  <a:lnTo>
                    <a:pt x="258" y="851"/>
                  </a:lnTo>
                  <a:lnTo>
                    <a:pt x="239" y="840"/>
                  </a:lnTo>
                  <a:lnTo>
                    <a:pt x="219" y="830"/>
                  </a:lnTo>
                  <a:lnTo>
                    <a:pt x="200" y="818"/>
                  </a:lnTo>
                  <a:lnTo>
                    <a:pt x="183" y="805"/>
                  </a:lnTo>
                  <a:lnTo>
                    <a:pt x="165" y="792"/>
                  </a:lnTo>
                  <a:lnTo>
                    <a:pt x="149" y="778"/>
                  </a:lnTo>
                  <a:lnTo>
                    <a:pt x="133" y="763"/>
                  </a:lnTo>
                  <a:lnTo>
                    <a:pt x="119" y="747"/>
                  </a:lnTo>
                  <a:lnTo>
                    <a:pt x="104" y="730"/>
                  </a:lnTo>
                  <a:lnTo>
                    <a:pt x="91" y="714"/>
                  </a:lnTo>
                  <a:lnTo>
                    <a:pt x="79" y="696"/>
                  </a:lnTo>
                  <a:lnTo>
                    <a:pt x="66" y="677"/>
                  </a:lnTo>
                  <a:lnTo>
                    <a:pt x="55" y="658"/>
                  </a:lnTo>
                  <a:lnTo>
                    <a:pt x="45" y="638"/>
                  </a:lnTo>
                  <a:lnTo>
                    <a:pt x="37" y="619"/>
                  </a:lnTo>
                  <a:lnTo>
                    <a:pt x="27" y="598"/>
                  </a:lnTo>
                  <a:lnTo>
                    <a:pt x="21" y="576"/>
                  </a:lnTo>
                  <a:lnTo>
                    <a:pt x="15" y="555"/>
                  </a:lnTo>
                  <a:lnTo>
                    <a:pt x="10" y="533"/>
                  </a:lnTo>
                  <a:lnTo>
                    <a:pt x="7" y="510"/>
                  </a:lnTo>
                  <a:lnTo>
                    <a:pt x="3" y="488"/>
                  </a:lnTo>
                  <a:lnTo>
                    <a:pt x="2" y="466"/>
                  </a:lnTo>
                  <a:lnTo>
                    <a:pt x="0" y="442"/>
                  </a:lnTo>
                  <a:close/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476" name="Freeform 14">
              <a:extLst>
                <a:ext uri="{FF2B5EF4-FFF2-40B4-BE49-F238E27FC236}">
                  <a16:creationId xmlns:a16="http://schemas.microsoft.com/office/drawing/2014/main" id="{9920D78D-5409-4816-94FD-FA8736341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5413" y="2863850"/>
              <a:ext cx="127000" cy="127000"/>
            </a:xfrm>
            <a:custGeom>
              <a:avLst/>
              <a:gdLst>
                <a:gd name="T0" fmla="*/ 2147483646 w 160"/>
                <a:gd name="T1" fmla="*/ 2147483646 h 160"/>
                <a:gd name="T2" fmla="*/ 0 w 160"/>
                <a:gd name="T3" fmla="*/ 0 h 160"/>
                <a:gd name="T4" fmla="*/ 2147483646 w 160"/>
                <a:gd name="T5" fmla="*/ 2147483646 h 160"/>
                <a:gd name="T6" fmla="*/ 2147483646 w 160"/>
                <a:gd name="T7" fmla="*/ 2147483646 h 160"/>
                <a:gd name="T8" fmla="*/ 2147483646 w 160"/>
                <a:gd name="T9" fmla="*/ 2147483646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160"/>
                <a:gd name="T17" fmla="*/ 160 w 16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160">
                  <a:moveTo>
                    <a:pt x="160" y="96"/>
                  </a:moveTo>
                  <a:lnTo>
                    <a:pt x="0" y="0"/>
                  </a:lnTo>
                  <a:lnTo>
                    <a:pt x="96" y="160"/>
                  </a:lnTo>
                  <a:lnTo>
                    <a:pt x="128" y="128"/>
                  </a:lnTo>
                  <a:lnTo>
                    <a:pt x="160" y="96"/>
                  </a:lnTo>
                  <a:close/>
                </a:path>
              </a:pathLst>
            </a:custGeom>
            <a:solidFill>
              <a:srgbClr val="000000"/>
            </a:solidFill>
            <a:ln w="2381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477" name="Freeform 17">
              <a:extLst>
                <a:ext uri="{FF2B5EF4-FFF2-40B4-BE49-F238E27FC236}">
                  <a16:creationId xmlns:a16="http://schemas.microsoft.com/office/drawing/2014/main" id="{D69A47AF-1859-4CC1-963B-3FF5F483E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9213" y="2305050"/>
              <a:ext cx="736600" cy="711200"/>
            </a:xfrm>
            <a:custGeom>
              <a:avLst/>
              <a:gdLst>
                <a:gd name="T0" fmla="*/ 2147483646 w 928"/>
                <a:gd name="T1" fmla="*/ 2147483646 h 896"/>
                <a:gd name="T2" fmla="*/ 2147483646 w 928"/>
                <a:gd name="T3" fmla="*/ 2147483646 h 896"/>
                <a:gd name="T4" fmla="*/ 2147483646 w 928"/>
                <a:gd name="T5" fmla="*/ 2147483646 h 896"/>
                <a:gd name="T6" fmla="*/ 2147483646 w 928"/>
                <a:gd name="T7" fmla="*/ 2147483646 h 896"/>
                <a:gd name="T8" fmla="*/ 2147483646 w 928"/>
                <a:gd name="T9" fmla="*/ 2147483646 h 896"/>
                <a:gd name="T10" fmla="*/ 2147483646 w 928"/>
                <a:gd name="T11" fmla="*/ 2147483646 h 896"/>
                <a:gd name="T12" fmla="*/ 2147483646 w 928"/>
                <a:gd name="T13" fmla="*/ 2147483646 h 896"/>
                <a:gd name="T14" fmla="*/ 2147483646 w 928"/>
                <a:gd name="T15" fmla="*/ 2147483646 h 896"/>
                <a:gd name="T16" fmla="*/ 2147483646 w 928"/>
                <a:gd name="T17" fmla="*/ 2147483646 h 896"/>
                <a:gd name="T18" fmla="*/ 2147483646 w 928"/>
                <a:gd name="T19" fmla="*/ 2147483646 h 896"/>
                <a:gd name="T20" fmla="*/ 2147483646 w 928"/>
                <a:gd name="T21" fmla="*/ 0 h 896"/>
                <a:gd name="T22" fmla="*/ 2147483646 w 928"/>
                <a:gd name="T23" fmla="*/ 0 h 896"/>
                <a:gd name="T24" fmla="*/ 2147483646 w 928"/>
                <a:gd name="T25" fmla="*/ 2147483646 h 896"/>
                <a:gd name="T26" fmla="*/ 2147483646 w 928"/>
                <a:gd name="T27" fmla="*/ 2147483646 h 896"/>
                <a:gd name="T28" fmla="*/ 2147483646 w 928"/>
                <a:gd name="T29" fmla="*/ 2147483646 h 896"/>
                <a:gd name="T30" fmla="*/ 2147483646 w 928"/>
                <a:gd name="T31" fmla="*/ 2147483646 h 896"/>
                <a:gd name="T32" fmla="*/ 2147483646 w 928"/>
                <a:gd name="T33" fmla="*/ 2147483646 h 896"/>
                <a:gd name="T34" fmla="*/ 2147483646 w 928"/>
                <a:gd name="T35" fmla="*/ 2147483646 h 896"/>
                <a:gd name="T36" fmla="*/ 2147483646 w 928"/>
                <a:gd name="T37" fmla="*/ 2147483646 h 896"/>
                <a:gd name="T38" fmla="*/ 2147483646 w 928"/>
                <a:gd name="T39" fmla="*/ 2147483646 h 896"/>
                <a:gd name="T40" fmla="*/ 2147483646 w 928"/>
                <a:gd name="T41" fmla="*/ 2147483646 h 896"/>
                <a:gd name="T42" fmla="*/ 2147483646 w 928"/>
                <a:gd name="T43" fmla="*/ 2147483646 h 896"/>
                <a:gd name="T44" fmla="*/ 2147483646 w 928"/>
                <a:gd name="T45" fmla="*/ 2147483646 h 896"/>
                <a:gd name="T46" fmla="*/ 2147483646 w 928"/>
                <a:gd name="T47" fmla="*/ 2147483646 h 896"/>
                <a:gd name="T48" fmla="*/ 2147483646 w 928"/>
                <a:gd name="T49" fmla="*/ 2147483646 h 896"/>
                <a:gd name="T50" fmla="*/ 2147483646 w 928"/>
                <a:gd name="T51" fmla="*/ 2147483646 h 896"/>
                <a:gd name="T52" fmla="*/ 2147483646 w 928"/>
                <a:gd name="T53" fmla="*/ 2147483646 h 896"/>
                <a:gd name="T54" fmla="*/ 2147483646 w 928"/>
                <a:gd name="T55" fmla="*/ 2147483646 h 896"/>
                <a:gd name="T56" fmla="*/ 2147483646 w 928"/>
                <a:gd name="T57" fmla="*/ 2147483646 h 896"/>
                <a:gd name="T58" fmla="*/ 2147483646 w 928"/>
                <a:gd name="T59" fmla="*/ 2147483646 h 896"/>
                <a:gd name="T60" fmla="*/ 2147483646 w 928"/>
                <a:gd name="T61" fmla="*/ 2147483646 h 896"/>
                <a:gd name="T62" fmla="*/ 2147483646 w 928"/>
                <a:gd name="T63" fmla="*/ 2147483646 h 896"/>
                <a:gd name="T64" fmla="*/ 2147483646 w 928"/>
                <a:gd name="T65" fmla="*/ 2147483646 h 896"/>
                <a:gd name="T66" fmla="*/ 2147483646 w 928"/>
                <a:gd name="T67" fmla="*/ 2147483646 h 896"/>
                <a:gd name="T68" fmla="*/ 2147483646 w 928"/>
                <a:gd name="T69" fmla="*/ 2147483646 h 896"/>
                <a:gd name="T70" fmla="*/ 2147483646 w 928"/>
                <a:gd name="T71" fmla="*/ 2147483646 h 896"/>
                <a:gd name="T72" fmla="*/ 2147483646 w 928"/>
                <a:gd name="T73" fmla="*/ 2147483646 h 896"/>
                <a:gd name="T74" fmla="*/ 2147483646 w 928"/>
                <a:gd name="T75" fmla="*/ 2147483646 h 896"/>
                <a:gd name="T76" fmla="*/ 2147483646 w 928"/>
                <a:gd name="T77" fmla="*/ 2147483646 h 896"/>
                <a:gd name="T78" fmla="*/ 2147483646 w 928"/>
                <a:gd name="T79" fmla="*/ 2147483646 h 896"/>
                <a:gd name="T80" fmla="*/ 2147483646 w 928"/>
                <a:gd name="T81" fmla="*/ 2147483646 h 896"/>
                <a:gd name="T82" fmla="*/ 2147483646 w 928"/>
                <a:gd name="T83" fmla="*/ 2147483646 h 896"/>
                <a:gd name="T84" fmla="*/ 2147483646 w 928"/>
                <a:gd name="T85" fmla="*/ 2147483646 h 896"/>
                <a:gd name="T86" fmla="*/ 2147483646 w 928"/>
                <a:gd name="T87" fmla="*/ 2147483646 h 896"/>
                <a:gd name="T88" fmla="*/ 2147483646 w 928"/>
                <a:gd name="T89" fmla="*/ 2147483646 h 896"/>
                <a:gd name="T90" fmla="*/ 2147483646 w 928"/>
                <a:gd name="T91" fmla="*/ 2147483646 h 896"/>
                <a:gd name="T92" fmla="*/ 2147483646 w 928"/>
                <a:gd name="T93" fmla="*/ 2147483646 h 896"/>
                <a:gd name="T94" fmla="*/ 2147483646 w 928"/>
                <a:gd name="T95" fmla="*/ 2147483646 h 896"/>
                <a:gd name="T96" fmla="*/ 2147483646 w 928"/>
                <a:gd name="T97" fmla="*/ 2147483646 h 896"/>
                <a:gd name="T98" fmla="*/ 2147483646 w 928"/>
                <a:gd name="T99" fmla="*/ 2147483646 h 896"/>
                <a:gd name="T100" fmla="*/ 2147483646 w 928"/>
                <a:gd name="T101" fmla="*/ 2147483646 h 896"/>
                <a:gd name="T102" fmla="*/ 2147483646 w 928"/>
                <a:gd name="T103" fmla="*/ 2147483646 h 896"/>
                <a:gd name="T104" fmla="*/ 2147483646 w 928"/>
                <a:gd name="T105" fmla="*/ 2147483646 h 896"/>
                <a:gd name="T106" fmla="*/ 2147483646 w 928"/>
                <a:gd name="T107" fmla="*/ 2147483646 h 896"/>
                <a:gd name="T108" fmla="*/ 2147483646 w 928"/>
                <a:gd name="T109" fmla="*/ 2147483646 h 896"/>
                <a:gd name="T110" fmla="*/ 2147483646 w 928"/>
                <a:gd name="T111" fmla="*/ 2147483646 h 89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928"/>
                <a:gd name="T169" fmla="*/ 0 h 896"/>
                <a:gd name="T170" fmla="*/ 928 w 928"/>
                <a:gd name="T171" fmla="*/ 896 h 89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928" h="896">
                  <a:moveTo>
                    <a:pt x="0" y="442"/>
                  </a:moveTo>
                  <a:lnTo>
                    <a:pt x="0" y="453"/>
                  </a:lnTo>
                  <a:lnTo>
                    <a:pt x="1" y="429"/>
                  </a:lnTo>
                  <a:lnTo>
                    <a:pt x="3" y="406"/>
                  </a:lnTo>
                  <a:lnTo>
                    <a:pt x="6" y="384"/>
                  </a:lnTo>
                  <a:lnTo>
                    <a:pt x="9" y="362"/>
                  </a:lnTo>
                  <a:lnTo>
                    <a:pt x="14" y="339"/>
                  </a:lnTo>
                  <a:lnTo>
                    <a:pt x="21" y="318"/>
                  </a:lnTo>
                  <a:lnTo>
                    <a:pt x="27" y="298"/>
                  </a:lnTo>
                  <a:lnTo>
                    <a:pt x="37" y="277"/>
                  </a:lnTo>
                  <a:lnTo>
                    <a:pt x="45" y="256"/>
                  </a:lnTo>
                  <a:lnTo>
                    <a:pt x="54" y="237"/>
                  </a:lnTo>
                  <a:lnTo>
                    <a:pt x="65" y="218"/>
                  </a:lnTo>
                  <a:lnTo>
                    <a:pt x="78" y="200"/>
                  </a:lnTo>
                  <a:lnTo>
                    <a:pt x="91" y="181"/>
                  </a:lnTo>
                  <a:lnTo>
                    <a:pt x="104" y="165"/>
                  </a:lnTo>
                  <a:lnTo>
                    <a:pt x="118" y="147"/>
                  </a:lnTo>
                  <a:lnTo>
                    <a:pt x="133" y="133"/>
                  </a:lnTo>
                  <a:lnTo>
                    <a:pt x="149" y="117"/>
                  </a:lnTo>
                  <a:lnTo>
                    <a:pt x="165" y="102"/>
                  </a:lnTo>
                  <a:lnTo>
                    <a:pt x="182" y="90"/>
                  </a:lnTo>
                  <a:lnTo>
                    <a:pt x="200" y="77"/>
                  </a:lnTo>
                  <a:lnTo>
                    <a:pt x="219" y="66"/>
                  </a:lnTo>
                  <a:lnTo>
                    <a:pt x="238" y="54"/>
                  </a:lnTo>
                  <a:lnTo>
                    <a:pt x="257" y="45"/>
                  </a:lnTo>
                  <a:lnTo>
                    <a:pt x="277" y="35"/>
                  </a:lnTo>
                  <a:lnTo>
                    <a:pt x="297" y="27"/>
                  </a:lnTo>
                  <a:lnTo>
                    <a:pt x="318" y="19"/>
                  </a:lnTo>
                  <a:lnTo>
                    <a:pt x="341" y="14"/>
                  </a:lnTo>
                  <a:lnTo>
                    <a:pt x="363" y="8"/>
                  </a:lnTo>
                  <a:lnTo>
                    <a:pt x="385" y="5"/>
                  </a:lnTo>
                  <a:lnTo>
                    <a:pt x="408" y="2"/>
                  </a:lnTo>
                  <a:lnTo>
                    <a:pt x="430" y="0"/>
                  </a:lnTo>
                  <a:lnTo>
                    <a:pt x="454" y="0"/>
                  </a:lnTo>
                  <a:lnTo>
                    <a:pt x="475" y="0"/>
                  </a:lnTo>
                  <a:lnTo>
                    <a:pt x="498" y="0"/>
                  </a:lnTo>
                  <a:lnTo>
                    <a:pt x="522" y="2"/>
                  </a:lnTo>
                  <a:lnTo>
                    <a:pt x="544" y="5"/>
                  </a:lnTo>
                  <a:lnTo>
                    <a:pt x="566" y="8"/>
                  </a:lnTo>
                  <a:lnTo>
                    <a:pt x="589" y="14"/>
                  </a:lnTo>
                  <a:lnTo>
                    <a:pt x="610" y="19"/>
                  </a:lnTo>
                  <a:lnTo>
                    <a:pt x="630" y="27"/>
                  </a:lnTo>
                  <a:lnTo>
                    <a:pt x="651" y="35"/>
                  </a:lnTo>
                  <a:lnTo>
                    <a:pt x="672" y="45"/>
                  </a:lnTo>
                  <a:lnTo>
                    <a:pt x="691" y="54"/>
                  </a:lnTo>
                  <a:lnTo>
                    <a:pt x="710" y="66"/>
                  </a:lnTo>
                  <a:lnTo>
                    <a:pt x="728" y="77"/>
                  </a:lnTo>
                  <a:lnTo>
                    <a:pt x="746" y="90"/>
                  </a:lnTo>
                  <a:lnTo>
                    <a:pt x="763" y="102"/>
                  </a:lnTo>
                  <a:lnTo>
                    <a:pt x="779" y="117"/>
                  </a:lnTo>
                  <a:lnTo>
                    <a:pt x="795" y="133"/>
                  </a:lnTo>
                  <a:lnTo>
                    <a:pt x="811" y="147"/>
                  </a:lnTo>
                  <a:lnTo>
                    <a:pt x="826" y="165"/>
                  </a:lnTo>
                  <a:lnTo>
                    <a:pt x="838" y="181"/>
                  </a:lnTo>
                  <a:lnTo>
                    <a:pt x="851" y="200"/>
                  </a:lnTo>
                  <a:lnTo>
                    <a:pt x="862" y="218"/>
                  </a:lnTo>
                  <a:lnTo>
                    <a:pt x="874" y="237"/>
                  </a:lnTo>
                  <a:lnTo>
                    <a:pt x="883" y="256"/>
                  </a:lnTo>
                  <a:lnTo>
                    <a:pt x="893" y="277"/>
                  </a:lnTo>
                  <a:lnTo>
                    <a:pt x="901" y="298"/>
                  </a:lnTo>
                  <a:lnTo>
                    <a:pt x="909" y="318"/>
                  </a:lnTo>
                  <a:lnTo>
                    <a:pt x="914" y="339"/>
                  </a:lnTo>
                  <a:lnTo>
                    <a:pt x="920" y="362"/>
                  </a:lnTo>
                  <a:lnTo>
                    <a:pt x="923" y="384"/>
                  </a:lnTo>
                  <a:lnTo>
                    <a:pt x="926" y="406"/>
                  </a:lnTo>
                  <a:lnTo>
                    <a:pt x="928" y="429"/>
                  </a:lnTo>
                  <a:lnTo>
                    <a:pt x="928" y="453"/>
                  </a:lnTo>
                  <a:lnTo>
                    <a:pt x="928" y="442"/>
                  </a:lnTo>
                  <a:lnTo>
                    <a:pt x="928" y="466"/>
                  </a:lnTo>
                  <a:lnTo>
                    <a:pt x="926" y="488"/>
                  </a:lnTo>
                  <a:lnTo>
                    <a:pt x="923" y="510"/>
                  </a:lnTo>
                  <a:lnTo>
                    <a:pt x="920" y="533"/>
                  </a:lnTo>
                  <a:lnTo>
                    <a:pt x="914" y="555"/>
                  </a:lnTo>
                  <a:lnTo>
                    <a:pt x="909" y="576"/>
                  </a:lnTo>
                  <a:lnTo>
                    <a:pt x="901" y="598"/>
                  </a:lnTo>
                  <a:lnTo>
                    <a:pt x="893" y="619"/>
                  </a:lnTo>
                  <a:lnTo>
                    <a:pt x="883" y="638"/>
                  </a:lnTo>
                  <a:lnTo>
                    <a:pt x="874" y="658"/>
                  </a:lnTo>
                  <a:lnTo>
                    <a:pt x="862" y="677"/>
                  </a:lnTo>
                  <a:lnTo>
                    <a:pt x="851" y="696"/>
                  </a:lnTo>
                  <a:lnTo>
                    <a:pt x="838" y="714"/>
                  </a:lnTo>
                  <a:lnTo>
                    <a:pt x="826" y="730"/>
                  </a:lnTo>
                  <a:lnTo>
                    <a:pt x="811" y="747"/>
                  </a:lnTo>
                  <a:lnTo>
                    <a:pt x="795" y="763"/>
                  </a:lnTo>
                  <a:lnTo>
                    <a:pt x="779" y="778"/>
                  </a:lnTo>
                  <a:lnTo>
                    <a:pt x="763" y="792"/>
                  </a:lnTo>
                  <a:lnTo>
                    <a:pt x="746" y="805"/>
                  </a:lnTo>
                  <a:lnTo>
                    <a:pt x="728" y="818"/>
                  </a:lnTo>
                  <a:lnTo>
                    <a:pt x="710" y="830"/>
                  </a:lnTo>
                  <a:lnTo>
                    <a:pt x="691" y="840"/>
                  </a:lnTo>
                  <a:lnTo>
                    <a:pt x="672" y="851"/>
                  </a:lnTo>
                  <a:lnTo>
                    <a:pt x="651" y="859"/>
                  </a:lnTo>
                  <a:lnTo>
                    <a:pt x="630" y="867"/>
                  </a:lnTo>
                  <a:lnTo>
                    <a:pt x="610" y="875"/>
                  </a:lnTo>
                  <a:lnTo>
                    <a:pt x="589" y="882"/>
                  </a:lnTo>
                  <a:lnTo>
                    <a:pt x="566" y="886"/>
                  </a:lnTo>
                  <a:lnTo>
                    <a:pt x="544" y="890"/>
                  </a:lnTo>
                  <a:lnTo>
                    <a:pt x="522" y="893"/>
                  </a:lnTo>
                  <a:lnTo>
                    <a:pt x="498" y="894"/>
                  </a:lnTo>
                  <a:lnTo>
                    <a:pt x="475" y="896"/>
                  </a:lnTo>
                  <a:lnTo>
                    <a:pt x="454" y="896"/>
                  </a:lnTo>
                  <a:lnTo>
                    <a:pt x="430" y="894"/>
                  </a:lnTo>
                  <a:lnTo>
                    <a:pt x="408" y="893"/>
                  </a:lnTo>
                  <a:lnTo>
                    <a:pt x="385" y="890"/>
                  </a:lnTo>
                  <a:lnTo>
                    <a:pt x="363" y="886"/>
                  </a:lnTo>
                  <a:lnTo>
                    <a:pt x="341" y="882"/>
                  </a:lnTo>
                  <a:lnTo>
                    <a:pt x="318" y="875"/>
                  </a:lnTo>
                  <a:lnTo>
                    <a:pt x="297" y="867"/>
                  </a:lnTo>
                  <a:lnTo>
                    <a:pt x="277" y="859"/>
                  </a:lnTo>
                  <a:lnTo>
                    <a:pt x="257" y="851"/>
                  </a:lnTo>
                  <a:lnTo>
                    <a:pt x="238" y="840"/>
                  </a:lnTo>
                  <a:lnTo>
                    <a:pt x="219" y="830"/>
                  </a:lnTo>
                  <a:lnTo>
                    <a:pt x="200" y="818"/>
                  </a:lnTo>
                  <a:lnTo>
                    <a:pt x="182" y="805"/>
                  </a:lnTo>
                  <a:lnTo>
                    <a:pt x="165" y="792"/>
                  </a:lnTo>
                  <a:lnTo>
                    <a:pt x="149" y="778"/>
                  </a:lnTo>
                  <a:lnTo>
                    <a:pt x="133" y="763"/>
                  </a:lnTo>
                  <a:lnTo>
                    <a:pt x="118" y="747"/>
                  </a:lnTo>
                  <a:lnTo>
                    <a:pt x="104" y="730"/>
                  </a:lnTo>
                  <a:lnTo>
                    <a:pt x="91" y="714"/>
                  </a:lnTo>
                  <a:lnTo>
                    <a:pt x="78" y="696"/>
                  </a:lnTo>
                  <a:lnTo>
                    <a:pt x="65" y="677"/>
                  </a:lnTo>
                  <a:lnTo>
                    <a:pt x="54" y="658"/>
                  </a:lnTo>
                  <a:lnTo>
                    <a:pt x="45" y="638"/>
                  </a:lnTo>
                  <a:lnTo>
                    <a:pt x="37" y="619"/>
                  </a:lnTo>
                  <a:lnTo>
                    <a:pt x="27" y="598"/>
                  </a:lnTo>
                  <a:lnTo>
                    <a:pt x="21" y="576"/>
                  </a:lnTo>
                  <a:lnTo>
                    <a:pt x="14" y="555"/>
                  </a:lnTo>
                  <a:lnTo>
                    <a:pt x="9" y="533"/>
                  </a:lnTo>
                  <a:lnTo>
                    <a:pt x="6" y="510"/>
                  </a:lnTo>
                  <a:lnTo>
                    <a:pt x="3" y="488"/>
                  </a:lnTo>
                  <a:lnTo>
                    <a:pt x="1" y="466"/>
                  </a:lnTo>
                  <a:lnTo>
                    <a:pt x="0" y="442"/>
                  </a:lnTo>
                  <a:close/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478" name="Freeform 19">
              <a:extLst>
                <a:ext uri="{FF2B5EF4-FFF2-40B4-BE49-F238E27FC236}">
                  <a16:creationId xmlns:a16="http://schemas.microsoft.com/office/drawing/2014/main" id="{316888EA-8740-49D4-AE47-EC072C6B6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5413" y="5022850"/>
              <a:ext cx="127000" cy="127000"/>
            </a:xfrm>
            <a:custGeom>
              <a:avLst/>
              <a:gdLst>
                <a:gd name="T0" fmla="*/ 2147483646 w 160"/>
                <a:gd name="T1" fmla="*/ 2147483646 h 160"/>
                <a:gd name="T2" fmla="*/ 0 w 160"/>
                <a:gd name="T3" fmla="*/ 0 h 160"/>
                <a:gd name="T4" fmla="*/ 2147483646 w 160"/>
                <a:gd name="T5" fmla="*/ 2147483646 h 160"/>
                <a:gd name="T6" fmla="*/ 2147483646 w 160"/>
                <a:gd name="T7" fmla="*/ 2147483646 h 160"/>
                <a:gd name="T8" fmla="*/ 2147483646 w 160"/>
                <a:gd name="T9" fmla="*/ 2147483646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160"/>
                <a:gd name="T17" fmla="*/ 160 w 16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160">
                  <a:moveTo>
                    <a:pt x="160" y="96"/>
                  </a:moveTo>
                  <a:lnTo>
                    <a:pt x="0" y="0"/>
                  </a:lnTo>
                  <a:lnTo>
                    <a:pt x="96" y="160"/>
                  </a:lnTo>
                  <a:lnTo>
                    <a:pt x="128" y="128"/>
                  </a:lnTo>
                  <a:lnTo>
                    <a:pt x="160" y="96"/>
                  </a:lnTo>
                  <a:close/>
                </a:path>
              </a:pathLst>
            </a:custGeom>
            <a:solidFill>
              <a:srgbClr val="000000"/>
            </a:solidFill>
            <a:ln w="2381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479" name="Freeform 22">
              <a:extLst>
                <a:ext uri="{FF2B5EF4-FFF2-40B4-BE49-F238E27FC236}">
                  <a16:creationId xmlns:a16="http://schemas.microsoft.com/office/drawing/2014/main" id="{B2ADB44A-BD11-42CD-A86D-EA1EA949F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9213" y="4464050"/>
              <a:ext cx="736600" cy="711200"/>
            </a:xfrm>
            <a:custGeom>
              <a:avLst/>
              <a:gdLst>
                <a:gd name="T0" fmla="*/ 2147483646 w 928"/>
                <a:gd name="T1" fmla="*/ 2147483646 h 896"/>
                <a:gd name="T2" fmla="*/ 2147483646 w 928"/>
                <a:gd name="T3" fmla="*/ 2147483646 h 896"/>
                <a:gd name="T4" fmla="*/ 2147483646 w 928"/>
                <a:gd name="T5" fmla="*/ 2147483646 h 896"/>
                <a:gd name="T6" fmla="*/ 2147483646 w 928"/>
                <a:gd name="T7" fmla="*/ 2147483646 h 896"/>
                <a:gd name="T8" fmla="*/ 2147483646 w 928"/>
                <a:gd name="T9" fmla="*/ 2147483646 h 896"/>
                <a:gd name="T10" fmla="*/ 2147483646 w 928"/>
                <a:gd name="T11" fmla="*/ 2147483646 h 896"/>
                <a:gd name="T12" fmla="*/ 2147483646 w 928"/>
                <a:gd name="T13" fmla="*/ 2147483646 h 896"/>
                <a:gd name="T14" fmla="*/ 2147483646 w 928"/>
                <a:gd name="T15" fmla="*/ 2147483646 h 896"/>
                <a:gd name="T16" fmla="*/ 2147483646 w 928"/>
                <a:gd name="T17" fmla="*/ 2147483646 h 896"/>
                <a:gd name="T18" fmla="*/ 2147483646 w 928"/>
                <a:gd name="T19" fmla="*/ 2147483646 h 896"/>
                <a:gd name="T20" fmla="*/ 2147483646 w 928"/>
                <a:gd name="T21" fmla="*/ 0 h 896"/>
                <a:gd name="T22" fmla="*/ 2147483646 w 928"/>
                <a:gd name="T23" fmla="*/ 0 h 896"/>
                <a:gd name="T24" fmla="*/ 2147483646 w 928"/>
                <a:gd name="T25" fmla="*/ 2147483646 h 896"/>
                <a:gd name="T26" fmla="*/ 2147483646 w 928"/>
                <a:gd name="T27" fmla="*/ 2147483646 h 896"/>
                <a:gd name="T28" fmla="*/ 2147483646 w 928"/>
                <a:gd name="T29" fmla="*/ 2147483646 h 896"/>
                <a:gd name="T30" fmla="*/ 2147483646 w 928"/>
                <a:gd name="T31" fmla="*/ 2147483646 h 896"/>
                <a:gd name="T32" fmla="*/ 2147483646 w 928"/>
                <a:gd name="T33" fmla="*/ 2147483646 h 896"/>
                <a:gd name="T34" fmla="*/ 2147483646 w 928"/>
                <a:gd name="T35" fmla="*/ 2147483646 h 896"/>
                <a:gd name="T36" fmla="*/ 2147483646 w 928"/>
                <a:gd name="T37" fmla="*/ 2147483646 h 896"/>
                <a:gd name="T38" fmla="*/ 2147483646 w 928"/>
                <a:gd name="T39" fmla="*/ 2147483646 h 896"/>
                <a:gd name="T40" fmla="*/ 2147483646 w 928"/>
                <a:gd name="T41" fmla="*/ 2147483646 h 896"/>
                <a:gd name="T42" fmla="*/ 2147483646 w 928"/>
                <a:gd name="T43" fmla="*/ 2147483646 h 896"/>
                <a:gd name="T44" fmla="*/ 2147483646 w 928"/>
                <a:gd name="T45" fmla="*/ 2147483646 h 896"/>
                <a:gd name="T46" fmla="*/ 2147483646 w 928"/>
                <a:gd name="T47" fmla="*/ 2147483646 h 896"/>
                <a:gd name="T48" fmla="*/ 2147483646 w 928"/>
                <a:gd name="T49" fmla="*/ 2147483646 h 896"/>
                <a:gd name="T50" fmla="*/ 2147483646 w 928"/>
                <a:gd name="T51" fmla="*/ 2147483646 h 896"/>
                <a:gd name="T52" fmla="*/ 2147483646 w 928"/>
                <a:gd name="T53" fmla="*/ 2147483646 h 896"/>
                <a:gd name="T54" fmla="*/ 2147483646 w 928"/>
                <a:gd name="T55" fmla="*/ 2147483646 h 896"/>
                <a:gd name="T56" fmla="*/ 2147483646 w 928"/>
                <a:gd name="T57" fmla="*/ 2147483646 h 896"/>
                <a:gd name="T58" fmla="*/ 2147483646 w 928"/>
                <a:gd name="T59" fmla="*/ 2147483646 h 896"/>
                <a:gd name="T60" fmla="*/ 2147483646 w 928"/>
                <a:gd name="T61" fmla="*/ 2147483646 h 896"/>
                <a:gd name="T62" fmla="*/ 2147483646 w 928"/>
                <a:gd name="T63" fmla="*/ 2147483646 h 896"/>
                <a:gd name="T64" fmla="*/ 2147483646 w 928"/>
                <a:gd name="T65" fmla="*/ 2147483646 h 896"/>
                <a:gd name="T66" fmla="*/ 2147483646 w 928"/>
                <a:gd name="T67" fmla="*/ 2147483646 h 896"/>
                <a:gd name="T68" fmla="*/ 2147483646 w 928"/>
                <a:gd name="T69" fmla="*/ 2147483646 h 896"/>
                <a:gd name="T70" fmla="*/ 2147483646 w 928"/>
                <a:gd name="T71" fmla="*/ 2147483646 h 896"/>
                <a:gd name="T72" fmla="*/ 2147483646 w 928"/>
                <a:gd name="T73" fmla="*/ 2147483646 h 896"/>
                <a:gd name="T74" fmla="*/ 2147483646 w 928"/>
                <a:gd name="T75" fmla="*/ 2147483646 h 896"/>
                <a:gd name="T76" fmla="*/ 2147483646 w 928"/>
                <a:gd name="T77" fmla="*/ 2147483646 h 896"/>
                <a:gd name="T78" fmla="*/ 2147483646 w 928"/>
                <a:gd name="T79" fmla="*/ 2147483646 h 896"/>
                <a:gd name="T80" fmla="*/ 2147483646 w 928"/>
                <a:gd name="T81" fmla="*/ 2147483646 h 896"/>
                <a:gd name="T82" fmla="*/ 2147483646 w 928"/>
                <a:gd name="T83" fmla="*/ 2147483646 h 896"/>
                <a:gd name="T84" fmla="*/ 2147483646 w 928"/>
                <a:gd name="T85" fmla="*/ 2147483646 h 896"/>
                <a:gd name="T86" fmla="*/ 2147483646 w 928"/>
                <a:gd name="T87" fmla="*/ 2147483646 h 896"/>
                <a:gd name="T88" fmla="*/ 2147483646 w 928"/>
                <a:gd name="T89" fmla="*/ 2147483646 h 896"/>
                <a:gd name="T90" fmla="*/ 2147483646 w 928"/>
                <a:gd name="T91" fmla="*/ 2147483646 h 896"/>
                <a:gd name="T92" fmla="*/ 2147483646 w 928"/>
                <a:gd name="T93" fmla="*/ 2147483646 h 896"/>
                <a:gd name="T94" fmla="*/ 2147483646 w 928"/>
                <a:gd name="T95" fmla="*/ 2147483646 h 896"/>
                <a:gd name="T96" fmla="*/ 2147483646 w 928"/>
                <a:gd name="T97" fmla="*/ 2147483646 h 896"/>
                <a:gd name="T98" fmla="*/ 2147483646 w 928"/>
                <a:gd name="T99" fmla="*/ 2147483646 h 896"/>
                <a:gd name="T100" fmla="*/ 2147483646 w 928"/>
                <a:gd name="T101" fmla="*/ 2147483646 h 896"/>
                <a:gd name="T102" fmla="*/ 2147483646 w 928"/>
                <a:gd name="T103" fmla="*/ 2147483646 h 896"/>
                <a:gd name="T104" fmla="*/ 2147483646 w 928"/>
                <a:gd name="T105" fmla="*/ 2147483646 h 896"/>
                <a:gd name="T106" fmla="*/ 2147483646 w 928"/>
                <a:gd name="T107" fmla="*/ 2147483646 h 896"/>
                <a:gd name="T108" fmla="*/ 2147483646 w 928"/>
                <a:gd name="T109" fmla="*/ 2147483646 h 896"/>
                <a:gd name="T110" fmla="*/ 2147483646 w 928"/>
                <a:gd name="T111" fmla="*/ 2147483646 h 89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928"/>
                <a:gd name="T169" fmla="*/ 0 h 896"/>
                <a:gd name="T170" fmla="*/ 928 w 928"/>
                <a:gd name="T171" fmla="*/ 896 h 89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928" h="896">
                  <a:moveTo>
                    <a:pt x="0" y="442"/>
                  </a:moveTo>
                  <a:lnTo>
                    <a:pt x="0" y="453"/>
                  </a:lnTo>
                  <a:lnTo>
                    <a:pt x="1" y="429"/>
                  </a:lnTo>
                  <a:lnTo>
                    <a:pt x="3" y="406"/>
                  </a:lnTo>
                  <a:lnTo>
                    <a:pt x="6" y="384"/>
                  </a:lnTo>
                  <a:lnTo>
                    <a:pt x="9" y="362"/>
                  </a:lnTo>
                  <a:lnTo>
                    <a:pt x="14" y="339"/>
                  </a:lnTo>
                  <a:lnTo>
                    <a:pt x="21" y="318"/>
                  </a:lnTo>
                  <a:lnTo>
                    <a:pt x="27" y="298"/>
                  </a:lnTo>
                  <a:lnTo>
                    <a:pt x="37" y="277"/>
                  </a:lnTo>
                  <a:lnTo>
                    <a:pt x="45" y="256"/>
                  </a:lnTo>
                  <a:lnTo>
                    <a:pt x="54" y="237"/>
                  </a:lnTo>
                  <a:lnTo>
                    <a:pt x="65" y="218"/>
                  </a:lnTo>
                  <a:lnTo>
                    <a:pt x="78" y="200"/>
                  </a:lnTo>
                  <a:lnTo>
                    <a:pt x="91" y="181"/>
                  </a:lnTo>
                  <a:lnTo>
                    <a:pt x="104" y="165"/>
                  </a:lnTo>
                  <a:lnTo>
                    <a:pt x="118" y="147"/>
                  </a:lnTo>
                  <a:lnTo>
                    <a:pt x="133" y="133"/>
                  </a:lnTo>
                  <a:lnTo>
                    <a:pt x="149" y="117"/>
                  </a:lnTo>
                  <a:lnTo>
                    <a:pt x="165" y="102"/>
                  </a:lnTo>
                  <a:lnTo>
                    <a:pt x="182" y="90"/>
                  </a:lnTo>
                  <a:lnTo>
                    <a:pt x="200" y="77"/>
                  </a:lnTo>
                  <a:lnTo>
                    <a:pt x="219" y="66"/>
                  </a:lnTo>
                  <a:lnTo>
                    <a:pt x="238" y="54"/>
                  </a:lnTo>
                  <a:lnTo>
                    <a:pt x="257" y="45"/>
                  </a:lnTo>
                  <a:lnTo>
                    <a:pt x="277" y="35"/>
                  </a:lnTo>
                  <a:lnTo>
                    <a:pt x="297" y="27"/>
                  </a:lnTo>
                  <a:lnTo>
                    <a:pt x="318" y="19"/>
                  </a:lnTo>
                  <a:lnTo>
                    <a:pt x="341" y="14"/>
                  </a:lnTo>
                  <a:lnTo>
                    <a:pt x="363" y="8"/>
                  </a:lnTo>
                  <a:lnTo>
                    <a:pt x="385" y="5"/>
                  </a:lnTo>
                  <a:lnTo>
                    <a:pt x="408" y="2"/>
                  </a:lnTo>
                  <a:lnTo>
                    <a:pt x="430" y="0"/>
                  </a:lnTo>
                  <a:lnTo>
                    <a:pt x="454" y="0"/>
                  </a:lnTo>
                  <a:lnTo>
                    <a:pt x="475" y="0"/>
                  </a:lnTo>
                  <a:lnTo>
                    <a:pt x="498" y="0"/>
                  </a:lnTo>
                  <a:lnTo>
                    <a:pt x="522" y="2"/>
                  </a:lnTo>
                  <a:lnTo>
                    <a:pt x="544" y="5"/>
                  </a:lnTo>
                  <a:lnTo>
                    <a:pt x="566" y="8"/>
                  </a:lnTo>
                  <a:lnTo>
                    <a:pt x="589" y="14"/>
                  </a:lnTo>
                  <a:lnTo>
                    <a:pt x="610" y="19"/>
                  </a:lnTo>
                  <a:lnTo>
                    <a:pt x="630" y="27"/>
                  </a:lnTo>
                  <a:lnTo>
                    <a:pt x="651" y="35"/>
                  </a:lnTo>
                  <a:lnTo>
                    <a:pt x="672" y="45"/>
                  </a:lnTo>
                  <a:lnTo>
                    <a:pt x="691" y="54"/>
                  </a:lnTo>
                  <a:lnTo>
                    <a:pt x="710" y="66"/>
                  </a:lnTo>
                  <a:lnTo>
                    <a:pt x="728" y="77"/>
                  </a:lnTo>
                  <a:lnTo>
                    <a:pt x="746" y="90"/>
                  </a:lnTo>
                  <a:lnTo>
                    <a:pt x="763" y="102"/>
                  </a:lnTo>
                  <a:lnTo>
                    <a:pt x="779" y="117"/>
                  </a:lnTo>
                  <a:lnTo>
                    <a:pt x="795" y="133"/>
                  </a:lnTo>
                  <a:lnTo>
                    <a:pt x="811" y="147"/>
                  </a:lnTo>
                  <a:lnTo>
                    <a:pt x="826" y="165"/>
                  </a:lnTo>
                  <a:lnTo>
                    <a:pt x="838" y="181"/>
                  </a:lnTo>
                  <a:lnTo>
                    <a:pt x="851" y="200"/>
                  </a:lnTo>
                  <a:lnTo>
                    <a:pt x="862" y="218"/>
                  </a:lnTo>
                  <a:lnTo>
                    <a:pt x="874" y="237"/>
                  </a:lnTo>
                  <a:lnTo>
                    <a:pt x="883" y="256"/>
                  </a:lnTo>
                  <a:lnTo>
                    <a:pt x="893" y="277"/>
                  </a:lnTo>
                  <a:lnTo>
                    <a:pt x="901" y="298"/>
                  </a:lnTo>
                  <a:lnTo>
                    <a:pt x="909" y="318"/>
                  </a:lnTo>
                  <a:lnTo>
                    <a:pt x="914" y="339"/>
                  </a:lnTo>
                  <a:lnTo>
                    <a:pt x="920" y="362"/>
                  </a:lnTo>
                  <a:lnTo>
                    <a:pt x="923" y="384"/>
                  </a:lnTo>
                  <a:lnTo>
                    <a:pt x="926" y="406"/>
                  </a:lnTo>
                  <a:lnTo>
                    <a:pt x="928" y="429"/>
                  </a:lnTo>
                  <a:lnTo>
                    <a:pt x="928" y="453"/>
                  </a:lnTo>
                  <a:lnTo>
                    <a:pt x="928" y="442"/>
                  </a:lnTo>
                  <a:lnTo>
                    <a:pt x="928" y="466"/>
                  </a:lnTo>
                  <a:lnTo>
                    <a:pt x="926" y="488"/>
                  </a:lnTo>
                  <a:lnTo>
                    <a:pt x="923" y="510"/>
                  </a:lnTo>
                  <a:lnTo>
                    <a:pt x="920" y="533"/>
                  </a:lnTo>
                  <a:lnTo>
                    <a:pt x="914" y="555"/>
                  </a:lnTo>
                  <a:lnTo>
                    <a:pt x="909" y="576"/>
                  </a:lnTo>
                  <a:lnTo>
                    <a:pt x="901" y="598"/>
                  </a:lnTo>
                  <a:lnTo>
                    <a:pt x="893" y="619"/>
                  </a:lnTo>
                  <a:lnTo>
                    <a:pt x="883" y="638"/>
                  </a:lnTo>
                  <a:lnTo>
                    <a:pt x="874" y="658"/>
                  </a:lnTo>
                  <a:lnTo>
                    <a:pt x="862" y="677"/>
                  </a:lnTo>
                  <a:lnTo>
                    <a:pt x="851" y="696"/>
                  </a:lnTo>
                  <a:lnTo>
                    <a:pt x="838" y="714"/>
                  </a:lnTo>
                  <a:lnTo>
                    <a:pt x="826" y="730"/>
                  </a:lnTo>
                  <a:lnTo>
                    <a:pt x="811" y="747"/>
                  </a:lnTo>
                  <a:lnTo>
                    <a:pt x="795" y="763"/>
                  </a:lnTo>
                  <a:lnTo>
                    <a:pt x="779" y="778"/>
                  </a:lnTo>
                  <a:lnTo>
                    <a:pt x="763" y="792"/>
                  </a:lnTo>
                  <a:lnTo>
                    <a:pt x="746" y="805"/>
                  </a:lnTo>
                  <a:lnTo>
                    <a:pt x="728" y="818"/>
                  </a:lnTo>
                  <a:lnTo>
                    <a:pt x="710" y="830"/>
                  </a:lnTo>
                  <a:lnTo>
                    <a:pt x="691" y="840"/>
                  </a:lnTo>
                  <a:lnTo>
                    <a:pt x="672" y="851"/>
                  </a:lnTo>
                  <a:lnTo>
                    <a:pt x="651" y="859"/>
                  </a:lnTo>
                  <a:lnTo>
                    <a:pt x="630" y="867"/>
                  </a:lnTo>
                  <a:lnTo>
                    <a:pt x="610" y="875"/>
                  </a:lnTo>
                  <a:lnTo>
                    <a:pt x="589" y="882"/>
                  </a:lnTo>
                  <a:lnTo>
                    <a:pt x="566" y="886"/>
                  </a:lnTo>
                  <a:lnTo>
                    <a:pt x="544" y="890"/>
                  </a:lnTo>
                  <a:lnTo>
                    <a:pt x="522" y="893"/>
                  </a:lnTo>
                  <a:lnTo>
                    <a:pt x="498" y="894"/>
                  </a:lnTo>
                  <a:lnTo>
                    <a:pt x="475" y="896"/>
                  </a:lnTo>
                  <a:lnTo>
                    <a:pt x="454" y="896"/>
                  </a:lnTo>
                  <a:lnTo>
                    <a:pt x="430" y="894"/>
                  </a:lnTo>
                  <a:lnTo>
                    <a:pt x="408" y="893"/>
                  </a:lnTo>
                  <a:lnTo>
                    <a:pt x="385" y="890"/>
                  </a:lnTo>
                  <a:lnTo>
                    <a:pt x="363" y="886"/>
                  </a:lnTo>
                  <a:lnTo>
                    <a:pt x="341" y="882"/>
                  </a:lnTo>
                  <a:lnTo>
                    <a:pt x="318" y="875"/>
                  </a:lnTo>
                  <a:lnTo>
                    <a:pt x="297" y="867"/>
                  </a:lnTo>
                  <a:lnTo>
                    <a:pt x="277" y="859"/>
                  </a:lnTo>
                  <a:lnTo>
                    <a:pt x="257" y="851"/>
                  </a:lnTo>
                  <a:lnTo>
                    <a:pt x="238" y="840"/>
                  </a:lnTo>
                  <a:lnTo>
                    <a:pt x="219" y="830"/>
                  </a:lnTo>
                  <a:lnTo>
                    <a:pt x="200" y="818"/>
                  </a:lnTo>
                  <a:lnTo>
                    <a:pt x="182" y="805"/>
                  </a:lnTo>
                  <a:lnTo>
                    <a:pt x="165" y="792"/>
                  </a:lnTo>
                  <a:lnTo>
                    <a:pt x="149" y="778"/>
                  </a:lnTo>
                  <a:lnTo>
                    <a:pt x="133" y="763"/>
                  </a:lnTo>
                  <a:lnTo>
                    <a:pt x="118" y="747"/>
                  </a:lnTo>
                  <a:lnTo>
                    <a:pt x="104" y="730"/>
                  </a:lnTo>
                  <a:lnTo>
                    <a:pt x="91" y="714"/>
                  </a:lnTo>
                  <a:lnTo>
                    <a:pt x="78" y="696"/>
                  </a:lnTo>
                  <a:lnTo>
                    <a:pt x="65" y="677"/>
                  </a:lnTo>
                  <a:lnTo>
                    <a:pt x="54" y="658"/>
                  </a:lnTo>
                  <a:lnTo>
                    <a:pt x="45" y="638"/>
                  </a:lnTo>
                  <a:lnTo>
                    <a:pt x="37" y="619"/>
                  </a:lnTo>
                  <a:lnTo>
                    <a:pt x="27" y="598"/>
                  </a:lnTo>
                  <a:lnTo>
                    <a:pt x="21" y="576"/>
                  </a:lnTo>
                  <a:lnTo>
                    <a:pt x="14" y="555"/>
                  </a:lnTo>
                  <a:lnTo>
                    <a:pt x="9" y="533"/>
                  </a:lnTo>
                  <a:lnTo>
                    <a:pt x="6" y="510"/>
                  </a:lnTo>
                  <a:lnTo>
                    <a:pt x="3" y="488"/>
                  </a:lnTo>
                  <a:lnTo>
                    <a:pt x="1" y="466"/>
                  </a:lnTo>
                  <a:lnTo>
                    <a:pt x="0" y="442"/>
                  </a:lnTo>
                  <a:close/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480" name="Freeform 24">
              <a:extLst>
                <a:ext uri="{FF2B5EF4-FFF2-40B4-BE49-F238E27FC236}">
                  <a16:creationId xmlns:a16="http://schemas.microsoft.com/office/drawing/2014/main" id="{EF423D10-8713-45F7-89B8-6DFB4EC1A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8213" y="3041650"/>
              <a:ext cx="101600" cy="152400"/>
            </a:xfrm>
            <a:custGeom>
              <a:avLst/>
              <a:gdLst>
                <a:gd name="T0" fmla="*/ 2147483646 w 128"/>
                <a:gd name="T1" fmla="*/ 2147483646 h 192"/>
                <a:gd name="T2" fmla="*/ 0 w 128"/>
                <a:gd name="T3" fmla="*/ 0 h 192"/>
                <a:gd name="T4" fmla="*/ 2147483646 w 128"/>
                <a:gd name="T5" fmla="*/ 2147483646 h 192"/>
                <a:gd name="T6" fmla="*/ 2147483646 w 128"/>
                <a:gd name="T7" fmla="*/ 2147483646 h 192"/>
                <a:gd name="T8" fmla="*/ 2147483646 w 128"/>
                <a:gd name="T9" fmla="*/ 2147483646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8"/>
                <a:gd name="T16" fmla="*/ 0 h 192"/>
                <a:gd name="T17" fmla="*/ 128 w 128"/>
                <a:gd name="T18" fmla="*/ 192 h 1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8" h="192">
                  <a:moveTo>
                    <a:pt x="128" y="160"/>
                  </a:moveTo>
                  <a:lnTo>
                    <a:pt x="0" y="0"/>
                  </a:lnTo>
                  <a:lnTo>
                    <a:pt x="32" y="192"/>
                  </a:lnTo>
                  <a:lnTo>
                    <a:pt x="64" y="192"/>
                  </a:lnTo>
                  <a:lnTo>
                    <a:pt x="128" y="160"/>
                  </a:lnTo>
                  <a:close/>
                </a:path>
              </a:pathLst>
            </a:custGeom>
            <a:solidFill>
              <a:srgbClr val="000000"/>
            </a:solidFill>
            <a:ln w="2381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481" name="Freeform 25">
              <a:extLst>
                <a:ext uri="{FF2B5EF4-FFF2-40B4-BE49-F238E27FC236}">
                  <a16:creationId xmlns:a16="http://schemas.microsoft.com/office/drawing/2014/main" id="{EC6D7EA8-4C90-484A-9824-23E291F26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0125" y="3195637"/>
              <a:ext cx="65088" cy="542925"/>
            </a:xfrm>
            <a:custGeom>
              <a:avLst/>
              <a:gdLst>
                <a:gd name="T0" fmla="*/ 2147483646 w 82"/>
                <a:gd name="T1" fmla="*/ 2147483646 h 684"/>
                <a:gd name="T2" fmla="*/ 2147483646 w 82"/>
                <a:gd name="T3" fmla="*/ 2147483646 h 684"/>
                <a:gd name="T4" fmla="*/ 2147483646 w 82"/>
                <a:gd name="T5" fmla="*/ 2147483646 h 684"/>
                <a:gd name="T6" fmla="*/ 2147483646 w 82"/>
                <a:gd name="T7" fmla="*/ 2147483646 h 684"/>
                <a:gd name="T8" fmla="*/ 2147483646 w 82"/>
                <a:gd name="T9" fmla="*/ 2147483646 h 684"/>
                <a:gd name="T10" fmla="*/ 2147483646 w 82"/>
                <a:gd name="T11" fmla="*/ 2147483646 h 684"/>
                <a:gd name="T12" fmla="*/ 2147483646 w 82"/>
                <a:gd name="T13" fmla="*/ 2147483646 h 684"/>
                <a:gd name="T14" fmla="*/ 2147483646 w 82"/>
                <a:gd name="T15" fmla="*/ 2147483646 h 684"/>
                <a:gd name="T16" fmla="*/ 2147483646 w 82"/>
                <a:gd name="T17" fmla="*/ 2147483646 h 684"/>
                <a:gd name="T18" fmla="*/ 2147483646 w 82"/>
                <a:gd name="T19" fmla="*/ 2147483646 h 684"/>
                <a:gd name="T20" fmla="*/ 2147483646 w 82"/>
                <a:gd name="T21" fmla="*/ 2147483646 h 684"/>
                <a:gd name="T22" fmla="*/ 2147483646 w 82"/>
                <a:gd name="T23" fmla="*/ 2147483646 h 684"/>
                <a:gd name="T24" fmla="*/ 2147483646 w 82"/>
                <a:gd name="T25" fmla="*/ 2147483646 h 684"/>
                <a:gd name="T26" fmla="*/ 2147483646 w 82"/>
                <a:gd name="T27" fmla="*/ 2147483646 h 684"/>
                <a:gd name="T28" fmla="*/ 2147483646 w 82"/>
                <a:gd name="T29" fmla="*/ 2147483646 h 684"/>
                <a:gd name="T30" fmla="*/ 2147483646 w 82"/>
                <a:gd name="T31" fmla="*/ 2147483646 h 684"/>
                <a:gd name="T32" fmla="*/ 2147483646 w 82"/>
                <a:gd name="T33" fmla="*/ 2147483646 h 684"/>
                <a:gd name="T34" fmla="*/ 2147483646 w 82"/>
                <a:gd name="T35" fmla="*/ 2147483646 h 684"/>
                <a:gd name="T36" fmla="*/ 2147483646 w 82"/>
                <a:gd name="T37" fmla="*/ 2147483646 h 684"/>
                <a:gd name="T38" fmla="*/ 2147483646 w 82"/>
                <a:gd name="T39" fmla="*/ 2147483646 h 684"/>
                <a:gd name="T40" fmla="*/ 2147483646 w 82"/>
                <a:gd name="T41" fmla="*/ 2147483646 h 684"/>
                <a:gd name="T42" fmla="*/ 2147483646 w 82"/>
                <a:gd name="T43" fmla="*/ 2147483646 h 684"/>
                <a:gd name="T44" fmla="*/ 2147483646 w 82"/>
                <a:gd name="T45" fmla="*/ 2147483646 h 684"/>
                <a:gd name="T46" fmla="*/ 2147483646 w 82"/>
                <a:gd name="T47" fmla="*/ 2147483646 h 684"/>
                <a:gd name="T48" fmla="*/ 2147483646 w 82"/>
                <a:gd name="T49" fmla="*/ 2147483646 h 684"/>
                <a:gd name="T50" fmla="*/ 2147483646 w 82"/>
                <a:gd name="T51" fmla="*/ 2147483646 h 684"/>
                <a:gd name="T52" fmla="*/ 2147483646 w 82"/>
                <a:gd name="T53" fmla="*/ 2147483646 h 684"/>
                <a:gd name="T54" fmla="*/ 2147483646 w 82"/>
                <a:gd name="T55" fmla="*/ 2147483646 h 684"/>
                <a:gd name="T56" fmla="*/ 2147483646 w 82"/>
                <a:gd name="T57" fmla="*/ 2147483646 h 684"/>
                <a:gd name="T58" fmla="*/ 2147483646 w 82"/>
                <a:gd name="T59" fmla="*/ 2147483646 h 684"/>
                <a:gd name="T60" fmla="*/ 2147483646 w 82"/>
                <a:gd name="T61" fmla="*/ 2147483646 h 684"/>
                <a:gd name="T62" fmla="*/ 2147483646 w 82"/>
                <a:gd name="T63" fmla="*/ 2147483646 h 684"/>
                <a:gd name="T64" fmla="*/ 2147483646 w 82"/>
                <a:gd name="T65" fmla="*/ 2147483646 h 684"/>
                <a:gd name="T66" fmla="*/ 2147483646 w 82"/>
                <a:gd name="T67" fmla="*/ 2147483646 h 684"/>
                <a:gd name="T68" fmla="*/ 2147483646 w 82"/>
                <a:gd name="T69" fmla="*/ 2147483646 h 684"/>
                <a:gd name="T70" fmla="*/ 2147483646 w 82"/>
                <a:gd name="T71" fmla="*/ 2147483646 h 684"/>
                <a:gd name="T72" fmla="*/ 2147483646 w 82"/>
                <a:gd name="T73" fmla="*/ 2147483646 h 684"/>
                <a:gd name="T74" fmla="*/ 2147483646 w 82"/>
                <a:gd name="T75" fmla="*/ 2147483646 h 684"/>
                <a:gd name="T76" fmla="*/ 2147483646 w 82"/>
                <a:gd name="T77" fmla="*/ 2147483646 h 684"/>
                <a:gd name="T78" fmla="*/ 2147483646 w 82"/>
                <a:gd name="T79" fmla="*/ 2147483646 h 684"/>
                <a:gd name="T80" fmla="*/ 2147483646 w 82"/>
                <a:gd name="T81" fmla="*/ 2147483646 h 684"/>
                <a:gd name="T82" fmla="*/ 2147483646 w 82"/>
                <a:gd name="T83" fmla="*/ 2147483646 h 684"/>
                <a:gd name="T84" fmla="*/ 2147483646 w 82"/>
                <a:gd name="T85" fmla="*/ 2147483646 h 684"/>
                <a:gd name="T86" fmla="*/ 2147483646 w 82"/>
                <a:gd name="T87" fmla="*/ 2147483646 h 684"/>
                <a:gd name="T88" fmla="*/ 2147483646 w 82"/>
                <a:gd name="T89" fmla="*/ 2147483646 h 684"/>
                <a:gd name="T90" fmla="*/ 2147483646 w 82"/>
                <a:gd name="T91" fmla="*/ 2147483646 h 684"/>
                <a:gd name="T92" fmla="*/ 2147483646 w 82"/>
                <a:gd name="T93" fmla="*/ 2147483646 h 684"/>
                <a:gd name="T94" fmla="*/ 2147483646 w 82"/>
                <a:gd name="T95" fmla="*/ 2147483646 h 684"/>
                <a:gd name="T96" fmla="*/ 2147483646 w 82"/>
                <a:gd name="T97" fmla="*/ 2147483646 h 68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82"/>
                <a:gd name="T148" fmla="*/ 0 h 684"/>
                <a:gd name="T149" fmla="*/ 82 w 82"/>
                <a:gd name="T150" fmla="*/ 684 h 68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82" h="684">
                  <a:moveTo>
                    <a:pt x="0" y="0"/>
                  </a:moveTo>
                  <a:lnTo>
                    <a:pt x="2" y="4"/>
                  </a:lnTo>
                  <a:lnTo>
                    <a:pt x="3" y="9"/>
                  </a:lnTo>
                  <a:lnTo>
                    <a:pt x="5" y="14"/>
                  </a:lnTo>
                  <a:lnTo>
                    <a:pt x="7" y="19"/>
                  </a:lnTo>
                  <a:lnTo>
                    <a:pt x="8" y="22"/>
                  </a:lnTo>
                  <a:lnTo>
                    <a:pt x="8" y="27"/>
                  </a:lnTo>
                  <a:lnTo>
                    <a:pt x="10" y="32"/>
                  </a:lnTo>
                  <a:lnTo>
                    <a:pt x="11" y="35"/>
                  </a:lnTo>
                  <a:lnTo>
                    <a:pt x="13" y="40"/>
                  </a:lnTo>
                  <a:lnTo>
                    <a:pt x="13" y="43"/>
                  </a:lnTo>
                  <a:lnTo>
                    <a:pt x="15" y="48"/>
                  </a:lnTo>
                  <a:lnTo>
                    <a:pt x="16" y="51"/>
                  </a:lnTo>
                  <a:lnTo>
                    <a:pt x="16" y="56"/>
                  </a:lnTo>
                  <a:lnTo>
                    <a:pt x="18" y="60"/>
                  </a:lnTo>
                  <a:lnTo>
                    <a:pt x="18" y="64"/>
                  </a:lnTo>
                  <a:lnTo>
                    <a:pt x="19" y="68"/>
                  </a:lnTo>
                  <a:lnTo>
                    <a:pt x="21" y="73"/>
                  </a:lnTo>
                  <a:lnTo>
                    <a:pt x="21" y="76"/>
                  </a:lnTo>
                  <a:lnTo>
                    <a:pt x="23" y="81"/>
                  </a:lnTo>
                  <a:lnTo>
                    <a:pt x="23" y="86"/>
                  </a:lnTo>
                  <a:lnTo>
                    <a:pt x="24" y="91"/>
                  </a:lnTo>
                  <a:lnTo>
                    <a:pt x="24" y="94"/>
                  </a:lnTo>
                  <a:lnTo>
                    <a:pt x="26" y="99"/>
                  </a:lnTo>
                  <a:lnTo>
                    <a:pt x="26" y="104"/>
                  </a:lnTo>
                  <a:lnTo>
                    <a:pt x="27" y="110"/>
                  </a:lnTo>
                  <a:lnTo>
                    <a:pt x="29" y="115"/>
                  </a:lnTo>
                  <a:lnTo>
                    <a:pt x="29" y="120"/>
                  </a:lnTo>
                  <a:lnTo>
                    <a:pt x="31" y="124"/>
                  </a:lnTo>
                  <a:lnTo>
                    <a:pt x="31" y="131"/>
                  </a:lnTo>
                  <a:lnTo>
                    <a:pt x="32" y="136"/>
                  </a:lnTo>
                  <a:lnTo>
                    <a:pt x="34" y="142"/>
                  </a:lnTo>
                  <a:lnTo>
                    <a:pt x="34" y="148"/>
                  </a:lnTo>
                  <a:lnTo>
                    <a:pt x="37" y="160"/>
                  </a:lnTo>
                  <a:lnTo>
                    <a:pt x="39" y="171"/>
                  </a:lnTo>
                  <a:lnTo>
                    <a:pt x="40" y="180"/>
                  </a:lnTo>
                  <a:lnTo>
                    <a:pt x="42" y="190"/>
                  </a:lnTo>
                  <a:lnTo>
                    <a:pt x="45" y="200"/>
                  </a:lnTo>
                  <a:lnTo>
                    <a:pt x="45" y="208"/>
                  </a:lnTo>
                  <a:lnTo>
                    <a:pt x="47" y="217"/>
                  </a:lnTo>
                  <a:lnTo>
                    <a:pt x="48" y="224"/>
                  </a:lnTo>
                  <a:lnTo>
                    <a:pt x="50" y="232"/>
                  </a:lnTo>
                  <a:lnTo>
                    <a:pt x="51" y="240"/>
                  </a:lnTo>
                  <a:lnTo>
                    <a:pt x="53" y="246"/>
                  </a:lnTo>
                  <a:lnTo>
                    <a:pt x="53" y="252"/>
                  </a:lnTo>
                  <a:lnTo>
                    <a:pt x="55" y="259"/>
                  </a:lnTo>
                  <a:lnTo>
                    <a:pt x="55" y="265"/>
                  </a:lnTo>
                  <a:lnTo>
                    <a:pt x="56" y="273"/>
                  </a:lnTo>
                  <a:lnTo>
                    <a:pt x="58" y="280"/>
                  </a:lnTo>
                  <a:lnTo>
                    <a:pt x="58" y="286"/>
                  </a:lnTo>
                  <a:lnTo>
                    <a:pt x="59" y="292"/>
                  </a:lnTo>
                  <a:lnTo>
                    <a:pt x="59" y="299"/>
                  </a:lnTo>
                  <a:lnTo>
                    <a:pt x="61" y="307"/>
                  </a:lnTo>
                  <a:lnTo>
                    <a:pt x="61" y="313"/>
                  </a:lnTo>
                  <a:lnTo>
                    <a:pt x="61" y="321"/>
                  </a:lnTo>
                  <a:lnTo>
                    <a:pt x="63" y="329"/>
                  </a:lnTo>
                  <a:lnTo>
                    <a:pt x="63" y="339"/>
                  </a:lnTo>
                  <a:lnTo>
                    <a:pt x="64" y="347"/>
                  </a:lnTo>
                  <a:lnTo>
                    <a:pt x="64" y="356"/>
                  </a:lnTo>
                  <a:lnTo>
                    <a:pt x="66" y="368"/>
                  </a:lnTo>
                  <a:lnTo>
                    <a:pt x="66" y="379"/>
                  </a:lnTo>
                  <a:lnTo>
                    <a:pt x="67" y="390"/>
                  </a:lnTo>
                  <a:lnTo>
                    <a:pt x="69" y="403"/>
                  </a:lnTo>
                  <a:lnTo>
                    <a:pt x="69" y="416"/>
                  </a:lnTo>
                  <a:lnTo>
                    <a:pt x="71" y="428"/>
                  </a:lnTo>
                  <a:lnTo>
                    <a:pt x="72" y="443"/>
                  </a:lnTo>
                  <a:lnTo>
                    <a:pt x="72" y="456"/>
                  </a:lnTo>
                  <a:lnTo>
                    <a:pt x="74" y="468"/>
                  </a:lnTo>
                  <a:lnTo>
                    <a:pt x="74" y="480"/>
                  </a:lnTo>
                  <a:lnTo>
                    <a:pt x="75" y="491"/>
                  </a:lnTo>
                  <a:lnTo>
                    <a:pt x="75" y="500"/>
                  </a:lnTo>
                  <a:lnTo>
                    <a:pt x="77" y="510"/>
                  </a:lnTo>
                  <a:lnTo>
                    <a:pt x="77" y="520"/>
                  </a:lnTo>
                  <a:lnTo>
                    <a:pt x="79" y="528"/>
                  </a:lnTo>
                  <a:lnTo>
                    <a:pt x="79" y="536"/>
                  </a:lnTo>
                  <a:lnTo>
                    <a:pt x="79" y="544"/>
                  </a:lnTo>
                  <a:lnTo>
                    <a:pt x="80" y="550"/>
                  </a:lnTo>
                  <a:lnTo>
                    <a:pt x="80" y="556"/>
                  </a:lnTo>
                  <a:lnTo>
                    <a:pt x="80" y="563"/>
                  </a:lnTo>
                  <a:lnTo>
                    <a:pt x="80" y="569"/>
                  </a:lnTo>
                  <a:lnTo>
                    <a:pt x="82" y="576"/>
                  </a:lnTo>
                  <a:lnTo>
                    <a:pt x="82" y="582"/>
                  </a:lnTo>
                  <a:lnTo>
                    <a:pt x="82" y="587"/>
                  </a:lnTo>
                  <a:lnTo>
                    <a:pt x="82" y="593"/>
                  </a:lnTo>
                  <a:lnTo>
                    <a:pt x="82" y="600"/>
                  </a:lnTo>
                  <a:lnTo>
                    <a:pt x="82" y="604"/>
                  </a:lnTo>
                  <a:lnTo>
                    <a:pt x="82" y="611"/>
                  </a:lnTo>
                  <a:lnTo>
                    <a:pt x="82" y="617"/>
                  </a:lnTo>
                  <a:lnTo>
                    <a:pt x="82" y="622"/>
                  </a:lnTo>
                  <a:lnTo>
                    <a:pt x="82" y="628"/>
                  </a:lnTo>
                  <a:lnTo>
                    <a:pt x="82" y="636"/>
                  </a:lnTo>
                  <a:lnTo>
                    <a:pt x="82" y="643"/>
                  </a:lnTo>
                  <a:lnTo>
                    <a:pt x="82" y="651"/>
                  </a:lnTo>
                  <a:lnTo>
                    <a:pt x="82" y="657"/>
                  </a:lnTo>
                  <a:lnTo>
                    <a:pt x="82" y="667"/>
                  </a:lnTo>
                  <a:lnTo>
                    <a:pt x="82" y="675"/>
                  </a:lnTo>
                  <a:lnTo>
                    <a:pt x="82" y="684"/>
                  </a:lnTo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482" name="Freeform 26">
              <a:extLst>
                <a:ext uri="{FF2B5EF4-FFF2-40B4-BE49-F238E27FC236}">
                  <a16:creationId xmlns:a16="http://schemas.microsoft.com/office/drawing/2014/main" id="{D81DD5EA-81DB-4708-81AF-D38FC5A9E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1863" y="3738562"/>
              <a:ext cx="133350" cy="728663"/>
            </a:xfrm>
            <a:custGeom>
              <a:avLst/>
              <a:gdLst>
                <a:gd name="T0" fmla="*/ 2147483646 w 168"/>
                <a:gd name="T1" fmla="*/ 2147483646 h 919"/>
                <a:gd name="T2" fmla="*/ 2147483646 w 168"/>
                <a:gd name="T3" fmla="*/ 2147483646 h 919"/>
                <a:gd name="T4" fmla="*/ 2147483646 w 168"/>
                <a:gd name="T5" fmla="*/ 2147483646 h 919"/>
                <a:gd name="T6" fmla="*/ 2147483646 w 168"/>
                <a:gd name="T7" fmla="*/ 2147483646 h 919"/>
                <a:gd name="T8" fmla="*/ 2147483646 w 168"/>
                <a:gd name="T9" fmla="*/ 2147483646 h 919"/>
                <a:gd name="T10" fmla="*/ 2147483646 w 168"/>
                <a:gd name="T11" fmla="*/ 2147483646 h 919"/>
                <a:gd name="T12" fmla="*/ 2147483646 w 168"/>
                <a:gd name="T13" fmla="*/ 2147483646 h 919"/>
                <a:gd name="T14" fmla="*/ 2147483646 w 168"/>
                <a:gd name="T15" fmla="*/ 2147483646 h 919"/>
                <a:gd name="T16" fmla="*/ 2147483646 w 168"/>
                <a:gd name="T17" fmla="*/ 2147483646 h 919"/>
                <a:gd name="T18" fmla="*/ 2147483646 w 168"/>
                <a:gd name="T19" fmla="*/ 2147483646 h 919"/>
                <a:gd name="T20" fmla="*/ 2147483646 w 168"/>
                <a:gd name="T21" fmla="*/ 2147483646 h 919"/>
                <a:gd name="T22" fmla="*/ 2147483646 w 168"/>
                <a:gd name="T23" fmla="*/ 2147483646 h 919"/>
                <a:gd name="T24" fmla="*/ 2147483646 w 168"/>
                <a:gd name="T25" fmla="*/ 2147483646 h 919"/>
                <a:gd name="T26" fmla="*/ 2147483646 w 168"/>
                <a:gd name="T27" fmla="*/ 2147483646 h 919"/>
                <a:gd name="T28" fmla="*/ 2147483646 w 168"/>
                <a:gd name="T29" fmla="*/ 2147483646 h 919"/>
                <a:gd name="T30" fmla="*/ 2147483646 w 168"/>
                <a:gd name="T31" fmla="*/ 2147483646 h 919"/>
                <a:gd name="T32" fmla="*/ 2147483646 w 168"/>
                <a:gd name="T33" fmla="*/ 2147483646 h 919"/>
                <a:gd name="T34" fmla="*/ 2147483646 w 168"/>
                <a:gd name="T35" fmla="*/ 2147483646 h 919"/>
                <a:gd name="T36" fmla="*/ 2147483646 w 168"/>
                <a:gd name="T37" fmla="*/ 2147483646 h 919"/>
                <a:gd name="T38" fmla="*/ 2147483646 w 168"/>
                <a:gd name="T39" fmla="*/ 2147483646 h 919"/>
                <a:gd name="T40" fmla="*/ 2147483646 w 168"/>
                <a:gd name="T41" fmla="*/ 2147483646 h 919"/>
                <a:gd name="T42" fmla="*/ 2147483646 w 168"/>
                <a:gd name="T43" fmla="*/ 2147483646 h 919"/>
                <a:gd name="T44" fmla="*/ 2147483646 w 168"/>
                <a:gd name="T45" fmla="*/ 2147483646 h 919"/>
                <a:gd name="T46" fmla="*/ 2147483646 w 168"/>
                <a:gd name="T47" fmla="*/ 2147483646 h 919"/>
                <a:gd name="T48" fmla="*/ 2147483646 w 168"/>
                <a:gd name="T49" fmla="*/ 2147483646 h 919"/>
                <a:gd name="T50" fmla="*/ 2147483646 w 168"/>
                <a:gd name="T51" fmla="*/ 2147483646 h 919"/>
                <a:gd name="T52" fmla="*/ 2147483646 w 168"/>
                <a:gd name="T53" fmla="*/ 2147483646 h 919"/>
                <a:gd name="T54" fmla="*/ 2147483646 w 168"/>
                <a:gd name="T55" fmla="*/ 2147483646 h 919"/>
                <a:gd name="T56" fmla="*/ 2147483646 w 168"/>
                <a:gd name="T57" fmla="*/ 2147483646 h 919"/>
                <a:gd name="T58" fmla="*/ 2147483646 w 168"/>
                <a:gd name="T59" fmla="*/ 2147483646 h 919"/>
                <a:gd name="T60" fmla="*/ 2147483646 w 168"/>
                <a:gd name="T61" fmla="*/ 2147483646 h 919"/>
                <a:gd name="T62" fmla="*/ 2147483646 w 168"/>
                <a:gd name="T63" fmla="*/ 2147483646 h 919"/>
                <a:gd name="T64" fmla="*/ 2147483646 w 168"/>
                <a:gd name="T65" fmla="*/ 2147483646 h 919"/>
                <a:gd name="T66" fmla="*/ 2147483646 w 168"/>
                <a:gd name="T67" fmla="*/ 2147483646 h 919"/>
                <a:gd name="T68" fmla="*/ 2147483646 w 168"/>
                <a:gd name="T69" fmla="*/ 2147483646 h 919"/>
                <a:gd name="T70" fmla="*/ 2147483646 w 168"/>
                <a:gd name="T71" fmla="*/ 2147483646 h 919"/>
                <a:gd name="T72" fmla="*/ 2147483646 w 168"/>
                <a:gd name="T73" fmla="*/ 2147483646 h 919"/>
                <a:gd name="T74" fmla="*/ 2147483646 w 168"/>
                <a:gd name="T75" fmla="*/ 2147483646 h 919"/>
                <a:gd name="T76" fmla="*/ 2147483646 w 168"/>
                <a:gd name="T77" fmla="*/ 2147483646 h 919"/>
                <a:gd name="T78" fmla="*/ 2147483646 w 168"/>
                <a:gd name="T79" fmla="*/ 2147483646 h 919"/>
                <a:gd name="T80" fmla="*/ 2147483646 w 168"/>
                <a:gd name="T81" fmla="*/ 2147483646 h 919"/>
                <a:gd name="T82" fmla="*/ 2147483646 w 168"/>
                <a:gd name="T83" fmla="*/ 2147483646 h 919"/>
                <a:gd name="T84" fmla="*/ 2147483646 w 168"/>
                <a:gd name="T85" fmla="*/ 2147483646 h 919"/>
                <a:gd name="T86" fmla="*/ 2147483646 w 168"/>
                <a:gd name="T87" fmla="*/ 2147483646 h 919"/>
                <a:gd name="T88" fmla="*/ 2147483646 w 168"/>
                <a:gd name="T89" fmla="*/ 2147483646 h 919"/>
                <a:gd name="T90" fmla="*/ 2147483646 w 168"/>
                <a:gd name="T91" fmla="*/ 2147483646 h 919"/>
                <a:gd name="T92" fmla="*/ 2147483646 w 168"/>
                <a:gd name="T93" fmla="*/ 2147483646 h 919"/>
                <a:gd name="T94" fmla="*/ 2147483646 w 168"/>
                <a:gd name="T95" fmla="*/ 2147483646 h 919"/>
                <a:gd name="T96" fmla="*/ 2147483646 w 168"/>
                <a:gd name="T97" fmla="*/ 2147483646 h 91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68"/>
                <a:gd name="T148" fmla="*/ 0 h 919"/>
                <a:gd name="T149" fmla="*/ 168 w 168"/>
                <a:gd name="T150" fmla="*/ 919 h 91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68" h="919">
                  <a:moveTo>
                    <a:pt x="0" y="919"/>
                  </a:moveTo>
                  <a:lnTo>
                    <a:pt x="9" y="896"/>
                  </a:lnTo>
                  <a:lnTo>
                    <a:pt x="17" y="874"/>
                  </a:lnTo>
                  <a:lnTo>
                    <a:pt x="24" y="853"/>
                  </a:lnTo>
                  <a:lnTo>
                    <a:pt x="32" y="834"/>
                  </a:lnTo>
                  <a:lnTo>
                    <a:pt x="38" y="816"/>
                  </a:lnTo>
                  <a:lnTo>
                    <a:pt x="45" y="799"/>
                  </a:lnTo>
                  <a:lnTo>
                    <a:pt x="51" y="784"/>
                  </a:lnTo>
                  <a:lnTo>
                    <a:pt x="56" y="770"/>
                  </a:lnTo>
                  <a:lnTo>
                    <a:pt x="61" y="756"/>
                  </a:lnTo>
                  <a:lnTo>
                    <a:pt x="65" y="743"/>
                  </a:lnTo>
                  <a:lnTo>
                    <a:pt x="70" y="730"/>
                  </a:lnTo>
                  <a:lnTo>
                    <a:pt x="73" y="719"/>
                  </a:lnTo>
                  <a:lnTo>
                    <a:pt x="78" y="708"/>
                  </a:lnTo>
                  <a:lnTo>
                    <a:pt x="81" y="698"/>
                  </a:lnTo>
                  <a:lnTo>
                    <a:pt x="85" y="688"/>
                  </a:lnTo>
                  <a:lnTo>
                    <a:pt x="88" y="679"/>
                  </a:lnTo>
                  <a:lnTo>
                    <a:pt x="89" y="671"/>
                  </a:lnTo>
                  <a:lnTo>
                    <a:pt x="93" y="663"/>
                  </a:lnTo>
                  <a:lnTo>
                    <a:pt x="94" y="653"/>
                  </a:lnTo>
                  <a:lnTo>
                    <a:pt x="97" y="645"/>
                  </a:lnTo>
                  <a:lnTo>
                    <a:pt x="99" y="637"/>
                  </a:lnTo>
                  <a:lnTo>
                    <a:pt x="101" y="629"/>
                  </a:lnTo>
                  <a:lnTo>
                    <a:pt x="104" y="621"/>
                  </a:lnTo>
                  <a:lnTo>
                    <a:pt x="105" y="613"/>
                  </a:lnTo>
                  <a:lnTo>
                    <a:pt x="107" y="605"/>
                  </a:lnTo>
                  <a:lnTo>
                    <a:pt x="109" y="597"/>
                  </a:lnTo>
                  <a:lnTo>
                    <a:pt x="110" y="588"/>
                  </a:lnTo>
                  <a:lnTo>
                    <a:pt x="112" y="578"/>
                  </a:lnTo>
                  <a:lnTo>
                    <a:pt x="115" y="568"/>
                  </a:lnTo>
                  <a:lnTo>
                    <a:pt x="117" y="559"/>
                  </a:lnTo>
                  <a:lnTo>
                    <a:pt x="118" y="548"/>
                  </a:lnTo>
                  <a:lnTo>
                    <a:pt x="120" y="536"/>
                  </a:lnTo>
                  <a:lnTo>
                    <a:pt x="123" y="525"/>
                  </a:lnTo>
                  <a:lnTo>
                    <a:pt x="125" y="514"/>
                  </a:lnTo>
                  <a:lnTo>
                    <a:pt x="126" y="503"/>
                  </a:lnTo>
                  <a:lnTo>
                    <a:pt x="128" y="493"/>
                  </a:lnTo>
                  <a:lnTo>
                    <a:pt x="131" y="485"/>
                  </a:lnTo>
                  <a:lnTo>
                    <a:pt x="131" y="476"/>
                  </a:lnTo>
                  <a:lnTo>
                    <a:pt x="133" y="468"/>
                  </a:lnTo>
                  <a:lnTo>
                    <a:pt x="134" y="460"/>
                  </a:lnTo>
                  <a:lnTo>
                    <a:pt x="136" y="453"/>
                  </a:lnTo>
                  <a:lnTo>
                    <a:pt x="137" y="445"/>
                  </a:lnTo>
                  <a:lnTo>
                    <a:pt x="139" y="439"/>
                  </a:lnTo>
                  <a:lnTo>
                    <a:pt x="139" y="431"/>
                  </a:lnTo>
                  <a:lnTo>
                    <a:pt x="141" y="424"/>
                  </a:lnTo>
                  <a:lnTo>
                    <a:pt x="141" y="418"/>
                  </a:lnTo>
                  <a:lnTo>
                    <a:pt x="142" y="412"/>
                  </a:lnTo>
                  <a:lnTo>
                    <a:pt x="144" y="405"/>
                  </a:lnTo>
                  <a:lnTo>
                    <a:pt x="144" y="399"/>
                  </a:lnTo>
                  <a:lnTo>
                    <a:pt x="145" y="392"/>
                  </a:lnTo>
                  <a:lnTo>
                    <a:pt x="145" y="384"/>
                  </a:lnTo>
                  <a:lnTo>
                    <a:pt x="147" y="378"/>
                  </a:lnTo>
                  <a:lnTo>
                    <a:pt x="147" y="370"/>
                  </a:lnTo>
                  <a:lnTo>
                    <a:pt x="147" y="362"/>
                  </a:lnTo>
                  <a:lnTo>
                    <a:pt x="149" y="354"/>
                  </a:lnTo>
                  <a:lnTo>
                    <a:pt x="149" y="346"/>
                  </a:lnTo>
                  <a:lnTo>
                    <a:pt x="150" y="336"/>
                  </a:lnTo>
                  <a:lnTo>
                    <a:pt x="150" y="327"/>
                  </a:lnTo>
                  <a:lnTo>
                    <a:pt x="152" y="317"/>
                  </a:lnTo>
                  <a:lnTo>
                    <a:pt x="152" y="306"/>
                  </a:lnTo>
                  <a:lnTo>
                    <a:pt x="153" y="295"/>
                  </a:lnTo>
                  <a:lnTo>
                    <a:pt x="155" y="282"/>
                  </a:lnTo>
                  <a:lnTo>
                    <a:pt x="155" y="269"/>
                  </a:lnTo>
                  <a:lnTo>
                    <a:pt x="157" y="255"/>
                  </a:lnTo>
                  <a:lnTo>
                    <a:pt x="158" y="242"/>
                  </a:lnTo>
                  <a:lnTo>
                    <a:pt x="158" y="228"/>
                  </a:lnTo>
                  <a:lnTo>
                    <a:pt x="160" y="216"/>
                  </a:lnTo>
                  <a:lnTo>
                    <a:pt x="160" y="205"/>
                  </a:lnTo>
                  <a:lnTo>
                    <a:pt x="161" y="194"/>
                  </a:lnTo>
                  <a:lnTo>
                    <a:pt x="161" y="183"/>
                  </a:lnTo>
                  <a:lnTo>
                    <a:pt x="163" y="175"/>
                  </a:lnTo>
                  <a:lnTo>
                    <a:pt x="163" y="165"/>
                  </a:lnTo>
                  <a:lnTo>
                    <a:pt x="165" y="157"/>
                  </a:lnTo>
                  <a:lnTo>
                    <a:pt x="165" y="149"/>
                  </a:lnTo>
                  <a:lnTo>
                    <a:pt x="165" y="141"/>
                  </a:lnTo>
                  <a:lnTo>
                    <a:pt x="166" y="135"/>
                  </a:lnTo>
                  <a:lnTo>
                    <a:pt x="166" y="127"/>
                  </a:lnTo>
                  <a:lnTo>
                    <a:pt x="166" y="120"/>
                  </a:lnTo>
                  <a:lnTo>
                    <a:pt x="166" y="114"/>
                  </a:lnTo>
                  <a:lnTo>
                    <a:pt x="168" y="109"/>
                  </a:lnTo>
                  <a:lnTo>
                    <a:pt x="168" y="103"/>
                  </a:lnTo>
                  <a:lnTo>
                    <a:pt x="168" y="96"/>
                  </a:lnTo>
                  <a:lnTo>
                    <a:pt x="168" y="92"/>
                  </a:lnTo>
                  <a:lnTo>
                    <a:pt x="168" y="85"/>
                  </a:lnTo>
                  <a:lnTo>
                    <a:pt x="168" y="79"/>
                  </a:lnTo>
                  <a:lnTo>
                    <a:pt x="168" y="74"/>
                  </a:lnTo>
                  <a:lnTo>
                    <a:pt x="168" y="68"/>
                  </a:lnTo>
                  <a:lnTo>
                    <a:pt x="168" y="61"/>
                  </a:lnTo>
                  <a:lnTo>
                    <a:pt x="168" y="55"/>
                  </a:lnTo>
                  <a:lnTo>
                    <a:pt x="168" y="48"/>
                  </a:lnTo>
                  <a:lnTo>
                    <a:pt x="168" y="42"/>
                  </a:lnTo>
                  <a:lnTo>
                    <a:pt x="168" y="34"/>
                  </a:lnTo>
                  <a:lnTo>
                    <a:pt x="168" y="26"/>
                  </a:lnTo>
                  <a:lnTo>
                    <a:pt x="168" y="18"/>
                  </a:lnTo>
                  <a:lnTo>
                    <a:pt x="168" y="10"/>
                  </a:lnTo>
                  <a:lnTo>
                    <a:pt x="168" y="0"/>
                  </a:lnTo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483" name="Freeform 27">
              <a:extLst>
                <a:ext uri="{FF2B5EF4-FFF2-40B4-BE49-F238E27FC236}">
                  <a16:creationId xmlns:a16="http://schemas.microsoft.com/office/drawing/2014/main" id="{0B2A4DA7-65A6-4543-BBEF-B6FC22E88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0500" y="4460875"/>
              <a:ext cx="1260475" cy="720725"/>
            </a:xfrm>
            <a:custGeom>
              <a:avLst/>
              <a:gdLst>
                <a:gd name="T0" fmla="*/ 2147483646 w 1587"/>
                <a:gd name="T1" fmla="*/ 2147483646 h 907"/>
                <a:gd name="T2" fmla="*/ 2147483646 w 1587"/>
                <a:gd name="T3" fmla="*/ 2147483646 h 907"/>
                <a:gd name="T4" fmla="*/ 2147483646 w 1587"/>
                <a:gd name="T5" fmla="*/ 2147483646 h 907"/>
                <a:gd name="T6" fmla="*/ 2147483646 w 1587"/>
                <a:gd name="T7" fmla="*/ 2147483646 h 907"/>
                <a:gd name="T8" fmla="*/ 2147483646 w 1587"/>
                <a:gd name="T9" fmla="*/ 2147483646 h 907"/>
                <a:gd name="T10" fmla="*/ 2147483646 w 1587"/>
                <a:gd name="T11" fmla="*/ 2147483646 h 907"/>
                <a:gd name="T12" fmla="*/ 2147483646 w 1587"/>
                <a:gd name="T13" fmla="*/ 2147483646 h 907"/>
                <a:gd name="T14" fmla="*/ 2147483646 w 1587"/>
                <a:gd name="T15" fmla="*/ 2147483646 h 907"/>
                <a:gd name="T16" fmla="*/ 2147483646 w 1587"/>
                <a:gd name="T17" fmla="*/ 2147483646 h 907"/>
                <a:gd name="T18" fmla="*/ 2147483646 w 1587"/>
                <a:gd name="T19" fmla="*/ 2147483646 h 907"/>
                <a:gd name="T20" fmla="*/ 0 w 1587"/>
                <a:gd name="T21" fmla="*/ 2147483646 h 907"/>
                <a:gd name="T22" fmla="*/ 2147483646 w 1587"/>
                <a:gd name="T23" fmla="*/ 2147483646 h 907"/>
                <a:gd name="T24" fmla="*/ 2147483646 w 1587"/>
                <a:gd name="T25" fmla="*/ 2147483646 h 907"/>
                <a:gd name="T26" fmla="*/ 2147483646 w 1587"/>
                <a:gd name="T27" fmla="*/ 2147483646 h 907"/>
                <a:gd name="T28" fmla="*/ 2147483646 w 1587"/>
                <a:gd name="T29" fmla="*/ 2147483646 h 907"/>
                <a:gd name="T30" fmla="*/ 2147483646 w 1587"/>
                <a:gd name="T31" fmla="*/ 2147483646 h 907"/>
                <a:gd name="T32" fmla="*/ 2147483646 w 1587"/>
                <a:gd name="T33" fmla="*/ 2147483646 h 907"/>
                <a:gd name="T34" fmla="*/ 2147483646 w 1587"/>
                <a:gd name="T35" fmla="*/ 2147483646 h 907"/>
                <a:gd name="T36" fmla="*/ 2147483646 w 1587"/>
                <a:gd name="T37" fmla="*/ 2147483646 h 907"/>
                <a:gd name="T38" fmla="*/ 2147483646 w 1587"/>
                <a:gd name="T39" fmla="*/ 2147483646 h 907"/>
                <a:gd name="T40" fmla="*/ 2147483646 w 1587"/>
                <a:gd name="T41" fmla="*/ 2147483646 h 907"/>
                <a:gd name="T42" fmla="*/ 2147483646 w 1587"/>
                <a:gd name="T43" fmla="*/ 2147483646 h 907"/>
                <a:gd name="T44" fmla="*/ 2147483646 w 1587"/>
                <a:gd name="T45" fmla="*/ 2147483646 h 907"/>
                <a:gd name="T46" fmla="*/ 2147483646 w 1587"/>
                <a:gd name="T47" fmla="*/ 2147483646 h 907"/>
                <a:gd name="T48" fmla="*/ 2147483646 w 1587"/>
                <a:gd name="T49" fmla="*/ 2147483646 h 907"/>
                <a:gd name="T50" fmla="*/ 2147483646 w 1587"/>
                <a:gd name="T51" fmla="*/ 2147483646 h 907"/>
                <a:gd name="T52" fmla="*/ 2147483646 w 1587"/>
                <a:gd name="T53" fmla="*/ 2147483646 h 907"/>
                <a:gd name="T54" fmla="*/ 2147483646 w 1587"/>
                <a:gd name="T55" fmla="*/ 2147483646 h 907"/>
                <a:gd name="T56" fmla="*/ 2147483646 w 1587"/>
                <a:gd name="T57" fmla="*/ 2147483646 h 907"/>
                <a:gd name="T58" fmla="*/ 2147483646 w 1587"/>
                <a:gd name="T59" fmla="*/ 2147483646 h 907"/>
                <a:gd name="T60" fmla="*/ 2147483646 w 1587"/>
                <a:gd name="T61" fmla="*/ 2147483646 h 907"/>
                <a:gd name="T62" fmla="*/ 2147483646 w 1587"/>
                <a:gd name="T63" fmla="*/ 2147483646 h 907"/>
                <a:gd name="T64" fmla="*/ 2147483646 w 1587"/>
                <a:gd name="T65" fmla="*/ 2147483646 h 907"/>
                <a:gd name="T66" fmla="*/ 2147483646 w 1587"/>
                <a:gd name="T67" fmla="*/ 2147483646 h 907"/>
                <a:gd name="T68" fmla="*/ 2147483646 w 1587"/>
                <a:gd name="T69" fmla="*/ 2147483646 h 907"/>
                <a:gd name="T70" fmla="*/ 2147483646 w 1587"/>
                <a:gd name="T71" fmla="*/ 2147483646 h 907"/>
                <a:gd name="T72" fmla="*/ 2147483646 w 1587"/>
                <a:gd name="T73" fmla="*/ 2147483646 h 907"/>
                <a:gd name="T74" fmla="*/ 2147483646 w 1587"/>
                <a:gd name="T75" fmla="*/ 2147483646 h 907"/>
                <a:gd name="T76" fmla="*/ 2147483646 w 1587"/>
                <a:gd name="T77" fmla="*/ 2147483646 h 907"/>
                <a:gd name="T78" fmla="*/ 2147483646 w 1587"/>
                <a:gd name="T79" fmla="*/ 2147483646 h 907"/>
                <a:gd name="T80" fmla="*/ 2147483646 w 1587"/>
                <a:gd name="T81" fmla="*/ 2147483646 h 907"/>
                <a:gd name="T82" fmla="*/ 2147483646 w 1587"/>
                <a:gd name="T83" fmla="*/ 2147483646 h 907"/>
                <a:gd name="T84" fmla="*/ 2147483646 w 1587"/>
                <a:gd name="T85" fmla="*/ 2147483646 h 907"/>
                <a:gd name="T86" fmla="*/ 2147483646 w 1587"/>
                <a:gd name="T87" fmla="*/ 0 h 90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87"/>
                <a:gd name="T133" fmla="*/ 0 h 907"/>
                <a:gd name="T134" fmla="*/ 1587 w 1587"/>
                <a:gd name="T135" fmla="*/ 907 h 907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87" h="907">
                  <a:moveTo>
                    <a:pt x="794" y="0"/>
                  </a:moveTo>
                  <a:lnTo>
                    <a:pt x="754" y="0"/>
                  </a:lnTo>
                  <a:lnTo>
                    <a:pt x="714" y="1"/>
                  </a:lnTo>
                  <a:lnTo>
                    <a:pt x="674" y="5"/>
                  </a:lnTo>
                  <a:lnTo>
                    <a:pt x="634" y="9"/>
                  </a:lnTo>
                  <a:lnTo>
                    <a:pt x="595" y="14"/>
                  </a:lnTo>
                  <a:lnTo>
                    <a:pt x="558" y="21"/>
                  </a:lnTo>
                  <a:lnTo>
                    <a:pt x="522" y="27"/>
                  </a:lnTo>
                  <a:lnTo>
                    <a:pt x="485" y="35"/>
                  </a:lnTo>
                  <a:lnTo>
                    <a:pt x="450" y="45"/>
                  </a:lnTo>
                  <a:lnTo>
                    <a:pt x="416" y="54"/>
                  </a:lnTo>
                  <a:lnTo>
                    <a:pt x="382" y="65"/>
                  </a:lnTo>
                  <a:lnTo>
                    <a:pt x="350" y="77"/>
                  </a:lnTo>
                  <a:lnTo>
                    <a:pt x="320" y="89"/>
                  </a:lnTo>
                  <a:lnTo>
                    <a:pt x="290" y="104"/>
                  </a:lnTo>
                  <a:lnTo>
                    <a:pt x="261" y="118"/>
                  </a:lnTo>
                  <a:lnTo>
                    <a:pt x="234" y="133"/>
                  </a:lnTo>
                  <a:lnTo>
                    <a:pt x="206" y="149"/>
                  </a:lnTo>
                  <a:lnTo>
                    <a:pt x="182" y="165"/>
                  </a:lnTo>
                  <a:lnTo>
                    <a:pt x="158" y="182"/>
                  </a:lnTo>
                  <a:lnTo>
                    <a:pt x="136" y="200"/>
                  </a:lnTo>
                  <a:lnTo>
                    <a:pt x="115" y="217"/>
                  </a:lnTo>
                  <a:lnTo>
                    <a:pt x="96" y="237"/>
                  </a:lnTo>
                  <a:lnTo>
                    <a:pt x="78" y="256"/>
                  </a:lnTo>
                  <a:lnTo>
                    <a:pt x="62" y="277"/>
                  </a:lnTo>
                  <a:lnTo>
                    <a:pt x="48" y="297"/>
                  </a:lnTo>
                  <a:lnTo>
                    <a:pt x="37" y="318"/>
                  </a:lnTo>
                  <a:lnTo>
                    <a:pt x="25" y="339"/>
                  </a:lnTo>
                  <a:lnTo>
                    <a:pt x="16" y="361"/>
                  </a:lnTo>
                  <a:lnTo>
                    <a:pt x="9" y="384"/>
                  </a:lnTo>
                  <a:lnTo>
                    <a:pt x="5" y="406"/>
                  </a:lnTo>
                  <a:lnTo>
                    <a:pt x="1" y="430"/>
                  </a:lnTo>
                  <a:lnTo>
                    <a:pt x="0" y="453"/>
                  </a:lnTo>
                  <a:lnTo>
                    <a:pt x="1" y="477"/>
                  </a:lnTo>
                  <a:lnTo>
                    <a:pt x="5" y="499"/>
                  </a:lnTo>
                  <a:lnTo>
                    <a:pt x="9" y="521"/>
                  </a:lnTo>
                  <a:lnTo>
                    <a:pt x="16" y="544"/>
                  </a:lnTo>
                  <a:lnTo>
                    <a:pt x="25" y="566"/>
                  </a:lnTo>
                  <a:lnTo>
                    <a:pt x="37" y="589"/>
                  </a:lnTo>
                  <a:lnTo>
                    <a:pt x="48" y="609"/>
                  </a:lnTo>
                  <a:lnTo>
                    <a:pt x="62" y="630"/>
                  </a:lnTo>
                  <a:lnTo>
                    <a:pt x="78" y="649"/>
                  </a:lnTo>
                  <a:lnTo>
                    <a:pt x="96" y="669"/>
                  </a:lnTo>
                  <a:lnTo>
                    <a:pt x="115" y="688"/>
                  </a:lnTo>
                  <a:lnTo>
                    <a:pt x="136" y="707"/>
                  </a:lnTo>
                  <a:lnTo>
                    <a:pt x="158" y="725"/>
                  </a:lnTo>
                  <a:lnTo>
                    <a:pt x="182" y="742"/>
                  </a:lnTo>
                  <a:lnTo>
                    <a:pt x="206" y="758"/>
                  </a:lnTo>
                  <a:lnTo>
                    <a:pt x="234" y="774"/>
                  </a:lnTo>
                  <a:lnTo>
                    <a:pt x="261" y="789"/>
                  </a:lnTo>
                  <a:lnTo>
                    <a:pt x="290" y="803"/>
                  </a:lnTo>
                  <a:lnTo>
                    <a:pt x="320" y="816"/>
                  </a:lnTo>
                  <a:lnTo>
                    <a:pt x="350" y="829"/>
                  </a:lnTo>
                  <a:lnTo>
                    <a:pt x="382" y="841"/>
                  </a:lnTo>
                  <a:lnTo>
                    <a:pt x="416" y="853"/>
                  </a:lnTo>
                  <a:lnTo>
                    <a:pt x="450" y="862"/>
                  </a:lnTo>
                  <a:lnTo>
                    <a:pt x="485" y="870"/>
                  </a:lnTo>
                  <a:lnTo>
                    <a:pt x="522" y="880"/>
                  </a:lnTo>
                  <a:lnTo>
                    <a:pt x="558" y="886"/>
                  </a:lnTo>
                  <a:lnTo>
                    <a:pt x="595" y="893"/>
                  </a:lnTo>
                  <a:lnTo>
                    <a:pt x="634" y="897"/>
                  </a:lnTo>
                  <a:lnTo>
                    <a:pt x="674" y="901"/>
                  </a:lnTo>
                  <a:lnTo>
                    <a:pt x="714" y="904"/>
                  </a:lnTo>
                  <a:lnTo>
                    <a:pt x="754" y="905"/>
                  </a:lnTo>
                  <a:lnTo>
                    <a:pt x="794" y="907"/>
                  </a:lnTo>
                  <a:lnTo>
                    <a:pt x="835" y="905"/>
                  </a:lnTo>
                  <a:lnTo>
                    <a:pt x="875" y="904"/>
                  </a:lnTo>
                  <a:lnTo>
                    <a:pt x="915" y="901"/>
                  </a:lnTo>
                  <a:lnTo>
                    <a:pt x="954" y="897"/>
                  </a:lnTo>
                  <a:lnTo>
                    <a:pt x="992" y="893"/>
                  </a:lnTo>
                  <a:lnTo>
                    <a:pt x="1030" y="886"/>
                  </a:lnTo>
                  <a:lnTo>
                    <a:pt x="1067" y="880"/>
                  </a:lnTo>
                  <a:lnTo>
                    <a:pt x="1102" y="870"/>
                  </a:lnTo>
                  <a:lnTo>
                    <a:pt x="1138" y="862"/>
                  </a:lnTo>
                  <a:lnTo>
                    <a:pt x="1173" y="853"/>
                  </a:lnTo>
                  <a:lnTo>
                    <a:pt x="1205" y="841"/>
                  </a:lnTo>
                  <a:lnTo>
                    <a:pt x="1238" y="829"/>
                  </a:lnTo>
                  <a:lnTo>
                    <a:pt x="1269" y="816"/>
                  </a:lnTo>
                  <a:lnTo>
                    <a:pt x="1299" y="803"/>
                  </a:lnTo>
                  <a:lnTo>
                    <a:pt x="1328" y="789"/>
                  </a:lnTo>
                  <a:lnTo>
                    <a:pt x="1355" y="774"/>
                  </a:lnTo>
                  <a:lnTo>
                    <a:pt x="1381" y="758"/>
                  </a:lnTo>
                  <a:lnTo>
                    <a:pt x="1406" y="742"/>
                  </a:lnTo>
                  <a:lnTo>
                    <a:pt x="1430" y="725"/>
                  </a:lnTo>
                  <a:lnTo>
                    <a:pt x="1453" y="707"/>
                  </a:lnTo>
                  <a:lnTo>
                    <a:pt x="1472" y="688"/>
                  </a:lnTo>
                  <a:lnTo>
                    <a:pt x="1491" y="669"/>
                  </a:lnTo>
                  <a:lnTo>
                    <a:pt x="1509" y="649"/>
                  </a:lnTo>
                  <a:lnTo>
                    <a:pt x="1525" y="630"/>
                  </a:lnTo>
                  <a:lnTo>
                    <a:pt x="1539" y="609"/>
                  </a:lnTo>
                  <a:lnTo>
                    <a:pt x="1552" y="589"/>
                  </a:lnTo>
                  <a:lnTo>
                    <a:pt x="1563" y="566"/>
                  </a:lnTo>
                  <a:lnTo>
                    <a:pt x="1571" y="544"/>
                  </a:lnTo>
                  <a:lnTo>
                    <a:pt x="1579" y="521"/>
                  </a:lnTo>
                  <a:lnTo>
                    <a:pt x="1584" y="499"/>
                  </a:lnTo>
                  <a:lnTo>
                    <a:pt x="1587" y="477"/>
                  </a:lnTo>
                  <a:lnTo>
                    <a:pt x="1587" y="453"/>
                  </a:lnTo>
                  <a:lnTo>
                    <a:pt x="1587" y="430"/>
                  </a:lnTo>
                  <a:lnTo>
                    <a:pt x="1584" y="406"/>
                  </a:lnTo>
                  <a:lnTo>
                    <a:pt x="1579" y="384"/>
                  </a:lnTo>
                  <a:lnTo>
                    <a:pt x="1571" y="361"/>
                  </a:lnTo>
                  <a:lnTo>
                    <a:pt x="1563" y="339"/>
                  </a:lnTo>
                  <a:lnTo>
                    <a:pt x="1552" y="318"/>
                  </a:lnTo>
                  <a:lnTo>
                    <a:pt x="1539" y="297"/>
                  </a:lnTo>
                  <a:lnTo>
                    <a:pt x="1525" y="277"/>
                  </a:lnTo>
                  <a:lnTo>
                    <a:pt x="1509" y="256"/>
                  </a:lnTo>
                  <a:lnTo>
                    <a:pt x="1491" y="237"/>
                  </a:lnTo>
                  <a:lnTo>
                    <a:pt x="1472" y="217"/>
                  </a:lnTo>
                  <a:lnTo>
                    <a:pt x="1453" y="200"/>
                  </a:lnTo>
                  <a:lnTo>
                    <a:pt x="1430" y="182"/>
                  </a:lnTo>
                  <a:lnTo>
                    <a:pt x="1406" y="165"/>
                  </a:lnTo>
                  <a:lnTo>
                    <a:pt x="1381" y="149"/>
                  </a:lnTo>
                  <a:lnTo>
                    <a:pt x="1355" y="133"/>
                  </a:lnTo>
                  <a:lnTo>
                    <a:pt x="1328" y="118"/>
                  </a:lnTo>
                  <a:lnTo>
                    <a:pt x="1299" y="104"/>
                  </a:lnTo>
                  <a:lnTo>
                    <a:pt x="1269" y="89"/>
                  </a:lnTo>
                  <a:lnTo>
                    <a:pt x="1238" y="77"/>
                  </a:lnTo>
                  <a:lnTo>
                    <a:pt x="1205" y="65"/>
                  </a:lnTo>
                  <a:lnTo>
                    <a:pt x="1173" y="54"/>
                  </a:lnTo>
                  <a:lnTo>
                    <a:pt x="1138" y="45"/>
                  </a:lnTo>
                  <a:lnTo>
                    <a:pt x="1102" y="35"/>
                  </a:lnTo>
                  <a:lnTo>
                    <a:pt x="1067" y="27"/>
                  </a:lnTo>
                  <a:lnTo>
                    <a:pt x="1030" y="21"/>
                  </a:lnTo>
                  <a:lnTo>
                    <a:pt x="992" y="14"/>
                  </a:lnTo>
                  <a:lnTo>
                    <a:pt x="954" y="9"/>
                  </a:lnTo>
                  <a:lnTo>
                    <a:pt x="915" y="5"/>
                  </a:lnTo>
                  <a:lnTo>
                    <a:pt x="875" y="1"/>
                  </a:lnTo>
                  <a:lnTo>
                    <a:pt x="835" y="0"/>
                  </a:lnTo>
                  <a:lnTo>
                    <a:pt x="794" y="0"/>
                  </a:lnTo>
                </a:path>
              </a:pathLst>
            </a:custGeom>
            <a:solidFill>
              <a:schemeClr val="bg1"/>
            </a:solidFill>
            <a:ln w="2381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484" name="Rectangle 28">
              <a:extLst>
                <a:ext uri="{FF2B5EF4-FFF2-40B4-BE49-F238E27FC236}">
                  <a16:creationId xmlns:a16="http://schemas.microsoft.com/office/drawing/2014/main" id="{3763EA1C-E2A1-47F4-8302-D35019BCCA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1950" y="4684712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485" name="Rectangle 29">
              <a:extLst>
                <a:ext uri="{FF2B5EF4-FFF2-40B4-BE49-F238E27FC236}">
                  <a16:creationId xmlns:a16="http://schemas.microsoft.com/office/drawing/2014/main" id="{AF672084-38D4-46F9-B206-843CCF071D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3400" y="4800600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486" name="Rectangle 30">
              <a:extLst>
                <a:ext uri="{FF2B5EF4-FFF2-40B4-BE49-F238E27FC236}">
                  <a16:creationId xmlns:a16="http://schemas.microsoft.com/office/drawing/2014/main" id="{DFD2959B-9A0F-4553-B0B5-86A06A2B90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54700" y="4684712"/>
              <a:ext cx="1460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487" name="Rectangle 31">
              <a:extLst>
                <a:ext uri="{FF2B5EF4-FFF2-40B4-BE49-F238E27FC236}">
                  <a16:creationId xmlns:a16="http://schemas.microsoft.com/office/drawing/2014/main" id="{301936C3-A11E-4243-B57B-664C67DDB2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24588" y="4684712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488" name="Rectangle 32">
              <a:extLst>
                <a:ext uri="{FF2B5EF4-FFF2-40B4-BE49-F238E27FC236}">
                  <a16:creationId xmlns:a16="http://schemas.microsoft.com/office/drawing/2014/main" id="{9EE66EAD-E231-4019-9D7A-BC7E861F04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9800" y="4684712"/>
              <a:ext cx="185738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489" name="Freeform 33">
              <a:extLst>
                <a:ext uri="{FF2B5EF4-FFF2-40B4-BE49-F238E27FC236}">
                  <a16:creationId xmlns:a16="http://schemas.microsoft.com/office/drawing/2014/main" id="{043D1AC9-4FF5-492F-9BCE-60232AE8F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813" y="2101850"/>
              <a:ext cx="76200" cy="152400"/>
            </a:xfrm>
            <a:custGeom>
              <a:avLst/>
              <a:gdLst>
                <a:gd name="T0" fmla="*/ 0 w 96"/>
                <a:gd name="T1" fmla="*/ 0 h 192"/>
                <a:gd name="T2" fmla="*/ 2147483646 w 96"/>
                <a:gd name="T3" fmla="*/ 2147483646 h 192"/>
                <a:gd name="T4" fmla="*/ 2147483646 w 96"/>
                <a:gd name="T5" fmla="*/ 0 h 192"/>
                <a:gd name="T6" fmla="*/ 2147483646 w 96"/>
                <a:gd name="T7" fmla="*/ 0 h 192"/>
                <a:gd name="T8" fmla="*/ 0 w 96"/>
                <a:gd name="T9" fmla="*/ 0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92"/>
                <a:gd name="T17" fmla="*/ 96 w 96"/>
                <a:gd name="T18" fmla="*/ 192 h 1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92">
                  <a:moveTo>
                    <a:pt x="0" y="0"/>
                  </a:moveTo>
                  <a:lnTo>
                    <a:pt x="64" y="192"/>
                  </a:lnTo>
                  <a:lnTo>
                    <a:pt x="96" y="0"/>
                  </a:lnTo>
                  <a:lnTo>
                    <a:pt x="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381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490" name="Line 34">
              <a:extLst>
                <a:ext uri="{FF2B5EF4-FFF2-40B4-BE49-F238E27FC236}">
                  <a16:creationId xmlns:a16="http://schemas.microsoft.com/office/drawing/2014/main" id="{501DCB03-794A-4E6D-80A2-000A5559AF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22613" y="1771650"/>
              <a:ext cx="1587" cy="330200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491" name="Rectangle 35">
              <a:extLst>
                <a:ext uri="{FF2B5EF4-FFF2-40B4-BE49-F238E27FC236}">
                  <a16:creationId xmlns:a16="http://schemas.microsoft.com/office/drawing/2014/main" id="{80E8A49F-94D5-420B-A37E-5FF9E7E994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59450" y="4678362"/>
              <a:ext cx="10001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panose="05050102010706020507" pitchFamily="18" charset="2"/>
                  <a:ea typeface="MS PGothic" panose="020B0600070205080204" pitchFamily="34" charset="-128"/>
                  <a:cs typeface="+mn-cs"/>
                </a:rPr>
                <a:t>¤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492" name="Freeform 36">
              <a:extLst>
                <a:ext uri="{FF2B5EF4-FFF2-40B4-BE49-F238E27FC236}">
                  <a16:creationId xmlns:a16="http://schemas.microsoft.com/office/drawing/2014/main" id="{A6B007EB-04A2-43D8-83BF-80039873A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0500" y="2301875"/>
              <a:ext cx="1260475" cy="720725"/>
            </a:xfrm>
            <a:custGeom>
              <a:avLst/>
              <a:gdLst>
                <a:gd name="T0" fmla="*/ 2147483646 w 1587"/>
                <a:gd name="T1" fmla="*/ 2147483646 h 907"/>
                <a:gd name="T2" fmla="*/ 2147483646 w 1587"/>
                <a:gd name="T3" fmla="*/ 2147483646 h 907"/>
                <a:gd name="T4" fmla="*/ 2147483646 w 1587"/>
                <a:gd name="T5" fmla="*/ 2147483646 h 907"/>
                <a:gd name="T6" fmla="*/ 2147483646 w 1587"/>
                <a:gd name="T7" fmla="*/ 2147483646 h 907"/>
                <a:gd name="T8" fmla="*/ 2147483646 w 1587"/>
                <a:gd name="T9" fmla="*/ 2147483646 h 907"/>
                <a:gd name="T10" fmla="*/ 2147483646 w 1587"/>
                <a:gd name="T11" fmla="*/ 2147483646 h 907"/>
                <a:gd name="T12" fmla="*/ 2147483646 w 1587"/>
                <a:gd name="T13" fmla="*/ 2147483646 h 907"/>
                <a:gd name="T14" fmla="*/ 2147483646 w 1587"/>
                <a:gd name="T15" fmla="*/ 2147483646 h 907"/>
                <a:gd name="T16" fmla="*/ 2147483646 w 1587"/>
                <a:gd name="T17" fmla="*/ 2147483646 h 907"/>
                <a:gd name="T18" fmla="*/ 2147483646 w 1587"/>
                <a:gd name="T19" fmla="*/ 2147483646 h 907"/>
                <a:gd name="T20" fmla="*/ 0 w 1587"/>
                <a:gd name="T21" fmla="*/ 2147483646 h 907"/>
                <a:gd name="T22" fmla="*/ 2147483646 w 1587"/>
                <a:gd name="T23" fmla="*/ 2147483646 h 907"/>
                <a:gd name="T24" fmla="*/ 2147483646 w 1587"/>
                <a:gd name="T25" fmla="*/ 2147483646 h 907"/>
                <a:gd name="T26" fmla="*/ 2147483646 w 1587"/>
                <a:gd name="T27" fmla="*/ 2147483646 h 907"/>
                <a:gd name="T28" fmla="*/ 2147483646 w 1587"/>
                <a:gd name="T29" fmla="*/ 2147483646 h 907"/>
                <a:gd name="T30" fmla="*/ 2147483646 w 1587"/>
                <a:gd name="T31" fmla="*/ 2147483646 h 907"/>
                <a:gd name="T32" fmla="*/ 2147483646 w 1587"/>
                <a:gd name="T33" fmla="*/ 2147483646 h 907"/>
                <a:gd name="T34" fmla="*/ 2147483646 w 1587"/>
                <a:gd name="T35" fmla="*/ 2147483646 h 907"/>
                <a:gd name="T36" fmla="*/ 2147483646 w 1587"/>
                <a:gd name="T37" fmla="*/ 2147483646 h 907"/>
                <a:gd name="T38" fmla="*/ 2147483646 w 1587"/>
                <a:gd name="T39" fmla="*/ 2147483646 h 907"/>
                <a:gd name="T40" fmla="*/ 2147483646 w 1587"/>
                <a:gd name="T41" fmla="*/ 2147483646 h 907"/>
                <a:gd name="T42" fmla="*/ 2147483646 w 1587"/>
                <a:gd name="T43" fmla="*/ 2147483646 h 907"/>
                <a:gd name="T44" fmla="*/ 2147483646 w 1587"/>
                <a:gd name="T45" fmla="*/ 2147483646 h 907"/>
                <a:gd name="T46" fmla="*/ 2147483646 w 1587"/>
                <a:gd name="T47" fmla="*/ 2147483646 h 907"/>
                <a:gd name="T48" fmla="*/ 2147483646 w 1587"/>
                <a:gd name="T49" fmla="*/ 2147483646 h 907"/>
                <a:gd name="T50" fmla="*/ 2147483646 w 1587"/>
                <a:gd name="T51" fmla="*/ 2147483646 h 907"/>
                <a:gd name="T52" fmla="*/ 2147483646 w 1587"/>
                <a:gd name="T53" fmla="*/ 2147483646 h 907"/>
                <a:gd name="T54" fmla="*/ 2147483646 w 1587"/>
                <a:gd name="T55" fmla="*/ 2147483646 h 907"/>
                <a:gd name="T56" fmla="*/ 2147483646 w 1587"/>
                <a:gd name="T57" fmla="*/ 2147483646 h 907"/>
                <a:gd name="T58" fmla="*/ 2147483646 w 1587"/>
                <a:gd name="T59" fmla="*/ 2147483646 h 907"/>
                <a:gd name="T60" fmla="*/ 2147483646 w 1587"/>
                <a:gd name="T61" fmla="*/ 2147483646 h 907"/>
                <a:gd name="T62" fmla="*/ 2147483646 w 1587"/>
                <a:gd name="T63" fmla="*/ 2147483646 h 907"/>
                <a:gd name="T64" fmla="*/ 2147483646 w 1587"/>
                <a:gd name="T65" fmla="*/ 2147483646 h 907"/>
                <a:gd name="T66" fmla="*/ 2147483646 w 1587"/>
                <a:gd name="T67" fmla="*/ 2147483646 h 907"/>
                <a:gd name="T68" fmla="*/ 2147483646 w 1587"/>
                <a:gd name="T69" fmla="*/ 2147483646 h 907"/>
                <a:gd name="T70" fmla="*/ 2147483646 w 1587"/>
                <a:gd name="T71" fmla="*/ 2147483646 h 907"/>
                <a:gd name="T72" fmla="*/ 2147483646 w 1587"/>
                <a:gd name="T73" fmla="*/ 2147483646 h 907"/>
                <a:gd name="T74" fmla="*/ 2147483646 w 1587"/>
                <a:gd name="T75" fmla="*/ 2147483646 h 907"/>
                <a:gd name="T76" fmla="*/ 2147483646 w 1587"/>
                <a:gd name="T77" fmla="*/ 2147483646 h 907"/>
                <a:gd name="T78" fmla="*/ 2147483646 w 1587"/>
                <a:gd name="T79" fmla="*/ 2147483646 h 907"/>
                <a:gd name="T80" fmla="*/ 2147483646 w 1587"/>
                <a:gd name="T81" fmla="*/ 2147483646 h 907"/>
                <a:gd name="T82" fmla="*/ 2147483646 w 1587"/>
                <a:gd name="T83" fmla="*/ 2147483646 h 907"/>
                <a:gd name="T84" fmla="*/ 2147483646 w 1587"/>
                <a:gd name="T85" fmla="*/ 2147483646 h 907"/>
                <a:gd name="T86" fmla="*/ 2147483646 w 1587"/>
                <a:gd name="T87" fmla="*/ 0 h 90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87"/>
                <a:gd name="T133" fmla="*/ 0 h 907"/>
                <a:gd name="T134" fmla="*/ 1587 w 1587"/>
                <a:gd name="T135" fmla="*/ 907 h 907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87" h="907">
                  <a:moveTo>
                    <a:pt x="794" y="0"/>
                  </a:moveTo>
                  <a:lnTo>
                    <a:pt x="754" y="0"/>
                  </a:lnTo>
                  <a:lnTo>
                    <a:pt x="714" y="1"/>
                  </a:lnTo>
                  <a:lnTo>
                    <a:pt x="674" y="5"/>
                  </a:lnTo>
                  <a:lnTo>
                    <a:pt x="634" y="9"/>
                  </a:lnTo>
                  <a:lnTo>
                    <a:pt x="595" y="14"/>
                  </a:lnTo>
                  <a:lnTo>
                    <a:pt x="558" y="21"/>
                  </a:lnTo>
                  <a:lnTo>
                    <a:pt x="522" y="27"/>
                  </a:lnTo>
                  <a:lnTo>
                    <a:pt x="485" y="35"/>
                  </a:lnTo>
                  <a:lnTo>
                    <a:pt x="450" y="45"/>
                  </a:lnTo>
                  <a:lnTo>
                    <a:pt x="416" y="54"/>
                  </a:lnTo>
                  <a:lnTo>
                    <a:pt x="382" y="65"/>
                  </a:lnTo>
                  <a:lnTo>
                    <a:pt x="350" y="77"/>
                  </a:lnTo>
                  <a:lnTo>
                    <a:pt x="320" y="89"/>
                  </a:lnTo>
                  <a:lnTo>
                    <a:pt x="290" y="104"/>
                  </a:lnTo>
                  <a:lnTo>
                    <a:pt x="261" y="118"/>
                  </a:lnTo>
                  <a:lnTo>
                    <a:pt x="234" y="133"/>
                  </a:lnTo>
                  <a:lnTo>
                    <a:pt x="206" y="149"/>
                  </a:lnTo>
                  <a:lnTo>
                    <a:pt x="182" y="165"/>
                  </a:lnTo>
                  <a:lnTo>
                    <a:pt x="158" y="182"/>
                  </a:lnTo>
                  <a:lnTo>
                    <a:pt x="136" y="200"/>
                  </a:lnTo>
                  <a:lnTo>
                    <a:pt x="115" y="217"/>
                  </a:lnTo>
                  <a:lnTo>
                    <a:pt x="96" y="237"/>
                  </a:lnTo>
                  <a:lnTo>
                    <a:pt x="78" y="256"/>
                  </a:lnTo>
                  <a:lnTo>
                    <a:pt x="62" y="277"/>
                  </a:lnTo>
                  <a:lnTo>
                    <a:pt x="48" y="297"/>
                  </a:lnTo>
                  <a:lnTo>
                    <a:pt x="37" y="318"/>
                  </a:lnTo>
                  <a:lnTo>
                    <a:pt x="25" y="339"/>
                  </a:lnTo>
                  <a:lnTo>
                    <a:pt x="16" y="361"/>
                  </a:lnTo>
                  <a:lnTo>
                    <a:pt x="9" y="384"/>
                  </a:lnTo>
                  <a:lnTo>
                    <a:pt x="5" y="406"/>
                  </a:lnTo>
                  <a:lnTo>
                    <a:pt x="1" y="430"/>
                  </a:lnTo>
                  <a:lnTo>
                    <a:pt x="0" y="453"/>
                  </a:lnTo>
                  <a:lnTo>
                    <a:pt x="1" y="477"/>
                  </a:lnTo>
                  <a:lnTo>
                    <a:pt x="5" y="499"/>
                  </a:lnTo>
                  <a:lnTo>
                    <a:pt x="9" y="521"/>
                  </a:lnTo>
                  <a:lnTo>
                    <a:pt x="16" y="544"/>
                  </a:lnTo>
                  <a:lnTo>
                    <a:pt x="25" y="566"/>
                  </a:lnTo>
                  <a:lnTo>
                    <a:pt x="37" y="589"/>
                  </a:lnTo>
                  <a:lnTo>
                    <a:pt x="48" y="609"/>
                  </a:lnTo>
                  <a:lnTo>
                    <a:pt x="62" y="630"/>
                  </a:lnTo>
                  <a:lnTo>
                    <a:pt x="78" y="649"/>
                  </a:lnTo>
                  <a:lnTo>
                    <a:pt x="96" y="669"/>
                  </a:lnTo>
                  <a:lnTo>
                    <a:pt x="115" y="688"/>
                  </a:lnTo>
                  <a:lnTo>
                    <a:pt x="136" y="707"/>
                  </a:lnTo>
                  <a:lnTo>
                    <a:pt x="158" y="725"/>
                  </a:lnTo>
                  <a:lnTo>
                    <a:pt x="182" y="742"/>
                  </a:lnTo>
                  <a:lnTo>
                    <a:pt x="206" y="758"/>
                  </a:lnTo>
                  <a:lnTo>
                    <a:pt x="234" y="774"/>
                  </a:lnTo>
                  <a:lnTo>
                    <a:pt x="261" y="789"/>
                  </a:lnTo>
                  <a:lnTo>
                    <a:pt x="290" y="803"/>
                  </a:lnTo>
                  <a:lnTo>
                    <a:pt x="320" y="816"/>
                  </a:lnTo>
                  <a:lnTo>
                    <a:pt x="350" y="829"/>
                  </a:lnTo>
                  <a:lnTo>
                    <a:pt x="382" y="841"/>
                  </a:lnTo>
                  <a:lnTo>
                    <a:pt x="416" y="853"/>
                  </a:lnTo>
                  <a:lnTo>
                    <a:pt x="450" y="862"/>
                  </a:lnTo>
                  <a:lnTo>
                    <a:pt x="485" y="870"/>
                  </a:lnTo>
                  <a:lnTo>
                    <a:pt x="522" y="880"/>
                  </a:lnTo>
                  <a:lnTo>
                    <a:pt x="558" y="886"/>
                  </a:lnTo>
                  <a:lnTo>
                    <a:pt x="595" y="893"/>
                  </a:lnTo>
                  <a:lnTo>
                    <a:pt x="634" y="897"/>
                  </a:lnTo>
                  <a:lnTo>
                    <a:pt x="674" y="901"/>
                  </a:lnTo>
                  <a:lnTo>
                    <a:pt x="714" y="904"/>
                  </a:lnTo>
                  <a:lnTo>
                    <a:pt x="754" y="905"/>
                  </a:lnTo>
                  <a:lnTo>
                    <a:pt x="794" y="907"/>
                  </a:lnTo>
                  <a:lnTo>
                    <a:pt x="835" y="905"/>
                  </a:lnTo>
                  <a:lnTo>
                    <a:pt x="875" y="904"/>
                  </a:lnTo>
                  <a:lnTo>
                    <a:pt x="915" y="901"/>
                  </a:lnTo>
                  <a:lnTo>
                    <a:pt x="954" y="897"/>
                  </a:lnTo>
                  <a:lnTo>
                    <a:pt x="992" y="893"/>
                  </a:lnTo>
                  <a:lnTo>
                    <a:pt x="1030" y="886"/>
                  </a:lnTo>
                  <a:lnTo>
                    <a:pt x="1067" y="880"/>
                  </a:lnTo>
                  <a:lnTo>
                    <a:pt x="1102" y="870"/>
                  </a:lnTo>
                  <a:lnTo>
                    <a:pt x="1138" y="862"/>
                  </a:lnTo>
                  <a:lnTo>
                    <a:pt x="1173" y="853"/>
                  </a:lnTo>
                  <a:lnTo>
                    <a:pt x="1205" y="841"/>
                  </a:lnTo>
                  <a:lnTo>
                    <a:pt x="1238" y="829"/>
                  </a:lnTo>
                  <a:lnTo>
                    <a:pt x="1269" y="816"/>
                  </a:lnTo>
                  <a:lnTo>
                    <a:pt x="1299" y="803"/>
                  </a:lnTo>
                  <a:lnTo>
                    <a:pt x="1328" y="789"/>
                  </a:lnTo>
                  <a:lnTo>
                    <a:pt x="1355" y="774"/>
                  </a:lnTo>
                  <a:lnTo>
                    <a:pt x="1381" y="758"/>
                  </a:lnTo>
                  <a:lnTo>
                    <a:pt x="1406" y="742"/>
                  </a:lnTo>
                  <a:lnTo>
                    <a:pt x="1430" y="725"/>
                  </a:lnTo>
                  <a:lnTo>
                    <a:pt x="1453" y="707"/>
                  </a:lnTo>
                  <a:lnTo>
                    <a:pt x="1472" y="688"/>
                  </a:lnTo>
                  <a:lnTo>
                    <a:pt x="1491" y="669"/>
                  </a:lnTo>
                  <a:lnTo>
                    <a:pt x="1509" y="649"/>
                  </a:lnTo>
                  <a:lnTo>
                    <a:pt x="1525" y="630"/>
                  </a:lnTo>
                  <a:lnTo>
                    <a:pt x="1539" y="609"/>
                  </a:lnTo>
                  <a:lnTo>
                    <a:pt x="1552" y="589"/>
                  </a:lnTo>
                  <a:lnTo>
                    <a:pt x="1563" y="566"/>
                  </a:lnTo>
                  <a:lnTo>
                    <a:pt x="1571" y="544"/>
                  </a:lnTo>
                  <a:lnTo>
                    <a:pt x="1579" y="521"/>
                  </a:lnTo>
                  <a:lnTo>
                    <a:pt x="1584" y="499"/>
                  </a:lnTo>
                  <a:lnTo>
                    <a:pt x="1587" y="477"/>
                  </a:lnTo>
                  <a:lnTo>
                    <a:pt x="1587" y="453"/>
                  </a:lnTo>
                  <a:lnTo>
                    <a:pt x="1587" y="430"/>
                  </a:lnTo>
                  <a:lnTo>
                    <a:pt x="1584" y="406"/>
                  </a:lnTo>
                  <a:lnTo>
                    <a:pt x="1579" y="384"/>
                  </a:lnTo>
                  <a:lnTo>
                    <a:pt x="1571" y="361"/>
                  </a:lnTo>
                  <a:lnTo>
                    <a:pt x="1563" y="339"/>
                  </a:lnTo>
                  <a:lnTo>
                    <a:pt x="1552" y="318"/>
                  </a:lnTo>
                  <a:lnTo>
                    <a:pt x="1539" y="297"/>
                  </a:lnTo>
                  <a:lnTo>
                    <a:pt x="1525" y="277"/>
                  </a:lnTo>
                  <a:lnTo>
                    <a:pt x="1509" y="256"/>
                  </a:lnTo>
                  <a:lnTo>
                    <a:pt x="1491" y="237"/>
                  </a:lnTo>
                  <a:lnTo>
                    <a:pt x="1472" y="217"/>
                  </a:lnTo>
                  <a:lnTo>
                    <a:pt x="1453" y="200"/>
                  </a:lnTo>
                  <a:lnTo>
                    <a:pt x="1430" y="182"/>
                  </a:lnTo>
                  <a:lnTo>
                    <a:pt x="1406" y="165"/>
                  </a:lnTo>
                  <a:lnTo>
                    <a:pt x="1381" y="149"/>
                  </a:lnTo>
                  <a:lnTo>
                    <a:pt x="1355" y="133"/>
                  </a:lnTo>
                  <a:lnTo>
                    <a:pt x="1328" y="118"/>
                  </a:lnTo>
                  <a:lnTo>
                    <a:pt x="1299" y="104"/>
                  </a:lnTo>
                  <a:lnTo>
                    <a:pt x="1269" y="89"/>
                  </a:lnTo>
                  <a:lnTo>
                    <a:pt x="1238" y="77"/>
                  </a:lnTo>
                  <a:lnTo>
                    <a:pt x="1205" y="65"/>
                  </a:lnTo>
                  <a:lnTo>
                    <a:pt x="1173" y="54"/>
                  </a:lnTo>
                  <a:lnTo>
                    <a:pt x="1138" y="45"/>
                  </a:lnTo>
                  <a:lnTo>
                    <a:pt x="1102" y="35"/>
                  </a:lnTo>
                  <a:lnTo>
                    <a:pt x="1067" y="27"/>
                  </a:lnTo>
                  <a:lnTo>
                    <a:pt x="1030" y="21"/>
                  </a:lnTo>
                  <a:lnTo>
                    <a:pt x="992" y="14"/>
                  </a:lnTo>
                  <a:lnTo>
                    <a:pt x="954" y="9"/>
                  </a:lnTo>
                  <a:lnTo>
                    <a:pt x="915" y="5"/>
                  </a:lnTo>
                  <a:lnTo>
                    <a:pt x="875" y="1"/>
                  </a:lnTo>
                  <a:lnTo>
                    <a:pt x="835" y="0"/>
                  </a:lnTo>
                  <a:lnTo>
                    <a:pt x="794" y="0"/>
                  </a:lnTo>
                </a:path>
              </a:pathLst>
            </a:custGeom>
            <a:solidFill>
              <a:schemeClr val="bg1"/>
            </a:solidFill>
            <a:ln w="2381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493" name="Rectangle 37">
              <a:extLst>
                <a:ext uri="{FF2B5EF4-FFF2-40B4-BE49-F238E27FC236}">
                  <a16:creationId xmlns:a16="http://schemas.microsoft.com/office/drawing/2014/main" id="{0E769581-5548-485F-BE1A-6F9D02092D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2738" y="1476375"/>
              <a:ext cx="5651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Reset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494" name="Rectangle 38">
              <a:extLst>
                <a:ext uri="{FF2B5EF4-FFF2-40B4-BE49-F238E27FC236}">
                  <a16:creationId xmlns:a16="http://schemas.microsoft.com/office/drawing/2014/main" id="{B69807BD-259D-44F8-9E32-FAA4131C33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1950" y="2525712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495" name="Rectangle 39">
              <a:extLst>
                <a:ext uri="{FF2B5EF4-FFF2-40B4-BE49-F238E27FC236}">
                  <a16:creationId xmlns:a16="http://schemas.microsoft.com/office/drawing/2014/main" id="{39310862-DF1C-419E-A671-546BF2E041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3400" y="2641600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496" name="Rectangle 40">
              <a:extLst>
                <a:ext uri="{FF2B5EF4-FFF2-40B4-BE49-F238E27FC236}">
                  <a16:creationId xmlns:a16="http://schemas.microsoft.com/office/drawing/2014/main" id="{157E4893-2510-4A37-B04C-B1A1130A5C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54700" y="2525712"/>
              <a:ext cx="1460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497" name="Rectangle 41">
              <a:extLst>
                <a:ext uri="{FF2B5EF4-FFF2-40B4-BE49-F238E27FC236}">
                  <a16:creationId xmlns:a16="http://schemas.microsoft.com/office/drawing/2014/main" id="{926F52FA-8DF7-4146-8E57-E9B0AF5F14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24588" y="2525712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498" name="Rectangle 42">
              <a:extLst>
                <a:ext uri="{FF2B5EF4-FFF2-40B4-BE49-F238E27FC236}">
                  <a16:creationId xmlns:a16="http://schemas.microsoft.com/office/drawing/2014/main" id="{46389632-60B3-4E95-B088-7C164B68DD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9800" y="2525712"/>
              <a:ext cx="185738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499" name="Freeform 43">
              <a:extLst>
                <a:ext uri="{FF2B5EF4-FFF2-40B4-BE49-F238E27FC236}">
                  <a16:creationId xmlns:a16="http://schemas.microsoft.com/office/drawing/2014/main" id="{B0E65D3C-3779-4103-9DFD-D4ACFA96A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7213" y="3022600"/>
              <a:ext cx="179387" cy="728662"/>
            </a:xfrm>
            <a:custGeom>
              <a:avLst/>
              <a:gdLst>
                <a:gd name="T0" fmla="*/ 2147483646 w 227"/>
                <a:gd name="T1" fmla="*/ 2147483646 h 918"/>
                <a:gd name="T2" fmla="*/ 2147483646 w 227"/>
                <a:gd name="T3" fmla="*/ 2147483646 h 918"/>
                <a:gd name="T4" fmla="*/ 2147483646 w 227"/>
                <a:gd name="T5" fmla="*/ 2147483646 h 918"/>
                <a:gd name="T6" fmla="*/ 2147483646 w 227"/>
                <a:gd name="T7" fmla="*/ 2147483646 h 918"/>
                <a:gd name="T8" fmla="*/ 2147483646 w 227"/>
                <a:gd name="T9" fmla="*/ 2147483646 h 918"/>
                <a:gd name="T10" fmla="*/ 2147483646 w 227"/>
                <a:gd name="T11" fmla="*/ 2147483646 h 918"/>
                <a:gd name="T12" fmla="*/ 2147483646 w 227"/>
                <a:gd name="T13" fmla="*/ 2147483646 h 918"/>
                <a:gd name="T14" fmla="*/ 2147483646 w 227"/>
                <a:gd name="T15" fmla="*/ 2147483646 h 918"/>
                <a:gd name="T16" fmla="*/ 2147483646 w 227"/>
                <a:gd name="T17" fmla="*/ 2147483646 h 918"/>
                <a:gd name="T18" fmla="*/ 2147483646 w 227"/>
                <a:gd name="T19" fmla="*/ 2147483646 h 918"/>
                <a:gd name="T20" fmla="*/ 2147483646 w 227"/>
                <a:gd name="T21" fmla="*/ 2147483646 h 918"/>
                <a:gd name="T22" fmla="*/ 2147483646 w 227"/>
                <a:gd name="T23" fmla="*/ 2147483646 h 918"/>
                <a:gd name="T24" fmla="*/ 2147483646 w 227"/>
                <a:gd name="T25" fmla="*/ 2147483646 h 918"/>
                <a:gd name="T26" fmla="*/ 2147483646 w 227"/>
                <a:gd name="T27" fmla="*/ 2147483646 h 918"/>
                <a:gd name="T28" fmla="*/ 2147483646 w 227"/>
                <a:gd name="T29" fmla="*/ 2147483646 h 918"/>
                <a:gd name="T30" fmla="*/ 2147483646 w 227"/>
                <a:gd name="T31" fmla="*/ 2147483646 h 918"/>
                <a:gd name="T32" fmla="*/ 2147483646 w 227"/>
                <a:gd name="T33" fmla="*/ 2147483646 h 918"/>
                <a:gd name="T34" fmla="*/ 2147483646 w 227"/>
                <a:gd name="T35" fmla="*/ 2147483646 h 918"/>
                <a:gd name="T36" fmla="*/ 2147483646 w 227"/>
                <a:gd name="T37" fmla="*/ 2147483646 h 918"/>
                <a:gd name="T38" fmla="*/ 2147483646 w 227"/>
                <a:gd name="T39" fmla="*/ 2147483646 h 918"/>
                <a:gd name="T40" fmla="*/ 2147483646 w 227"/>
                <a:gd name="T41" fmla="*/ 2147483646 h 918"/>
                <a:gd name="T42" fmla="*/ 2147483646 w 227"/>
                <a:gd name="T43" fmla="*/ 2147483646 h 918"/>
                <a:gd name="T44" fmla="*/ 2147483646 w 227"/>
                <a:gd name="T45" fmla="*/ 2147483646 h 918"/>
                <a:gd name="T46" fmla="*/ 2147483646 w 227"/>
                <a:gd name="T47" fmla="*/ 2147483646 h 918"/>
                <a:gd name="T48" fmla="*/ 2147483646 w 227"/>
                <a:gd name="T49" fmla="*/ 2147483646 h 918"/>
                <a:gd name="T50" fmla="*/ 2147483646 w 227"/>
                <a:gd name="T51" fmla="*/ 2147483646 h 918"/>
                <a:gd name="T52" fmla="*/ 2147483646 w 227"/>
                <a:gd name="T53" fmla="*/ 2147483646 h 918"/>
                <a:gd name="T54" fmla="*/ 2147483646 w 227"/>
                <a:gd name="T55" fmla="*/ 2147483646 h 918"/>
                <a:gd name="T56" fmla="*/ 2147483646 w 227"/>
                <a:gd name="T57" fmla="*/ 2147483646 h 918"/>
                <a:gd name="T58" fmla="*/ 2147483646 w 227"/>
                <a:gd name="T59" fmla="*/ 2147483646 h 918"/>
                <a:gd name="T60" fmla="*/ 2147483646 w 227"/>
                <a:gd name="T61" fmla="*/ 2147483646 h 918"/>
                <a:gd name="T62" fmla="*/ 2147483646 w 227"/>
                <a:gd name="T63" fmla="*/ 2147483646 h 918"/>
                <a:gd name="T64" fmla="*/ 2147483646 w 227"/>
                <a:gd name="T65" fmla="*/ 2147483646 h 918"/>
                <a:gd name="T66" fmla="*/ 2147483646 w 227"/>
                <a:gd name="T67" fmla="*/ 2147483646 h 918"/>
                <a:gd name="T68" fmla="*/ 2147483646 w 227"/>
                <a:gd name="T69" fmla="*/ 2147483646 h 918"/>
                <a:gd name="T70" fmla="*/ 2147483646 w 227"/>
                <a:gd name="T71" fmla="*/ 2147483646 h 918"/>
                <a:gd name="T72" fmla="*/ 2147483646 w 227"/>
                <a:gd name="T73" fmla="*/ 2147483646 h 918"/>
                <a:gd name="T74" fmla="*/ 2147483646 w 227"/>
                <a:gd name="T75" fmla="*/ 2147483646 h 918"/>
                <a:gd name="T76" fmla="*/ 2147483646 w 227"/>
                <a:gd name="T77" fmla="*/ 2147483646 h 918"/>
                <a:gd name="T78" fmla="*/ 2147483646 w 227"/>
                <a:gd name="T79" fmla="*/ 2147483646 h 918"/>
                <a:gd name="T80" fmla="*/ 2147483646 w 227"/>
                <a:gd name="T81" fmla="*/ 2147483646 h 918"/>
                <a:gd name="T82" fmla="*/ 2147483646 w 227"/>
                <a:gd name="T83" fmla="*/ 2147483646 h 918"/>
                <a:gd name="T84" fmla="*/ 2147483646 w 227"/>
                <a:gd name="T85" fmla="*/ 2147483646 h 918"/>
                <a:gd name="T86" fmla="*/ 0 w 227"/>
                <a:gd name="T87" fmla="*/ 2147483646 h 918"/>
                <a:gd name="T88" fmla="*/ 0 w 227"/>
                <a:gd name="T89" fmla="*/ 2147483646 h 918"/>
                <a:gd name="T90" fmla="*/ 0 w 227"/>
                <a:gd name="T91" fmla="*/ 2147483646 h 918"/>
                <a:gd name="T92" fmla="*/ 0 w 227"/>
                <a:gd name="T93" fmla="*/ 2147483646 h 918"/>
                <a:gd name="T94" fmla="*/ 0 w 227"/>
                <a:gd name="T95" fmla="*/ 2147483646 h 918"/>
                <a:gd name="T96" fmla="*/ 0 w 227"/>
                <a:gd name="T97" fmla="*/ 2147483646 h 91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27"/>
                <a:gd name="T148" fmla="*/ 0 h 918"/>
                <a:gd name="T149" fmla="*/ 227 w 227"/>
                <a:gd name="T150" fmla="*/ 918 h 91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27" h="918">
                  <a:moveTo>
                    <a:pt x="227" y="0"/>
                  </a:moveTo>
                  <a:lnTo>
                    <a:pt x="214" y="22"/>
                  </a:lnTo>
                  <a:lnTo>
                    <a:pt x="203" y="45"/>
                  </a:lnTo>
                  <a:lnTo>
                    <a:pt x="193" y="64"/>
                  </a:lnTo>
                  <a:lnTo>
                    <a:pt x="184" y="83"/>
                  </a:lnTo>
                  <a:lnTo>
                    <a:pt x="174" y="102"/>
                  </a:lnTo>
                  <a:lnTo>
                    <a:pt x="166" y="118"/>
                  </a:lnTo>
                  <a:lnTo>
                    <a:pt x="158" y="134"/>
                  </a:lnTo>
                  <a:lnTo>
                    <a:pt x="152" y="149"/>
                  </a:lnTo>
                  <a:lnTo>
                    <a:pt x="144" y="163"/>
                  </a:lnTo>
                  <a:lnTo>
                    <a:pt x="137" y="176"/>
                  </a:lnTo>
                  <a:lnTo>
                    <a:pt x="133" y="187"/>
                  </a:lnTo>
                  <a:lnTo>
                    <a:pt x="126" y="198"/>
                  </a:lnTo>
                  <a:lnTo>
                    <a:pt x="121" y="210"/>
                  </a:lnTo>
                  <a:lnTo>
                    <a:pt x="117" y="219"/>
                  </a:lnTo>
                  <a:lnTo>
                    <a:pt x="113" y="229"/>
                  </a:lnTo>
                  <a:lnTo>
                    <a:pt x="109" y="238"/>
                  </a:lnTo>
                  <a:lnTo>
                    <a:pt x="105" y="248"/>
                  </a:lnTo>
                  <a:lnTo>
                    <a:pt x="102" y="256"/>
                  </a:lnTo>
                  <a:lnTo>
                    <a:pt x="99" y="264"/>
                  </a:lnTo>
                  <a:lnTo>
                    <a:pt x="96" y="272"/>
                  </a:lnTo>
                  <a:lnTo>
                    <a:pt x="93" y="280"/>
                  </a:lnTo>
                  <a:lnTo>
                    <a:pt x="91" y="288"/>
                  </a:lnTo>
                  <a:lnTo>
                    <a:pt x="88" y="296"/>
                  </a:lnTo>
                  <a:lnTo>
                    <a:pt x="85" y="304"/>
                  </a:lnTo>
                  <a:lnTo>
                    <a:pt x="83" y="314"/>
                  </a:lnTo>
                  <a:lnTo>
                    <a:pt x="80" y="322"/>
                  </a:lnTo>
                  <a:lnTo>
                    <a:pt x="78" y="330"/>
                  </a:lnTo>
                  <a:lnTo>
                    <a:pt x="75" y="339"/>
                  </a:lnTo>
                  <a:lnTo>
                    <a:pt x="73" y="349"/>
                  </a:lnTo>
                  <a:lnTo>
                    <a:pt x="70" y="360"/>
                  </a:lnTo>
                  <a:lnTo>
                    <a:pt x="67" y="371"/>
                  </a:lnTo>
                  <a:lnTo>
                    <a:pt x="64" y="382"/>
                  </a:lnTo>
                  <a:lnTo>
                    <a:pt x="62" y="394"/>
                  </a:lnTo>
                  <a:lnTo>
                    <a:pt x="59" y="405"/>
                  </a:lnTo>
                  <a:lnTo>
                    <a:pt x="56" y="414"/>
                  </a:lnTo>
                  <a:lnTo>
                    <a:pt x="54" y="424"/>
                  </a:lnTo>
                  <a:lnTo>
                    <a:pt x="51" y="434"/>
                  </a:lnTo>
                  <a:lnTo>
                    <a:pt x="49" y="442"/>
                  </a:lnTo>
                  <a:lnTo>
                    <a:pt x="48" y="451"/>
                  </a:lnTo>
                  <a:lnTo>
                    <a:pt x="46" y="458"/>
                  </a:lnTo>
                  <a:lnTo>
                    <a:pt x="45" y="466"/>
                  </a:lnTo>
                  <a:lnTo>
                    <a:pt x="43" y="474"/>
                  </a:lnTo>
                  <a:lnTo>
                    <a:pt x="41" y="480"/>
                  </a:lnTo>
                  <a:lnTo>
                    <a:pt x="40" y="486"/>
                  </a:lnTo>
                  <a:lnTo>
                    <a:pt x="38" y="493"/>
                  </a:lnTo>
                  <a:lnTo>
                    <a:pt x="37" y="499"/>
                  </a:lnTo>
                  <a:lnTo>
                    <a:pt x="35" y="507"/>
                  </a:lnTo>
                  <a:lnTo>
                    <a:pt x="35" y="514"/>
                  </a:lnTo>
                  <a:lnTo>
                    <a:pt x="33" y="520"/>
                  </a:lnTo>
                  <a:lnTo>
                    <a:pt x="32" y="526"/>
                  </a:lnTo>
                  <a:lnTo>
                    <a:pt x="32" y="533"/>
                  </a:lnTo>
                  <a:lnTo>
                    <a:pt x="30" y="541"/>
                  </a:lnTo>
                  <a:lnTo>
                    <a:pt x="29" y="547"/>
                  </a:lnTo>
                  <a:lnTo>
                    <a:pt x="29" y="555"/>
                  </a:lnTo>
                  <a:lnTo>
                    <a:pt x="27" y="563"/>
                  </a:lnTo>
                  <a:lnTo>
                    <a:pt x="25" y="573"/>
                  </a:lnTo>
                  <a:lnTo>
                    <a:pt x="25" y="581"/>
                  </a:lnTo>
                  <a:lnTo>
                    <a:pt x="24" y="590"/>
                  </a:lnTo>
                  <a:lnTo>
                    <a:pt x="22" y="602"/>
                  </a:lnTo>
                  <a:lnTo>
                    <a:pt x="21" y="613"/>
                  </a:lnTo>
                  <a:lnTo>
                    <a:pt x="21" y="624"/>
                  </a:lnTo>
                  <a:lnTo>
                    <a:pt x="19" y="637"/>
                  </a:lnTo>
                  <a:lnTo>
                    <a:pt x="17" y="650"/>
                  </a:lnTo>
                  <a:lnTo>
                    <a:pt x="16" y="662"/>
                  </a:lnTo>
                  <a:lnTo>
                    <a:pt x="14" y="677"/>
                  </a:lnTo>
                  <a:lnTo>
                    <a:pt x="13" y="690"/>
                  </a:lnTo>
                  <a:lnTo>
                    <a:pt x="11" y="702"/>
                  </a:lnTo>
                  <a:lnTo>
                    <a:pt x="11" y="714"/>
                  </a:lnTo>
                  <a:lnTo>
                    <a:pt x="9" y="725"/>
                  </a:lnTo>
                  <a:lnTo>
                    <a:pt x="8" y="734"/>
                  </a:lnTo>
                  <a:lnTo>
                    <a:pt x="8" y="744"/>
                  </a:lnTo>
                  <a:lnTo>
                    <a:pt x="6" y="754"/>
                  </a:lnTo>
                  <a:lnTo>
                    <a:pt x="6" y="762"/>
                  </a:lnTo>
                  <a:lnTo>
                    <a:pt x="5" y="770"/>
                  </a:lnTo>
                  <a:lnTo>
                    <a:pt x="5" y="778"/>
                  </a:lnTo>
                  <a:lnTo>
                    <a:pt x="3" y="784"/>
                  </a:lnTo>
                  <a:lnTo>
                    <a:pt x="3" y="790"/>
                  </a:lnTo>
                  <a:lnTo>
                    <a:pt x="3" y="797"/>
                  </a:lnTo>
                  <a:lnTo>
                    <a:pt x="1" y="803"/>
                  </a:lnTo>
                  <a:lnTo>
                    <a:pt x="1" y="810"/>
                  </a:lnTo>
                  <a:lnTo>
                    <a:pt x="1" y="816"/>
                  </a:lnTo>
                  <a:lnTo>
                    <a:pt x="1" y="821"/>
                  </a:lnTo>
                  <a:lnTo>
                    <a:pt x="1" y="827"/>
                  </a:lnTo>
                  <a:lnTo>
                    <a:pt x="0" y="834"/>
                  </a:lnTo>
                  <a:lnTo>
                    <a:pt x="0" y="838"/>
                  </a:lnTo>
                  <a:lnTo>
                    <a:pt x="0" y="845"/>
                  </a:lnTo>
                  <a:lnTo>
                    <a:pt x="0" y="851"/>
                  </a:lnTo>
                  <a:lnTo>
                    <a:pt x="0" y="856"/>
                  </a:lnTo>
                  <a:lnTo>
                    <a:pt x="0" y="862"/>
                  </a:lnTo>
                  <a:lnTo>
                    <a:pt x="0" y="870"/>
                  </a:lnTo>
                  <a:lnTo>
                    <a:pt x="0" y="877"/>
                  </a:lnTo>
                  <a:lnTo>
                    <a:pt x="0" y="885"/>
                  </a:lnTo>
                  <a:lnTo>
                    <a:pt x="0" y="891"/>
                  </a:lnTo>
                  <a:lnTo>
                    <a:pt x="0" y="901"/>
                  </a:lnTo>
                  <a:lnTo>
                    <a:pt x="0" y="909"/>
                  </a:lnTo>
                  <a:lnTo>
                    <a:pt x="0" y="918"/>
                  </a:lnTo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500" name="Freeform 44">
              <a:extLst>
                <a:ext uri="{FF2B5EF4-FFF2-40B4-BE49-F238E27FC236}">
                  <a16:creationId xmlns:a16="http://schemas.microsoft.com/office/drawing/2014/main" id="{32288194-8AEF-4C77-BCC7-415AF19E6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3413" y="4286250"/>
              <a:ext cx="76200" cy="152400"/>
            </a:xfrm>
            <a:custGeom>
              <a:avLst/>
              <a:gdLst>
                <a:gd name="T0" fmla="*/ 0 w 96"/>
                <a:gd name="T1" fmla="*/ 2147483646 h 192"/>
                <a:gd name="T2" fmla="*/ 2147483646 w 96"/>
                <a:gd name="T3" fmla="*/ 2147483646 h 192"/>
                <a:gd name="T4" fmla="*/ 2147483646 w 96"/>
                <a:gd name="T5" fmla="*/ 0 h 192"/>
                <a:gd name="T6" fmla="*/ 2147483646 w 96"/>
                <a:gd name="T7" fmla="*/ 2147483646 h 192"/>
                <a:gd name="T8" fmla="*/ 0 w 96"/>
                <a:gd name="T9" fmla="*/ 2147483646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92"/>
                <a:gd name="T17" fmla="*/ 96 w 96"/>
                <a:gd name="T18" fmla="*/ 192 h 1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92">
                  <a:moveTo>
                    <a:pt x="0" y="32"/>
                  </a:moveTo>
                  <a:lnTo>
                    <a:pt x="96" y="192"/>
                  </a:lnTo>
                  <a:lnTo>
                    <a:pt x="64" y="0"/>
                  </a:lnTo>
                  <a:lnTo>
                    <a:pt x="32" y="32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000000"/>
            </a:solidFill>
            <a:ln w="2381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501" name="Freeform 45">
              <a:extLst>
                <a:ext uri="{FF2B5EF4-FFF2-40B4-BE49-F238E27FC236}">
                  <a16:creationId xmlns:a16="http://schemas.microsoft.com/office/drawing/2014/main" id="{542CB8FA-AE1C-47D3-A6C3-D732BADE8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7213" y="3751262"/>
              <a:ext cx="90487" cy="550863"/>
            </a:xfrm>
            <a:custGeom>
              <a:avLst/>
              <a:gdLst>
                <a:gd name="T0" fmla="*/ 2147483646 w 115"/>
                <a:gd name="T1" fmla="*/ 2147483646 h 693"/>
                <a:gd name="T2" fmla="*/ 2147483646 w 115"/>
                <a:gd name="T3" fmla="*/ 2147483646 h 693"/>
                <a:gd name="T4" fmla="*/ 2147483646 w 115"/>
                <a:gd name="T5" fmla="*/ 2147483646 h 693"/>
                <a:gd name="T6" fmla="*/ 2147483646 w 115"/>
                <a:gd name="T7" fmla="*/ 2147483646 h 693"/>
                <a:gd name="T8" fmla="*/ 2147483646 w 115"/>
                <a:gd name="T9" fmla="*/ 2147483646 h 693"/>
                <a:gd name="T10" fmla="*/ 2147483646 w 115"/>
                <a:gd name="T11" fmla="*/ 2147483646 h 693"/>
                <a:gd name="T12" fmla="*/ 2147483646 w 115"/>
                <a:gd name="T13" fmla="*/ 2147483646 h 693"/>
                <a:gd name="T14" fmla="*/ 2147483646 w 115"/>
                <a:gd name="T15" fmla="*/ 2147483646 h 693"/>
                <a:gd name="T16" fmla="*/ 2147483646 w 115"/>
                <a:gd name="T17" fmla="*/ 2147483646 h 693"/>
                <a:gd name="T18" fmla="*/ 2147483646 w 115"/>
                <a:gd name="T19" fmla="*/ 2147483646 h 693"/>
                <a:gd name="T20" fmla="*/ 2147483646 w 115"/>
                <a:gd name="T21" fmla="*/ 2147483646 h 693"/>
                <a:gd name="T22" fmla="*/ 2147483646 w 115"/>
                <a:gd name="T23" fmla="*/ 2147483646 h 693"/>
                <a:gd name="T24" fmla="*/ 2147483646 w 115"/>
                <a:gd name="T25" fmla="*/ 2147483646 h 693"/>
                <a:gd name="T26" fmla="*/ 2147483646 w 115"/>
                <a:gd name="T27" fmla="*/ 2147483646 h 693"/>
                <a:gd name="T28" fmla="*/ 2147483646 w 115"/>
                <a:gd name="T29" fmla="*/ 2147483646 h 693"/>
                <a:gd name="T30" fmla="*/ 2147483646 w 115"/>
                <a:gd name="T31" fmla="*/ 2147483646 h 693"/>
                <a:gd name="T32" fmla="*/ 2147483646 w 115"/>
                <a:gd name="T33" fmla="*/ 2147483646 h 693"/>
                <a:gd name="T34" fmla="*/ 2147483646 w 115"/>
                <a:gd name="T35" fmla="*/ 2147483646 h 693"/>
                <a:gd name="T36" fmla="*/ 2147483646 w 115"/>
                <a:gd name="T37" fmla="*/ 2147483646 h 693"/>
                <a:gd name="T38" fmla="*/ 2147483646 w 115"/>
                <a:gd name="T39" fmla="*/ 2147483646 h 693"/>
                <a:gd name="T40" fmla="*/ 2147483646 w 115"/>
                <a:gd name="T41" fmla="*/ 2147483646 h 693"/>
                <a:gd name="T42" fmla="*/ 2147483646 w 115"/>
                <a:gd name="T43" fmla="*/ 2147483646 h 693"/>
                <a:gd name="T44" fmla="*/ 2147483646 w 115"/>
                <a:gd name="T45" fmla="*/ 2147483646 h 693"/>
                <a:gd name="T46" fmla="*/ 2147483646 w 115"/>
                <a:gd name="T47" fmla="*/ 2147483646 h 693"/>
                <a:gd name="T48" fmla="*/ 2147483646 w 115"/>
                <a:gd name="T49" fmla="*/ 2147483646 h 693"/>
                <a:gd name="T50" fmla="*/ 2147483646 w 115"/>
                <a:gd name="T51" fmla="*/ 2147483646 h 693"/>
                <a:gd name="T52" fmla="*/ 2147483646 w 115"/>
                <a:gd name="T53" fmla="*/ 2147483646 h 693"/>
                <a:gd name="T54" fmla="*/ 2147483646 w 115"/>
                <a:gd name="T55" fmla="*/ 2147483646 h 693"/>
                <a:gd name="T56" fmla="*/ 2147483646 w 115"/>
                <a:gd name="T57" fmla="*/ 2147483646 h 693"/>
                <a:gd name="T58" fmla="*/ 2147483646 w 115"/>
                <a:gd name="T59" fmla="*/ 2147483646 h 693"/>
                <a:gd name="T60" fmla="*/ 2147483646 w 115"/>
                <a:gd name="T61" fmla="*/ 2147483646 h 693"/>
                <a:gd name="T62" fmla="*/ 2147483646 w 115"/>
                <a:gd name="T63" fmla="*/ 2147483646 h 693"/>
                <a:gd name="T64" fmla="*/ 2147483646 w 115"/>
                <a:gd name="T65" fmla="*/ 2147483646 h 693"/>
                <a:gd name="T66" fmla="*/ 2147483646 w 115"/>
                <a:gd name="T67" fmla="*/ 2147483646 h 693"/>
                <a:gd name="T68" fmla="*/ 2147483646 w 115"/>
                <a:gd name="T69" fmla="*/ 2147483646 h 693"/>
                <a:gd name="T70" fmla="*/ 2147483646 w 115"/>
                <a:gd name="T71" fmla="*/ 2147483646 h 693"/>
                <a:gd name="T72" fmla="*/ 2147483646 w 115"/>
                <a:gd name="T73" fmla="*/ 2147483646 h 693"/>
                <a:gd name="T74" fmla="*/ 2147483646 w 115"/>
                <a:gd name="T75" fmla="*/ 2147483646 h 693"/>
                <a:gd name="T76" fmla="*/ 2147483646 w 115"/>
                <a:gd name="T77" fmla="*/ 2147483646 h 693"/>
                <a:gd name="T78" fmla="*/ 2147483646 w 115"/>
                <a:gd name="T79" fmla="*/ 2147483646 h 693"/>
                <a:gd name="T80" fmla="*/ 2147483646 w 115"/>
                <a:gd name="T81" fmla="*/ 2147483646 h 693"/>
                <a:gd name="T82" fmla="*/ 2147483646 w 115"/>
                <a:gd name="T83" fmla="*/ 2147483646 h 693"/>
                <a:gd name="T84" fmla="*/ 2147483646 w 115"/>
                <a:gd name="T85" fmla="*/ 2147483646 h 693"/>
                <a:gd name="T86" fmla="*/ 0 w 115"/>
                <a:gd name="T87" fmla="*/ 2147483646 h 693"/>
                <a:gd name="T88" fmla="*/ 0 w 115"/>
                <a:gd name="T89" fmla="*/ 2147483646 h 693"/>
                <a:gd name="T90" fmla="*/ 0 w 115"/>
                <a:gd name="T91" fmla="*/ 2147483646 h 693"/>
                <a:gd name="T92" fmla="*/ 0 w 115"/>
                <a:gd name="T93" fmla="*/ 2147483646 h 693"/>
                <a:gd name="T94" fmla="*/ 0 w 115"/>
                <a:gd name="T95" fmla="*/ 2147483646 h 693"/>
                <a:gd name="T96" fmla="*/ 0 w 115"/>
                <a:gd name="T97" fmla="*/ 2147483646 h 69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15"/>
                <a:gd name="T148" fmla="*/ 0 h 693"/>
                <a:gd name="T149" fmla="*/ 115 w 115"/>
                <a:gd name="T150" fmla="*/ 693 h 69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15" h="693">
                  <a:moveTo>
                    <a:pt x="115" y="693"/>
                  </a:moveTo>
                  <a:lnTo>
                    <a:pt x="113" y="688"/>
                  </a:lnTo>
                  <a:lnTo>
                    <a:pt x="110" y="684"/>
                  </a:lnTo>
                  <a:lnTo>
                    <a:pt x="109" y="679"/>
                  </a:lnTo>
                  <a:lnTo>
                    <a:pt x="105" y="674"/>
                  </a:lnTo>
                  <a:lnTo>
                    <a:pt x="104" y="669"/>
                  </a:lnTo>
                  <a:lnTo>
                    <a:pt x="102" y="664"/>
                  </a:lnTo>
                  <a:lnTo>
                    <a:pt x="101" y="660"/>
                  </a:lnTo>
                  <a:lnTo>
                    <a:pt x="99" y="655"/>
                  </a:lnTo>
                  <a:lnTo>
                    <a:pt x="96" y="652"/>
                  </a:lnTo>
                  <a:lnTo>
                    <a:pt x="94" y="647"/>
                  </a:lnTo>
                  <a:lnTo>
                    <a:pt x="93" y="642"/>
                  </a:lnTo>
                  <a:lnTo>
                    <a:pt x="93" y="637"/>
                  </a:lnTo>
                  <a:lnTo>
                    <a:pt x="91" y="634"/>
                  </a:lnTo>
                  <a:lnTo>
                    <a:pt x="89" y="629"/>
                  </a:lnTo>
                  <a:lnTo>
                    <a:pt x="88" y="624"/>
                  </a:lnTo>
                  <a:lnTo>
                    <a:pt x="86" y="620"/>
                  </a:lnTo>
                  <a:lnTo>
                    <a:pt x="85" y="616"/>
                  </a:lnTo>
                  <a:lnTo>
                    <a:pt x="83" y="612"/>
                  </a:lnTo>
                  <a:lnTo>
                    <a:pt x="83" y="607"/>
                  </a:lnTo>
                  <a:lnTo>
                    <a:pt x="81" y="602"/>
                  </a:lnTo>
                  <a:lnTo>
                    <a:pt x="80" y="597"/>
                  </a:lnTo>
                  <a:lnTo>
                    <a:pt x="78" y="592"/>
                  </a:lnTo>
                  <a:lnTo>
                    <a:pt x="77" y="588"/>
                  </a:lnTo>
                  <a:lnTo>
                    <a:pt x="77" y="583"/>
                  </a:lnTo>
                  <a:lnTo>
                    <a:pt x="75" y="576"/>
                  </a:lnTo>
                  <a:lnTo>
                    <a:pt x="73" y="572"/>
                  </a:lnTo>
                  <a:lnTo>
                    <a:pt x="72" y="567"/>
                  </a:lnTo>
                  <a:lnTo>
                    <a:pt x="70" y="560"/>
                  </a:lnTo>
                  <a:lnTo>
                    <a:pt x="69" y="554"/>
                  </a:lnTo>
                  <a:lnTo>
                    <a:pt x="67" y="549"/>
                  </a:lnTo>
                  <a:lnTo>
                    <a:pt x="65" y="543"/>
                  </a:lnTo>
                  <a:lnTo>
                    <a:pt x="64" y="536"/>
                  </a:lnTo>
                  <a:lnTo>
                    <a:pt x="62" y="525"/>
                  </a:lnTo>
                  <a:lnTo>
                    <a:pt x="59" y="514"/>
                  </a:lnTo>
                  <a:lnTo>
                    <a:pt x="56" y="503"/>
                  </a:lnTo>
                  <a:lnTo>
                    <a:pt x="54" y="493"/>
                  </a:lnTo>
                  <a:lnTo>
                    <a:pt x="51" y="485"/>
                  </a:lnTo>
                  <a:lnTo>
                    <a:pt x="49" y="476"/>
                  </a:lnTo>
                  <a:lnTo>
                    <a:pt x="48" y="468"/>
                  </a:lnTo>
                  <a:lnTo>
                    <a:pt x="46" y="460"/>
                  </a:lnTo>
                  <a:lnTo>
                    <a:pt x="45" y="453"/>
                  </a:lnTo>
                  <a:lnTo>
                    <a:pt x="43" y="445"/>
                  </a:lnTo>
                  <a:lnTo>
                    <a:pt x="41" y="439"/>
                  </a:lnTo>
                  <a:lnTo>
                    <a:pt x="40" y="431"/>
                  </a:lnTo>
                  <a:lnTo>
                    <a:pt x="38" y="424"/>
                  </a:lnTo>
                  <a:lnTo>
                    <a:pt x="37" y="418"/>
                  </a:lnTo>
                  <a:lnTo>
                    <a:pt x="35" y="412"/>
                  </a:lnTo>
                  <a:lnTo>
                    <a:pt x="35" y="405"/>
                  </a:lnTo>
                  <a:lnTo>
                    <a:pt x="33" y="399"/>
                  </a:lnTo>
                  <a:lnTo>
                    <a:pt x="32" y="392"/>
                  </a:lnTo>
                  <a:lnTo>
                    <a:pt x="32" y="384"/>
                  </a:lnTo>
                  <a:lnTo>
                    <a:pt x="30" y="378"/>
                  </a:lnTo>
                  <a:lnTo>
                    <a:pt x="29" y="370"/>
                  </a:lnTo>
                  <a:lnTo>
                    <a:pt x="29" y="362"/>
                  </a:lnTo>
                  <a:lnTo>
                    <a:pt x="27" y="354"/>
                  </a:lnTo>
                  <a:lnTo>
                    <a:pt x="25" y="346"/>
                  </a:lnTo>
                  <a:lnTo>
                    <a:pt x="25" y="336"/>
                  </a:lnTo>
                  <a:lnTo>
                    <a:pt x="24" y="327"/>
                  </a:lnTo>
                  <a:lnTo>
                    <a:pt x="22" y="317"/>
                  </a:lnTo>
                  <a:lnTo>
                    <a:pt x="21" y="306"/>
                  </a:lnTo>
                  <a:lnTo>
                    <a:pt x="21" y="295"/>
                  </a:lnTo>
                  <a:lnTo>
                    <a:pt x="19" y="282"/>
                  </a:lnTo>
                  <a:lnTo>
                    <a:pt x="17" y="269"/>
                  </a:lnTo>
                  <a:lnTo>
                    <a:pt x="16" y="255"/>
                  </a:lnTo>
                  <a:lnTo>
                    <a:pt x="14" y="242"/>
                  </a:lnTo>
                  <a:lnTo>
                    <a:pt x="13" y="228"/>
                  </a:lnTo>
                  <a:lnTo>
                    <a:pt x="11" y="216"/>
                  </a:lnTo>
                  <a:lnTo>
                    <a:pt x="11" y="205"/>
                  </a:lnTo>
                  <a:lnTo>
                    <a:pt x="9" y="194"/>
                  </a:lnTo>
                  <a:lnTo>
                    <a:pt x="8" y="183"/>
                  </a:lnTo>
                  <a:lnTo>
                    <a:pt x="8" y="175"/>
                  </a:lnTo>
                  <a:lnTo>
                    <a:pt x="6" y="165"/>
                  </a:lnTo>
                  <a:lnTo>
                    <a:pt x="6" y="157"/>
                  </a:lnTo>
                  <a:lnTo>
                    <a:pt x="5" y="149"/>
                  </a:lnTo>
                  <a:lnTo>
                    <a:pt x="5" y="141"/>
                  </a:lnTo>
                  <a:lnTo>
                    <a:pt x="3" y="135"/>
                  </a:lnTo>
                  <a:lnTo>
                    <a:pt x="3" y="127"/>
                  </a:lnTo>
                  <a:lnTo>
                    <a:pt x="3" y="120"/>
                  </a:lnTo>
                  <a:lnTo>
                    <a:pt x="1" y="114"/>
                  </a:lnTo>
                  <a:lnTo>
                    <a:pt x="1" y="109"/>
                  </a:lnTo>
                  <a:lnTo>
                    <a:pt x="1" y="103"/>
                  </a:lnTo>
                  <a:lnTo>
                    <a:pt x="1" y="96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9"/>
                  </a:lnTo>
                  <a:lnTo>
                    <a:pt x="0" y="74"/>
                  </a:lnTo>
                  <a:lnTo>
                    <a:pt x="0" y="68"/>
                  </a:lnTo>
                  <a:lnTo>
                    <a:pt x="0" y="61"/>
                  </a:lnTo>
                  <a:lnTo>
                    <a:pt x="0" y="55"/>
                  </a:lnTo>
                  <a:lnTo>
                    <a:pt x="0" y="48"/>
                  </a:lnTo>
                  <a:lnTo>
                    <a:pt x="0" y="42"/>
                  </a:lnTo>
                  <a:lnTo>
                    <a:pt x="0" y="34"/>
                  </a:lnTo>
                  <a:lnTo>
                    <a:pt x="0" y="26"/>
                  </a:lnTo>
                  <a:lnTo>
                    <a:pt x="0" y="18"/>
                  </a:lnTo>
                  <a:lnTo>
                    <a:pt x="0" y="10"/>
                  </a:lnTo>
                  <a:lnTo>
                    <a:pt x="0" y="0"/>
                  </a:lnTo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502" name="Rectangle 46">
              <a:extLst>
                <a:ext uri="{FF2B5EF4-FFF2-40B4-BE49-F238E27FC236}">
                  <a16:creationId xmlns:a16="http://schemas.microsoft.com/office/drawing/2014/main" id="{6FD0C32F-AEB3-4B37-AED0-E75CA45A8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59450" y="2519362"/>
              <a:ext cx="10001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panose="05050102010706020507" pitchFamily="18" charset="2"/>
                  <a:ea typeface="MS PGothic" panose="020B0600070205080204" pitchFamily="34" charset="-128"/>
                  <a:cs typeface="+mn-cs"/>
                </a:rPr>
                <a:t>¤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503" name="Rectangle 47">
              <a:extLst>
                <a:ext uri="{FF2B5EF4-FFF2-40B4-BE49-F238E27FC236}">
                  <a16:creationId xmlns:a16="http://schemas.microsoft.com/office/drawing/2014/main" id="{B09BEB8C-736E-47B5-9906-BFB402043C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8400" y="3506787"/>
              <a:ext cx="2286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504" name="Rectangle 48">
              <a:extLst>
                <a:ext uri="{FF2B5EF4-FFF2-40B4-BE49-F238E27FC236}">
                  <a16:creationId xmlns:a16="http://schemas.microsoft.com/office/drawing/2014/main" id="{514E701C-7F20-406A-B4D3-928E7CFE22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8400" y="3735387"/>
              <a:ext cx="2286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505" name="Rectangle 49">
              <a:extLst>
                <a:ext uri="{FF2B5EF4-FFF2-40B4-BE49-F238E27FC236}">
                  <a16:creationId xmlns:a16="http://schemas.microsoft.com/office/drawing/2014/main" id="{D4D2EBC3-D99A-461A-85E6-E5740220DE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0713" y="3617912"/>
              <a:ext cx="2286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506" name="Rectangle 50">
              <a:extLst>
                <a:ext uri="{FF2B5EF4-FFF2-40B4-BE49-F238E27FC236}">
                  <a16:creationId xmlns:a16="http://schemas.microsoft.com/office/drawing/2014/main" id="{373112B9-B5EA-4E8F-90A2-CC662B309B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4875" y="4691062"/>
              <a:ext cx="2286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507" name="Rectangle 51">
              <a:extLst>
                <a:ext uri="{FF2B5EF4-FFF2-40B4-BE49-F238E27FC236}">
                  <a16:creationId xmlns:a16="http://schemas.microsoft.com/office/drawing/2014/main" id="{61D85136-D777-4950-BD8F-4D55FFA2FA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42175" y="2428875"/>
              <a:ext cx="22860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508" name="Freeform 52">
              <a:extLst>
                <a:ext uri="{FF2B5EF4-FFF2-40B4-BE49-F238E27FC236}">
                  <a16:creationId xmlns:a16="http://schemas.microsoft.com/office/drawing/2014/main" id="{674E2667-31E5-4558-A0FF-1F4E9E738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100" y="4460875"/>
              <a:ext cx="1260475" cy="720725"/>
            </a:xfrm>
            <a:custGeom>
              <a:avLst/>
              <a:gdLst>
                <a:gd name="T0" fmla="*/ 2147483646 w 1587"/>
                <a:gd name="T1" fmla="*/ 2147483646 h 907"/>
                <a:gd name="T2" fmla="*/ 2147483646 w 1587"/>
                <a:gd name="T3" fmla="*/ 2147483646 h 907"/>
                <a:gd name="T4" fmla="*/ 2147483646 w 1587"/>
                <a:gd name="T5" fmla="*/ 2147483646 h 907"/>
                <a:gd name="T6" fmla="*/ 2147483646 w 1587"/>
                <a:gd name="T7" fmla="*/ 2147483646 h 907"/>
                <a:gd name="T8" fmla="*/ 2147483646 w 1587"/>
                <a:gd name="T9" fmla="*/ 2147483646 h 907"/>
                <a:gd name="T10" fmla="*/ 2147483646 w 1587"/>
                <a:gd name="T11" fmla="*/ 2147483646 h 907"/>
                <a:gd name="T12" fmla="*/ 2147483646 w 1587"/>
                <a:gd name="T13" fmla="*/ 2147483646 h 907"/>
                <a:gd name="T14" fmla="*/ 2147483646 w 1587"/>
                <a:gd name="T15" fmla="*/ 2147483646 h 907"/>
                <a:gd name="T16" fmla="*/ 2147483646 w 1587"/>
                <a:gd name="T17" fmla="*/ 2147483646 h 907"/>
                <a:gd name="T18" fmla="*/ 2147483646 w 1587"/>
                <a:gd name="T19" fmla="*/ 2147483646 h 907"/>
                <a:gd name="T20" fmla="*/ 0 w 1587"/>
                <a:gd name="T21" fmla="*/ 2147483646 h 907"/>
                <a:gd name="T22" fmla="*/ 2147483646 w 1587"/>
                <a:gd name="T23" fmla="*/ 2147483646 h 907"/>
                <a:gd name="T24" fmla="*/ 2147483646 w 1587"/>
                <a:gd name="T25" fmla="*/ 2147483646 h 907"/>
                <a:gd name="T26" fmla="*/ 2147483646 w 1587"/>
                <a:gd name="T27" fmla="*/ 2147483646 h 907"/>
                <a:gd name="T28" fmla="*/ 2147483646 w 1587"/>
                <a:gd name="T29" fmla="*/ 2147483646 h 907"/>
                <a:gd name="T30" fmla="*/ 2147483646 w 1587"/>
                <a:gd name="T31" fmla="*/ 2147483646 h 907"/>
                <a:gd name="T32" fmla="*/ 2147483646 w 1587"/>
                <a:gd name="T33" fmla="*/ 2147483646 h 907"/>
                <a:gd name="T34" fmla="*/ 2147483646 w 1587"/>
                <a:gd name="T35" fmla="*/ 2147483646 h 907"/>
                <a:gd name="T36" fmla="*/ 2147483646 w 1587"/>
                <a:gd name="T37" fmla="*/ 2147483646 h 907"/>
                <a:gd name="T38" fmla="*/ 2147483646 w 1587"/>
                <a:gd name="T39" fmla="*/ 2147483646 h 907"/>
                <a:gd name="T40" fmla="*/ 2147483646 w 1587"/>
                <a:gd name="T41" fmla="*/ 2147483646 h 907"/>
                <a:gd name="T42" fmla="*/ 2147483646 w 1587"/>
                <a:gd name="T43" fmla="*/ 2147483646 h 907"/>
                <a:gd name="T44" fmla="*/ 2147483646 w 1587"/>
                <a:gd name="T45" fmla="*/ 2147483646 h 907"/>
                <a:gd name="T46" fmla="*/ 2147483646 w 1587"/>
                <a:gd name="T47" fmla="*/ 2147483646 h 907"/>
                <a:gd name="T48" fmla="*/ 2147483646 w 1587"/>
                <a:gd name="T49" fmla="*/ 2147483646 h 907"/>
                <a:gd name="T50" fmla="*/ 2147483646 w 1587"/>
                <a:gd name="T51" fmla="*/ 2147483646 h 907"/>
                <a:gd name="T52" fmla="*/ 2147483646 w 1587"/>
                <a:gd name="T53" fmla="*/ 2147483646 h 907"/>
                <a:gd name="T54" fmla="*/ 2147483646 w 1587"/>
                <a:gd name="T55" fmla="*/ 2147483646 h 907"/>
                <a:gd name="T56" fmla="*/ 2147483646 w 1587"/>
                <a:gd name="T57" fmla="*/ 2147483646 h 907"/>
                <a:gd name="T58" fmla="*/ 2147483646 w 1587"/>
                <a:gd name="T59" fmla="*/ 2147483646 h 907"/>
                <a:gd name="T60" fmla="*/ 2147483646 w 1587"/>
                <a:gd name="T61" fmla="*/ 2147483646 h 907"/>
                <a:gd name="T62" fmla="*/ 2147483646 w 1587"/>
                <a:gd name="T63" fmla="*/ 2147483646 h 907"/>
                <a:gd name="T64" fmla="*/ 2147483646 w 1587"/>
                <a:gd name="T65" fmla="*/ 2147483646 h 907"/>
                <a:gd name="T66" fmla="*/ 2147483646 w 1587"/>
                <a:gd name="T67" fmla="*/ 2147483646 h 907"/>
                <a:gd name="T68" fmla="*/ 2147483646 w 1587"/>
                <a:gd name="T69" fmla="*/ 2147483646 h 907"/>
                <a:gd name="T70" fmla="*/ 2147483646 w 1587"/>
                <a:gd name="T71" fmla="*/ 2147483646 h 907"/>
                <a:gd name="T72" fmla="*/ 2147483646 w 1587"/>
                <a:gd name="T73" fmla="*/ 2147483646 h 907"/>
                <a:gd name="T74" fmla="*/ 2147483646 w 1587"/>
                <a:gd name="T75" fmla="*/ 2147483646 h 907"/>
                <a:gd name="T76" fmla="*/ 2147483646 w 1587"/>
                <a:gd name="T77" fmla="*/ 2147483646 h 907"/>
                <a:gd name="T78" fmla="*/ 2147483646 w 1587"/>
                <a:gd name="T79" fmla="*/ 2147483646 h 907"/>
                <a:gd name="T80" fmla="*/ 2147483646 w 1587"/>
                <a:gd name="T81" fmla="*/ 2147483646 h 907"/>
                <a:gd name="T82" fmla="*/ 2147483646 w 1587"/>
                <a:gd name="T83" fmla="*/ 2147483646 h 907"/>
                <a:gd name="T84" fmla="*/ 2147483646 w 1587"/>
                <a:gd name="T85" fmla="*/ 2147483646 h 907"/>
                <a:gd name="T86" fmla="*/ 2147483646 w 1587"/>
                <a:gd name="T87" fmla="*/ 0 h 90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87"/>
                <a:gd name="T133" fmla="*/ 0 h 907"/>
                <a:gd name="T134" fmla="*/ 1587 w 1587"/>
                <a:gd name="T135" fmla="*/ 907 h 907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87" h="907">
                  <a:moveTo>
                    <a:pt x="793" y="0"/>
                  </a:moveTo>
                  <a:lnTo>
                    <a:pt x="753" y="0"/>
                  </a:lnTo>
                  <a:lnTo>
                    <a:pt x="713" y="1"/>
                  </a:lnTo>
                  <a:lnTo>
                    <a:pt x="673" y="5"/>
                  </a:lnTo>
                  <a:lnTo>
                    <a:pt x="633" y="9"/>
                  </a:lnTo>
                  <a:lnTo>
                    <a:pt x="595" y="14"/>
                  </a:lnTo>
                  <a:lnTo>
                    <a:pt x="558" y="21"/>
                  </a:lnTo>
                  <a:lnTo>
                    <a:pt x="521" y="27"/>
                  </a:lnTo>
                  <a:lnTo>
                    <a:pt x="484" y="35"/>
                  </a:lnTo>
                  <a:lnTo>
                    <a:pt x="449" y="45"/>
                  </a:lnTo>
                  <a:lnTo>
                    <a:pt x="416" y="54"/>
                  </a:lnTo>
                  <a:lnTo>
                    <a:pt x="382" y="65"/>
                  </a:lnTo>
                  <a:lnTo>
                    <a:pt x="350" y="77"/>
                  </a:lnTo>
                  <a:lnTo>
                    <a:pt x="320" y="89"/>
                  </a:lnTo>
                  <a:lnTo>
                    <a:pt x="289" y="104"/>
                  </a:lnTo>
                  <a:lnTo>
                    <a:pt x="260" y="118"/>
                  </a:lnTo>
                  <a:lnTo>
                    <a:pt x="233" y="133"/>
                  </a:lnTo>
                  <a:lnTo>
                    <a:pt x="206" y="149"/>
                  </a:lnTo>
                  <a:lnTo>
                    <a:pt x="182" y="165"/>
                  </a:lnTo>
                  <a:lnTo>
                    <a:pt x="158" y="182"/>
                  </a:lnTo>
                  <a:lnTo>
                    <a:pt x="136" y="200"/>
                  </a:lnTo>
                  <a:lnTo>
                    <a:pt x="115" y="217"/>
                  </a:lnTo>
                  <a:lnTo>
                    <a:pt x="96" y="237"/>
                  </a:lnTo>
                  <a:lnTo>
                    <a:pt x="78" y="256"/>
                  </a:lnTo>
                  <a:lnTo>
                    <a:pt x="62" y="277"/>
                  </a:lnTo>
                  <a:lnTo>
                    <a:pt x="48" y="297"/>
                  </a:lnTo>
                  <a:lnTo>
                    <a:pt x="36" y="318"/>
                  </a:lnTo>
                  <a:lnTo>
                    <a:pt x="25" y="339"/>
                  </a:lnTo>
                  <a:lnTo>
                    <a:pt x="16" y="361"/>
                  </a:lnTo>
                  <a:lnTo>
                    <a:pt x="9" y="384"/>
                  </a:lnTo>
                  <a:lnTo>
                    <a:pt x="4" y="406"/>
                  </a:lnTo>
                  <a:lnTo>
                    <a:pt x="1" y="430"/>
                  </a:lnTo>
                  <a:lnTo>
                    <a:pt x="0" y="453"/>
                  </a:lnTo>
                  <a:lnTo>
                    <a:pt x="1" y="477"/>
                  </a:lnTo>
                  <a:lnTo>
                    <a:pt x="4" y="499"/>
                  </a:lnTo>
                  <a:lnTo>
                    <a:pt x="9" y="521"/>
                  </a:lnTo>
                  <a:lnTo>
                    <a:pt x="16" y="544"/>
                  </a:lnTo>
                  <a:lnTo>
                    <a:pt x="25" y="566"/>
                  </a:lnTo>
                  <a:lnTo>
                    <a:pt x="36" y="589"/>
                  </a:lnTo>
                  <a:lnTo>
                    <a:pt x="48" y="609"/>
                  </a:lnTo>
                  <a:lnTo>
                    <a:pt x="62" y="630"/>
                  </a:lnTo>
                  <a:lnTo>
                    <a:pt x="78" y="649"/>
                  </a:lnTo>
                  <a:lnTo>
                    <a:pt x="96" y="669"/>
                  </a:lnTo>
                  <a:lnTo>
                    <a:pt x="115" y="688"/>
                  </a:lnTo>
                  <a:lnTo>
                    <a:pt x="136" y="707"/>
                  </a:lnTo>
                  <a:lnTo>
                    <a:pt x="158" y="725"/>
                  </a:lnTo>
                  <a:lnTo>
                    <a:pt x="182" y="742"/>
                  </a:lnTo>
                  <a:lnTo>
                    <a:pt x="206" y="758"/>
                  </a:lnTo>
                  <a:lnTo>
                    <a:pt x="233" y="774"/>
                  </a:lnTo>
                  <a:lnTo>
                    <a:pt x="260" y="789"/>
                  </a:lnTo>
                  <a:lnTo>
                    <a:pt x="289" y="803"/>
                  </a:lnTo>
                  <a:lnTo>
                    <a:pt x="320" y="816"/>
                  </a:lnTo>
                  <a:lnTo>
                    <a:pt x="350" y="829"/>
                  </a:lnTo>
                  <a:lnTo>
                    <a:pt x="382" y="841"/>
                  </a:lnTo>
                  <a:lnTo>
                    <a:pt x="416" y="853"/>
                  </a:lnTo>
                  <a:lnTo>
                    <a:pt x="449" y="862"/>
                  </a:lnTo>
                  <a:lnTo>
                    <a:pt x="484" y="870"/>
                  </a:lnTo>
                  <a:lnTo>
                    <a:pt x="521" y="880"/>
                  </a:lnTo>
                  <a:lnTo>
                    <a:pt x="558" y="886"/>
                  </a:lnTo>
                  <a:lnTo>
                    <a:pt x="595" y="893"/>
                  </a:lnTo>
                  <a:lnTo>
                    <a:pt x="633" y="897"/>
                  </a:lnTo>
                  <a:lnTo>
                    <a:pt x="673" y="901"/>
                  </a:lnTo>
                  <a:lnTo>
                    <a:pt x="713" y="904"/>
                  </a:lnTo>
                  <a:lnTo>
                    <a:pt x="753" y="905"/>
                  </a:lnTo>
                  <a:lnTo>
                    <a:pt x="793" y="907"/>
                  </a:lnTo>
                  <a:lnTo>
                    <a:pt x="835" y="905"/>
                  </a:lnTo>
                  <a:lnTo>
                    <a:pt x="875" y="904"/>
                  </a:lnTo>
                  <a:lnTo>
                    <a:pt x="915" y="901"/>
                  </a:lnTo>
                  <a:lnTo>
                    <a:pt x="953" y="897"/>
                  </a:lnTo>
                  <a:lnTo>
                    <a:pt x="992" y="893"/>
                  </a:lnTo>
                  <a:lnTo>
                    <a:pt x="1030" y="886"/>
                  </a:lnTo>
                  <a:lnTo>
                    <a:pt x="1067" y="880"/>
                  </a:lnTo>
                  <a:lnTo>
                    <a:pt x="1102" y="870"/>
                  </a:lnTo>
                  <a:lnTo>
                    <a:pt x="1137" y="862"/>
                  </a:lnTo>
                  <a:lnTo>
                    <a:pt x="1172" y="853"/>
                  </a:lnTo>
                  <a:lnTo>
                    <a:pt x="1204" y="841"/>
                  </a:lnTo>
                  <a:lnTo>
                    <a:pt x="1238" y="829"/>
                  </a:lnTo>
                  <a:lnTo>
                    <a:pt x="1268" y="816"/>
                  </a:lnTo>
                  <a:lnTo>
                    <a:pt x="1299" y="803"/>
                  </a:lnTo>
                  <a:lnTo>
                    <a:pt x="1328" y="789"/>
                  </a:lnTo>
                  <a:lnTo>
                    <a:pt x="1355" y="774"/>
                  </a:lnTo>
                  <a:lnTo>
                    <a:pt x="1380" y="758"/>
                  </a:lnTo>
                  <a:lnTo>
                    <a:pt x="1406" y="742"/>
                  </a:lnTo>
                  <a:lnTo>
                    <a:pt x="1430" y="725"/>
                  </a:lnTo>
                  <a:lnTo>
                    <a:pt x="1452" y="707"/>
                  </a:lnTo>
                  <a:lnTo>
                    <a:pt x="1472" y="688"/>
                  </a:lnTo>
                  <a:lnTo>
                    <a:pt x="1491" y="669"/>
                  </a:lnTo>
                  <a:lnTo>
                    <a:pt x="1508" y="649"/>
                  </a:lnTo>
                  <a:lnTo>
                    <a:pt x="1524" y="630"/>
                  </a:lnTo>
                  <a:lnTo>
                    <a:pt x="1539" y="609"/>
                  </a:lnTo>
                  <a:lnTo>
                    <a:pt x="1552" y="589"/>
                  </a:lnTo>
                  <a:lnTo>
                    <a:pt x="1563" y="566"/>
                  </a:lnTo>
                  <a:lnTo>
                    <a:pt x="1571" y="544"/>
                  </a:lnTo>
                  <a:lnTo>
                    <a:pt x="1579" y="521"/>
                  </a:lnTo>
                  <a:lnTo>
                    <a:pt x="1584" y="499"/>
                  </a:lnTo>
                  <a:lnTo>
                    <a:pt x="1587" y="477"/>
                  </a:lnTo>
                  <a:lnTo>
                    <a:pt x="1587" y="453"/>
                  </a:lnTo>
                  <a:lnTo>
                    <a:pt x="1587" y="430"/>
                  </a:lnTo>
                  <a:lnTo>
                    <a:pt x="1584" y="406"/>
                  </a:lnTo>
                  <a:lnTo>
                    <a:pt x="1579" y="384"/>
                  </a:lnTo>
                  <a:lnTo>
                    <a:pt x="1571" y="361"/>
                  </a:lnTo>
                  <a:lnTo>
                    <a:pt x="1563" y="339"/>
                  </a:lnTo>
                  <a:lnTo>
                    <a:pt x="1552" y="318"/>
                  </a:lnTo>
                  <a:lnTo>
                    <a:pt x="1539" y="297"/>
                  </a:lnTo>
                  <a:lnTo>
                    <a:pt x="1524" y="277"/>
                  </a:lnTo>
                  <a:lnTo>
                    <a:pt x="1508" y="256"/>
                  </a:lnTo>
                  <a:lnTo>
                    <a:pt x="1491" y="237"/>
                  </a:lnTo>
                  <a:lnTo>
                    <a:pt x="1472" y="217"/>
                  </a:lnTo>
                  <a:lnTo>
                    <a:pt x="1452" y="200"/>
                  </a:lnTo>
                  <a:lnTo>
                    <a:pt x="1430" y="182"/>
                  </a:lnTo>
                  <a:lnTo>
                    <a:pt x="1406" y="165"/>
                  </a:lnTo>
                  <a:lnTo>
                    <a:pt x="1380" y="149"/>
                  </a:lnTo>
                  <a:lnTo>
                    <a:pt x="1355" y="133"/>
                  </a:lnTo>
                  <a:lnTo>
                    <a:pt x="1328" y="118"/>
                  </a:lnTo>
                  <a:lnTo>
                    <a:pt x="1299" y="104"/>
                  </a:lnTo>
                  <a:lnTo>
                    <a:pt x="1268" y="89"/>
                  </a:lnTo>
                  <a:lnTo>
                    <a:pt x="1238" y="77"/>
                  </a:lnTo>
                  <a:lnTo>
                    <a:pt x="1204" y="65"/>
                  </a:lnTo>
                  <a:lnTo>
                    <a:pt x="1172" y="54"/>
                  </a:lnTo>
                  <a:lnTo>
                    <a:pt x="1137" y="45"/>
                  </a:lnTo>
                  <a:lnTo>
                    <a:pt x="1102" y="35"/>
                  </a:lnTo>
                  <a:lnTo>
                    <a:pt x="1067" y="27"/>
                  </a:lnTo>
                  <a:lnTo>
                    <a:pt x="1030" y="21"/>
                  </a:lnTo>
                  <a:lnTo>
                    <a:pt x="992" y="14"/>
                  </a:lnTo>
                  <a:lnTo>
                    <a:pt x="953" y="9"/>
                  </a:lnTo>
                  <a:lnTo>
                    <a:pt x="915" y="5"/>
                  </a:lnTo>
                  <a:lnTo>
                    <a:pt x="875" y="1"/>
                  </a:lnTo>
                  <a:lnTo>
                    <a:pt x="835" y="0"/>
                  </a:lnTo>
                  <a:lnTo>
                    <a:pt x="793" y="0"/>
                  </a:lnTo>
                </a:path>
              </a:pathLst>
            </a:custGeom>
            <a:solidFill>
              <a:schemeClr val="bg1"/>
            </a:solidFill>
            <a:ln w="2381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509" name="Rectangle 53">
              <a:extLst>
                <a:ext uri="{FF2B5EF4-FFF2-40B4-BE49-F238E27FC236}">
                  <a16:creationId xmlns:a16="http://schemas.microsoft.com/office/drawing/2014/main" id="{74E3D0BB-D95F-45F1-9E26-94C5D7F590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42175" y="2657475"/>
              <a:ext cx="22860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510" name="Rectangle 54">
              <a:extLst>
                <a:ext uri="{FF2B5EF4-FFF2-40B4-BE49-F238E27FC236}">
                  <a16:creationId xmlns:a16="http://schemas.microsoft.com/office/drawing/2014/main" id="{FF61482D-3426-414B-81AD-F03B846411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0188" y="4684712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511" name="Rectangle 55">
              <a:extLst>
                <a:ext uri="{FF2B5EF4-FFF2-40B4-BE49-F238E27FC236}">
                  <a16:creationId xmlns:a16="http://schemas.microsoft.com/office/drawing/2014/main" id="{A05C5E98-36F7-426C-8CAC-41350CFAF8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4813" y="4800600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512" name="Rectangle 56">
              <a:extLst>
                <a:ext uri="{FF2B5EF4-FFF2-40B4-BE49-F238E27FC236}">
                  <a16:creationId xmlns:a16="http://schemas.microsoft.com/office/drawing/2014/main" id="{20462919-7A04-4E7B-82B4-C0078F7231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6113" y="4684712"/>
              <a:ext cx="1460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513" name="Rectangle 57">
              <a:extLst>
                <a:ext uri="{FF2B5EF4-FFF2-40B4-BE49-F238E27FC236}">
                  <a16:creationId xmlns:a16="http://schemas.microsoft.com/office/drawing/2014/main" id="{243E5C9A-76AD-4112-A8DE-31D51BC42B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000" y="4684712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514" name="Rectangle 58">
              <a:extLst>
                <a:ext uri="{FF2B5EF4-FFF2-40B4-BE49-F238E27FC236}">
                  <a16:creationId xmlns:a16="http://schemas.microsoft.com/office/drawing/2014/main" id="{954B8A1B-D7CA-47D1-BB6E-5CD165F314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9625" y="4684712"/>
              <a:ext cx="185738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515" name="Freeform 59">
              <a:extLst>
                <a:ext uri="{FF2B5EF4-FFF2-40B4-BE49-F238E27FC236}">
                  <a16:creationId xmlns:a16="http://schemas.microsoft.com/office/drawing/2014/main" id="{D4E82D0F-C8CC-49FE-A276-046ED02C1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100" y="2301875"/>
              <a:ext cx="1260475" cy="720725"/>
            </a:xfrm>
            <a:custGeom>
              <a:avLst/>
              <a:gdLst>
                <a:gd name="T0" fmla="*/ 2147483646 w 1587"/>
                <a:gd name="T1" fmla="*/ 2147483646 h 907"/>
                <a:gd name="T2" fmla="*/ 2147483646 w 1587"/>
                <a:gd name="T3" fmla="*/ 2147483646 h 907"/>
                <a:gd name="T4" fmla="*/ 2147483646 w 1587"/>
                <a:gd name="T5" fmla="*/ 2147483646 h 907"/>
                <a:gd name="T6" fmla="*/ 2147483646 w 1587"/>
                <a:gd name="T7" fmla="*/ 2147483646 h 907"/>
                <a:gd name="T8" fmla="*/ 2147483646 w 1587"/>
                <a:gd name="T9" fmla="*/ 2147483646 h 907"/>
                <a:gd name="T10" fmla="*/ 2147483646 w 1587"/>
                <a:gd name="T11" fmla="*/ 2147483646 h 907"/>
                <a:gd name="T12" fmla="*/ 2147483646 w 1587"/>
                <a:gd name="T13" fmla="*/ 2147483646 h 907"/>
                <a:gd name="T14" fmla="*/ 2147483646 w 1587"/>
                <a:gd name="T15" fmla="*/ 2147483646 h 907"/>
                <a:gd name="T16" fmla="*/ 2147483646 w 1587"/>
                <a:gd name="T17" fmla="*/ 2147483646 h 907"/>
                <a:gd name="T18" fmla="*/ 2147483646 w 1587"/>
                <a:gd name="T19" fmla="*/ 2147483646 h 907"/>
                <a:gd name="T20" fmla="*/ 0 w 1587"/>
                <a:gd name="T21" fmla="*/ 2147483646 h 907"/>
                <a:gd name="T22" fmla="*/ 2147483646 w 1587"/>
                <a:gd name="T23" fmla="*/ 2147483646 h 907"/>
                <a:gd name="T24" fmla="*/ 2147483646 w 1587"/>
                <a:gd name="T25" fmla="*/ 2147483646 h 907"/>
                <a:gd name="T26" fmla="*/ 2147483646 w 1587"/>
                <a:gd name="T27" fmla="*/ 2147483646 h 907"/>
                <a:gd name="T28" fmla="*/ 2147483646 w 1587"/>
                <a:gd name="T29" fmla="*/ 2147483646 h 907"/>
                <a:gd name="T30" fmla="*/ 2147483646 w 1587"/>
                <a:gd name="T31" fmla="*/ 2147483646 h 907"/>
                <a:gd name="T32" fmla="*/ 2147483646 w 1587"/>
                <a:gd name="T33" fmla="*/ 2147483646 h 907"/>
                <a:gd name="T34" fmla="*/ 2147483646 w 1587"/>
                <a:gd name="T35" fmla="*/ 2147483646 h 907"/>
                <a:gd name="T36" fmla="*/ 2147483646 w 1587"/>
                <a:gd name="T37" fmla="*/ 2147483646 h 907"/>
                <a:gd name="T38" fmla="*/ 2147483646 w 1587"/>
                <a:gd name="T39" fmla="*/ 2147483646 h 907"/>
                <a:gd name="T40" fmla="*/ 2147483646 w 1587"/>
                <a:gd name="T41" fmla="*/ 2147483646 h 907"/>
                <a:gd name="T42" fmla="*/ 2147483646 w 1587"/>
                <a:gd name="T43" fmla="*/ 2147483646 h 907"/>
                <a:gd name="T44" fmla="*/ 2147483646 w 1587"/>
                <a:gd name="T45" fmla="*/ 2147483646 h 907"/>
                <a:gd name="T46" fmla="*/ 2147483646 w 1587"/>
                <a:gd name="T47" fmla="*/ 2147483646 h 907"/>
                <a:gd name="T48" fmla="*/ 2147483646 w 1587"/>
                <a:gd name="T49" fmla="*/ 2147483646 h 907"/>
                <a:gd name="T50" fmla="*/ 2147483646 w 1587"/>
                <a:gd name="T51" fmla="*/ 2147483646 h 907"/>
                <a:gd name="T52" fmla="*/ 2147483646 w 1587"/>
                <a:gd name="T53" fmla="*/ 2147483646 h 907"/>
                <a:gd name="T54" fmla="*/ 2147483646 w 1587"/>
                <a:gd name="T55" fmla="*/ 2147483646 h 907"/>
                <a:gd name="T56" fmla="*/ 2147483646 w 1587"/>
                <a:gd name="T57" fmla="*/ 2147483646 h 907"/>
                <a:gd name="T58" fmla="*/ 2147483646 w 1587"/>
                <a:gd name="T59" fmla="*/ 2147483646 h 907"/>
                <a:gd name="T60" fmla="*/ 2147483646 w 1587"/>
                <a:gd name="T61" fmla="*/ 2147483646 h 907"/>
                <a:gd name="T62" fmla="*/ 2147483646 w 1587"/>
                <a:gd name="T63" fmla="*/ 2147483646 h 907"/>
                <a:gd name="T64" fmla="*/ 2147483646 w 1587"/>
                <a:gd name="T65" fmla="*/ 2147483646 h 907"/>
                <a:gd name="T66" fmla="*/ 2147483646 w 1587"/>
                <a:gd name="T67" fmla="*/ 2147483646 h 907"/>
                <a:gd name="T68" fmla="*/ 2147483646 w 1587"/>
                <a:gd name="T69" fmla="*/ 2147483646 h 907"/>
                <a:gd name="T70" fmla="*/ 2147483646 w 1587"/>
                <a:gd name="T71" fmla="*/ 2147483646 h 907"/>
                <a:gd name="T72" fmla="*/ 2147483646 w 1587"/>
                <a:gd name="T73" fmla="*/ 2147483646 h 907"/>
                <a:gd name="T74" fmla="*/ 2147483646 w 1587"/>
                <a:gd name="T75" fmla="*/ 2147483646 h 907"/>
                <a:gd name="T76" fmla="*/ 2147483646 w 1587"/>
                <a:gd name="T77" fmla="*/ 2147483646 h 907"/>
                <a:gd name="T78" fmla="*/ 2147483646 w 1587"/>
                <a:gd name="T79" fmla="*/ 2147483646 h 907"/>
                <a:gd name="T80" fmla="*/ 2147483646 w 1587"/>
                <a:gd name="T81" fmla="*/ 2147483646 h 907"/>
                <a:gd name="T82" fmla="*/ 2147483646 w 1587"/>
                <a:gd name="T83" fmla="*/ 2147483646 h 907"/>
                <a:gd name="T84" fmla="*/ 2147483646 w 1587"/>
                <a:gd name="T85" fmla="*/ 2147483646 h 907"/>
                <a:gd name="T86" fmla="*/ 2147483646 w 1587"/>
                <a:gd name="T87" fmla="*/ 0 h 90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87"/>
                <a:gd name="T133" fmla="*/ 0 h 907"/>
                <a:gd name="T134" fmla="*/ 1587 w 1587"/>
                <a:gd name="T135" fmla="*/ 907 h 907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87" h="907">
                  <a:moveTo>
                    <a:pt x="793" y="0"/>
                  </a:moveTo>
                  <a:lnTo>
                    <a:pt x="753" y="0"/>
                  </a:lnTo>
                  <a:lnTo>
                    <a:pt x="713" y="1"/>
                  </a:lnTo>
                  <a:lnTo>
                    <a:pt x="673" y="5"/>
                  </a:lnTo>
                  <a:lnTo>
                    <a:pt x="633" y="9"/>
                  </a:lnTo>
                  <a:lnTo>
                    <a:pt x="595" y="14"/>
                  </a:lnTo>
                  <a:lnTo>
                    <a:pt x="558" y="21"/>
                  </a:lnTo>
                  <a:lnTo>
                    <a:pt x="521" y="27"/>
                  </a:lnTo>
                  <a:lnTo>
                    <a:pt x="484" y="35"/>
                  </a:lnTo>
                  <a:lnTo>
                    <a:pt x="449" y="45"/>
                  </a:lnTo>
                  <a:lnTo>
                    <a:pt x="416" y="54"/>
                  </a:lnTo>
                  <a:lnTo>
                    <a:pt x="382" y="65"/>
                  </a:lnTo>
                  <a:lnTo>
                    <a:pt x="350" y="77"/>
                  </a:lnTo>
                  <a:lnTo>
                    <a:pt x="320" y="89"/>
                  </a:lnTo>
                  <a:lnTo>
                    <a:pt x="289" y="104"/>
                  </a:lnTo>
                  <a:lnTo>
                    <a:pt x="260" y="118"/>
                  </a:lnTo>
                  <a:lnTo>
                    <a:pt x="233" y="133"/>
                  </a:lnTo>
                  <a:lnTo>
                    <a:pt x="206" y="149"/>
                  </a:lnTo>
                  <a:lnTo>
                    <a:pt x="182" y="165"/>
                  </a:lnTo>
                  <a:lnTo>
                    <a:pt x="158" y="182"/>
                  </a:lnTo>
                  <a:lnTo>
                    <a:pt x="136" y="200"/>
                  </a:lnTo>
                  <a:lnTo>
                    <a:pt x="115" y="217"/>
                  </a:lnTo>
                  <a:lnTo>
                    <a:pt x="96" y="237"/>
                  </a:lnTo>
                  <a:lnTo>
                    <a:pt x="78" y="256"/>
                  </a:lnTo>
                  <a:lnTo>
                    <a:pt x="62" y="277"/>
                  </a:lnTo>
                  <a:lnTo>
                    <a:pt x="48" y="297"/>
                  </a:lnTo>
                  <a:lnTo>
                    <a:pt x="36" y="318"/>
                  </a:lnTo>
                  <a:lnTo>
                    <a:pt x="25" y="339"/>
                  </a:lnTo>
                  <a:lnTo>
                    <a:pt x="16" y="361"/>
                  </a:lnTo>
                  <a:lnTo>
                    <a:pt x="9" y="384"/>
                  </a:lnTo>
                  <a:lnTo>
                    <a:pt x="4" y="406"/>
                  </a:lnTo>
                  <a:lnTo>
                    <a:pt x="1" y="430"/>
                  </a:lnTo>
                  <a:lnTo>
                    <a:pt x="0" y="453"/>
                  </a:lnTo>
                  <a:lnTo>
                    <a:pt x="1" y="477"/>
                  </a:lnTo>
                  <a:lnTo>
                    <a:pt x="4" y="499"/>
                  </a:lnTo>
                  <a:lnTo>
                    <a:pt x="9" y="521"/>
                  </a:lnTo>
                  <a:lnTo>
                    <a:pt x="16" y="544"/>
                  </a:lnTo>
                  <a:lnTo>
                    <a:pt x="25" y="566"/>
                  </a:lnTo>
                  <a:lnTo>
                    <a:pt x="36" y="589"/>
                  </a:lnTo>
                  <a:lnTo>
                    <a:pt x="48" y="609"/>
                  </a:lnTo>
                  <a:lnTo>
                    <a:pt x="62" y="630"/>
                  </a:lnTo>
                  <a:lnTo>
                    <a:pt x="78" y="649"/>
                  </a:lnTo>
                  <a:lnTo>
                    <a:pt x="96" y="669"/>
                  </a:lnTo>
                  <a:lnTo>
                    <a:pt x="115" y="688"/>
                  </a:lnTo>
                  <a:lnTo>
                    <a:pt x="136" y="707"/>
                  </a:lnTo>
                  <a:lnTo>
                    <a:pt x="158" y="725"/>
                  </a:lnTo>
                  <a:lnTo>
                    <a:pt x="182" y="742"/>
                  </a:lnTo>
                  <a:lnTo>
                    <a:pt x="206" y="758"/>
                  </a:lnTo>
                  <a:lnTo>
                    <a:pt x="233" y="774"/>
                  </a:lnTo>
                  <a:lnTo>
                    <a:pt x="260" y="789"/>
                  </a:lnTo>
                  <a:lnTo>
                    <a:pt x="289" y="803"/>
                  </a:lnTo>
                  <a:lnTo>
                    <a:pt x="320" y="816"/>
                  </a:lnTo>
                  <a:lnTo>
                    <a:pt x="350" y="829"/>
                  </a:lnTo>
                  <a:lnTo>
                    <a:pt x="382" y="841"/>
                  </a:lnTo>
                  <a:lnTo>
                    <a:pt x="416" y="853"/>
                  </a:lnTo>
                  <a:lnTo>
                    <a:pt x="449" y="862"/>
                  </a:lnTo>
                  <a:lnTo>
                    <a:pt x="484" y="870"/>
                  </a:lnTo>
                  <a:lnTo>
                    <a:pt x="521" y="880"/>
                  </a:lnTo>
                  <a:lnTo>
                    <a:pt x="558" y="886"/>
                  </a:lnTo>
                  <a:lnTo>
                    <a:pt x="595" y="893"/>
                  </a:lnTo>
                  <a:lnTo>
                    <a:pt x="633" y="897"/>
                  </a:lnTo>
                  <a:lnTo>
                    <a:pt x="673" y="901"/>
                  </a:lnTo>
                  <a:lnTo>
                    <a:pt x="713" y="904"/>
                  </a:lnTo>
                  <a:lnTo>
                    <a:pt x="753" y="905"/>
                  </a:lnTo>
                  <a:lnTo>
                    <a:pt x="793" y="907"/>
                  </a:lnTo>
                  <a:lnTo>
                    <a:pt x="835" y="905"/>
                  </a:lnTo>
                  <a:lnTo>
                    <a:pt x="875" y="904"/>
                  </a:lnTo>
                  <a:lnTo>
                    <a:pt x="915" y="901"/>
                  </a:lnTo>
                  <a:lnTo>
                    <a:pt x="953" y="897"/>
                  </a:lnTo>
                  <a:lnTo>
                    <a:pt x="992" y="893"/>
                  </a:lnTo>
                  <a:lnTo>
                    <a:pt x="1030" y="886"/>
                  </a:lnTo>
                  <a:lnTo>
                    <a:pt x="1067" y="880"/>
                  </a:lnTo>
                  <a:lnTo>
                    <a:pt x="1102" y="870"/>
                  </a:lnTo>
                  <a:lnTo>
                    <a:pt x="1137" y="862"/>
                  </a:lnTo>
                  <a:lnTo>
                    <a:pt x="1172" y="853"/>
                  </a:lnTo>
                  <a:lnTo>
                    <a:pt x="1204" y="841"/>
                  </a:lnTo>
                  <a:lnTo>
                    <a:pt x="1238" y="829"/>
                  </a:lnTo>
                  <a:lnTo>
                    <a:pt x="1268" y="816"/>
                  </a:lnTo>
                  <a:lnTo>
                    <a:pt x="1299" y="803"/>
                  </a:lnTo>
                  <a:lnTo>
                    <a:pt x="1328" y="789"/>
                  </a:lnTo>
                  <a:lnTo>
                    <a:pt x="1355" y="774"/>
                  </a:lnTo>
                  <a:lnTo>
                    <a:pt x="1380" y="758"/>
                  </a:lnTo>
                  <a:lnTo>
                    <a:pt x="1406" y="742"/>
                  </a:lnTo>
                  <a:lnTo>
                    <a:pt x="1430" y="725"/>
                  </a:lnTo>
                  <a:lnTo>
                    <a:pt x="1452" y="707"/>
                  </a:lnTo>
                  <a:lnTo>
                    <a:pt x="1472" y="688"/>
                  </a:lnTo>
                  <a:lnTo>
                    <a:pt x="1491" y="669"/>
                  </a:lnTo>
                  <a:lnTo>
                    <a:pt x="1508" y="649"/>
                  </a:lnTo>
                  <a:lnTo>
                    <a:pt x="1524" y="630"/>
                  </a:lnTo>
                  <a:lnTo>
                    <a:pt x="1539" y="609"/>
                  </a:lnTo>
                  <a:lnTo>
                    <a:pt x="1552" y="589"/>
                  </a:lnTo>
                  <a:lnTo>
                    <a:pt x="1563" y="566"/>
                  </a:lnTo>
                  <a:lnTo>
                    <a:pt x="1571" y="544"/>
                  </a:lnTo>
                  <a:lnTo>
                    <a:pt x="1579" y="521"/>
                  </a:lnTo>
                  <a:lnTo>
                    <a:pt x="1584" y="499"/>
                  </a:lnTo>
                  <a:lnTo>
                    <a:pt x="1587" y="477"/>
                  </a:lnTo>
                  <a:lnTo>
                    <a:pt x="1587" y="453"/>
                  </a:lnTo>
                  <a:lnTo>
                    <a:pt x="1587" y="430"/>
                  </a:lnTo>
                  <a:lnTo>
                    <a:pt x="1584" y="406"/>
                  </a:lnTo>
                  <a:lnTo>
                    <a:pt x="1579" y="384"/>
                  </a:lnTo>
                  <a:lnTo>
                    <a:pt x="1571" y="361"/>
                  </a:lnTo>
                  <a:lnTo>
                    <a:pt x="1563" y="339"/>
                  </a:lnTo>
                  <a:lnTo>
                    <a:pt x="1552" y="318"/>
                  </a:lnTo>
                  <a:lnTo>
                    <a:pt x="1539" y="297"/>
                  </a:lnTo>
                  <a:lnTo>
                    <a:pt x="1524" y="277"/>
                  </a:lnTo>
                  <a:lnTo>
                    <a:pt x="1508" y="256"/>
                  </a:lnTo>
                  <a:lnTo>
                    <a:pt x="1491" y="237"/>
                  </a:lnTo>
                  <a:lnTo>
                    <a:pt x="1472" y="217"/>
                  </a:lnTo>
                  <a:lnTo>
                    <a:pt x="1452" y="200"/>
                  </a:lnTo>
                  <a:lnTo>
                    <a:pt x="1430" y="182"/>
                  </a:lnTo>
                  <a:lnTo>
                    <a:pt x="1406" y="165"/>
                  </a:lnTo>
                  <a:lnTo>
                    <a:pt x="1380" y="149"/>
                  </a:lnTo>
                  <a:lnTo>
                    <a:pt x="1355" y="133"/>
                  </a:lnTo>
                  <a:lnTo>
                    <a:pt x="1328" y="118"/>
                  </a:lnTo>
                  <a:lnTo>
                    <a:pt x="1299" y="104"/>
                  </a:lnTo>
                  <a:lnTo>
                    <a:pt x="1268" y="89"/>
                  </a:lnTo>
                  <a:lnTo>
                    <a:pt x="1238" y="77"/>
                  </a:lnTo>
                  <a:lnTo>
                    <a:pt x="1204" y="65"/>
                  </a:lnTo>
                  <a:lnTo>
                    <a:pt x="1172" y="54"/>
                  </a:lnTo>
                  <a:lnTo>
                    <a:pt x="1137" y="45"/>
                  </a:lnTo>
                  <a:lnTo>
                    <a:pt x="1102" y="35"/>
                  </a:lnTo>
                  <a:lnTo>
                    <a:pt x="1067" y="27"/>
                  </a:lnTo>
                  <a:lnTo>
                    <a:pt x="1030" y="21"/>
                  </a:lnTo>
                  <a:lnTo>
                    <a:pt x="992" y="14"/>
                  </a:lnTo>
                  <a:lnTo>
                    <a:pt x="953" y="9"/>
                  </a:lnTo>
                  <a:lnTo>
                    <a:pt x="915" y="5"/>
                  </a:lnTo>
                  <a:lnTo>
                    <a:pt x="875" y="1"/>
                  </a:lnTo>
                  <a:lnTo>
                    <a:pt x="835" y="0"/>
                  </a:lnTo>
                  <a:lnTo>
                    <a:pt x="793" y="0"/>
                  </a:lnTo>
                </a:path>
              </a:pathLst>
            </a:custGeom>
            <a:solidFill>
              <a:schemeClr val="bg1"/>
            </a:solidFill>
            <a:ln w="2381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516" name="Rectangle 60">
              <a:extLst>
                <a:ext uri="{FF2B5EF4-FFF2-40B4-BE49-F238E27FC236}">
                  <a16:creationId xmlns:a16="http://schemas.microsoft.com/office/drawing/2014/main" id="{95A69393-C303-4F56-B6E7-D6431F1CC2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0863" y="4678362"/>
              <a:ext cx="100012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panose="05050102010706020507" pitchFamily="18" charset="2"/>
                  <a:ea typeface="MS PGothic" panose="020B0600070205080204" pitchFamily="34" charset="-128"/>
                  <a:cs typeface="+mn-cs"/>
                </a:rPr>
                <a:t>¤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517" name="Rectangle 61">
              <a:extLst>
                <a:ext uri="{FF2B5EF4-FFF2-40B4-BE49-F238E27FC236}">
                  <a16:creationId xmlns:a16="http://schemas.microsoft.com/office/drawing/2014/main" id="{63A3A299-5958-4E3F-9A01-07A1897916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0188" y="2525712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518" name="Rectangle 62">
              <a:extLst>
                <a:ext uri="{FF2B5EF4-FFF2-40B4-BE49-F238E27FC236}">
                  <a16:creationId xmlns:a16="http://schemas.microsoft.com/office/drawing/2014/main" id="{28AF24C0-E702-41ED-8EC4-70A92AA05A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4813" y="2641600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519" name="Rectangle 63">
              <a:extLst>
                <a:ext uri="{FF2B5EF4-FFF2-40B4-BE49-F238E27FC236}">
                  <a16:creationId xmlns:a16="http://schemas.microsoft.com/office/drawing/2014/main" id="{47569BF6-38EA-4CD1-8158-212CC899D1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6113" y="2525712"/>
              <a:ext cx="1460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520" name="Rectangle 64">
              <a:extLst>
                <a:ext uri="{FF2B5EF4-FFF2-40B4-BE49-F238E27FC236}">
                  <a16:creationId xmlns:a16="http://schemas.microsoft.com/office/drawing/2014/main" id="{08195B75-39A7-4F9C-B546-E88204D737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000" y="2525712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521" name="Rectangle 65">
              <a:extLst>
                <a:ext uri="{FF2B5EF4-FFF2-40B4-BE49-F238E27FC236}">
                  <a16:creationId xmlns:a16="http://schemas.microsoft.com/office/drawing/2014/main" id="{A50B5993-17DC-4A33-9BBA-94034A3F32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9625" y="2525712"/>
              <a:ext cx="185738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522" name="Rectangle 66">
              <a:extLst>
                <a:ext uri="{FF2B5EF4-FFF2-40B4-BE49-F238E27FC236}">
                  <a16:creationId xmlns:a16="http://schemas.microsoft.com/office/drawing/2014/main" id="{F020B92F-62EA-454E-A3B6-05CAD8899A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0863" y="2519362"/>
              <a:ext cx="100012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panose="05050102010706020507" pitchFamily="18" charset="2"/>
                  <a:ea typeface="MS PGothic" panose="020B0600070205080204" pitchFamily="34" charset="-128"/>
                  <a:cs typeface="+mn-cs"/>
                </a:rPr>
                <a:t>¤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523" name="Rectangle 67">
              <a:extLst>
                <a:ext uri="{FF2B5EF4-FFF2-40B4-BE49-F238E27FC236}">
                  <a16:creationId xmlns:a16="http://schemas.microsoft.com/office/drawing/2014/main" id="{DE25C52A-DA6E-4BFE-86EB-B704107CB7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7313" y="3506787"/>
              <a:ext cx="2286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524" name="Rectangle 68">
              <a:extLst>
                <a:ext uri="{FF2B5EF4-FFF2-40B4-BE49-F238E27FC236}">
                  <a16:creationId xmlns:a16="http://schemas.microsoft.com/office/drawing/2014/main" id="{286A5EEC-AE08-43D5-AAFA-F202C9A505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7313" y="3735387"/>
              <a:ext cx="2286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525" name="Rectangle 69">
              <a:extLst>
                <a:ext uri="{FF2B5EF4-FFF2-40B4-BE49-F238E27FC236}">
                  <a16:creationId xmlns:a16="http://schemas.microsoft.com/office/drawing/2014/main" id="{861F04EC-0A78-4968-9C56-44C5F41E5B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5475" y="3617912"/>
              <a:ext cx="2286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526" name="Rectangle 70">
              <a:extLst>
                <a:ext uri="{FF2B5EF4-FFF2-40B4-BE49-F238E27FC236}">
                  <a16:creationId xmlns:a16="http://schemas.microsoft.com/office/drawing/2014/main" id="{307DB078-38B3-4271-AE98-E94AFFE0BF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4488" y="4589462"/>
              <a:ext cx="2286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527" name="Freeform 71">
              <a:extLst>
                <a:ext uri="{FF2B5EF4-FFF2-40B4-BE49-F238E27FC236}">
                  <a16:creationId xmlns:a16="http://schemas.microsoft.com/office/drawing/2014/main" id="{78171CA8-8946-46DC-BA6F-9180ED0DC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8413" y="2635250"/>
              <a:ext cx="152400" cy="50800"/>
            </a:xfrm>
            <a:custGeom>
              <a:avLst/>
              <a:gdLst>
                <a:gd name="T0" fmla="*/ 0 w 192"/>
                <a:gd name="T1" fmla="*/ 2147483646 h 64"/>
                <a:gd name="T2" fmla="*/ 2147483646 w 192"/>
                <a:gd name="T3" fmla="*/ 2147483646 h 64"/>
                <a:gd name="T4" fmla="*/ 0 w 192"/>
                <a:gd name="T5" fmla="*/ 0 h 64"/>
                <a:gd name="T6" fmla="*/ 0 w 192"/>
                <a:gd name="T7" fmla="*/ 2147483646 h 64"/>
                <a:gd name="T8" fmla="*/ 0 w 192"/>
                <a:gd name="T9" fmla="*/ 2147483646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64"/>
                <a:gd name="T17" fmla="*/ 192 w 192"/>
                <a:gd name="T18" fmla="*/ 64 h 6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64">
                  <a:moveTo>
                    <a:pt x="0" y="64"/>
                  </a:moveTo>
                  <a:lnTo>
                    <a:pt x="192" y="32"/>
                  </a:lnTo>
                  <a:lnTo>
                    <a:pt x="0" y="0"/>
                  </a:lnTo>
                  <a:lnTo>
                    <a:pt x="0" y="32"/>
                  </a:lnTo>
                  <a:lnTo>
                    <a:pt x="0" y="64"/>
                  </a:lnTo>
                  <a:close/>
                </a:path>
              </a:pathLst>
            </a:custGeom>
            <a:solidFill>
              <a:srgbClr val="000000"/>
            </a:solidFill>
            <a:ln w="2381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528" name="Line 72">
              <a:extLst>
                <a:ext uri="{FF2B5EF4-FFF2-40B4-BE49-F238E27FC236}">
                  <a16:creationId xmlns:a16="http://schemas.microsoft.com/office/drawing/2014/main" id="{354E0FE4-E546-4623-B535-AEAA2C3C10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33813" y="2660650"/>
              <a:ext cx="1244600" cy="1587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529" name="Freeform 73">
              <a:extLst>
                <a:ext uri="{FF2B5EF4-FFF2-40B4-BE49-F238E27FC236}">
                  <a16:creationId xmlns:a16="http://schemas.microsoft.com/office/drawing/2014/main" id="{1B077873-ADAD-4CBD-9B53-565BC4580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613" y="4794250"/>
              <a:ext cx="152400" cy="50800"/>
            </a:xfrm>
            <a:custGeom>
              <a:avLst/>
              <a:gdLst>
                <a:gd name="T0" fmla="*/ 2147483646 w 192"/>
                <a:gd name="T1" fmla="*/ 0 h 64"/>
                <a:gd name="T2" fmla="*/ 0 w 192"/>
                <a:gd name="T3" fmla="*/ 2147483646 h 64"/>
                <a:gd name="T4" fmla="*/ 2147483646 w 192"/>
                <a:gd name="T5" fmla="*/ 2147483646 h 64"/>
                <a:gd name="T6" fmla="*/ 2147483646 w 192"/>
                <a:gd name="T7" fmla="*/ 2147483646 h 64"/>
                <a:gd name="T8" fmla="*/ 2147483646 w 192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64"/>
                <a:gd name="T17" fmla="*/ 192 w 192"/>
                <a:gd name="T18" fmla="*/ 64 h 6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64">
                  <a:moveTo>
                    <a:pt x="192" y="0"/>
                  </a:moveTo>
                  <a:lnTo>
                    <a:pt x="0" y="32"/>
                  </a:lnTo>
                  <a:lnTo>
                    <a:pt x="192" y="64"/>
                  </a:lnTo>
                  <a:lnTo>
                    <a:pt x="192" y="32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000000"/>
            </a:solidFill>
            <a:ln w="2381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530" name="Line 74">
              <a:extLst>
                <a:ext uri="{FF2B5EF4-FFF2-40B4-BE49-F238E27FC236}">
                  <a16:creationId xmlns:a16="http://schemas.microsoft.com/office/drawing/2014/main" id="{BA207262-9054-4421-B62E-6B8F71E85A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37013" y="4819650"/>
              <a:ext cx="1244600" cy="1587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531" name="Rectangle 75">
              <a:extLst>
                <a:ext uri="{FF2B5EF4-FFF2-40B4-BE49-F238E27FC236}">
                  <a16:creationId xmlns:a16="http://schemas.microsoft.com/office/drawing/2014/main" id="{D26B93AE-6BDC-492B-8A2C-D5DD35BC62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7188" y="2530475"/>
              <a:ext cx="22860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532" name="Freeform 76">
              <a:extLst>
                <a:ext uri="{FF2B5EF4-FFF2-40B4-BE49-F238E27FC236}">
                  <a16:creationId xmlns:a16="http://schemas.microsoft.com/office/drawing/2014/main" id="{31F7D88E-D6F3-48B4-9FCA-7F4C936A3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725" y="3975100"/>
              <a:ext cx="1047750" cy="685800"/>
            </a:xfrm>
            <a:custGeom>
              <a:avLst/>
              <a:gdLst>
                <a:gd name="T0" fmla="*/ 2147483646 w 1320"/>
                <a:gd name="T1" fmla="*/ 2147483646 h 864"/>
                <a:gd name="T2" fmla="*/ 2147483646 w 1320"/>
                <a:gd name="T3" fmla="*/ 2147483646 h 864"/>
                <a:gd name="T4" fmla="*/ 2147483646 w 1320"/>
                <a:gd name="T5" fmla="*/ 2147483646 h 864"/>
                <a:gd name="T6" fmla="*/ 2147483646 w 1320"/>
                <a:gd name="T7" fmla="*/ 2147483646 h 864"/>
                <a:gd name="T8" fmla="*/ 2147483646 w 1320"/>
                <a:gd name="T9" fmla="*/ 2147483646 h 864"/>
                <a:gd name="T10" fmla="*/ 2147483646 w 1320"/>
                <a:gd name="T11" fmla="*/ 2147483646 h 864"/>
                <a:gd name="T12" fmla="*/ 2147483646 w 1320"/>
                <a:gd name="T13" fmla="*/ 2147483646 h 864"/>
                <a:gd name="T14" fmla="*/ 2147483646 w 1320"/>
                <a:gd name="T15" fmla="*/ 2147483646 h 864"/>
                <a:gd name="T16" fmla="*/ 2147483646 w 1320"/>
                <a:gd name="T17" fmla="*/ 2147483646 h 864"/>
                <a:gd name="T18" fmla="*/ 2147483646 w 1320"/>
                <a:gd name="T19" fmla="*/ 2147483646 h 864"/>
                <a:gd name="T20" fmla="*/ 2147483646 w 1320"/>
                <a:gd name="T21" fmla="*/ 2147483646 h 864"/>
                <a:gd name="T22" fmla="*/ 2147483646 w 1320"/>
                <a:gd name="T23" fmla="*/ 2147483646 h 864"/>
                <a:gd name="T24" fmla="*/ 2147483646 w 1320"/>
                <a:gd name="T25" fmla="*/ 2147483646 h 864"/>
                <a:gd name="T26" fmla="*/ 2147483646 w 1320"/>
                <a:gd name="T27" fmla="*/ 2147483646 h 864"/>
                <a:gd name="T28" fmla="*/ 2147483646 w 1320"/>
                <a:gd name="T29" fmla="*/ 2147483646 h 864"/>
                <a:gd name="T30" fmla="*/ 2147483646 w 1320"/>
                <a:gd name="T31" fmla="*/ 2147483646 h 864"/>
                <a:gd name="T32" fmla="*/ 2147483646 w 1320"/>
                <a:gd name="T33" fmla="*/ 2147483646 h 864"/>
                <a:gd name="T34" fmla="*/ 2147483646 w 1320"/>
                <a:gd name="T35" fmla="*/ 2147483646 h 864"/>
                <a:gd name="T36" fmla="*/ 2147483646 w 1320"/>
                <a:gd name="T37" fmla="*/ 2147483646 h 864"/>
                <a:gd name="T38" fmla="*/ 2147483646 w 1320"/>
                <a:gd name="T39" fmla="*/ 2147483646 h 864"/>
                <a:gd name="T40" fmla="*/ 2147483646 w 1320"/>
                <a:gd name="T41" fmla="*/ 2147483646 h 864"/>
                <a:gd name="T42" fmla="*/ 2147483646 w 1320"/>
                <a:gd name="T43" fmla="*/ 2147483646 h 864"/>
                <a:gd name="T44" fmla="*/ 2147483646 w 1320"/>
                <a:gd name="T45" fmla="*/ 2147483646 h 864"/>
                <a:gd name="T46" fmla="*/ 2147483646 w 1320"/>
                <a:gd name="T47" fmla="*/ 2147483646 h 864"/>
                <a:gd name="T48" fmla="*/ 2147483646 w 1320"/>
                <a:gd name="T49" fmla="*/ 2147483646 h 864"/>
                <a:gd name="T50" fmla="*/ 2147483646 w 1320"/>
                <a:gd name="T51" fmla="*/ 2147483646 h 864"/>
                <a:gd name="T52" fmla="*/ 2147483646 w 1320"/>
                <a:gd name="T53" fmla="*/ 2147483646 h 864"/>
                <a:gd name="T54" fmla="*/ 2147483646 w 1320"/>
                <a:gd name="T55" fmla="*/ 2147483646 h 864"/>
                <a:gd name="T56" fmla="*/ 2147483646 w 1320"/>
                <a:gd name="T57" fmla="*/ 2147483646 h 864"/>
                <a:gd name="T58" fmla="*/ 2147483646 w 1320"/>
                <a:gd name="T59" fmla="*/ 2147483646 h 864"/>
                <a:gd name="T60" fmla="*/ 2147483646 w 1320"/>
                <a:gd name="T61" fmla="*/ 2147483646 h 864"/>
                <a:gd name="T62" fmla="*/ 2147483646 w 1320"/>
                <a:gd name="T63" fmla="*/ 2147483646 h 864"/>
                <a:gd name="T64" fmla="*/ 2147483646 w 1320"/>
                <a:gd name="T65" fmla="*/ 2147483646 h 864"/>
                <a:gd name="T66" fmla="*/ 2147483646 w 1320"/>
                <a:gd name="T67" fmla="*/ 2147483646 h 864"/>
                <a:gd name="T68" fmla="*/ 2147483646 w 1320"/>
                <a:gd name="T69" fmla="*/ 2147483646 h 864"/>
                <a:gd name="T70" fmla="*/ 2147483646 w 1320"/>
                <a:gd name="T71" fmla="*/ 2147483646 h 864"/>
                <a:gd name="T72" fmla="*/ 2147483646 w 1320"/>
                <a:gd name="T73" fmla="*/ 2147483646 h 864"/>
                <a:gd name="T74" fmla="*/ 2147483646 w 1320"/>
                <a:gd name="T75" fmla="*/ 2147483646 h 864"/>
                <a:gd name="T76" fmla="*/ 2147483646 w 1320"/>
                <a:gd name="T77" fmla="*/ 2147483646 h 864"/>
                <a:gd name="T78" fmla="*/ 2147483646 w 1320"/>
                <a:gd name="T79" fmla="*/ 2147483646 h 864"/>
                <a:gd name="T80" fmla="*/ 2147483646 w 1320"/>
                <a:gd name="T81" fmla="*/ 2147483646 h 864"/>
                <a:gd name="T82" fmla="*/ 2147483646 w 1320"/>
                <a:gd name="T83" fmla="*/ 2147483646 h 864"/>
                <a:gd name="T84" fmla="*/ 2147483646 w 1320"/>
                <a:gd name="T85" fmla="*/ 2147483646 h 864"/>
                <a:gd name="T86" fmla="*/ 2147483646 w 1320"/>
                <a:gd name="T87" fmla="*/ 2147483646 h 864"/>
                <a:gd name="T88" fmla="*/ 2147483646 w 1320"/>
                <a:gd name="T89" fmla="*/ 2147483646 h 864"/>
                <a:gd name="T90" fmla="*/ 2147483646 w 1320"/>
                <a:gd name="T91" fmla="*/ 2147483646 h 864"/>
                <a:gd name="T92" fmla="*/ 2147483646 w 1320"/>
                <a:gd name="T93" fmla="*/ 2147483646 h 864"/>
                <a:gd name="T94" fmla="*/ 2147483646 w 1320"/>
                <a:gd name="T95" fmla="*/ 2147483646 h 864"/>
                <a:gd name="T96" fmla="*/ 2147483646 w 1320"/>
                <a:gd name="T97" fmla="*/ 2147483646 h 86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320"/>
                <a:gd name="T148" fmla="*/ 0 h 864"/>
                <a:gd name="T149" fmla="*/ 1320 w 1320"/>
                <a:gd name="T150" fmla="*/ 864 h 86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320" h="864">
                  <a:moveTo>
                    <a:pt x="0" y="864"/>
                  </a:moveTo>
                  <a:lnTo>
                    <a:pt x="38" y="848"/>
                  </a:lnTo>
                  <a:lnTo>
                    <a:pt x="75" y="834"/>
                  </a:lnTo>
                  <a:lnTo>
                    <a:pt x="110" y="821"/>
                  </a:lnTo>
                  <a:lnTo>
                    <a:pt x="142" y="806"/>
                  </a:lnTo>
                  <a:lnTo>
                    <a:pt x="174" y="795"/>
                  </a:lnTo>
                  <a:lnTo>
                    <a:pt x="202" y="784"/>
                  </a:lnTo>
                  <a:lnTo>
                    <a:pt x="229" y="773"/>
                  </a:lnTo>
                  <a:lnTo>
                    <a:pt x="253" y="763"/>
                  </a:lnTo>
                  <a:lnTo>
                    <a:pt x="277" y="754"/>
                  </a:lnTo>
                  <a:lnTo>
                    <a:pt x="298" y="744"/>
                  </a:lnTo>
                  <a:lnTo>
                    <a:pt x="318" y="736"/>
                  </a:lnTo>
                  <a:lnTo>
                    <a:pt x="338" y="728"/>
                  </a:lnTo>
                  <a:lnTo>
                    <a:pt x="355" y="720"/>
                  </a:lnTo>
                  <a:lnTo>
                    <a:pt x="371" y="712"/>
                  </a:lnTo>
                  <a:lnTo>
                    <a:pt x="387" y="706"/>
                  </a:lnTo>
                  <a:lnTo>
                    <a:pt x="403" y="698"/>
                  </a:lnTo>
                  <a:lnTo>
                    <a:pt x="416" y="691"/>
                  </a:lnTo>
                  <a:lnTo>
                    <a:pt x="430" y="685"/>
                  </a:lnTo>
                  <a:lnTo>
                    <a:pt x="443" y="678"/>
                  </a:lnTo>
                  <a:lnTo>
                    <a:pt x="456" y="672"/>
                  </a:lnTo>
                  <a:lnTo>
                    <a:pt x="469" y="666"/>
                  </a:lnTo>
                  <a:lnTo>
                    <a:pt x="480" y="658"/>
                  </a:lnTo>
                  <a:lnTo>
                    <a:pt x="493" y="651"/>
                  </a:lnTo>
                  <a:lnTo>
                    <a:pt x="504" y="645"/>
                  </a:lnTo>
                  <a:lnTo>
                    <a:pt x="517" y="637"/>
                  </a:lnTo>
                  <a:lnTo>
                    <a:pt x="530" y="629"/>
                  </a:lnTo>
                  <a:lnTo>
                    <a:pt x="542" y="621"/>
                  </a:lnTo>
                  <a:lnTo>
                    <a:pt x="557" y="613"/>
                  </a:lnTo>
                  <a:lnTo>
                    <a:pt x="571" y="603"/>
                  </a:lnTo>
                  <a:lnTo>
                    <a:pt x="586" y="594"/>
                  </a:lnTo>
                  <a:lnTo>
                    <a:pt x="602" y="584"/>
                  </a:lnTo>
                  <a:lnTo>
                    <a:pt x="618" y="573"/>
                  </a:lnTo>
                  <a:lnTo>
                    <a:pt x="635" y="562"/>
                  </a:lnTo>
                  <a:lnTo>
                    <a:pt x="651" y="552"/>
                  </a:lnTo>
                  <a:lnTo>
                    <a:pt x="666" y="542"/>
                  </a:lnTo>
                  <a:lnTo>
                    <a:pt x="680" y="533"/>
                  </a:lnTo>
                  <a:lnTo>
                    <a:pt x="693" y="525"/>
                  </a:lnTo>
                  <a:lnTo>
                    <a:pt x="706" y="517"/>
                  </a:lnTo>
                  <a:lnTo>
                    <a:pt x="717" y="509"/>
                  </a:lnTo>
                  <a:lnTo>
                    <a:pt x="728" y="501"/>
                  </a:lnTo>
                  <a:lnTo>
                    <a:pt x="738" y="494"/>
                  </a:lnTo>
                  <a:lnTo>
                    <a:pt x="749" y="486"/>
                  </a:lnTo>
                  <a:lnTo>
                    <a:pt x="758" y="480"/>
                  </a:lnTo>
                  <a:lnTo>
                    <a:pt x="768" y="474"/>
                  </a:lnTo>
                  <a:lnTo>
                    <a:pt x="778" y="467"/>
                  </a:lnTo>
                  <a:lnTo>
                    <a:pt x="786" y="461"/>
                  </a:lnTo>
                  <a:lnTo>
                    <a:pt x="795" y="454"/>
                  </a:lnTo>
                  <a:lnTo>
                    <a:pt x="805" y="448"/>
                  </a:lnTo>
                  <a:lnTo>
                    <a:pt x="813" y="440"/>
                  </a:lnTo>
                  <a:lnTo>
                    <a:pt x="822" y="434"/>
                  </a:lnTo>
                  <a:lnTo>
                    <a:pt x="832" y="427"/>
                  </a:lnTo>
                  <a:lnTo>
                    <a:pt x="842" y="419"/>
                  </a:lnTo>
                  <a:lnTo>
                    <a:pt x="851" y="411"/>
                  </a:lnTo>
                  <a:lnTo>
                    <a:pt x="861" y="403"/>
                  </a:lnTo>
                  <a:lnTo>
                    <a:pt x="872" y="394"/>
                  </a:lnTo>
                  <a:lnTo>
                    <a:pt x="883" y="386"/>
                  </a:lnTo>
                  <a:lnTo>
                    <a:pt x="894" y="376"/>
                  </a:lnTo>
                  <a:lnTo>
                    <a:pt x="907" y="365"/>
                  </a:lnTo>
                  <a:lnTo>
                    <a:pt x="922" y="354"/>
                  </a:lnTo>
                  <a:lnTo>
                    <a:pt x="934" y="342"/>
                  </a:lnTo>
                  <a:lnTo>
                    <a:pt x="950" y="330"/>
                  </a:lnTo>
                  <a:lnTo>
                    <a:pt x="966" y="317"/>
                  </a:lnTo>
                  <a:lnTo>
                    <a:pt x="982" y="302"/>
                  </a:lnTo>
                  <a:lnTo>
                    <a:pt x="1000" y="288"/>
                  </a:lnTo>
                  <a:lnTo>
                    <a:pt x="1019" y="272"/>
                  </a:lnTo>
                  <a:lnTo>
                    <a:pt x="1035" y="259"/>
                  </a:lnTo>
                  <a:lnTo>
                    <a:pt x="1051" y="245"/>
                  </a:lnTo>
                  <a:lnTo>
                    <a:pt x="1067" y="232"/>
                  </a:lnTo>
                  <a:lnTo>
                    <a:pt x="1080" y="221"/>
                  </a:lnTo>
                  <a:lnTo>
                    <a:pt x="1093" y="210"/>
                  </a:lnTo>
                  <a:lnTo>
                    <a:pt x="1106" y="200"/>
                  </a:lnTo>
                  <a:lnTo>
                    <a:pt x="1117" y="190"/>
                  </a:lnTo>
                  <a:lnTo>
                    <a:pt x="1128" y="181"/>
                  </a:lnTo>
                  <a:lnTo>
                    <a:pt x="1139" y="173"/>
                  </a:lnTo>
                  <a:lnTo>
                    <a:pt x="1149" y="163"/>
                  </a:lnTo>
                  <a:lnTo>
                    <a:pt x="1157" y="157"/>
                  </a:lnTo>
                  <a:lnTo>
                    <a:pt x="1166" y="149"/>
                  </a:lnTo>
                  <a:lnTo>
                    <a:pt x="1174" y="141"/>
                  </a:lnTo>
                  <a:lnTo>
                    <a:pt x="1182" y="134"/>
                  </a:lnTo>
                  <a:lnTo>
                    <a:pt x="1189" y="128"/>
                  </a:lnTo>
                  <a:lnTo>
                    <a:pt x="1197" y="120"/>
                  </a:lnTo>
                  <a:lnTo>
                    <a:pt x="1205" y="114"/>
                  </a:lnTo>
                  <a:lnTo>
                    <a:pt x="1211" y="107"/>
                  </a:lnTo>
                  <a:lnTo>
                    <a:pt x="1218" y="101"/>
                  </a:lnTo>
                  <a:lnTo>
                    <a:pt x="1226" y="94"/>
                  </a:lnTo>
                  <a:lnTo>
                    <a:pt x="1232" y="88"/>
                  </a:lnTo>
                  <a:lnTo>
                    <a:pt x="1240" y="80"/>
                  </a:lnTo>
                  <a:lnTo>
                    <a:pt x="1248" y="74"/>
                  </a:lnTo>
                  <a:lnTo>
                    <a:pt x="1254" y="66"/>
                  </a:lnTo>
                  <a:lnTo>
                    <a:pt x="1262" y="58"/>
                  </a:lnTo>
                  <a:lnTo>
                    <a:pt x="1272" y="50"/>
                  </a:lnTo>
                  <a:lnTo>
                    <a:pt x="1280" y="42"/>
                  </a:lnTo>
                  <a:lnTo>
                    <a:pt x="1290" y="32"/>
                  </a:lnTo>
                  <a:lnTo>
                    <a:pt x="1299" y="22"/>
                  </a:lnTo>
                  <a:lnTo>
                    <a:pt x="1309" y="11"/>
                  </a:lnTo>
                  <a:lnTo>
                    <a:pt x="1320" y="0"/>
                  </a:lnTo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533" name="Freeform 77">
              <a:extLst>
                <a:ext uri="{FF2B5EF4-FFF2-40B4-BE49-F238E27FC236}">
                  <a16:creationId xmlns:a16="http://schemas.microsoft.com/office/drawing/2014/main" id="{592029A6-ED89-4E32-9947-24E77A419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8613" y="2965450"/>
              <a:ext cx="76200" cy="152400"/>
            </a:xfrm>
            <a:custGeom>
              <a:avLst/>
              <a:gdLst>
                <a:gd name="T0" fmla="*/ 2147483646 w 96"/>
                <a:gd name="T1" fmla="*/ 2147483646 h 192"/>
                <a:gd name="T2" fmla="*/ 2147483646 w 96"/>
                <a:gd name="T3" fmla="*/ 0 h 192"/>
                <a:gd name="T4" fmla="*/ 0 w 96"/>
                <a:gd name="T5" fmla="*/ 2147483646 h 192"/>
                <a:gd name="T6" fmla="*/ 2147483646 w 96"/>
                <a:gd name="T7" fmla="*/ 2147483646 h 192"/>
                <a:gd name="T8" fmla="*/ 2147483646 w 96"/>
                <a:gd name="T9" fmla="*/ 2147483646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92"/>
                <a:gd name="T17" fmla="*/ 96 w 96"/>
                <a:gd name="T18" fmla="*/ 192 h 1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92">
                  <a:moveTo>
                    <a:pt x="64" y="192"/>
                  </a:moveTo>
                  <a:lnTo>
                    <a:pt x="96" y="0"/>
                  </a:lnTo>
                  <a:lnTo>
                    <a:pt x="0" y="160"/>
                  </a:lnTo>
                  <a:lnTo>
                    <a:pt x="32" y="160"/>
                  </a:lnTo>
                  <a:lnTo>
                    <a:pt x="64" y="192"/>
                  </a:lnTo>
                  <a:close/>
                </a:path>
              </a:pathLst>
            </a:custGeom>
            <a:solidFill>
              <a:srgbClr val="000000"/>
            </a:solidFill>
            <a:ln w="2381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534" name="Freeform 78">
              <a:extLst>
                <a:ext uri="{FF2B5EF4-FFF2-40B4-BE49-F238E27FC236}">
                  <a16:creationId xmlns:a16="http://schemas.microsoft.com/office/drawing/2014/main" id="{B5B1AE99-9745-40AC-9698-F4A3996B3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6475" y="3111500"/>
              <a:ext cx="612775" cy="863600"/>
            </a:xfrm>
            <a:custGeom>
              <a:avLst/>
              <a:gdLst>
                <a:gd name="T0" fmla="*/ 2147483646 w 771"/>
                <a:gd name="T1" fmla="*/ 2147483646 h 1088"/>
                <a:gd name="T2" fmla="*/ 2147483646 w 771"/>
                <a:gd name="T3" fmla="*/ 2147483646 h 1088"/>
                <a:gd name="T4" fmla="*/ 2147483646 w 771"/>
                <a:gd name="T5" fmla="*/ 2147483646 h 1088"/>
                <a:gd name="T6" fmla="*/ 2147483646 w 771"/>
                <a:gd name="T7" fmla="*/ 2147483646 h 1088"/>
                <a:gd name="T8" fmla="*/ 2147483646 w 771"/>
                <a:gd name="T9" fmla="*/ 2147483646 h 1088"/>
                <a:gd name="T10" fmla="*/ 2147483646 w 771"/>
                <a:gd name="T11" fmla="*/ 2147483646 h 1088"/>
                <a:gd name="T12" fmla="*/ 2147483646 w 771"/>
                <a:gd name="T13" fmla="*/ 2147483646 h 1088"/>
                <a:gd name="T14" fmla="*/ 2147483646 w 771"/>
                <a:gd name="T15" fmla="*/ 2147483646 h 1088"/>
                <a:gd name="T16" fmla="*/ 2147483646 w 771"/>
                <a:gd name="T17" fmla="*/ 2147483646 h 1088"/>
                <a:gd name="T18" fmla="*/ 2147483646 w 771"/>
                <a:gd name="T19" fmla="*/ 2147483646 h 1088"/>
                <a:gd name="T20" fmla="*/ 2147483646 w 771"/>
                <a:gd name="T21" fmla="*/ 2147483646 h 1088"/>
                <a:gd name="T22" fmla="*/ 2147483646 w 771"/>
                <a:gd name="T23" fmla="*/ 2147483646 h 1088"/>
                <a:gd name="T24" fmla="*/ 2147483646 w 771"/>
                <a:gd name="T25" fmla="*/ 2147483646 h 1088"/>
                <a:gd name="T26" fmla="*/ 2147483646 w 771"/>
                <a:gd name="T27" fmla="*/ 2147483646 h 1088"/>
                <a:gd name="T28" fmla="*/ 2147483646 w 771"/>
                <a:gd name="T29" fmla="*/ 2147483646 h 1088"/>
                <a:gd name="T30" fmla="*/ 2147483646 w 771"/>
                <a:gd name="T31" fmla="*/ 2147483646 h 1088"/>
                <a:gd name="T32" fmla="*/ 2147483646 w 771"/>
                <a:gd name="T33" fmla="*/ 2147483646 h 1088"/>
                <a:gd name="T34" fmla="*/ 2147483646 w 771"/>
                <a:gd name="T35" fmla="*/ 2147483646 h 1088"/>
                <a:gd name="T36" fmla="*/ 2147483646 w 771"/>
                <a:gd name="T37" fmla="*/ 2147483646 h 1088"/>
                <a:gd name="T38" fmla="*/ 2147483646 w 771"/>
                <a:gd name="T39" fmla="*/ 2147483646 h 1088"/>
                <a:gd name="T40" fmla="*/ 2147483646 w 771"/>
                <a:gd name="T41" fmla="*/ 2147483646 h 1088"/>
                <a:gd name="T42" fmla="*/ 2147483646 w 771"/>
                <a:gd name="T43" fmla="*/ 2147483646 h 1088"/>
                <a:gd name="T44" fmla="*/ 2147483646 w 771"/>
                <a:gd name="T45" fmla="*/ 2147483646 h 1088"/>
                <a:gd name="T46" fmla="*/ 2147483646 w 771"/>
                <a:gd name="T47" fmla="*/ 2147483646 h 1088"/>
                <a:gd name="T48" fmla="*/ 2147483646 w 771"/>
                <a:gd name="T49" fmla="*/ 2147483646 h 1088"/>
                <a:gd name="T50" fmla="*/ 2147483646 w 771"/>
                <a:gd name="T51" fmla="*/ 2147483646 h 1088"/>
                <a:gd name="T52" fmla="*/ 2147483646 w 771"/>
                <a:gd name="T53" fmla="*/ 2147483646 h 1088"/>
                <a:gd name="T54" fmla="*/ 2147483646 w 771"/>
                <a:gd name="T55" fmla="*/ 2147483646 h 1088"/>
                <a:gd name="T56" fmla="*/ 2147483646 w 771"/>
                <a:gd name="T57" fmla="*/ 2147483646 h 1088"/>
                <a:gd name="T58" fmla="*/ 2147483646 w 771"/>
                <a:gd name="T59" fmla="*/ 2147483646 h 1088"/>
                <a:gd name="T60" fmla="*/ 2147483646 w 771"/>
                <a:gd name="T61" fmla="*/ 2147483646 h 1088"/>
                <a:gd name="T62" fmla="*/ 2147483646 w 771"/>
                <a:gd name="T63" fmla="*/ 2147483646 h 1088"/>
                <a:gd name="T64" fmla="*/ 2147483646 w 771"/>
                <a:gd name="T65" fmla="*/ 2147483646 h 1088"/>
                <a:gd name="T66" fmla="*/ 2147483646 w 771"/>
                <a:gd name="T67" fmla="*/ 2147483646 h 1088"/>
                <a:gd name="T68" fmla="*/ 2147483646 w 771"/>
                <a:gd name="T69" fmla="*/ 2147483646 h 1088"/>
                <a:gd name="T70" fmla="*/ 2147483646 w 771"/>
                <a:gd name="T71" fmla="*/ 2147483646 h 1088"/>
                <a:gd name="T72" fmla="*/ 2147483646 w 771"/>
                <a:gd name="T73" fmla="*/ 2147483646 h 1088"/>
                <a:gd name="T74" fmla="*/ 2147483646 w 771"/>
                <a:gd name="T75" fmla="*/ 2147483646 h 1088"/>
                <a:gd name="T76" fmla="*/ 2147483646 w 771"/>
                <a:gd name="T77" fmla="*/ 2147483646 h 1088"/>
                <a:gd name="T78" fmla="*/ 2147483646 w 771"/>
                <a:gd name="T79" fmla="*/ 2147483646 h 1088"/>
                <a:gd name="T80" fmla="*/ 2147483646 w 771"/>
                <a:gd name="T81" fmla="*/ 2147483646 h 1088"/>
                <a:gd name="T82" fmla="*/ 2147483646 w 771"/>
                <a:gd name="T83" fmla="*/ 2147483646 h 1088"/>
                <a:gd name="T84" fmla="*/ 2147483646 w 771"/>
                <a:gd name="T85" fmla="*/ 2147483646 h 1088"/>
                <a:gd name="T86" fmla="*/ 2147483646 w 771"/>
                <a:gd name="T87" fmla="*/ 2147483646 h 1088"/>
                <a:gd name="T88" fmla="*/ 2147483646 w 771"/>
                <a:gd name="T89" fmla="*/ 2147483646 h 1088"/>
                <a:gd name="T90" fmla="*/ 2147483646 w 771"/>
                <a:gd name="T91" fmla="*/ 2147483646 h 1088"/>
                <a:gd name="T92" fmla="*/ 2147483646 w 771"/>
                <a:gd name="T93" fmla="*/ 2147483646 h 1088"/>
                <a:gd name="T94" fmla="*/ 2147483646 w 771"/>
                <a:gd name="T95" fmla="*/ 2147483646 h 1088"/>
                <a:gd name="T96" fmla="*/ 2147483646 w 771"/>
                <a:gd name="T97" fmla="*/ 2147483646 h 108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771"/>
                <a:gd name="T148" fmla="*/ 0 h 1088"/>
                <a:gd name="T149" fmla="*/ 771 w 771"/>
                <a:gd name="T150" fmla="*/ 1088 h 108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771" h="1088">
                  <a:moveTo>
                    <a:pt x="771" y="0"/>
                  </a:moveTo>
                  <a:lnTo>
                    <a:pt x="763" y="19"/>
                  </a:lnTo>
                  <a:lnTo>
                    <a:pt x="757" y="37"/>
                  </a:lnTo>
                  <a:lnTo>
                    <a:pt x="749" y="54"/>
                  </a:lnTo>
                  <a:lnTo>
                    <a:pt x="743" y="70"/>
                  </a:lnTo>
                  <a:lnTo>
                    <a:pt x="736" y="86"/>
                  </a:lnTo>
                  <a:lnTo>
                    <a:pt x="730" y="102"/>
                  </a:lnTo>
                  <a:lnTo>
                    <a:pt x="723" y="115"/>
                  </a:lnTo>
                  <a:lnTo>
                    <a:pt x="717" y="130"/>
                  </a:lnTo>
                  <a:lnTo>
                    <a:pt x="712" y="142"/>
                  </a:lnTo>
                  <a:lnTo>
                    <a:pt x="706" y="154"/>
                  </a:lnTo>
                  <a:lnTo>
                    <a:pt x="701" y="166"/>
                  </a:lnTo>
                  <a:lnTo>
                    <a:pt x="696" y="178"/>
                  </a:lnTo>
                  <a:lnTo>
                    <a:pt x="690" y="187"/>
                  </a:lnTo>
                  <a:lnTo>
                    <a:pt x="685" y="198"/>
                  </a:lnTo>
                  <a:lnTo>
                    <a:pt x="680" y="208"/>
                  </a:lnTo>
                  <a:lnTo>
                    <a:pt x="675" y="218"/>
                  </a:lnTo>
                  <a:lnTo>
                    <a:pt x="671" y="229"/>
                  </a:lnTo>
                  <a:lnTo>
                    <a:pt x="664" y="238"/>
                  </a:lnTo>
                  <a:lnTo>
                    <a:pt x="659" y="246"/>
                  </a:lnTo>
                  <a:lnTo>
                    <a:pt x="655" y="256"/>
                  </a:lnTo>
                  <a:lnTo>
                    <a:pt x="648" y="266"/>
                  </a:lnTo>
                  <a:lnTo>
                    <a:pt x="643" y="275"/>
                  </a:lnTo>
                  <a:lnTo>
                    <a:pt x="637" y="285"/>
                  </a:lnTo>
                  <a:lnTo>
                    <a:pt x="631" y="294"/>
                  </a:lnTo>
                  <a:lnTo>
                    <a:pt x="624" y="306"/>
                  </a:lnTo>
                  <a:lnTo>
                    <a:pt x="618" y="315"/>
                  </a:lnTo>
                  <a:lnTo>
                    <a:pt x="611" y="326"/>
                  </a:lnTo>
                  <a:lnTo>
                    <a:pt x="605" y="338"/>
                  </a:lnTo>
                  <a:lnTo>
                    <a:pt x="597" y="349"/>
                  </a:lnTo>
                  <a:lnTo>
                    <a:pt x="589" y="360"/>
                  </a:lnTo>
                  <a:lnTo>
                    <a:pt x="581" y="373"/>
                  </a:lnTo>
                  <a:lnTo>
                    <a:pt x="573" y="386"/>
                  </a:lnTo>
                  <a:lnTo>
                    <a:pt x="562" y="403"/>
                  </a:lnTo>
                  <a:lnTo>
                    <a:pt x="552" y="419"/>
                  </a:lnTo>
                  <a:lnTo>
                    <a:pt x="542" y="434"/>
                  </a:lnTo>
                  <a:lnTo>
                    <a:pt x="533" y="446"/>
                  </a:lnTo>
                  <a:lnTo>
                    <a:pt x="525" y="461"/>
                  </a:lnTo>
                  <a:lnTo>
                    <a:pt x="517" y="472"/>
                  </a:lnTo>
                  <a:lnTo>
                    <a:pt x="509" y="485"/>
                  </a:lnTo>
                  <a:lnTo>
                    <a:pt x="501" y="496"/>
                  </a:lnTo>
                  <a:lnTo>
                    <a:pt x="494" y="506"/>
                  </a:lnTo>
                  <a:lnTo>
                    <a:pt x="486" y="517"/>
                  </a:lnTo>
                  <a:lnTo>
                    <a:pt x="480" y="526"/>
                  </a:lnTo>
                  <a:lnTo>
                    <a:pt x="474" y="536"/>
                  </a:lnTo>
                  <a:lnTo>
                    <a:pt x="467" y="546"/>
                  </a:lnTo>
                  <a:lnTo>
                    <a:pt x="461" y="554"/>
                  </a:lnTo>
                  <a:lnTo>
                    <a:pt x="454" y="563"/>
                  </a:lnTo>
                  <a:lnTo>
                    <a:pt x="448" y="573"/>
                  </a:lnTo>
                  <a:lnTo>
                    <a:pt x="440" y="581"/>
                  </a:lnTo>
                  <a:lnTo>
                    <a:pt x="434" y="590"/>
                  </a:lnTo>
                  <a:lnTo>
                    <a:pt x="427" y="600"/>
                  </a:lnTo>
                  <a:lnTo>
                    <a:pt x="419" y="610"/>
                  </a:lnTo>
                  <a:lnTo>
                    <a:pt x="411" y="619"/>
                  </a:lnTo>
                  <a:lnTo>
                    <a:pt x="403" y="629"/>
                  </a:lnTo>
                  <a:lnTo>
                    <a:pt x="394" y="640"/>
                  </a:lnTo>
                  <a:lnTo>
                    <a:pt x="386" y="651"/>
                  </a:lnTo>
                  <a:lnTo>
                    <a:pt x="376" y="662"/>
                  </a:lnTo>
                  <a:lnTo>
                    <a:pt x="365" y="675"/>
                  </a:lnTo>
                  <a:lnTo>
                    <a:pt x="354" y="688"/>
                  </a:lnTo>
                  <a:lnTo>
                    <a:pt x="342" y="702"/>
                  </a:lnTo>
                  <a:lnTo>
                    <a:pt x="330" y="718"/>
                  </a:lnTo>
                  <a:lnTo>
                    <a:pt x="317" y="734"/>
                  </a:lnTo>
                  <a:lnTo>
                    <a:pt x="302" y="750"/>
                  </a:lnTo>
                  <a:lnTo>
                    <a:pt x="288" y="768"/>
                  </a:lnTo>
                  <a:lnTo>
                    <a:pt x="272" y="787"/>
                  </a:lnTo>
                  <a:lnTo>
                    <a:pt x="258" y="803"/>
                  </a:lnTo>
                  <a:lnTo>
                    <a:pt x="245" y="819"/>
                  </a:lnTo>
                  <a:lnTo>
                    <a:pt x="232" y="834"/>
                  </a:lnTo>
                  <a:lnTo>
                    <a:pt x="221" y="848"/>
                  </a:lnTo>
                  <a:lnTo>
                    <a:pt x="210" y="861"/>
                  </a:lnTo>
                  <a:lnTo>
                    <a:pt x="200" y="874"/>
                  </a:lnTo>
                  <a:lnTo>
                    <a:pt x="190" y="885"/>
                  </a:lnTo>
                  <a:lnTo>
                    <a:pt x="181" y="896"/>
                  </a:lnTo>
                  <a:lnTo>
                    <a:pt x="171" y="906"/>
                  </a:lnTo>
                  <a:lnTo>
                    <a:pt x="163" y="915"/>
                  </a:lnTo>
                  <a:lnTo>
                    <a:pt x="155" y="925"/>
                  </a:lnTo>
                  <a:lnTo>
                    <a:pt x="149" y="934"/>
                  </a:lnTo>
                  <a:lnTo>
                    <a:pt x="141" y="942"/>
                  </a:lnTo>
                  <a:lnTo>
                    <a:pt x="134" y="950"/>
                  </a:lnTo>
                  <a:lnTo>
                    <a:pt x="128" y="957"/>
                  </a:lnTo>
                  <a:lnTo>
                    <a:pt x="120" y="965"/>
                  </a:lnTo>
                  <a:lnTo>
                    <a:pt x="114" y="973"/>
                  </a:lnTo>
                  <a:lnTo>
                    <a:pt x="107" y="979"/>
                  </a:lnTo>
                  <a:lnTo>
                    <a:pt x="101" y="986"/>
                  </a:lnTo>
                  <a:lnTo>
                    <a:pt x="94" y="994"/>
                  </a:lnTo>
                  <a:lnTo>
                    <a:pt x="88" y="1000"/>
                  </a:lnTo>
                  <a:lnTo>
                    <a:pt x="80" y="1008"/>
                  </a:lnTo>
                  <a:lnTo>
                    <a:pt x="74" y="1014"/>
                  </a:lnTo>
                  <a:lnTo>
                    <a:pt x="66" y="1022"/>
                  </a:lnTo>
                  <a:lnTo>
                    <a:pt x="58" y="1030"/>
                  </a:lnTo>
                  <a:lnTo>
                    <a:pt x="50" y="1038"/>
                  </a:lnTo>
                  <a:lnTo>
                    <a:pt x="42" y="1048"/>
                  </a:lnTo>
                  <a:lnTo>
                    <a:pt x="32" y="1058"/>
                  </a:lnTo>
                  <a:lnTo>
                    <a:pt x="22" y="1067"/>
                  </a:lnTo>
                  <a:lnTo>
                    <a:pt x="11" y="1077"/>
                  </a:lnTo>
                  <a:lnTo>
                    <a:pt x="0" y="1088"/>
                  </a:lnTo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535" name="Freeform 79">
              <a:extLst>
                <a:ext uri="{FF2B5EF4-FFF2-40B4-BE49-F238E27FC236}">
                  <a16:creationId xmlns:a16="http://schemas.microsoft.com/office/drawing/2014/main" id="{B2D06FC1-ABC7-45FE-9831-C5BC71C1E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000" y="2840037"/>
              <a:ext cx="1035050" cy="711200"/>
            </a:xfrm>
            <a:custGeom>
              <a:avLst/>
              <a:gdLst>
                <a:gd name="T0" fmla="*/ 2147483646 w 1306"/>
                <a:gd name="T1" fmla="*/ 2147483646 h 896"/>
                <a:gd name="T2" fmla="*/ 2147483646 w 1306"/>
                <a:gd name="T3" fmla="*/ 2147483646 h 896"/>
                <a:gd name="T4" fmla="*/ 2147483646 w 1306"/>
                <a:gd name="T5" fmla="*/ 2147483646 h 896"/>
                <a:gd name="T6" fmla="*/ 2147483646 w 1306"/>
                <a:gd name="T7" fmla="*/ 2147483646 h 896"/>
                <a:gd name="T8" fmla="*/ 2147483646 w 1306"/>
                <a:gd name="T9" fmla="*/ 2147483646 h 896"/>
                <a:gd name="T10" fmla="*/ 2147483646 w 1306"/>
                <a:gd name="T11" fmla="*/ 2147483646 h 896"/>
                <a:gd name="T12" fmla="*/ 2147483646 w 1306"/>
                <a:gd name="T13" fmla="*/ 2147483646 h 896"/>
                <a:gd name="T14" fmla="*/ 2147483646 w 1306"/>
                <a:gd name="T15" fmla="*/ 2147483646 h 896"/>
                <a:gd name="T16" fmla="*/ 2147483646 w 1306"/>
                <a:gd name="T17" fmla="*/ 2147483646 h 896"/>
                <a:gd name="T18" fmla="*/ 2147483646 w 1306"/>
                <a:gd name="T19" fmla="*/ 2147483646 h 896"/>
                <a:gd name="T20" fmla="*/ 2147483646 w 1306"/>
                <a:gd name="T21" fmla="*/ 2147483646 h 896"/>
                <a:gd name="T22" fmla="*/ 2147483646 w 1306"/>
                <a:gd name="T23" fmla="*/ 2147483646 h 896"/>
                <a:gd name="T24" fmla="*/ 2147483646 w 1306"/>
                <a:gd name="T25" fmla="*/ 2147483646 h 896"/>
                <a:gd name="T26" fmla="*/ 2147483646 w 1306"/>
                <a:gd name="T27" fmla="*/ 2147483646 h 896"/>
                <a:gd name="T28" fmla="*/ 2147483646 w 1306"/>
                <a:gd name="T29" fmla="*/ 2147483646 h 896"/>
                <a:gd name="T30" fmla="*/ 2147483646 w 1306"/>
                <a:gd name="T31" fmla="*/ 2147483646 h 896"/>
                <a:gd name="T32" fmla="*/ 2147483646 w 1306"/>
                <a:gd name="T33" fmla="*/ 2147483646 h 896"/>
                <a:gd name="T34" fmla="*/ 2147483646 w 1306"/>
                <a:gd name="T35" fmla="*/ 2147483646 h 896"/>
                <a:gd name="T36" fmla="*/ 2147483646 w 1306"/>
                <a:gd name="T37" fmla="*/ 2147483646 h 896"/>
                <a:gd name="T38" fmla="*/ 2147483646 w 1306"/>
                <a:gd name="T39" fmla="*/ 2147483646 h 896"/>
                <a:gd name="T40" fmla="*/ 2147483646 w 1306"/>
                <a:gd name="T41" fmla="*/ 2147483646 h 896"/>
                <a:gd name="T42" fmla="*/ 2147483646 w 1306"/>
                <a:gd name="T43" fmla="*/ 2147483646 h 896"/>
                <a:gd name="T44" fmla="*/ 2147483646 w 1306"/>
                <a:gd name="T45" fmla="*/ 2147483646 h 896"/>
                <a:gd name="T46" fmla="*/ 2147483646 w 1306"/>
                <a:gd name="T47" fmla="*/ 2147483646 h 896"/>
                <a:gd name="T48" fmla="*/ 2147483646 w 1306"/>
                <a:gd name="T49" fmla="*/ 2147483646 h 896"/>
                <a:gd name="T50" fmla="*/ 2147483646 w 1306"/>
                <a:gd name="T51" fmla="*/ 2147483646 h 896"/>
                <a:gd name="T52" fmla="*/ 2147483646 w 1306"/>
                <a:gd name="T53" fmla="*/ 2147483646 h 896"/>
                <a:gd name="T54" fmla="*/ 2147483646 w 1306"/>
                <a:gd name="T55" fmla="*/ 2147483646 h 896"/>
                <a:gd name="T56" fmla="*/ 2147483646 w 1306"/>
                <a:gd name="T57" fmla="*/ 2147483646 h 896"/>
                <a:gd name="T58" fmla="*/ 2147483646 w 1306"/>
                <a:gd name="T59" fmla="*/ 2147483646 h 896"/>
                <a:gd name="T60" fmla="*/ 2147483646 w 1306"/>
                <a:gd name="T61" fmla="*/ 2147483646 h 896"/>
                <a:gd name="T62" fmla="*/ 2147483646 w 1306"/>
                <a:gd name="T63" fmla="*/ 2147483646 h 896"/>
                <a:gd name="T64" fmla="*/ 2147483646 w 1306"/>
                <a:gd name="T65" fmla="*/ 2147483646 h 896"/>
                <a:gd name="T66" fmla="*/ 2147483646 w 1306"/>
                <a:gd name="T67" fmla="*/ 2147483646 h 896"/>
                <a:gd name="T68" fmla="*/ 2147483646 w 1306"/>
                <a:gd name="T69" fmla="*/ 2147483646 h 896"/>
                <a:gd name="T70" fmla="*/ 2147483646 w 1306"/>
                <a:gd name="T71" fmla="*/ 2147483646 h 896"/>
                <a:gd name="T72" fmla="*/ 2147483646 w 1306"/>
                <a:gd name="T73" fmla="*/ 2147483646 h 896"/>
                <a:gd name="T74" fmla="*/ 2147483646 w 1306"/>
                <a:gd name="T75" fmla="*/ 2147483646 h 896"/>
                <a:gd name="T76" fmla="*/ 2147483646 w 1306"/>
                <a:gd name="T77" fmla="*/ 2147483646 h 896"/>
                <a:gd name="T78" fmla="*/ 2147483646 w 1306"/>
                <a:gd name="T79" fmla="*/ 2147483646 h 896"/>
                <a:gd name="T80" fmla="*/ 2147483646 w 1306"/>
                <a:gd name="T81" fmla="*/ 2147483646 h 896"/>
                <a:gd name="T82" fmla="*/ 2147483646 w 1306"/>
                <a:gd name="T83" fmla="*/ 2147483646 h 896"/>
                <a:gd name="T84" fmla="*/ 2147483646 w 1306"/>
                <a:gd name="T85" fmla="*/ 2147483646 h 896"/>
                <a:gd name="T86" fmla="*/ 2147483646 w 1306"/>
                <a:gd name="T87" fmla="*/ 2147483646 h 896"/>
                <a:gd name="T88" fmla="*/ 2147483646 w 1306"/>
                <a:gd name="T89" fmla="*/ 2147483646 h 896"/>
                <a:gd name="T90" fmla="*/ 2147483646 w 1306"/>
                <a:gd name="T91" fmla="*/ 2147483646 h 896"/>
                <a:gd name="T92" fmla="*/ 2147483646 w 1306"/>
                <a:gd name="T93" fmla="*/ 2147483646 h 896"/>
                <a:gd name="T94" fmla="*/ 2147483646 w 1306"/>
                <a:gd name="T95" fmla="*/ 2147483646 h 896"/>
                <a:gd name="T96" fmla="*/ 2147483646 w 1306"/>
                <a:gd name="T97" fmla="*/ 2147483646 h 89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306"/>
                <a:gd name="T148" fmla="*/ 0 h 896"/>
                <a:gd name="T149" fmla="*/ 1306 w 1306"/>
                <a:gd name="T150" fmla="*/ 896 h 89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306" h="896">
                  <a:moveTo>
                    <a:pt x="1306" y="0"/>
                  </a:moveTo>
                  <a:lnTo>
                    <a:pt x="1268" y="17"/>
                  </a:lnTo>
                  <a:lnTo>
                    <a:pt x="1232" y="33"/>
                  </a:lnTo>
                  <a:lnTo>
                    <a:pt x="1199" y="48"/>
                  </a:lnTo>
                  <a:lnTo>
                    <a:pt x="1167" y="62"/>
                  </a:lnTo>
                  <a:lnTo>
                    <a:pt x="1136" y="75"/>
                  </a:lnTo>
                  <a:lnTo>
                    <a:pt x="1109" y="88"/>
                  </a:lnTo>
                  <a:lnTo>
                    <a:pt x="1083" y="99"/>
                  </a:lnTo>
                  <a:lnTo>
                    <a:pt x="1059" y="110"/>
                  </a:lnTo>
                  <a:lnTo>
                    <a:pt x="1037" y="121"/>
                  </a:lnTo>
                  <a:lnTo>
                    <a:pt x="1015" y="131"/>
                  </a:lnTo>
                  <a:lnTo>
                    <a:pt x="995" y="140"/>
                  </a:lnTo>
                  <a:lnTo>
                    <a:pt x="976" y="148"/>
                  </a:lnTo>
                  <a:lnTo>
                    <a:pt x="960" y="156"/>
                  </a:lnTo>
                  <a:lnTo>
                    <a:pt x="943" y="164"/>
                  </a:lnTo>
                  <a:lnTo>
                    <a:pt x="928" y="172"/>
                  </a:lnTo>
                  <a:lnTo>
                    <a:pt x="914" y="180"/>
                  </a:lnTo>
                  <a:lnTo>
                    <a:pt x="899" y="187"/>
                  </a:lnTo>
                  <a:lnTo>
                    <a:pt x="887" y="195"/>
                  </a:lnTo>
                  <a:lnTo>
                    <a:pt x="874" y="201"/>
                  </a:lnTo>
                  <a:lnTo>
                    <a:pt x="861" y="208"/>
                  </a:lnTo>
                  <a:lnTo>
                    <a:pt x="848" y="216"/>
                  </a:lnTo>
                  <a:lnTo>
                    <a:pt x="837" y="222"/>
                  </a:lnTo>
                  <a:lnTo>
                    <a:pt x="826" y="230"/>
                  </a:lnTo>
                  <a:lnTo>
                    <a:pt x="813" y="238"/>
                  </a:lnTo>
                  <a:lnTo>
                    <a:pt x="800" y="244"/>
                  </a:lnTo>
                  <a:lnTo>
                    <a:pt x="789" y="252"/>
                  </a:lnTo>
                  <a:lnTo>
                    <a:pt x="776" y="262"/>
                  </a:lnTo>
                  <a:lnTo>
                    <a:pt x="762" y="270"/>
                  </a:lnTo>
                  <a:lnTo>
                    <a:pt x="747" y="280"/>
                  </a:lnTo>
                  <a:lnTo>
                    <a:pt x="733" y="289"/>
                  </a:lnTo>
                  <a:lnTo>
                    <a:pt x="717" y="300"/>
                  </a:lnTo>
                  <a:lnTo>
                    <a:pt x="701" y="312"/>
                  </a:lnTo>
                  <a:lnTo>
                    <a:pt x="685" y="323"/>
                  </a:lnTo>
                  <a:lnTo>
                    <a:pt x="669" y="334"/>
                  </a:lnTo>
                  <a:lnTo>
                    <a:pt x="655" y="344"/>
                  </a:lnTo>
                  <a:lnTo>
                    <a:pt x="640" y="353"/>
                  </a:lnTo>
                  <a:lnTo>
                    <a:pt x="627" y="361"/>
                  </a:lnTo>
                  <a:lnTo>
                    <a:pt x="616" y="371"/>
                  </a:lnTo>
                  <a:lnTo>
                    <a:pt x="603" y="379"/>
                  </a:lnTo>
                  <a:lnTo>
                    <a:pt x="592" y="385"/>
                  </a:lnTo>
                  <a:lnTo>
                    <a:pt x="583" y="393"/>
                  </a:lnTo>
                  <a:lnTo>
                    <a:pt x="571" y="400"/>
                  </a:lnTo>
                  <a:lnTo>
                    <a:pt x="562" y="408"/>
                  </a:lnTo>
                  <a:lnTo>
                    <a:pt x="554" y="414"/>
                  </a:lnTo>
                  <a:lnTo>
                    <a:pt x="544" y="420"/>
                  </a:lnTo>
                  <a:lnTo>
                    <a:pt x="535" y="427"/>
                  </a:lnTo>
                  <a:lnTo>
                    <a:pt x="527" y="435"/>
                  </a:lnTo>
                  <a:lnTo>
                    <a:pt x="517" y="441"/>
                  </a:lnTo>
                  <a:lnTo>
                    <a:pt x="507" y="448"/>
                  </a:lnTo>
                  <a:lnTo>
                    <a:pt x="499" y="456"/>
                  </a:lnTo>
                  <a:lnTo>
                    <a:pt x="490" y="462"/>
                  </a:lnTo>
                  <a:lnTo>
                    <a:pt x="480" y="470"/>
                  </a:lnTo>
                  <a:lnTo>
                    <a:pt x="471" y="478"/>
                  </a:lnTo>
                  <a:lnTo>
                    <a:pt x="461" y="486"/>
                  </a:lnTo>
                  <a:lnTo>
                    <a:pt x="450" y="496"/>
                  </a:lnTo>
                  <a:lnTo>
                    <a:pt x="439" y="505"/>
                  </a:lnTo>
                  <a:lnTo>
                    <a:pt x="426" y="515"/>
                  </a:lnTo>
                  <a:lnTo>
                    <a:pt x="415" y="524"/>
                  </a:lnTo>
                  <a:lnTo>
                    <a:pt x="400" y="536"/>
                  </a:lnTo>
                  <a:lnTo>
                    <a:pt x="387" y="548"/>
                  </a:lnTo>
                  <a:lnTo>
                    <a:pt x="371" y="561"/>
                  </a:lnTo>
                  <a:lnTo>
                    <a:pt x="355" y="574"/>
                  </a:lnTo>
                  <a:lnTo>
                    <a:pt x="339" y="588"/>
                  </a:lnTo>
                  <a:lnTo>
                    <a:pt x="320" y="604"/>
                  </a:lnTo>
                  <a:lnTo>
                    <a:pt x="303" y="619"/>
                  </a:lnTo>
                  <a:lnTo>
                    <a:pt x="287" y="633"/>
                  </a:lnTo>
                  <a:lnTo>
                    <a:pt x="271" y="648"/>
                  </a:lnTo>
                  <a:lnTo>
                    <a:pt x="255" y="660"/>
                  </a:lnTo>
                  <a:lnTo>
                    <a:pt x="242" y="672"/>
                  </a:lnTo>
                  <a:lnTo>
                    <a:pt x="229" y="683"/>
                  </a:lnTo>
                  <a:lnTo>
                    <a:pt x="216" y="694"/>
                  </a:lnTo>
                  <a:lnTo>
                    <a:pt x="205" y="704"/>
                  </a:lnTo>
                  <a:lnTo>
                    <a:pt x="194" y="713"/>
                  </a:lnTo>
                  <a:lnTo>
                    <a:pt x="184" y="721"/>
                  </a:lnTo>
                  <a:lnTo>
                    <a:pt x="175" y="731"/>
                  </a:lnTo>
                  <a:lnTo>
                    <a:pt x="165" y="739"/>
                  </a:lnTo>
                  <a:lnTo>
                    <a:pt x="155" y="745"/>
                  </a:lnTo>
                  <a:lnTo>
                    <a:pt x="147" y="753"/>
                  </a:lnTo>
                  <a:lnTo>
                    <a:pt x="139" y="760"/>
                  </a:lnTo>
                  <a:lnTo>
                    <a:pt x="133" y="768"/>
                  </a:lnTo>
                  <a:lnTo>
                    <a:pt x="125" y="774"/>
                  </a:lnTo>
                  <a:lnTo>
                    <a:pt x="117" y="780"/>
                  </a:lnTo>
                  <a:lnTo>
                    <a:pt x="111" y="787"/>
                  </a:lnTo>
                  <a:lnTo>
                    <a:pt x="104" y="793"/>
                  </a:lnTo>
                  <a:lnTo>
                    <a:pt x="96" y="801"/>
                  </a:lnTo>
                  <a:lnTo>
                    <a:pt x="90" y="808"/>
                  </a:lnTo>
                  <a:lnTo>
                    <a:pt x="82" y="814"/>
                  </a:lnTo>
                  <a:lnTo>
                    <a:pt x="74" y="822"/>
                  </a:lnTo>
                  <a:lnTo>
                    <a:pt x="67" y="830"/>
                  </a:lnTo>
                  <a:lnTo>
                    <a:pt x="59" y="838"/>
                  </a:lnTo>
                  <a:lnTo>
                    <a:pt x="50" y="846"/>
                  </a:lnTo>
                  <a:lnTo>
                    <a:pt x="42" y="854"/>
                  </a:lnTo>
                  <a:lnTo>
                    <a:pt x="32" y="864"/>
                  </a:lnTo>
                  <a:lnTo>
                    <a:pt x="23" y="873"/>
                  </a:lnTo>
                  <a:lnTo>
                    <a:pt x="11" y="884"/>
                  </a:lnTo>
                  <a:lnTo>
                    <a:pt x="0" y="896"/>
                  </a:lnTo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536" name="Freeform 80">
              <a:extLst>
                <a:ext uri="{FF2B5EF4-FFF2-40B4-BE49-F238E27FC236}">
                  <a16:creationId xmlns:a16="http://schemas.microsoft.com/office/drawing/2014/main" id="{CD9482A7-5793-4993-ADEF-0B05F9D3D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613" y="4362450"/>
              <a:ext cx="101600" cy="152400"/>
            </a:xfrm>
            <a:custGeom>
              <a:avLst/>
              <a:gdLst>
                <a:gd name="T0" fmla="*/ 2147483646 w 128"/>
                <a:gd name="T1" fmla="*/ 0 h 192"/>
                <a:gd name="T2" fmla="*/ 0 w 128"/>
                <a:gd name="T3" fmla="*/ 2147483646 h 192"/>
                <a:gd name="T4" fmla="*/ 2147483646 w 128"/>
                <a:gd name="T5" fmla="*/ 2147483646 h 192"/>
                <a:gd name="T6" fmla="*/ 2147483646 w 128"/>
                <a:gd name="T7" fmla="*/ 2147483646 h 192"/>
                <a:gd name="T8" fmla="*/ 2147483646 w 128"/>
                <a:gd name="T9" fmla="*/ 0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8"/>
                <a:gd name="T16" fmla="*/ 0 h 192"/>
                <a:gd name="T17" fmla="*/ 128 w 128"/>
                <a:gd name="T18" fmla="*/ 192 h 1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8" h="192">
                  <a:moveTo>
                    <a:pt x="64" y="0"/>
                  </a:moveTo>
                  <a:lnTo>
                    <a:pt x="0" y="192"/>
                  </a:lnTo>
                  <a:lnTo>
                    <a:pt x="128" y="32"/>
                  </a:lnTo>
                  <a:lnTo>
                    <a:pt x="96" y="32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000000"/>
            </a:solidFill>
            <a:ln w="2381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537" name="Freeform 81">
              <a:extLst>
                <a:ext uri="{FF2B5EF4-FFF2-40B4-BE49-F238E27FC236}">
                  <a16:creationId xmlns:a16="http://schemas.microsoft.com/office/drawing/2014/main" id="{03B56FED-43D6-42D3-90B6-39D90FA1D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638" y="3551237"/>
              <a:ext cx="614362" cy="817563"/>
            </a:xfrm>
            <a:custGeom>
              <a:avLst/>
              <a:gdLst>
                <a:gd name="T0" fmla="*/ 2147483646 w 773"/>
                <a:gd name="T1" fmla="*/ 2147483646 h 1030"/>
                <a:gd name="T2" fmla="*/ 2147483646 w 773"/>
                <a:gd name="T3" fmla="*/ 2147483646 h 1030"/>
                <a:gd name="T4" fmla="*/ 2147483646 w 773"/>
                <a:gd name="T5" fmla="*/ 2147483646 h 1030"/>
                <a:gd name="T6" fmla="*/ 2147483646 w 773"/>
                <a:gd name="T7" fmla="*/ 2147483646 h 1030"/>
                <a:gd name="T8" fmla="*/ 2147483646 w 773"/>
                <a:gd name="T9" fmla="*/ 2147483646 h 1030"/>
                <a:gd name="T10" fmla="*/ 2147483646 w 773"/>
                <a:gd name="T11" fmla="*/ 2147483646 h 1030"/>
                <a:gd name="T12" fmla="*/ 2147483646 w 773"/>
                <a:gd name="T13" fmla="*/ 2147483646 h 1030"/>
                <a:gd name="T14" fmla="*/ 2147483646 w 773"/>
                <a:gd name="T15" fmla="*/ 2147483646 h 1030"/>
                <a:gd name="T16" fmla="*/ 2147483646 w 773"/>
                <a:gd name="T17" fmla="*/ 2147483646 h 1030"/>
                <a:gd name="T18" fmla="*/ 2147483646 w 773"/>
                <a:gd name="T19" fmla="*/ 2147483646 h 1030"/>
                <a:gd name="T20" fmla="*/ 2147483646 w 773"/>
                <a:gd name="T21" fmla="*/ 2147483646 h 1030"/>
                <a:gd name="T22" fmla="*/ 2147483646 w 773"/>
                <a:gd name="T23" fmla="*/ 2147483646 h 1030"/>
                <a:gd name="T24" fmla="*/ 2147483646 w 773"/>
                <a:gd name="T25" fmla="*/ 2147483646 h 1030"/>
                <a:gd name="T26" fmla="*/ 2147483646 w 773"/>
                <a:gd name="T27" fmla="*/ 2147483646 h 1030"/>
                <a:gd name="T28" fmla="*/ 2147483646 w 773"/>
                <a:gd name="T29" fmla="*/ 2147483646 h 1030"/>
                <a:gd name="T30" fmla="*/ 2147483646 w 773"/>
                <a:gd name="T31" fmla="*/ 2147483646 h 1030"/>
                <a:gd name="T32" fmla="*/ 2147483646 w 773"/>
                <a:gd name="T33" fmla="*/ 2147483646 h 1030"/>
                <a:gd name="T34" fmla="*/ 2147483646 w 773"/>
                <a:gd name="T35" fmla="*/ 2147483646 h 1030"/>
                <a:gd name="T36" fmla="*/ 2147483646 w 773"/>
                <a:gd name="T37" fmla="*/ 2147483646 h 1030"/>
                <a:gd name="T38" fmla="*/ 2147483646 w 773"/>
                <a:gd name="T39" fmla="*/ 2147483646 h 1030"/>
                <a:gd name="T40" fmla="*/ 2147483646 w 773"/>
                <a:gd name="T41" fmla="*/ 2147483646 h 1030"/>
                <a:gd name="T42" fmla="*/ 2147483646 w 773"/>
                <a:gd name="T43" fmla="*/ 2147483646 h 1030"/>
                <a:gd name="T44" fmla="*/ 2147483646 w 773"/>
                <a:gd name="T45" fmla="*/ 2147483646 h 1030"/>
                <a:gd name="T46" fmla="*/ 2147483646 w 773"/>
                <a:gd name="T47" fmla="*/ 2147483646 h 1030"/>
                <a:gd name="T48" fmla="*/ 2147483646 w 773"/>
                <a:gd name="T49" fmla="*/ 2147483646 h 1030"/>
                <a:gd name="T50" fmla="*/ 2147483646 w 773"/>
                <a:gd name="T51" fmla="*/ 2147483646 h 1030"/>
                <a:gd name="T52" fmla="*/ 2147483646 w 773"/>
                <a:gd name="T53" fmla="*/ 2147483646 h 1030"/>
                <a:gd name="T54" fmla="*/ 2147483646 w 773"/>
                <a:gd name="T55" fmla="*/ 2147483646 h 1030"/>
                <a:gd name="T56" fmla="*/ 2147483646 w 773"/>
                <a:gd name="T57" fmla="*/ 2147483646 h 1030"/>
                <a:gd name="T58" fmla="*/ 2147483646 w 773"/>
                <a:gd name="T59" fmla="*/ 2147483646 h 1030"/>
                <a:gd name="T60" fmla="*/ 2147483646 w 773"/>
                <a:gd name="T61" fmla="*/ 2147483646 h 1030"/>
                <a:gd name="T62" fmla="*/ 2147483646 w 773"/>
                <a:gd name="T63" fmla="*/ 2147483646 h 1030"/>
                <a:gd name="T64" fmla="*/ 2147483646 w 773"/>
                <a:gd name="T65" fmla="*/ 2147483646 h 1030"/>
                <a:gd name="T66" fmla="*/ 2147483646 w 773"/>
                <a:gd name="T67" fmla="*/ 2147483646 h 1030"/>
                <a:gd name="T68" fmla="*/ 2147483646 w 773"/>
                <a:gd name="T69" fmla="*/ 2147483646 h 1030"/>
                <a:gd name="T70" fmla="*/ 2147483646 w 773"/>
                <a:gd name="T71" fmla="*/ 2147483646 h 1030"/>
                <a:gd name="T72" fmla="*/ 2147483646 w 773"/>
                <a:gd name="T73" fmla="*/ 2147483646 h 1030"/>
                <a:gd name="T74" fmla="*/ 2147483646 w 773"/>
                <a:gd name="T75" fmla="*/ 2147483646 h 1030"/>
                <a:gd name="T76" fmla="*/ 2147483646 w 773"/>
                <a:gd name="T77" fmla="*/ 2147483646 h 1030"/>
                <a:gd name="T78" fmla="*/ 2147483646 w 773"/>
                <a:gd name="T79" fmla="*/ 2147483646 h 1030"/>
                <a:gd name="T80" fmla="*/ 2147483646 w 773"/>
                <a:gd name="T81" fmla="*/ 2147483646 h 1030"/>
                <a:gd name="T82" fmla="*/ 2147483646 w 773"/>
                <a:gd name="T83" fmla="*/ 2147483646 h 1030"/>
                <a:gd name="T84" fmla="*/ 2147483646 w 773"/>
                <a:gd name="T85" fmla="*/ 2147483646 h 1030"/>
                <a:gd name="T86" fmla="*/ 2147483646 w 773"/>
                <a:gd name="T87" fmla="*/ 2147483646 h 1030"/>
                <a:gd name="T88" fmla="*/ 2147483646 w 773"/>
                <a:gd name="T89" fmla="*/ 2147483646 h 1030"/>
                <a:gd name="T90" fmla="*/ 2147483646 w 773"/>
                <a:gd name="T91" fmla="*/ 2147483646 h 1030"/>
                <a:gd name="T92" fmla="*/ 2147483646 w 773"/>
                <a:gd name="T93" fmla="*/ 2147483646 h 1030"/>
                <a:gd name="T94" fmla="*/ 2147483646 w 773"/>
                <a:gd name="T95" fmla="*/ 2147483646 h 1030"/>
                <a:gd name="T96" fmla="*/ 2147483646 w 773"/>
                <a:gd name="T97" fmla="*/ 2147483646 h 103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773"/>
                <a:gd name="T148" fmla="*/ 0 h 1030"/>
                <a:gd name="T149" fmla="*/ 773 w 773"/>
                <a:gd name="T150" fmla="*/ 1030 h 103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773" h="1030">
                  <a:moveTo>
                    <a:pt x="0" y="1030"/>
                  </a:moveTo>
                  <a:lnTo>
                    <a:pt x="7" y="1014"/>
                  </a:lnTo>
                  <a:lnTo>
                    <a:pt x="15" y="998"/>
                  </a:lnTo>
                  <a:lnTo>
                    <a:pt x="21" y="984"/>
                  </a:lnTo>
                  <a:lnTo>
                    <a:pt x="27" y="969"/>
                  </a:lnTo>
                  <a:lnTo>
                    <a:pt x="34" y="955"/>
                  </a:lnTo>
                  <a:lnTo>
                    <a:pt x="40" y="944"/>
                  </a:lnTo>
                  <a:lnTo>
                    <a:pt x="45" y="931"/>
                  </a:lnTo>
                  <a:lnTo>
                    <a:pt x="51" y="920"/>
                  </a:lnTo>
                  <a:lnTo>
                    <a:pt x="56" y="910"/>
                  </a:lnTo>
                  <a:lnTo>
                    <a:pt x="61" y="899"/>
                  </a:lnTo>
                  <a:lnTo>
                    <a:pt x="67" y="891"/>
                  </a:lnTo>
                  <a:lnTo>
                    <a:pt x="72" y="881"/>
                  </a:lnTo>
                  <a:lnTo>
                    <a:pt x="77" y="872"/>
                  </a:lnTo>
                  <a:lnTo>
                    <a:pt x="82" y="864"/>
                  </a:lnTo>
                  <a:lnTo>
                    <a:pt x="87" y="856"/>
                  </a:lnTo>
                  <a:lnTo>
                    <a:pt x="90" y="848"/>
                  </a:lnTo>
                  <a:lnTo>
                    <a:pt x="95" y="840"/>
                  </a:lnTo>
                  <a:lnTo>
                    <a:pt x="99" y="832"/>
                  </a:lnTo>
                  <a:lnTo>
                    <a:pt x="106" y="824"/>
                  </a:lnTo>
                  <a:lnTo>
                    <a:pt x="111" y="817"/>
                  </a:lnTo>
                  <a:lnTo>
                    <a:pt x="115" y="809"/>
                  </a:lnTo>
                  <a:lnTo>
                    <a:pt x="120" y="801"/>
                  </a:lnTo>
                  <a:lnTo>
                    <a:pt x="127" y="793"/>
                  </a:lnTo>
                  <a:lnTo>
                    <a:pt x="132" y="784"/>
                  </a:lnTo>
                  <a:lnTo>
                    <a:pt x="138" y="776"/>
                  </a:lnTo>
                  <a:lnTo>
                    <a:pt x="144" y="766"/>
                  </a:lnTo>
                  <a:lnTo>
                    <a:pt x="151" y="756"/>
                  </a:lnTo>
                  <a:lnTo>
                    <a:pt x="159" y="747"/>
                  </a:lnTo>
                  <a:lnTo>
                    <a:pt x="165" y="736"/>
                  </a:lnTo>
                  <a:lnTo>
                    <a:pt x="173" y="724"/>
                  </a:lnTo>
                  <a:lnTo>
                    <a:pt x="181" y="712"/>
                  </a:lnTo>
                  <a:lnTo>
                    <a:pt x="191" y="699"/>
                  </a:lnTo>
                  <a:lnTo>
                    <a:pt x="202" y="683"/>
                  </a:lnTo>
                  <a:lnTo>
                    <a:pt x="212" y="667"/>
                  </a:lnTo>
                  <a:lnTo>
                    <a:pt x="223" y="652"/>
                  </a:lnTo>
                  <a:lnTo>
                    <a:pt x="231" y="640"/>
                  </a:lnTo>
                  <a:lnTo>
                    <a:pt x="240" y="627"/>
                  </a:lnTo>
                  <a:lnTo>
                    <a:pt x="248" y="614"/>
                  </a:lnTo>
                  <a:lnTo>
                    <a:pt x="256" y="603"/>
                  </a:lnTo>
                  <a:lnTo>
                    <a:pt x="264" y="592"/>
                  </a:lnTo>
                  <a:lnTo>
                    <a:pt x="272" y="580"/>
                  </a:lnTo>
                  <a:lnTo>
                    <a:pt x="279" y="571"/>
                  </a:lnTo>
                  <a:lnTo>
                    <a:pt x="285" y="561"/>
                  </a:lnTo>
                  <a:lnTo>
                    <a:pt x="293" y="552"/>
                  </a:lnTo>
                  <a:lnTo>
                    <a:pt x="300" y="542"/>
                  </a:lnTo>
                  <a:lnTo>
                    <a:pt x="306" y="534"/>
                  </a:lnTo>
                  <a:lnTo>
                    <a:pt x="312" y="524"/>
                  </a:lnTo>
                  <a:lnTo>
                    <a:pt x="319" y="515"/>
                  </a:lnTo>
                  <a:lnTo>
                    <a:pt x="327" y="507"/>
                  </a:lnTo>
                  <a:lnTo>
                    <a:pt x="333" y="497"/>
                  </a:lnTo>
                  <a:lnTo>
                    <a:pt x="341" y="488"/>
                  </a:lnTo>
                  <a:lnTo>
                    <a:pt x="349" y="478"/>
                  </a:lnTo>
                  <a:lnTo>
                    <a:pt x="357" y="468"/>
                  </a:lnTo>
                  <a:lnTo>
                    <a:pt x="365" y="459"/>
                  </a:lnTo>
                  <a:lnTo>
                    <a:pt x="373" y="448"/>
                  </a:lnTo>
                  <a:lnTo>
                    <a:pt x="383" y="436"/>
                  </a:lnTo>
                  <a:lnTo>
                    <a:pt x="392" y="425"/>
                  </a:lnTo>
                  <a:lnTo>
                    <a:pt x="404" y="412"/>
                  </a:lnTo>
                  <a:lnTo>
                    <a:pt x="415" y="400"/>
                  </a:lnTo>
                  <a:lnTo>
                    <a:pt x="426" y="385"/>
                  </a:lnTo>
                  <a:lnTo>
                    <a:pt x="439" y="371"/>
                  </a:lnTo>
                  <a:lnTo>
                    <a:pt x="453" y="355"/>
                  </a:lnTo>
                  <a:lnTo>
                    <a:pt x="468" y="337"/>
                  </a:lnTo>
                  <a:lnTo>
                    <a:pt x="482" y="320"/>
                  </a:lnTo>
                  <a:lnTo>
                    <a:pt x="498" y="302"/>
                  </a:lnTo>
                  <a:lnTo>
                    <a:pt x="512" y="284"/>
                  </a:lnTo>
                  <a:lnTo>
                    <a:pt x="525" y="268"/>
                  </a:lnTo>
                  <a:lnTo>
                    <a:pt x="538" y="254"/>
                  </a:lnTo>
                  <a:lnTo>
                    <a:pt x="551" y="240"/>
                  </a:lnTo>
                  <a:lnTo>
                    <a:pt x="562" y="227"/>
                  </a:lnTo>
                  <a:lnTo>
                    <a:pt x="572" y="214"/>
                  </a:lnTo>
                  <a:lnTo>
                    <a:pt x="583" y="203"/>
                  </a:lnTo>
                  <a:lnTo>
                    <a:pt x="591" y="192"/>
                  </a:lnTo>
                  <a:lnTo>
                    <a:pt x="600" y="182"/>
                  </a:lnTo>
                  <a:lnTo>
                    <a:pt x="608" y="172"/>
                  </a:lnTo>
                  <a:lnTo>
                    <a:pt x="616" y="163"/>
                  </a:lnTo>
                  <a:lnTo>
                    <a:pt x="624" y="155"/>
                  </a:lnTo>
                  <a:lnTo>
                    <a:pt x="631" y="147"/>
                  </a:lnTo>
                  <a:lnTo>
                    <a:pt x="639" y="139"/>
                  </a:lnTo>
                  <a:lnTo>
                    <a:pt x="645" y="131"/>
                  </a:lnTo>
                  <a:lnTo>
                    <a:pt x="652" y="123"/>
                  </a:lnTo>
                  <a:lnTo>
                    <a:pt x="660" y="116"/>
                  </a:lnTo>
                  <a:lnTo>
                    <a:pt x="666" y="108"/>
                  </a:lnTo>
                  <a:lnTo>
                    <a:pt x="672" y="102"/>
                  </a:lnTo>
                  <a:lnTo>
                    <a:pt x="679" y="94"/>
                  </a:lnTo>
                  <a:lnTo>
                    <a:pt x="685" y="88"/>
                  </a:lnTo>
                  <a:lnTo>
                    <a:pt x="693" y="80"/>
                  </a:lnTo>
                  <a:lnTo>
                    <a:pt x="700" y="73"/>
                  </a:lnTo>
                  <a:lnTo>
                    <a:pt x="708" y="65"/>
                  </a:lnTo>
                  <a:lnTo>
                    <a:pt x="716" y="57"/>
                  </a:lnTo>
                  <a:lnTo>
                    <a:pt x="724" y="49"/>
                  </a:lnTo>
                  <a:lnTo>
                    <a:pt x="733" y="40"/>
                  </a:lnTo>
                  <a:lnTo>
                    <a:pt x="743" y="30"/>
                  </a:lnTo>
                  <a:lnTo>
                    <a:pt x="752" y="20"/>
                  </a:lnTo>
                  <a:lnTo>
                    <a:pt x="762" y="11"/>
                  </a:lnTo>
                  <a:lnTo>
                    <a:pt x="773" y="0"/>
                  </a:lnTo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538" name="Rectangle 82">
              <a:extLst>
                <a:ext uri="{FF2B5EF4-FFF2-40B4-BE49-F238E27FC236}">
                  <a16:creationId xmlns:a16="http://schemas.microsoft.com/office/drawing/2014/main" id="{ED5959E8-AEC5-4B52-93FB-3A21610B1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4488" y="4818062"/>
              <a:ext cx="2286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539" name="Rectangle 83">
              <a:extLst>
                <a:ext uri="{FF2B5EF4-FFF2-40B4-BE49-F238E27FC236}">
                  <a16:creationId xmlns:a16="http://schemas.microsoft.com/office/drawing/2014/main" id="{1DC6E642-4A68-4619-BF94-45C6D80640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6925" y="3681412"/>
              <a:ext cx="2286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540" name="Freeform 84">
              <a:extLst>
                <a:ext uri="{FF2B5EF4-FFF2-40B4-BE49-F238E27FC236}">
                  <a16:creationId xmlns:a16="http://schemas.microsoft.com/office/drawing/2014/main" id="{04829B0B-A67E-4833-A065-7F20C57FC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213" y="3041650"/>
              <a:ext cx="76200" cy="152400"/>
            </a:xfrm>
            <a:custGeom>
              <a:avLst/>
              <a:gdLst>
                <a:gd name="T0" fmla="*/ 2147483646 w 96"/>
                <a:gd name="T1" fmla="*/ 2147483646 h 192"/>
                <a:gd name="T2" fmla="*/ 0 w 96"/>
                <a:gd name="T3" fmla="*/ 0 h 192"/>
                <a:gd name="T4" fmla="*/ 0 w 96"/>
                <a:gd name="T5" fmla="*/ 2147483646 h 192"/>
                <a:gd name="T6" fmla="*/ 2147483646 w 96"/>
                <a:gd name="T7" fmla="*/ 2147483646 h 192"/>
                <a:gd name="T8" fmla="*/ 2147483646 w 96"/>
                <a:gd name="T9" fmla="*/ 2147483646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92"/>
                <a:gd name="T17" fmla="*/ 96 w 96"/>
                <a:gd name="T18" fmla="*/ 192 h 1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92">
                  <a:moveTo>
                    <a:pt x="96" y="192"/>
                  </a:moveTo>
                  <a:lnTo>
                    <a:pt x="0" y="0"/>
                  </a:lnTo>
                  <a:lnTo>
                    <a:pt x="0" y="192"/>
                  </a:lnTo>
                  <a:lnTo>
                    <a:pt x="64" y="192"/>
                  </a:lnTo>
                  <a:lnTo>
                    <a:pt x="96" y="192"/>
                  </a:lnTo>
                  <a:close/>
                </a:path>
              </a:pathLst>
            </a:custGeom>
            <a:solidFill>
              <a:srgbClr val="000000"/>
            </a:solidFill>
            <a:ln w="2381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541" name="Freeform 85">
              <a:extLst>
                <a:ext uri="{FF2B5EF4-FFF2-40B4-BE49-F238E27FC236}">
                  <a16:creationId xmlns:a16="http://schemas.microsoft.com/office/drawing/2014/main" id="{E2EA6116-223B-427E-8767-864B03D12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663" y="3201987"/>
              <a:ext cx="65087" cy="542925"/>
            </a:xfrm>
            <a:custGeom>
              <a:avLst/>
              <a:gdLst>
                <a:gd name="T0" fmla="*/ 2147483646 w 84"/>
                <a:gd name="T1" fmla="*/ 2147483646 h 684"/>
                <a:gd name="T2" fmla="*/ 2147483646 w 84"/>
                <a:gd name="T3" fmla="*/ 2147483646 h 684"/>
                <a:gd name="T4" fmla="*/ 2147483646 w 84"/>
                <a:gd name="T5" fmla="*/ 2147483646 h 684"/>
                <a:gd name="T6" fmla="*/ 2147483646 w 84"/>
                <a:gd name="T7" fmla="*/ 2147483646 h 684"/>
                <a:gd name="T8" fmla="*/ 2147483646 w 84"/>
                <a:gd name="T9" fmla="*/ 2147483646 h 684"/>
                <a:gd name="T10" fmla="*/ 2147483646 w 84"/>
                <a:gd name="T11" fmla="*/ 2147483646 h 684"/>
                <a:gd name="T12" fmla="*/ 2147483646 w 84"/>
                <a:gd name="T13" fmla="*/ 2147483646 h 684"/>
                <a:gd name="T14" fmla="*/ 2147483646 w 84"/>
                <a:gd name="T15" fmla="*/ 2147483646 h 684"/>
                <a:gd name="T16" fmla="*/ 2147483646 w 84"/>
                <a:gd name="T17" fmla="*/ 2147483646 h 684"/>
                <a:gd name="T18" fmla="*/ 2147483646 w 84"/>
                <a:gd name="T19" fmla="*/ 2147483646 h 684"/>
                <a:gd name="T20" fmla="*/ 2147483646 w 84"/>
                <a:gd name="T21" fmla="*/ 2147483646 h 684"/>
                <a:gd name="T22" fmla="*/ 2147483646 w 84"/>
                <a:gd name="T23" fmla="*/ 2147483646 h 684"/>
                <a:gd name="T24" fmla="*/ 2147483646 w 84"/>
                <a:gd name="T25" fmla="*/ 2147483646 h 684"/>
                <a:gd name="T26" fmla="*/ 2147483646 w 84"/>
                <a:gd name="T27" fmla="*/ 2147483646 h 684"/>
                <a:gd name="T28" fmla="*/ 2147483646 w 84"/>
                <a:gd name="T29" fmla="*/ 2147483646 h 684"/>
                <a:gd name="T30" fmla="*/ 2147483646 w 84"/>
                <a:gd name="T31" fmla="*/ 2147483646 h 684"/>
                <a:gd name="T32" fmla="*/ 2147483646 w 84"/>
                <a:gd name="T33" fmla="*/ 2147483646 h 684"/>
                <a:gd name="T34" fmla="*/ 2147483646 w 84"/>
                <a:gd name="T35" fmla="*/ 2147483646 h 684"/>
                <a:gd name="T36" fmla="*/ 2147483646 w 84"/>
                <a:gd name="T37" fmla="*/ 2147483646 h 684"/>
                <a:gd name="T38" fmla="*/ 2147483646 w 84"/>
                <a:gd name="T39" fmla="*/ 2147483646 h 684"/>
                <a:gd name="T40" fmla="*/ 2147483646 w 84"/>
                <a:gd name="T41" fmla="*/ 2147483646 h 684"/>
                <a:gd name="T42" fmla="*/ 2147483646 w 84"/>
                <a:gd name="T43" fmla="*/ 2147483646 h 684"/>
                <a:gd name="T44" fmla="*/ 2147483646 w 84"/>
                <a:gd name="T45" fmla="*/ 2147483646 h 684"/>
                <a:gd name="T46" fmla="*/ 2147483646 w 84"/>
                <a:gd name="T47" fmla="*/ 2147483646 h 684"/>
                <a:gd name="T48" fmla="*/ 2147483646 w 84"/>
                <a:gd name="T49" fmla="*/ 2147483646 h 684"/>
                <a:gd name="T50" fmla="*/ 2147483646 w 84"/>
                <a:gd name="T51" fmla="*/ 2147483646 h 684"/>
                <a:gd name="T52" fmla="*/ 2147483646 w 84"/>
                <a:gd name="T53" fmla="*/ 2147483646 h 684"/>
                <a:gd name="T54" fmla="*/ 2147483646 w 84"/>
                <a:gd name="T55" fmla="*/ 2147483646 h 684"/>
                <a:gd name="T56" fmla="*/ 2147483646 w 84"/>
                <a:gd name="T57" fmla="*/ 2147483646 h 684"/>
                <a:gd name="T58" fmla="*/ 2147483646 w 84"/>
                <a:gd name="T59" fmla="*/ 2147483646 h 684"/>
                <a:gd name="T60" fmla="*/ 2147483646 w 84"/>
                <a:gd name="T61" fmla="*/ 2147483646 h 684"/>
                <a:gd name="T62" fmla="*/ 2147483646 w 84"/>
                <a:gd name="T63" fmla="*/ 2147483646 h 684"/>
                <a:gd name="T64" fmla="*/ 2147483646 w 84"/>
                <a:gd name="T65" fmla="*/ 2147483646 h 684"/>
                <a:gd name="T66" fmla="*/ 2147483646 w 84"/>
                <a:gd name="T67" fmla="*/ 2147483646 h 684"/>
                <a:gd name="T68" fmla="*/ 2147483646 w 84"/>
                <a:gd name="T69" fmla="*/ 2147483646 h 684"/>
                <a:gd name="T70" fmla="*/ 2147483646 w 84"/>
                <a:gd name="T71" fmla="*/ 2147483646 h 684"/>
                <a:gd name="T72" fmla="*/ 2147483646 w 84"/>
                <a:gd name="T73" fmla="*/ 2147483646 h 684"/>
                <a:gd name="T74" fmla="*/ 2147483646 w 84"/>
                <a:gd name="T75" fmla="*/ 2147483646 h 684"/>
                <a:gd name="T76" fmla="*/ 2147483646 w 84"/>
                <a:gd name="T77" fmla="*/ 2147483646 h 684"/>
                <a:gd name="T78" fmla="*/ 2147483646 w 84"/>
                <a:gd name="T79" fmla="*/ 2147483646 h 684"/>
                <a:gd name="T80" fmla="*/ 2147483646 w 84"/>
                <a:gd name="T81" fmla="*/ 2147483646 h 684"/>
                <a:gd name="T82" fmla="*/ 2147483646 w 84"/>
                <a:gd name="T83" fmla="*/ 2147483646 h 684"/>
                <a:gd name="T84" fmla="*/ 2147483646 w 84"/>
                <a:gd name="T85" fmla="*/ 2147483646 h 684"/>
                <a:gd name="T86" fmla="*/ 2147483646 w 84"/>
                <a:gd name="T87" fmla="*/ 2147483646 h 684"/>
                <a:gd name="T88" fmla="*/ 2147483646 w 84"/>
                <a:gd name="T89" fmla="*/ 2147483646 h 684"/>
                <a:gd name="T90" fmla="*/ 2147483646 w 84"/>
                <a:gd name="T91" fmla="*/ 2147483646 h 684"/>
                <a:gd name="T92" fmla="*/ 2147483646 w 84"/>
                <a:gd name="T93" fmla="*/ 2147483646 h 684"/>
                <a:gd name="T94" fmla="*/ 2147483646 w 84"/>
                <a:gd name="T95" fmla="*/ 2147483646 h 684"/>
                <a:gd name="T96" fmla="*/ 2147483646 w 84"/>
                <a:gd name="T97" fmla="*/ 2147483646 h 68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84"/>
                <a:gd name="T148" fmla="*/ 0 h 684"/>
                <a:gd name="T149" fmla="*/ 84 w 84"/>
                <a:gd name="T150" fmla="*/ 684 h 68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84" h="684">
                  <a:moveTo>
                    <a:pt x="0" y="0"/>
                  </a:moveTo>
                  <a:lnTo>
                    <a:pt x="2" y="4"/>
                  </a:lnTo>
                  <a:lnTo>
                    <a:pt x="4" y="9"/>
                  </a:lnTo>
                  <a:lnTo>
                    <a:pt x="5" y="14"/>
                  </a:lnTo>
                  <a:lnTo>
                    <a:pt x="7" y="19"/>
                  </a:lnTo>
                  <a:lnTo>
                    <a:pt x="8" y="22"/>
                  </a:lnTo>
                  <a:lnTo>
                    <a:pt x="10" y="27"/>
                  </a:lnTo>
                  <a:lnTo>
                    <a:pt x="10" y="32"/>
                  </a:lnTo>
                  <a:lnTo>
                    <a:pt x="12" y="35"/>
                  </a:lnTo>
                  <a:lnTo>
                    <a:pt x="13" y="40"/>
                  </a:lnTo>
                  <a:lnTo>
                    <a:pt x="15" y="43"/>
                  </a:lnTo>
                  <a:lnTo>
                    <a:pt x="15" y="48"/>
                  </a:lnTo>
                  <a:lnTo>
                    <a:pt x="16" y="51"/>
                  </a:lnTo>
                  <a:lnTo>
                    <a:pt x="16" y="56"/>
                  </a:lnTo>
                  <a:lnTo>
                    <a:pt x="18" y="60"/>
                  </a:lnTo>
                  <a:lnTo>
                    <a:pt x="20" y="64"/>
                  </a:lnTo>
                  <a:lnTo>
                    <a:pt x="20" y="68"/>
                  </a:lnTo>
                  <a:lnTo>
                    <a:pt x="21" y="73"/>
                  </a:lnTo>
                  <a:lnTo>
                    <a:pt x="21" y="76"/>
                  </a:lnTo>
                  <a:lnTo>
                    <a:pt x="23" y="81"/>
                  </a:lnTo>
                  <a:lnTo>
                    <a:pt x="23" y="86"/>
                  </a:lnTo>
                  <a:lnTo>
                    <a:pt x="24" y="91"/>
                  </a:lnTo>
                  <a:lnTo>
                    <a:pt x="26" y="94"/>
                  </a:lnTo>
                  <a:lnTo>
                    <a:pt x="26" y="99"/>
                  </a:lnTo>
                  <a:lnTo>
                    <a:pt x="28" y="104"/>
                  </a:lnTo>
                  <a:lnTo>
                    <a:pt x="28" y="110"/>
                  </a:lnTo>
                  <a:lnTo>
                    <a:pt x="29" y="115"/>
                  </a:lnTo>
                  <a:lnTo>
                    <a:pt x="29" y="120"/>
                  </a:lnTo>
                  <a:lnTo>
                    <a:pt x="31" y="124"/>
                  </a:lnTo>
                  <a:lnTo>
                    <a:pt x="32" y="131"/>
                  </a:lnTo>
                  <a:lnTo>
                    <a:pt x="32" y="136"/>
                  </a:lnTo>
                  <a:lnTo>
                    <a:pt x="34" y="142"/>
                  </a:lnTo>
                  <a:lnTo>
                    <a:pt x="36" y="148"/>
                  </a:lnTo>
                  <a:lnTo>
                    <a:pt x="37" y="160"/>
                  </a:lnTo>
                  <a:lnTo>
                    <a:pt x="39" y="171"/>
                  </a:lnTo>
                  <a:lnTo>
                    <a:pt x="42" y="180"/>
                  </a:lnTo>
                  <a:lnTo>
                    <a:pt x="44" y="190"/>
                  </a:lnTo>
                  <a:lnTo>
                    <a:pt x="45" y="200"/>
                  </a:lnTo>
                  <a:lnTo>
                    <a:pt x="47" y="208"/>
                  </a:lnTo>
                  <a:lnTo>
                    <a:pt x="48" y="217"/>
                  </a:lnTo>
                  <a:lnTo>
                    <a:pt x="48" y="224"/>
                  </a:lnTo>
                  <a:lnTo>
                    <a:pt x="50" y="232"/>
                  </a:lnTo>
                  <a:lnTo>
                    <a:pt x="52" y="240"/>
                  </a:lnTo>
                  <a:lnTo>
                    <a:pt x="53" y="246"/>
                  </a:lnTo>
                  <a:lnTo>
                    <a:pt x="53" y="252"/>
                  </a:lnTo>
                  <a:lnTo>
                    <a:pt x="55" y="259"/>
                  </a:lnTo>
                  <a:lnTo>
                    <a:pt x="56" y="265"/>
                  </a:lnTo>
                  <a:lnTo>
                    <a:pt x="56" y="273"/>
                  </a:lnTo>
                  <a:lnTo>
                    <a:pt x="58" y="280"/>
                  </a:lnTo>
                  <a:lnTo>
                    <a:pt x="58" y="286"/>
                  </a:lnTo>
                  <a:lnTo>
                    <a:pt x="60" y="292"/>
                  </a:lnTo>
                  <a:lnTo>
                    <a:pt x="60" y="299"/>
                  </a:lnTo>
                  <a:lnTo>
                    <a:pt x="61" y="307"/>
                  </a:lnTo>
                  <a:lnTo>
                    <a:pt x="61" y="313"/>
                  </a:lnTo>
                  <a:lnTo>
                    <a:pt x="63" y="321"/>
                  </a:lnTo>
                  <a:lnTo>
                    <a:pt x="63" y="329"/>
                  </a:lnTo>
                  <a:lnTo>
                    <a:pt x="64" y="339"/>
                  </a:lnTo>
                  <a:lnTo>
                    <a:pt x="64" y="347"/>
                  </a:lnTo>
                  <a:lnTo>
                    <a:pt x="66" y="356"/>
                  </a:lnTo>
                  <a:lnTo>
                    <a:pt x="66" y="368"/>
                  </a:lnTo>
                  <a:lnTo>
                    <a:pt x="68" y="379"/>
                  </a:lnTo>
                  <a:lnTo>
                    <a:pt x="68" y="390"/>
                  </a:lnTo>
                  <a:lnTo>
                    <a:pt x="69" y="403"/>
                  </a:lnTo>
                  <a:lnTo>
                    <a:pt x="71" y="416"/>
                  </a:lnTo>
                  <a:lnTo>
                    <a:pt x="71" y="428"/>
                  </a:lnTo>
                  <a:lnTo>
                    <a:pt x="72" y="443"/>
                  </a:lnTo>
                  <a:lnTo>
                    <a:pt x="74" y="456"/>
                  </a:lnTo>
                  <a:lnTo>
                    <a:pt x="74" y="468"/>
                  </a:lnTo>
                  <a:lnTo>
                    <a:pt x="76" y="480"/>
                  </a:lnTo>
                  <a:lnTo>
                    <a:pt x="76" y="491"/>
                  </a:lnTo>
                  <a:lnTo>
                    <a:pt x="77" y="500"/>
                  </a:lnTo>
                  <a:lnTo>
                    <a:pt x="77" y="510"/>
                  </a:lnTo>
                  <a:lnTo>
                    <a:pt x="79" y="520"/>
                  </a:lnTo>
                  <a:lnTo>
                    <a:pt x="79" y="528"/>
                  </a:lnTo>
                  <a:lnTo>
                    <a:pt x="79" y="536"/>
                  </a:lnTo>
                  <a:lnTo>
                    <a:pt x="80" y="544"/>
                  </a:lnTo>
                  <a:lnTo>
                    <a:pt x="80" y="550"/>
                  </a:lnTo>
                  <a:lnTo>
                    <a:pt x="80" y="556"/>
                  </a:lnTo>
                  <a:lnTo>
                    <a:pt x="82" y="563"/>
                  </a:lnTo>
                  <a:lnTo>
                    <a:pt x="82" y="569"/>
                  </a:lnTo>
                  <a:lnTo>
                    <a:pt x="82" y="576"/>
                  </a:lnTo>
                  <a:lnTo>
                    <a:pt x="82" y="582"/>
                  </a:lnTo>
                  <a:lnTo>
                    <a:pt x="82" y="587"/>
                  </a:lnTo>
                  <a:lnTo>
                    <a:pt x="82" y="593"/>
                  </a:lnTo>
                  <a:lnTo>
                    <a:pt x="82" y="600"/>
                  </a:lnTo>
                  <a:lnTo>
                    <a:pt x="84" y="604"/>
                  </a:lnTo>
                  <a:lnTo>
                    <a:pt x="84" y="611"/>
                  </a:lnTo>
                  <a:lnTo>
                    <a:pt x="84" y="617"/>
                  </a:lnTo>
                  <a:lnTo>
                    <a:pt x="84" y="622"/>
                  </a:lnTo>
                  <a:lnTo>
                    <a:pt x="84" y="628"/>
                  </a:lnTo>
                  <a:lnTo>
                    <a:pt x="84" y="636"/>
                  </a:lnTo>
                  <a:lnTo>
                    <a:pt x="84" y="643"/>
                  </a:lnTo>
                  <a:lnTo>
                    <a:pt x="84" y="651"/>
                  </a:lnTo>
                  <a:lnTo>
                    <a:pt x="84" y="657"/>
                  </a:lnTo>
                  <a:lnTo>
                    <a:pt x="84" y="667"/>
                  </a:lnTo>
                  <a:lnTo>
                    <a:pt x="84" y="675"/>
                  </a:lnTo>
                  <a:lnTo>
                    <a:pt x="84" y="684"/>
                  </a:lnTo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542" name="Freeform 86">
              <a:extLst>
                <a:ext uri="{FF2B5EF4-FFF2-40B4-BE49-F238E27FC236}">
                  <a16:creationId xmlns:a16="http://schemas.microsoft.com/office/drawing/2014/main" id="{2342406A-F5D4-405C-8575-BD5791E71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400" y="3744912"/>
              <a:ext cx="133350" cy="728663"/>
            </a:xfrm>
            <a:custGeom>
              <a:avLst/>
              <a:gdLst>
                <a:gd name="T0" fmla="*/ 2147483646 w 170"/>
                <a:gd name="T1" fmla="*/ 2147483646 h 919"/>
                <a:gd name="T2" fmla="*/ 2147483646 w 170"/>
                <a:gd name="T3" fmla="*/ 2147483646 h 919"/>
                <a:gd name="T4" fmla="*/ 2147483646 w 170"/>
                <a:gd name="T5" fmla="*/ 2147483646 h 919"/>
                <a:gd name="T6" fmla="*/ 2147483646 w 170"/>
                <a:gd name="T7" fmla="*/ 2147483646 h 919"/>
                <a:gd name="T8" fmla="*/ 2147483646 w 170"/>
                <a:gd name="T9" fmla="*/ 2147483646 h 919"/>
                <a:gd name="T10" fmla="*/ 2147483646 w 170"/>
                <a:gd name="T11" fmla="*/ 2147483646 h 919"/>
                <a:gd name="T12" fmla="*/ 2147483646 w 170"/>
                <a:gd name="T13" fmla="*/ 2147483646 h 919"/>
                <a:gd name="T14" fmla="*/ 2147483646 w 170"/>
                <a:gd name="T15" fmla="*/ 2147483646 h 919"/>
                <a:gd name="T16" fmla="*/ 2147483646 w 170"/>
                <a:gd name="T17" fmla="*/ 2147483646 h 919"/>
                <a:gd name="T18" fmla="*/ 2147483646 w 170"/>
                <a:gd name="T19" fmla="*/ 2147483646 h 919"/>
                <a:gd name="T20" fmla="*/ 2147483646 w 170"/>
                <a:gd name="T21" fmla="*/ 2147483646 h 919"/>
                <a:gd name="T22" fmla="*/ 2147483646 w 170"/>
                <a:gd name="T23" fmla="*/ 2147483646 h 919"/>
                <a:gd name="T24" fmla="*/ 2147483646 w 170"/>
                <a:gd name="T25" fmla="*/ 2147483646 h 919"/>
                <a:gd name="T26" fmla="*/ 2147483646 w 170"/>
                <a:gd name="T27" fmla="*/ 2147483646 h 919"/>
                <a:gd name="T28" fmla="*/ 2147483646 w 170"/>
                <a:gd name="T29" fmla="*/ 2147483646 h 919"/>
                <a:gd name="T30" fmla="*/ 2147483646 w 170"/>
                <a:gd name="T31" fmla="*/ 2147483646 h 919"/>
                <a:gd name="T32" fmla="*/ 2147483646 w 170"/>
                <a:gd name="T33" fmla="*/ 2147483646 h 919"/>
                <a:gd name="T34" fmla="*/ 2147483646 w 170"/>
                <a:gd name="T35" fmla="*/ 2147483646 h 919"/>
                <a:gd name="T36" fmla="*/ 2147483646 w 170"/>
                <a:gd name="T37" fmla="*/ 2147483646 h 919"/>
                <a:gd name="T38" fmla="*/ 2147483646 w 170"/>
                <a:gd name="T39" fmla="*/ 2147483646 h 919"/>
                <a:gd name="T40" fmla="*/ 2147483646 w 170"/>
                <a:gd name="T41" fmla="*/ 2147483646 h 919"/>
                <a:gd name="T42" fmla="*/ 2147483646 w 170"/>
                <a:gd name="T43" fmla="*/ 2147483646 h 919"/>
                <a:gd name="T44" fmla="*/ 2147483646 w 170"/>
                <a:gd name="T45" fmla="*/ 2147483646 h 919"/>
                <a:gd name="T46" fmla="*/ 2147483646 w 170"/>
                <a:gd name="T47" fmla="*/ 2147483646 h 919"/>
                <a:gd name="T48" fmla="*/ 2147483646 w 170"/>
                <a:gd name="T49" fmla="*/ 2147483646 h 919"/>
                <a:gd name="T50" fmla="*/ 2147483646 w 170"/>
                <a:gd name="T51" fmla="*/ 2147483646 h 919"/>
                <a:gd name="T52" fmla="*/ 2147483646 w 170"/>
                <a:gd name="T53" fmla="*/ 2147483646 h 919"/>
                <a:gd name="T54" fmla="*/ 2147483646 w 170"/>
                <a:gd name="T55" fmla="*/ 2147483646 h 919"/>
                <a:gd name="T56" fmla="*/ 2147483646 w 170"/>
                <a:gd name="T57" fmla="*/ 2147483646 h 919"/>
                <a:gd name="T58" fmla="*/ 2147483646 w 170"/>
                <a:gd name="T59" fmla="*/ 2147483646 h 919"/>
                <a:gd name="T60" fmla="*/ 2147483646 w 170"/>
                <a:gd name="T61" fmla="*/ 2147483646 h 919"/>
                <a:gd name="T62" fmla="*/ 2147483646 w 170"/>
                <a:gd name="T63" fmla="*/ 2147483646 h 919"/>
                <a:gd name="T64" fmla="*/ 2147483646 w 170"/>
                <a:gd name="T65" fmla="*/ 2147483646 h 919"/>
                <a:gd name="T66" fmla="*/ 2147483646 w 170"/>
                <a:gd name="T67" fmla="*/ 2147483646 h 919"/>
                <a:gd name="T68" fmla="*/ 2147483646 w 170"/>
                <a:gd name="T69" fmla="*/ 2147483646 h 919"/>
                <a:gd name="T70" fmla="*/ 2147483646 w 170"/>
                <a:gd name="T71" fmla="*/ 2147483646 h 919"/>
                <a:gd name="T72" fmla="*/ 2147483646 w 170"/>
                <a:gd name="T73" fmla="*/ 2147483646 h 919"/>
                <a:gd name="T74" fmla="*/ 2147483646 w 170"/>
                <a:gd name="T75" fmla="*/ 2147483646 h 919"/>
                <a:gd name="T76" fmla="*/ 2147483646 w 170"/>
                <a:gd name="T77" fmla="*/ 2147483646 h 919"/>
                <a:gd name="T78" fmla="*/ 2147483646 w 170"/>
                <a:gd name="T79" fmla="*/ 2147483646 h 919"/>
                <a:gd name="T80" fmla="*/ 2147483646 w 170"/>
                <a:gd name="T81" fmla="*/ 2147483646 h 919"/>
                <a:gd name="T82" fmla="*/ 2147483646 w 170"/>
                <a:gd name="T83" fmla="*/ 2147483646 h 919"/>
                <a:gd name="T84" fmla="*/ 2147483646 w 170"/>
                <a:gd name="T85" fmla="*/ 2147483646 h 919"/>
                <a:gd name="T86" fmla="*/ 2147483646 w 170"/>
                <a:gd name="T87" fmla="*/ 2147483646 h 919"/>
                <a:gd name="T88" fmla="*/ 2147483646 w 170"/>
                <a:gd name="T89" fmla="*/ 2147483646 h 919"/>
                <a:gd name="T90" fmla="*/ 2147483646 w 170"/>
                <a:gd name="T91" fmla="*/ 2147483646 h 919"/>
                <a:gd name="T92" fmla="*/ 2147483646 w 170"/>
                <a:gd name="T93" fmla="*/ 2147483646 h 919"/>
                <a:gd name="T94" fmla="*/ 2147483646 w 170"/>
                <a:gd name="T95" fmla="*/ 2147483646 h 919"/>
                <a:gd name="T96" fmla="*/ 2147483646 w 170"/>
                <a:gd name="T97" fmla="*/ 2147483646 h 91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70"/>
                <a:gd name="T148" fmla="*/ 0 h 919"/>
                <a:gd name="T149" fmla="*/ 170 w 170"/>
                <a:gd name="T150" fmla="*/ 919 h 91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70" h="919">
                  <a:moveTo>
                    <a:pt x="0" y="919"/>
                  </a:moveTo>
                  <a:lnTo>
                    <a:pt x="10" y="896"/>
                  </a:lnTo>
                  <a:lnTo>
                    <a:pt x="18" y="874"/>
                  </a:lnTo>
                  <a:lnTo>
                    <a:pt x="26" y="853"/>
                  </a:lnTo>
                  <a:lnTo>
                    <a:pt x="32" y="834"/>
                  </a:lnTo>
                  <a:lnTo>
                    <a:pt x="40" y="816"/>
                  </a:lnTo>
                  <a:lnTo>
                    <a:pt x="45" y="799"/>
                  </a:lnTo>
                  <a:lnTo>
                    <a:pt x="51" y="784"/>
                  </a:lnTo>
                  <a:lnTo>
                    <a:pt x="58" y="770"/>
                  </a:lnTo>
                  <a:lnTo>
                    <a:pt x="62" y="756"/>
                  </a:lnTo>
                  <a:lnTo>
                    <a:pt x="67" y="743"/>
                  </a:lnTo>
                  <a:lnTo>
                    <a:pt x="70" y="730"/>
                  </a:lnTo>
                  <a:lnTo>
                    <a:pt x="75" y="719"/>
                  </a:lnTo>
                  <a:lnTo>
                    <a:pt x="78" y="708"/>
                  </a:lnTo>
                  <a:lnTo>
                    <a:pt x="82" y="698"/>
                  </a:lnTo>
                  <a:lnTo>
                    <a:pt x="85" y="688"/>
                  </a:lnTo>
                  <a:lnTo>
                    <a:pt x="88" y="679"/>
                  </a:lnTo>
                  <a:lnTo>
                    <a:pt x="91" y="671"/>
                  </a:lnTo>
                  <a:lnTo>
                    <a:pt x="93" y="663"/>
                  </a:lnTo>
                  <a:lnTo>
                    <a:pt x="96" y="653"/>
                  </a:lnTo>
                  <a:lnTo>
                    <a:pt x="98" y="645"/>
                  </a:lnTo>
                  <a:lnTo>
                    <a:pt x="99" y="637"/>
                  </a:lnTo>
                  <a:lnTo>
                    <a:pt x="102" y="629"/>
                  </a:lnTo>
                  <a:lnTo>
                    <a:pt x="104" y="621"/>
                  </a:lnTo>
                  <a:lnTo>
                    <a:pt x="106" y="613"/>
                  </a:lnTo>
                  <a:lnTo>
                    <a:pt x="107" y="605"/>
                  </a:lnTo>
                  <a:lnTo>
                    <a:pt x="109" y="597"/>
                  </a:lnTo>
                  <a:lnTo>
                    <a:pt x="110" y="588"/>
                  </a:lnTo>
                  <a:lnTo>
                    <a:pt x="114" y="578"/>
                  </a:lnTo>
                  <a:lnTo>
                    <a:pt x="115" y="568"/>
                  </a:lnTo>
                  <a:lnTo>
                    <a:pt x="117" y="559"/>
                  </a:lnTo>
                  <a:lnTo>
                    <a:pt x="118" y="548"/>
                  </a:lnTo>
                  <a:lnTo>
                    <a:pt x="122" y="536"/>
                  </a:lnTo>
                  <a:lnTo>
                    <a:pt x="123" y="525"/>
                  </a:lnTo>
                  <a:lnTo>
                    <a:pt x="125" y="514"/>
                  </a:lnTo>
                  <a:lnTo>
                    <a:pt x="128" y="503"/>
                  </a:lnTo>
                  <a:lnTo>
                    <a:pt x="130" y="493"/>
                  </a:lnTo>
                  <a:lnTo>
                    <a:pt x="131" y="485"/>
                  </a:lnTo>
                  <a:lnTo>
                    <a:pt x="133" y="476"/>
                  </a:lnTo>
                  <a:lnTo>
                    <a:pt x="134" y="468"/>
                  </a:lnTo>
                  <a:lnTo>
                    <a:pt x="134" y="460"/>
                  </a:lnTo>
                  <a:lnTo>
                    <a:pt x="136" y="453"/>
                  </a:lnTo>
                  <a:lnTo>
                    <a:pt x="138" y="445"/>
                  </a:lnTo>
                  <a:lnTo>
                    <a:pt x="139" y="439"/>
                  </a:lnTo>
                  <a:lnTo>
                    <a:pt x="139" y="431"/>
                  </a:lnTo>
                  <a:lnTo>
                    <a:pt x="141" y="424"/>
                  </a:lnTo>
                  <a:lnTo>
                    <a:pt x="142" y="418"/>
                  </a:lnTo>
                  <a:lnTo>
                    <a:pt x="142" y="412"/>
                  </a:lnTo>
                  <a:lnTo>
                    <a:pt x="144" y="405"/>
                  </a:lnTo>
                  <a:lnTo>
                    <a:pt x="144" y="399"/>
                  </a:lnTo>
                  <a:lnTo>
                    <a:pt x="146" y="392"/>
                  </a:lnTo>
                  <a:lnTo>
                    <a:pt x="146" y="384"/>
                  </a:lnTo>
                  <a:lnTo>
                    <a:pt x="147" y="378"/>
                  </a:lnTo>
                  <a:lnTo>
                    <a:pt x="147" y="370"/>
                  </a:lnTo>
                  <a:lnTo>
                    <a:pt x="149" y="362"/>
                  </a:lnTo>
                  <a:lnTo>
                    <a:pt x="149" y="354"/>
                  </a:lnTo>
                  <a:lnTo>
                    <a:pt x="150" y="346"/>
                  </a:lnTo>
                  <a:lnTo>
                    <a:pt x="150" y="336"/>
                  </a:lnTo>
                  <a:lnTo>
                    <a:pt x="152" y="327"/>
                  </a:lnTo>
                  <a:lnTo>
                    <a:pt x="152" y="317"/>
                  </a:lnTo>
                  <a:lnTo>
                    <a:pt x="154" y="306"/>
                  </a:lnTo>
                  <a:lnTo>
                    <a:pt x="154" y="295"/>
                  </a:lnTo>
                  <a:lnTo>
                    <a:pt x="155" y="282"/>
                  </a:lnTo>
                  <a:lnTo>
                    <a:pt x="157" y="269"/>
                  </a:lnTo>
                  <a:lnTo>
                    <a:pt x="157" y="255"/>
                  </a:lnTo>
                  <a:lnTo>
                    <a:pt x="158" y="242"/>
                  </a:lnTo>
                  <a:lnTo>
                    <a:pt x="160" y="228"/>
                  </a:lnTo>
                  <a:lnTo>
                    <a:pt x="160" y="216"/>
                  </a:lnTo>
                  <a:lnTo>
                    <a:pt x="162" y="205"/>
                  </a:lnTo>
                  <a:lnTo>
                    <a:pt x="162" y="194"/>
                  </a:lnTo>
                  <a:lnTo>
                    <a:pt x="163" y="183"/>
                  </a:lnTo>
                  <a:lnTo>
                    <a:pt x="163" y="175"/>
                  </a:lnTo>
                  <a:lnTo>
                    <a:pt x="165" y="165"/>
                  </a:lnTo>
                  <a:lnTo>
                    <a:pt x="165" y="157"/>
                  </a:lnTo>
                  <a:lnTo>
                    <a:pt x="165" y="149"/>
                  </a:lnTo>
                  <a:lnTo>
                    <a:pt x="166" y="141"/>
                  </a:lnTo>
                  <a:lnTo>
                    <a:pt x="166" y="135"/>
                  </a:lnTo>
                  <a:lnTo>
                    <a:pt x="166" y="127"/>
                  </a:lnTo>
                  <a:lnTo>
                    <a:pt x="168" y="120"/>
                  </a:lnTo>
                  <a:lnTo>
                    <a:pt x="168" y="114"/>
                  </a:lnTo>
                  <a:lnTo>
                    <a:pt x="168" y="109"/>
                  </a:lnTo>
                  <a:lnTo>
                    <a:pt x="168" y="103"/>
                  </a:lnTo>
                  <a:lnTo>
                    <a:pt x="168" y="96"/>
                  </a:lnTo>
                  <a:lnTo>
                    <a:pt x="168" y="92"/>
                  </a:lnTo>
                  <a:lnTo>
                    <a:pt x="168" y="85"/>
                  </a:lnTo>
                  <a:lnTo>
                    <a:pt x="170" y="79"/>
                  </a:lnTo>
                  <a:lnTo>
                    <a:pt x="170" y="74"/>
                  </a:lnTo>
                  <a:lnTo>
                    <a:pt x="170" y="68"/>
                  </a:lnTo>
                  <a:lnTo>
                    <a:pt x="170" y="61"/>
                  </a:lnTo>
                  <a:lnTo>
                    <a:pt x="170" y="55"/>
                  </a:lnTo>
                  <a:lnTo>
                    <a:pt x="170" y="48"/>
                  </a:lnTo>
                  <a:lnTo>
                    <a:pt x="170" y="42"/>
                  </a:lnTo>
                  <a:lnTo>
                    <a:pt x="170" y="34"/>
                  </a:lnTo>
                  <a:lnTo>
                    <a:pt x="170" y="26"/>
                  </a:lnTo>
                  <a:lnTo>
                    <a:pt x="170" y="18"/>
                  </a:lnTo>
                  <a:lnTo>
                    <a:pt x="170" y="10"/>
                  </a:lnTo>
                  <a:lnTo>
                    <a:pt x="170" y="0"/>
                  </a:lnTo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543" name="Freeform 87">
              <a:extLst>
                <a:ext uri="{FF2B5EF4-FFF2-40B4-BE49-F238E27FC236}">
                  <a16:creationId xmlns:a16="http://schemas.microsoft.com/office/drawing/2014/main" id="{FFB6BB4F-186B-44AA-B2D2-AC1CD382C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013" y="4286250"/>
              <a:ext cx="101600" cy="152400"/>
            </a:xfrm>
            <a:custGeom>
              <a:avLst/>
              <a:gdLst>
                <a:gd name="T0" fmla="*/ 0 w 128"/>
                <a:gd name="T1" fmla="*/ 2147483646 h 192"/>
                <a:gd name="T2" fmla="*/ 2147483646 w 128"/>
                <a:gd name="T3" fmla="*/ 2147483646 h 192"/>
                <a:gd name="T4" fmla="*/ 2147483646 w 128"/>
                <a:gd name="T5" fmla="*/ 0 h 192"/>
                <a:gd name="T6" fmla="*/ 2147483646 w 128"/>
                <a:gd name="T7" fmla="*/ 2147483646 h 192"/>
                <a:gd name="T8" fmla="*/ 0 w 128"/>
                <a:gd name="T9" fmla="*/ 2147483646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8"/>
                <a:gd name="T16" fmla="*/ 0 h 192"/>
                <a:gd name="T17" fmla="*/ 128 w 128"/>
                <a:gd name="T18" fmla="*/ 192 h 1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8" h="192">
                  <a:moveTo>
                    <a:pt x="0" y="32"/>
                  </a:moveTo>
                  <a:lnTo>
                    <a:pt x="128" y="192"/>
                  </a:lnTo>
                  <a:lnTo>
                    <a:pt x="64" y="0"/>
                  </a:lnTo>
                  <a:lnTo>
                    <a:pt x="32" y="32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000000"/>
            </a:solidFill>
            <a:ln w="2381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544" name="Freeform 88">
              <a:extLst>
                <a:ext uri="{FF2B5EF4-FFF2-40B4-BE49-F238E27FC236}">
                  <a16:creationId xmlns:a16="http://schemas.microsoft.com/office/drawing/2014/main" id="{711DE749-A107-4877-8777-44350FE89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163" y="3744912"/>
              <a:ext cx="92075" cy="550863"/>
            </a:xfrm>
            <a:custGeom>
              <a:avLst/>
              <a:gdLst>
                <a:gd name="T0" fmla="*/ 2147483646 w 115"/>
                <a:gd name="T1" fmla="*/ 2147483646 h 693"/>
                <a:gd name="T2" fmla="*/ 2147483646 w 115"/>
                <a:gd name="T3" fmla="*/ 2147483646 h 693"/>
                <a:gd name="T4" fmla="*/ 2147483646 w 115"/>
                <a:gd name="T5" fmla="*/ 2147483646 h 693"/>
                <a:gd name="T6" fmla="*/ 2147483646 w 115"/>
                <a:gd name="T7" fmla="*/ 2147483646 h 693"/>
                <a:gd name="T8" fmla="*/ 2147483646 w 115"/>
                <a:gd name="T9" fmla="*/ 2147483646 h 693"/>
                <a:gd name="T10" fmla="*/ 2147483646 w 115"/>
                <a:gd name="T11" fmla="*/ 2147483646 h 693"/>
                <a:gd name="T12" fmla="*/ 2147483646 w 115"/>
                <a:gd name="T13" fmla="*/ 2147483646 h 693"/>
                <a:gd name="T14" fmla="*/ 2147483646 w 115"/>
                <a:gd name="T15" fmla="*/ 2147483646 h 693"/>
                <a:gd name="T16" fmla="*/ 2147483646 w 115"/>
                <a:gd name="T17" fmla="*/ 2147483646 h 693"/>
                <a:gd name="T18" fmla="*/ 2147483646 w 115"/>
                <a:gd name="T19" fmla="*/ 2147483646 h 693"/>
                <a:gd name="T20" fmla="*/ 2147483646 w 115"/>
                <a:gd name="T21" fmla="*/ 2147483646 h 693"/>
                <a:gd name="T22" fmla="*/ 2147483646 w 115"/>
                <a:gd name="T23" fmla="*/ 2147483646 h 693"/>
                <a:gd name="T24" fmla="*/ 2147483646 w 115"/>
                <a:gd name="T25" fmla="*/ 2147483646 h 693"/>
                <a:gd name="T26" fmla="*/ 2147483646 w 115"/>
                <a:gd name="T27" fmla="*/ 2147483646 h 693"/>
                <a:gd name="T28" fmla="*/ 2147483646 w 115"/>
                <a:gd name="T29" fmla="*/ 2147483646 h 693"/>
                <a:gd name="T30" fmla="*/ 2147483646 w 115"/>
                <a:gd name="T31" fmla="*/ 2147483646 h 693"/>
                <a:gd name="T32" fmla="*/ 2147483646 w 115"/>
                <a:gd name="T33" fmla="*/ 2147483646 h 693"/>
                <a:gd name="T34" fmla="*/ 2147483646 w 115"/>
                <a:gd name="T35" fmla="*/ 2147483646 h 693"/>
                <a:gd name="T36" fmla="*/ 2147483646 w 115"/>
                <a:gd name="T37" fmla="*/ 2147483646 h 693"/>
                <a:gd name="T38" fmla="*/ 2147483646 w 115"/>
                <a:gd name="T39" fmla="*/ 2147483646 h 693"/>
                <a:gd name="T40" fmla="*/ 2147483646 w 115"/>
                <a:gd name="T41" fmla="*/ 2147483646 h 693"/>
                <a:gd name="T42" fmla="*/ 2147483646 w 115"/>
                <a:gd name="T43" fmla="*/ 2147483646 h 693"/>
                <a:gd name="T44" fmla="*/ 2147483646 w 115"/>
                <a:gd name="T45" fmla="*/ 2147483646 h 693"/>
                <a:gd name="T46" fmla="*/ 2147483646 w 115"/>
                <a:gd name="T47" fmla="*/ 2147483646 h 693"/>
                <a:gd name="T48" fmla="*/ 2147483646 w 115"/>
                <a:gd name="T49" fmla="*/ 2147483646 h 693"/>
                <a:gd name="T50" fmla="*/ 2147483646 w 115"/>
                <a:gd name="T51" fmla="*/ 2147483646 h 693"/>
                <a:gd name="T52" fmla="*/ 2147483646 w 115"/>
                <a:gd name="T53" fmla="*/ 2147483646 h 693"/>
                <a:gd name="T54" fmla="*/ 2147483646 w 115"/>
                <a:gd name="T55" fmla="*/ 2147483646 h 693"/>
                <a:gd name="T56" fmla="*/ 2147483646 w 115"/>
                <a:gd name="T57" fmla="*/ 2147483646 h 693"/>
                <a:gd name="T58" fmla="*/ 2147483646 w 115"/>
                <a:gd name="T59" fmla="*/ 2147483646 h 693"/>
                <a:gd name="T60" fmla="*/ 2147483646 w 115"/>
                <a:gd name="T61" fmla="*/ 2147483646 h 693"/>
                <a:gd name="T62" fmla="*/ 2147483646 w 115"/>
                <a:gd name="T63" fmla="*/ 2147483646 h 693"/>
                <a:gd name="T64" fmla="*/ 2147483646 w 115"/>
                <a:gd name="T65" fmla="*/ 2147483646 h 693"/>
                <a:gd name="T66" fmla="*/ 2147483646 w 115"/>
                <a:gd name="T67" fmla="*/ 2147483646 h 693"/>
                <a:gd name="T68" fmla="*/ 2147483646 w 115"/>
                <a:gd name="T69" fmla="*/ 2147483646 h 693"/>
                <a:gd name="T70" fmla="*/ 2147483646 w 115"/>
                <a:gd name="T71" fmla="*/ 2147483646 h 693"/>
                <a:gd name="T72" fmla="*/ 2147483646 w 115"/>
                <a:gd name="T73" fmla="*/ 2147483646 h 693"/>
                <a:gd name="T74" fmla="*/ 2147483646 w 115"/>
                <a:gd name="T75" fmla="*/ 2147483646 h 693"/>
                <a:gd name="T76" fmla="*/ 2147483646 w 115"/>
                <a:gd name="T77" fmla="*/ 2147483646 h 693"/>
                <a:gd name="T78" fmla="*/ 2147483646 w 115"/>
                <a:gd name="T79" fmla="*/ 2147483646 h 693"/>
                <a:gd name="T80" fmla="*/ 2147483646 w 115"/>
                <a:gd name="T81" fmla="*/ 2147483646 h 693"/>
                <a:gd name="T82" fmla="*/ 2147483646 w 115"/>
                <a:gd name="T83" fmla="*/ 2147483646 h 693"/>
                <a:gd name="T84" fmla="*/ 2147483646 w 115"/>
                <a:gd name="T85" fmla="*/ 2147483646 h 693"/>
                <a:gd name="T86" fmla="*/ 2147483646 w 115"/>
                <a:gd name="T87" fmla="*/ 2147483646 h 693"/>
                <a:gd name="T88" fmla="*/ 2147483646 w 115"/>
                <a:gd name="T89" fmla="*/ 2147483646 h 693"/>
                <a:gd name="T90" fmla="*/ 0 w 115"/>
                <a:gd name="T91" fmla="*/ 2147483646 h 693"/>
                <a:gd name="T92" fmla="*/ 0 w 115"/>
                <a:gd name="T93" fmla="*/ 2147483646 h 693"/>
                <a:gd name="T94" fmla="*/ 0 w 115"/>
                <a:gd name="T95" fmla="*/ 2147483646 h 693"/>
                <a:gd name="T96" fmla="*/ 0 w 115"/>
                <a:gd name="T97" fmla="*/ 2147483646 h 69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15"/>
                <a:gd name="T148" fmla="*/ 0 h 693"/>
                <a:gd name="T149" fmla="*/ 115 w 115"/>
                <a:gd name="T150" fmla="*/ 693 h 69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15" h="693">
                  <a:moveTo>
                    <a:pt x="115" y="693"/>
                  </a:moveTo>
                  <a:lnTo>
                    <a:pt x="114" y="688"/>
                  </a:lnTo>
                  <a:lnTo>
                    <a:pt x="110" y="684"/>
                  </a:lnTo>
                  <a:lnTo>
                    <a:pt x="109" y="679"/>
                  </a:lnTo>
                  <a:lnTo>
                    <a:pt x="107" y="674"/>
                  </a:lnTo>
                  <a:lnTo>
                    <a:pt x="104" y="669"/>
                  </a:lnTo>
                  <a:lnTo>
                    <a:pt x="102" y="664"/>
                  </a:lnTo>
                  <a:lnTo>
                    <a:pt x="101" y="660"/>
                  </a:lnTo>
                  <a:lnTo>
                    <a:pt x="99" y="655"/>
                  </a:lnTo>
                  <a:lnTo>
                    <a:pt x="98" y="652"/>
                  </a:lnTo>
                  <a:lnTo>
                    <a:pt x="96" y="647"/>
                  </a:lnTo>
                  <a:lnTo>
                    <a:pt x="94" y="642"/>
                  </a:lnTo>
                  <a:lnTo>
                    <a:pt x="93" y="637"/>
                  </a:lnTo>
                  <a:lnTo>
                    <a:pt x="91" y="634"/>
                  </a:lnTo>
                  <a:lnTo>
                    <a:pt x="90" y="629"/>
                  </a:lnTo>
                  <a:lnTo>
                    <a:pt x="88" y="624"/>
                  </a:lnTo>
                  <a:lnTo>
                    <a:pt x="86" y="620"/>
                  </a:lnTo>
                  <a:lnTo>
                    <a:pt x="86" y="616"/>
                  </a:lnTo>
                  <a:lnTo>
                    <a:pt x="85" y="612"/>
                  </a:lnTo>
                  <a:lnTo>
                    <a:pt x="83" y="607"/>
                  </a:lnTo>
                  <a:lnTo>
                    <a:pt x="82" y="602"/>
                  </a:lnTo>
                  <a:lnTo>
                    <a:pt x="80" y="597"/>
                  </a:lnTo>
                  <a:lnTo>
                    <a:pt x="80" y="592"/>
                  </a:lnTo>
                  <a:lnTo>
                    <a:pt x="78" y="588"/>
                  </a:lnTo>
                  <a:lnTo>
                    <a:pt x="77" y="583"/>
                  </a:lnTo>
                  <a:lnTo>
                    <a:pt x="75" y="576"/>
                  </a:lnTo>
                  <a:lnTo>
                    <a:pt x="74" y="572"/>
                  </a:lnTo>
                  <a:lnTo>
                    <a:pt x="74" y="567"/>
                  </a:lnTo>
                  <a:lnTo>
                    <a:pt x="72" y="560"/>
                  </a:lnTo>
                  <a:lnTo>
                    <a:pt x="70" y="554"/>
                  </a:lnTo>
                  <a:lnTo>
                    <a:pt x="69" y="549"/>
                  </a:lnTo>
                  <a:lnTo>
                    <a:pt x="67" y="543"/>
                  </a:lnTo>
                  <a:lnTo>
                    <a:pt x="66" y="536"/>
                  </a:lnTo>
                  <a:lnTo>
                    <a:pt x="62" y="524"/>
                  </a:lnTo>
                  <a:lnTo>
                    <a:pt x="59" y="514"/>
                  </a:lnTo>
                  <a:lnTo>
                    <a:pt x="58" y="503"/>
                  </a:lnTo>
                  <a:lnTo>
                    <a:pt x="54" y="493"/>
                  </a:lnTo>
                  <a:lnTo>
                    <a:pt x="53" y="484"/>
                  </a:lnTo>
                  <a:lnTo>
                    <a:pt x="50" y="476"/>
                  </a:lnTo>
                  <a:lnTo>
                    <a:pt x="48" y="468"/>
                  </a:lnTo>
                  <a:lnTo>
                    <a:pt x="46" y="460"/>
                  </a:lnTo>
                  <a:lnTo>
                    <a:pt x="45" y="452"/>
                  </a:lnTo>
                  <a:lnTo>
                    <a:pt x="43" y="445"/>
                  </a:lnTo>
                  <a:lnTo>
                    <a:pt x="42" y="439"/>
                  </a:lnTo>
                  <a:lnTo>
                    <a:pt x="40" y="431"/>
                  </a:lnTo>
                  <a:lnTo>
                    <a:pt x="38" y="424"/>
                  </a:lnTo>
                  <a:lnTo>
                    <a:pt x="37" y="418"/>
                  </a:lnTo>
                  <a:lnTo>
                    <a:pt x="37" y="412"/>
                  </a:lnTo>
                  <a:lnTo>
                    <a:pt x="35" y="405"/>
                  </a:lnTo>
                  <a:lnTo>
                    <a:pt x="34" y="399"/>
                  </a:lnTo>
                  <a:lnTo>
                    <a:pt x="32" y="392"/>
                  </a:lnTo>
                  <a:lnTo>
                    <a:pt x="32" y="384"/>
                  </a:lnTo>
                  <a:lnTo>
                    <a:pt x="30" y="378"/>
                  </a:lnTo>
                  <a:lnTo>
                    <a:pt x="29" y="370"/>
                  </a:lnTo>
                  <a:lnTo>
                    <a:pt x="29" y="362"/>
                  </a:lnTo>
                  <a:lnTo>
                    <a:pt x="27" y="354"/>
                  </a:lnTo>
                  <a:lnTo>
                    <a:pt x="27" y="346"/>
                  </a:lnTo>
                  <a:lnTo>
                    <a:pt x="26" y="336"/>
                  </a:lnTo>
                  <a:lnTo>
                    <a:pt x="24" y="327"/>
                  </a:lnTo>
                  <a:lnTo>
                    <a:pt x="24" y="317"/>
                  </a:lnTo>
                  <a:lnTo>
                    <a:pt x="22" y="306"/>
                  </a:lnTo>
                  <a:lnTo>
                    <a:pt x="21" y="295"/>
                  </a:lnTo>
                  <a:lnTo>
                    <a:pt x="19" y="282"/>
                  </a:lnTo>
                  <a:lnTo>
                    <a:pt x="18" y="269"/>
                  </a:lnTo>
                  <a:lnTo>
                    <a:pt x="16" y="255"/>
                  </a:lnTo>
                  <a:lnTo>
                    <a:pt x="16" y="242"/>
                  </a:lnTo>
                  <a:lnTo>
                    <a:pt x="14" y="228"/>
                  </a:lnTo>
                  <a:lnTo>
                    <a:pt x="13" y="216"/>
                  </a:lnTo>
                  <a:lnTo>
                    <a:pt x="11" y="205"/>
                  </a:lnTo>
                  <a:lnTo>
                    <a:pt x="10" y="194"/>
                  </a:lnTo>
                  <a:lnTo>
                    <a:pt x="10" y="183"/>
                  </a:lnTo>
                  <a:lnTo>
                    <a:pt x="8" y="175"/>
                  </a:lnTo>
                  <a:lnTo>
                    <a:pt x="8" y="165"/>
                  </a:lnTo>
                  <a:lnTo>
                    <a:pt x="6" y="157"/>
                  </a:lnTo>
                  <a:lnTo>
                    <a:pt x="6" y="149"/>
                  </a:lnTo>
                  <a:lnTo>
                    <a:pt x="5" y="141"/>
                  </a:lnTo>
                  <a:lnTo>
                    <a:pt x="5" y="135"/>
                  </a:lnTo>
                  <a:lnTo>
                    <a:pt x="3" y="127"/>
                  </a:lnTo>
                  <a:lnTo>
                    <a:pt x="3" y="120"/>
                  </a:lnTo>
                  <a:lnTo>
                    <a:pt x="3" y="114"/>
                  </a:lnTo>
                  <a:lnTo>
                    <a:pt x="3" y="109"/>
                  </a:lnTo>
                  <a:lnTo>
                    <a:pt x="2" y="103"/>
                  </a:lnTo>
                  <a:lnTo>
                    <a:pt x="2" y="96"/>
                  </a:lnTo>
                  <a:lnTo>
                    <a:pt x="2" y="92"/>
                  </a:lnTo>
                  <a:lnTo>
                    <a:pt x="2" y="85"/>
                  </a:lnTo>
                  <a:lnTo>
                    <a:pt x="2" y="79"/>
                  </a:lnTo>
                  <a:lnTo>
                    <a:pt x="2" y="74"/>
                  </a:lnTo>
                  <a:lnTo>
                    <a:pt x="2" y="68"/>
                  </a:lnTo>
                  <a:lnTo>
                    <a:pt x="0" y="61"/>
                  </a:lnTo>
                  <a:lnTo>
                    <a:pt x="0" y="55"/>
                  </a:lnTo>
                  <a:lnTo>
                    <a:pt x="0" y="48"/>
                  </a:lnTo>
                  <a:lnTo>
                    <a:pt x="0" y="42"/>
                  </a:lnTo>
                  <a:lnTo>
                    <a:pt x="0" y="34"/>
                  </a:lnTo>
                  <a:lnTo>
                    <a:pt x="0" y="26"/>
                  </a:lnTo>
                  <a:lnTo>
                    <a:pt x="0" y="18"/>
                  </a:lnTo>
                  <a:lnTo>
                    <a:pt x="0" y="10"/>
                  </a:lnTo>
                  <a:lnTo>
                    <a:pt x="0" y="0"/>
                  </a:lnTo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545" name="Freeform 89">
              <a:extLst>
                <a:ext uri="{FF2B5EF4-FFF2-40B4-BE49-F238E27FC236}">
                  <a16:creationId xmlns:a16="http://schemas.microsoft.com/office/drawing/2014/main" id="{B6797805-7E8B-4180-91BA-C1A6BC15E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163" y="3016250"/>
              <a:ext cx="180975" cy="728662"/>
            </a:xfrm>
            <a:custGeom>
              <a:avLst/>
              <a:gdLst>
                <a:gd name="T0" fmla="*/ 2147483646 w 227"/>
                <a:gd name="T1" fmla="*/ 2147483646 h 918"/>
                <a:gd name="T2" fmla="*/ 2147483646 w 227"/>
                <a:gd name="T3" fmla="*/ 2147483646 h 918"/>
                <a:gd name="T4" fmla="*/ 2147483646 w 227"/>
                <a:gd name="T5" fmla="*/ 2147483646 h 918"/>
                <a:gd name="T6" fmla="*/ 2147483646 w 227"/>
                <a:gd name="T7" fmla="*/ 2147483646 h 918"/>
                <a:gd name="T8" fmla="*/ 2147483646 w 227"/>
                <a:gd name="T9" fmla="*/ 2147483646 h 918"/>
                <a:gd name="T10" fmla="*/ 2147483646 w 227"/>
                <a:gd name="T11" fmla="*/ 2147483646 h 918"/>
                <a:gd name="T12" fmla="*/ 2147483646 w 227"/>
                <a:gd name="T13" fmla="*/ 2147483646 h 918"/>
                <a:gd name="T14" fmla="*/ 2147483646 w 227"/>
                <a:gd name="T15" fmla="*/ 2147483646 h 918"/>
                <a:gd name="T16" fmla="*/ 2147483646 w 227"/>
                <a:gd name="T17" fmla="*/ 2147483646 h 918"/>
                <a:gd name="T18" fmla="*/ 2147483646 w 227"/>
                <a:gd name="T19" fmla="*/ 2147483646 h 918"/>
                <a:gd name="T20" fmla="*/ 2147483646 w 227"/>
                <a:gd name="T21" fmla="*/ 2147483646 h 918"/>
                <a:gd name="T22" fmla="*/ 2147483646 w 227"/>
                <a:gd name="T23" fmla="*/ 2147483646 h 918"/>
                <a:gd name="T24" fmla="*/ 2147483646 w 227"/>
                <a:gd name="T25" fmla="*/ 2147483646 h 918"/>
                <a:gd name="T26" fmla="*/ 2147483646 w 227"/>
                <a:gd name="T27" fmla="*/ 2147483646 h 918"/>
                <a:gd name="T28" fmla="*/ 2147483646 w 227"/>
                <a:gd name="T29" fmla="*/ 2147483646 h 918"/>
                <a:gd name="T30" fmla="*/ 2147483646 w 227"/>
                <a:gd name="T31" fmla="*/ 2147483646 h 918"/>
                <a:gd name="T32" fmla="*/ 2147483646 w 227"/>
                <a:gd name="T33" fmla="*/ 2147483646 h 918"/>
                <a:gd name="T34" fmla="*/ 2147483646 w 227"/>
                <a:gd name="T35" fmla="*/ 2147483646 h 918"/>
                <a:gd name="T36" fmla="*/ 2147483646 w 227"/>
                <a:gd name="T37" fmla="*/ 2147483646 h 918"/>
                <a:gd name="T38" fmla="*/ 2147483646 w 227"/>
                <a:gd name="T39" fmla="*/ 2147483646 h 918"/>
                <a:gd name="T40" fmla="*/ 2147483646 w 227"/>
                <a:gd name="T41" fmla="*/ 2147483646 h 918"/>
                <a:gd name="T42" fmla="*/ 2147483646 w 227"/>
                <a:gd name="T43" fmla="*/ 2147483646 h 918"/>
                <a:gd name="T44" fmla="*/ 2147483646 w 227"/>
                <a:gd name="T45" fmla="*/ 2147483646 h 918"/>
                <a:gd name="T46" fmla="*/ 2147483646 w 227"/>
                <a:gd name="T47" fmla="*/ 2147483646 h 918"/>
                <a:gd name="T48" fmla="*/ 2147483646 w 227"/>
                <a:gd name="T49" fmla="*/ 2147483646 h 918"/>
                <a:gd name="T50" fmla="*/ 2147483646 w 227"/>
                <a:gd name="T51" fmla="*/ 2147483646 h 918"/>
                <a:gd name="T52" fmla="*/ 2147483646 w 227"/>
                <a:gd name="T53" fmla="*/ 2147483646 h 918"/>
                <a:gd name="T54" fmla="*/ 2147483646 w 227"/>
                <a:gd name="T55" fmla="*/ 2147483646 h 918"/>
                <a:gd name="T56" fmla="*/ 2147483646 w 227"/>
                <a:gd name="T57" fmla="*/ 2147483646 h 918"/>
                <a:gd name="T58" fmla="*/ 2147483646 w 227"/>
                <a:gd name="T59" fmla="*/ 2147483646 h 918"/>
                <a:gd name="T60" fmla="*/ 2147483646 w 227"/>
                <a:gd name="T61" fmla="*/ 2147483646 h 918"/>
                <a:gd name="T62" fmla="*/ 2147483646 w 227"/>
                <a:gd name="T63" fmla="*/ 2147483646 h 918"/>
                <a:gd name="T64" fmla="*/ 2147483646 w 227"/>
                <a:gd name="T65" fmla="*/ 2147483646 h 918"/>
                <a:gd name="T66" fmla="*/ 2147483646 w 227"/>
                <a:gd name="T67" fmla="*/ 2147483646 h 918"/>
                <a:gd name="T68" fmla="*/ 2147483646 w 227"/>
                <a:gd name="T69" fmla="*/ 2147483646 h 918"/>
                <a:gd name="T70" fmla="*/ 2147483646 w 227"/>
                <a:gd name="T71" fmla="*/ 2147483646 h 918"/>
                <a:gd name="T72" fmla="*/ 2147483646 w 227"/>
                <a:gd name="T73" fmla="*/ 2147483646 h 918"/>
                <a:gd name="T74" fmla="*/ 2147483646 w 227"/>
                <a:gd name="T75" fmla="*/ 2147483646 h 918"/>
                <a:gd name="T76" fmla="*/ 2147483646 w 227"/>
                <a:gd name="T77" fmla="*/ 2147483646 h 918"/>
                <a:gd name="T78" fmla="*/ 2147483646 w 227"/>
                <a:gd name="T79" fmla="*/ 2147483646 h 918"/>
                <a:gd name="T80" fmla="*/ 2147483646 w 227"/>
                <a:gd name="T81" fmla="*/ 2147483646 h 918"/>
                <a:gd name="T82" fmla="*/ 2147483646 w 227"/>
                <a:gd name="T83" fmla="*/ 2147483646 h 918"/>
                <a:gd name="T84" fmla="*/ 2147483646 w 227"/>
                <a:gd name="T85" fmla="*/ 2147483646 h 918"/>
                <a:gd name="T86" fmla="*/ 2147483646 w 227"/>
                <a:gd name="T87" fmla="*/ 2147483646 h 918"/>
                <a:gd name="T88" fmla="*/ 2147483646 w 227"/>
                <a:gd name="T89" fmla="*/ 2147483646 h 918"/>
                <a:gd name="T90" fmla="*/ 0 w 227"/>
                <a:gd name="T91" fmla="*/ 2147483646 h 918"/>
                <a:gd name="T92" fmla="*/ 0 w 227"/>
                <a:gd name="T93" fmla="*/ 2147483646 h 918"/>
                <a:gd name="T94" fmla="*/ 0 w 227"/>
                <a:gd name="T95" fmla="*/ 2147483646 h 918"/>
                <a:gd name="T96" fmla="*/ 0 w 227"/>
                <a:gd name="T97" fmla="*/ 2147483646 h 91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27"/>
                <a:gd name="T148" fmla="*/ 0 h 918"/>
                <a:gd name="T149" fmla="*/ 227 w 227"/>
                <a:gd name="T150" fmla="*/ 918 h 91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27" h="918">
                  <a:moveTo>
                    <a:pt x="227" y="0"/>
                  </a:moveTo>
                  <a:lnTo>
                    <a:pt x="216" y="22"/>
                  </a:lnTo>
                  <a:lnTo>
                    <a:pt x="205" y="45"/>
                  </a:lnTo>
                  <a:lnTo>
                    <a:pt x="194" y="64"/>
                  </a:lnTo>
                  <a:lnTo>
                    <a:pt x="184" y="83"/>
                  </a:lnTo>
                  <a:lnTo>
                    <a:pt x="176" y="102"/>
                  </a:lnTo>
                  <a:lnTo>
                    <a:pt x="166" y="118"/>
                  </a:lnTo>
                  <a:lnTo>
                    <a:pt x="160" y="134"/>
                  </a:lnTo>
                  <a:lnTo>
                    <a:pt x="152" y="149"/>
                  </a:lnTo>
                  <a:lnTo>
                    <a:pt x="146" y="163"/>
                  </a:lnTo>
                  <a:lnTo>
                    <a:pt x="139" y="176"/>
                  </a:lnTo>
                  <a:lnTo>
                    <a:pt x="133" y="187"/>
                  </a:lnTo>
                  <a:lnTo>
                    <a:pt x="128" y="198"/>
                  </a:lnTo>
                  <a:lnTo>
                    <a:pt x="123" y="210"/>
                  </a:lnTo>
                  <a:lnTo>
                    <a:pt x="118" y="219"/>
                  </a:lnTo>
                  <a:lnTo>
                    <a:pt x="114" y="229"/>
                  </a:lnTo>
                  <a:lnTo>
                    <a:pt x="110" y="238"/>
                  </a:lnTo>
                  <a:lnTo>
                    <a:pt x="106" y="248"/>
                  </a:lnTo>
                  <a:lnTo>
                    <a:pt x="102" y="256"/>
                  </a:lnTo>
                  <a:lnTo>
                    <a:pt x="99" y="264"/>
                  </a:lnTo>
                  <a:lnTo>
                    <a:pt x="96" y="272"/>
                  </a:lnTo>
                  <a:lnTo>
                    <a:pt x="94" y="280"/>
                  </a:lnTo>
                  <a:lnTo>
                    <a:pt x="91" y="288"/>
                  </a:lnTo>
                  <a:lnTo>
                    <a:pt x="88" y="296"/>
                  </a:lnTo>
                  <a:lnTo>
                    <a:pt x="86" y="304"/>
                  </a:lnTo>
                  <a:lnTo>
                    <a:pt x="83" y="314"/>
                  </a:lnTo>
                  <a:lnTo>
                    <a:pt x="82" y="322"/>
                  </a:lnTo>
                  <a:lnTo>
                    <a:pt x="78" y="330"/>
                  </a:lnTo>
                  <a:lnTo>
                    <a:pt x="77" y="339"/>
                  </a:lnTo>
                  <a:lnTo>
                    <a:pt x="74" y="349"/>
                  </a:lnTo>
                  <a:lnTo>
                    <a:pt x="70" y="360"/>
                  </a:lnTo>
                  <a:lnTo>
                    <a:pt x="69" y="371"/>
                  </a:lnTo>
                  <a:lnTo>
                    <a:pt x="66" y="382"/>
                  </a:lnTo>
                  <a:lnTo>
                    <a:pt x="62" y="394"/>
                  </a:lnTo>
                  <a:lnTo>
                    <a:pt x="59" y="405"/>
                  </a:lnTo>
                  <a:lnTo>
                    <a:pt x="58" y="414"/>
                  </a:lnTo>
                  <a:lnTo>
                    <a:pt x="54" y="424"/>
                  </a:lnTo>
                  <a:lnTo>
                    <a:pt x="53" y="434"/>
                  </a:lnTo>
                  <a:lnTo>
                    <a:pt x="50" y="442"/>
                  </a:lnTo>
                  <a:lnTo>
                    <a:pt x="48" y="451"/>
                  </a:lnTo>
                  <a:lnTo>
                    <a:pt x="46" y="458"/>
                  </a:lnTo>
                  <a:lnTo>
                    <a:pt x="45" y="466"/>
                  </a:lnTo>
                  <a:lnTo>
                    <a:pt x="43" y="474"/>
                  </a:lnTo>
                  <a:lnTo>
                    <a:pt x="42" y="480"/>
                  </a:lnTo>
                  <a:lnTo>
                    <a:pt x="40" y="486"/>
                  </a:lnTo>
                  <a:lnTo>
                    <a:pt x="38" y="493"/>
                  </a:lnTo>
                  <a:lnTo>
                    <a:pt x="37" y="499"/>
                  </a:lnTo>
                  <a:lnTo>
                    <a:pt x="37" y="506"/>
                  </a:lnTo>
                  <a:lnTo>
                    <a:pt x="35" y="514"/>
                  </a:lnTo>
                  <a:lnTo>
                    <a:pt x="34" y="520"/>
                  </a:lnTo>
                  <a:lnTo>
                    <a:pt x="32" y="526"/>
                  </a:lnTo>
                  <a:lnTo>
                    <a:pt x="32" y="533"/>
                  </a:lnTo>
                  <a:lnTo>
                    <a:pt x="30" y="541"/>
                  </a:lnTo>
                  <a:lnTo>
                    <a:pt x="29" y="547"/>
                  </a:lnTo>
                  <a:lnTo>
                    <a:pt x="29" y="555"/>
                  </a:lnTo>
                  <a:lnTo>
                    <a:pt x="27" y="563"/>
                  </a:lnTo>
                  <a:lnTo>
                    <a:pt x="27" y="573"/>
                  </a:lnTo>
                  <a:lnTo>
                    <a:pt x="26" y="581"/>
                  </a:lnTo>
                  <a:lnTo>
                    <a:pt x="24" y="590"/>
                  </a:lnTo>
                  <a:lnTo>
                    <a:pt x="24" y="602"/>
                  </a:lnTo>
                  <a:lnTo>
                    <a:pt x="22" y="613"/>
                  </a:lnTo>
                  <a:lnTo>
                    <a:pt x="21" y="624"/>
                  </a:lnTo>
                  <a:lnTo>
                    <a:pt x="19" y="635"/>
                  </a:lnTo>
                  <a:lnTo>
                    <a:pt x="18" y="650"/>
                  </a:lnTo>
                  <a:lnTo>
                    <a:pt x="16" y="662"/>
                  </a:lnTo>
                  <a:lnTo>
                    <a:pt x="16" y="677"/>
                  </a:lnTo>
                  <a:lnTo>
                    <a:pt x="14" y="690"/>
                  </a:lnTo>
                  <a:lnTo>
                    <a:pt x="13" y="702"/>
                  </a:lnTo>
                  <a:lnTo>
                    <a:pt x="11" y="714"/>
                  </a:lnTo>
                  <a:lnTo>
                    <a:pt x="10" y="725"/>
                  </a:lnTo>
                  <a:lnTo>
                    <a:pt x="10" y="734"/>
                  </a:lnTo>
                  <a:lnTo>
                    <a:pt x="8" y="744"/>
                  </a:lnTo>
                  <a:lnTo>
                    <a:pt x="8" y="754"/>
                  </a:lnTo>
                  <a:lnTo>
                    <a:pt x="6" y="762"/>
                  </a:lnTo>
                  <a:lnTo>
                    <a:pt x="6" y="770"/>
                  </a:lnTo>
                  <a:lnTo>
                    <a:pt x="5" y="778"/>
                  </a:lnTo>
                  <a:lnTo>
                    <a:pt x="5" y="784"/>
                  </a:lnTo>
                  <a:lnTo>
                    <a:pt x="3" y="790"/>
                  </a:lnTo>
                  <a:lnTo>
                    <a:pt x="3" y="797"/>
                  </a:lnTo>
                  <a:lnTo>
                    <a:pt x="3" y="803"/>
                  </a:lnTo>
                  <a:lnTo>
                    <a:pt x="3" y="810"/>
                  </a:lnTo>
                  <a:lnTo>
                    <a:pt x="2" y="816"/>
                  </a:lnTo>
                  <a:lnTo>
                    <a:pt x="2" y="821"/>
                  </a:lnTo>
                  <a:lnTo>
                    <a:pt x="2" y="827"/>
                  </a:lnTo>
                  <a:lnTo>
                    <a:pt x="2" y="834"/>
                  </a:lnTo>
                  <a:lnTo>
                    <a:pt x="2" y="838"/>
                  </a:lnTo>
                  <a:lnTo>
                    <a:pt x="2" y="845"/>
                  </a:lnTo>
                  <a:lnTo>
                    <a:pt x="2" y="851"/>
                  </a:lnTo>
                  <a:lnTo>
                    <a:pt x="0" y="856"/>
                  </a:lnTo>
                  <a:lnTo>
                    <a:pt x="0" y="862"/>
                  </a:lnTo>
                  <a:lnTo>
                    <a:pt x="0" y="870"/>
                  </a:lnTo>
                  <a:lnTo>
                    <a:pt x="0" y="877"/>
                  </a:lnTo>
                  <a:lnTo>
                    <a:pt x="0" y="885"/>
                  </a:lnTo>
                  <a:lnTo>
                    <a:pt x="0" y="891"/>
                  </a:lnTo>
                  <a:lnTo>
                    <a:pt x="0" y="901"/>
                  </a:lnTo>
                  <a:lnTo>
                    <a:pt x="0" y="909"/>
                  </a:lnTo>
                  <a:lnTo>
                    <a:pt x="0" y="918"/>
                  </a:lnTo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546" name="Rectangle 90">
              <a:extLst>
                <a:ext uri="{FF2B5EF4-FFF2-40B4-BE49-F238E27FC236}">
                  <a16:creationId xmlns:a16="http://schemas.microsoft.com/office/drawing/2014/main" id="{B08DF001-05C1-457A-9742-EF8DA502F6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1300" y="3308350"/>
              <a:ext cx="22860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547" name="Rectangle 91">
              <a:extLst>
                <a:ext uri="{FF2B5EF4-FFF2-40B4-BE49-F238E27FC236}">
                  <a16:creationId xmlns:a16="http://schemas.microsoft.com/office/drawing/2014/main" id="{AB94FAC5-CD4E-4EF2-9134-FBAFA0C927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1825" y="4852987"/>
              <a:ext cx="2286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548" name="Rectangle 92">
              <a:extLst>
                <a:ext uri="{FF2B5EF4-FFF2-40B4-BE49-F238E27FC236}">
                  <a16:creationId xmlns:a16="http://schemas.microsoft.com/office/drawing/2014/main" id="{0E12E3F5-3556-4017-813B-5C70790A72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1825" y="2384425"/>
              <a:ext cx="22860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62466" name="Rectangle 2">
            <a:extLst>
              <a:ext uri="{FF2B5EF4-FFF2-40B4-BE49-F238E27FC236}">
                <a16:creationId xmlns:a16="http://schemas.microsoft.com/office/drawing/2014/main" id="{E872F545-1C54-4515-8701-65AE5F8864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State diagram for the Moore-type serial adder FSM</a:t>
            </a:r>
          </a:p>
        </p:txBody>
      </p:sp>
      <p:sp>
        <p:nvSpPr>
          <p:cNvPr id="62467" name="TextBox 125">
            <a:extLst>
              <a:ext uri="{FF2B5EF4-FFF2-40B4-BE49-F238E27FC236}">
                <a16:creationId xmlns:a16="http://schemas.microsoft.com/office/drawing/2014/main" id="{0806771D-BE6C-4C00-9EDA-9F5E900544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151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6.44 from the textbook ]</a:t>
            </a:r>
          </a:p>
        </p:txBody>
      </p:sp>
      <p:sp>
        <p:nvSpPr>
          <p:cNvPr id="62468" name="TextBox 1">
            <a:extLst>
              <a:ext uri="{FF2B5EF4-FFF2-40B4-BE49-F238E27FC236}">
                <a16:creationId xmlns:a16="http://schemas.microsoft.com/office/drawing/2014/main" id="{CC7D0E56-114B-40C7-B51A-DE36856E26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" y="1752600"/>
            <a:ext cx="18129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carry=0, sum=0</a:t>
            </a:r>
          </a:p>
        </p:txBody>
      </p:sp>
      <p:sp>
        <p:nvSpPr>
          <p:cNvPr id="62469" name="TextBox 82">
            <a:extLst>
              <a:ext uri="{FF2B5EF4-FFF2-40B4-BE49-F238E27FC236}">
                <a16:creationId xmlns:a16="http://schemas.microsoft.com/office/drawing/2014/main" id="{9BD56760-6154-4631-BC27-B748892DF2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" y="5486400"/>
            <a:ext cx="18129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carry=0, sum=1</a:t>
            </a:r>
          </a:p>
        </p:txBody>
      </p:sp>
      <p:sp>
        <p:nvSpPr>
          <p:cNvPr id="62470" name="TextBox 83">
            <a:extLst>
              <a:ext uri="{FF2B5EF4-FFF2-40B4-BE49-F238E27FC236}">
                <a16:creationId xmlns:a16="http://schemas.microsoft.com/office/drawing/2014/main" id="{665E1E99-C6A9-45F1-B635-30D88AEEBE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6600" y="1905000"/>
            <a:ext cx="18129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carry=1, sum=0</a:t>
            </a:r>
          </a:p>
        </p:txBody>
      </p:sp>
      <p:sp>
        <p:nvSpPr>
          <p:cNvPr id="62471" name="TextBox 84">
            <a:extLst>
              <a:ext uri="{FF2B5EF4-FFF2-40B4-BE49-F238E27FC236}">
                <a16:creationId xmlns:a16="http://schemas.microsoft.com/office/drawing/2014/main" id="{ECC23940-B768-440F-B55A-B222ADE02A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6600" y="5486400"/>
            <a:ext cx="18129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carry=1, sum=1</a:t>
            </a: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489" name="Group 1">
            <a:extLst>
              <a:ext uri="{FF2B5EF4-FFF2-40B4-BE49-F238E27FC236}">
                <a16:creationId xmlns:a16="http://schemas.microsoft.com/office/drawing/2014/main" id="{5975ADF4-625A-4F0D-8627-CA28AB3205F2}"/>
              </a:ext>
            </a:extLst>
          </p:cNvPr>
          <p:cNvGrpSpPr>
            <a:grpSpLocks/>
          </p:cNvGrpSpPr>
          <p:nvPr/>
        </p:nvGrpSpPr>
        <p:grpSpPr bwMode="auto">
          <a:xfrm>
            <a:off x="2971800" y="762000"/>
            <a:ext cx="5868988" cy="3705225"/>
            <a:chOff x="1614488" y="1476375"/>
            <a:chExt cx="5868987" cy="3705225"/>
          </a:xfrm>
        </p:grpSpPr>
        <p:sp>
          <p:nvSpPr>
            <p:cNvPr id="63499" name="Freeform 4">
              <a:extLst>
                <a:ext uri="{FF2B5EF4-FFF2-40B4-BE49-F238E27FC236}">
                  <a16:creationId xmlns:a16="http://schemas.microsoft.com/office/drawing/2014/main" id="{EA2D4D8B-AE48-485E-8BDD-087DC557C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013" y="5022850"/>
              <a:ext cx="127000" cy="127000"/>
            </a:xfrm>
            <a:custGeom>
              <a:avLst/>
              <a:gdLst>
                <a:gd name="T0" fmla="*/ 2147483646 w 160"/>
                <a:gd name="T1" fmla="*/ 2147483646 h 160"/>
                <a:gd name="T2" fmla="*/ 2147483646 w 160"/>
                <a:gd name="T3" fmla="*/ 0 h 160"/>
                <a:gd name="T4" fmla="*/ 0 w 160"/>
                <a:gd name="T5" fmla="*/ 2147483646 h 160"/>
                <a:gd name="T6" fmla="*/ 2147483646 w 160"/>
                <a:gd name="T7" fmla="*/ 2147483646 h 160"/>
                <a:gd name="T8" fmla="*/ 2147483646 w 160"/>
                <a:gd name="T9" fmla="*/ 2147483646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160"/>
                <a:gd name="T17" fmla="*/ 160 w 16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160">
                  <a:moveTo>
                    <a:pt x="64" y="160"/>
                  </a:moveTo>
                  <a:lnTo>
                    <a:pt x="160" y="0"/>
                  </a:lnTo>
                  <a:lnTo>
                    <a:pt x="0" y="96"/>
                  </a:lnTo>
                  <a:lnTo>
                    <a:pt x="32" y="128"/>
                  </a:lnTo>
                  <a:lnTo>
                    <a:pt x="64" y="160"/>
                  </a:lnTo>
                  <a:close/>
                </a:path>
              </a:pathLst>
            </a:custGeom>
            <a:solidFill>
              <a:schemeClr val="tx1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00" name="Freeform 7">
              <a:extLst>
                <a:ext uri="{FF2B5EF4-FFF2-40B4-BE49-F238E27FC236}">
                  <a16:creationId xmlns:a16="http://schemas.microsoft.com/office/drawing/2014/main" id="{FFD27C4B-A2BC-4281-B68D-5FC3DECC9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613" y="4464050"/>
              <a:ext cx="736600" cy="711200"/>
            </a:xfrm>
            <a:custGeom>
              <a:avLst/>
              <a:gdLst>
                <a:gd name="T0" fmla="*/ 2147483646 w 928"/>
                <a:gd name="T1" fmla="*/ 2147483646 h 896"/>
                <a:gd name="T2" fmla="*/ 2147483646 w 928"/>
                <a:gd name="T3" fmla="*/ 2147483646 h 896"/>
                <a:gd name="T4" fmla="*/ 2147483646 w 928"/>
                <a:gd name="T5" fmla="*/ 2147483646 h 896"/>
                <a:gd name="T6" fmla="*/ 2147483646 w 928"/>
                <a:gd name="T7" fmla="*/ 2147483646 h 896"/>
                <a:gd name="T8" fmla="*/ 2147483646 w 928"/>
                <a:gd name="T9" fmla="*/ 2147483646 h 896"/>
                <a:gd name="T10" fmla="*/ 2147483646 w 928"/>
                <a:gd name="T11" fmla="*/ 2147483646 h 896"/>
                <a:gd name="T12" fmla="*/ 2147483646 w 928"/>
                <a:gd name="T13" fmla="*/ 2147483646 h 896"/>
                <a:gd name="T14" fmla="*/ 2147483646 w 928"/>
                <a:gd name="T15" fmla="*/ 2147483646 h 896"/>
                <a:gd name="T16" fmla="*/ 2147483646 w 928"/>
                <a:gd name="T17" fmla="*/ 2147483646 h 896"/>
                <a:gd name="T18" fmla="*/ 2147483646 w 928"/>
                <a:gd name="T19" fmla="*/ 2147483646 h 896"/>
                <a:gd name="T20" fmla="*/ 2147483646 w 928"/>
                <a:gd name="T21" fmla="*/ 0 h 896"/>
                <a:gd name="T22" fmla="*/ 2147483646 w 928"/>
                <a:gd name="T23" fmla="*/ 0 h 896"/>
                <a:gd name="T24" fmla="*/ 2147483646 w 928"/>
                <a:gd name="T25" fmla="*/ 2147483646 h 896"/>
                <a:gd name="T26" fmla="*/ 2147483646 w 928"/>
                <a:gd name="T27" fmla="*/ 2147483646 h 896"/>
                <a:gd name="T28" fmla="*/ 2147483646 w 928"/>
                <a:gd name="T29" fmla="*/ 2147483646 h 896"/>
                <a:gd name="T30" fmla="*/ 2147483646 w 928"/>
                <a:gd name="T31" fmla="*/ 2147483646 h 896"/>
                <a:gd name="T32" fmla="*/ 2147483646 w 928"/>
                <a:gd name="T33" fmla="*/ 2147483646 h 896"/>
                <a:gd name="T34" fmla="*/ 2147483646 w 928"/>
                <a:gd name="T35" fmla="*/ 2147483646 h 896"/>
                <a:gd name="T36" fmla="*/ 2147483646 w 928"/>
                <a:gd name="T37" fmla="*/ 2147483646 h 896"/>
                <a:gd name="T38" fmla="*/ 2147483646 w 928"/>
                <a:gd name="T39" fmla="*/ 2147483646 h 896"/>
                <a:gd name="T40" fmla="*/ 2147483646 w 928"/>
                <a:gd name="T41" fmla="*/ 2147483646 h 896"/>
                <a:gd name="T42" fmla="*/ 2147483646 w 928"/>
                <a:gd name="T43" fmla="*/ 2147483646 h 896"/>
                <a:gd name="T44" fmla="*/ 2147483646 w 928"/>
                <a:gd name="T45" fmla="*/ 2147483646 h 896"/>
                <a:gd name="T46" fmla="*/ 2147483646 w 928"/>
                <a:gd name="T47" fmla="*/ 2147483646 h 896"/>
                <a:gd name="T48" fmla="*/ 2147483646 w 928"/>
                <a:gd name="T49" fmla="*/ 2147483646 h 896"/>
                <a:gd name="T50" fmla="*/ 2147483646 w 928"/>
                <a:gd name="T51" fmla="*/ 2147483646 h 896"/>
                <a:gd name="T52" fmla="*/ 2147483646 w 928"/>
                <a:gd name="T53" fmla="*/ 2147483646 h 896"/>
                <a:gd name="T54" fmla="*/ 2147483646 w 928"/>
                <a:gd name="T55" fmla="*/ 2147483646 h 896"/>
                <a:gd name="T56" fmla="*/ 2147483646 w 928"/>
                <a:gd name="T57" fmla="*/ 2147483646 h 896"/>
                <a:gd name="T58" fmla="*/ 2147483646 w 928"/>
                <a:gd name="T59" fmla="*/ 2147483646 h 896"/>
                <a:gd name="T60" fmla="*/ 2147483646 w 928"/>
                <a:gd name="T61" fmla="*/ 2147483646 h 896"/>
                <a:gd name="T62" fmla="*/ 2147483646 w 928"/>
                <a:gd name="T63" fmla="*/ 2147483646 h 896"/>
                <a:gd name="T64" fmla="*/ 2147483646 w 928"/>
                <a:gd name="T65" fmla="*/ 2147483646 h 896"/>
                <a:gd name="T66" fmla="*/ 2147483646 w 928"/>
                <a:gd name="T67" fmla="*/ 2147483646 h 896"/>
                <a:gd name="T68" fmla="*/ 2147483646 w 928"/>
                <a:gd name="T69" fmla="*/ 2147483646 h 896"/>
                <a:gd name="T70" fmla="*/ 2147483646 w 928"/>
                <a:gd name="T71" fmla="*/ 2147483646 h 896"/>
                <a:gd name="T72" fmla="*/ 2147483646 w 928"/>
                <a:gd name="T73" fmla="*/ 2147483646 h 896"/>
                <a:gd name="T74" fmla="*/ 2147483646 w 928"/>
                <a:gd name="T75" fmla="*/ 2147483646 h 896"/>
                <a:gd name="T76" fmla="*/ 2147483646 w 928"/>
                <a:gd name="T77" fmla="*/ 2147483646 h 896"/>
                <a:gd name="T78" fmla="*/ 2147483646 w 928"/>
                <a:gd name="T79" fmla="*/ 2147483646 h 896"/>
                <a:gd name="T80" fmla="*/ 2147483646 w 928"/>
                <a:gd name="T81" fmla="*/ 2147483646 h 896"/>
                <a:gd name="T82" fmla="*/ 2147483646 w 928"/>
                <a:gd name="T83" fmla="*/ 2147483646 h 896"/>
                <a:gd name="T84" fmla="*/ 2147483646 w 928"/>
                <a:gd name="T85" fmla="*/ 2147483646 h 896"/>
                <a:gd name="T86" fmla="*/ 2147483646 w 928"/>
                <a:gd name="T87" fmla="*/ 2147483646 h 896"/>
                <a:gd name="T88" fmla="*/ 2147483646 w 928"/>
                <a:gd name="T89" fmla="*/ 2147483646 h 896"/>
                <a:gd name="T90" fmla="*/ 2147483646 w 928"/>
                <a:gd name="T91" fmla="*/ 2147483646 h 896"/>
                <a:gd name="T92" fmla="*/ 2147483646 w 928"/>
                <a:gd name="T93" fmla="*/ 2147483646 h 896"/>
                <a:gd name="T94" fmla="*/ 2147483646 w 928"/>
                <a:gd name="T95" fmla="*/ 2147483646 h 896"/>
                <a:gd name="T96" fmla="*/ 2147483646 w 928"/>
                <a:gd name="T97" fmla="*/ 2147483646 h 896"/>
                <a:gd name="T98" fmla="*/ 2147483646 w 928"/>
                <a:gd name="T99" fmla="*/ 2147483646 h 896"/>
                <a:gd name="T100" fmla="*/ 2147483646 w 928"/>
                <a:gd name="T101" fmla="*/ 2147483646 h 896"/>
                <a:gd name="T102" fmla="*/ 2147483646 w 928"/>
                <a:gd name="T103" fmla="*/ 2147483646 h 896"/>
                <a:gd name="T104" fmla="*/ 2147483646 w 928"/>
                <a:gd name="T105" fmla="*/ 2147483646 h 896"/>
                <a:gd name="T106" fmla="*/ 2147483646 w 928"/>
                <a:gd name="T107" fmla="*/ 2147483646 h 896"/>
                <a:gd name="T108" fmla="*/ 2147483646 w 928"/>
                <a:gd name="T109" fmla="*/ 2147483646 h 896"/>
                <a:gd name="T110" fmla="*/ 2147483646 w 928"/>
                <a:gd name="T111" fmla="*/ 2147483646 h 89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928"/>
                <a:gd name="T169" fmla="*/ 0 h 896"/>
                <a:gd name="T170" fmla="*/ 928 w 928"/>
                <a:gd name="T171" fmla="*/ 896 h 89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928" h="896">
                  <a:moveTo>
                    <a:pt x="0" y="442"/>
                  </a:moveTo>
                  <a:lnTo>
                    <a:pt x="0" y="453"/>
                  </a:lnTo>
                  <a:lnTo>
                    <a:pt x="2" y="429"/>
                  </a:lnTo>
                  <a:lnTo>
                    <a:pt x="3" y="406"/>
                  </a:lnTo>
                  <a:lnTo>
                    <a:pt x="7" y="384"/>
                  </a:lnTo>
                  <a:lnTo>
                    <a:pt x="10" y="362"/>
                  </a:lnTo>
                  <a:lnTo>
                    <a:pt x="15" y="339"/>
                  </a:lnTo>
                  <a:lnTo>
                    <a:pt x="21" y="318"/>
                  </a:lnTo>
                  <a:lnTo>
                    <a:pt x="27" y="298"/>
                  </a:lnTo>
                  <a:lnTo>
                    <a:pt x="37" y="277"/>
                  </a:lnTo>
                  <a:lnTo>
                    <a:pt x="45" y="256"/>
                  </a:lnTo>
                  <a:lnTo>
                    <a:pt x="55" y="237"/>
                  </a:lnTo>
                  <a:lnTo>
                    <a:pt x="66" y="218"/>
                  </a:lnTo>
                  <a:lnTo>
                    <a:pt x="79" y="200"/>
                  </a:lnTo>
                  <a:lnTo>
                    <a:pt x="91" y="181"/>
                  </a:lnTo>
                  <a:lnTo>
                    <a:pt x="104" y="165"/>
                  </a:lnTo>
                  <a:lnTo>
                    <a:pt x="119" y="147"/>
                  </a:lnTo>
                  <a:lnTo>
                    <a:pt x="133" y="133"/>
                  </a:lnTo>
                  <a:lnTo>
                    <a:pt x="149" y="117"/>
                  </a:lnTo>
                  <a:lnTo>
                    <a:pt x="165" y="102"/>
                  </a:lnTo>
                  <a:lnTo>
                    <a:pt x="183" y="90"/>
                  </a:lnTo>
                  <a:lnTo>
                    <a:pt x="200" y="77"/>
                  </a:lnTo>
                  <a:lnTo>
                    <a:pt x="219" y="66"/>
                  </a:lnTo>
                  <a:lnTo>
                    <a:pt x="239" y="54"/>
                  </a:lnTo>
                  <a:lnTo>
                    <a:pt x="258" y="45"/>
                  </a:lnTo>
                  <a:lnTo>
                    <a:pt x="277" y="35"/>
                  </a:lnTo>
                  <a:lnTo>
                    <a:pt x="298" y="27"/>
                  </a:lnTo>
                  <a:lnTo>
                    <a:pt x="319" y="19"/>
                  </a:lnTo>
                  <a:lnTo>
                    <a:pt x="341" y="14"/>
                  </a:lnTo>
                  <a:lnTo>
                    <a:pt x="363" y="8"/>
                  </a:lnTo>
                  <a:lnTo>
                    <a:pt x="386" y="5"/>
                  </a:lnTo>
                  <a:lnTo>
                    <a:pt x="408" y="2"/>
                  </a:lnTo>
                  <a:lnTo>
                    <a:pt x="431" y="0"/>
                  </a:lnTo>
                  <a:lnTo>
                    <a:pt x="455" y="0"/>
                  </a:lnTo>
                  <a:lnTo>
                    <a:pt x="476" y="0"/>
                  </a:lnTo>
                  <a:lnTo>
                    <a:pt x="498" y="0"/>
                  </a:lnTo>
                  <a:lnTo>
                    <a:pt x="522" y="2"/>
                  </a:lnTo>
                  <a:lnTo>
                    <a:pt x="544" y="5"/>
                  </a:lnTo>
                  <a:lnTo>
                    <a:pt x="567" y="8"/>
                  </a:lnTo>
                  <a:lnTo>
                    <a:pt x="589" y="14"/>
                  </a:lnTo>
                  <a:lnTo>
                    <a:pt x="610" y="19"/>
                  </a:lnTo>
                  <a:lnTo>
                    <a:pt x="631" y="27"/>
                  </a:lnTo>
                  <a:lnTo>
                    <a:pt x="652" y="35"/>
                  </a:lnTo>
                  <a:lnTo>
                    <a:pt x="672" y="45"/>
                  </a:lnTo>
                  <a:lnTo>
                    <a:pt x="692" y="54"/>
                  </a:lnTo>
                  <a:lnTo>
                    <a:pt x="711" y="66"/>
                  </a:lnTo>
                  <a:lnTo>
                    <a:pt x="728" y="77"/>
                  </a:lnTo>
                  <a:lnTo>
                    <a:pt x="746" y="90"/>
                  </a:lnTo>
                  <a:lnTo>
                    <a:pt x="764" y="102"/>
                  </a:lnTo>
                  <a:lnTo>
                    <a:pt x="780" y="117"/>
                  </a:lnTo>
                  <a:lnTo>
                    <a:pt x="796" y="133"/>
                  </a:lnTo>
                  <a:lnTo>
                    <a:pt x="812" y="147"/>
                  </a:lnTo>
                  <a:lnTo>
                    <a:pt x="826" y="165"/>
                  </a:lnTo>
                  <a:lnTo>
                    <a:pt x="839" y="181"/>
                  </a:lnTo>
                  <a:lnTo>
                    <a:pt x="852" y="200"/>
                  </a:lnTo>
                  <a:lnTo>
                    <a:pt x="863" y="218"/>
                  </a:lnTo>
                  <a:lnTo>
                    <a:pt x="874" y="237"/>
                  </a:lnTo>
                  <a:lnTo>
                    <a:pt x="884" y="256"/>
                  </a:lnTo>
                  <a:lnTo>
                    <a:pt x="893" y="277"/>
                  </a:lnTo>
                  <a:lnTo>
                    <a:pt x="901" y="298"/>
                  </a:lnTo>
                  <a:lnTo>
                    <a:pt x="909" y="318"/>
                  </a:lnTo>
                  <a:lnTo>
                    <a:pt x="914" y="339"/>
                  </a:lnTo>
                  <a:lnTo>
                    <a:pt x="920" y="362"/>
                  </a:lnTo>
                  <a:lnTo>
                    <a:pt x="924" y="384"/>
                  </a:lnTo>
                  <a:lnTo>
                    <a:pt x="927" y="406"/>
                  </a:lnTo>
                  <a:lnTo>
                    <a:pt x="928" y="429"/>
                  </a:lnTo>
                  <a:lnTo>
                    <a:pt x="928" y="453"/>
                  </a:lnTo>
                  <a:lnTo>
                    <a:pt x="928" y="442"/>
                  </a:lnTo>
                  <a:lnTo>
                    <a:pt x="928" y="466"/>
                  </a:lnTo>
                  <a:lnTo>
                    <a:pt x="927" y="488"/>
                  </a:lnTo>
                  <a:lnTo>
                    <a:pt x="924" y="510"/>
                  </a:lnTo>
                  <a:lnTo>
                    <a:pt x="920" y="533"/>
                  </a:lnTo>
                  <a:lnTo>
                    <a:pt x="914" y="555"/>
                  </a:lnTo>
                  <a:lnTo>
                    <a:pt x="909" y="576"/>
                  </a:lnTo>
                  <a:lnTo>
                    <a:pt x="901" y="598"/>
                  </a:lnTo>
                  <a:lnTo>
                    <a:pt x="893" y="619"/>
                  </a:lnTo>
                  <a:lnTo>
                    <a:pt x="884" y="638"/>
                  </a:lnTo>
                  <a:lnTo>
                    <a:pt x="874" y="658"/>
                  </a:lnTo>
                  <a:lnTo>
                    <a:pt x="863" y="677"/>
                  </a:lnTo>
                  <a:lnTo>
                    <a:pt x="852" y="696"/>
                  </a:lnTo>
                  <a:lnTo>
                    <a:pt x="839" y="714"/>
                  </a:lnTo>
                  <a:lnTo>
                    <a:pt x="826" y="730"/>
                  </a:lnTo>
                  <a:lnTo>
                    <a:pt x="812" y="747"/>
                  </a:lnTo>
                  <a:lnTo>
                    <a:pt x="796" y="763"/>
                  </a:lnTo>
                  <a:lnTo>
                    <a:pt x="780" y="778"/>
                  </a:lnTo>
                  <a:lnTo>
                    <a:pt x="764" y="792"/>
                  </a:lnTo>
                  <a:lnTo>
                    <a:pt x="746" y="805"/>
                  </a:lnTo>
                  <a:lnTo>
                    <a:pt x="728" y="818"/>
                  </a:lnTo>
                  <a:lnTo>
                    <a:pt x="711" y="830"/>
                  </a:lnTo>
                  <a:lnTo>
                    <a:pt x="692" y="840"/>
                  </a:lnTo>
                  <a:lnTo>
                    <a:pt x="672" y="851"/>
                  </a:lnTo>
                  <a:lnTo>
                    <a:pt x="652" y="859"/>
                  </a:lnTo>
                  <a:lnTo>
                    <a:pt x="631" y="867"/>
                  </a:lnTo>
                  <a:lnTo>
                    <a:pt x="610" y="875"/>
                  </a:lnTo>
                  <a:lnTo>
                    <a:pt x="589" y="882"/>
                  </a:lnTo>
                  <a:lnTo>
                    <a:pt x="567" y="886"/>
                  </a:lnTo>
                  <a:lnTo>
                    <a:pt x="544" y="890"/>
                  </a:lnTo>
                  <a:lnTo>
                    <a:pt x="522" y="893"/>
                  </a:lnTo>
                  <a:lnTo>
                    <a:pt x="498" y="894"/>
                  </a:lnTo>
                  <a:lnTo>
                    <a:pt x="476" y="896"/>
                  </a:lnTo>
                  <a:lnTo>
                    <a:pt x="455" y="896"/>
                  </a:lnTo>
                  <a:lnTo>
                    <a:pt x="431" y="894"/>
                  </a:lnTo>
                  <a:lnTo>
                    <a:pt x="408" y="893"/>
                  </a:lnTo>
                  <a:lnTo>
                    <a:pt x="386" y="890"/>
                  </a:lnTo>
                  <a:lnTo>
                    <a:pt x="363" y="886"/>
                  </a:lnTo>
                  <a:lnTo>
                    <a:pt x="341" y="882"/>
                  </a:lnTo>
                  <a:lnTo>
                    <a:pt x="319" y="875"/>
                  </a:lnTo>
                  <a:lnTo>
                    <a:pt x="298" y="867"/>
                  </a:lnTo>
                  <a:lnTo>
                    <a:pt x="277" y="859"/>
                  </a:lnTo>
                  <a:lnTo>
                    <a:pt x="258" y="851"/>
                  </a:lnTo>
                  <a:lnTo>
                    <a:pt x="239" y="840"/>
                  </a:lnTo>
                  <a:lnTo>
                    <a:pt x="219" y="830"/>
                  </a:lnTo>
                  <a:lnTo>
                    <a:pt x="200" y="818"/>
                  </a:lnTo>
                  <a:lnTo>
                    <a:pt x="183" y="805"/>
                  </a:lnTo>
                  <a:lnTo>
                    <a:pt x="165" y="792"/>
                  </a:lnTo>
                  <a:lnTo>
                    <a:pt x="149" y="778"/>
                  </a:lnTo>
                  <a:lnTo>
                    <a:pt x="133" y="763"/>
                  </a:lnTo>
                  <a:lnTo>
                    <a:pt x="119" y="747"/>
                  </a:lnTo>
                  <a:lnTo>
                    <a:pt x="104" y="730"/>
                  </a:lnTo>
                  <a:lnTo>
                    <a:pt x="91" y="714"/>
                  </a:lnTo>
                  <a:lnTo>
                    <a:pt x="79" y="696"/>
                  </a:lnTo>
                  <a:lnTo>
                    <a:pt x="66" y="677"/>
                  </a:lnTo>
                  <a:lnTo>
                    <a:pt x="55" y="658"/>
                  </a:lnTo>
                  <a:lnTo>
                    <a:pt x="45" y="638"/>
                  </a:lnTo>
                  <a:lnTo>
                    <a:pt x="37" y="619"/>
                  </a:lnTo>
                  <a:lnTo>
                    <a:pt x="27" y="598"/>
                  </a:lnTo>
                  <a:lnTo>
                    <a:pt x="21" y="576"/>
                  </a:lnTo>
                  <a:lnTo>
                    <a:pt x="15" y="555"/>
                  </a:lnTo>
                  <a:lnTo>
                    <a:pt x="10" y="533"/>
                  </a:lnTo>
                  <a:lnTo>
                    <a:pt x="7" y="510"/>
                  </a:lnTo>
                  <a:lnTo>
                    <a:pt x="3" y="488"/>
                  </a:lnTo>
                  <a:lnTo>
                    <a:pt x="2" y="466"/>
                  </a:lnTo>
                  <a:lnTo>
                    <a:pt x="0" y="442"/>
                  </a:lnTo>
                  <a:close/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01" name="Freeform 9">
              <a:extLst>
                <a:ext uri="{FF2B5EF4-FFF2-40B4-BE49-F238E27FC236}">
                  <a16:creationId xmlns:a16="http://schemas.microsoft.com/office/drawing/2014/main" id="{885A1D86-6D62-46A4-B483-1E89B7EF6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013" y="2863850"/>
              <a:ext cx="127000" cy="127000"/>
            </a:xfrm>
            <a:custGeom>
              <a:avLst/>
              <a:gdLst>
                <a:gd name="T0" fmla="*/ 2147483646 w 160"/>
                <a:gd name="T1" fmla="*/ 2147483646 h 160"/>
                <a:gd name="T2" fmla="*/ 2147483646 w 160"/>
                <a:gd name="T3" fmla="*/ 0 h 160"/>
                <a:gd name="T4" fmla="*/ 0 w 160"/>
                <a:gd name="T5" fmla="*/ 2147483646 h 160"/>
                <a:gd name="T6" fmla="*/ 2147483646 w 160"/>
                <a:gd name="T7" fmla="*/ 2147483646 h 160"/>
                <a:gd name="T8" fmla="*/ 2147483646 w 160"/>
                <a:gd name="T9" fmla="*/ 2147483646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160"/>
                <a:gd name="T17" fmla="*/ 160 w 16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160">
                  <a:moveTo>
                    <a:pt x="64" y="160"/>
                  </a:moveTo>
                  <a:lnTo>
                    <a:pt x="160" y="0"/>
                  </a:lnTo>
                  <a:lnTo>
                    <a:pt x="0" y="96"/>
                  </a:lnTo>
                  <a:lnTo>
                    <a:pt x="32" y="128"/>
                  </a:lnTo>
                  <a:lnTo>
                    <a:pt x="64" y="160"/>
                  </a:lnTo>
                  <a:close/>
                </a:path>
              </a:pathLst>
            </a:custGeom>
            <a:solidFill>
              <a:srgbClr val="000000"/>
            </a:solidFill>
            <a:ln w="2381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02" name="Freeform 12">
              <a:extLst>
                <a:ext uri="{FF2B5EF4-FFF2-40B4-BE49-F238E27FC236}">
                  <a16:creationId xmlns:a16="http://schemas.microsoft.com/office/drawing/2014/main" id="{D61CD179-DD92-4C5A-8E1D-C40F7F452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613" y="2305050"/>
              <a:ext cx="711200" cy="711200"/>
            </a:xfrm>
            <a:custGeom>
              <a:avLst/>
              <a:gdLst>
                <a:gd name="T0" fmla="*/ 2147483646 w 896"/>
                <a:gd name="T1" fmla="*/ 2147483646 h 896"/>
                <a:gd name="T2" fmla="*/ 2147483646 w 896"/>
                <a:gd name="T3" fmla="*/ 2147483646 h 896"/>
                <a:gd name="T4" fmla="*/ 2147483646 w 896"/>
                <a:gd name="T5" fmla="*/ 2147483646 h 896"/>
                <a:gd name="T6" fmla="*/ 2147483646 w 896"/>
                <a:gd name="T7" fmla="*/ 2147483646 h 896"/>
                <a:gd name="T8" fmla="*/ 2147483646 w 896"/>
                <a:gd name="T9" fmla="*/ 2147483646 h 896"/>
                <a:gd name="T10" fmla="*/ 2147483646 w 896"/>
                <a:gd name="T11" fmla="*/ 2147483646 h 896"/>
                <a:gd name="T12" fmla="*/ 2147483646 w 896"/>
                <a:gd name="T13" fmla="*/ 2147483646 h 896"/>
                <a:gd name="T14" fmla="*/ 2147483646 w 896"/>
                <a:gd name="T15" fmla="*/ 2147483646 h 896"/>
                <a:gd name="T16" fmla="*/ 2147483646 w 896"/>
                <a:gd name="T17" fmla="*/ 2147483646 h 896"/>
                <a:gd name="T18" fmla="*/ 2147483646 w 896"/>
                <a:gd name="T19" fmla="*/ 2147483646 h 896"/>
                <a:gd name="T20" fmla="*/ 2147483646 w 896"/>
                <a:gd name="T21" fmla="*/ 0 h 896"/>
                <a:gd name="T22" fmla="*/ 2147483646 w 896"/>
                <a:gd name="T23" fmla="*/ 0 h 896"/>
                <a:gd name="T24" fmla="*/ 2147483646 w 896"/>
                <a:gd name="T25" fmla="*/ 2147483646 h 896"/>
                <a:gd name="T26" fmla="*/ 2147483646 w 896"/>
                <a:gd name="T27" fmla="*/ 2147483646 h 896"/>
                <a:gd name="T28" fmla="*/ 2147483646 w 896"/>
                <a:gd name="T29" fmla="*/ 2147483646 h 896"/>
                <a:gd name="T30" fmla="*/ 2147483646 w 896"/>
                <a:gd name="T31" fmla="*/ 2147483646 h 896"/>
                <a:gd name="T32" fmla="*/ 2147483646 w 896"/>
                <a:gd name="T33" fmla="*/ 2147483646 h 896"/>
                <a:gd name="T34" fmla="*/ 2147483646 w 896"/>
                <a:gd name="T35" fmla="*/ 2147483646 h 896"/>
                <a:gd name="T36" fmla="*/ 2147483646 w 896"/>
                <a:gd name="T37" fmla="*/ 2147483646 h 896"/>
                <a:gd name="T38" fmla="*/ 2147483646 w 896"/>
                <a:gd name="T39" fmla="*/ 2147483646 h 896"/>
                <a:gd name="T40" fmla="*/ 2147483646 w 896"/>
                <a:gd name="T41" fmla="*/ 2147483646 h 896"/>
                <a:gd name="T42" fmla="*/ 2147483646 w 896"/>
                <a:gd name="T43" fmla="*/ 2147483646 h 896"/>
                <a:gd name="T44" fmla="*/ 2147483646 w 896"/>
                <a:gd name="T45" fmla="*/ 2147483646 h 896"/>
                <a:gd name="T46" fmla="*/ 2147483646 w 896"/>
                <a:gd name="T47" fmla="*/ 2147483646 h 896"/>
                <a:gd name="T48" fmla="*/ 2147483646 w 896"/>
                <a:gd name="T49" fmla="*/ 2147483646 h 896"/>
                <a:gd name="T50" fmla="*/ 2147483646 w 896"/>
                <a:gd name="T51" fmla="*/ 2147483646 h 896"/>
                <a:gd name="T52" fmla="*/ 2147483646 w 896"/>
                <a:gd name="T53" fmla="*/ 2147483646 h 896"/>
                <a:gd name="T54" fmla="*/ 2147483646 w 896"/>
                <a:gd name="T55" fmla="*/ 2147483646 h 896"/>
                <a:gd name="T56" fmla="*/ 2147483646 w 896"/>
                <a:gd name="T57" fmla="*/ 2147483646 h 896"/>
                <a:gd name="T58" fmla="*/ 2147483646 w 896"/>
                <a:gd name="T59" fmla="*/ 2147483646 h 896"/>
                <a:gd name="T60" fmla="*/ 2147483646 w 896"/>
                <a:gd name="T61" fmla="*/ 2147483646 h 896"/>
                <a:gd name="T62" fmla="*/ 2147483646 w 896"/>
                <a:gd name="T63" fmla="*/ 2147483646 h 896"/>
                <a:gd name="T64" fmla="*/ 2147483646 w 896"/>
                <a:gd name="T65" fmla="*/ 2147483646 h 896"/>
                <a:gd name="T66" fmla="*/ 2147483646 w 896"/>
                <a:gd name="T67" fmla="*/ 2147483646 h 896"/>
                <a:gd name="T68" fmla="*/ 2147483646 w 896"/>
                <a:gd name="T69" fmla="*/ 2147483646 h 896"/>
                <a:gd name="T70" fmla="*/ 2147483646 w 896"/>
                <a:gd name="T71" fmla="*/ 2147483646 h 896"/>
                <a:gd name="T72" fmla="*/ 2147483646 w 896"/>
                <a:gd name="T73" fmla="*/ 2147483646 h 896"/>
                <a:gd name="T74" fmla="*/ 2147483646 w 896"/>
                <a:gd name="T75" fmla="*/ 2147483646 h 896"/>
                <a:gd name="T76" fmla="*/ 2147483646 w 896"/>
                <a:gd name="T77" fmla="*/ 2147483646 h 896"/>
                <a:gd name="T78" fmla="*/ 2147483646 w 896"/>
                <a:gd name="T79" fmla="*/ 2147483646 h 896"/>
                <a:gd name="T80" fmla="*/ 2147483646 w 896"/>
                <a:gd name="T81" fmla="*/ 2147483646 h 896"/>
                <a:gd name="T82" fmla="*/ 2147483646 w 896"/>
                <a:gd name="T83" fmla="*/ 2147483646 h 896"/>
                <a:gd name="T84" fmla="*/ 2147483646 w 896"/>
                <a:gd name="T85" fmla="*/ 2147483646 h 896"/>
                <a:gd name="T86" fmla="*/ 2147483646 w 896"/>
                <a:gd name="T87" fmla="*/ 2147483646 h 896"/>
                <a:gd name="T88" fmla="*/ 2147483646 w 896"/>
                <a:gd name="T89" fmla="*/ 2147483646 h 896"/>
                <a:gd name="T90" fmla="*/ 2147483646 w 896"/>
                <a:gd name="T91" fmla="*/ 2147483646 h 896"/>
                <a:gd name="T92" fmla="*/ 2147483646 w 896"/>
                <a:gd name="T93" fmla="*/ 2147483646 h 896"/>
                <a:gd name="T94" fmla="*/ 2147483646 w 896"/>
                <a:gd name="T95" fmla="*/ 2147483646 h 896"/>
                <a:gd name="T96" fmla="*/ 2147483646 w 896"/>
                <a:gd name="T97" fmla="*/ 2147483646 h 896"/>
                <a:gd name="T98" fmla="*/ 2147483646 w 896"/>
                <a:gd name="T99" fmla="*/ 2147483646 h 896"/>
                <a:gd name="T100" fmla="*/ 2147483646 w 896"/>
                <a:gd name="T101" fmla="*/ 2147483646 h 896"/>
                <a:gd name="T102" fmla="*/ 2147483646 w 896"/>
                <a:gd name="T103" fmla="*/ 2147483646 h 896"/>
                <a:gd name="T104" fmla="*/ 2147483646 w 896"/>
                <a:gd name="T105" fmla="*/ 2147483646 h 896"/>
                <a:gd name="T106" fmla="*/ 2147483646 w 896"/>
                <a:gd name="T107" fmla="*/ 2147483646 h 896"/>
                <a:gd name="T108" fmla="*/ 2147483646 w 896"/>
                <a:gd name="T109" fmla="*/ 2147483646 h 896"/>
                <a:gd name="T110" fmla="*/ 2147483646 w 896"/>
                <a:gd name="T111" fmla="*/ 2147483646 h 89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96"/>
                <a:gd name="T169" fmla="*/ 0 h 896"/>
                <a:gd name="T170" fmla="*/ 896 w 896"/>
                <a:gd name="T171" fmla="*/ 896 h 89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96" h="896">
                  <a:moveTo>
                    <a:pt x="0" y="442"/>
                  </a:moveTo>
                  <a:lnTo>
                    <a:pt x="0" y="453"/>
                  </a:lnTo>
                  <a:lnTo>
                    <a:pt x="2" y="429"/>
                  </a:lnTo>
                  <a:lnTo>
                    <a:pt x="3" y="406"/>
                  </a:lnTo>
                  <a:lnTo>
                    <a:pt x="7" y="384"/>
                  </a:lnTo>
                  <a:lnTo>
                    <a:pt x="10" y="362"/>
                  </a:lnTo>
                  <a:lnTo>
                    <a:pt x="15" y="339"/>
                  </a:lnTo>
                  <a:lnTo>
                    <a:pt x="21" y="318"/>
                  </a:lnTo>
                  <a:lnTo>
                    <a:pt x="27" y="298"/>
                  </a:lnTo>
                  <a:lnTo>
                    <a:pt x="37" y="277"/>
                  </a:lnTo>
                  <a:lnTo>
                    <a:pt x="45" y="256"/>
                  </a:lnTo>
                  <a:lnTo>
                    <a:pt x="55" y="237"/>
                  </a:lnTo>
                  <a:lnTo>
                    <a:pt x="66" y="218"/>
                  </a:lnTo>
                  <a:lnTo>
                    <a:pt x="79" y="200"/>
                  </a:lnTo>
                  <a:lnTo>
                    <a:pt x="91" y="181"/>
                  </a:lnTo>
                  <a:lnTo>
                    <a:pt x="104" y="165"/>
                  </a:lnTo>
                  <a:lnTo>
                    <a:pt x="119" y="147"/>
                  </a:lnTo>
                  <a:lnTo>
                    <a:pt x="133" y="133"/>
                  </a:lnTo>
                  <a:lnTo>
                    <a:pt x="149" y="117"/>
                  </a:lnTo>
                  <a:lnTo>
                    <a:pt x="165" y="102"/>
                  </a:lnTo>
                  <a:lnTo>
                    <a:pt x="183" y="90"/>
                  </a:lnTo>
                  <a:lnTo>
                    <a:pt x="200" y="77"/>
                  </a:lnTo>
                  <a:lnTo>
                    <a:pt x="219" y="66"/>
                  </a:lnTo>
                  <a:lnTo>
                    <a:pt x="239" y="54"/>
                  </a:lnTo>
                  <a:lnTo>
                    <a:pt x="258" y="45"/>
                  </a:lnTo>
                  <a:lnTo>
                    <a:pt x="277" y="35"/>
                  </a:lnTo>
                  <a:lnTo>
                    <a:pt x="298" y="27"/>
                  </a:lnTo>
                  <a:lnTo>
                    <a:pt x="319" y="19"/>
                  </a:lnTo>
                  <a:lnTo>
                    <a:pt x="341" y="14"/>
                  </a:lnTo>
                  <a:lnTo>
                    <a:pt x="363" y="8"/>
                  </a:lnTo>
                  <a:lnTo>
                    <a:pt x="386" y="5"/>
                  </a:lnTo>
                  <a:lnTo>
                    <a:pt x="408" y="2"/>
                  </a:lnTo>
                  <a:lnTo>
                    <a:pt x="431" y="0"/>
                  </a:lnTo>
                  <a:lnTo>
                    <a:pt x="455" y="0"/>
                  </a:lnTo>
                  <a:lnTo>
                    <a:pt x="444" y="0"/>
                  </a:lnTo>
                  <a:lnTo>
                    <a:pt x="466" y="0"/>
                  </a:lnTo>
                  <a:lnTo>
                    <a:pt x="490" y="2"/>
                  </a:lnTo>
                  <a:lnTo>
                    <a:pt x="512" y="5"/>
                  </a:lnTo>
                  <a:lnTo>
                    <a:pt x="535" y="8"/>
                  </a:lnTo>
                  <a:lnTo>
                    <a:pt x="557" y="14"/>
                  </a:lnTo>
                  <a:lnTo>
                    <a:pt x="578" y="19"/>
                  </a:lnTo>
                  <a:lnTo>
                    <a:pt x="599" y="27"/>
                  </a:lnTo>
                  <a:lnTo>
                    <a:pt x="620" y="35"/>
                  </a:lnTo>
                  <a:lnTo>
                    <a:pt x="640" y="45"/>
                  </a:lnTo>
                  <a:lnTo>
                    <a:pt x="660" y="54"/>
                  </a:lnTo>
                  <a:lnTo>
                    <a:pt x="679" y="66"/>
                  </a:lnTo>
                  <a:lnTo>
                    <a:pt x="696" y="77"/>
                  </a:lnTo>
                  <a:lnTo>
                    <a:pt x="714" y="90"/>
                  </a:lnTo>
                  <a:lnTo>
                    <a:pt x="732" y="102"/>
                  </a:lnTo>
                  <a:lnTo>
                    <a:pt x="748" y="117"/>
                  </a:lnTo>
                  <a:lnTo>
                    <a:pt x="764" y="133"/>
                  </a:lnTo>
                  <a:lnTo>
                    <a:pt x="780" y="147"/>
                  </a:lnTo>
                  <a:lnTo>
                    <a:pt x="794" y="165"/>
                  </a:lnTo>
                  <a:lnTo>
                    <a:pt x="807" y="181"/>
                  </a:lnTo>
                  <a:lnTo>
                    <a:pt x="820" y="200"/>
                  </a:lnTo>
                  <a:lnTo>
                    <a:pt x="831" y="218"/>
                  </a:lnTo>
                  <a:lnTo>
                    <a:pt x="842" y="237"/>
                  </a:lnTo>
                  <a:lnTo>
                    <a:pt x="852" y="256"/>
                  </a:lnTo>
                  <a:lnTo>
                    <a:pt x="861" y="277"/>
                  </a:lnTo>
                  <a:lnTo>
                    <a:pt x="869" y="298"/>
                  </a:lnTo>
                  <a:lnTo>
                    <a:pt x="877" y="318"/>
                  </a:lnTo>
                  <a:lnTo>
                    <a:pt x="882" y="339"/>
                  </a:lnTo>
                  <a:lnTo>
                    <a:pt x="888" y="362"/>
                  </a:lnTo>
                  <a:lnTo>
                    <a:pt x="892" y="384"/>
                  </a:lnTo>
                  <a:lnTo>
                    <a:pt x="895" y="406"/>
                  </a:lnTo>
                  <a:lnTo>
                    <a:pt x="896" y="429"/>
                  </a:lnTo>
                  <a:lnTo>
                    <a:pt x="896" y="453"/>
                  </a:lnTo>
                  <a:lnTo>
                    <a:pt x="896" y="442"/>
                  </a:lnTo>
                  <a:lnTo>
                    <a:pt x="896" y="466"/>
                  </a:lnTo>
                  <a:lnTo>
                    <a:pt x="895" y="488"/>
                  </a:lnTo>
                  <a:lnTo>
                    <a:pt x="892" y="510"/>
                  </a:lnTo>
                  <a:lnTo>
                    <a:pt x="888" y="533"/>
                  </a:lnTo>
                  <a:lnTo>
                    <a:pt x="882" y="555"/>
                  </a:lnTo>
                  <a:lnTo>
                    <a:pt x="877" y="576"/>
                  </a:lnTo>
                  <a:lnTo>
                    <a:pt x="869" y="598"/>
                  </a:lnTo>
                  <a:lnTo>
                    <a:pt x="861" y="619"/>
                  </a:lnTo>
                  <a:lnTo>
                    <a:pt x="852" y="638"/>
                  </a:lnTo>
                  <a:lnTo>
                    <a:pt x="842" y="658"/>
                  </a:lnTo>
                  <a:lnTo>
                    <a:pt x="831" y="677"/>
                  </a:lnTo>
                  <a:lnTo>
                    <a:pt x="820" y="696"/>
                  </a:lnTo>
                  <a:lnTo>
                    <a:pt x="807" y="714"/>
                  </a:lnTo>
                  <a:lnTo>
                    <a:pt x="794" y="730"/>
                  </a:lnTo>
                  <a:lnTo>
                    <a:pt x="780" y="747"/>
                  </a:lnTo>
                  <a:lnTo>
                    <a:pt x="764" y="763"/>
                  </a:lnTo>
                  <a:lnTo>
                    <a:pt x="748" y="778"/>
                  </a:lnTo>
                  <a:lnTo>
                    <a:pt x="732" y="792"/>
                  </a:lnTo>
                  <a:lnTo>
                    <a:pt x="714" y="805"/>
                  </a:lnTo>
                  <a:lnTo>
                    <a:pt x="696" y="818"/>
                  </a:lnTo>
                  <a:lnTo>
                    <a:pt x="679" y="830"/>
                  </a:lnTo>
                  <a:lnTo>
                    <a:pt x="660" y="840"/>
                  </a:lnTo>
                  <a:lnTo>
                    <a:pt x="640" y="851"/>
                  </a:lnTo>
                  <a:lnTo>
                    <a:pt x="620" y="859"/>
                  </a:lnTo>
                  <a:lnTo>
                    <a:pt x="599" y="867"/>
                  </a:lnTo>
                  <a:lnTo>
                    <a:pt x="578" y="875"/>
                  </a:lnTo>
                  <a:lnTo>
                    <a:pt x="557" y="882"/>
                  </a:lnTo>
                  <a:lnTo>
                    <a:pt x="535" y="886"/>
                  </a:lnTo>
                  <a:lnTo>
                    <a:pt x="512" y="890"/>
                  </a:lnTo>
                  <a:lnTo>
                    <a:pt x="490" y="893"/>
                  </a:lnTo>
                  <a:lnTo>
                    <a:pt x="466" y="894"/>
                  </a:lnTo>
                  <a:lnTo>
                    <a:pt x="444" y="896"/>
                  </a:lnTo>
                  <a:lnTo>
                    <a:pt x="455" y="896"/>
                  </a:lnTo>
                  <a:lnTo>
                    <a:pt x="431" y="894"/>
                  </a:lnTo>
                  <a:lnTo>
                    <a:pt x="408" y="893"/>
                  </a:lnTo>
                  <a:lnTo>
                    <a:pt x="386" y="890"/>
                  </a:lnTo>
                  <a:lnTo>
                    <a:pt x="363" y="886"/>
                  </a:lnTo>
                  <a:lnTo>
                    <a:pt x="341" y="882"/>
                  </a:lnTo>
                  <a:lnTo>
                    <a:pt x="319" y="875"/>
                  </a:lnTo>
                  <a:lnTo>
                    <a:pt x="298" y="867"/>
                  </a:lnTo>
                  <a:lnTo>
                    <a:pt x="277" y="859"/>
                  </a:lnTo>
                  <a:lnTo>
                    <a:pt x="258" y="851"/>
                  </a:lnTo>
                  <a:lnTo>
                    <a:pt x="239" y="840"/>
                  </a:lnTo>
                  <a:lnTo>
                    <a:pt x="219" y="830"/>
                  </a:lnTo>
                  <a:lnTo>
                    <a:pt x="200" y="818"/>
                  </a:lnTo>
                  <a:lnTo>
                    <a:pt x="183" y="805"/>
                  </a:lnTo>
                  <a:lnTo>
                    <a:pt x="165" y="792"/>
                  </a:lnTo>
                  <a:lnTo>
                    <a:pt x="149" y="778"/>
                  </a:lnTo>
                  <a:lnTo>
                    <a:pt x="133" y="763"/>
                  </a:lnTo>
                  <a:lnTo>
                    <a:pt x="119" y="747"/>
                  </a:lnTo>
                  <a:lnTo>
                    <a:pt x="104" y="730"/>
                  </a:lnTo>
                  <a:lnTo>
                    <a:pt x="91" y="714"/>
                  </a:lnTo>
                  <a:lnTo>
                    <a:pt x="79" y="696"/>
                  </a:lnTo>
                  <a:lnTo>
                    <a:pt x="66" y="677"/>
                  </a:lnTo>
                  <a:lnTo>
                    <a:pt x="55" y="658"/>
                  </a:lnTo>
                  <a:lnTo>
                    <a:pt x="45" y="638"/>
                  </a:lnTo>
                  <a:lnTo>
                    <a:pt x="37" y="619"/>
                  </a:lnTo>
                  <a:lnTo>
                    <a:pt x="27" y="598"/>
                  </a:lnTo>
                  <a:lnTo>
                    <a:pt x="21" y="576"/>
                  </a:lnTo>
                  <a:lnTo>
                    <a:pt x="15" y="555"/>
                  </a:lnTo>
                  <a:lnTo>
                    <a:pt x="10" y="533"/>
                  </a:lnTo>
                  <a:lnTo>
                    <a:pt x="7" y="510"/>
                  </a:lnTo>
                  <a:lnTo>
                    <a:pt x="3" y="488"/>
                  </a:lnTo>
                  <a:lnTo>
                    <a:pt x="2" y="466"/>
                  </a:lnTo>
                  <a:lnTo>
                    <a:pt x="0" y="442"/>
                  </a:lnTo>
                  <a:close/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03" name="Freeform 14">
              <a:extLst>
                <a:ext uri="{FF2B5EF4-FFF2-40B4-BE49-F238E27FC236}">
                  <a16:creationId xmlns:a16="http://schemas.microsoft.com/office/drawing/2014/main" id="{7B51B8AB-3DE8-48DA-AA09-55FBBF3C9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5413" y="2863850"/>
              <a:ext cx="127000" cy="127000"/>
            </a:xfrm>
            <a:custGeom>
              <a:avLst/>
              <a:gdLst>
                <a:gd name="T0" fmla="*/ 2147483646 w 160"/>
                <a:gd name="T1" fmla="*/ 2147483646 h 160"/>
                <a:gd name="T2" fmla="*/ 0 w 160"/>
                <a:gd name="T3" fmla="*/ 0 h 160"/>
                <a:gd name="T4" fmla="*/ 2147483646 w 160"/>
                <a:gd name="T5" fmla="*/ 2147483646 h 160"/>
                <a:gd name="T6" fmla="*/ 2147483646 w 160"/>
                <a:gd name="T7" fmla="*/ 2147483646 h 160"/>
                <a:gd name="T8" fmla="*/ 2147483646 w 160"/>
                <a:gd name="T9" fmla="*/ 2147483646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160"/>
                <a:gd name="T17" fmla="*/ 160 w 16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160">
                  <a:moveTo>
                    <a:pt x="160" y="96"/>
                  </a:moveTo>
                  <a:lnTo>
                    <a:pt x="0" y="0"/>
                  </a:lnTo>
                  <a:lnTo>
                    <a:pt x="96" y="160"/>
                  </a:lnTo>
                  <a:lnTo>
                    <a:pt x="128" y="128"/>
                  </a:lnTo>
                  <a:lnTo>
                    <a:pt x="160" y="96"/>
                  </a:lnTo>
                  <a:close/>
                </a:path>
              </a:pathLst>
            </a:custGeom>
            <a:solidFill>
              <a:srgbClr val="000000"/>
            </a:solidFill>
            <a:ln w="2381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04" name="Freeform 17">
              <a:extLst>
                <a:ext uri="{FF2B5EF4-FFF2-40B4-BE49-F238E27FC236}">
                  <a16:creationId xmlns:a16="http://schemas.microsoft.com/office/drawing/2014/main" id="{5D0F7C13-A6C0-4E6B-8224-34B8E9CED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9213" y="2305050"/>
              <a:ext cx="736600" cy="711200"/>
            </a:xfrm>
            <a:custGeom>
              <a:avLst/>
              <a:gdLst>
                <a:gd name="T0" fmla="*/ 2147483646 w 928"/>
                <a:gd name="T1" fmla="*/ 2147483646 h 896"/>
                <a:gd name="T2" fmla="*/ 2147483646 w 928"/>
                <a:gd name="T3" fmla="*/ 2147483646 h 896"/>
                <a:gd name="T4" fmla="*/ 2147483646 w 928"/>
                <a:gd name="T5" fmla="*/ 2147483646 h 896"/>
                <a:gd name="T6" fmla="*/ 2147483646 w 928"/>
                <a:gd name="T7" fmla="*/ 2147483646 h 896"/>
                <a:gd name="T8" fmla="*/ 2147483646 w 928"/>
                <a:gd name="T9" fmla="*/ 2147483646 h 896"/>
                <a:gd name="T10" fmla="*/ 2147483646 w 928"/>
                <a:gd name="T11" fmla="*/ 2147483646 h 896"/>
                <a:gd name="T12" fmla="*/ 2147483646 w 928"/>
                <a:gd name="T13" fmla="*/ 2147483646 h 896"/>
                <a:gd name="T14" fmla="*/ 2147483646 w 928"/>
                <a:gd name="T15" fmla="*/ 2147483646 h 896"/>
                <a:gd name="T16" fmla="*/ 2147483646 w 928"/>
                <a:gd name="T17" fmla="*/ 2147483646 h 896"/>
                <a:gd name="T18" fmla="*/ 2147483646 w 928"/>
                <a:gd name="T19" fmla="*/ 2147483646 h 896"/>
                <a:gd name="T20" fmla="*/ 2147483646 w 928"/>
                <a:gd name="T21" fmla="*/ 0 h 896"/>
                <a:gd name="T22" fmla="*/ 2147483646 w 928"/>
                <a:gd name="T23" fmla="*/ 0 h 896"/>
                <a:gd name="T24" fmla="*/ 2147483646 w 928"/>
                <a:gd name="T25" fmla="*/ 2147483646 h 896"/>
                <a:gd name="T26" fmla="*/ 2147483646 w 928"/>
                <a:gd name="T27" fmla="*/ 2147483646 h 896"/>
                <a:gd name="T28" fmla="*/ 2147483646 w 928"/>
                <a:gd name="T29" fmla="*/ 2147483646 h 896"/>
                <a:gd name="T30" fmla="*/ 2147483646 w 928"/>
                <a:gd name="T31" fmla="*/ 2147483646 h 896"/>
                <a:gd name="T32" fmla="*/ 2147483646 w 928"/>
                <a:gd name="T33" fmla="*/ 2147483646 h 896"/>
                <a:gd name="T34" fmla="*/ 2147483646 w 928"/>
                <a:gd name="T35" fmla="*/ 2147483646 h 896"/>
                <a:gd name="T36" fmla="*/ 2147483646 w 928"/>
                <a:gd name="T37" fmla="*/ 2147483646 h 896"/>
                <a:gd name="T38" fmla="*/ 2147483646 w 928"/>
                <a:gd name="T39" fmla="*/ 2147483646 h 896"/>
                <a:gd name="T40" fmla="*/ 2147483646 w 928"/>
                <a:gd name="T41" fmla="*/ 2147483646 h 896"/>
                <a:gd name="T42" fmla="*/ 2147483646 w 928"/>
                <a:gd name="T43" fmla="*/ 2147483646 h 896"/>
                <a:gd name="T44" fmla="*/ 2147483646 w 928"/>
                <a:gd name="T45" fmla="*/ 2147483646 h 896"/>
                <a:gd name="T46" fmla="*/ 2147483646 w 928"/>
                <a:gd name="T47" fmla="*/ 2147483646 h 896"/>
                <a:gd name="T48" fmla="*/ 2147483646 w 928"/>
                <a:gd name="T49" fmla="*/ 2147483646 h 896"/>
                <a:gd name="T50" fmla="*/ 2147483646 w 928"/>
                <a:gd name="T51" fmla="*/ 2147483646 h 896"/>
                <a:gd name="T52" fmla="*/ 2147483646 w 928"/>
                <a:gd name="T53" fmla="*/ 2147483646 h 896"/>
                <a:gd name="T54" fmla="*/ 2147483646 w 928"/>
                <a:gd name="T55" fmla="*/ 2147483646 h 896"/>
                <a:gd name="T56" fmla="*/ 2147483646 w 928"/>
                <a:gd name="T57" fmla="*/ 2147483646 h 896"/>
                <a:gd name="T58" fmla="*/ 2147483646 w 928"/>
                <a:gd name="T59" fmla="*/ 2147483646 h 896"/>
                <a:gd name="T60" fmla="*/ 2147483646 w 928"/>
                <a:gd name="T61" fmla="*/ 2147483646 h 896"/>
                <a:gd name="T62" fmla="*/ 2147483646 w 928"/>
                <a:gd name="T63" fmla="*/ 2147483646 h 896"/>
                <a:gd name="T64" fmla="*/ 2147483646 w 928"/>
                <a:gd name="T65" fmla="*/ 2147483646 h 896"/>
                <a:gd name="T66" fmla="*/ 2147483646 w 928"/>
                <a:gd name="T67" fmla="*/ 2147483646 h 896"/>
                <a:gd name="T68" fmla="*/ 2147483646 w 928"/>
                <a:gd name="T69" fmla="*/ 2147483646 h 896"/>
                <a:gd name="T70" fmla="*/ 2147483646 w 928"/>
                <a:gd name="T71" fmla="*/ 2147483646 h 896"/>
                <a:gd name="T72" fmla="*/ 2147483646 w 928"/>
                <a:gd name="T73" fmla="*/ 2147483646 h 896"/>
                <a:gd name="T74" fmla="*/ 2147483646 w 928"/>
                <a:gd name="T75" fmla="*/ 2147483646 h 896"/>
                <a:gd name="T76" fmla="*/ 2147483646 w 928"/>
                <a:gd name="T77" fmla="*/ 2147483646 h 896"/>
                <a:gd name="T78" fmla="*/ 2147483646 w 928"/>
                <a:gd name="T79" fmla="*/ 2147483646 h 896"/>
                <a:gd name="T80" fmla="*/ 2147483646 w 928"/>
                <a:gd name="T81" fmla="*/ 2147483646 h 896"/>
                <a:gd name="T82" fmla="*/ 2147483646 w 928"/>
                <a:gd name="T83" fmla="*/ 2147483646 h 896"/>
                <a:gd name="T84" fmla="*/ 2147483646 w 928"/>
                <a:gd name="T85" fmla="*/ 2147483646 h 896"/>
                <a:gd name="T86" fmla="*/ 2147483646 w 928"/>
                <a:gd name="T87" fmla="*/ 2147483646 h 896"/>
                <a:gd name="T88" fmla="*/ 2147483646 w 928"/>
                <a:gd name="T89" fmla="*/ 2147483646 h 896"/>
                <a:gd name="T90" fmla="*/ 2147483646 w 928"/>
                <a:gd name="T91" fmla="*/ 2147483646 h 896"/>
                <a:gd name="T92" fmla="*/ 2147483646 w 928"/>
                <a:gd name="T93" fmla="*/ 2147483646 h 896"/>
                <a:gd name="T94" fmla="*/ 2147483646 w 928"/>
                <a:gd name="T95" fmla="*/ 2147483646 h 896"/>
                <a:gd name="T96" fmla="*/ 2147483646 w 928"/>
                <a:gd name="T97" fmla="*/ 2147483646 h 896"/>
                <a:gd name="T98" fmla="*/ 2147483646 w 928"/>
                <a:gd name="T99" fmla="*/ 2147483646 h 896"/>
                <a:gd name="T100" fmla="*/ 2147483646 w 928"/>
                <a:gd name="T101" fmla="*/ 2147483646 h 896"/>
                <a:gd name="T102" fmla="*/ 2147483646 w 928"/>
                <a:gd name="T103" fmla="*/ 2147483646 h 896"/>
                <a:gd name="T104" fmla="*/ 2147483646 w 928"/>
                <a:gd name="T105" fmla="*/ 2147483646 h 896"/>
                <a:gd name="T106" fmla="*/ 2147483646 w 928"/>
                <a:gd name="T107" fmla="*/ 2147483646 h 896"/>
                <a:gd name="T108" fmla="*/ 2147483646 w 928"/>
                <a:gd name="T109" fmla="*/ 2147483646 h 896"/>
                <a:gd name="T110" fmla="*/ 2147483646 w 928"/>
                <a:gd name="T111" fmla="*/ 2147483646 h 89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928"/>
                <a:gd name="T169" fmla="*/ 0 h 896"/>
                <a:gd name="T170" fmla="*/ 928 w 928"/>
                <a:gd name="T171" fmla="*/ 896 h 89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928" h="896">
                  <a:moveTo>
                    <a:pt x="0" y="442"/>
                  </a:moveTo>
                  <a:lnTo>
                    <a:pt x="0" y="453"/>
                  </a:lnTo>
                  <a:lnTo>
                    <a:pt x="1" y="429"/>
                  </a:lnTo>
                  <a:lnTo>
                    <a:pt x="3" y="406"/>
                  </a:lnTo>
                  <a:lnTo>
                    <a:pt x="6" y="384"/>
                  </a:lnTo>
                  <a:lnTo>
                    <a:pt x="9" y="362"/>
                  </a:lnTo>
                  <a:lnTo>
                    <a:pt x="14" y="339"/>
                  </a:lnTo>
                  <a:lnTo>
                    <a:pt x="21" y="318"/>
                  </a:lnTo>
                  <a:lnTo>
                    <a:pt x="27" y="298"/>
                  </a:lnTo>
                  <a:lnTo>
                    <a:pt x="37" y="277"/>
                  </a:lnTo>
                  <a:lnTo>
                    <a:pt x="45" y="256"/>
                  </a:lnTo>
                  <a:lnTo>
                    <a:pt x="54" y="237"/>
                  </a:lnTo>
                  <a:lnTo>
                    <a:pt x="65" y="218"/>
                  </a:lnTo>
                  <a:lnTo>
                    <a:pt x="78" y="200"/>
                  </a:lnTo>
                  <a:lnTo>
                    <a:pt x="91" y="181"/>
                  </a:lnTo>
                  <a:lnTo>
                    <a:pt x="104" y="165"/>
                  </a:lnTo>
                  <a:lnTo>
                    <a:pt x="118" y="147"/>
                  </a:lnTo>
                  <a:lnTo>
                    <a:pt x="133" y="133"/>
                  </a:lnTo>
                  <a:lnTo>
                    <a:pt x="149" y="117"/>
                  </a:lnTo>
                  <a:lnTo>
                    <a:pt x="165" y="102"/>
                  </a:lnTo>
                  <a:lnTo>
                    <a:pt x="182" y="90"/>
                  </a:lnTo>
                  <a:lnTo>
                    <a:pt x="200" y="77"/>
                  </a:lnTo>
                  <a:lnTo>
                    <a:pt x="219" y="66"/>
                  </a:lnTo>
                  <a:lnTo>
                    <a:pt x="238" y="54"/>
                  </a:lnTo>
                  <a:lnTo>
                    <a:pt x="257" y="45"/>
                  </a:lnTo>
                  <a:lnTo>
                    <a:pt x="277" y="35"/>
                  </a:lnTo>
                  <a:lnTo>
                    <a:pt x="297" y="27"/>
                  </a:lnTo>
                  <a:lnTo>
                    <a:pt x="318" y="19"/>
                  </a:lnTo>
                  <a:lnTo>
                    <a:pt x="341" y="14"/>
                  </a:lnTo>
                  <a:lnTo>
                    <a:pt x="363" y="8"/>
                  </a:lnTo>
                  <a:lnTo>
                    <a:pt x="385" y="5"/>
                  </a:lnTo>
                  <a:lnTo>
                    <a:pt x="408" y="2"/>
                  </a:lnTo>
                  <a:lnTo>
                    <a:pt x="430" y="0"/>
                  </a:lnTo>
                  <a:lnTo>
                    <a:pt x="454" y="0"/>
                  </a:lnTo>
                  <a:lnTo>
                    <a:pt x="475" y="0"/>
                  </a:lnTo>
                  <a:lnTo>
                    <a:pt x="498" y="0"/>
                  </a:lnTo>
                  <a:lnTo>
                    <a:pt x="522" y="2"/>
                  </a:lnTo>
                  <a:lnTo>
                    <a:pt x="544" y="5"/>
                  </a:lnTo>
                  <a:lnTo>
                    <a:pt x="566" y="8"/>
                  </a:lnTo>
                  <a:lnTo>
                    <a:pt x="589" y="14"/>
                  </a:lnTo>
                  <a:lnTo>
                    <a:pt x="610" y="19"/>
                  </a:lnTo>
                  <a:lnTo>
                    <a:pt x="630" y="27"/>
                  </a:lnTo>
                  <a:lnTo>
                    <a:pt x="651" y="35"/>
                  </a:lnTo>
                  <a:lnTo>
                    <a:pt x="672" y="45"/>
                  </a:lnTo>
                  <a:lnTo>
                    <a:pt x="691" y="54"/>
                  </a:lnTo>
                  <a:lnTo>
                    <a:pt x="710" y="66"/>
                  </a:lnTo>
                  <a:lnTo>
                    <a:pt x="728" y="77"/>
                  </a:lnTo>
                  <a:lnTo>
                    <a:pt x="746" y="90"/>
                  </a:lnTo>
                  <a:lnTo>
                    <a:pt x="763" y="102"/>
                  </a:lnTo>
                  <a:lnTo>
                    <a:pt x="779" y="117"/>
                  </a:lnTo>
                  <a:lnTo>
                    <a:pt x="795" y="133"/>
                  </a:lnTo>
                  <a:lnTo>
                    <a:pt x="811" y="147"/>
                  </a:lnTo>
                  <a:lnTo>
                    <a:pt x="826" y="165"/>
                  </a:lnTo>
                  <a:lnTo>
                    <a:pt x="838" y="181"/>
                  </a:lnTo>
                  <a:lnTo>
                    <a:pt x="851" y="200"/>
                  </a:lnTo>
                  <a:lnTo>
                    <a:pt x="862" y="218"/>
                  </a:lnTo>
                  <a:lnTo>
                    <a:pt x="874" y="237"/>
                  </a:lnTo>
                  <a:lnTo>
                    <a:pt x="883" y="256"/>
                  </a:lnTo>
                  <a:lnTo>
                    <a:pt x="893" y="277"/>
                  </a:lnTo>
                  <a:lnTo>
                    <a:pt x="901" y="298"/>
                  </a:lnTo>
                  <a:lnTo>
                    <a:pt x="909" y="318"/>
                  </a:lnTo>
                  <a:lnTo>
                    <a:pt x="914" y="339"/>
                  </a:lnTo>
                  <a:lnTo>
                    <a:pt x="920" y="362"/>
                  </a:lnTo>
                  <a:lnTo>
                    <a:pt x="923" y="384"/>
                  </a:lnTo>
                  <a:lnTo>
                    <a:pt x="926" y="406"/>
                  </a:lnTo>
                  <a:lnTo>
                    <a:pt x="928" y="429"/>
                  </a:lnTo>
                  <a:lnTo>
                    <a:pt x="928" y="453"/>
                  </a:lnTo>
                  <a:lnTo>
                    <a:pt x="928" y="442"/>
                  </a:lnTo>
                  <a:lnTo>
                    <a:pt x="928" y="466"/>
                  </a:lnTo>
                  <a:lnTo>
                    <a:pt x="926" y="488"/>
                  </a:lnTo>
                  <a:lnTo>
                    <a:pt x="923" y="510"/>
                  </a:lnTo>
                  <a:lnTo>
                    <a:pt x="920" y="533"/>
                  </a:lnTo>
                  <a:lnTo>
                    <a:pt x="914" y="555"/>
                  </a:lnTo>
                  <a:lnTo>
                    <a:pt x="909" y="576"/>
                  </a:lnTo>
                  <a:lnTo>
                    <a:pt x="901" y="598"/>
                  </a:lnTo>
                  <a:lnTo>
                    <a:pt x="893" y="619"/>
                  </a:lnTo>
                  <a:lnTo>
                    <a:pt x="883" y="638"/>
                  </a:lnTo>
                  <a:lnTo>
                    <a:pt x="874" y="658"/>
                  </a:lnTo>
                  <a:lnTo>
                    <a:pt x="862" y="677"/>
                  </a:lnTo>
                  <a:lnTo>
                    <a:pt x="851" y="696"/>
                  </a:lnTo>
                  <a:lnTo>
                    <a:pt x="838" y="714"/>
                  </a:lnTo>
                  <a:lnTo>
                    <a:pt x="826" y="730"/>
                  </a:lnTo>
                  <a:lnTo>
                    <a:pt x="811" y="747"/>
                  </a:lnTo>
                  <a:lnTo>
                    <a:pt x="795" y="763"/>
                  </a:lnTo>
                  <a:lnTo>
                    <a:pt x="779" y="778"/>
                  </a:lnTo>
                  <a:lnTo>
                    <a:pt x="763" y="792"/>
                  </a:lnTo>
                  <a:lnTo>
                    <a:pt x="746" y="805"/>
                  </a:lnTo>
                  <a:lnTo>
                    <a:pt x="728" y="818"/>
                  </a:lnTo>
                  <a:lnTo>
                    <a:pt x="710" y="830"/>
                  </a:lnTo>
                  <a:lnTo>
                    <a:pt x="691" y="840"/>
                  </a:lnTo>
                  <a:lnTo>
                    <a:pt x="672" y="851"/>
                  </a:lnTo>
                  <a:lnTo>
                    <a:pt x="651" y="859"/>
                  </a:lnTo>
                  <a:lnTo>
                    <a:pt x="630" y="867"/>
                  </a:lnTo>
                  <a:lnTo>
                    <a:pt x="610" y="875"/>
                  </a:lnTo>
                  <a:lnTo>
                    <a:pt x="589" y="882"/>
                  </a:lnTo>
                  <a:lnTo>
                    <a:pt x="566" y="886"/>
                  </a:lnTo>
                  <a:lnTo>
                    <a:pt x="544" y="890"/>
                  </a:lnTo>
                  <a:lnTo>
                    <a:pt x="522" y="893"/>
                  </a:lnTo>
                  <a:lnTo>
                    <a:pt x="498" y="894"/>
                  </a:lnTo>
                  <a:lnTo>
                    <a:pt x="475" y="896"/>
                  </a:lnTo>
                  <a:lnTo>
                    <a:pt x="454" y="896"/>
                  </a:lnTo>
                  <a:lnTo>
                    <a:pt x="430" y="894"/>
                  </a:lnTo>
                  <a:lnTo>
                    <a:pt x="408" y="893"/>
                  </a:lnTo>
                  <a:lnTo>
                    <a:pt x="385" y="890"/>
                  </a:lnTo>
                  <a:lnTo>
                    <a:pt x="363" y="886"/>
                  </a:lnTo>
                  <a:lnTo>
                    <a:pt x="341" y="882"/>
                  </a:lnTo>
                  <a:lnTo>
                    <a:pt x="318" y="875"/>
                  </a:lnTo>
                  <a:lnTo>
                    <a:pt x="297" y="867"/>
                  </a:lnTo>
                  <a:lnTo>
                    <a:pt x="277" y="859"/>
                  </a:lnTo>
                  <a:lnTo>
                    <a:pt x="257" y="851"/>
                  </a:lnTo>
                  <a:lnTo>
                    <a:pt x="238" y="840"/>
                  </a:lnTo>
                  <a:lnTo>
                    <a:pt x="219" y="830"/>
                  </a:lnTo>
                  <a:lnTo>
                    <a:pt x="200" y="818"/>
                  </a:lnTo>
                  <a:lnTo>
                    <a:pt x="182" y="805"/>
                  </a:lnTo>
                  <a:lnTo>
                    <a:pt x="165" y="792"/>
                  </a:lnTo>
                  <a:lnTo>
                    <a:pt x="149" y="778"/>
                  </a:lnTo>
                  <a:lnTo>
                    <a:pt x="133" y="763"/>
                  </a:lnTo>
                  <a:lnTo>
                    <a:pt x="118" y="747"/>
                  </a:lnTo>
                  <a:lnTo>
                    <a:pt x="104" y="730"/>
                  </a:lnTo>
                  <a:lnTo>
                    <a:pt x="91" y="714"/>
                  </a:lnTo>
                  <a:lnTo>
                    <a:pt x="78" y="696"/>
                  </a:lnTo>
                  <a:lnTo>
                    <a:pt x="65" y="677"/>
                  </a:lnTo>
                  <a:lnTo>
                    <a:pt x="54" y="658"/>
                  </a:lnTo>
                  <a:lnTo>
                    <a:pt x="45" y="638"/>
                  </a:lnTo>
                  <a:lnTo>
                    <a:pt x="37" y="619"/>
                  </a:lnTo>
                  <a:lnTo>
                    <a:pt x="27" y="598"/>
                  </a:lnTo>
                  <a:lnTo>
                    <a:pt x="21" y="576"/>
                  </a:lnTo>
                  <a:lnTo>
                    <a:pt x="14" y="555"/>
                  </a:lnTo>
                  <a:lnTo>
                    <a:pt x="9" y="533"/>
                  </a:lnTo>
                  <a:lnTo>
                    <a:pt x="6" y="510"/>
                  </a:lnTo>
                  <a:lnTo>
                    <a:pt x="3" y="488"/>
                  </a:lnTo>
                  <a:lnTo>
                    <a:pt x="1" y="466"/>
                  </a:lnTo>
                  <a:lnTo>
                    <a:pt x="0" y="442"/>
                  </a:lnTo>
                  <a:close/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05" name="Freeform 19">
              <a:extLst>
                <a:ext uri="{FF2B5EF4-FFF2-40B4-BE49-F238E27FC236}">
                  <a16:creationId xmlns:a16="http://schemas.microsoft.com/office/drawing/2014/main" id="{DC217EF2-F2FA-4EAD-8E29-623D21253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5413" y="5022850"/>
              <a:ext cx="127000" cy="127000"/>
            </a:xfrm>
            <a:custGeom>
              <a:avLst/>
              <a:gdLst>
                <a:gd name="T0" fmla="*/ 2147483646 w 160"/>
                <a:gd name="T1" fmla="*/ 2147483646 h 160"/>
                <a:gd name="T2" fmla="*/ 0 w 160"/>
                <a:gd name="T3" fmla="*/ 0 h 160"/>
                <a:gd name="T4" fmla="*/ 2147483646 w 160"/>
                <a:gd name="T5" fmla="*/ 2147483646 h 160"/>
                <a:gd name="T6" fmla="*/ 2147483646 w 160"/>
                <a:gd name="T7" fmla="*/ 2147483646 h 160"/>
                <a:gd name="T8" fmla="*/ 2147483646 w 160"/>
                <a:gd name="T9" fmla="*/ 2147483646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160"/>
                <a:gd name="T17" fmla="*/ 160 w 16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160">
                  <a:moveTo>
                    <a:pt x="160" y="96"/>
                  </a:moveTo>
                  <a:lnTo>
                    <a:pt x="0" y="0"/>
                  </a:lnTo>
                  <a:lnTo>
                    <a:pt x="96" y="160"/>
                  </a:lnTo>
                  <a:lnTo>
                    <a:pt x="128" y="128"/>
                  </a:lnTo>
                  <a:lnTo>
                    <a:pt x="160" y="96"/>
                  </a:lnTo>
                  <a:close/>
                </a:path>
              </a:pathLst>
            </a:custGeom>
            <a:solidFill>
              <a:srgbClr val="000000"/>
            </a:solidFill>
            <a:ln w="2381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06" name="Freeform 22">
              <a:extLst>
                <a:ext uri="{FF2B5EF4-FFF2-40B4-BE49-F238E27FC236}">
                  <a16:creationId xmlns:a16="http://schemas.microsoft.com/office/drawing/2014/main" id="{E0BD3D70-CE53-4757-B8CD-9CECFD9CF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9213" y="4464050"/>
              <a:ext cx="736600" cy="711200"/>
            </a:xfrm>
            <a:custGeom>
              <a:avLst/>
              <a:gdLst>
                <a:gd name="T0" fmla="*/ 2147483646 w 928"/>
                <a:gd name="T1" fmla="*/ 2147483646 h 896"/>
                <a:gd name="T2" fmla="*/ 2147483646 w 928"/>
                <a:gd name="T3" fmla="*/ 2147483646 h 896"/>
                <a:gd name="T4" fmla="*/ 2147483646 w 928"/>
                <a:gd name="T5" fmla="*/ 2147483646 h 896"/>
                <a:gd name="T6" fmla="*/ 2147483646 w 928"/>
                <a:gd name="T7" fmla="*/ 2147483646 h 896"/>
                <a:gd name="T8" fmla="*/ 2147483646 w 928"/>
                <a:gd name="T9" fmla="*/ 2147483646 h 896"/>
                <a:gd name="T10" fmla="*/ 2147483646 w 928"/>
                <a:gd name="T11" fmla="*/ 2147483646 h 896"/>
                <a:gd name="T12" fmla="*/ 2147483646 w 928"/>
                <a:gd name="T13" fmla="*/ 2147483646 h 896"/>
                <a:gd name="T14" fmla="*/ 2147483646 w 928"/>
                <a:gd name="T15" fmla="*/ 2147483646 h 896"/>
                <a:gd name="T16" fmla="*/ 2147483646 w 928"/>
                <a:gd name="T17" fmla="*/ 2147483646 h 896"/>
                <a:gd name="T18" fmla="*/ 2147483646 w 928"/>
                <a:gd name="T19" fmla="*/ 2147483646 h 896"/>
                <a:gd name="T20" fmla="*/ 2147483646 w 928"/>
                <a:gd name="T21" fmla="*/ 0 h 896"/>
                <a:gd name="T22" fmla="*/ 2147483646 w 928"/>
                <a:gd name="T23" fmla="*/ 0 h 896"/>
                <a:gd name="T24" fmla="*/ 2147483646 w 928"/>
                <a:gd name="T25" fmla="*/ 2147483646 h 896"/>
                <a:gd name="T26" fmla="*/ 2147483646 w 928"/>
                <a:gd name="T27" fmla="*/ 2147483646 h 896"/>
                <a:gd name="T28" fmla="*/ 2147483646 w 928"/>
                <a:gd name="T29" fmla="*/ 2147483646 h 896"/>
                <a:gd name="T30" fmla="*/ 2147483646 w 928"/>
                <a:gd name="T31" fmla="*/ 2147483646 h 896"/>
                <a:gd name="T32" fmla="*/ 2147483646 w 928"/>
                <a:gd name="T33" fmla="*/ 2147483646 h 896"/>
                <a:gd name="T34" fmla="*/ 2147483646 w 928"/>
                <a:gd name="T35" fmla="*/ 2147483646 h 896"/>
                <a:gd name="T36" fmla="*/ 2147483646 w 928"/>
                <a:gd name="T37" fmla="*/ 2147483646 h 896"/>
                <a:gd name="T38" fmla="*/ 2147483646 w 928"/>
                <a:gd name="T39" fmla="*/ 2147483646 h 896"/>
                <a:gd name="T40" fmla="*/ 2147483646 w 928"/>
                <a:gd name="T41" fmla="*/ 2147483646 h 896"/>
                <a:gd name="T42" fmla="*/ 2147483646 w 928"/>
                <a:gd name="T43" fmla="*/ 2147483646 h 896"/>
                <a:gd name="T44" fmla="*/ 2147483646 w 928"/>
                <a:gd name="T45" fmla="*/ 2147483646 h 896"/>
                <a:gd name="T46" fmla="*/ 2147483646 w 928"/>
                <a:gd name="T47" fmla="*/ 2147483646 h 896"/>
                <a:gd name="T48" fmla="*/ 2147483646 w 928"/>
                <a:gd name="T49" fmla="*/ 2147483646 h 896"/>
                <a:gd name="T50" fmla="*/ 2147483646 w 928"/>
                <a:gd name="T51" fmla="*/ 2147483646 h 896"/>
                <a:gd name="T52" fmla="*/ 2147483646 w 928"/>
                <a:gd name="T53" fmla="*/ 2147483646 h 896"/>
                <a:gd name="T54" fmla="*/ 2147483646 w 928"/>
                <a:gd name="T55" fmla="*/ 2147483646 h 896"/>
                <a:gd name="T56" fmla="*/ 2147483646 w 928"/>
                <a:gd name="T57" fmla="*/ 2147483646 h 896"/>
                <a:gd name="T58" fmla="*/ 2147483646 w 928"/>
                <a:gd name="T59" fmla="*/ 2147483646 h 896"/>
                <a:gd name="T60" fmla="*/ 2147483646 w 928"/>
                <a:gd name="T61" fmla="*/ 2147483646 h 896"/>
                <a:gd name="T62" fmla="*/ 2147483646 w 928"/>
                <a:gd name="T63" fmla="*/ 2147483646 h 896"/>
                <a:gd name="T64" fmla="*/ 2147483646 w 928"/>
                <a:gd name="T65" fmla="*/ 2147483646 h 896"/>
                <a:gd name="T66" fmla="*/ 2147483646 w 928"/>
                <a:gd name="T67" fmla="*/ 2147483646 h 896"/>
                <a:gd name="T68" fmla="*/ 2147483646 w 928"/>
                <a:gd name="T69" fmla="*/ 2147483646 h 896"/>
                <a:gd name="T70" fmla="*/ 2147483646 w 928"/>
                <a:gd name="T71" fmla="*/ 2147483646 h 896"/>
                <a:gd name="T72" fmla="*/ 2147483646 w 928"/>
                <a:gd name="T73" fmla="*/ 2147483646 h 896"/>
                <a:gd name="T74" fmla="*/ 2147483646 w 928"/>
                <a:gd name="T75" fmla="*/ 2147483646 h 896"/>
                <a:gd name="T76" fmla="*/ 2147483646 w 928"/>
                <a:gd name="T77" fmla="*/ 2147483646 h 896"/>
                <a:gd name="T78" fmla="*/ 2147483646 w 928"/>
                <a:gd name="T79" fmla="*/ 2147483646 h 896"/>
                <a:gd name="T80" fmla="*/ 2147483646 w 928"/>
                <a:gd name="T81" fmla="*/ 2147483646 h 896"/>
                <a:gd name="T82" fmla="*/ 2147483646 w 928"/>
                <a:gd name="T83" fmla="*/ 2147483646 h 896"/>
                <a:gd name="T84" fmla="*/ 2147483646 w 928"/>
                <a:gd name="T85" fmla="*/ 2147483646 h 896"/>
                <a:gd name="T86" fmla="*/ 2147483646 w 928"/>
                <a:gd name="T87" fmla="*/ 2147483646 h 896"/>
                <a:gd name="T88" fmla="*/ 2147483646 w 928"/>
                <a:gd name="T89" fmla="*/ 2147483646 h 896"/>
                <a:gd name="T90" fmla="*/ 2147483646 w 928"/>
                <a:gd name="T91" fmla="*/ 2147483646 h 896"/>
                <a:gd name="T92" fmla="*/ 2147483646 w 928"/>
                <a:gd name="T93" fmla="*/ 2147483646 h 896"/>
                <a:gd name="T94" fmla="*/ 2147483646 w 928"/>
                <a:gd name="T95" fmla="*/ 2147483646 h 896"/>
                <a:gd name="T96" fmla="*/ 2147483646 w 928"/>
                <a:gd name="T97" fmla="*/ 2147483646 h 896"/>
                <a:gd name="T98" fmla="*/ 2147483646 w 928"/>
                <a:gd name="T99" fmla="*/ 2147483646 h 896"/>
                <a:gd name="T100" fmla="*/ 2147483646 w 928"/>
                <a:gd name="T101" fmla="*/ 2147483646 h 896"/>
                <a:gd name="T102" fmla="*/ 2147483646 w 928"/>
                <a:gd name="T103" fmla="*/ 2147483646 h 896"/>
                <a:gd name="T104" fmla="*/ 2147483646 w 928"/>
                <a:gd name="T105" fmla="*/ 2147483646 h 896"/>
                <a:gd name="T106" fmla="*/ 2147483646 w 928"/>
                <a:gd name="T107" fmla="*/ 2147483646 h 896"/>
                <a:gd name="T108" fmla="*/ 2147483646 w 928"/>
                <a:gd name="T109" fmla="*/ 2147483646 h 896"/>
                <a:gd name="T110" fmla="*/ 2147483646 w 928"/>
                <a:gd name="T111" fmla="*/ 2147483646 h 89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928"/>
                <a:gd name="T169" fmla="*/ 0 h 896"/>
                <a:gd name="T170" fmla="*/ 928 w 928"/>
                <a:gd name="T171" fmla="*/ 896 h 89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928" h="896">
                  <a:moveTo>
                    <a:pt x="0" y="442"/>
                  </a:moveTo>
                  <a:lnTo>
                    <a:pt x="0" y="453"/>
                  </a:lnTo>
                  <a:lnTo>
                    <a:pt x="1" y="429"/>
                  </a:lnTo>
                  <a:lnTo>
                    <a:pt x="3" y="406"/>
                  </a:lnTo>
                  <a:lnTo>
                    <a:pt x="6" y="384"/>
                  </a:lnTo>
                  <a:lnTo>
                    <a:pt x="9" y="362"/>
                  </a:lnTo>
                  <a:lnTo>
                    <a:pt x="14" y="339"/>
                  </a:lnTo>
                  <a:lnTo>
                    <a:pt x="21" y="318"/>
                  </a:lnTo>
                  <a:lnTo>
                    <a:pt x="27" y="298"/>
                  </a:lnTo>
                  <a:lnTo>
                    <a:pt x="37" y="277"/>
                  </a:lnTo>
                  <a:lnTo>
                    <a:pt x="45" y="256"/>
                  </a:lnTo>
                  <a:lnTo>
                    <a:pt x="54" y="237"/>
                  </a:lnTo>
                  <a:lnTo>
                    <a:pt x="65" y="218"/>
                  </a:lnTo>
                  <a:lnTo>
                    <a:pt x="78" y="200"/>
                  </a:lnTo>
                  <a:lnTo>
                    <a:pt x="91" y="181"/>
                  </a:lnTo>
                  <a:lnTo>
                    <a:pt x="104" y="165"/>
                  </a:lnTo>
                  <a:lnTo>
                    <a:pt x="118" y="147"/>
                  </a:lnTo>
                  <a:lnTo>
                    <a:pt x="133" y="133"/>
                  </a:lnTo>
                  <a:lnTo>
                    <a:pt x="149" y="117"/>
                  </a:lnTo>
                  <a:lnTo>
                    <a:pt x="165" y="102"/>
                  </a:lnTo>
                  <a:lnTo>
                    <a:pt x="182" y="90"/>
                  </a:lnTo>
                  <a:lnTo>
                    <a:pt x="200" y="77"/>
                  </a:lnTo>
                  <a:lnTo>
                    <a:pt x="219" y="66"/>
                  </a:lnTo>
                  <a:lnTo>
                    <a:pt x="238" y="54"/>
                  </a:lnTo>
                  <a:lnTo>
                    <a:pt x="257" y="45"/>
                  </a:lnTo>
                  <a:lnTo>
                    <a:pt x="277" y="35"/>
                  </a:lnTo>
                  <a:lnTo>
                    <a:pt x="297" y="27"/>
                  </a:lnTo>
                  <a:lnTo>
                    <a:pt x="318" y="19"/>
                  </a:lnTo>
                  <a:lnTo>
                    <a:pt x="341" y="14"/>
                  </a:lnTo>
                  <a:lnTo>
                    <a:pt x="363" y="8"/>
                  </a:lnTo>
                  <a:lnTo>
                    <a:pt x="385" y="5"/>
                  </a:lnTo>
                  <a:lnTo>
                    <a:pt x="408" y="2"/>
                  </a:lnTo>
                  <a:lnTo>
                    <a:pt x="430" y="0"/>
                  </a:lnTo>
                  <a:lnTo>
                    <a:pt x="454" y="0"/>
                  </a:lnTo>
                  <a:lnTo>
                    <a:pt x="475" y="0"/>
                  </a:lnTo>
                  <a:lnTo>
                    <a:pt x="498" y="0"/>
                  </a:lnTo>
                  <a:lnTo>
                    <a:pt x="522" y="2"/>
                  </a:lnTo>
                  <a:lnTo>
                    <a:pt x="544" y="5"/>
                  </a:lnTo>
                  <a:lnTo>
                    <a:pt x="566" y="8"/>
                  </a:lnTo>
                  <a:lnTo>
                    <a:pt x="589" y="14"/>
                  </a:lnTo>
                  <a:lnTo>
                    <a:pt x="610" y="19"/>
                  </a:lnTo>
                  <a:lnTo>
                    <a:pt x="630" y="27"/>
                  </a:lnTo>
                  <a:lnTo>
                    <a:pt x="651" y="35"/>
                  </a:lnTo>
                  <a:lnTo>
                    <a:pt x="672" y="45"/>
                  </a:lnTo>
                  <a:lnTo>
                    <a:pt x="691" y="54"/>
                  </a:lnTo>
                  <a:lnTo>
                    <a:pt x="710" y="66"/>
                  </a:lnTo>
                  <a:lnTo>
                    <a:pt x="728" y="77"/>
                  </a:lnTo>
                  <a:lnTo>
                    <a:pt x="746" y="90"/>
                  </a:lnTo>
                  <a:lnTo>
                    <a:pt x="763" y="102"/>
                  </a:lnTo>
                  <a:lnTo>
                    <a:pt x="779" y="117"/>
                  </a:lnTo>
                  <a:lnTo>
                    <a:pt x="795" y="133"/>
                  </a:lnTo>
                  <a:lnTo>
                    <a:pt x="811" y="147"/>
                  </a:lnTo>
                  <a:lnTo>
                    <a:pt x="826" y="165"/>
                  </a:lnTo>
                  <a:lnTo>
                    <a:pt x="838" y="181"/>
                  </a:lnTo>
                  <a:lnTo>
                    <a:pt x="851" y="200"/>
                  </a:lnTo>
                  <a:lnTo>
                    <a:pt x="862" y="218"/>
                  </a:lnTo>
                  <a:lnTo>
                    <a:pt x="874" y="237"/>
                  </a:lnTo>
                  <a:lnTo>
                    <a:pt x="883" y="256"/>
                  </a:lnTo>
                  <a:lnTo>
                    <a:pt x="893" y="277"/>
                  </a:lnTo>
                  <a:lnTo>
                    <a:pt x="901" y="298"/>
                  </a:lnTo>
                  <a:lnTo>
                    <a:pt x="909" y="318"/>
                  </a:lnTo>
                  <a:lnTo>
                    <a:pt x="914" y="339"/>
                  </a:lnTo>
                  <a:lnTo>
                    <a:pt x="920" y="362"/>
                  </a:lnTo>
                  <a:lnTo>
                    <a:pt x="923" y="384"/>
                  </a:lnTo>
                  <a:lnTo>
                    <a:pt x="926" y="406"/>
                  </a:lnTo>
                  <a:lnTo>
                    <a:pt x="928" y="429"/>
                  </a:lnTo>
                  <a:lnTo>
                    <a:pt x="928" y="453"/>
                  </a:lnTo>
                  <a:lnTo>
                    <a:pt x="928" y="442"/>
                  </a:lnTo>
                  <a:lnTo>
                    <a:pt x="928" y="466"/>
                  </a:lnTo>
                  <a:lnTo>
                    <a:pt x="926" y="488"/>
                  </a:lnTo>
                  <a:lnTo>
                    <a:pt x="923" y="510"/>
                  </a:lnTo>
                  <a:lnTo>
                    <a:pt x="920" y="533"/>
                  </a:lnTo>
                  <a:lnTo>
                    <a:pt x="914" y="555"/>
                  </a:lnTo>
                  <a:lnTo>
                    <a:pt x="909" y="576"/>
                  </a:lnTo>
                  <a:lnTo>
                    <a:pt x="901" y="598"/>
                  </a:lnTo>
                  <a:lnTo>
                    <a:pt x="893" y="619"/>
                  </a:lnTo>
                  <a:lnTo>
                    <a:pt x="883" y="638"/>
                  </a:lnTo>
                  <a:lnTo>
                    <a:pt x="874" y="658"/>
                  </a:lnTo>
                  <a:lnTo>
                    <a:pt x="862" y="677"/>
                  </a:lnTo>
                  <a:lnTo>
                    <a:pt x="851" y="696"/>
                  </a:lnTo>
                  <a:lnTo>
                    <a:pt x="838" y="714"/>
                  </a:lnTo>
                  <a:lnTo>
                    <a:pt x="826" y="730"/>
                  </a:lnTo>
                  <a:lnTo>
                    <a:pt x="811" y="747"/>
                  </a:lnTo>
                  <a:lnTo>
                    <a:pt x="795" y="763"/>
                  </a:lnTo>
                  <a:lnTo>
                    <a:pt x="779" y="778"/>
                  </a:lnTo>
                  <a:lnTo>
                    <a:pt x="763" y="792"/>
                  </a:lnTo>
                  <a:lnTo>
                    <a:pt x="746" y="805"/>
                  </a:lnTo>
                  <a:lnTo>
                    <a:pt x="728" y="818"/>
                  </a:lnTo>
                  <a:lnTo>
                    <a:pt x="710" y="830"/>
                  </a:lnTo>
                  <a:lnTo>
                    <a:pt x="691" y="840"/>
                  </a:lnTo>
                  <a:lnTo>
                    <a:pt x="672" y="851"/>
                  </a:lnTo>
                  <a:lnTo>
                    <a:pt x="651" y="859"/>
                  </a:lnTo>
                  <a:lnTo>
                    <a:pt x="630" y="867"/>
                  </a:lnTo>
                  <a:lnTo>
                    <a:pt x="610" y="875"/>
                  </a:lnTo>
                  <a:lnTo>
                    <a:pt x="589" y="882"/>
                  </a:lnTo>
                  <a:lnTo>
                    <a:pt x="566" y="886"/>
                  </a:lnTo>
                  <a:lnTo>
                    <a:pt x="544" y="890"/>
                  </a:lnTo>
                  <a:lnTo>
                    <a:pt x="522" y="893"/>
                  </a:lnTo>
                  <a:lnTo>
                    <a:pt x="498" y="894"/>
                  </a:lnTo>
                  <a:lnTo>
                    <a:pt x="475" y="896"/>
                  </a:lnTo>
                  <a:lnTo>
                    <a:pt x="454" y="896"/>
                  </a:lnTo>
                  <a:lnTo>
                    <a:pt x="430" y="894"/>
                  </a:lnTo>
                  <a:lnTo>
                    <a:pt x="408" y="893"/>
                  </a:lnTo>
                  <a:lnTo>
                    <a:pt x="385" y="890"/>
                  </a:lnTo>
                  <a:lnTo>
                    <a:pt x="363" y="886"/>
                  </a:lnTo>
                  <a:lnTo>
                    <a:pt x="341" y="882"/>
                  </a:lnTo>
                  <a:lnTo>
                    <a:pt x="318" y="875"/>
                  </a:lnTo>
                  <a:lnTo>
                    <a:pt x="297" y="867"/>
                  </a:lnTo>
                  <a:lnTo>
                    <a:pt x="277" y="859"/>
                  </a:lnTo>
                  <a:lnTo>
                    <a:pt x="257" y="851"/>
                  </a:lnTo>
                  <a:lnTo>
                    <a:pt x="238" y="840"/>
                  </a:lnTo>
                  <a:lnTo>
                    <a:pt x="219" y="830"/>
                  </a:lnTo>
                  <a:lnTo>
                    <a:pt x="200" y="818"/>
                  </a:lnTo>
                  <a:lnTo>
                    <a:pt x="182" y="805"/>
                  </a:lnTo>
                  <a:lnTo>
                    <a:pt x="165" y="792"/>
                  </a:lnTo>
                  <a:lnTo>
                    <a:pt x="149" y="778"/>
                  </a:lnTo>
                  <a:lnTo>
                    <a:pt x="133" y="763"/>
                  </a:lnTo>
                  <a:lnTo>
                    <a:pt x="118" y="747"/>
                  </a:lnTo>
                  <a:lnTo>
                    <a:pt x="104" y="730"/>
                  </a:lnTo>
                  <a:lnTo>
                    <a:pt x="91" y="714"/>
                  </a:lnTo>
                  <a:lnTo>
                    <a:pt x="78" y="696"/>
                  </a:lnTo>
                  <a:lnTo>
                    <a:pt x="65" y="677"/>
                  </a:lnTo>
                  <a:lnTo>
                    <a:pt x="54" y="658"/>
                  </a:lnTo>
                  <a:lnTo>
                    <a:pt x="45" y="638"/>
                  </a:lnTo>
                  <a:lnTo>
                    <a:pt x="37" y="619"/>
                  </a:lnTo>
                  <a:lnTo>
                    <a:pt x="27" y="598"/>
                  </a:lnTo>
                  <a:lnTo>
                    <a:pt x="21" y="576"/>
                  </a:lnTo>
                  <a:lnTo>
                    <a:pt x="14" y="555"/>
                  </a:lnTo>
                  <a:lnTo>
                    <a:pt x="9" y="533"/>
                  </a:lnTo>
                  <a:lnTo>
                    <a:pt x="6" y="510"/>
                  </a:lnTo>
                  <a:lnTo>
                    <a:pt x="3" y="488"/>
                  </a:lnTo>
                  <a:lnTo>
                    <a:pt x="1" y="466"/>
                  </a:lnTo>
                  <a:lnTo>
                    <a:pt x="0" y="442"/>
                  </a:lnTo>
                  <a:close/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07" name="Freeform 24">
              <a:extLst>
                <a:ext uri="{FF2B5EF4-FFF2-40B4-BE49-F238E27FC236}">
                  <a16:creationId xmlns:a16="http://schemas.microsoft.com/office/drawing/2014/main" id="{793B80ED-3ACD-40B0-9923-139484AEE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8213" y="3041650"/>
              <a:ext cx="101600" cy="152400"/>
            </a:xfrm>
            <a:custGeom>
              <a:avLst/>
              <a:gdLst>
                <a:gd name="T0" fmla="*/ 2147483646 w 128"/>
                <a:gd name="T1" fmla="*/ 2147483646 h 192"/>
                <a:gd name="T2" fmla="*/ 0 w 128"/>
                <a:gd name="T3" fmla="*/ 0 h 192"/>
                <a:gd name="T4" fmla="*/ 2147483646 w 128"/>
                <a:gd name="T5" fmla="*/ 2147483646 h 192"/>
                <a:gd name="T6" fmla="*/ 2147483646 w 128"/>
                <a:gd name="T7" fmla="*/ 2147483646 h 192"/>
                <a:gd name="T8" fmla="*/ 2147483646 w 128"/>
                <a:gd name="T9" fmla="*/ 2147483646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8"/>
                <a:gd name="T16" fmla="*/ 0 h 192"/>
                <a:gd name="T17" fmla="*/ 128 w 128"/>
                <a:gd name="T18" fmla="*/ 192 h 1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8" h="192">
                  <a:moveTo>
                    <a:pt x="128" y="160"/>
                  </a:moveTo>
                  <a:lnTo>
                    <a:pt x="0" y="0"/>
                  </a:lnTo>
                  <a:lnTo>
                    <a:pt x="32" y="192"/>
                  </a:lnTo>
                  <a:lnTo>
                    <a:pt x="64" y="192"/>
                  </a:lnTo>
                  <a:lnTo>
                    <a:pt x="128" y="160"/>
                  </a:lnTo>
                  <a:close/>
                </a:path>
              </a:pathLst>
            </a:custGeom>
            <a:solidFill>
              <a:srgbClr val="000000"/>
            </a:solidFill>
            <a:ln w="2381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08" name="Freeform 25">
              <a:extLst>
                <a:ext uri="{FF2B5EF4-FFF2-40B4-BE49-F238E27FC236}">
                  <a16:creationId xmlns:a16="http://schemas.microsoft.com/office/drawing/2014/main" id="{D6A972DF-B032-4FA2-AB12-DD30969D1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0125" y="3195637"/>
              <a:ext cx="65088" cy="542925"/>
            </a:xfrm>
            <a:custGeom>
              <a:avLst/>
              <a:gdLst>
                <a:gd name="T0" fmla="*/ 2147483646 w 82"/>
                <a:gd name="T1" fmla="*/ 2147483646 h 684"/>
                <a:gd name="T2" fmla="*/ 2147483646 w 82"/>
                <a:gd name="T3" fmla="*/ 2147483646 h 684"/>
                <a:gd name="T4" fmla="*/ 2147483646 w 82"/>
                <a:gd name="T5" fmla="*/ 2147483646 h 684"/>
                <a:gd name="T6" fmla="*/ 2147483646 w 82"/>
                <a:gd name="T7" fmla="*/ 2147483646 h 684"/>
                <a:gd name="T8" fmla="*/ 2147483646 w 82"/>
                <a:gd name="T9" fmla="*/ 2147483646 h 684"/>
                <a:gd name="T10" fmla="*/ 2147483646 w 82"/>
                <a:gd name="T11" fmla="*/ 2147483646 h 684"/>
                <a:gd name="T12" fmla="*/ 2147483646 w 82"/>
                <a:gd name="T13" fmla="*/ 2147483646 h 684"/>
                <a:gd name="T14" fmla="*/ 2147483646 w 82"/>
                <a:gd name="T15" fmla="*/ 2147483646 h 684"/>
                <a:gd name="T16" fmla="*/ 2147483646 w 82"/>
                <a:gd name="T17" fmla="*/ 2147483646 h 684"/>
                <a:gd name="T18" fmla="*/ 2147483646 w 82"/>
                <a:gd name="T19" fmla="*/ 2147483646 h 684"/>
                <a:gd name="T20" fmla="*/ 2147483646 w 82"/>
                <a:gd name="T21" fmla="*/ 2147483646 h 684"/>
                <a:gd name="T22" fmla="*/ 2147483646 w 82"/>
                <a:gd name="T23" fmla="*/ 2147483646 h 684"/>
                <a:gd name="T24" fmla="*/ 2147483646 w 82"/>
                <a:gd name="T25" fmla="*/ 2147483646 h 684"/>
                <a:gd name="T26" fmla="*/ 2147483646 w 82"/>
                <a:gd name="T27" fmla="*/ 2147483646 h 684"/>
                <a:gd name="T28" fmla="*/ 2147483646 w 82"/>
                <a:gd name="T29" fmla="*/ 2147483646 h 684"/>
                <a:gd name="T30" fmla="*/ 2147483646 w 82"/>
                <a:gd name="T31" fmla="*/ 2147483646 h 684"/>
                <a:gd name="T32" fmla="*/ 2147483646 w 82"/>
                <a:gd name="T33" fmla="*/ 2147483646 h 684"/>
                <a:gd name="T34" fmla="*/ 2147483646 w 82"/>
                <a:gd name="T35" fmla="*/ 2147483646 h 684"/>
                <a:gd name="T36" fmla="*/ 2147483646 w 82"/>
                <a:gd name="T37" fmla="*/ 2147483646 h 684"/>
                <a:gd name="T38" fmla="*/ 2147483646 w 82"/>
                <a:gd name="T39" fmla="*/ 2147483646 h 684"/>
                <a:gd name="T40" fmla="*/ 2147483646 w 82"/>
                <a:gd name="T41" fmla="*/ 2147483646 h 684"/>
                <a:gd name="T42" fmla="*/ 2147483646 w 82"/>
                <a:gd name="T43" fmla="*/ 2147483646 h 684"/>
                <a:gd name="T44" fmla="*/ 2147483646 w 82"/>
                <a:gd name="T45" fmla="*/ 2147483646 h 684"/>
                <a:gd name="T46" fmla="*/ 2147483646 w 82"/>
                <a:gd name="T47" fmla="*/ 2147483646 h 684"/>
                <a:gd name="T48" fmla="*/ 2147483646 w 82"/>
                <a:gd name="T49" fmla="*/ 2147483646 h 684"/>
                <a:gd name="T50" fmla="*/ 2147483646 w 82"/>
                <a:gd name="T51" fmla="*/ 2147483646 h 684"/>
                <a:gd name="T52" fmla="*/ 2147483646 w 82"/>
                <a:gd name="T53" fmla="*/ 2147483646 h 684"/>
                <a:gd name="T54" fmla="*/ 2147483646 w 82"/>
                <a:gd name="T55" fmla="*/ 2147483646 h 684"/>
                <a:gd name="T56" fmla="*/ 2147483646 w 82"/>
                <a:gd name="T57" fmla="*/ 2147483646 h 684"/>
                <a:gd name="T58" fmla="*/ 2147483646 w 82"/>
                <a:gd name="T59" fmla="*/ 2147483646 h 684"/>
                <a:gd name="T60" fmla="*/ 2147483646 w 82"/>
                <a:gd name="T61" fmla="*/ 2147483646 h 684"/>
                <a:gd name="T62" fmla="*/ 2147483646 w 82"/>
                <a:gd name="T63" fmla="*/ 2147483646 h 684"/>
                <a:gd name="T64" fmla="*/ 2147483646 w 82"/>
                <a:gd name="T65" fmla="*/ 2147483646 h 684"/>
                <a:gd name="T66" fmla="*/ 2147483646 w 82"/>
                <a:gd name="T67" fmla="*/ 2147483646 h 684"/>
                <a:gd name="T68" fmla="*/ 2147483646 w 82"/>
                <a:gd name="T69" fmla="*/ 2147483646 h 684"/>
                <a:gd name="T70" fmla="*/ 2147483646 w 82"/>
                <a:gd name="T71" fmla="*/ 2147483646 h 684"/>
                <a:gd name="T72" fmla="*/ 2147483646 w 82"/>
                <a:gd name="T73" fmla="*/ 2147483646 h 684"/>
                <a:gd name="T74" fmla="*/ 2147483646 w 82"/>
                <a:gd name="T75" fmla="*/ 2147483646 h 684"/>
                <a:gd name="T76" fmla="*/ 2147483646 w 82"/>
                <a:gd name="T77" fmla="*/ 2147483646 h 684"/>
                <a:gd name="T78" fmla="*/ 2147483646 w 82"/>
                <a:gd name="T79" fmla="*/ 2147483646 h 684"/>
                <a:gd name="T80" fmla="*/ 2147483646 w 82"/>
                <a:gd name="T81" fmla="*/ 2147483646 h 684"/>
                <a:gd name="T82" fmla="*/ 2147483646 w 82"/>
                <a:gd name="T83" fmla="*/ 2147483646 h 684"/>
                <a:gd name="T84" fmla="*/ 2147483646 w 82"/>
                <a:gd name="T85" fmla="*/ 2147483646 h 684"/>
                <a:gd name="T86" fmla="*/ 2147483646 w 82"/>
                <a:gd name="T87" fmla="*/ 2147483646 h 684"/>
                <a:gd name="T88" fmla="*/ 2147483646 w 82"/>
                <a:gd name="T89" fmla="*/ 2147483646 h 684"/>
                <a:gd name="T90" fmla="*/ 2147483646 w 82"/>
                <a:gd name="T91" fmla="*/ 2147483646 h 684"/>
                <a:gd name="T92" fmla="*/ 2147483646 w 82"/>
                <a:gd name="T93" fmla="*/ 2147483646 h 684"/>
                <a:gd name="T94" fmla="*/ 2147483646 w 82"/>
                <a:gd name="T95" fmla="*/ 2147483646 h 684"/>
                <a:gd name="T96" fmla="*/ 2147483646 w 82"/>
                <a:gd name="T97" fmla="*/ 2147483646 h 68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82"/>
                <a:gd name="T148" fmla="*/ 0 h 684"/>
                <a:gd name="T149" fmla="*/ 82 w 82"/>
                <a:gd name="T150" fmla="*/ 684 h 68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82" h="684">
                  <a:moveTo>
                    <a:pt x="0" y="0"/>
                  </a:moveTo>
                  <a:lnTo>
                    <a:pt x="2" y="4"/>
                  </a:lnTo>
                  <a:lnTo>
                    <a:pt x="3" y="9"/>
                  </a:lnTo>
                  <a:lnTo>
                    <a:pt x="5" y="14"/>
                  </a:lnTo>
                  <a:lnTo>
                    <a:pt x="7" y="19"/>
                  </a:lnTo>
                  <a:lnTo>
                    <a:pt x="8" y="22"/>
                  </a:lnTo>
                  <a:lnTo>
                    <a:pt x="8" y="27"/>
                  </a:lnTo>
                  <a:lnTo>
                    <a:pt x="10" y="32"/>
                  </a:lnTo>
                  <a:lnTo>
                    <a:pt x="11" y="35"/>
                  </a:lnTo>
                  <a:lnTo>
                    <a:pt x="13" y="40"/>
                  </a:lnTo>
                  <a:lnTo>
                    <a:pt x="13" y="43"/>
                  </a:lnTo>
                  <a:lnTo>
                    <a:pt x="15" y="48"/>
                  </a:lnTo>
                  <a:lnTo>
                    <a:pt x="16" y="51"/>
                  </a:lnTo>
                  <a:lnTo>
                    <a:pt x="16" y="56"/>
                  </a:lnTo>
                  <a:lnTo>
                    <a:pt x="18" y="60"/>
                  </a:lnTo>
                  <a:lnTo>
                    <a:pt x="18" y="64"/>
                  </a:lnTo>
                  <a:lnTo>
                    <a:pt x="19" y="68"/>
                  </a:lnTo>
                  <a:lnTo>
                    <a:pt x="21" y="73"/>
                  </a:lnTo>
                  <a:lnTo>
                    <a:pt x="21" y="76"/>
                  </a:lnTo>
                  <a:lnTo>
                    <a:pt x="23" y="81"/>
                  </a:lnTo>
                  <a:lnTo>
                    <a:pt x="23" y="86"/>
                  </a:lnTo>
                  <a:lnTo>
                    <a:pt x="24" y="91"/>
                  </a:lnTo>
                  <a:lnTo>
                    <a:pt x="24" y="94"/>
                  </a:lnTo>
                  <a:lnTo>
                    <a:pt x="26" y="99"/>
                  </a:lnTo>
                  <a:lnTo>
                    <a:pt x="26" y="104"/>
                  </a:lnTo>
                  <a:lnTo>
                    <a:pt x="27" y="110"/>
                  </a:lnTo>
                  <a:lnTo>
                    <a:pt x="29" y="115"/>
                  </a:lnTo>
                  <a:lnTo>
                    <a:pt x="29" y="120"/>
                  </a:lnTo>
                  <a:lnTo>
                    <a:pt x="31" y="124"/>
                  </a:lnTo>
                  <a:lnTo>
                    <a:pt x="31" y="131"/>
                  </a:lnTo>
                  <a:lnTo>
                    <a:pt x="32" y="136"/>
                  </a:lnTo>
                  <a:lnTo>
                    <a:pt x="34" y="142"/>
                  </a:lnTo>
                  <a:lnTo>
                    <a:pt x="34" y="148"/>
                  </a:lnTo>
                  <a:lnTo>
                    <a:pt x="37" y="160"/>
                  </a:lnTo>
                  <a:lnTo>
                    <a:pt x="39" y="171"/>
                  </a:lnTo>
                  <a:lnTo>
                    <a:pt x="40" y="180"/>
                  </a:lnTo>
                  <a:lnTo>
                    <a:pt x="42" y="190"/>
                  </a:lnTo>
                  <a:lnTo>
                    <a:pt x="45" y="200"/>
                  </a:lnTo>
                  <a:lnTo>
                    <a:pt x="45" y="208"/>
                  </a:lnTo>
                  <a:lnTo>
                    <a:pt x="47" y="217"/>
                  </a:lnTo>
                  <a:lnTo>
                    <a:pt x="48" y="224"/>
                  </a:lnTo>
                  <a:lnTo>
                    <a:pt x="50" y="232"/>
                  </a:lnTo>
                  <a:lnTo>
                    <a:pt x="51" y="240"/>
                  </a:lnTo>
                  <a:lnTo>
                    <a:pt x="53" y="246"/>
                  </a:lnTo>
                  <a:lnTo>
                    <a:pt x="53" y="252"/>
                  </a:lnTo>
                  <a:lnTo>
                    <a:pt x="55" y="259"/>
                  </a:lnTo>
                  <a:lnTo>
                    <a:pt x="55" y="265"/>
                  </a:lnTo>
                  <a:lnTo>
                    <a:pt x="56" y="273"/>
                  </a:lnTo>
                  <a:lnTo>
                    <a:pt x="58" y="280"/>
                  </a:lnTo>
                  <a:lnTo>
                    <a:pt x="58" y="286"/>
                  </a:lnTo>
                  <a:lnTo>
                    <a:pt x="59" y="292"/>
                  </a:lnTo>
                  <a:lnTo>
                    <a:pt x="59" y="299"/>
                  </a:lnTo>
                  <a:lnTo>
                    <a:pt x="61" y="307"/>
                  </a:lnTo>
                  <a:lnTo>
                    <a:pt x="61" y="313"/>
                  </a:lnTo>
                  <a:lnTo>
                    <a:pt x="61" y="321"/>
                  </a:lnTo>
                  <a:lnTo>
                    <a:pt x="63" y="329"/>
                  </a:lnTo>
                  <a:lnTo>
                    <a:pt x="63" y="339"/>
                  </a:lnTo>
                  <a:lnTo>
                    <a:pt x="64" y="347"/>
                  </a:lnTo>
                  <a:lnTo>
                    <a:pt x="64" y="356"/>
                  </a:lnTo>
                  <a:lnTo>
                    <a:pt x="66" y="368"/>
                  </a:lnTo>
                  <a:lnTo>
                    <a:pt x="66" y="379"/>
                  </a:lnTo>
                  <a:lnTo>
                    <a:pt x="67" y="390"/>
                  </a:lnTo>
                  <a:lnTo>
                    <a:pt x="69" y="403"/>
                  </a:lnTo>
                  <a:lnTo>
                    <a:pt x="69" y="416"/>
                  </a:lnTo>
                  <a:lnTo>
                    <a:pt x="71" y="428"/>
                  </a:lnTo>
                  <a:lnTo>
                    <a:pt x="72" y="443"/>
                  </a:lnTo>
                  <a:lnTo>
                    <a:pt x="72" y="456"/>
                  </a:lnTo>
                  <a:lnTo>
                    <a:pt x="74" y="468"/>
                  </a:lnTo>
                  <a:lnTo>
                    <a:pt x="74" y="480"/>
                  </a:lnTo>
                  <a:lnTo>
                    <a:pt x="75" y="491"/>
                  </a:lnTo>
                  <a:lnTo>
                    <a:pt x="75" y="500"/>
                  </a:lnTo>
                  <a:lnTo>
                    <a:pt x="77" y="510"/>
                  </a:lnTo>
                  <a:lnTo>
                    <a:pt x="77" y="520"/>
                  </a:lnTo>
                  <a:lnTo>
                    <a:pt x="79" y="528"/>
                  </a:lnTo>
                  <a:lnTo>
                    <a:pt x="79" y="536"/>
                  </a:lnTo>
                  <a:lnTo>
                    <a:pt x="79" y="544"/>
                  </a:lnTo>
                  <a:lnTo>
                    <a:pt x="80" y="550"/>
                  </a:lnTo>
                  <a:lnTo>
                    <a:pt x="80" y="556"/>
                  </a:lnTo>
                  <a:lnTo>
                    <a:pt x="80" y="563"/>
                  </a:lnTo>
                  <a:lnTo>
                    <a:pt x="80" y="569"/>
                  </a:lnTo>
                  <a:lnTo>
                    <a:pt x="82" y="576"/>
                  </a:lnTo>
                  <a:lnTo>
                    <a:pt x="82" y="582"/>
                  </a:lnTo>
                  <a:lnTo>
                    <a:pt x="82" y="587"/>
                  </a:lnTo>
                  <a:lnTo>
                    <a:pt x="82" y="593"/>
                  </a:lnTo>
                  <a:lnTo>
                    <a:pt x="82" y="600"/>
                  </a:lnTo>
                  <a:lnTo>
                    <a:pt x="82" y="604"/>
                  </a:lnTo>
                  <a:lnTo>
                    <a:pt x="82" y="611"/>
                  </a:lnTo>
                  <a:lnTo>
                    <a:pt x="82" y="617"/>
                  </a:lnTo>
                  <a:lnTo>
                    <a:pt x="82" y="622"/>
                  </a:lnTo>
                  <a:lnTo>
                    <a:pt x="82" y="628"/>
                  </a:lnTo>
                  <a:lnTo>
                    <a:pt x="82" y="636"/>
                  </a:lnTo>
                  <a:lnTo>
                    <a:pt x="82" y="643"/>
                  </a:lnTo>
                  <a:lnTo>
                    <a:pt x="82" y="651"/>
                  </a:lnTo>
                  <a:lnTo>
                    <a:pt x="82" y="657"/>
                  </a:lnTo>
                  <a:lnTo>
                    <a:pt x="82" y="667"/>
                  </a:lnTo>
                  <a:lnTo>
                    <a:pt x="82" y="675"/>
                  </a:lnTo>
                  <a:lnTo>
                    <a:pt x="82" y="684"/>
                  </a:lnTo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09" name="Freeform 26">
              <a:extLst>
                <a:ext uri="{FF2B5EF4-FFF2-40B4-BE49-F238E27FC236}">
                  <a16:creationId xmlns:a16="http://schemas.microsoft.com/office/drawing/2014/main" id="{33801179-849D-4F2D-BDC7-8084D326D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1863" y="3738562"/>
              <a:ext cx="133350" cy="728663"/>
            </a:xfrm>
            <a:custGeom>
              <a:avLst/>
              <a:gdLst>
                <a:gd name="T0" fmla="*/ 2147483646 w 168"/>
                <a:gd name="T1" fmla="*/ 2147483646 h 919"/>
                <a:gd name="T2" fmla="*/ 2147483646 w 168"/>
                <a:gd name="T3" fmla="*/ 2147483646 h 919"/>
                <a:gd name="T4" fmla="*/ 2147483646 w 168"/>
                <a:gd name="T5" fmla="*/ 2147483646 h 919"/>
                <a:gd name="T6" fmla="*/ 2147483646 w 168"/>
                <a:gd name="T7" fmla="*/ 2147483646 h 919"/>
                <a:gd name="T8" fmla="*/ 2147483646 w 168"/>
                <a:gd name="T9" fmla="*/ 2147483646 h 919"/>
                <a:gd name="T10" fmla="*/ 2147483646 w 168"/>
                <a:gd name="T11" fmla="*/ 2147483646 h 919"/>
                <a:gd name="T12" fmla="*/ 2147483646 w 168"/>
                <a:gd name="T13" fmla="*/ 2147483646 h 919"/>
                <a:gd name="T14" fmla="*/ 2147483646 w 168"/>
                <a:gd name="T15" fmla="*/ 2147483646 h 919"/>
                <a:gd name="T16" fmla="*/ 2147483646 w 168"/>
                <a:gd name="T17" fmla="*/ 2147483646 h 919"/>
                <a:gd name="T18" fmla="*/ 2147483646 w 168"/>
                <a:gd name="T19" fmla="*/ 2147483646 h 919"/>
                <a:gd name="T20" fmla="*/ 2147483646 w 168"/>
                <a:gd name="T21" fmla="*/ 2147483646 h 919"/>
                <a:gd name="T22" fmla="*/ 2147483646 w 168"/>
                <a:gd name="T23" fmla="*/ 2147483646 h 919"/>
                <a:gd name="T24" fmla="*/ 2147483646 w 168"/>
                <a:gd name="T25" fmla="*/ 2147483646 h 919"/>
                <a:gd name="T26" fmla="*/ 2147483646 w 168"/>
                <a:gd name="T27" fmla="*/ 2147483646 h 919"/>
                <a:gd name="T28" fmla="*/ 2147483646 w 168"/>
                <a:gd name="T29" fmla="*/ 2147483646 h 919"/>
                <a:gd name="T30" fmla="*/ 2147483646 w 168"/>
                <a:gd name="T31" fmla="*/ 2147483646 h 919"/>
                <a:gd name="T32" fmla="*/ 2147483646 w 168"/>
                <a:gd name="T33" fmla="*/ 2147483646 h 919"/>
                <a:gd name="T34" fmla="*/ 2147483646 w 168"/>
                <a:gd name="T35" fmla="*/ 2147483646 h 919"/>
                <a:gd name="T36" fmla="*/ 2147483646 w 168"/>
                <a:gd name="T37" fmla="*/ 2147483646 h 919"/>
                <a:gd name="T38" fmla="*/ 2147483646 w 168"/>
                <a:gd name="T39" fmla="*/ 2147483646 h 919"/>
                <a:gd name="T40" fmla="*/ 2147483646 w 168"/>
                <a:gd name="T41" fmla="*/ 2147483646 h 919"/>
                <a:gd name="T42" fmla="*/ 2147483646 w 168"/>
                <a:gd name="T43" fmla="*/ 2147483646 h 919"/>
                <a:gd name="T44" fmla="*/ 2147483646 w 168"/>
                <a:gd name="T45" fmla="*/ 2147483646 h 919"/>
                <a:gd name="T46" fmla="*/ 2147483646 w 168"/>
                <a:gd name="T47" fmla="*/ 2147483646 h 919"/>
                <a:gd name="T48" fmla="*/ 2147483646 w 168"/>
                <a:gd name="T49" fmla="*/ 2147483646 h 919"/>
                <a:gd name="T50" fmla="*/ 2147483646 w 168"/>
                <a:gd name="T51" fmla="*/ 2147483646 h 919"/>
                <a:gd name="T52" fmla="*/ 2147483646 w 168"/>
                <a:gd name="T53" fmla="*/ 2147483646 h 919"/>
                <a:gd name="T54" fmla="*/ 2147483646 w 168"/>
                <a:gd name="T55" fmla="*/ 2147483646 h 919"/>
                <a:gd name="T56" fmla="*/ 2147483646 w 168"/>
                <a:gd name="T57" fmla="*/ 2147483646 h 919"/>
                <a:gd name="T58" fmla="*/ 2147483646 w 168"/>
                <a:gd name="T59" fmla="*/ 2147483646 h 919"/>
                <a:gd name="T60" fmla="*/ 2147483646 w 168"/>
                <a:gd name="T61" fmla="*/ 2147483646 h 919"/>
                <a:gd name="T62" fmla="*/ 2147483646 w 168"/>
                <a:gd name="T63" fmla="*/ 2147483646 h 919"/>
                <a:gd name="T64" fmla="*/ 2147483646 w 168"/>
                <a:gd name="T65" fmla="*/ 2147483646 h 919"/>
                <a:gd name="T66" fmla="*/ 2147483646 w 168"/>
                <a:gd name="T67" fmla="*/ 2147483646 h 919"/>
                <a:gd name="T68" fmla="*/ 2147483646 w 168"/>
                <a:gd name="T69" fmla="*/ 2147483646 h 919"/>
                <a:gd name="T70" fmla="*/ 2147483646 w 168"/>
                <a:gd name="T71" fmla="*/ 2147483646 h 919"/>
                <a:gd name="T72" fmla="*/ 2147483646 w 168"/>
                <a:gd name="T73" fmla="*/ 2147483646 h 919"/>
                <a:gd name="T74" fmla="*/ 2147483646 w 168"/>
                <a:gd name="T75" fmla="*/ 2147483646 h 919"/>
                <a:gd name="T76" fmla="*/ 2147483646 w 168"/>
                <a:gd name="T77" fmla="*/ 2147483646 h 919"/>
                <a:gd name="T78" fmla="*/ 2147483646 w 168"/>
                <a:gd name="T79" fmla="*/ 2147483646 h 919"/>
                <a:gd name="T80" fmla="*/ 2147483646 w 168"/>
                <a:gd name="T81" fmla="*/ 2147483646 h 919"/>
                <a:gd name="T82" fmla="*/ 2147483646 w 168"/>
                <a:gd name="T83" fmla="*/ 2147483646 h 919"/>
                <a:gd name="T84" fmla="*/ 2147483646 w 168"/>
                <a:gd name="T85" fmla="*/ 2147483646 h 919"/>
                <a:gd name="T86" fmla="*/ 2147483646 w 168"/>
                <a:gd name="T87" fmla="*/ 2147483646 h 919"/>
                <a:gd name="T88" fmla="*/ 2147483646 w 168"/>
                <a:gd name="T89" fmla="*/ 2147483646 h 919"/>
                <a:gd name="T90" fmla="*/ 2147483646 w 168"/>
                <a:gd name="T91" fmla="*/ 2147483646 h 919"/>
                <a:gd name="T92" fmla="*/ 2147483646 w 168"/>
                <a:gd name="T93" fmla="*/ 2147483646 h 919"/>
                <a:gd name="T94" fmla="*/ 2147483646 w 168"/>
                <a:gd name="T95" fmla="*/ 2147483646 h 919"/>
                <a:gd name="T96" fmla="*/ 2147483646 w 168"/>
                <a:gd name="T97" fmla="*/ 2147483646 h 91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68"/>
                <a:gd name="T148" fmla="*/ 0 h 919"/>
                <a:gd name="T149" fmla="*/ 168 w 168"/>
                <a:gd name="T150" fmla="*/ 919 h 91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68" h="919">
                  <a:moveTo>
                    <a:pt x="0" y="919"/>
                  </a:moveTo>
                  <a:lnTo>
                    <a:pt x="9" y="896"/>
                  </a:lnTo>
                  <a:lnTo>
                    <a:pt x="17" y="874"/>
                  </a:lnTo>
                  <a:lnTo>
                    <a:pt x="24" y="853"/>
                  </a:lnTo>
                  <a:lnTo>
                    <a:pt x="32" y="834"/>
                  </a:lnTo>
                  <a:lnTo>
                    <a:pt x="38" y="816"/>
                  </a:lnTo>
                  <a:lnTo>
                    <a:pt x="45" y="799"/>
                  </a:lnTo>
                  <a:lnTo>
                    <a:pt x="51" y="784"/>
                  </a:lnTo>
                  <a:lnTo>
                    <a:pt x="56" y="770"/>
                  </a:lnTo>
                  <a:lnTo>
                    <a:pt x="61" y="756"/>
                  </a:lnTo>
                  <a:lnTo>
                    <a:pt x="65" y="743"/>
                  </a:lnTo>
                  <a:lnTo>
                    <a:pt x="70" y="730"/>
                  </a:lnTo>
                  <a:lnTo>
                    <a:pt x="73" y="719"/>
                  </a:lnTo>
                  <a:lnTo>
                    <a:pt x="78" y="708"/>
                  </a:lnTo>
                  <a:lnTo>
                    <a:pt x="81" y="698"/>
                  </a:lnTo>
                  <a:lnTo>
                    <a:pt x="85" y="688"/>
                  </a:lnTo>
                  <a:lnTo>
                    <a:pt x="88" y="679"/>
                  </a:lnTo>
                  <a:lnTo>
                    <a:pt x="89" y="671"/>
                  </a:lnTo>
                  <a:lnTo>
                    <a:pt x="93" y="663"/>
                  </a:lnTo>
                  <a:lnTo>
                    <a:pt x="94" y="653"/>
                  </a:lnTo>
                  <a:lnTo>
                    <a:pt x="97" y="645"/>
                  </a:lnTo>
                  <a:lnTo>
                    <a:pt x="99" y="637"/>
                  </a:lnTo>
                  <a:lnTo>
                    <a:pt x="101" y="629"/>
                  </a:lnTo>
                  <a:lnTo>
                    <a:pt x="104" y="621"/>
                  </a:lnTo>
                  <a:lnTo>
                    <a:pt x="105" y="613"/>
                  </a:lnTo>
                  <a:lnTo>
                    <a:pt x="107" y="605"/>
                  </a:lnTo>
                  <a:lnTo>
                    <a:pt x="109" y="597"/>
                  </a:lnTo>
                  <a:lnTo>
                    <a:pt x="110" y="588"/>
                  </a:lnTo>
                  <a:lnTo>
                    <a:pt x="112" y="578"/>
                  </a:lnTo>
                  <a:lnTo>
                    <a:pt x="115" y="568"/>
                  </a:lnTo>
                  <a:lnTo>
                    <a:pt x="117" y="559"/>
                  </a:lnTo>
                  <a:lnTo>
                    <a:pt x="118" y="548"/>
                  </a:lnTo>
                  <a:lnTo>
                    <a:pt x="120" y="536"/>
                  </a:lnTo>
                  <a:lnTo>
                    <a:pt x="123" y="525"/>
                  </a:lnTo>
                  <a:lnTo>
                    <a:pt x="125" y="514"/>
                  </a:lnTo>
                  <a:lnTo>
                    <a:pt x="126" y="503"/>
                  </a:lnTo>
                  <a:lnTo>
                    <a:pt x="128" y="493"/>
                  </a:lnTo>
                  <a:lnTo>
                    <a:pt x="131" y="485"/>
                  </a:lnTo>
                  <a:lnTo>
                    <a:pt x="131" y="476"/>
                  </a:lnTo>
                  <a:lnTo>
                    <a:pt x="133" y="468"/>
                  </a:lnTo>
                  <a:lnTo>
                    <a:pt x="134" y="460"/>
                  </a:lnTo>
                  <a:lnTo>
                    <a:pt x="136" y="453"/>
                  </a:lnTo>
                  <a:lnTo>
                    <a:pt x="137" y="445"/>
                  </a:lnTo>
                  <a:lnTo>
                    <a:pt x="139" y="439"/>
                  </a:lnTo>
                  <a:lnTo>
                    <a:pt x="139" y="431"/>
                  </a:lnTo>
                  <a:lnTo>
                    <a:pt x="141" y="424"/>
                  </a:lnTo>
                  <a:lnTo>
                    <a:pt x="141" y="418"/>
                  </a:lnTo>
                  <a:lnTo>
                    <a:pt x="142" y="412"/>
                  </a:lnTo>
                  <a:lnTo>
                    <a:pt x="144" y="405"/>
                  </a:lnTo>
                  <a:lnTo>
                    <a:pt x="144" y="399"/>
                  </a:lnTo>
                  <a:lnTo>
                    <a:pt x="145" y="392"/>
                  </a:lnTo>
                  <a:lnTo>
                    <a:pt x="145" y="384"/>
                  </a:lnTo>
                  <a:lnTo>
                    <a:pt x="147" y="378"/>
                  </a:lnTo>
                  <a:lnTo>
                    <a:pt x="147" y="370"/>
                  </a:lnTo>
                  <a:lnTo>
                    <a:pt x="147" y="362"/>
                  </a:lnTo>
                  <a:lnTo>
                    <a:pt x="149" y="354"/>
                  </a:lnTo>
                  <a:lnTo>
                    <a:pt x="149" y="346"/>
                  </a:lnTo>
                  <a:lnTo>
                    <a:pt x="150" y="336"/>
                  </a:lnTo>
                  <a:lnTo>
                    <a:pt x="150" y="327"/>
                  </a:lnTo>
                  <a:lnTo>
                    <a:pt x="152" y="317"/>
                  </a:lnTo>
                  <a:lnTo>
                    <a:pt x="152" y="306"/>
                  </a:lnTo>
                  <a:lnTo>
                    <a:pt x="153" y="295"/>
                  </a:lnTo>
                  <a:lnTo>
                    <a:pt x="155" y="282"/>
                  </a:lnTo>
                  <a:lnTo>
                    <a:pt x="155" y="269"/>
                  </a:lnTo>
                  <a:lnTo>
                    <a:pt x="157" y="255"/>
                  </a:lnTo>
                  <a:lnTo>
                    <a:pt x="158" y="242"/>
                  </a:lnTo>
                  <a:lnTo>
                    <a:pt x="158" y="228"/>
                  </a:lnTo>
                  <a:lnTo>
                    <a:pt x="160" y="216"/>
                  </a:lnTo>
                  <a:lnTo>
                    <a:pt x="160" y="205"/>
                  </a:lnTo>
                  <a:lnTo>
                    <a:pt x="161" y="194"/>
                  </a:lnTo>
                  <a:lnTo>
                    <a:pt x="161" y="183"/>
                  </a:lnTo>
                  <a:lnTo>
                    <a:pt x="163" y="175"/>
                  </a:lnTo>
                  <a:lnTo>
                    <a:pt x="163" y="165"/>
                  </a:lnTo>
                  <a:lnTo>
                    <a:pt x="165" y="157"/>
                  </a:lnTo>
                  <a:lnTo>
                    <a:pt x="165" y="149"/>
                  </a:lnTo>
                  <a:lnTo>
                    <a:pt x="165" y="141"/>
                  </a:lnTo>
                  <a:lnTo>
                    <a:pt x="166" y="135"/>
                  </a:lnTo>
                  <a:lnTo>
                    <a:pt x="166" y="127"/>
                  </a:lnTo>
                  <a:lnTo>
                    <a:pt x="166" y="120"/>
                  </a:lnTo>
                  <a:lnTo>
                    <a:pt x="166" y="114"/>
                  </a:lnTo>
                  <a:lnTo>
                    <a:pt x="168" y="109"/>
                  </a:lnTo>
                  <a:lnTo>
                    <a:pt x="168" y="103"/>
                  </a:lnTo>
                  <a:lnTo>
                    <a:pt x="168" y="96"/>
                  </a:lnTo>
                  <a:lnTo>
                    <a:pt x="168" y="92"/>
                  </a:lnTo>
                  <a:lnTo>
                    <a:pt x="168" y="85"/>
                  </a:lnTo>
                  <a:lnTo>
                    <a:pt x="168" y="79"/>
                  </a:lnTo>
                  <a:lnTo>
                    <a:pt x="168" y="74"/>
                  </a:lnTo>
                  <a:lnTo>
                    <a:pt x="168" y="68"/>
                  </a:lnTo>
                  <a:lnTo>
                    <a:pt x="168" y="61"/>
                  </a:lnTo>
                  <a:lnTo>
                    <a:pt x="168" y="55"/>
                  </a:lnTo>
                  <a:lnTo>
                    <a:pt x="168" y="48"/>
                  </a:lnTo>
                  <a:lnTo>
                    <a:pt x="168" y="42"/>
                  </a:lnTo>
                  <a:lnTo>
                    <a:pt x="168" y="34"/>
                  </a:lnTo>
                  <a:lnTo>
                    <a:pt x="168" y="26"/>
                  </a:lnTo>
                  <a:lnTo>
                    <a:pt x="168" y="18"/>
                  </a:lnTo>
                  <a:lnTo>
                    <a:pt x="168" y="10"/>
                  </a:lnTo>
                  <a:lnTo>
                    <a:pt x="168" y="0"/>
                  </a:lnTo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10" name="Freeform 27">
              <a:extLst>
                <a:ext uri="{FF2B5EF4-FFF2-40B4-BE49-F238E27FC236}">
                  <a16:creationId xmlns:a16="http://schemas.microsoft.com/office/drawing/2014/main" id="{B78A1500-EF83-469F-8FD7-21A381318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0500" y="4460875"/>
              <a:ext cx="1260475" cy="720725"/>
            </a:xfrm>
            <a:custGeom>
              <a:avLst/>
              <a:gdLst>
                <a:gd name="T0" fmla="*/ 2147483646 w 1587"/>
                <a:gd name="T1" fmla="*/ 2147483646 h 907"/>
                <a:gd name="T2" fmla="*/ 2147483646 w 1587"/>
                <a:gd name="T3" fmla="*/ 2147483646 h 907"/>
                <a:gd name="T4" fmla="*/ 2147483646 w 1587"/>
                <a:gd name="T5" fmla="*/ 2147483646 h 907"/>
                <a:gd name="T6" fmla="*/ 2147483646 w 1587"/>
                <a:gd name="T7" fmla="*/ 2147483646 h 907"/>
                <a:gd name="T8" fmla="*/ 2147483646 w 1587"/>
                <a:gd name="T9" fmla="*/ 2147483646 h 907"/>
                <a:gd name="T10" fmla="*/ 2147483646 w 1587"/>
                <a:gd name="T11" fmla="*/ 2147483646 h 907"/>
                <a:gd name="T12" fmla="*/ 2147483646 w 1587"/>
                <a:gd name="T13" fmla="*/ 2147483646 h 907"/>
                <a:gd name="T14" fmla="*/ 2147483646 w 1587"/>
                <a:gd name="T15" fmla="*/ 2147483646 h 907"/>
                <a:gd name="T16" fmla="*/ 2147483646 w 1587"/>
                <a:gd name="T17" fmla="*/ 2147483646 h 907"/>
                <a:gd name="T18" fmla="*/ 2147483646 w 1587"/>
                <a:gd name="T19" fmla="*/ 2147483646 h 907"/>
                <a:gd name="T20" fmla="*/ 0 w 1587"/>
                <a:gd name="T21" fmla="*/ 2147483646 h 907"/>
                <a:gd name="T22" fmla="*/ 2147483646 w 1587"/>
                <a:gd name="T23" fmla="*/ 2147483646 h 907"/>
                <a:gd name="T24" fmla="*/ 2147483646 w 1587"/>
                <a:gd name="T25" fmla="*/ 2147483646 h 907"/>
                <a:gd name="T26" fmla="*/ 2147483646 w 1587"/>
                <a:gd name="T27" fmla="*/ 2147483646 h 907"/>
                <a:gd name="T28" fmla="*/ 2147483646 w 1587"/>
                <a:gd name="T29" fmla="*/ 2147483646 h 907"/>
                <a:gd name="T30" fmla="*/ 2147483646 w 1587"/>
                <a:gd name="T31" fmla="*/ 2147483646 h 907"/>
                <a:gd name="T32" fmla="*/ 2147483646 w 1587"/>
                <a:gd name="T33" fmla="*/ 2147483646 h 907"/>
                <a:gd name="T34" fmla="*/ 2147483646 w 1587"/>
                <a:gd name="T35" fmla="*/ 2147483646 h 907"/>
                <a:gd name="T36" fmla="*/ 2147483646 w 1587"/>
                <a:gd name="T37" fmla="*/ 2147483646 h 907"/>
                <a:gd name="T38" fmla="*/ 2147483646 w 1587"/>
                <a:gd name="T39" fmla="*/ 2147483646 h 907"/>
                <a:gd name="T40" fmla="*/ 2147483646 w 1587"/>
                <a:gd name="T41" fmla="*/ 2147483646 h 907"/>
                <a:gd name="T42" fmla="*/ 2147483646 w 1587"/>
                <a:gd name="T43" fmla="*/ 2147483646 h 907"/>
                <a:gd name="T44" fmla="*/ 2147483646 w 1587"/>
                <a:gd name="T45" fmla="*/ 2147483646 h 907"/>
                <a:gd name="T46" fmla="*/ 2147483646 w 1587"/>
                <a:gd name="T47" fmla="*/ 2147483646 h 907"/>
                <a:gd name="T48" fmla="*/ 2147483646 w 1587"/>
                <a:gd name="T49" fmla="*/ 2147483646 h 907"/>
                <a:gd name="T50" fmla="*/ 2147483646 w 1587"/>
                <a:gd name="T51" fmla="*/ 2147483646 h 907"/>
                <a:gd name="T52" fmla="*/ 2147483646 w 1587"/>
                <a:gd name="T53" fmla="*/ 2147483646 h 907"/>
                <a:gd name="T54" fmla="*/ 2147483646 w 1587"/>
                <a:gd name="T55" fmla="*/ 2147483646 h 907"/>
                <a:gd name="T56" fmla="*/ 2147483646 w 1587"/>
                <a:gd name="T57" fmla="*/ 2147483646 h 907"/>
                <a:gd name="T58" fmla="*/ 2147483646 w 1587"/>
                <a:gd name="T59" fmla="*/ 2147483646 h 907"/>
                <a:gd name="T60" fmla="*/ 2147483646 w 1587"/>
                <a:gd name="T61" fmla="*/ 2147483646 h 907"/>
                <a:gd name="T62" fmla="*/ 2147483646 w 1587"/>
                <a:gd name="T63" fmla="*/ 2147483646 h 907"/>
                <a:gd name="T64" fmla="*/ 2147483646 w 1587"/>
                <a:gd name="T65" fmla="*/ 2147483646 h 907"/>
                <a:gd name="T66" fmla="*/ 2147483646 w 1587"/>
                <a:gd name="T67" fmla="*/ 2147483646 h 907"/>
                <a:gd name="T68" fmla="*/ 2147483646 w 1587"/>
                <a:gd name="T69" fmla="*/ 2147483646 h 907"/>
                <a:gd name="T70" fmla="*/ 2147483646 w 1587"/>
                <a:gd name="T71" fmla="*/ 2147483646 h 907"/>
                <a:gd name="T72" fmla="*/ 2147483646 w 1587"/>
                <a:gd name="T73" fmla="*/ 2147483646 h 907"/>
                <a:gd name="T74" fmla="*/ 2147483646 w 1587"/>
                <a:gd name="T75" fmla="*/ 2147483646 h 907"/>
                <a:gd name="T76" fmla="*/ 2147483646 w 1587"/>
                <a:gd name="T77" fmla="*/ 2147483646 h 907"/>
                <a:gd name="T78" fmla="*/ 2147483646 w 1587"/>
                <a:gd name="T79" fmla="*/ 2147483646 h 907"/>
                <a:gd name="T80" fmla="*/ 2147483646 w 1587"/>
                <a:gd name="T81" fmla="*/ 2147483646 h 907"/>
                <a:gd name="T82" fmla="*/ 2147483646 w 1587"/>
                <a:gd name="T83" fmla="*/ 2147483646 h 907"/>
                <a:gd name="T84" fmla="*/ 2147483646 w 1587"/>
                <a:gd name="T85" fmla="*/ 2147483646 h 907"/>
                <a:gd name="T86" fmla="*/ 2147483646 w 1587"/>
                <a:gd name="T87" fmla="*/ 0 h 90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87"/>
                <a:gd name="T133" fmla="*/ 0 h 907"/>
                <a:gd name="T134" fmla="*/ 1587 w 1587"/>
                <a:gd name="T135" fmla="*/ 907 h 907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87" h="907">
                  <a:moveTo>
                    <a:pt x="794" y="0"/>
                  </a:moveTo>
                  <a:lnTo>
                    <a:pt x="754" y="0"/>
                  </a:lnTo>
                  <a:lnTo>
                    <a:pt x="714" y="1"/>
                  </a:lnTo>
                  <a:lnTo>
                    <a:pt x="674" y="5"/>
                  </a:lnTo>
                  <a:lnTo>
                    <a:pt x="634" y="9"/>
                  </a:lnTo>
                  <a:lnTo>
                    <a:pt x="595" y="14"/>
                  </a:lnTo>
                  <a:lnTo>
                    <a:pt x="558" y="21"/>
                  </a:lnTo>
                  <a:lnTo>
                    <a:pt x="522" y="27"/>
                  </a:lnTo>
                  <a:lnTo>
                    <a:pt x="485" y="35"/>
                  </a:lnTo>
                  <a:lnTo>
                    <a:pt x="450" y="45"/>
                  </a:lnTo>
                  <a:lnTo>
                    <a:pt x="416" y="54"/>
                  </a:lnTo>
                  <a:lnTo>
                    <a:pt x="382" y="65"/>
                  </a:lnTo>
                  <a:lnTo>
                    <a:pt x="350" y="77"/>
                  </a:lnTo>
                  <a:lnTo>
                    <a:pt x="320" y="89"/>
                  </a:lnTo>
                  <a:lnTo>
                    <a:pt x="290" y="104"/>
                  </a:lnTo>
                  <a:lnTo>
                    <a:pt x="261" y="118"/>
                  </a:lnTo>
                  <a:lnTo>
                    <a:pt x="234" y="133"/>
                  </a:lnTo>
                  <a:lnTo>
                    <a:pt x="206" y="149"/>
                  </a:lnTo>
                  <a:lnTo>
                    <a:pt x="182" y="165"/>
                  </a:lnTo>
                  <a:lnTo>
                    <a:pt x="158" y="182"/>
                  </a:lnTo>
                  <a:lnTo>
                    <a:pt x="136" y="200"/>
                  </a:lnTo>
                  <a:lnTo>
                    <a:pt x="115" y="217"/>
                  </a:lnTo>
                  <a:lnTo>
                    <a:pt x="96" y="237"/>
                  </a:lnTo>
                  <a:lnTo>
                    <a:pt x="78" y="256"/>
                  </a:lnTo>
                  <a:lnTo>
                    <a:pt x="62" y="277"/>
                  </a:lnTo>
                  <a:lnTo>
                    <a:pt x="48" y="297"/>
                  </a:lnTo>
                  <a:lnTo>
                    <a:pt x="37" y="318"/>
                  </a:lnTo>
                  <a:lnTo>
                    <a:pt x="25" y="339"/>
                  </a:lnTo>
                  <a:lnTo>
                    <a:pt x="16" y="361"/>
                  </a:lnTo>
                  <a:lnTo>
                    <a:pt x="9" y="384"/>
                  </a:lnTo>
                  <a:lnTo>
                    <a:pt x="5" y="406"/>
                  </a:lnTo>
                  <a:lnTo>
                    <a:pt x="1" y="430"/>
                  </a:lnTo>
                  <a:lnTo>
                    <a:pt x="0" y="453"/>
                  </a:lnTo>
                  <a:lnTo>
                    <a:pt x="1" y="477"/>
                  </a:lnTo>
                  <a:lnTo>
                    <a:pt x="5" y="499"/>
                  </a:lnTo>
                  <a:lnTo>
                    <a:pt x="9" y="521"/>
                  </a:lnTo>
                  <a:lnTo>
                    <a:pt x="16" y="544"/>
                  </a:lnTo>
                  <a:lnTo>
                    <a:pt x="25" y="566"/>
                  </a:lnTo>
                  <a:lnTo>
                    <a:pt x="37" y="589"/>
                  </a:lnTo>
                  <a:lnTo>
                    <a:pt x="48" y="609"/>
                  </a:lnTo>
                  <a:lnTo>
                    <a:pt x="62" y="630"/>
                  </a:lnTo>
                  <a:lnTo>
                    <a:pt x="78" y="649"/>
                  </a:lnTo>
                  <a:lnTo>
                    <a:pt x="96" y="669"/>
                  </a:lnTo>
                  <a:lnTo>
                    <a:pt x="115" y="688"/>
                  </a:lnTo>
                  <a:lnTo>
                    <a:pt x="136" y="707"/>
                  </a:lnTo>
                  <a:lnTo>
                    <a:pt x="158" y="725"/>
                  </a:lnTo>
                  <a:lnTo>
                    <a:pt x="182" y="742"/>
                  </a:lnTo>
                  <a:lnTo>
                    <a:pt x="206" y="758"/>
                  </a:lnTo>
                  <a:lnTo>
                    <a:pt x="234" y="774"/>
                  </a:lnTo>
                  <a:lnTo>
                    <a:pt x="261" y="789"/>
                  </a:lnTo>
                  <a:lnTo>
                    <a:pt x="290" y="803"/>
                  </a:lnTo>
                  <a:lnTo>
                    <a:pt x="320" y="816"/>
                  </a:lnTo>
                  <a:lnTo>
                    <a:pt x="350" y="829"/>
                  </a:lnTo>
                  <a:lnTo>
                    <a:pt x="382" y="841"/>
                  </a:lnTo>
                  <a:lnTo>
                    <a:pt x="416" y="853"/>
                  </a:lnTo>
                  <a:lnTo>
                    <a:pt x="450" y="862"/>
                  </a:lnTo>
                  <a:lnTo>
                    <a:pt x="485" y="870"/>
                  </a:lnTo>
                  <a:lnTo>
                    <a:pt x="522" y="880"/>
                  </a:lnTo>
                  <a:lnTo>
                    <a:pt x="558" y="886"/>
                  </a:lnTo>
                  <a:lnTo>
                    <a:pt x="595" y="893"/>
                  </a:lnTo>
                  <a:lnTo>
                    <a:pt x="634" y="897"/>
                  </a:lnTo>
                  <a:lnTo>
                    <a:pt x="674" y="901"/>
                  </a:lnTo>
                  <a:lnTo>
                    <a:pt x="714" y="904"/>
                  </a:lnTo>
                  <a:lnTo>
                    <a:pt x="754" y="905"/>
                  </a:lnTo>
                  <a:lnTo>
                    <a:pt x="794" y="907"/>
                  </a:lnTo>
                  <a:lnTo>
                    <a:pt x="835" y="905"/>
                  </a:lnTo>
                  <a:lnTo>
                    <a:pt x="875" y="904"/>
                  </a:lnTo>
                  <a:lnTo>
                    <a:pt x="915" y="901"/>
                  </a:lnTo>
                  <a:lnTo>
                    <a:pt x="954" y="897"/>
                  </a:lnTo>
                  <a:lnTo>
                    <a:pt x="992" y="893"/>
                  </a:lnTo>
                  <a:lnTo>
                    <a:pt x="1030" y="886"/>
                  </a:lnTo>
                  <a:lnTo>
                    <a:pt x="1067" y="880"/>
                  </a:lnTo>
                  <a:lnTo>
                    <a:pt x="1102" y="870"/>
                  </a:lnTo>
                  <a:lnTo>
                    <a:pt x="1138" y="862"/>
                  </a:lnTo>
                  <a:lnTo>
                    <a:pt x="1173" y="853"/>
                  </a:lnTo>
                  <a:lnTo>
                    <a:pt x="1205" y="841"/>
                  </a:lnTo>
                  <a:lnTo>
                    <a:pt x="1238" y="829"/>
                  </a:lnTo>
                  <a:lnTo>
                    <a:pt x="1269" y="816"/>
                  </a:lnTo>
                  <a:lnTo>
                    <a:pt x="1299" y="803"/>
                  </a:lnTo>
                  <a:lnTo>
                    <a:pt x="1328" y="789"/>
                  </a:lnTo>
                  <a:lnTo>
                    <a:pt x="1355" y="774"/>
                  </a:lnTo>
                  <a:lnTo>
                    <a:pt x="1381" y="758"/>
                  </a:lnTo>
                  <a:lnTo>
                    <a:pt x="1406" y="742"/>
                  </a:lnTo>
                  <a:lnTo>
                    <a:pt x="1430" y="725"/>
                  </a:lnTo>
                  <a:lnTo>
                    <a:pt x="1453" y="707"/>
                  </a:lnTo>
                  <a:lnTo>
                    <a:pt x="1472" y="688"/>
                  </a:lnTo>
                  <a:lnTo>
                    <a:pt x="1491" y="669"/>
                  </a:lnTo>
                  <a:lnTo>
                    <a:pt x="1509" y="649"/>
                  </a:lnTo>
                  <a:lnTo>
                    <a:pt x="1525" y="630"/>
                  </a:lnTo>
                  <a:lnTo>
                    <a:pt x="1539" y="609"/>
                  </a:lnTo>
                  <a:lnTo>
                    <a:pt x="1552" y="589"/>
                  </a:lnTo>
                  <a:lnTo>
                    <a:pt x="1563" y="566"/>
                  </a:lnTo>
                  <a:lnTo>
                    <a:pt x="1571" y="544"/>
                  </a:lnTo>
                  <a:lnTo>
                    <a:pt x="1579" y="521"/>
                  </a:lnTo>
                  <a:lnTo>
                    <a:pt x="1584" y="499"/>
                  </a:lnTo>
                  <a:lnTo>
                    <a:pt x="1587" y="477"/>
                  </a:lnTo>
                  <a:lnTo>
                    <a:pt x="1587" y="453"/>
                  </a:lnTo>
                  <a:lnTo>
                    <a:pt x="1587" y="430"/>
                  </a:lnTo>
                  <a:lnTo>
                    <a:pt x="1584" y="406"/>
                  </a:lnTo>
                  <a:lnTo>
                    <a:pt x="1579" y="384"/>
                  </a:lnTo>
                  <a:lnTo>
                    <a:pt x="1571" y="361"/>
                  </a:lnTo>
                  <a:lnTo>
                    <a:pt x="1563" y="339"/>
                  </a:lnTo>
                  <a:lnTo>
                    <a:pt x="1552" y="318"/>
                  </a:lnTo>
                  <a:lnTo>
                    <a:pt x="1539" y="297"/>
                  </a:lnTo>
                  <a:lnTo>
                    <a:pt x="1525" y="277"/>
                  </a:lnTo>
                  <a:lnTo>
                    <a:pt x="1509" y="256"/>
                  </a:lnTo>
                  <a:lnTo>
                    <a:pt x="1491" y="237"/>
                  </a:lnTo>
                  <a:lnTo>
                    <a:pt x="1472" y="217"/>
                  </a:lnTo>
                  <a:lnTo>
                    <a:pt x="1453" y="200"/>
                  </a:lnTo>
                  <a:lnTo>
                    <a:pt x="1430" y="182"/>
                  </a:lnTo>
                  <a:lnTo>
                    <a:pt x="1406" y="165"/>
                  </a:lnTo>
                  <a:lnTo>
                    <a:pt x="1381" y="149"/>
                  </a:lnTo>
                  <a:lnTo>
                    <a:pt x="1355" y="133"/>
                  </a:lnTo>
                  <a:lnTo>
                    <a:pt x="1328" y="118"/>
                  </a:lnTo>
                  <a:lnTo>
                    <a:pt x="1299" y="104"/>
                  </a:lnTo>
                  <a:lnTo>
                    <a:pt x="1269" y="89"/>
                  </a:lnTo>
                  <a:lnTo>
                    <a:pt x="1238" y="77"/>
                  </a:lnTo>
                  <a:lnTo>
                    <a:pt x="1205" y="65"/>
                  </a:lnTo>
                  <a:lnTo>
                    <a:pt x="1173" y="54"/>
                  </a:lnTo>
                  <a:lnTo>
                    <a:pt x="1138" y="45"/>
                  </a:lnTo>
                  <a:lnTo>
                    <a:pt x="1102" y="35"/>
                  </a:lnTo>
                  <a:lnTo>
                    <a:pt x="1067" y="27"/>
                  </a:lnTo>
                  <a:lnTo>
                    <a:pt x="1030" y="21"/>
                  </a:lnTo>
                  <a:lnTo>
                    <a:pt x="992" y="14"/>
                  </a:lnTo>
                  <a:lnTo>
                    <a:pt x="954" y="9"/>
                  </a:lnTo>
                  <a:lnTo>
                    <a:pt x="915" y="5"/>
                  </a:lnTo>
                  <a:lnTo>
                    <a:pt x="875" y="1"/>
                  </a:lnTo>
                  <a:lnTo>
                    <a:pt x="835" y="0"/>
                  </a:lnTo>
                  <a:lnTo>
                    <a:pt x="794" y="0"/>
                  </a:lnTo>
                </a:path>
              </a:pathLst>
            </a:custGeom>
            <a:solidFill>
              <a:schemeClr val="bg1"/>
            </a:solidFill>
            <a:ln w="2381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11" name="Rectangle 28">
              <a:extLst>
                <a:ext uri="{FF2B5EF4-FFF2-40B4-BE49-F238E27FC236}">
                  <a16:creationId xmlns:a16="http://schemas.microsoft.com/office/drawing/2014/main" id="{8C58A804-110D-4590-8B80-014E388A97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1950" y="4684712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12" name="Rectangle 29">
              <a:extLst>
                <a:ext uri="{FF2B5EF4-FFF2-40B4-BE49-F238E27FC236}">
                  <a16:creationId xmlns:a16="http://schemas.microsoft.com/office/drawing/2014/main" id="{FEE7A25F-D4D2-47F8-AB59-83FDE47025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3400" y="4800600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13" name="Rectangle 30">
              <a:extLst>
                <a:ext uri="{FF2B5EF4-FFF2-40B4-BE49-F238E27FC236}">
                  <a16:creationId xmlns:a16="http://schemas.microsoft.com/office/drawing/2014/main" id="{E3A15631-A110-48B8-B771-7C8B38613D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54700" y="4684712"/>
              <a:ext cx="1460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14" name="Rectangle 31">
              <a:extLst>
                <a:ext uri="{FF2B5EF4-FFF2-40B4-BE49-F238E27FC236}">
                  <a16:creationId xmlns:a16="http://schemas.microsoft.com/office/drawing/2014/main" id="{2369690A-DDD2-47D2-B496-4FCF5E7DA7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24588" y="4684712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15" name="Rectangle 32">
              <a:extLst>
                <a:ext uri="{FF2B5EF4-FFF2-40B4-BE49-F238E27FC236}">
                  <a16:creationId xmlns:a16="http://schemas.microsoft.com/office/drawing/2014/main" id="{45C29B5F-3DD6-464B-A33B-72D299E0DF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9800" y="4684712"/>
              <a:ext cx="185738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16" name="Freeform 33">
              <a:extLst>
                <a:ext uri="{FF2B5EF4-FFF2-40B4-BE49-F238E27FC236}">
                  <a16:creationId xmlns:a16="http://schemas.microsoft.com/office/drawing/2014/main" id="{DA80ADB8-06C4-40BF-A9BF-A678CD95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813" y="2101850"/>
              <a:ext cx="76200" cy="152400"/>
            </a:xfrm>
            <a:custGeom>
              <a:avLst/>
              <a:gdLst>
                <a:gd name="T0" fmla="*/ 0 w 96"/>
                <a:gd name="T1" fmla="*/ 0 h 192"/>
                <a:gd name="T2" fmla="*/ 2147483646 w 96"/>
                <a:gd name="T3" fmla="*/ 2147483646 h 192"/>
                <a:gd name="T4" fmla="*/ 2147483646 w 96"/>
                <a:gd name="T5" fmla="*/ 0 h 192"/>
                <a:gd name="T6" fmla="*/ 2147483646 w 96"/>
                <a:gd name="T7" fmla="*/ 0 h 192"/>
                <a:gd name="T8" fmla="*/ 0 w 96"/>
                <a:gd name="T9" fmla="*/ 0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92"/>
                <a:gd name="T17" fmla="*/ 96 w 96"/>
                <a:gd name="T18" fmla="*/ 192 h 1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92">
                  <a:moveTo>
                    <a:pt x="0" y="0"/>
                  </a:moveTo>
                  <a:lnTo>
                    <a:pt x="64" y="192"/>
                  </a:lnTo>
                  <a:lnTo>
                    <a:pt x="96" y="0"/>
                  </a:lnTo>
                  <a:lnTo>
                    <a:pt x="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381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17" name="Line 34">
              <a:extLst>
                <a:ext uri="{FF2B5EF4-FFF2-40B4-BE49-F238E27FC236}">
                  <a16:creationId xmlns:a16="http://schemas.microsoft.com/office/drawing/2014/main" id="{CD6A52B2-8986-4735-B83B-9E4836EF15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22613" y="1771650"/>
              <a:ext cx="1587" cy="330200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18" name="Rectangle 35">
              <a:extLst>
                <a:ext uri="{FF2B5EF4-FFF2-40B4-BE49-F238E27FC236}">
                  <a16:creationId xmlns:a16="http://schemas.microsoft.com/office/drawing/2014/main" id="{B8ADDA6B-8912-4334-8883-D34BC2650C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59450" y="4678362"/>
              <a:ext cx="10001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panose="05050102010706020507" pitchFamily="18" charset="2"/>
                  <a:ea typeface="MS PGothic" panose="020B0600070205080204" pitchFamily="34" charset="-128"/>
                  <a:cs typeface="+mn-cs"/>
                </a:rPr>
                <a:t>¤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19" name="Freeform 36">
              <a:extLst>
                <a:ext uri="{FF2B5EF4-FFF2-40B4-BE49-F238E27FC236}">
                  <a16:creationId xmlns:a16="http://schemas.microsoft.com/office/drawing/2014/main" id="{868AF87C-CE03-4AD5-987B-24150654D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0500" y="2301875"/>
              <a:ext cx="1260475" cy="720725"/>
            </a:xfrm>
            <a:custGeom>
              <a:avLst/>
              <a:gdLst>
                <a:gd name="T0" fmla="*/ 2147483646 w 1587"/>
                <a:gd name="T1" fmla="*/ 2147483646 h 907"/>
                <a:gd name="T2" fmla="*/ 2147483646 w 1587"/>
                <a:gd name="T3" fmla="*/ 2147483646 h 907"/>
                <a:gd name="T4" fmla="*/ 2147483646 w 1587"/>
                <a:gd name="T5" fmla="*/ 2147483646 h 907"/>
                <a:gd name="T6" fmla="*/ 2147483646 w 1587"/>
                <a:gd name="T7" fmla="*/ 2147483646 h 907"/>
                <a:gd name="T8" fmla="*/ 2147483646 w 1587"/>
                <a:gd name="T9" fmla="*/ 2147483646 h 907"/>
                <a:gd name="T10" fmla="*/ 2147483646 w 1587"/>
                <a:gd name="T11" fmla="*/ 2147483646 h 907"/>
                <a:gd name="T12" fmla="*/ 2147483646 w 1587"/>
                <a:gd name="T13" fmla="*/ 2147483646 h 907"/>
                <a:gd name="T14" fmla="*/ 2147483646 w 1587"/>
                <a:gd name="T15" fmla="*/ 2147483646 h 907"/>
                <a:gd name="T16" fmla="*/ 2147483646 w 1587"/>
                <a:gd name="T17" fmla="*/ 2147483646 h 907"/>
                <a:gd name="T18" fmla="*/ 2147483646 w 1587"/>
                <a:gd name="T19" fmla="*/ 2147483646 h 907"/>
                <a:gd name="T20" fmla="*/ 0 w 1587"/>
                <a:gd name="T21" fmla="*/ 2147483646 h 907"/>
                <a:gd name="T22" fmla="*/ 2147483646 w 1587"/>
                <a:gd name="T23" fmla="*/ 2147483646 h 907"/>
                <a:gd name="T24" fmla="*/ 2147483646 w 1587"/>
                <a:gd name="T25" fmla="*/ 2147483646 h 907"/>
                <a:gd name="T26" fmla="*/ 2147483646 w 1587"/>
                <a:gd name="T27" fmla="*/ 2147483646 h 907"/>
                <a:gd name="T28" fmla="*/ 2147483646 w 1587"/>
                <a:gd name="T29" fmla="*/ 2147483646 h 907"/>
                <a:gd name="T30" fmla="*/ 2147483646 w 1587"/>
                <a:gd name="T31" fmla="*/ 2147483646 h 907"/>
                <a:gd name="T32" fmla="*/ 2147483646 w 1587"/>
                <a:gd name="T33" fmla="*/ 2147483646 h 907"/>
                <a:gd name="T34" fmla="*/ 2147483646 w 1587"/>
                <a:gd name="T35" fmla="*/ 2147483646 h 907"/>
                <a:gd name="T36" fmla="*/ 2147483646 w 1587"/>
                <a:gd name="T37" fmla="*/ 2147483646 h 907"/>
                <a:gd name="T38" fmla="*/ 2147483646 w 1587"/>
                <a:gd name="T39" fmla="*/ 2147483646 h 907"/>
                <a:gd name="T40" fmla="*/ 2147483646 w 1587"/>
                <a:gd name="T41" fmla="*/ 2147483646 h 907"/>
                <a:gd name="T42" fmla="*/ 2147483646 w 1587"/>
                <a:gd name="T43" fmla="*/ 2147483646 h 907"/>
                <a:gd name="T44" fmla="*/ 2147483646 w 1587"/>
                <a:gd name="T45" fmla="*/ 2147483646 h 907"/>
                <a:gd name="T46" fmla="*/ 2147483646 w 1587"/>
                <a:gd name="T47" fmla="*/ 2147483646 h 907"/>
                <a:gd name="T48" fmla="*/ 2147483646 w 1587"/>
                <a:gd name="T49" fmla="*/ 2147483646 h 907"/>
                <a:gd name="T50" fmla="*/ 2147483646 w 1587"/>
                <a:gd name="T51" fmla="*/ 2147483646 h 907"/>
                <a:gd name="T52" fmla="*/ 2147483646 w 1587"/>
                <a:gd name="T53" fmla="*/ 2147483646 h 907"/>
                <a:gd name="T54" fmla="*/ 2147483646 w 1587"/>
                <a:gd name="T55" fmla="*/ 2147483646 h 907"/>
                <a:gd name="T56" fmla="*/ 2147483646 w 1587"/>
                <a:gd name="T57" fmla="*/ 2147483646 h 907"/>
                <a:gd name="T58" fmla="*/ 2147483646 w 1587"/>
                <a:gd name="T59" fmla="*/ 2147483646 h 907"/>
                <a:gd name="T60" fmla="*/ 2147483646 w 1587"/>
                <a:gd name="T61" fmla="*/ 2147483646 h 907"/>
                <a:gd name="T62" fmla="*/ 2147483646 w 1587"/>
                <a:gd name="T63" fmla="*/ 2147483646 h 907"/>
                <a:gd name="T64" fmla="*/ 2147483646 w 1587"/>
                <a:gd name="T65" fmla="*/ 2147483646 h 907"/>
                <a:gd name="T66" fmla="*/ 2147483646 w 1587"/>
                <a:gd name="T67" fmla="*/ 2147483646 h 907"/>
                <a:gd name="T68" fmla="*/ 2147483646 w 1587"/>
                <a:gd name="T69" fmla="*/ 2147483646 h 907"/>
                <a:gd name="T70" fmla="*/ 2147483646 w 1587"/>
                <a:gd name="T71" fmla="*/ 2147483646 h 907"/>
                <a:gd name="T72" fmla="*/ 2147483646 w 1587"/>
                <a:gd name="T73" fmla="*/ 2147483646 h 907"/>
                <a:gd name="T74" fmla="*/ 2147483646 w 1587"/>
                <a:gd name="T75" fmla="*/ 2147483646 h 907"/>
                <a:gd name="T76" fmla="*/ 2147483646 w 1587"/>
                <a:gd name="T77" fmla="*/ 2147483646 h 907"/>
                <a:gd name="T78" fmla="*/ 2147483646 w 1587"/>
                <a:gd name="T79" fmla="*/ 2147483646 h 907"/>
                <a:gd name="T80" fmla="*/ 2147483646 w 1587"/>
                <a:gd name="T81" fmla="*/ 2147483646 h 907"/>
                <a:gd name="T82" fmla="*/ 2147483646 w 1587"/>
                <a:gd name="T83" fmla="*/ 2147483646 h 907"/>
                <a:gd name="T84" fmla="*/ 2147483646 w 1587"/>
                <a:gd name="T85" fmla="*/ 2147483646 h 907"/>
                <a:gd name="T86" fmla="*/ 2147483646 w 1587"/>
                <a:gd name="T87" fmla="*/ 0 h 90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87"/>
                <a:gd name="T133" fmla="*/ 0 h 907"/>
                <a:gd name="T134" fmla="*/ 1587 w 1587"/>
                <a:gd name="T135" fmla="*/ 907 h 907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87" h="907">
                  <a:moveTo>
                    <a:pt x="794" y="0"/>
                  </a:moveTo>
                  <a:lnTo>
                    <a:pt x="754" y="0"/>
                  </a:lnTo>
                  <a:lnTo>
                    <a:pt x="714" y="1"/>
                  </a:lnTo>
                  <a:lnTo>
                    <a:pt x="674" y="5"/>
                  </a:lnTo>
                  <a:lnTo>
                    <a:pt x="634" y="9"/>
                  </a:lnTo>
                  <a:lnTo>
                    <a:pt x="595" y="14"/>
                  </a:lnTo>
                  <a:lnTo>
                    <a:pt x="558" y="21"/>
                  </a:lnTo>
                  <a:lnTo>
                    <a:pt x="522" y="27"/>
                  </a:lnTo>
                  <a:lnTo>
                    <a:pt x="485" y="35"/>
                  </a:lnTo>
                  <a:lnTo>
                    <a:pt x="450" y="45"/>
                  </a:lnTo>
                  <a:lnTo>
                    <a:pt x="416" y="54"/>
                  </a:lnTo>
                  <a:lnTo>
                    <a:pt x="382" y="65"/>
                  </a:lnTo>
                  <a:lnTo>
                    <a:pt x="350" y="77"/>
                  </a:lnTo>
                  <a:lnTo>
                    <a:pt x="320" y="89"/>
                  </a:lnTo>
                  <a:lnTo>
                    <a:pt x="290" y="104"/>
                  </a:lnTo>
                  <a:lnTo>
                    <a:pt x="261" y="118"/>
                  </a:lnTo>
                  <a:lnTo>
                    <a:pt x="234" y="133"/>
                  </a:lnTo>
                  <a:lnTo>
                    <a:pt x="206" y="149"/>
                  </a:lnTo>
                  <a:lnTo>
                    <a:pt x="182" y="165"/>
                  </a:lnTo>
                  <a:lnTo>
                    <a:pt x="158" y="182"/>
                  </a:lnTo>
                  <a:lnTo>
                    <a:pt x="136" y="200"/>
                  </a:lnTo>
                  <a:lnTo>
                    <a:pt x="115" y="217"/>
                  </a:lnTo>
                  <a:lnTo>
                    <a:pt x="96" y="237"/>
                  </a:lnTo>
                  <a:lnTo>
                    <a:pt x="78" y="256"/>
                  </a:lnTo>
                  <a:lnTo>
                    <a:pt x="62" y="277"/>
                  </a:lnTo>
                  <a:lnTo>
                    <a:pt x="48" y="297"/>
                  </a:lnTo>
                  <a:lnTo>
                    <a:pt x="37" y="318"/>
                  </a:lnTo>
                  <a:lnTo>
                    <a:pt x="25" y="339"/>
                  </a:lnTo>
                  <a:lnTo>
                    <a:pt x="16" y="361"/>
                  </a:lnTo>
                  <a:lnTo>
                    <a:pt x="9" y="384"/>
                  </a:lnTo>
                  <a:lnTo>
                    <a:pt x="5" y="406"/>
                  </a:lnTo>
                  <a:lnTo>
                    <a:pt x="1" y="430"/>
                  </a:lnTo>
                  <a:lnTo>
                    <a:pt x="0" y="453"/>
                  </a:lnTo>
                  <a:lnTo>
                    <a:pt x="1" y="477"/>
                  </a:lnTo>
                  <a:lnTo>
                    <a:pt x="5" y="499"/>
                  </a:lnTo>
                  <a:lnTo>
                    <a:pt x="9" y="521"/>
                  </a:lnTo>
                  <a:lnTo>
                    <a:pt x="16" y="544"/>
                  </a:lnTo>
                  <a:lnTo>
                    <a:pt x="25" y="566"/>
                  </a:lnTo>
                  <a:lnTo>
                    <a:pt x="37" y="589"/>
                  </a:lnTo>
                  <a:lnTo>
                    <a:pt x="48" y="609"/>
                  </a:lnTo>
                  <a:lnTo>
                    <a:pt x="62" y="630"/>
                  </a:lnTo>
                  <a:lnTo>
                    <a:pt x="78" y="649"/>
                  </a:lnTo>
                  <a:lnTo>
                    <a:pt x="96" y="669"/>
                  </a:lnTo>
                  <a:lnTo>
                    <a:pt x="115" y="688"/>
                  </a:lnTo>
                  <a:lnTo>
                    <a:pt x="136" y="707"/>
                  </a:lnTo>
                  <a:lnTo>
                    <a:pt x="158" y="725"/>
                  </a:lnTo>
                  <a:lnTo>
                    <a:pt x="182" y="742"/>
                  </a:lnTo>
                  <a:lnTo>
                    <a:pt x="206" y="758"/>
                  </a:lnTo>
                  <a:lnTo>
                    <a:pt x="234" y="774"/>
                  </a:lnTo>
                  <a:lnTo>
                    <a:pt x="261" y="789"/>
                  </a:lnTo>
                  <a:lnTo>
                    <a:pt x="290" y="803"/>
                  </a:lnTo>
                  <a:lnTo>
                    <a:pt x="320" y="816"/>
                  </a:lnTo>
                  <a:lnTo>
                    <a:pt x="350" y="829"/>
                  </a:lnTo>
                  <a:lnTo>
                    <a:pt x="382" y="841"/>
                  </a:lnTo>
                  <a:lnTo>
                    <a:pt x="416" y="853"/>
                  </a:lnTo>
                  <a:lnTo>
                    <a:pt x="450" y="862"/>
                  </a:lnTo>
                  <a:lnTo>
                    <a:pt x="485" y="870"/>
                  </a:lnTo>
                  <a:lnTo>
                    <a:pt x="522" y="880"/>
                  </a:lnTo>
                  <a:lnTo>
                    <a:pt x="558" y="886"/>
                  </a:lnTo>
                  <a:lnTo>
                    <a:pt x="595" y="893"/>
                  </a:lnTo>
                  <a:lnTo>
                    <a:pt x="634" y="897"/>
                  </a:lnTo>
                  <a:lnTo>
                    <a:pt x="674" y="901"/>
                  </a:lnTo>
                  <a:lnTo>
                    <a:pt x="714" y="904"/>
                  </a:lnTo>
                  <a:lnTo>
                    <a:pt x="754" y="905"/>
                  </a:lnTo>
                  <a:lnTo>
                    <a:pt x="794" y="907"/>
                  </a:lnTo>
                  <a:lnTo>
                    <a:pt x="835" y="905"/>
                  </a:lnTo>
                  <a:lnTo>
                    <a:pt x="875" y="904"/>
                  </a:lnTo>
                  <a:lnTo>
                    <a:pt x="915" y="901"/>
                  </a:lnTo>
                  <a:lnTo>
                    <a:pt x="954" y="897"/>
                  </a:lnTo>
                  <a:lnTo>
                    <a:pt x="992" y="893"/>
                  </a:lnTo>
                  <a:lnTo>
                    <a:pt x="1030" y="886"/>
                  </a:lnTo>
                  <a:lnTo>
                    <a:pt x="1067" y="880"/>
                  </a:lnTo>
                  <a:lnTo>
                    <a:pt x="1102" y="870"/>
                  </a:lnTo>
                  <a:lnTo>
                    <a:pt x="1138" y="862"/>
                  </a:lnTo>
                  <a:lnTo>
                    <a:pt x="1173" y="853"/>
                  </a:lnTo>
                  <a:lnTo>
                    <a:pt x="1205" y="841"/>
                  </a:lnTo>
                  <a:lnTo>
                    <a:pt x="1238" y="829"/>
                  </a:lnTo>
                  <a:lnTo>
                    <a:pt x="1269" y="816"/>
                  </a:lnTo>
                  <a:lnTo>
                    <a:pt x="1299" y="803"/>
                  </a:lnTo>
                  <a:lnTo>
                    <a:pt x="1328" y="789"/>
                  </a:lnTo>
                  <a:lnTo>
                    <a:pt x="1355" y="774"/>
                  </a:lnTo>
                  <a:lnTo>
                    <a:pt x="1381" y="758"/>
                  </a:lnTo>
                  <a:lnTo>
                    <a:pt x="1406" y="742"/>
                  </a:lnTo>
                  <a:lnTo>
                    <a:pt x="1430" y="725"/>
                  </a:lnTo>
                  <a:lnTo>
                    <a:pt x="1453" y="707"/>
                  </a:lnTo>
                  <a:lnTo>
                    <a:pt x="1472" y="688"/>
                  </a:lnTo>
                  <a:lnTo>
                    <a:pt x="1491" y="669"/>
                  </a:lnTo>
                  <a:lnTo>
                    <a:pt x="1509" y="649"/>
                  </a:lnTo>
                  <a:lnTo>
                    <a:pt x="1525" y="630"/>
                  </a:lnTo>
                  <a:lnTo>
                    <a:pt x="1539" y="609"/>
                  </a:lnTo>
                  <a:lnTo>
                    <a:pt x="1552" y="589"/>
                  </a:lnTo>
                  <a:lnTo>
                    <a:pt x="1563" y="566"/>
                  </a:lnTo>
                  <a:lnTo>
                    <a:pt x="1571" y="544"/>
                  </a:lnTo>
                  <a:lnTo>
                    <a:pt x="1579" y="521"/>
                  </a:lnTo>
                  <a:lnTo>
                    <a:pt x="1584" y="499"/>
                  </a:lnTo>
                  <a:lnTo>
                    <a:pt x="1587" y="477"/>
                  </a:lnTo>
                  <a:lnTo>
                    <a:pt x="1587" y="453"/>
                  </a:lnTo>
                  <a:lnTo>
                    <a:pt x="1587" y="430"/>
                  </a:lnTo>
                  <a:lnTo>
                    <a:pt x="1584" y="406"/>
                  </a:lnTo>
                  <a:lnTo>
                    <a:pt x="1579" y="384"/>
                  </a:lnTo>
                  <a:lnTo>
                    <a:pt x="1571" y="361"/>
                  </a:lnTo>
                  <a:lnTo>
                    <a:pt x="1563" y="339"/>
                  </a:lnTo>
                  <a:lnTo>
                    <a:pt x="1552" y="318"/>
                  </a:lnTo>
                  <a:lnTo>
                    <a:pt x="1539" y="297"/>
                  </a:lnTo>
                  <a:lnTo>
                    <a:pt x="1525" y="277"/>
                  </a:lnTo>
                  <a:lnTo>
                    <a:pt x="1509" y="256"/>
                  </a:lnTo>
                  <a:lnTo>
                    <a:pt x="1491" y="237"/>
                  </a:lnTo>
                  <a:lnTo>
                    <a:pt x="1472" y="217"/>
                  </a:lnTo>
                  <a:lnTo>
                    <a:pt x="1453" y="200"/>
                  </a:lnTo>
                  <a:lnTo>
                    <a:pt x="1430" y="182"/>
                  </a:lnTo>
                  <a:lnTo>
                    <a:pt x="1406" y="165"/>
                  </a:lnTo>
                  <a:lnTo>
                    <a:pt x="1381" y="149"/>
                  </a:lnTo>
                  <a:lnTo>
                    <a:pt x="1355" y="133"/>
                  </a:lnTo>
                  <a:lnTo>
                    <a:pt x="1328" y="118"/>
                  </a:lnTo>
                  <a:lnTo>
                    <a:pt x="1299" y="104"/>
                  </a:lnTo>
                  <a:lnTo>
                    <a:pt x="1269" y="89"/>
                  </a:lnTo>
                  <a:lnTo>
                    <a:pt x="1238" y="77"/>
                  </a:lnTo>
                  <a:lnTo>
                    <a:pt x="1205" y="65"/>
                  </a:lnTo>
                  <a:lnTo>
                    <a:pt x="1173" y="54"/>
                  </a:lnTo>
                  <a:lnTo>
                    <a:pt x="1138" y="45"/>
                  </a:lnTo>
                  <a:lnTo>
                    <a:pt x="1102" y="35"/>
                  </a:lnTo>
                  <a:lnTo>
                    <a:pt x="1067" y="27"/>
                  </a:lnTo>
                  <a:lnTo>
                    <a:pt x="1030" y="21"/>
                  </a:lnTo>
                  <a:lnTo>
                    <a:pt x="992" y="14"/>
                  </a:lnTo>
                  <a:lnTo>
                    <a:pt x="954" y="9"/>
                  </a:lnTo>
                  <a:lnTo>
                    <a:pt x="915" y="5"/>
                  </a:lnTo>
                  <a:lnTo>
                    <a:pt x="875" y="1"/>
                  </a:lnTo>
                  <a:lnTo>
                    <a:pt x="835" y="0"/>
                  </a:lnTo>
                  <a:lnTo>
                    <a:pt x="794" y="0"/>
                  </a:lnTo>
                </a:path>
              </a:pathLst>
            </a:custGeom>
            <a:solidFill>
              <a:schemeClr val="bg1"/>
            </a:solidFill>
            <a:ln w="2381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20" name="Rectangle 37">
              <a:extLst>
                <a:ext uri="{FF2B5EF4-FFF2-40B4-BE49-F238E27FC236}">
                  <a16:creationId xmlns:a16="http://schemas.microsoft.com/office/drawing/2014/main" id="{120DB0F9-C6D6-4982-B24D-719C01328B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2738" y="1476375"/>
              <a:ext cx="5651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Reset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21" name="Rectangle 38">
              <a:extLst>
                <a:ext uri="{FF2B5EF4-FFF2-40B4-BE49-F238E27FC236}">
                  <a16:creationId xmlns:a16="http://schemas.microsoft.com/office/drawing/2014/main" id="{ECAAE1B2-1220-41F7-9AA0-9F56E6FE99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1950" y="2525712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22" name="Rectangle 39">
              <a:extLst>
                <a:ext uri="{FF2B5EF4-FFF2-40B4-BE49-F238E27FC236}">
                  <a16:creationId xmlns:a16="http://schemas.microsoft.com/office/drawing/2014/main" id="{5FD8E087-83FB-4040-B276-3284BE0278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3400" y="2641600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23" name="Rectangle 40">
              <a:extLst>
                <a:ext uri="{FF2B5EF4-FFF2-40B4-BE49-F238E27FC236}">
                  <a16:creationId xmlns:a16="http://schemas.microsoft.com/office/drawing/2014/main" id="{E0B72912-E1FE-4B5B-800C-EFDA639843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54700" y="2525712"/>
              <a:ext cx="1460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24" name="Rectangle 41">
              <a:extLst>
                <a:ext uri="{FF2B5EF4-FFF2-40B4-BE49-F238E27FC236}">
                  <a16:creationId xmlns:a16="http://schemas.microsoft.com/office/drawing/2014/main" id="{19B1F6FE-2755-4C5D-A808-2056850414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24588" y="2525712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25" name="Rectangle 42">
              <a:extLst>
                <a:ext uri="{FF2B5EF4-FFF2-40B4-BE49-F238E27FC236}">
                  <a16:creationId xmlns:a16="http://schemas.microsoft.com/office/drawing/2014/main" id="{3BC264F1-1578-4DB5-894A-2B9375D62C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9800" y="2525712"/>
              <a:ext cx="185738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26" name="Freeform 43">
              <a:extLst>
                <a:ext uri="{FF2B5EF4-FFF2-40B4-BE49-F238E27FC236}">
                  <a16:creationId xmlns:a16="http://schemas.microsoft.com/office/drawing/2014/main" id="{2968F3E1-12E8-4A13-9749-293F8D863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7213" y="3022600"/>
              <a:ext cx="179387" cy="728662"/>
            </a:xfrm>
            <a:custGeom>
              <a:avLst/>
              <a:gdLst>
                <a:gd name="T0" fmla="*/ 2147483646 w 227"/>
                <a:gd name="T1" fmla="*/ 2147483646 h 918"/>
                <a:gd name="T2" fmla="*/ 2147483646 w 227"/>
                <a:gd name="T3" fmla="*/ 2147483646 h 918"/>
                <a:gd name="T4" fmla="*/ 2147483646 w 227"/>
                <a:gd name="T5" fmla="*/ 2147483646 h 918"/>
                <a:gd name="T6" fmla="*/ 2147483646 w 227"/>
                <a:gd name="T7" fmla="*/ 2147483646 h 918"/>
                <a:gd name="T8" fmla="*/ 2147483646 w 227"/>
                <a:gd name="T9" fmla="*/ 2147483646 h 918"/>
                <a:gd name="T10" fmla="*/ 2147483646 w 227"/>
                <a:gd name="T11" fmla="*/ 2147483646 h 918"/>
                <a:gd name="T12" fmla="*/ 2147483646 w 227"/>
                <a:gd name="T13" fmla="*/ 2147483646 h 918"/>
                <a:gd name="T14" fmla="*/ 2147483646 w 227"/>
                <a:gd name="T15" fmla="*/ 2147483646 h 918"/>
                <a:gd name="T16" fmla="*/ 2147483646 w 227"/>
                <a:gd name="T17" fmla="*/ 2147483646 h 918"/>
                <a:gd name="T18" fmla="*/ 2147483646 w 227"/>
                <a:gd name="T19" fmla="*/ 2147483646 h 918"/>
                <a:gd name="T20" fmla="*/ 2147483646 w 227"/>
                <a:gd name="T21" fmla="*/ 2147483646 h 918"/>
                <a:gd name="T22" fmla="*/ 2147483646 w 227"/>
                <a:gd name="T23" fmla="*/ 2147483646 h 918"/>
                <a:gd name="T24" fmla="*/ 2147483646 w 227"/>
                <a:gd name="T25" fmla="*/ 2147483646 h 918"/>
                <a:gd name="T26" fmla="*/ 2147483646 w 227"/>
                <a:gd name="T27" fmla="*/ 2147483646 h 918"/>
                <a:gd name="T28" fmla="*/ 2147483646 w 227"/>
                <a:gd name="T29" fmla="*/ 2147483646 h 918"/>
                <a:gd name="T30" fmla="*/ 2147483646 w 227"/>
                <a:gd name="T31" fmla="*/ 2147483646 h 918"/>
                <a:gd name="T32" fmla="*/ 2147483646 w 227"/>
                <a:gd name="T33" fmla="*/ 2147483646 h 918"/>
                <a:gd name="T34" fmla="*/ 2147483646 w 227"/>
                <a:gd name="T35" fmla="*/ 2147483646 h 918"/>
                <a:gd name="T36" fmla="*/ 2147483646 w 227"/>
                <a:gd name="T37" fmla="*/ 2147483646 h 918"/>
                <a:gd name="T38" fmla="*/ 2147483646 w 227"/>
                <a:gd name="T39" fmla="*/ 2147483646 h 918"/>
                <a:gd name="T40" fmla="*/ 2147483646 w 227"/>
                <a:gd name="T41" fmla="*/ 2147483646 h 918"/>
                <a:gd name="T42" fmla="*/ 2147483646 w 227"/>
                <a:gd name="T43" fmla="*/ 2147483646 h 918"/>
                <a:gd name="T44" fmla="*/ 2147483646 w 227"/>
                <a:gd name="T45" fmla="*/ 2147483646 h 918"/>
                <a:gd name="T46" fmla="*/ 2147483646 w 227"/>
                <a:gd name="T47" fmla="*/ 2147483646 h 918"/>
                <a:gd name="T48" fmla="*/ 2147483646 w 227"/>
                <a:gd name="T49" fmla="*/ 2147483646 h 918"/>
                <a:gd name="T50" fmla="*/ 2147483646 w 227"/>
                <a:gd name="T51" fmla="*/ 2147483646 h 918"/>
                <a:gd name="T52" fmla="*/ 2147483646 w 227"/>
                <a:gd name="T53" fmla="*/ 2147483646 h 918"/>
                <a:gd name="T54" fmla="*/ 2147483646 w 227"/>
                <a:gd name="T55" fmla="*/ 2147483646 h 918"/>
                <a:gd name="T56" fmla="*/ 2147483646 w 227"/>
                <a:gd name="T57" fmla="*/ 2147483646 h 918"/>
                <a:gd name="T58" fmla="*/ 2147483646 w 227"/>
                <a:gd name="T59" fmla="*/ 2147483646 h 918"/>
                <a:gd name="T60" fmla="*/ 2147483646 w 227"/>
                <a:gd name="T61" fmla="*/ 2147483646 h 918"/>
                <a:gd name="T62" fmla="*/ 2147483646 w 227"/>
                <a:gd name="T63" fmla="*/ 2147483646 h 918"/>
                <a:gd name="T64" fmla="*/ 2147483646 w 227"/>
                <a:gd name="T65" fmla="*/ 2147483646 h 918"/>
                <a:gd name="T66" fmla="*/ 2147483646 w 227"/>
                <a:gd name="T67" fmla="*/ 2147483646 h 918"/>
                <a:gd name="T68" fmla="*/ 2147483646 w 227"/>
                <a:gd name="T69" fmla="*/ 2147483646 h 918"/>
                <a:gd name="T70" fmla="*/ 2147483646 w 227"/>
                <a:gd name="T71" fmla="*/ 2147483646 h 918"/>
                <a:gd name="T72" fmla="*/ 2147483646 w 227"/>
                <a:gd name="T73" fmla="*/ 2147483646 h 918"/>
                <a:gd name="T74" fmla="*/ 2147483646 w 227"/>
                <a:gd name="T75" fmla="*/ 2147483646 h 918"/>
                <a:gd name="T76" fmla="*/ 2147483646 w 227"/>
                <a:gd name="T77" fmla="*/ 2147483646 h 918"/>
                <a:gd name="T78" fmla="*/ 2147483646 w 227"/>
                <a:gd name="T79" fmla="*/ 2147483646 h 918"/>
                <a:gd name="T80" fmla="*/ 2147483646 w 227"/>
                <a:gd name="T81" fmla="*/ 2147483646 h 918"/>
                <a:gd name="T82" fmla="*/ 2147483646 w 227"/>
                <a:gd name="T83" fmla="*/ 2147483646 h 918"/>
                <a:gd name="T84" fmla="*/ 2147483646 w 227"/>
                <a:gd name="T85" fmla="*/ 2147483646 h 918"/>
                <a:gd name="T86" fmla="*/ 0 w 227"/>
                <a:gd name="T87" fmla="*/ 2147483646 h 918"/>
                <a:gd name="T88" fmla="*/ 0 w 227"/>
                <a:gd name="T89" fmla="*/ 2147483646 h 918"/>
                <a:gd name="T90" fmla="*/ 0 w 227"/>
                <a:gd name="T91" fmla="*/ 2147483646 h 918"/>
                <a:gd name="T92" fmla="*/ 0 w 227"/>
                <a:gd name="T93" fmla="*/ 2147483646 h 918"/>
                <a:gd name="T94" fmla="*/ 0 w 227"/>
                <a:gd name="T95" fmla="*/ 2147483646 h 918"/>
                <a:gd name="T96" fmla="*/ 0 w 227"/>
                <a:gd name="T97" fmla="*/ 2147483646 h 91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27"/>
                <a:gd name="T148" fmla="*/ 0 h 918"/>
                <a:gd name="T149" fmla="*/ 227 w 227"/>
                <a:gd name="T150" fmla="*/ 918 h 91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27" h="918">
                  <a:moveTo>
                    <a:pt x="227" y="0"/>
                  </a:moveTo>
                  <a:lnTo>
                    <a:pt x="214" y="22"/>
                  </a:lnTo>
                  <a:lnTo>
                    <a:pt x="203" y="45"/>
                  </a:lnTo>
                  <a:lnTo>
                    <a:pt x="193" y="64"/>
                  </a:lnTo>
                  <a:lnTo>
                    <a:pt x="184" y="83"/>
                  </a:lnTo>
                  <a:lnTo>
                    <a:pt x="174" y="102"/>
                  </a:lnTo>
                  <a:lnTo>
                    <a:pt x="166" y="118"/>
                  </a:lnTo>
                  <a:lnTo>
                    <a:pt x="158" y="134"/>
                  </a:lnTo>
                  <a:lnTo>
                    <a:pt x="152" y="149"/>
                  </a:lnTo>
                  <a:lnTo>
                    <a:pt x="144" y="163"/>
                  </a:lnTo>
                  <a:lnTo>
                    <a:pt x="137" y="176"/>
                  </a:lnTo>
                  <a:lnTo>
                    <a:pt x="133" y="187"/>
                  </a:lnTo>
                  <a:lnTo>
                    <a:pt x="126" y="198"/>
                  </a:lnTo>
                  <a:lnTo>
                    <a:pt x="121" y="210"/>
                  </a:lnTo>
                  <a:lnTo>
                    <a:pt x="117" y="219"/>
                  </a:lnTo>
                  <a:lnTo>
                    <a:pt x="113" y="229"/>
                  </a:lnTo>
                  <a:lnTo>
                    <a:pt x="109" y="238"/>
                  </a:lnTo>
                  <a:lnTo>
                    <a:pt x="105" y="248"/>
                  </a:lnTo>
                  <a:lnTo>
                    <a:pt x="102" y="256"/>
                  </a:lnTo>
                  <a:lnTo>
                    <a:pt x="99" y="264"/>
                  </a:lnTo>
                  <a:lnTo>
                    <a:pt x="96" y="272"/>
                  </a:lnTo>
                  <a:lnTo>
                    <a:pt x="93" y="280"/>
                  </a:lnTo>
                  <a:lnTo>
                    <a:pt x="91" y="288"/>
                  </a:lnTo>
                  <a:lnTo>
                    <a:pt x="88" y="296"/>
                  </a:lnTo>
                  <a:lnTo>
                    <a:pt x="85" y="304"/>
                  </a:lnTo>
                  <a:lnTo>
                    <a:pt x="83" y="314"/>
                  </a:lnTo>
                  <a:lnTo>
                    <a:pt x="80" y="322"/>
                  </a:lnTo>
                  <a:lnTo>
                    <a:pt x="78" y="330"/>
                  </a:lnTo>
                  <a:lnTo>
                    <a:pt x="75" y="339"/>
                  </a:lnTo>
                  <a:lnTo>
                    <a:pt x="73" y="349"/>
                  </a:lnTo>
                  <a:lnTo>
                    <a:pt x="70" y="360"/>
                  </a:lnTo>
                  <a:lnTo>
                    <a:pt x="67" y="371"/>
                  </a:lnTo>
                  <a:lnTo>
                    <a:pt x="64" y="382"/>
                  </a:lnTo>
                  <a:lnTo>
                    <a:pt x="62" y="394"/>
                  </a:lnTo>
                  <a:lnTo>
                    <a:pt x="59" y="405"/>
                  </a:lnTo>
                  <a:lnTo>
                    <a:pt x="56" y="414"/>
                  </a:lnTo>
                  <a:lnTo>
                    <a:pt x="54" y="424"/>
                  </a:lnTo>
                  <a:lnTo>
                    <a:pt x="51" y="434"/>
                  </a:lnTo>
                  <a:lnTo>
                    <a:pt x="49" y="442"/>
                  </a:lnTo>
                  <a:lnTo>
                    <a:pt x="48" y="451"/>
                  </a:lnTo>
                  <a:lnTo>
                    <a:pt x="46" y="458"/>
                  </a:lnTo>
                  <a:lnTo>
                    <a:pt x="45" y="466"/>
                  </a:lnTo>
                  <a:lnTo>
                    <a:pt x="43" y="474"/>
                  </a:lnTo>
                  <a:lnTo>
                    <a:pt x="41" y="480"/>
                  </a:lnTo>
                  <a:lnTo>
                    <a:pt x="40" y="486"/>
                  </a:lnTo>
                  <a:lnTo>
                    <a:pt x="38" y="493"/>
                  </a:lnTo>
                  <a:lnTo>
                    <a:pt x="37" y="499"/>
                  </a:lnTo>
                  <a:lnTo>
                    <a:pt x="35" y="507"/>
                  </a:lnTo>
                  <a:lnTo>
                    <a:pt x="35" y="514"/>
                  </a:lnTo>
                  <a:lnTo>
                    <a:pt x="33" y="520"/>
                  </a:lnTo>
                  <a:lnTo>
                    <a:pt x="32" y="526"/>
                  </a:lnTo>
                  <a:lnTo>
                    <a:pt x="32" y="533"/>
                  </a:lnTo>
                  <a:lnTo>
                    <a:pt x="30" y="541"/>
                  </a:lnTo>
                  <a:lnTo>
                    <a:pt x="29" y="547"/>
                  </a:lnTo>
                  <a:lnTo>
                    <a:pt x="29" y="555"/>
                  </a:lnTo>
                  <a:lnTo>
                    <a:pt x="27" y="563"/>
                  </a:lnTo>
                  <a:lnTo>
                    <a:pt x="25" y="573"/>
                  </a:lnTo>
                  <a:lnTo>
                    <a:pt x="25" y="581"/>
                  </a:lnTo>
                  <a:lnTo>
                    <a:pt x="24" y="590"/>
                  </a:lnTo>
                  <a:lnTo>
                    <a:pt x="22" y="602"/>
                  </a:lnTo>
                  <a:lnTo>
                    <a:pt x="21" y="613"/>
                  </a:lnTo>
                  <a:lnTo>
                    <a:pt x="21" y="624"/>
                  </a:lnTo>
                  <a:lnTo>
                    <a:pt x="19" y="637"/>
                  </a:lnTo>
                  <a:lnTo>
                    <a:pt x="17" y="650"/>
                  </a:lnTo>
                  <a:lnTo>
                    <a:pt x="16" y="662"/>
                  </a:lnTo>
                  <a:lnTo>
                    <a:pt x="14" y="677"/>
                  </a:lnTo>
                  <a:lnTo>
                    <a:pt x="13" y="690"/>
                  </a:lnTo>
                  <a:lnTo>
                    <a:pt x="11" y="702"/>
                  </a:lnTo>
                  <a:lnTo>
                    <a:pt x="11" y="714"/>
                  </a:lnTo>
                  <a:lnTo>
                    <a:pt x="9" y="725"/>
                  </a:lnTo>
                  <a:lnTo>
                    <a:pt x="8" y="734"/>
                  </a:lnTo>
                  <a:lnTo>
                    <a:pt x="8" y="744"/>
                  </a:lnTo>
                  <a:lnTo>
                    <a:pt x="6" y="754"/>
                  </a:lnTo>
                  <a:lnTo>
                    <a:pt x="6" y="762"/>
                  </a:lnTo>
                  <a:lnTo>
                    <a:pt x="5" y="770"/>
                  </a:lnTo>
                  <a:lnTo>
                    <a:pt x="5" y="778"/>
                  </a:lnTo>
                  <a:lnTo>
                    <a:pt x="3" y="784"/>
                  </a:lnTo>
                  <a:lnTo>
                    <a:pt x="3" y="790"/>
                  </a:lnTo>
                  <a:lnTo>
                    <a:pt x="3" y="797"/>
                  </a:lnTo>
                  <a:lnTo>
                    <a:pt x="1" y="803"/>
                  </a:lnTo>
                  <a:lnTo>
                    <a:pt x="1" y="810"/>
                  </a:lnTo>
                  <a:lnTo>
                    <a:pt x="1" y="816"/>
                  </a:lnTo>
                  <a:lnTo>
                    <a:pt x="1" y="821"/>
                  </a:lnTo>
                  <a:lnTo>
                    <a:pt x="1" y="827"/>
                  </a:lnTo>
                  <a:lnTo>
                    <a:pt x="0" y="834"/>
                  </a:lnTo>
                  <a:lnTo>
                    <a:pt x="0" y="838"/>
                  </a:lnTo>
                  <a:lnTo>
                    <a:pt x="0" y="845"/>
                  </a:lnTo>
                  <a:lnTo>
                    <a:pt x="0" y="851"/>
                  </a:lnTo>
                  <a:lnTo>
                    <a:pt x="0" y="856"/>
                  </a:lnTo>
                  <a:lnTo>
                    <a:pt x="0" y="862"/>
                  </a:lnTo>
                  <a:lnTo>
                    <a:pt x="0" y="870"/>
                  </a:lnTo>
                  <a:lnTo>
                    <a:pt x="0" y="877"/>
                  </a:lnTo>
                  <a:lnTo>
                    <a:pt x="0" y="885"/>
                  </a:lnTo>
                  <a:lnTo>
                    <a:pt x="0" y="891"/>
                  </a:lnTo>
                  <a:lnTo>
                    <a:pt x="0" y="901"/>
                  </a:lnTo>
                  <a:lnTo>
                    <a:pt x="0" y="909"/>
                  </a:lnTo>
                  <a:lnTo>
                    <a:pt x="0" y="918"/>
                  </a:lnTo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27" name="Freeform 44">
              <a:extLst>
                <a:ext uri="{FF2B5EF4-FFF2-40B4-BE49-F238E27FC236}">
                  <a16:creationId xmlns:a16="http://schemas.microsoft.com/office/drawing/2014/main" id="{9459907E-A303-4632-AC11-94AEA5974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3413" y="4286250"/>
              <a:ext cx="76200" cy="152400"/>
            </a:xfrm>
            <a:custGeom>
              <a:avLst/>
              <a:gdLst>
                <a:gd name="T0" fmla="*/ 0 w 96"/>
                <a:gd name="T1" fmla="*/ 2147483646 h 192"/>
                <a:gd name="T2" fmla="*/ 2147483646 w 96"/>
                <a:gd name="T3" fmla="*/ 2147483646 h 192"/>
                <a:gd name="T4" fmla="*/ 2147483646 w 96"/>
                <a:gd name="T5" fmla="*/ 0 h 192"/>
                <a:gd name="T6" fmla="*/ 2147483646 w 96"/>
                <a:gd name="T7" fmla="*/ 2147483646 h 192"/>
                <a:gd name="T8" fmla="*/ 0 w 96"/>
                <a:gd name="T9" fmla="*/ 2147483646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92"/>
                <a:gd name="T17" fmla="*/ 96 w 96"/>
                <a:gd name="T18" fmla="*/ 192 h 1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92">
                  <a:moveTo>
                    <a:pt x="0" y="32"/>
                  </a:moveTo>
                  <a:lnTo>
                    <a:pt x="96" y="192"/>
                  </a:lnTo>
                  <a:lnTo>
                    <a:pt x="64" y="0"/>
                  </a:lnTo>
                  <a:lnTo>
                    <a:pt x="32" y="32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000000"/>
            </a:solidFill>
            <a:ln w="2381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28" name="Freeform 45">
              <a:extLst>
                <a:ext uri="{FF2B5EF4-FFF2-40B4-BE49-F238E27FC236}">
                  <a16:creationId xmlns:a16="http://schemas.microsoft.com/office/drawing/2014/main" id="{375CCDAB-A954-4BCA-9693-E009F7095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7213" y="3751262"/>
              <a:ext cx="90487" cy="550863"/>
            </a:xfrm>
            <a:custGeom>
              <a:avLst/>
              <a:gdLst>
                <a:gd name="T0" fmla="*/ 2147483646 w 115"/>
                <a:gd name="T1" fmla="*/ 2147483646 h 693"/>
                <a:gd name="T2" fmla="*/ 2147483646 w 115"/>
                <a:gd name="T3" fmla="*/ 2147483646 h 693"/>
                <a:gd name="T4" fmla="*/ 2147483646 w 115"/>
                <a:gd name="T5" fmla="*/ 2147483646 h 693"/>
                <a:gd name="T6" fmla="*/ 2147483646 w 115"/>
                <a:gd name="T7" fmla="*/ 2147483646 h 693"/>
                <a:gd name="T8" fmla="*/ 2147483646 w 115"/>
                <a:gd name="T9" fmla="*/ 2147483646 h 693"/>
                <a:gd name="T10" fmla="*/ 2147483646 w 115"/>
                <a:gd name="T11" fmla="*/ 2147483646 h 693"/>
                <a:gd name="T12" fmla="*/ 2147483646 w 115"/>
                <a:gd name="T13" fmla="*/ 2147483646 h 693"/>
                <a:gd name="T14" fmla="*/ 2147483646 w 115"/>
                <a:gd name="T15" fmla="*/ 2147483646 h 693"/>
                <a:gd name="T16" fmla="*/ 2147483646 w 115"/>
                <a:gd name="T17" fmla="*/ 2147483646 h 693"/>
                <a:gd name="T18" fmla="*/ 2147483646 w 115"/>
                <a:gd name="T19" fmla="*/ 2147483646 h 693"/>
                <a:gd name="T20" fmla="*/ 2147483646 w 115"/>
                <a:gd name="T21" fmla="*/ 2147483646 h 693"/>
                <a:gd name="T22" fmla="*/ 2147483646 w 115"/>
                <a:gd name="T23" fmla="*/ 2147483646 h 693"/>
                <a:gd name="T24" fmla="*/ 2147483646 w 115"/>
                <a:gd name="T25" fmla="*/ 2147483646 h 693"/>
                <a:gd name="T26" fmla="*/ 2147483646 w 115"/>
                <a:gd name="T27" fmla="*/ 2147483646 h 693"/>
                <a:gd name="T28" fmla="*/ 2147483646 w 115"/>
                <a:gd name="T29" fmla="*/ 2147483646 h 693"/>
                <a:gd name="T30" fmla="*/ 2147483646 w 115"/>
                <a:gd name="T31" fmla="*/ 2147483646 h 693"/>
                <a:gd name="T32" fmla="*/ 2147483646 w 115"/>
                <a:gd name="T33" fmla="*/ 2147483646 h 693"/>
                <a:gd name="T34" fmla="*/ 2147483646 w 115"/>
                <a:gd name="T35" fmla="*/ 2147483646 h 693"/>
                <a:gd name="T36" fmla="*/ 2147483646 w 115"/>
                <a:gd name="T37" fmla="*/ 2147483646 h 693"/>
                <a:gd name="T38" fmla="*/ 2147483646 w 115"/>
                <a:gd name="T39" fmla="*/ 2147483646 h 693"/>
                <a:gd name="T40" fmla="*/ 2147483646 w 115"/>
                <a:gd name="T41" fmla="*/ 2147483646 h 693"/>
                <a:gd name="T42" fmla="*/ 2147483646 w 115"/>
                <a:gd name="T43" fmla="*/ 2147483646 h 693"/>
                <a:gd name="T44" fmla="*/ 2147483646 w 115"/>
                <a:gd name="T45" fmla="*/ 2147483646 h 693"/>
                <a:gd name="T46" fmla="*/ 2147483646 w 115"/>
                <a:gd name="T47" fmla="*/ 2147483646 h 693"/>
                <a:gd name="T48" fmla="*/ 2147483646 w 115"/>
                <a:gd name="T49" fmla="*/ 2147483646 h 693"/>
                <a:gd name="T50" fmla="*/ 2147483646 w 115"/>
                <a:gd name="T51" fmla="*/ 2147483646 h 693"/>
                <a:gd name="T52" fmla="*/ 2147483646 w 115"/>
                <a:gd name="T53" fmla="*/ 2147483646 h 693"/>
                <a:gd name="T54" fmla="*/ 2147483646 w 115"/>
                <a:gd name="T55" fmla="*/ 2147483646 h 693"/>
                <a:gd name="T56" fmla="*/ 2147483646 w 115"/>
                <a:gd name="T57" fmla="*/ 2147483646 h 693"/>
                <a:gd name="T58" fmla="*/ 2147483646 w 115"/>
                <a:gd name="T59" fmla="*/ 2147483646 h 693"/>
                <a:gd name="T60" fmla="*/ 2147483646 w 115"/>
                <a:gd name="T61" fmla="*/ 2147483646 h 693"/>
                <a:gd name="T62" fmla="*/ 2147483646 w 115"/>
                <a:gd name="T63" fmla="*/ 2147483646 h 693"/>
                <a:gd name="T64" fmla="*/ 2147483646 w 115"/>
                <a:gd name="T65" fmla="*/ 2147483646 h 693"/>
                <a:gd name="T66" fmla="*/ 2147483646 w 115"/>
                <a:gd name="T67" fmla="*/ 2147483646 h 693"/>
                <a:gd name="T68" fmla="*/ 2147483646 w 115"/>
                <a:gd name="T69" fmla="*/ 2147483646 h 693"/>
                <a:gd name="T70" fmla="*/ 2147483646 w 115"/>
                <a:gd name="T71" fmla="*/ 2147483646 h 693"/>
                <a:gd name="T72" fmla="*/ 2147483646 w 115"/>
                <a:gd name="T73" fmla="*/ 2147483646 h 693"/>
                <a:gd name="T74" fmla="*/ 2147483646 w 115"/>
                <a:gd name="T75" fmla="*/ 2147483646 h 693"/>
                <a:gd name="T76" fmla="*/ 2147483646 w 115"/>
                <a:gd name="T77" fmla="*/ 2147483646 h 693"/>
                <a:gd name="T78" fmla="*/ 2147483646 w 115"/>
                <a:gd name="T79" fmla="*/ 2147483646 h 693"/>
                <a:gd name="T80" fmla="*/ 2147483646 w 115"/>
                <a:gd name="T81" fmla="*/ 2147483646 h 693"/>
                <a:gd name="T82" fmla="*/ 2147483646 w 115"/>
                <a:gd name="T83" fmla="*/ 2147483646 h 693"/>
                <a:gd name="T84" fmla="*/ 2147483646 w 115"/>
                <a:gd name="T85" fmla="*/ 2147483646 h 693"/>
                <a:gd name="T86" fmla="*/ 0 w 115"/>
                <a:gd name="T87" fmla="*/ 2147483646 h 693"/>
                <a:gd name="T88" fmla="*/ 0 w 115"/>
                <a:gd name="T89" fmla="*/ 2147483646 h 693"/>
                <a:gd name="T90" fmla="*/ 0 w 115"/>
                <a:gd name="T91" fmla="*/ 2147483646 h 693"/>
                <a:gd name="T92" fmla="*/ 0 w 115"/>
                <a:gd name="T93" fmla="*/ 2147483646 h 693"/>
                <a:gd name="T94" fmla="*/ 0 w 115"/>
                <a:gd name="T95" fmla="*/ 2147483646 h 693"/>
                <a:gd name="T96" fmla="*/ 0 w 115"/>
                <a:gd name="T97" fmla="*/ 2147483646 h 69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15"/>
                <a:gd name="T148" fmla="*/ 0 h 693"/>
                <a:gd name="T149" fmla="*/ 115 w 115"/>
                <a:gd name="T150" fmla="*/ 693 h 69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15" h="693">
                  <a:moveTo>
                    <a:pt x="115" y="693"/>
                  </a:moveTo>
                  <a:lnTo>
                    <a:pt x="113" y="688"/>
                  </a:lnTo>
                  <a:lnTo>
                    <a:pt x="110" y="684"/>
                  </a:lnTo>
                  <a:lnTo>
                    <a:pt x="109" y="679"/>
                  </a:lnTo>
                  <a:lnTo>
                    <a:pt x="105" y="674"/>
                  </a:lnTo>
                  <a:lnTo>
                    <a:pt x="104" y="669"/>
                  </a:lnTo>
                  <a:lnTo>
                    <a:pt x="102" y="664"/>
                  </a:lnTo>
                  <a:lnTo>
                    <a:pt x="101" y="660"/>
                  </a:lnTo>
                  <a:lnTo>
                    <a:pt x="99" y="655"/>
                  </a:lnTo>
                  <a:lnTo>
                    <a:pt x="96" y="652"/>
                  </a:lnTo>
                  <a:lnTo>
                    <a:pt x="94" y="647"/>
                  </a:lnTo>
                  <a:lnTo>
                    <a:pt x="93" y="642"/>
                  </a:lnTo>
                  <a:lnTo>
                    <a:pt x="93" y="637"/>
                  </a:lnTo>
                  <a:lnTo>
                    <a:pt x="91" y="634"/>
                  </a:lnTo>
                  <a:lnTo>
                    <a:pt x="89" y="629"/>
                  </a:lnTo>
                  <a:lnTo>
                    <a:pt x="88" y="624"/>
                  </a:lnTo>
                  <a:lnTo>
                    <a:pt x="86" y="620"/>
                  </a:lnTo>
                  <a:lnTo>
                    <a:pt x="85" y="616"/>
                  </a:lnTo>
                  <a:lnTo>
                    <a:pt x="83" y="612"/>
                  </a:lnTo>
                  <a:lnTo>
                    <a:pt x="83" y="607"/>
                  </a:lnTo>
                  <a:lnTo>
                    <a:pt x="81" y="602"/>
                  </a:lnTo>
                  <a:lnTo>
                    <a:pt x="80" y="597"/>
                  </a:lnTo>
                  <a:lnTo>
                    <a:pt x="78" y="592"/>
                  </a:lnTo>
                  <a:lnTo>
                    <a:pt x="77" y="588"/>
                  </a:lnTo>
                  <a:lnTo>
                    <a:pt x="77" y="583"/>
                  </a:lnTo>
                  <a:lnTo>
                    <a:pt x="75" y="576"/>
                  </a:lnTo>
                  <a:lnTo>
                    <a:pt x="73" y="572"/>
                  </a:lnTo>
                  <a:lnTo>
                    <a:pt x="72" y="567"/>
                  </a:lnTo>
                  <a:lnTo>
                    <a:pt x="70" y="560"/>
                  </a:lnTo>
                  <a:lnTo>
                    <a:pt x="69" y="554"/>
                  </a:lnTo>
                  <a:lnTo>
                    <a:pt x="67" y="549"/>
                  </a:lnTo>
                  <a:lnTo>
                    <a:pt x="65" y="543"/>
                  </a:lnTo>
                  <a:lnTo>
                    <a:pt x="64" y="536"/>
                  </a:lnTo>
                  <a:lnTo>
                    <a:pt x="62" y="525"/>
                  </a:lnTo>
                  <a:lnTo>
                    <a:pt x="59" y="514"/>
                  </a:lnTo>
                  <a:lnTo>
                    <a:pt x="56" y="503"/>
                  </a:lnTo>
                  <a:lnTo>
                    <a:pt x="54" y="493"/>
                  </a:lnTo>
                  <a:lnTo>
                    <a:pt x="51" y="485"/>
                  </a:lnTo>
                  <a:lnTo>
                    <a:pt x="49" y="476"/>
                  </a:lnTo>
                  <a:lnTo>
                    <a:pt x="48" y="468"/>
                  </a:lnTo>
                  <a:lnTo>
                    <a:pt x="46" y="460"/>
                  </a:lnTo>
                  <a:lnTo>
                    <a:pt x="45" y="453"/>
                  </a:lnTo>
                  <a:lnTo>
                    <a:pt x="43" y="445"/>
                  </a:lnTo>
                  <a:lnTo>
                    <a:pt x="41" y="439"/>
                  </a:lnTo>
                  <a:lnTo>
                    <a:pt x="40" y="431"/>
                  </a:lnTo>
                  <a:lnTo>
                    <a:pt x="38" y="424"/>
                  </a:lnTo>
                  <a:lnTo>
                    <a:pt x="37" y="418"/>
                  </a:lnTo>
                  <a:lnTo>
                    <a:pt x="35" y="412"/>
                  </a:lnTo>
                  <a:lnTo>
                    <a:pt x="35" y="405"/>
                  </a:lnTo>
                  <a:lnTo>
                    <a:pt x="33" y="399"/>
                  </a:lnTo>
                  <a:lnTo>
                    <a:pt x="32" y="392"/>
                  </a:lnTo>
                  <a:lnTo>
                    <a:pt x="32" y="384"/>
                  </a:lnTo>
                  <a:lnTo>
                    <a:pt x="30" y="378"/>
                  </a:lnTo>
                  <a:lnTo>
                    <a:pt x="29" y="370"/>
                  </a:lnTo>
                  <a:lnTo>
                    <a:pt x="29" y="362"/>
                  </a:lnTo>
                  <a:lnTo>
                    <a:pt x="27" y="354"/>
                  </a:lnTo>
                  <a:lnTo>
                    <a:pt x="25" y="346"/>
                  </a:lnTo>
                  <a:lnTo>
                    <a:pt x="25" y="336"/>
                  </a:lnTo>
                  <a:lnTo>
                    <a:pt x="24" y="327"/>
                  </a:lnTo>
                  <a:lnTo>
                    <a:pt x="22" y="317"/>
                  </a:lnTo>
                  <a:lnTo>
                    <a:pt x="21" y="306"/>
                  </a:lnTo>
                  <a:lnTo>
                    <a:pt x="21" y="295"/>
                  </a:lnTo>
                  <a:lnTo>
                    <a:pt x="19" y="282"/>
                  </a:lnTo>
                  <a:lnTo>
                    <a:pt x="17" y="269"/>
                  </a:lnTo>
                  <a:lnTo>
                    <a:pt x="16" y="255"/>
                  </a:lnTo>
                  <a:lnTo>
                    <a:pt x="14" y="242"/>
                  </a:lnTo>
                  <a:lnTo>
                    <a:pt x="13" y="228"/>
                  </a:lnTo>
                  <a:lnTo>
                    <a:pt x="11" y="216"/>
                  </a:lnTo>
                  <a:lnTo>
                    <a:pt x="11" y="205"/>
                  </a:lnTo>
                  <a:lnTo>
                    <a:pt x="9" y="194"/>
                  </a:lnTo>
                  <a:lnTo>
                    <a:pt x="8" y="183"/>
                  </a:lnTo>
                  <a:lnTo>
                    <a:pt x="8" y="175"/>
                  </a:lnTo>
                  <a:lnTo>
                    <a:pt x="6" y="165"/>
                  </a:lnTo>
                  <a:lnTo>
                    <a:pt x="6" y="157"/>
                  </a:lnTo>
                  <a:lnTo>
                    <a:pt x="5" y="149"/>
                  </a:lnTo>
                  <a:lnTo>
                    <a:pt x="5" y="141"/>
                  </a:lnTo>
                  <a:lnTo>
                    <a:pt x="3" y="135"/>
                  </a:lnTo>
                  <a:lnTo>
                    <a:pt x="3" y="127"/>
                  </a:lnTo>
                  <a:lnTo>
                    <a:pt x="3" y="120"/>
                  </a:lnTo>
                  <a:lnTo>
                    <a:pt x="1" y="114"/>
                  </a:lnTo>
                  <a:lnTo>
                    <a:pt x="1" y="109"/>
                  </a:lnTo>
                  <a:lnTo>
                    <a:pt x="1" y="103"/>
                  </a:lnTo>
                  <a:lnTo>
                    <a:pt x="1" y="96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9"/>
                  </a:lnTo>
                  <a:lnTo>
                    <a:pt x="0" y="74"/>
                  </a:lnTo>
                  <a:lnTo>
                    <a:pt x="0" y="68"/>
                  </a:lnTo>
                  <a:lnTo>
                    <a:pt x="0" y="61"/>
                  </a:lnTo>
                  <a:lnTo>
                    <a:pt x="0" y="55"/>
                  </a:lnTo>
                  <a:lnTo>
                    <a:pt x="0" y="48"/>
                  </a:lnTo>
                  <a:lnTo>
                    <a:pt x="0" y="42"/>
                  </a:lnTo>
                  <a:lnTo>
                    <a:pt x="0" y="34"/>
                  </a:lnTo>
                  <a:lnTo>
                    <a:pt x="0" y="26"/>
                  </a:lnTo>
                  <a:lnTo>
                    <a:pt x="0" y="18"/>
                  </a:lnTo>
                  <a:lnTo>
                    <a:pt x="0" y="10"/>
                  </a:lnTo>
                  <a:lnTo>
                    <a:pt x="0" y="0"/>
                  </a:lnTo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29" name="Rectangle 46">
              <a:extLst>
                <a:ext uri="{FF2B5EF4-FFF2-40B4-BE49-F238E27FC236}">
                  <a16:creationId xmlns:a16="http://schemas.microsoft.com/office/drawing/2014/main" id="{16193AD8-F34C-46A1-BC02-47B2BD5450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59450" y="2519362"/>
              <a:ext cx="10001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panose="05050102010706020507" pitchFamily="18" charset="2"/>
                  <a:ea typeface="MS PGothic" panose="020B0600070205080204" pitchFamily="34" charset="-128"/>
                  <a:cs typeface="+mn-cs"/>
                </a:rPr>
                <a:t>¤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30" name="Rectangle 47">
              <a:extLst>
                <a:ext uri="{FF2B5EF4-FFF2-40B4-BE49-F238E27FC236}">
                  <a16:creationId xmlns:a16="http://schemas.microsoft.com/office/drawing/2014/main" id="{6C557F25-765A-4AAF-AC08-A4A2696A06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8400" y="3506787"/>
              <a:ext cx="2286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31" name="Rectangle 48">
              <a:extLst>
                <a:ext uri="{FF2B5EF4-FFF2-40B4-BE49-F238E27FC236}">
                  <a16:creationId xmlns:a16="http://schemas.microsoft.com/office/drawing/2014/main" id="{72F6C89D-AC8F-4EE0-A476-400D6960E0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8400" y="3735387"/>
              <a:ext cx="2286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32" name="Rectangle 49">
              <a:extLst>
                <a:ext uri="{FF2B5EF4-FFF2-40B4-BE49-F238E27FC236}">
                  <a16:creationId xmlns:a16="http://schemas.microsoft.com/office/drawing/2014/main" id="{2E09DCDD-3110-461C-94BC-BB1DC58C0B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0713" y="3617912"/>
              <a:ext cx="2286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33" name="Rectangle 50">
              <a:extLst>
                <a:ext uri="{FF2B5EF4-FFF2-40B4-BE49-F238E27FC236}">
                  <a16:creationId xmlns:a16="http://schemas.microsoft.com/office/drawing/2014/main" id="{1DD57251-960D-42C6-A27D-5DE8076D47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4875" y="4691062"/>
              <a:ext cx="2286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34" name="Rectangle 51">
              <a:extLst>
                <a:ext uri="{FF2B5EF4-FFF2-40B4-BE49-F238E27FC236}">
                  <a16:creationId xmlns:a16="http://schemas.microsoft.com/office/drawing/2014/main" id="{CA6F4D94-7F96-4A83-A43F-954093A351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42175" y="2428875"/>
              <a:ext cx="22860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35" name="Freeform 52">
              <a:extLst>
                <a:ext uri="{FF2B5EF4-FFF2-40B4-BE49-F238E27FC236}">
                  <a16:creationId xmlns:a16="http://schemas.microsoft.com/office/drawing/2014/main" id="{3A32B3A9-E220-4373-A28D-CBC6A09DF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100" y="4460875"/>
              <a:ext cx="1260475" cy="720725"/>
            </a:xfrm>
            <a:custGeom>
              <a:avLst/>
              <a:gdLst>
                <a:gd name="T0" fmla="*/ 2147483646 w 1587"/>
                <a:gd name="T1" fmla="*/ 2147483646 h 907"/>
                <a:gd name="T2" fmla="*/ 2147483646 w 1587"/>
                <a:gd name="T3" fmla="*/ 2147483646 h 907"/>
                <a:gd name="T4" fmla="*/ 2147483646 w 1587"/>
                <a:gd name="T5" fmla="*/ 2147483646 h 907"/>
                <a:gd name="T6" fmla="*/ 2147483646 w 1587"/>
                <a:gd name="T7" fmla="*/ 2147483646 h 907"/>
                <a:gd name="T8" fmla="*/ 2147483646 w 1587"/>
                <a:gd name="T9" fmla="*/ 2147483646 h 907"/>
                <a:gd name="T10" fmla="*/ 2147483646 w 1587"/>
                <a:gd name="T11" fmla="*/ 2147483646 h 907"/>
                <a:gd name="T12" fmla="*/ 2147483646 w 1587"/>
                <a:gd name="T13" fmla="*/ 2147483646 h 907"/>
                <a:gd name="T14" fmla="*/ 2147483646 w 1587"/>
                <a:gd name="T15" fmla="*/ 2147483646 h 907"/>
                <a:gd name="T16" fmla="*/ 2147483646 w 1587"/>
                <a:gd name="T17" fmla="*/ 2147483646 h 907"/>
                <a:gd name="T18" fmla="*/ 2147483646 w 1587"/>
                <a:gd name="T19" fmla="*/ 2147483646 h 907"/>
                <a:gd name="T20" fmla="*/ 0 w 1587"/>
                <a:gd name="T21" fmla="*/ 2147483646 h 907"/>
                <a:gd name="T22" fmla="*/ 2147483646 w 1587"/>
                <a:gd name="T23" fmla="*/ 2147483646 h 907"/>
                <a:gd name="T24" fmla="*/ 2147483646 w 1587"/>
                <a:gd name="T25" fmla="*/ 2147483646 h 907"/>
                <a:gd name="T26" fmla="*/ 2147483646 w 1587"/>
                <a:gd name="T27" fmla="*/ 2147483646 h 907"/>
                <a:gd name="T28" fmla="*/ 2147483646 w 1587"/>
                <a:gd name="T29" fmla="*/ 2147483646 h 907"/>
                <a:gd name="T30" fmla="*/ 2147483646 w 1587"/>
                <a:gd name="T31" fmla="*/ 2147483646 h 907"/>
                <a:gd name="T32" fmla="*/ 2147483646 w 1587"/>
                <a:gd name="T33" fmla="*/ 2147483646 h 907"/>
                <a:gd name="T34" fmla="*/ 2147483646 w 1587"/>
                <a:gd name="T35" fmla="*/ 2147483646 h 907"/>
                <a:gd name="T36" fmla="*/ 2147483646 w 1587"/>
                <a:gd name="T37" fmla="*/ 2147483646 h 907"/>
                <a:gd name="T38" fmla="*/ 2147483646 w 1587"/>
                <a:gd name="T39" fmla="*/ 2147483646 h 907"/>
                <a:gd name="T40" fmla="*/ 2147483646 w 1587"/>
                <a:gd name="T41" fmla="*/ 2147483646 h 907"/>
                <a:gd name="T42" fmla="*/ 2147483646 w 1587"/>
                <a:gd name="T43" fmla="*/ 2147483646 h 907"/>
                <a:gd name="T44" fmla="*/ 2147483646 w 1587"/>
                <a:gd name="T45" fmla="*/ 2147483646 h 907"/>
                <a:gd name="T46" fmla="*/ 2147483646 w 1587"/>
                <a:gd name="T47" fmla="*/ 2147483646 h 907"/>
                <a:gd name="T48" fmla="*/ 2147483646 w 1587"/>
                <a:gd name="T49" fmla="*/ 2147483646 h 907"/>
                <a:gd name="T50" fmla="*/ 2147483646 w 1587"/>
                <a:gd name="T51" fmla="*/ 2147483646 h 907"/>
                <a:gd name="T52" fmla="*/ 2147483646 w 1587"/>
                <a:gd name="T53" fmla="*/ 2147483646 h 907"/>
                <a:gd name="T54" fmla="*/ 2147483646 w 1587"/>
                <a:gd name="T55" fmla="*/ 2147483646 h 907"/>
                <a:gd name="T56" fmla="*/ 2147483646 w 1587"/>
                <a:gd name="T57" fmla="*/ 2147483646 h 907"/>
                <a:gd name="T58" fmla="*/ 2147483646 w 1587"/>
                <a:gd name="T59" fmla="*/ 2147483646 h 907"/>
                <a:gd name="T60" fmla="*/ 2147483646 w 1587"/>
                <a:gd name="T61" fmla="*/ 2147483646 h 907"/>
                <a:gd name="T62" fmla="*/ 2147483646 w 1587"/>
                <a:gd name="T63" fmla="*/ 2147483646 h 907"/>
                <a:gd name="T64" fmla="*/ 2147483646 w 1587"/>
                <a:gd name="T65" fmla="*/ 2147483646 h 907"/>
                <a:gd name="T66" fmla="*/ 2147483646 w 1587"/>
                <a:gd name="T67" fmla="*/ 2147483646 h 907"/>
                <a:gd name="T68" fmla="*/ 2147483646 w 1587"/>
                <a:gd name="T69" fmla="*/ 2147483646 h 907"/>
                <a:gd name="T70" fmla="*/ 2147483646 w 1587"/>
                <a:gd name="T71" fmla="*/ 2147483646 h 907"/>
                <a:gd name="T72" fmla="*/ 2147483646 w 1587"/>
                <a:gd name="T73" fmla="*/ 2147483646 h 907"/>
                <a:gd name="T74" fmla="*/ 2147483646 w 1587"/>
                <a:gd name="T75" fmla="*/ 2147483646 h 907"/>
                <a:gd name="T76" fmla="*/ 2147483646 w 1587"/>
                <a:gd name="T77" fmla="*/ 2147483646 h 907"/>
                <a:gd name="T78" fmla="*/ 2147483646 w 1587"/>
                <a:gd name="T79" fmla="*/ 2147483646 h 907"/>
                <a:gd name="T80" fmla="*/ 2147483646 w 1587"/>
                <a:gd name="T81" fmla="*/ 2147483646 h 907"/>
                <a:gd name="T82" fmla="*/ 2147483646 w 1587"/>
                <a:gd name="T83" fmla="*/ 2147483646 h 907"/>
                <a:gd name="T84" fmla="*/ 2147483646 w 1587"/>
                <a:gd name="T85" fmla="*/ 2147483646 h 907"/>
                <a:gd name="T86" fmla="*/ 2147483646 w 1587"/>
                <a:gd name="T87" fmla="*/ 0 h 90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87"/>
                <a:gd name="T133" fmla="*/ 0 h 907"/>
                <a:gd name="T134" fmla="*/ 1587 w 1587"/>
                <a:gd name="T135" fmla="*/ 907 h 907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87" h="907">
                  <a:moveTo>
                    <a:pt x="793" y="0"/>
                  </a:moveTo>
                  <a:lnTo>
                    <a:pt x="753" y="0"/>
                  </a:lnTo>
                  <a:lnTo>
                    <a:pt x="713" y="1"/>
                  </a:lnTo>
                  <a:lnTo>
                    <a:pt x="673" y="5"/>
                  </a:lnTo>
                  <a:lnTo>
                    <a:pt x="633" y="9"/>
                  </a:lnTo>
                  <a:lnTo>
                    <a:pt x="595" y="14"/>
                  </a:lnTo>
                  <a:lnTo>
                    <a:pt x="558" y="21"/>
                  </a:lnTo>
                  <a:lnTo>
                    <a:pt x="521" y="27"/>
                  </a:lnTo>
                  <a:lnTo>
                    <a:pt x="484" y="35"/>
                  </a:lnTo>
                  <a:lnTo>
                    <a:pt x="449" y="45"/>
                  </a:lnTo>
                  <a:lnTo>
                    <a:pt x="416" y="54"/>
                  </a:lnTo>
                  <a:lnTo>
                    <a:pt x="382" y="65"/>
                  </a:lnTo>
                  <a:lnTo>
                    <a:pt x="350" y="77"/>
                  </a:lnTo>
                  <a:lnTo>
                    <a:pt x="320" y="89"/>
                  </a:lnTo>
                  <a:lnTo>
                    <a:pt x="289" y="104"/>
                  </a:lnTo>
                  <a:lnTo>
                    <a:pt x="260" y="118"/>
                  </a:lnTo>
                  <a:lnTo>
                    <a:pt x="233" y="133"/>
                  </a:lnTo>
                  <a:lnTo>
                    <a:pt x="206" y="149"/>
                  </a:lnTo>
                  <a:lnTo>
                    <a:pt x="182" y="165"/>
                  </a:lnTo>
                  <a:lnTo>
                    <a:pt x="158" y="182"/>
                  </a:lnTo>
                  <a:lnTo>
                    <a:pt x="136" y="200"/>
                  </a:lnTo>
                  <a:lnTo>
                    <a:pt x="115" y="217"/>
                  </a:lnTo>
                  <a:lnTo>
                    <a:pt x="96" y="237"/>
                  </a:lnTo>
                  <a:lnTo>
                    <a:pt x="78" y="256"/>
                  </a:lnTo>
                  <a:lnTo>
                    <a:pt x="62" y="277"/>
                  </a:lnTo>
                  <a:lnTo>
                    <a:pt x="48" y="297"/>
                  </a:lnTo>
                  <a:lnTo>
                    <a:pt x="36" y="318"/>
                  </a:lnTo>
                  <a:lnTo>
                    <a:pt x="25" y="339"/>
                  </a:lnTo>
                  <a:lnTo>
                    <a:pt x="16" y="361"/>
                  </a:lnTo>
                  <a:lnTo>
                    <a:pt x="9" y="384"/>
                  </a:lnTo>
                  <a:lnTo>
                    <a:pt x="4" y="406"/>
                  </a:lnTo>
                  <a:lnTo>
                    <a:pt x="1" y="430"/>
                  </a:lnTo>
                  <a:lnTo>
                    <a:pt x="0" y="453"/>
                  </a:lnTo>
                  <a:lnTo>
                    <a:pt x="1" y="477"/>
                  </a:lnTo>
                  <a:lnTo>
                    <a:pt x="4" y="499"/>
                  </a:lnTo>
                  <a:lnTo>
                    <a:pt x="9" y="521"/>
                  </a:lnTo>
                  <a:lnTo>
                    <a:pt x="16" y="544"/>
                  </a:lnTo>
                  <a:lnTo>
                    <a:pt x="25" y="566"/>
                  </a:lnTo>
                  <a:lnTo>
                    <a:pt x="36" y="589"/>
                  </a:lnTo>
                  <a:lnTo>
                    <a:pt x="48" y="609"/>
                  </a:lnTo>
                  <a:lnTo>
                    <a:pt x="62" y="630"/>
                  </a:lnTo>
                  <a:lnTo>
                    <a:pt x="78" y="649"/>
                  </a:lnTo>
                  <a:lnTo>
                    <a:pt x="96" y="669"/>
                  </a:lnTo>
                  <a:lnTo>
                    <a:pt x="115" y="688"/>
                  </a:lnTo>
                  <a:lnTo>
                    <a:pt x="136" y="707"/>
                  </a:lnTo>
                  <a:lnTo>
                    <a:pt x="158" y="725"/>
                  </a:lnTo>
                  <a:lnTo>
                    <a:pt x="182" y="742"/>
                  </a:lnTo>
                  <a:lnTo>
                    <a:pt x="206" y="758"/>
                  </a:lnTo>
                  <a:lnTo>
                    <a:pt x="233" y="774"/>
                  </a:lnTo>
                  <a:lnTo>
                    <a:pt x="260" y="789"/>
                  </a:lnTo>
                  <a:lnTo>
                    <a:pt x="289" y="803"/>
                  </a:lnTo>
                  <a:lnTo>
                    <a:pt x="320" y="816"/>
                  </a:lnTo>
                  <a:lnTo>
                    <a:pt x="350" y="829"/>
                  </a:lnTo>
                  <a:lnTo>
                    <a:pt x="382" y="841"/>
                  </a:lnTo>
                  <a:lnTo>
                    <a:pt x="416" y="853"/>
                  </a:lnTo>
                  <a:lnTo>
                    <a:pt x="449" y="862"/>
                  </a:lnTo>
                  <a:lnTo>
                    <a:pt x="484" y="870"/>
                  </a:lnTo>
                  <a:lnTo>
                    <a:pt x="521" y="880"/>
                  </a:lnTo>
                  <a:lnTo>
                    <a:pt x="558" y="886"/>
                  </a:lnTo>
                  <a:lnTo>
                    <a:pt x="595" y="893"/>
                  </a:lnTo>
                  <a:lnTo>
                    <a:pt x="633" y="897"/>
                  </a:lnTo>
                  <a:lnTo>
                    <a:pt x="673" y="901"/>
                  </a:lnTo>
                  <a:lnTo>
                    <a:pt x="713" y="904"/>
                  </a:lnTo>
                  <a:lnTo>
                    <a:pt x="753" y="905"/>
                  </a:lnTo>
                  <a:lnTo>
                    <a:pt x="793" y="907"/>
                  </a:lnTo>
                  <a:lnTo>
                    <a:pt x="835" y="905"/>
                  </a:lnTo>
                  <a:lnTo>
                    <a:pt x="875" y="904"/>
                  </a:lnTo>
                  <a:lnTo>
                    <a:pt x="915" y="901"/>
                  </a:lnTo>
                  <a:lnTo>
                    <a:pt x="953" y="897"/>
                  </a:lnTo>
                  <a:lnTo>
                    <a:pt x="992" y="893"/>
                  </a:lnTo>
                  <a:lnTo>
                    <a:pt x="1030" y="886"/>
                  </a:lnTo>
                  <a:lnTo>
                    <a:pt x="1067" y="880"/>
                  </a:lnTo>
                  <a:lnTo>
                    <a:pt x="1102" y="870"/>
                  </a:lnTo>
                  <a:lnTo>
                    <a:pt x="1137" y="862"/>
                  </a:lnTo>
                  <a:lnTo>
                    <a:pt x="1172" y="853"/>
                  </a:lnTo>
                  <a:lnTo>
                    <a:pt x="1204" y="841"/>
                  </a:lnTo>
                  <a:lnTo>
                    <a:pt x="1238" y="829"/>
                  </a:lnTo>
                  <a:lnTo>
                    <a:pt x="1268" y="816"/>
                  </a:lnTo>
                  <a:lnTo>
                    <a:pt x="1299" y="803"/>
                  </a:lnTo>
                  <a:lnTo>
                    <a:pt x="1328" y="789"/>
                  </a:lnTo>
                  <a:lnTo>
                    <a:pt x="1355" y="774"/>
                  </a:lnTo>
                  <a:lnTo>
                    <a:pt x="1380" y="758"/>
                  </a:lnTo>
                  <a:lnTo>
                    <a:pt x="1406" y="742"/>
                  </a:lnTo>
                  <a:lnTo>
                    <a:pt x="1430" y="725"/>
                  </a:lnTo>
                  <a:lnTo>
                    <a:pt x="1452" y="707"/>
                  </a:lnTo>
                  <a:lnTo>
                    <a:pt x="1472" y="688"/>
                  </a:lnTo>
                  <a:lnTo>
                    <a:pt x="1491" y="669"/>
                  </a:lnTo>
                  <a:lnTo>
                    <a:pt x="1508" y="649"/>
                  </a:lnTo>
                  <a:lnTo>
                    <a:pt x="1524" y="630"/>
                  </a:lnTo>
                  <a:lnTo>
                    <a:pt x="1539" y="609"/>
                  </a:lnTo>
                  <a:lnTo>
                    <a:pt x="1552" y="589"/>
                  </a:lnTo>
                  <a:lnTo>
                    <a:pt x="1563" y="566"/>
                  </a:lnTo>
                  <a:lnTo>
                    <a:pt x="1571" y="544"/>
                  </a:lnTo>
                  <a:lnTo>
                    <a:pt x="1579" y="521"/>
                  </a:lnTo>
                  <a:lnTo>
                    <a:pt x="1584" y="499"/>
                  </a:lnTo>
                  <a:lnTo>
                    <a:pt x="1587" y="477"/>
                  </a:lnTo>
                  <a:lnTo>
                    <a:pt x="1587" y="453"/>
                  </a:lnTo>
                  <a:lnTo>
                    <a:pt x="1587" y="430"/>
                  </a:lnTo>
                  <a:lnTo>
                    <a:pt x="1584" y="406"/>
                  </a:lnTo>
                  <a:lnTo>
                    <a:pt x="1579" y="384"/>
                  </a:lnTo>
                  <a:lnTo>
                    <a:pt x="1571" y="361"/>
                  </a:lnTo>
                  <a:lnTo>
                    <a:pt x="1563" y="339"/>
                  </a:lnTo>
                  <a:lnTo>
                    <a:pt x="1552" y="318"/>
                  </a:lnTo>
                  <a:lnTo>
                    <a:pt x="1539" y="297"/>
                  </a:lnTo>
                  <a:lnTo>
                    <a:pt x="1524" y="277"/>
                  </a:lnTo>
                  <a:lnTo>
                    <a:pt x="1508" y="256"/>
                  </a:lnTo>
                  <a:lnTo>
                    <a:pt x="1491" y="237"/>
                  </a:lnTo>
                  <a:lnTo>
                    <a:pt x="1472" y="217"/>
                  </a:lnTo>
                  <a:lnTo>
                    <a:pt x="1452" y="200"/>
                  </a:lnTo>
                  <a:lnTo>
                    <a:pt x="1430" y="182"/>
                  </a:lnTo>
                  <a:lnTo>
                    <a:pt x="1406" y="165"/>
                  </a:lnTo>
                  <a:lnTo>
                    <a:pt x="1380" y="149"/>
                  </a:lnTo>
                  <a:lnTo>
                    <a:pt x="1355" y="133"/>
                  </a:lnTo>
                  <a:lnTo>
                    <a:pt x="1328" y="118"/>
                  </a:lnTo>
                  <a:lnTo>
                    <a:pt x="1299" y="104"/>
                  </a:lnTo>
                  <a:lnTo>
                    <a:pt x="1268" y="89"/>
                  </a:lnTo>
                  <a:lnTo>
                    <a:pt x="1238" y="77"/>
                  </a:lnTo>
                  <a:lnTo>
                    <a:pt x="1204" y="65"/>
                  </a:lnTo>
                  <a:lnTo>
                    <a:pt x="1172" y="54"/>
                  </a:lnTo>
                  <a:lnTo>
                    <a:pt x="1137" y="45"/>
                  </a:lnTo>
                  <a:lnTo>
                    <a:pt x="1102" y="35"/>
                  </a:lnTo>
                  <a:lnTo>
                    <a:pt x="1067" y="27"/>
                  </a:lnTo>
                  <a:lnTo>
                    <a:pt x="1030" y="21"/>
                  </a:lnTo>
                  <a:lnTo>
                    <a:pt x="992" y="14"/>
                  </a:lnTo>
                  <a:lnTo>
                    <a:pt x="953" y="9"/>
                  </a:lnTo>
                  <a:lnTo>
                    <a:pt x="915" y="5"/>
                  </a:lnTo>
                  <a:lnTo>
                    <a:pt x="875" y="1"/>
                  </a:lnTo>
                  <a:lnTo>
                    <a:pt x="835" y="0"/>
                  </a:lnTo>
                  <a:lnTo>
                    <a:pt x="793" y="0"/>
                  </a:lnTo>
                </a:path>
              </a:pathLst>
            </a:custGeom>
            <a:solidFill>
              <a:schemeClr val="bg1"/>
            </a:solidFill>
            <a:ln w="2381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36" name="Rectangle 53">
              <a:extLst>
                <a:ext uri="{FF2B5EF4-FFF2-40B4-BE49-F238E27FC236}">
                  <a16:creationId xmlns:a16="http://schemas.microsoft.com/office/drawing/2014/main" id="{D6F8A1FA-C45A-4264-A891-25F369D087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42175" y="2657475"/>
              <a:ext cx="22860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37" name="Rectangle 54">
              <a:extLst>
                <a:ext uri="{FF2B5EF4-FFF2-40B4-BE49-F238E27FC236}">
                  <a16:creationId xmlns:a16="http://schemas.microsoft.com/office/drawing/2014/main" id="{B5AC4322-BF64-42B3-AD8D-3B0B2FBB0B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0188" y="4684712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38" name="Rectangle 55">
              <a:extLst>
                <a:ext uri="{FF2B5EF4-FFF2-40B4-BE49-F238E27FC236}">
                  <a16:creationId xmlns:a16="http://schemas.microsoft.com/office/drawing/2014/main" id="{E553648D-0813-4BB4-963C-697F5FB996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4813" y="4800600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39" name="Rectangle 56">
              <a:extLst>
                <a:ext uri="{FF2B5EF4-FFF2-40B4-BE49-F238E27FC236}">
                  <a16:creationId xmlns:a16="http://schemas.microsoft.com/office/drawing/2014/main" id="{2AA60CEE-7297-4813-B7E9-79708A99E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6113" y="4684712"/>
              <a:ext cx="1460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40" name="Rectangle 57">
              <a:extLst>
                <a:ext uri="{FF2B5EF4-FFF2-40B4-BE49-F238E27FC236}">
                  <a16:creationId xmlns:a16="http://schemas.microsoft.com/office/drawing/2014/main" id="{0AFF1349-1728-4FD2-AE2A-2E0EFC1920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000" y="4684712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41" name="Rectangle 58">
              <a:extLst>
                <a:ext uri="{FF2B5EF4-FFF2-40B4-BE49-F238E27FC236}">
                  <a16:creationId xmlns:a16="http://schemas.microsoft.com/office/drawing/2014/main" id="{99C9C098-FC4D-4D79-BDB8-FAA1083EB6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9625" y="4684712"/>
              <a:ext cx="185738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42" name="Freeform 59">
              <a:extLst>
                <a:ext uri="{FF2B5EF4-FFF2-40B4-BE49-F238E27FC236}">
                  <a16:creationId xmlns:a16="http://schemas.microsoft.com/office/drawing/2014/main" id="{B9A2AE3F-9647-4981-845C-F45CA8E11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100" y="2301875"/>
              <a:ext cx="1260475" cy="720725"/>
            </a:xfrm>
            <a:custGeom>
              <a:avLst/>
              <a:gdLst>
                <a:gd name="T0" fmla="*/ 2147483646 w 1587"/>
                <a:gd name="T1" fmla="*/ 2147483646 h 907"/>
                <a:gd name="T2" fmla="*/ 2147483646 w 1587"/>
                <a:gd name="T3" fmla="*/ 2147483646 h 907"/>
                <a:gd name="T4" fmla="*/ 2147483646 w 1587"/>
                <a:gd name="T5" fmla="*/ 2147483646 h 907"/>
                <a:gd name="T6" fmla="*/ 2147483646 w 1587"/>
                <a:gd name="T7" fmla="*/ 2147483646 h 907"/>
                <a:gd name="T8" fmla="*/ 2147483646 w 1587"/>
                <a:gd name="T9" fmla="*/ 2147483646 h 907"/>
                <a:gd name="T10" fmla="*/ 2147483646 w 1587"/>
                <a:gd name="T11" fmla="*/ 2147483646 h 907"/>
                <a:gd name="T12" fmla="*/ 2147483646 w 1587"/>
                <a:gd name="T13" fmla="*/ 2147483646 h 907"/>
                <a:gd name="T14" fmla="*/ 2147483646 w 1587"/>
                <a:gd name="T15" fmla="*/ 2147483646 h 907"/>
                <a:gd name="T16" fmla="*/ 2147483646 w 1587"/>
                <a:gd name="T17" fmla="*/ 2147483646 h 907"/>
                <a:gd name="T18" fmla="*/ 2147483646 w 1587"/>
                <a:gd name="T19" fmla="*/ 2147483646 h 907"/>
                <a:gd name="T20" fmla="*/ 0 w 1587"/>
                <a:gd name="T21" fmla="*/ 2147483646 h 907"/>
                <a:gd name="T22" fmla="*/ 2147483646 w 1587"/>
                <a:gd name="T23" fmla="*/ 2147483646 h 907"/>
                <a:gd name="T24" fmla="*/ 2147483646 w 1587"/>
                <a:gd name="T25" fmla="*/ 2147483646 h 907"/>
                <a:gd name="T26" fmla="*/ 2147483646 w 1587"/>
                <a:gd name="T27" fmla="*/ 2147483646 h 907"/>
                <a:gd name="T28" fmla="*/ 2147483646 w 1587"/>
                <a:gd name="T29" fmla="*/ 2147483646 h 907"/>
                <a:gd name="T30" fmla="*/ 2147483646 w 1587"/>
                <a:gd name="T31" fmla="*/ 2147483646 h 907"/>
                <a:gd name="T32" fmla="*/ 2147483646 w 1587"/>
                <a:gd name="T33" fmla="*/ 2147483646 h 907"/>
                <a:gd name="T34" fmla="*/ 2147483646 w 1587"/>
                <a:gd name="T35" fmla="*/ 2147483646 h 907"/>
                <a:gd name="T36" fmla="*/ 2147483646 w 1587"/>
                <a:gd name="T37" fmla="*/ 2147483646 h 907"/>
                <a:gd name="T38" fmla="*/ 2147483646 w 1587"/>
                <a:gd name="T39" fmla="*/ 2147483646 h 907"/>
                <a:gd name="T40" fmla="*/ 2147483646 w 1587"/>
                <a:gd name="T41" fmla="*/ 2147483646 h 907"/>
                <a:gd name="T42" fmla="*/ 2147483646 w 1587"/>
                <a:gd name="T43" fmla="*/ 2147483646 h 907"/>
                <a:gd name="T44" fmla="*/ 2147483646 w 1587"/>
                <a:gd name="T45" fmla="*/ 2147483646 h 907"/>
                <a:gd name="T46" fmla="*/ 2147483646 w 1587"/>
                <a:gd name="T47" fmla="*/ 2147483646 h 907"/>
                <a:gd name="T48" fmla="*/ 2147483646 w 1587"/>
                <a:gd name="T49" fmla="*/ 2147483646 h 907"/>
                <a:gd name="T50" fmla="*/ 2147483646 w 1587"/>
                <a:gd name="T51" fmla="*/ 2147483646 h 907"/>
                <a:gd name="T52" fmla="*/ 2147483646 w 1587"/>
                <a:gd name="T53" fmla="*/ 2147483646 h 907"/>
                <a:gd name="T54" fmla="*/ 2147483646 w 1587"/>
                <a:gd name="T55" fmla="*/ 2147483646 h 907"/>
                <a:gd name="T56" fmla="*/ 2147483646 w 1587"/>
                <a:gd name="T57" fmla="*/ 2147483646 h 907"/>
                <a:gd name="T58" fmla="*/ 2147483646 w 1587"/>
                <a:gd name="T59" fmla="*/ 2147483646 h 907"/>
                <a:gd name="T60" fmla="*/ 2147483646 w 1587"/>
                <a:gd name="T61" fmla="*/ 2147483646 h 907"/>
                <a:gd name="T62" fmla="*/ 2147483646 w 1587"/>
                <a:gd name="T63" fmla="*/ 2147483646 h 907"/>
                <a:gd name="T64" fmla="*/ 2147483646 w 1587"/>
                <a:gd name="T65" fmla="*/ 2147483646 h 907"/>
                <a:gd name="T66" fmla="*/ 2147483646 w 1587"/>
                <a:gd name="T67" fmla="*/ 2147483646 h 907"/>
                <a:gd name="T68" fmla="*/ 2147483646 w 1587"/>
                <a:gd name="T69" fmla="*/ 2147483646 h 907"/>
                <a:gd name="T70" fmla="*/ 2147483646 w 1587"/>
                <a:gd name="T71" fmla="*/ 2147483646 h 907"/>
                <a:gd name="T72" fmla="*/ 2147483646 w 1587"/>
                <a:gd name="T73" fmla="*/ 2147483646 h 907"/>
                <a:gd name="T74" fmla="*/ 2147483646 w 1587"/>
                <a:gd name="T75" fmla="*/ 2147483646 h 907"/>
                <a:gd name="T76" fmla="*/ 2147483646 w 1587"/>
                <a:gd name="T77" fmla="*/ 2147483646 h 907"/>
                <a:gd name="T78" fmla="*/ 2147483646 w 1587"/>
                <a:gd name="T79" fmla="*/ 2147483646 h 907"/>
                <a:gd name="T80" fmla="*/ 2147483646 w 1587"/>
                <a:gd name="T81" fmla="*/ 2147483646 h 907"/>
                <a:gd name="T82" fmla="*/ 2147483646 w 1587"/>
                <a:gd name="T83" fmla="*/ 2147483646 h 907"/>
                <a:gd name="T84" fmla="*/ 2147483646 w 1587"/>
                <a:gd name="T85" fmla="*/ 2147483646 h 907"/>
                <a:gd name="T86" fmla="*/ 2147483646 w 1587"/>
                <a:gd name="T87" fmla="*/ 0 h 90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87"/>
                <a:gd name="T133" fmla="*/ 0 h 907"/>
                <a:gd name="T134" fmla="*/ 1587 w 1587"/>
                <a:gd name="T135" fmla="*/ 907 h 907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87" h="907">
                  <a:moveTo>
                    <a:pt x="793" y="0"/>
                  </a:moveTo>
                  <a:lnTo>
                    <a:pt x="753" y="0"/>
                  </a:lnTo>
                  <a:lnTo>
                    <a:pt x="713" y="1"/>
                  </a:lnTo>
                  <a:lnTo>
                    <a:pt x="673" y="5"/>
                  </a:lnTo>
                  <a:lnTo>
                    <a:pt x="633" y="9"/>
                  </a:lnTo>
                  <a:lnTo>
                    <a:pt x="595" y="14"/>
                  </a:lnTo>
                  <a:lnTo>
                    <a:pt x="558" y="21"/>
                  </a:lnTo>
                  <a:lnTo>
                    <a:pt x="521" y="27"/>
                  </a:lnTo>
                  <a:lnTo>
                    <a:pt x="484" y="35"/>
                  </a:lnTo>
                  <a:lnTo>
                    <a:pt x="449" y="45"/>
                  </a:lnTo>
                  <a:lnTo>
                    <a:pt x="416" y="54"/>
                  </a:lnTo>
                  <a:lnTo>
                    <a:pt x="382" y="65"/>
                  </a:lnTo>
                  <a:lnTo>
                    <a:pt x="350" y="77"/>
                  </a:lnTo>
                  <a:lnTo>
                    <a:pt x="320" y="89"/>
                  </a:lnTo>
                  <a:lnTo>
                    <a:pt x="289" y="104"/>
                  </a:lnTo>
                  <a:lnTo>
                    <a:pt x="260" y="118"/>
                  </a:lnTo>
                  <a:lnTo>
                    <a:pt x="233" y="133"/>
                  </a:lnTo>
                  <a:lnTo>
                    <a:pt x="206" y="149"/>
                  </a:lnTo>
                  <a:lnTo>
                    <a:pt x="182" y="165"/>
                  </a:lnTo>
                  <a:lnTo>
                    <a:pt x="158" y="182"/>
                  </a:lnTo>
                  <a:lnTo>
                    <a:pt x="136" y="200"/>
                  </a:lnTo>
                  <a:lnTo>
                    <a:pt x="115" y="217"/>
                  </a:lnTo>
                  <a:lnTo>
                    <a:pt x="96" y="237"/>
                  </a:lnTo>
                  <a:lnTo>
                    <a:pt x="78" y="256"/>
                  </a:lnTo>
                  <a:lnTo>
                    <a:pt x="62" y="277"/>
                  </a:lnTo>
                  <a:lnTo>
                    <a:pt x="48" y="297"/>
                  </a:lnTo>
                  <a:lnTo>
                    <a:pt x="36" y="318"/>
                  </a:lnTo>
                  <a:lnTo>
                    <a:pt x="25" y="339"/>
                  </a:lnTo>
                  <a:lnTo>
                    <a:pt x="16" y="361"/>
                  </a:lnTo>
                  <a:lnTo>
                    <a:pt x="9" y="384"/>
                  </a:lnTo>
                  <a:lnTo>
                    <a:pt x="4" y="406"/>
                  </a:lnTo>
                  <a:lnTo>
                    <a:pt x="1" y="430"/>
                  </a:lnTo>
                  <a:lnTo>
                    <a:pt x="0" y="453"/>
                  </a:lnTo>
                  <a:lnTo>
                    <a:pt x="1" y="477"/>
                  </a:lnTo>
                  <a:lnTo>
                    <a:pt x="4" y="499"/>
                  </a:lnTo>
                  <a:lnTo>
                    <a:pt x="9" y="521"/>
                  </a:lnTo>
                  <a:lnTo>
                    <a:pt x="16" y="544"/>
                  </a:lnTo>
                  <a:lnTo>
                    <a:pt x="25" y="566"/>
                  </a:lnTo>
                  <a:lnTo>
                    <a:pt x="36" y="589"/>
                  </a:lnTo>
                  <a:lnTo>
                    <a:pt x="48" y="609"/>
                  </a:lnTo>
                  <a:lnTo>
                    <a:pt x="62" y="630"/>
                  </a:lnTo>
                  <a:lnTo>
                    <a:pt x="78" y="649"/>
                  </a:lnTo>
                  <a:lnTo>
                    <a:pt x="96" y="669"/>
                  </a:lnTo>
                  <a:lnTo>
                    <a:pt x="115" y="688"/>
                  </a:lnTo>
                  <a:lnTo>
                    <a:pt x="136" y="707"/>
                  </a:lnTo>
                  <a:lnTo>
                    <a:pt x="158" y="725"/>
                  </a:lnTo>
                  <a:lnTo>
                    <a:pt x="182" y="742"/>
                  </a:lnTo>
                  <a:lnTo>
                    <a:pt x="206" y="758"/>
                  </a:lnTo>
                  <a:lnTo>
                    <a:pt x="233" y="774"/>
                  </a:lnTo>
                  <a:lnTo>
                    <a:pt x="260" y="789"/>
                  </a:lnTo>
                  <a:lnTo>
                    <a:pt x="289" y="803"/>
                  </a:lnTo>
                  <a:lnTo>
                    <a:pt x="320" y="816"/>
                  </a:lnTo>
                  <a:lnTo>
                    <a:pt x="350" y="829"/>
                  </a:lnTo>
                  <a:lnTo>
                    <a:pt x="382" y="841"/>
                  </a:lnTo>
                  <a:lnTo>
                    <a:pt x="416" y="853"/>
                  </a:lnTo>
                  <a:lnTo>
                    <a:pt x="449" y="862"/>
                  </a:lnTo>
                  <a:lnTo>
                    <a:pt x="484" y="870"/>
                  </a:lnTo>
                  <a:lnTo>
                    <a:pt x="521" y="880"/>
                  </a:lnTo>
                  <a:lnTo>
                    <a:pt x="558" y="886"/>
                  </a:lnTo>
                  <a:lnTo>
                    <a:pt x="595" y="893"/>
                  </a:lnTo>
                  <a:lnTo>
                    <a:pt x="633" y="897"/>
                  </a:lnTo>
                  <a:lnTo>
                    <a:pt x="673" y="901"/>
                  </a:lnTo>
                  <a:lnTo>
                    <a:pt x="713" y="904"/>
                  </a:lnTo>
                  <a:lnTo>
                    <a:pt x="753" y="905"/>
                  </a:lnTo>
                  <a:lnTo>
                    <a:pt x="793" y="907"/>
                  </a:lnTo>
                  <a:lnTo>
                    <a:pt x="835" y="905"/>
                  </a:lnTo>
                  <a:lnTo>
                    <a:pt x="875" y="904"/>
                  </a:lnTo>
                  <a:lnTo>
                    <a:pt x="915" y="901"/>
                  </a:lnTo>
                  <a:lnTo>
                    <a:pt x="953" y="897"/>
                  </a:lnTo>
                  <a:lnTo>
                    <a:pt x="992" y="893"/>
                  </a:lnTo>
                  <a:lnTo>
                    <a:pt x="1030" y="886"/>
                  </a:lnTo>
                  <a:lnTo>
                    <a:pt x="1067" y="880"/>
                  </a:lnTo>
                  <a:lnTo>
                    <a:pt x="1102" y="870"/>
                  </a:lnTo>
                  <a:lnTo>
                    <a:pt x="1137" y="862"/>
                  </a:lnTo>
                  <a:lnTo>
                    <a:pt x="1172" y="853"/>
                  </a:lnTo>
                  <a:lnTo>
                    <a:pt x="1204" y="841"/>
                  </a:lnTo>
                  <a:lnTo>
                    <a:pt x="1238" y="829"/>
                  </a:lnTo>
                  <a:lnTo>
                    <a:pt x="1268" y="816"/>
                  </a:lnTo>
                  <a:lnTo>
                    <a:pt x="1299" y="803"/>
                  </a:lnTo>
                  <a:lnTo>
                    <a:pt x="1328" y="789"/>
                  </a:lnTo>
                  <a:lnTo>
                    <a:pt x="1355" y="774"/>
                  </a:lnTo>
                  <a:lnTo>
                    <a:pt x="1380" y="758"/>
                  </a:lnTo>
                  <a:lnTo>
                    <a:pt x="1406" y="742"/>
                  </a:lnTo>
                  <a:lnTo>
                    <a:pt x="1430" y="725"/>
                  </a:lnTo>
                  <a:lnTo>
                    <a:pt x="1452" y="707"/>
                  </a:lnTo>
                  <a:lnTo>
                    <a:pt x="1472" y="688"/>
                  </a:lnTo>
                  <a:lnTo>
                    <a:pt x="1491" y="669"/>
                  </a:lnTo>
                  <a:lnTo>
                    <a:pt x="1508" y="649"/>
                  </a:lnTo>
                  <a:lnTo>
                    <a:pt x="1524" y="630"/>
                  </a:lnTo>
                  <a:lnTo>
                    <a:pt x="1539" y="609"/>
                  </a:lnTo>
                  <a:lnTo>
                    <a:pt x="1552" y="589"/>
                  </a:lnTo>
                  <a:lnTo>
                    <a:pt x="1563" y="566"/>
                  </a:lnTo>
                  <a:lnTo>
                    <a:pt x="1571" y="544"/>
                  </a:lnTo>
                  <a:lnTo>
                    <a:pt x="1579" y="521"/>
                  </a:lnTo>
                  <a:lnTo>
                    <a:pt x="1584" y="499"/>
                  </a:lnTo>
                  <a:lnTo>
                    <a:pt x="1587" y="477"/>
                  </a:lnTo>
                  <a:lnTo>
                    <a:pt x="1587" y="453"/>
                  </a:lnTo>
                  <a:lnTo>
                    <a:pt x="1587" y="430"/>
                  </a:lnTo>
                  <a:lnTo>
                    <a:pt x="1584" y="406"/>
                  </a:lnTo>
                  <a:lnTo>
                    <a:pt x="1579" y="384"/>
                  </a:lnTo>
                  <a:lnTo>
                    <a:pt x="1571" y="361"/>
                  </a:lnTo>
                  <a:lnTo>
                    <a:pt x="1563" y="339"/>
                  </a:lnTo>
                  <a:lnTo>
                    <a:pt x="1552" y="318"/>
                  </a:lnTo>
                  <a:lnTo>
                    <a:pt x="1539" y="297"/>
                  </a:lnTo>
                  <a:lnTo>
                    <a:pt x="1524" y="277"/>
                  </a:lnTo>
                  <a:lnTo>
                    <a:pt x="1508" y="256"/>
                  </a:lnTo>
                  <a:lnTo>
                    <a:pt x="1491" y="237"/>
                  </a:lnTo>
                  <a:lnTo>
                    <a:pt x="1472" y="217"/>
                  </a:lnTo>
                  <a:lnTo>
                    <a:pt x="1452" y="200"/>
                  </a:lnTo>
                  <a:lnTo>
                    <a:pt x="1430" y="182"/>
                  </a:lnTo>
                  <a:lnTo>
                    <a:pt x="1406" y="165"/>
                  </a:lnTo>
                  <a:lnTo>
                    <a:pt x="1380" y="149"/>
                  </a:lnTo>
                  <a:lnTo>
                    <a:pt x="1355" y="133"/>
                  </a:lnTo>
                  <a:lnTo>
                    <a:pt x="1328" y="118"/>
                  </a:lnTo>
                  <a:lnTo>
                    <a:pt x="1299" y="104"/>
                  </a:lnTo>
                  <a:lnTo>
                    <a:pt x="1268" y="89"/>
                  </a:lnTo>
                  <a:lnTo>
                    <a:pt x="1238" y="77"/>
                  </a:lnTo>
                  <a:lnTo>
                    <a:pt x="1204" y="65"/>
                  </a:lnTo>
                  <a:lnTo>
                    <a:pt x="1172" y="54"/>
                  </a:lnTo>
                  <a:lnTo>
                    <a:pt x="1137" y="45"/>
                  </a:lnTo>
                  <a:lnTo>
                    <a:pt x="1102" y="35"/>
                  </a:lnTo>
                  <a:lnTo>
                    <a:pt x="1067" y="27"/>
                  </a:lnTo>
                  <a:lnTo>
                    <a:pt x="1030" y="21"/>
                  </a:lnTo>
                  <a:lnTo>
                    <a:pt x="992" y="14"/>
                  </a:lnTo>
                  <a:lnTo>
                    <a:pt x="953" y="9"/>
                  </a:lnTo>
                  <a:lnTo>
                    <a:pt x="915" y="5"/>
                  </a:lnTo>
                  <a:lnTo>
                    <a:pt x="875" y="1"/>
                  </a:lnTo>
                  <a:lnTo>
                    <a:pt x="835" y="0"/>
                  </a:lnTo>
                  <a:lnTo>
                    <a:pt x="793" y="0"/>
                  </a:lnTo>
                </a:path>
              </a:pathLst>
            </a:custGeom>
            <a:solidFill>
              <a:schemeClr val="bg1"/>
            </a:solidFill>
            <a:ln w="2381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43" name="Rectangle 60">
              <a:extLst>
                <a:ext uri="{FF2B5EF4-FFF2-40B4-BE49-F238E27FC236}">
                  <a16:creationId xmlns:a16="http://schemas.microsoft.com/office/drawing/2014/main" id="{3ACADCAD-9C04-40D7-A7A3-CBA28AE364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0863" y="4678362"/>
              <a:ext cx="100012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panose="05050102010706020507" pitchFamily="18" charset="2"/>
                  <a:ea typeface="MS PGothic" panose="020B0600070205080204" pitchFamily="34" charset="-128"/>
                  <a:cs typeface="+mn-cs"/>
                </a:rPr>
                <a:t>¤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44" name="Rectangle 61">
              <a:extLst>
                <a:ext uri="{FF2B5EF4-FFF2-40B4-BE49-F238E27FC236}">
                  <a16:creationId xmlns:a16="http://schemas.microsoft.com/office/drawing/2014/main" id="{E6214997-591B-44CB-85EB-1AF8634B2B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0188" y="2525712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45" name="Rectangle 62">
              <a:extLst>
                <a:ext uri="{FF2B5EF4-FFF2-40B4-BE49-F238E27FC236}">
                  <a16:creationId xmlns:a16="http://schemas.microsoft.com/office/drawing/2014/main" id="{8A722955-C853-4741-A4FC-453F7E071A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4813" y="2641600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46" name="Rectangle 63">
              <a:extLst>
                <a:ext uri="{FF2B5EF4-FFF2-40B4-BE49-F238E27FC236}">
                  <a16:creationId xmlns:a16="http://schemas.microsoft.com/office/drawing/2014/main" id="{3F46A250-35CA-4675-ADC6-D5B2A0E0A0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6113" y="2525712"/>
              <a:ext cx="1460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47" name="Rectangle 64">
              <a:extLst>
                <a:ext uri="{FF2B5EF4-FFF2-40B4-BE49-F238E27FC236}">
                  <a16:creationId xmlns:a16="http://schemas.microsoft.com/office/drawing/2014/main" id="{9FC69C60-11E4-4920-B218-5A8846F0E7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000" y="2525712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48" name="Rectangle 65">
              <a:extLst>
                <a:ext uri="{FF2B5EF4-FFF2-40B4-BE49-F238E27FC236}">
                  <a16:creationId xmlns:a16="http://schemas.microsoft.com/office/drawing/2014/main" id="{9665C3C8-EB20-4D8A-82FC-F54676305D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9625" y="2525712"/>
              <a:ext cx="185738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49" name="Rectangle 66">
              <a:extLst>
                <a:ext uri="{FF2B5EF4-FFF2-40B4-BE49-F238E27FC236}">
                  <a16:creationId xmlns:a16="http://schemas.microsoft.com/office/drawing/2014/main" id="{182F4F69-0409-4C75-BA57-9D07CA8EC9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0863" y="2519362"/>
              <a:ext cx="100012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panose="05050102010706020507" pitchFamily="18" charset="2"/>
                  <a:ea typeface="MS PGothic" panose="020B0600070205080204" pitchFamily="34" charset="-128"/>
                  <a:cs typeface="+mn-cs"/>
                </a:rPr>
                <a:t>¤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50" name="Rectangle 67">
              <a:extLst>
                <a:ext uri="{FF2B5EF4-FFF2-40B4-BE49-F238E27FC236}">
                  <a16:creationId xmlns:a16="http://schemas.microsoft.com/office/drawing/2014/main" id="{2BD9DFD6-CD41-463E-89C8-F692D96346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7313" y="3506787"/>
              <a:ext cx="2286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51" name="Rectangle 68">
              <a:extLst>
                <a:ext uri="{FF2B5EF4-FFF2-40B4-BE49-F238E27FC236}">
                  <a16:creationId xmlns:a16="http://schemas.microsoft.com/office/drawing/2014/main" id="{C47C8F01-2B41-49D9-8C3B-F5EA43376F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7313" y="3735387"/>
              <a:ext cx="2286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52" name="Rectangle 69">
              <a:extLst>
                <a:ext uri="{FF2B5EF4-FFF2-40B4-BE49-F238E27FC236}">
                  <a16:creationId xmlns:a16="http://schemas.microsoft.com/office/drawing/2014/main" id="{C979459D-ED95-42A2-A4E2-7E76094CE5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5475" y="3617912"/>
              <a:ext cx="2286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53" name="Rectangle 70">
              <a:extLst>
                <a:ext uri="{FF2B5EF4-FFF2-40B4-BE49-F238E27FC236}">
                  <a16:creationId xmlns:a16="http://schemas.microsoft.com/office/drawing/2014/main" id="{5FAD3649-B11E-43A2-A89E-DF077A8674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4488" y="4589462"/>
              <a:ext cx="2286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54" name="Freeform 71">
              <a:extLst>
                <a:ext uri="{FF2B5EF4-FFF2-40B4-BE49-F238E27FC236}">
                  <a16:creationId xmlns:a16="http://schemas.microsoft.com/office/drawing/2014/main" id="{92BC2A65-57D5-49B2-9C00-EB3814E88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8413" y="2635250"/>
              <a:ext cx="152400" cy="50800"/>
            </a:xfrm>
            <a:custGeom>
              <a:avLst/>
              <a:gdLst>
                <a:gd name="T0" fmla="*/ 0 w 192"/>
                <a:gd name="T1" fmla="*/ 2147483646 h 64"/>
                <a:gd name="T2" fmla="*/ 2147483646 w 192"/>
                <a:gd name="T3" fmla="*/ 2147483646 h 64"/>
                <a:gd name="T4" fmla="*/ 0 w 192"/>
                <a:gd name="T5" fmla="*/ 0 h 64"/>
                <a:gd name="T6" fmla="*/ 0 w 192"/>
                <a:gd name="T7" fmla="*/ 2147483646 h 64"/>
                <a:gd name="T8" fmla="*/ 0 w 192"/>
                <a:gd name="T9" fmla="*/ 2147483646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64"/>
                <a:gd name="T17" fmla="*/ 192 w 192"/>
                <a:gd name="T18" fmla="*/ 64 h 6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64">
                  <a:moveTo>
                    <a:pt x="0" y="64"/>
                  </a:moveTo>
                  <a:lnTo>
                    <a:pt x="192" y="32"/>
                  </a:lnTo>
                  <a:lnTo>
                    <a:pt x="0" y="0"/>
                  </a:lnTo>
                  <a:lnTo>
                    <a:pt x="0" y="32"/>
                  </a:lnTo>
                  <a:lnTo>
                    <a:pt x="0" y="64"/>
                  </a:lnTo>
                  <a:close/>
                </a:path>
              </a:pathLst>
            </a:custGeom>
            <a:solidFill>
              <a:srgbClr val="000000"/>
            </a:solidFill>
            <a:ln w="2381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55" name="Line 72">
              <a:extLst>
                <a:ext uri="{FF2B5EF4-FFF2-40B4-BE49-F238E27FC236}">
                  <a16:creationId xmlns:a16="http://schemas.microsoft.com/office/drawing/2014/main" id="{64F3FEF0-EC3C-48CA-BD2D-EC23FE9967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33813" y="2660650"/>
              <a:ext cx="1244600" cy="1587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56" name="Freeform 73">
              <a:extLst>
                <a:ext uri="{FF2B5EF4-FFF2-40B4-BE49-F238E27FC236}">
                  <a16:creationId xmlns:a16="http://schemas.microsoft.com/office/drawing/2014/main" id="{97CA42F5-13E6-41A4-A510-97DA50AE4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613" y="4794250"/>
              <a:ext cx="152400" cy="50800"/>
            </a:xfrm>
            <a:custGeom>
              <a:avLst/>
              <a:gdLst>
                <a:gd name="T0" fmla="*/ 2147483646 w 192"/>
                <a:gd name="T1" fmla="*/ 0 h 64"/>
                <a:gd name="T2" fmla="*/ 0 w 192"/>
                <a:gd name="T3" fmla="*/ 2147483646 h 64"/>
                <a:gd name="T4" fmla="*/ 2147483646 w 192"/>
                <a:gd name="T5" fmla="*/ 2147483646 h 64"/>
                <a:gd name="T6" fmla="*/ 2147483646 w 192"/>
                <a:gd name="T7" fmla="*/ 2147483646 h 64"/>
                <a:gd name="T8" fmla="*/ 2147483646 w 192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64"/>
                <a:gd name="T17" fmla="*/ 192 w 192"/>
                <a:gd name="T18" fmla="*/ 64 h 6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64">
                  <a:moveTo>
                    <a:pt x="192" y="0"/>
                  </a:moveTo>
                  <a:lnTo>
                    <a:pt x="0" y="32"/>
                  </a:lnTo>
                  <a:lnTo>
                    <a:pt x="192" y="64"/>
                  </a:lnTo>
                  <a:lnTo>
                    <a:pt x="192" y="32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000000"/>
            </a:solidFill>
            <a:ln w="2381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57" name="Line 74">
              <a:extLst>
                <a:ext uri="{FF2B5EF4-FFF2-40B4-BE49-F238E27FC236}">
                  <a16:creationId xmlns:a16="http://schemas.microsoft.com/office/drawing/2014/main" id="{4EBA342B-455F-43B2-B7BE-ACAB9D79B2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37013" y="4819650"/>
              <a:ext cx="1244600" cy="1587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58" name="Rectangle 75">
              <a:extLst>
                <a:ext uri="{FF2B5EF4-FFF2-40B4-BE49-F238E27FC236}">
                  <a16:creationId xmlns:a16="http://schemas.microsoft.com/office/drawing/2014/main" id="{57A75362-06BB-4B2E-ADBA-01E3068137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7188" y="2530475"/>
              <a:ext cx="22860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59" name="Freeform 76">
              <a:extLst>
                <a:ext uri="{FF2B5EF4-FFF2-40B4-BE49-F238E27FC236}">
                  <a16:creationId xmlns:a16="http://schemas.microsoft.com/office/drawing/2014/main" id="{6ABB0AD3-33BA-47AB-8999-7357431B9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725" y="3975100"/>
              <a:ext cx="1047750" cy="685800"/>
            </a:xfrm>
            <a:custGeom>
              <a:avLst/>
              <a:gdLst>
                <a:gd name="T0" fmla="*/ 2147483646 w 1320"/>
                <a:gd name="T1" fmla="*/ 2147483646 h 864"/>
                <a:gd name="T2" fmla="*/ 2147483646 w 1320"/>
                <a:gd name="T3" fmla="*/ 2147483646 h 864"/>
                <a:gd name="T4" fmla="*/ 2147483646 w 1320"/>
                <a:gd name="T5" fmla="*/ 2147483646 h 864"/>
                <a:gd name="T6" fmla="*/ 2147483646 w 1320"/>
                <a:gd name="T7" fmla="*/ 2147483646 h 864"/>
                <a:gd name="T8" fmla="*/ 2147483646 w 1320"/>
                <a:gd name="T9" fmla="*/ 2147483646 h 864"/>
                <a:gd name="T10" fmla="*/ 2147483646 w 1320"/>
                <a:gd name="T11" fmla="*/ 2147483646 h 864"/>
                <a:gd name="T12" fmla="*/ 2147483646 w 1320"/>
                <a:gd name="T13" fmla="*/ 2147483646 h 864"/>
                <a:gd name="T14" fmla="*/ 2147483646 w 1320"/>
                <a:gd name="T15" fmla="*/ 2147483646 h 864"/>
                <a:gd name="T16" fmla="*/ 2147483646 w 1320"/>
                <a:gd name="T17" fmla="*/ 2147483646 h 864"/>
                <a:gd name="T18" fmla="*/ 2147483646 w 1320"/>
                <a:gd name="T19" fmla="*/ 2147483646 h 864"/>
                <a:gd name="T20" fmla="*/ 2147483646 w 1320"/>
                <a:gd name="T21" fmla="*/ 2147483646 h 864"/>
                <a:gd name="T22" fmla="*/ 2147483646 w 1320"/>
                <a:gd name="T23" fmla="*/ 2147483646 h 864"/>
                <a:gd name="T24" fmla="*/ 2147483646 w 1320"/>
                <a:gd name="T25" fmla="*/ 2147483646 h 864"/>
                <a:gd name="T26" fmla="*/ 2147483646 w 1320"/>
                <a:gd name="T27" fmla="*/ 2147483646 h 864"/>
                <a:gd name="T28" fmla="*/ 2147483646 w 1320"/>
                <a:gd name="T29" fmla="*/ 2147483646 h 864"/>
                <a:gd name="T30" fmla="*/ 2147483646 w 1320"/>
                <a:gd name="T31" fmla="*/ 2147483646 h 864"/>
                <a:gd name="T32" fmla="*/ 2147483646 w 1320"/>
                <a:gd name="T33" fmla="*/ 2147483646 h 864"/>
                <a:gd name="T34" fmla="*/ 2147483646 w 1320"/>
                <a:gd name="T35" fmla="*/ 2147483646 h 864"/>
                <a:gd name="T36" fmla="*/ 2147483646 w 1320"/>
                <a:gd name="T37" fmla="*/ 2147483646 h 864"/>
                <a:gd name="T38" fmla="*/ 2147483646 w 1320"/>
                <a:gd name="T39" fmla="*/ 2147483646 h 864"/>
                <a:gd name="T40" fmla="*/ 2147483646 w 1320"/>
                <a:gd name="T41" fmla="*/ 2147483646 h 864"/>
                <a:gd name="T42" fmla="*/ 2147483646 w 1320"/>
                <a:gd name="T43" fmla="*/ 2147483646 h 864"/>
                <a:gd name="T44" fmla="*/ 2147483646 w 1320"/>
                <a:gd name="T45" fmla="*/ 2147483646 h 864"/>
                <a:gd name="T46" fmla="*/ 2147483646 w 1320"/>
                <a:gd name="T47" fmla="*/ 2147483646 h 864"/>
                <a:gd name="T48" fmla="*/ 2147483646 w 1320"/>
                <a:gd name="T49" fmla="*/ 2147483646 h 864"/>
                <a:gd name="T50" fmla="*/ 2147483646 w 1320"/>
                <a:gd name="T51" fmla="*/ 2147483646 h 864"/>
                <a:gd name="T52" fmla="*/ 2147483646 w 1320"/>
                <a:gd name="T53" fmla="*/ 2147483646 h 864"/>
                <a:gd name="T54" fmla="*/ 2147483646 w 1320"/>
                <a:gd name="T55" fmla="*/ 2147483646 h 864"/>
                <a:gd name="T56" fmla="*/ 2147483646 w 1320"/>
                <a:gd name="T57" fmla="*/ 2147483646 h 864"/>
                <a:gd name="T58" fmla="*/ 2147483646 w 1320"/>
                <a:gd name="T59" fmla="*/ 2147483646 h 864"/>
                <a:gd name="T60" fmla="*/ 2147483646 w 1320"/>
                <a:gd name="T61" fmla="*/ 2147483646 h 864"/>
                <a:gd name="T62" fmla="*/ 2147483646 w 1320"/>
                <a:gd name="T63" fmla="*/ 2147483646 h 864"/>
                <a:gd name="T64" fmla="*/ 2147483646 w 1320"/>
                <a:gd name="T65" fmla="*/ 2147483646 h 864"/>
                <a:gd name="T66" fmla="*/ 2147483646 w 1320"/>
                <a:gd name="T67" fmla="*/ 2147483646 h 864"/>
                <a:gd name="T68" fmla="*/ 2147483646 w 1320"/>
                <a:gd name="T69" fmla="*/ 2147483646 h 864"/>
                <a:gd name="T70" fmla="*/ 2147483646 w 1320"/>
                <a:gd name="T71" fmla="*/ 2147483646 h 864"/>
                <a:gd name="T72" fmla="*/ 2147483646 w 1320"/>
                <a:gd name="T73" fmla="*/ 2147483646 h 864"/>
                <a:gd name="T74" fmla="*/ 2147483646 w 1320"/>
                <a:gd name="T75" fmla="*/ 2147483646 h 864"/>
                <a:gd name="T76" fmla="*/ 2147483646 w 1320"/>
                <a:gd name="T77" fmla="*/ 2147483646 h 864"/>
                <a:gd name="T78" fmla="*/ 2147483646 w 1320"/>
                <a:gd name="T79" fmla="*/ 2147483646 h 864"/>
                <a:gd name="T80" fmla="*/ 2147483646 w 1320"/>
                <a:gd name="T81" fmla="*/ 2147483646 h 864"/>
                <a:gd name="T82" fmla="*/ 2147483646 w 1320"/>
                <a:gd name="T83" fmla="*/ 2147483646 h 864"/>
                <a:gd name="T84" fmla="*/ 2147483646 w 1320"/>
                <a:gd name="T85" fmla="*/ 2147483646 h 864"/>
                <a:gd name="T86" fmla="*/ 2147483646 w 1320"/>
                <a:gd name="T87" fmla="*/ 2147483646 h 864"/>
                <a:gd name="T88" fmla="*/ 2147483646 w 1320"/>
                <a:gd name="T89" fmla="*/ 2147483646 h 864"/>
                <a:gd name="T90" fmla="*/ 2147483646 w 1320"/>
                <a:gd name="T91" fmla="*/ 2147483646 h 864"/>
                <a:gd name="T92" fmla="*/ 2147483646 w 1320"/>
                <a:gd name="T93" fmla="*/ 2147483646 h 864"/>
                <a:gd name="T94" fmla="*/ 2147483646 w 1320"/>
                <a:gd name="T95" fmla="*/ 2147483646 h 864"/>
                <a:gd name="T96" fmla="*/ 2147483646 w 1320"/>
                <a:gd name="T97" fmla="*/ 2147483646 h 86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320"/>
                <a:gd name="T148" fmla="*/ 0 h 864"/>
                <a:gd name="T149" fmla="*/ 1320 w 1320"/>
                <a:gd name="T150" fmla="*/ 864 h 86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320" h="864">
                  <a:moveTo>
                    <a:pt x="0" y="864"/>
                  </a:moveTo>
                  <a:lnTo>
                    <a:pt x="38" y="848"/>
                  </a:lnTo>
                  <a:lnTo>
                    <a:pt x="75" y="834"/>
                  </a:lnTo>
                  <a:lnTo>
                    <a:pt x="110" y="821"/>
                  </a:lnTo>
                  <a:lnTo>
                    <a:pt x="142" y="806"/>
                  </a:lnTo>
                  <a:lnTo>
                    <a:pt x="174" y="795"/>
                  </a:lnTo>
                  <a:lnTo>
                    <a:pt x="202" y="784"/>
                  </a:lnTo>
                  <a:lnTo>
                    <a:pt x="229" y="773"/>
                  </a:lnTo>
                  <a:lnTo>
                    <a:pt x="253" y="763"/>
                  </a:lnTo>
                  <a:lnTo>
                    <a:pt x="277" y="754"/>
                  </a:lnTo>
                  <a:lnTo>
                    <a:pt x="298" y="744"/>
                  </a:lnTo>
                  <a:lnTo>
                    <a:pt x="318" y="736"/>
                  </a:lnTo>
                  <a:lnTo>
                    <a:pt x="338" y="728"/>
                  </a:lnTo>
                  <a:lnTo>
                    <a:pt x="355" y="720"/>
                  </a:lnTo>
                  <a:lnTo>
                    <a:pt x="371" y="712"/>
                  </a:lnTo>
                  <a:lnTo>
                    <a:pt x="387" y="706"/>
                  </a:lnTo>
                  <a:lnTo>
                    <a:pt x="403" y="698"/>
                  </a:lnTo>
                  <a:lnTo>
                    <a:pt x="416" y="691"/>
                  </a:lnTo>
                  <a:lnTo>
                    <a:pt x="430" y="685"/>
                  </a:lnTo>
                  <a:lnTo>
                    <a:pt x="443" y="678"/>
                  </a:lnTo>
                  <a:lnTo>
                    <a:pt x="456" y="672"/>
                  </a:lnTo>
                  <a:lnTo>
                    <a:pt x="469" y="666"/>
                  </a:lnTo>
                  <a:lnTo>
                    <a:pt x="480" y="658"/>
                  </a:lnTo>
                  <a:lnTo>
                    <a:pt x="493" y="651"/>
                  </a:lnTo>
                  <a:lnTo>
                    <a:pt x="504" y="645"/>
                  </a:lnTo>
                  <a:lnTo>
                    <a:pt x="517" y="637"/>
                  </a:lnTo>
                  <a:lnTo>
                    <a:pt x="530" y="629"/>
                  </a:lnTo>
                  <a:lnTo>
                    <a:pt x="542" y="621"/>
                  </a:lnTo>
                  <a:lnTo>
                    <a:pt x="557" y="613"/>
                  </a:lnTo>
                  <a:lnTo>
                    <a:pt x="571" y="603"/>
                  </a:lnTo>
                  <a:lnTo>
                    <a:pt x="586" y="594"/>
                  </a:lnTo>
                  <a:lnTo>
                    <a:pt x="602" y="584"/>
                  </a:lnTo>
                  <a:lnTo>
                    <a:pt x="618" y="573"/>
                  </a:lnTo>
                  <a:lnTo>
                    <a:pt x="635" y="562"/>
                  </a:lnTo>
                  <a:lnTo>
                    <a:pt x="651" y="552"/>
                  </a:lnTo>
                  <a:lnTo>
                    <a:pt x="666" y="542"/>
                  </a:lnTo>
                  <a:lnTo>
                    <a:pt x="680" y="533"/>
                  </a:lnTo>
                  <a:lnTo>
                    <a:pt x="693" y="525"/>
                  </a:lnTo>
                  <a:lnTo>
                    <a:pt x="706" y="517"/>
                  </a:lnTo>
                  <a:lnTo>
                    <a:pt x="717" y="509"/>
                  </a:lnTo>
                  <a:lnTo>
                    <a:pt x="728" y="501"/>
                  </a:lnTo>
                  <a:lnTo>
                    <a:pt x="738" y="494"/>
                  </a:lnTo>
                  <a:lnTo>
                    <a:pt x="749" y="486"/>
                  </a:lnTo>
                  <a:lnTo>
                    <a:pt x="758" y="480"/>
                  </a:lnTo>
                  <a:lnTo>
                    <a:pt x="768" y="474"/>
                  </a:lnTo>
                  <a:lnTo>
                    <a:pt x="778" y="467"/>
                  </a:lnTo>
                  <a:lnTo>
                    <a:pt x="786" y="461"/>
                  </a:lnTo>
                  <a:lnTo>
                    <a:pt x="795" y="454"/>
                  </a:lnTo>
                  <a:lnTo>
                    <a:pt x="805" y="448"/>
                  </a:lnTo>
                  <a:lnTo>
                    <a:pt x="813" y="440"/>
                  </a:lnTo>
                  <a:lnTo>
                    <a:pt x="822" y="434"/>
                  </a:lnTo>
                  <a:lnTo>
                    <a:pt x="832" y="427"/>
                  </a:lnTo>
                  <a:lnTo>
                    <a:pt x="842" y="419"/>
                  </a:lnTo>
                  <a:lnTo>
                    <a:pt x="851" y="411"/>
                  </a:lnTo>
                  <a:lnTo>
                    <a:pt x="861" y="403"/>
                  </a:lnTo>
                  <a:lnTo>
                    <a:pt x="872" y="394"/>
                  </a:lnTo>
                  <a:lnTo>
                    <a:pt x="883" y="386"/>
                  </a:lnTo>
                  <a:lnTo>
                    <a:pt x="894" y="376"/>
                  </a:lnTo>
                  <a:lnTo>
                    <a:pt x="907" y="365"/>
                  </a:lnTo>
                  <a:lnTo>
                    <a:pt x="922" y="354"/>
                  </a:lnTo>
                  <a:lnTo>
                    <a:pt x="934" y="342"/>
                  </a:lnTo>
                  <a:lnTo>
                    <a:pt x="950" y="330"/>
                  </a:lnTo>
                  <a:lnTo>
                    <a:pt x="966" y="317"/>
                  </a:lnTo>
                  <a:lnTo>
                    <a:pt x="982" y="302"/>
                  </a:lnTo>
                  <a:lnTo>
                    <a:pt x="1000" y="288"/>
                  </a:lnTo>
                  <a:lnTo>
                    <a:pt x="1019" y="272"/>
                  </a:lnTo>
                  <a:lnTo>
                    <a:pt x="1035" y="259"/>
                  </a:lnTo>
                  <a:lnTo>
                    <a:pt x="1051" y="245"/>
                  </a:lnTo>
                  <a:lnTo>
                    <a:pt x="1067" y="232"/>
                  </a:lnTo>
                  <a:lnTo>
                    <a:pt x="1080" y="221"/>
                  </a:lnTo>
                  <a:lnTo>
                    <a:pt x="1093" y="210"/>
                  </a:lnTo>
                  <a:lnTo>
                    <a:pt x="1106" y="200"/>
                  </a:lnTo>
                  <a:lnTo>
                    <a:pt x="1117" y="190"/>
                  </a:lnTo>
                  <a:lnTo>
                    <a:pt x="1128" y="181"/>
                  </a:lnTo>
                  <a:lnTo>
                    <a:pt x="1139" y="173"/>
                  </a:lnTo>
                  <a:lnTo>
                    <a:pt x="1149" y="163"/>
                  </a:lnTo>
                  <a:lnTo>
                    <a:pt x="1157" y="157"/>
                  </a:lnTo>
                  <a:lnTo>
                    <a:pt x="1166" y="149"/>
                  </a:lnTo>
                  <a:lnTo>
                    <a:pt x="1174" y="141"/>
                  </a:lnTo>
                  <a:lnTo>
                    <a:pt x="1182" y="134"/>
                  </a:lnTo>
                  <a:lnTo>
                    <a:pt x="1189" y="128"/>
                  </a:lnTo>
                  <a:lnTo>
                    <a:pt x="1197" y="120"/>
                  </a:lnTo>
                  <a:lnTo>
                    <a:pt x="1205" y="114"/>
                  </a:lnTo>
                  <a:lnTo>
                    <a:pt x="1211" y="107"/>
                  </a:lnTo>
                  <a:lnTo>
                    <a:pt x="1218" y="101"/>
                  </a:lnTo>
                  <a:lnTo>
                    <a:pt x="1226" y="94"/>
                  </a:lnTo>
                  <a:lnTo>
                    <a:pt x="1232" y="88"/>
                  </a:lnTo>
                  <a:lnTo>
                    <a:pt x="1240" y="80"/>
                  </a:lnTo>
                  <a:lnTo>
                    <a:pt x="1248" y="74"/>
                  </a:lnTo>
                  <a:lnTo>
                    <a:pt x="1254" y="66"/>
                  </a:lnTo>
                  <a:lnTo>
                    <a:pt x="1262" y="58"/>
                  </a:lnTo>
                  <a:lnTo>
                    <a:pt x="1272" y="50"/>
                  </a:lnTo>
                  <a:lnTo>
                    <a:pt x="1280" y="42"/>
                  </a:lnTo>
                  <a:lnTo>
                    <a:pt x="1290" y="32"/>
                  </a:lnTo>
                  <a:lnTo>
                    <a:pt x="1299" y="22"/>
                  </a:lnTo>
                  <a:lnTo>
                    <a:pt x="1309" y="11"/>
                  </a:lnTo>
                  <a:lnTo>
                    <a:pt x="1320" y="0"/>
                  </a:lnTo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60" name="Freeform 77">
              <a:extLst>
                <a:ext uri="{FF2B5EF4-FFF2-40B4-BE49-F238E27FC236}">
                  <a16:creationId xmlns:a16="http://schemas.microsoft.com/office/drawing/2014/main" id="{5DBB0C5A-959E-422B-B81F-64BE701B3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8613" y="2965450"/>
              <a:ext cx="76200" cy="152400"/>
            </a:xfrm>
            <a:custGeom>
              <a:avLst/>
              <a:gdLst>
                <a:gd name="T0" fmla="*/ 2147483646 w 96"/>
                <a:gd name="T1" fmla="*/ 2147483646 h 192"/>
                <a:gd name="T2" fmla="*/ 2147483646 w 96"/>
                <a:gd name="T3" fmla="*/ 0 h 192"/>
                <a:gd name="T4" fmla="*/ 0 w 96"/>
                <a:gd name="T5" fmla="*/ 2147483646 h 192"/>
                <a:gd name="T6" fmla="*/ 2147483646 w 96"/>
                <a:gd name="T7" fmla="*/ 2147483646 h 192"/>
                <a:gd name="T8" fmla="*/ 2147483646 w 96"/>
                <a:gd name="T9" fmla="*/ 2147483646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92"/>
                <a:gd name="T17" fmla="*/ 96 w 96"/>
                <a:gd name="T18" fmla="*/ 192 h 1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92">
                  <a:moveTo>
                    <a:pt x="64" y="192"/>
                  </a:moveTo>
                  <a:lnTo>
                    <a:pt x="96" y="0"/>
                  </a:lnTo>
                  <a:lnTo>
                    <a:pt x="0" y="160"/>
                  </a:lnTo>
                  <a:lnTo>
                    <a:pt x="32" y="160"/>
                  </a:lnTo>
                  <a:lnTo>
                    <a:pt x="64" y="192"/>
                  </a:lnTo>
                  <a:close/>
                </a:path>
              </a:pathLst>
            </a:custGeom>
            <a:solidFill>
              <a:srgbClr val="000000"/>
            </a:solidFill>
            <a:ln w="2381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61" name="Freeform 78">
              <a:extLst>
                <a:ext uri="{FF2B5EF4-FFF2-40B4-BE49-F238E27FC236}">
                  <a16:creationId xmlns:a16="http://schemas.microsoft.com/office/drawing/2014/main" id="{03731015-DCA7-4085-A61D-5984B3A16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6475" y="3111500"/>
              <a:ext cx="612775" cy="863600"/>
            </a:xfrm>
            <a:custGeom>
              <a:avLst/>
              <a:gdLst>
                <a:gd name="T0" fmla="*/ 2147483646 w 771"/>
                <a:gd name="T1" fmla="*/ 2147483646 h 1088"/>
                <a:gd name="T2" fmla="*/ 2147483646 w 771"/>
                <a:gd name="T3" fmla="*/ 2147483646 h 1088"/>
                <a:gd name="T4" fmla="*/ 2147483646 w 771"/>
                <a:gd name="T5" fmla="*/ 2147483646 h 1088"/>
                <a:gd name="T6" fmla="*/ 2147483646 w 771"/>
                <a:gd name="T7" fmla="*/ 2147483646 h 1088"/>
                <a:gd name="T8" fmla="*/ 2147483646 w 771"/>
                <a:gd name="T9" fmla="*/ 2147483646 h 1088"/>
                <a:gd name="T10" fmla="*/ 2147483646 w 771"/>
                <a:gd name="T11" fmla="*/ 2147483646 h 1088"/>
                <a:gd name="T12" fmla="*/ 2147483646 w 771"/>
                <a:gd name="T13" fmla="*/ 2147483646 h 1088"/>
                <a:gd name="T14" fmla="*/ 2147483646 w 771"/>
                <a:gd name="T15" fmla="*/ 2147483646 h 1088"/>
                <a:gd name="T16" fmla="*/ 2147483646 w 771"/>
                <a:gd name="T17" fmla="*/ 2147483646 h 1088"/>
                <a:gd name="T18" fmla="*/ 2147483646 w 771"/>
                <a:gd name="T19" fmla="*/ 2147483646 h 1088"/>
                <a:gd name="T20" fmla="*/ 2147483646 w 771"/>
                <a:gd name="T21" fmla="*/ 2147483646 h 1088"/>
                <a:gd name="T22" fmla="*/ 2147483646 w 771"/>
                <a:gd name="T23" fmla="*/ 2147483646 h 1088"/>
                <a:gd name="T24" fmla="*/ 2147483646 w 771"/>
                <a:gd name="T25" fmla="*/ 2147483646 h 1088"/>
                <a:gd name="T26" fmla="*/ 2147483646 w 771"/>
                <a:gd name="T27" fmla="*/ 2147483646 h 1088"/>
                <a:gd name="T28" fmla="*/ 2147483646 w 771"/>
                <a:gd name="T29" fmla="*/ 2147483646 h 1088"/>
                <a:gd name="T30" fmla="*/ 2147483646 w 771"/>
                <a:gd name="T31" fmla="*/ 2147483646 h 1088"/>
                <a:gd name="T32" fmla="*/ 2147483646 w 771"/>
                <a:gd name="T33" fmla="*/ 2147483646 h 1088"/>
                <a:gd name="T34" fmla="*/ 2147483646 w 771"/>
                <a:gd name="T35" fmla="*/ 2147483646 h 1088"/>
                <a:gd name="T36" fmla="*/ 2147483646 w 771"/>
                <a:gd name="T37" fmla="*/ 2147483646 h 1088"/>
                <a:gd name="T38" fmla="*/ 2147483646 w 771"/>
                <a:gd name="T39" fmla="*/ 2147483646 h 1088"/>
                <a:gd name="T40" fmla="*/ 2147483646 w 771"/>
                <a:gd name="T41" fmla="*/ 2147483646 h 1088"/>
                <a:gd name="T42" fmla="*/ 2147483646 w 771"/>
                <a:gd name="T43" fmla="*/ 2147483646 h 1088"/>
                <a:gd name="T44" fmla="*/ 2147483646 w 771"/>
                <a:gd name="T45" fmla="*/ 2147483646 h 1088"/>
                <a:gd name="T46" fmla="*/ 2147483646 w 771"/>
                <a:gd name="T47" fmla="*/ 2147483646 h 1088"/>
                <a:gd name="T48" fmla="*/ 2147483646 w 771"/>
                <a:gd name="T49" fmla="*/ 2147483646 h 1088"/>
                <a:gd name="T50" fmla="*/ 2147483646 w 771"/>
                <a:gd name="T51" fmla="*/ 2147483646 h 1088"/>
                <a:gd name="T52" fmla="*/ 2147483646 w 771"/>
                <a:gd name="T53" fmla="*/ 2147483646 h 1088"/>
                <a:gd name="T54" fmla="*/ 2147483646 w 771"/>
                <a:gd name="T55" fmla="*/ 2147483646 h 1088"/>
                <a:gd name="T56" fmla="*/ 2147483646 w 771"/>
                <a:gd name="T57" fmla="*/ 2147483646 h 1088"/>
                <a:gd name="T58" fmla="*/ 2147483646 w 771"/>
                <a:gd name="T59" fmla="*/ 2147483646 h 1088"/>
                <a:gd name="T60" fmla="*/ 2147483646 w 771"/>
                <a:gd name="T61" fmla="*/ 2147483646 h 1088"/>
                <a:gd name="T62" fmla="*/ 2147483646 w 771"/>
                <a:gd name="T63" fmla="*/ 2147483646 h 1088"/>
                <a:gd name="T64" fmla="*/ 2147483646 w 771"/>
                <a:gd name="T65" fmla="*/ 2147483646 h 1088"/>
                <a:gd name="T66" fmla="*/ 2147483646 w 771"/>
                <a:gd name="T67" fmla="*/ 2147483646 h 1088"/>
                <a:gd name="T68" fmla="*/ 2147483646 w 771"/>
                <a:gd name="T69" fmla="*/ 2147483646 h 1088"/>
                <a:gd name="T70" fmla="*/ 2147483646 w 771"/>
                <a:gd name="T71" fmla="*/ 2147483646 h 1088"/>
                <a:gd name="T72" fmla="*/ 2147483646 w 771"/>
                <a:gd name="T73" fmla="*/ 2147483646 h 1088"/>
                <a:gd name="T74" fmla="*/ 2147483646 w 771"/>
                <a:gd name="T75" fmla="*/ 2147483646 h 1088"/>
                <a:gd name="T76" fmla="*/ 2147483646 w 771"/>
                <a:gd name="T77" fmla="*/ 2147483646 h 1088"/>
                <a:gd name="T78" fmla="*/ 2147483646 w 771"/>
                <a:gd name="T79" fmla="*/ 2147483646 h 1088"/>
                <a:gd name="T80" fmla="*/ 2147483646 w 771"/>
                <a:gd name="T81" fmla="*/ 2147483646 h 1088"/>
                <a:gd name="T82" fmla="*/ 2147483646 w 771"/>
                <a:gd name="T83" fmla="*/ 2147483646 h 1088"/>
                <a:gd name="T84" fmla="*/ 2147483646 w 771"/>
                <a:gd name="T85" fmla="*/ 2147483646 h 1088"/>
                <a:gd name="T86" fmla="*/ 2147483646 w 771"/>
                <a:gd name="T87" fmla="*/ 2147483646 h 1088"/>
                <a:gd name="T88" fmla="*/ 2147483646 w 771"/>
                <a:gd name="T89" fmla="*/ 2147483646 h 1088"/>
                <a:gd name="T90" fmla="*/ 2147483646 w 771"/>
                <a:gd name="T91" fmla="*/ 2147483646 h 1088"/>
                <a:gd name="T92" fmla="*/ 2147483646 w 771"/>
                <a:gd name="T93" fmla="*/ 2147483646 h 1088"/>
                <a:gd name="T94" fmla="*/ 2147483646 w 771"/>
                <a:gd name="T95" fmla="*/ 2147483646 h 1088"/>
                <a:gd name="T96" fmla="*/ 2147483646 w 771"/>
                <a:gd name="T97" fmla="*/ 2147483646 h 108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771"/>
                <a:gd name="T148" fmla="*/ 0 h 1088"/>
                <a:gd name="T149" fmla="*/ 771 w 771"/>
                <a:gd name="T150" fmla="*/ 1088 h 108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771" h="1088">
                  <a:moveTo>
                    <a:pt x="771" y="0"/>
                  </a:moveTo>
                  <a:lnTo>
                    <a:pt x="763" y="19"/>
                  </a:lnTo>
                  <a:lnTo>
                    <a:pt x="757" y="37"/>
                  </a:lnTo>
                  <a:lnTo>
                    <a:pt x="749" y="54"/>
                  </a:lnTo>
                  <a:lnTo>
                    <a:pt x="743" y="70"/>
                  </a:lnTo>
                  <a:lnTo>
                    <a:pt x="736" y="86"/>
                  </a:lnTo>
                  <a:lnTo>
                    <a:pt x="730" y="102"/>
                  </a:lnTo>
                  <a:lnTo>
                    <a:pt x="723" y="115"/>
                  </a:lnTo>
                  <a:lnTo>
                    <a:pt x="717" y="130"/>
                  </a:lnTo>
                  <a:lnTo>
                    <a:pt x="712" y="142"/>
                  </a:lnTo>
                  <a:lnTo>
                    <a:pt x="706" y="154"/>
                  </a:lnTo>
                  <a:lnTo>
                    <a:pt x="701" y="166"/>
                  </a:lnTo>
                  <a:lnTo>
                    <a:pt x="696" y="178"/>
                  </a:lnTo>
                  <a:lnTo>
                    <a:pt x="690" y="187"/>
                  </a:lnTo>
                  <a:lnTo>
                    <a:pt x="685" y="198"/>
                  </a:lnTo>
                  <a:lnTo>
                    <a:pt x="680" y="208"/>
                  </a:lnTo>
                  <a:lnTo>
                    <a:pt x="675" y="218"/>
                  </a:lnTo>
                  <a:lnTo>
                    <a:pt x="671" y="229"/>
                  </a:lnTo>
                  <a:lnTo>
                    <a:pt x="664" y="238"/>
                  </a:lnTo>
                  <a:lnTo>
                    <a:pt x="659" y="246"/>
                  </a:lnTo>
                  <a:lnTo>
                    <a:pt x="655" y="256"/>
                  </a:lnTo>
                  <a:lnTo>
                    <a:pt x="648" y="266"/>
                  </a:lnTo>
                  <a:lnTo>
                    <a:pt x="643" y="275"/>
                  </a:lnTo>
                  <a:lnTo>
                    <a:pt x="637" y="285"/>
                  </a:lnTo>
                  <a:lnTo>
                    <a:pt x="631" y="294"/>
                  </a:lnTo>
                  <a:lnTo>
                    <a:pt x="624" y="306"/>
                  </a:lnTo>
                  <a:lnTo>
                    <a:pt x="618" y="315"/>
                  </a:lnTo>
                  <a:lnTo>
                    <a:pt x="611" y="326"/>
                  </a:lnTo>
                  <a:lnTo>
                    <a:pt x="605" y="338"/>
                  </a:lnTo>
                  <a:lnTo>
                    <a:pt x="597" y="349"/>
                  </a:lnTo>
                  <a:lnTo>
                    <a:pt x="589" y="360"/>
                  </a:lnTo>
                  <a:lnTo>
                    <a:pt x="581" y="373"/>
                  </a:lnTo>
                  <a:lnTo>
                    <a:pt x="573" y="386"/>
                  </a:lnTo>
                  <a:lnTo>
                    <a:pt x="562" y="403"/>
                  </a:lnTo>
                  <a:lnTo>
                    <a:pt x="552" y="419"/>
                  </a:lnTo>
                  <a:lnTo>
                    <a:pt x="542" y="434"/>
                  </a:lnTo>
                  <a:lnTo>
                    <a:pt x="533" y="446"/>
                  </a:lnTo>
                  <a:lnTo>
                    <a:pt x="525" y="461"/>
                  </a:lnTo>
                  <a:lnTo>
                    <a:pt x="517" y="472"/>
                  </a:lnTo>
                  <a:lnTo>
                    <a:pt x="509" y="485"/>
                  </a:lnTo>
                  <a:lnTo>
                    <a:pt x="501" y="496"/>
                  </a:lnTo>
                  <a:lnTo>
                    <a:pt x="494" y="506"/>
                  </a:lnTo>
                  <a:lnTo>
                    <a:pt x="486" y="517"/>
                  </a:lnTo>
                  <a:lnTo>
                    <a:pt x="480" y="526"/>
                  </a:lnTo>
                  <a:lnTo>
                    <a:pt x="474" y="536"/>
                  </a:lnTo>
                  <a:lnTo>
                    <a:pt x="467" y="546"/>
                  </a:lnTo>
                  <a:lnTo>
                    <a:pt x="461" y="554"/>
                  </a:lnTo>
                  <a:lnTo>
                    <a:pt x="454" y="563"/>
                  </a:lnTo>
                  <a:lnTo>
                    <a:pt x="448" y="573"/>
                  </a:lnTo>
                  <a:lnTo>
                    <a:pt x="440" y="581"/>
                  </a:lnTo>
                  <a:lnTo>
                    <a:pt x="434" y="590"/>
                  </a:lnTo>
                  <a:lnTo>
                    <a:pt x="427" y="600"/>
                  </a:lnTo>
                  <a:lnTo>
                    <a:pt x="419" y="610"/>
                  </a:lnTo>
                  <a:lnTo>
                    <a:pt x="411" y="619"/>
                  </a:lnTo>
                  <a:lnTo>
                    <a:pt x="403" y="629"/>
                  </a:lnTo>
                  <a:lnTo>
                    <a:pt x="394" y="640"/>
                  </a:lnTo>
                  <a:lnTo>
                    <a:pt x="386" y="651"/>
                  </a:lnTo>
                  <a:lnTo>
                    <a:pt x="376" y="662"/>
                  </a:lnTo>
                  <a:lnTo>
                    <a:pt x="365" y="675"/>
                  </a:lnTo>
                  <a:lnTo>
                    <a:pt x="354" y="688"/>
                  </a:lnTo>
                  <a:lnTo>
                    <a:pt x="342" y="702"/>
                  </a:lnTo>
                  <a:lnTo>
                    <a:pt x="330" y="718"/>
                  </a:lnTo>
                  <a:lnTo>
                    <a:pt x="317" y="734"/>
                  </a:lnTo>
                  <a:lnTo>
                    <a:pt x="302" y="750"/>
                  </a:lnTo>
                  <a:lnTo>
                    <a:pt x="288" y="768"/>
                  </a:lnTo>
                  <a:lnTo>
                    <a:pt x="272" y="787"/>
                  </a:lnTo>
                  <a:lnTo>
                    <a:pt x="258" y="803"/>
                  </a:lnTo>
                  <a:lnTo>
                    <a:pt x="245" y="819"/>
                  </a:lnTo>
                  <a:lnTo>
                    <a:pt x="232" y="834"/>
                  </a:lnTo>
                  <a:lnTo>
                    <a:pt x="221" y="848"/>
                  </a:lnTo>
                  <a:lnTo>
                    <a:pt x="210" y="861"/>
                  </a:lnTo>
                  <a:lnTo>
                    <a:pt x="200" y="874"/>
                  </a:lnTo>
                  <a:lnTo>
                    <a:pt x="190" y="885"/>
                  </a:lnTo>
                  <a:lnTo>
                    <a:pt x="181" y="896"/>
                  </a:lnTo>
                  <a:lnTo>
                    <a:pt x="171" y="906"/>
                  </a:lnTo>
                  <a:lnTo>
                    <a:pt x="163" y="915"/>
                  </a:lnTo>
                  <a:lnTo>
                    <a:pt x="155" y="925"/>
                  </a:lnTo>
                  <a:lnTo>
                    <a:pt x="149" y="934"/>
                  </a:lnTo>
                  <a:lnTo>
                    <a:pt x="141" y="942"/>
                  </a:lnTo>
                  <a:lnTo>
                    <a:pt x="134" y="950"/>
                  </a:lnTo>
                  <a:lnTo>
                    <a:pt x="128" y="957"/>
                  </a:lnTo>
                  <a:lnTo>
                    <a:pt x="120" y="965"/>
                  </a:lnTo>
                  <a:lnTo>
                    <a:pt x="114" y="973"/>
                  </a:lnTo>
                  <a:lnTo>
                    <a:pt x="107" y="979"/>
                  </a:lnTo>
                  <a:lnTo>
                    <a:pt x="101" y="986"/>
                  </a:lnTo>
                  <a:lnTo>
                    <a:pt x="94" y="994"/>
                  </a:lnTo>
                  <a:lnTo>
                    <a:pt x="88" y="1000"/>
                  </a:lnTo>
                  <a:lnTo>
                    <a:pt x="80" y="1008"/>
                  </a:lnTo>
                  <a:lnTo>
                    <a:pt x="74" y="1014"/>
                  </a:lnTo>
                  <a:lnTo>
                    <a:pt x="66" y="1022"/>
                  </a:lnTo>
                  <a:lnTo>
                    <a:pt x="58" y="1030"/>
                  </a:lnTo>
                  <a:lnTo>
                    <a:pt x="50" y="1038"/>
                  </a:lnTo>
                  <a:lnTo>
                    <a:pt x="42" y="1048"/>
                  </a:lnTo>
                  <a:lnTo>
                    <a:pt x="32" y="1058"/>
                  </a:lnTo>
                  <a:lnTo>
                    <a:pt x="22" y="1067"/>
                  </a:lnTo>
                  <a:lnTo>
                    <a:pt x="11" y="1077"/>
                  </a:lnTo>
                  <a:lnTo>
                    <a:pt x="0" y="1088"/>
                  </a:lnTo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62" name="Freeform 79">
              <a:extLst>
                <a:ext uri="{FF2B5EF4-FFF2-40B4-BE49-F238E27FC236}">
                  <a16:creationId xmlns:a16="http://schemas.microsoft.com/office/drawing/2014/main" id="{0EC87DDF-596D-43DA-8DD0-33895AA41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000" y="2840037"/>
              <a:ext cx="1035050" cy="711200"/>
            </a:xfrm>
            <a:custGeom>
              <a:avLst/>
              <a:gdLst>
                <a:gd name="T0" fmla="*/ 2147483646 w 1306"/>
                <a:gd name="T1" fmla="*/ 2147483646 h 896"/>
                <a:gd name="T2" fmla="*/ 2147483646 w 1306"/>
                <a:gd name="T3" fmla="*/ 2147483646 h 896"/>
                <a:gd name="T4" fmla="*/ 2147483646 w 1306"/>
                <a:gd name="T5" fmla="*/ 2147483646 h 896"/>
                <a:gd name="T6" fmla="*/ 2147483646 w 1306"/>
                <a:gd name="T7" fmla="*/ 2147483646 h 896"/>
                <a:gd name="T8" fmla="*/ 2147483646 w 1306"/>
                <a:gd name="T9" fmla="*/ 2147483646 h 896"/>
                <a:gd name="T10" fmla="*/ 2147483646 w 1306"/>
                <a:gd name="T11" fmla="*/ 2147483646 h 896"/>
                <a:gd name="T12" fmla="*/ 2147483646 w 1306"/>
                <a:gd name="T13" fmla="*/ 2147483646 h 896"/>
                <a:gd name="T14" fmla="*/ 2147483646 w 1306"/>
                <a:gd name="T15" fmla="*/ 2147483646 h 896"/>
                <a:gd name="T16" fmla="*/ 2147483646 w 1306"/>
                <a:gd name="T17" fmla="*/ 2147483646 h 896"/>
                <a:gd name="T18" fmla="*/ 2147483646 w 1306"/>
                <a:gd name="T19" fmla="*/ 2147483646 h 896"/>
                <a:gd name="T20" fmla="*/ 2147483646 w 1306"/>
                <a:gd name="T21" fmla="*/ 2147483646 h 896"/>
                <a:gd name="T22" fmla="*/ 2147483646 w 1306"/>
                <a:gd name="T23" fmla="*/ 2147483646 h 896"/>
                <a:gd name="T24" fmla="*/ 2147483646 w 1306"/>
                <a:gd name="T25" fmla="*/ 2147483646 h 896"/>
                <a:gd name="T26" fmla="*/ 2147483646 w 1306"/>
                <a:gd name="T27" fmla="*/ 2147483646 h 896"/>
                <a:gd name="T28" fmla="*/ 2147483646 w 1306"/>
                <a:gd name="T29" fmla="*/ 2147483646 h 896"/>
                <a:gd name="T30" fmla="*/ 2147483646 w 1306"/>
                <a:gd name="T31" fmla="*/ 2147483646 h 896"/>
                <a:gd name="T32" fmla="*/ 2147483646 w 1306"/>
                <a:gd name="T33" fmla="*/ 2147483646 h 896"/>
                <a:gd name="T34" fmla="*/ 2147483646 w 1306"/>
                <a:gd name="T35" fmla="*/ 2147483646 h 896"/>
                <a:gd name="T36" fmla="*/ 2147483646 w 1306"/>
                <a:gd name="T37" fmla="*/ 2147483646 h 896"/>
                <a:gd name="T38" fmla="*/ 2147483646 w 1306"/>
                <a:gd name="T39" fmla="*/ 2147483646 h 896"/>
                <a:gd name="T40" fmla="*/ 2147483646 w 1306"/>
                <a:gd name="T41" fmla="*/ 2147483646 h 896"/>
                <a:gd name="T42" fmla="*/ 2147483646 w 1306"/>
                <a:gd name="T43" fmla="*/ 2147483646 h 896"/>
                <a:gd name="T44" fmla="*/ 2147483646 w 1306"/>
                <a:gd name="T45" fmla="*/ 2147483646 h 896"/>
                <a:gd name="T46" fmla="*/ 2147483646 w 1306"/>
                <a:gd name="T47" fmla="*/ 2147483646 h 896"/>
                <a:gd name="T48" fmla="*/ 2147483646 w 1306"/>
                <a:gd name="T49" fmla="*/ 2147483646 h 896"/>
                <a:gd name="T50" fmla="*/ 2147483646 w 1306"/>
                <a:gd name="T51" fmla="*/ 2147483646 h 896"/>
                <a:gd name="T52" fmla="*/ 2147483646 w 1306"/>
                <a:gd name="T53" fmla="*/ 2147483646 h 896"/>
                <a:gd name="T54" fmla="*/ 2147483646 w 1306"/>
                <a:gd name="T55" fmla="*/ 2147483646 h 896"/>
                <a:gd name="T56" fmla="*/ 2147483646 w 1306"/>
                <a:gd name="T57" fmla="*/ 2147483646 h 896"/>
                <a:gd name="T58" fmla="*/ 2147483646 w 1306"/>
                <a:gd name="T59" fmla="*/ 2147483646 h 896"/>
                <a:gd name="T60" fmla="*/ 2147483646 w 1306"/>
                <a:gd name="T61" fmla="*/ 2147483646 h 896"/>
                <a:gd name="T62" fmla="*/ 2147483646 w 1306"/>
                <a:gd name="T63" fmla="*/ 2147483646 h 896"/>
                <a:gd name="T64" fmla="*/ 2147483646 w 1306"/>
                <a:gd name="T65" fmla="*/ 2147483646 h 896"/>
                <a:gd name="T66" fmla="*/ 2147483646 w 1306"/>
                <a:gd name="T67" fmla="*/ 2147483646 h 896"/>
                <a:gd name="T68" fmla="*/ 2147483646 w 1306"/>
                <a:gd name="T69" fmla="*/ 2147483646 h 896"/>
                <a:gd name="T70" fmla="*/ 2147483646 w 1306"/>
                <a:gd name="T71" fmla="*/ 2147483646 h 896"/>
                <a:gd name="T72" fmla="*/ 2147483646 w 1306"/>
                <a:gd name="T73" fmla="*/ 2147483646 h 896"/>
                <a:gd name="T74" fmla="*/ 2147483646 w 1306"/>
                <a:gd name="T75" fmla="*/ 2147483646 h 896"/>
                <a:gd name="T76" fmla="*/ 2147483646 w 1306"/>
                <a:gd name="T77" fmla="*/ 2147483646 h 896"/>
                <a:gd name="T78" fmla="*/ 2147483646 w 1306"/>
                <a:gd name="T79" fmla="*/ 2147483646 h 896"/>
                <a:gd name="T80" fmla="*/ 2147483646 w 1306"/>
                <a:gd name="T81" fmla="*/ 2147483646 h 896"/>
                <a:gd name="T82" fmla="*/ 2147483646 w 1306"/>
                <a:gd name="T83" fmla="*/ 2147483646 h 896"/>
                <a:gd name="T84" fmla="*/ 2147483646 w 1306"/>
                <a:gd name="T85" fmla="*/ 2147483646 h 896"/>
                <a:gd name="T86" fmla="*/ 2147483646 w 1306"/>
                <a:gd name="T87" fmla="*/ 2147483646 h 896"/>
                <a:gd name="T88" fmla="*/ 2147483646 w 1306"/>
                <a:gd name="T89" fmla="*/ 2147483646 h 896"/>
                <a:gd name="T90" fmla="*/ 2147483646 w 1306"/>
                <a:gd name="T91" fmla="*/ 2147483646 h 896"/>
                <a:gd name="T92" fmla="*/ 2147483646 w 1306"/>
                <a:gd name="T93" fmla="*/ 2147483646 h 896"/>
                <a:gd name="T94" fmla="*/ 2147483646 w 1306"/>
                <a:gd name="T95" fmla="*/ 2147483646 h 896"/>
                <a:gd name="T96" fmla="*/ 2147483646 w 1306"/>
                <a:gd name="T97" fmla="*/ 2147483646 h 89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306"/>
                <a:gd name="T148" fmla="*/ 0 h 896"/>
                <a:gd name="T149" fmla="*/ 1306 w 1306"/>
                <a:gd name="T150" fmla="*/ 896 h 89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306" h="896">
                  <a:moveTo>
                    <a:pt x="1306" y="0"/>
                  </a:moveTo>
                  <a:lnTo>
                    <a:pt x="1268" y="17"/>
                  </a:lnTo>
                  <a:lnTo>
                    <a:pt x="1232" y="33"/>
                  </a:lnTo>
                  <a:lnTo>
                    <a:pt x="1199" y="48"/>
                  </a:lnTo>
                  <a:lnTo>
                    <a:pt x="1167" y="62"/>
                  </a:lnTo>
                  <a:lnTo>
                    <a:pt x="1136" y="75"/>
                  </a:lnTo>
                  <a:lnTo>
                    <a:pt x="1109" y="88"/>
                  </a:lnTo>
                  <a:lnTo>
                    <a:pt x="1083" y="99"/>
                  </a:lnTo>
                  <a:lnTo>
                    <a:pt x="1059" y="110"/>
                  </a:lnTo>
                  <a:lnTo>
                    <a:pt x="1037" y="121"/>
                  </a:lnTo>
                  <a:lnTo>
                    <a:pt x="1015" y="131"/>
                  </a:lnTo>
                  <a:lnTo>
                    <a:pt x="995" y="140"/>
                  </a:lnTo>
                  <a:lnTo>
                    <a:pt x="976" y="148"/>
                  </a:lnTo>
                  <a:lnTo>
                    <a:pt x="960" y="156"/>
                  </a:lnTo>
                  <a:lnTo>
                    <a:pt x="943" y="164"/>
                  </a:lnTo>
                  <a:lnTo>
                    <a:pt x="928" y="172"/>
                  </a:lnTo>
                  <a:lnTo>
                    <a:pt x="914" y="180"/>
                  </a:lnTo>
                  <a:lnTo>
                    <a:pt x="899" y="187"/>
                  </a:lnTo>
                  <a:lnTo>
                    <a:pt x="887" y="195"/>
                  </a:lnTo>
                  <a:lnTo>
                    <a:pt x="874" y="201"/>
                  </a:lnTo>
                  <a:lnTo>
                    <a:pt x="861" y="208"/>
                  </a:lnTo>
                  <a:lnTo>
                    <a:pt x="848" y="216"/>
                  </a:lnTo>
                  <a:lnTo>
                    <a:pt x="837" y="222"/>
                  </a:lnTo>
                  <a:lnTo>
                    <a:pt x="826" y="230"/>
                  </a:lnTo>
                  <a:lnTo>
                    <a:pt x="813" y="238"/>
                  </a:lnTo>
                  <a:lnTo>
                    <a:pt x="800" y="244"/>
                  </a:lnTo>
                  <a:lnTo>
                    <a:pt x="789" y="252"/>
                  </a:lnTo>
                  <a:lnTo>
                    <a:pt x="776" y="262"/>
                  </a:lnTo>
                  <a:lnTo>
                    <a:pt x="762" y="270"/>
                  </a:lnTo>
                  <a:lnTo>
                    <a:pt x="747" y="280"/>
                  </a:lnTo>
                  <a:lnTo>
                    <a:pt x="733" y="289"/>
                  </a:lnTo>
                  <a:lnTo>
                    <a:pt x="717" y="300"/>
                  </a:lnTo>
                  <a:lnTo>
                    <a:pt x="701" y="312"/>
                  </a:lnTo>
                  <a:lnTo>
                    <a:pt x="685" y="323"/>
                  </a:lnTo>
                  <a:lnTo>
                    <a:pt x="669" y="334"/>
                  </a:lnTo>
                  <a:lnTo>
                    <a:pt x="655" y="344"/>
                  </a:lnTo>
                  <a:lnTo>
                    <a:pt x="640" y="353"/>
                  </a:lnTo>
                  <a:lnTo>
                    <a:pt x="627" y="361"/>
                  </a:lnTo>
                  <a:lnTo>
                    <a:pt x="616" y="371"/>
                  </a:lnTo>
                  <a:lnTo>
                    <a:pt x="603" y="379"/>
                  </a:lnTo>
                  <a:lnTo>
                    <a:pt x="592" y="385"/>
                  </a:lnTo>
                  <a:lnTo>
                    <a:pt x="583" y="393"/>
                  </a:lnTo>
                  <a:lnTo>
                    <a:pt x="571" y="400"/>
                  </a:lnTo>
                  <a:lnTo>
                    <a:pt x="562" y="408"/>
                  </a:lnTo>
                  <a:lnTo>
                    <a:pt x="554" y="414"/>
                  </a:lnTo>
                  <a:lnTo>
                    <a:pt x="544" y="420"/>
                  </a:lnTo>
                  <a:lnTo>
                    <a:pt x="535" y="427"/>
                  </a:lnTo>
                  <a:lnTo>
                    <a:pt x="527" y="435"/>
                  </a:lnTo>
                  <a:lnTo>
                    <a:pt x="517" y="441"/>
                  </a:lnTo>
                  <a:lnTo>
                    <a:pt x="507" y="448"/>
                  </a:lnTo>
                  <a:lnTo>
                    <a:pt x="499" y="456"/>
                  </a:lnTo>
                  <a:lnTo>
                    <a:pt x="490" y="462"/>
                  </a:lnTo>
                  <a:lnTo>
                    <a:pt x="480" y="470"/>
                  </a:lnTo>
                  <a:lnTo>
                    <a:pt x="471" y="478"/>
                  </a:lnTo>
                  <a:lnTo>
                    <a:pt x="461" y="486"/>
                  </a:lnTo>
                  <a:lnTo>
                    <a:pt x="450" y="496"/>
                  </a:lnTo>
                  <a:lnTo>
                    <a:pt x="439" y="505"/>
                  </a:lnTo>
                  <a:lnTo>
                    <a:pt x="426" y="515"/>
                  </a:lnTo>
                  <a:lnTo>
                    <a:pt x="415" y="524"/>
                  </a:lnTo>
                  <a:lnTo>
                    <a:pt x="400" y="536"/>
                  </a:lnTo>
                  <a:lnTo>
                    <a:pt x="387" y="548"/>
                  </a:lnTo>
                  <a:lnTo>
                    <a:pt x="371" y="561"/>
                  </a:lnTo>
                  <a:lnTo>
                    <a:pt x="355" y="574"/>
                  </a:lnTo>
                  <a:lnTo>
                    <a:pt x="339" y="588"/>
                  </a:lnTo>
                  <a:lnTo>
                    <a:pt x="320" y="604"/>
                  </a:lnTo>
                  <a:lnTo>
                    <a:pt x="303" y="619"/>
                  </a:lnTo>
                  <a:lnTo>
                    <a:pt x="287" y="633"/>
                  </a:lnTo>
                  <a:lnTo>
                    <a:pt x="271" y="648"/>
                  </a:lnTo>
                  <a:lnTo>
                    <a:pt x="255" y="660"/>
                  </a:lnTo>
                  <a:lnTo>
                    <a:pt x="242" y="672"/>
                  </a:lnTo>
                  <a:lnTo>
                    <a:pt x="229" y="683"/>
                  </a:lnTo>
                  <a:lnTo>
                    <a:pt x="216" y="694"/>
                  </a:lnTo>
                  <a:lnTo>
                    <a:pt x="205" y="704"/>
                  </a:lnTo>
                  <a:lnTo>
                    <a:pt x="194" y="713"/>
                  </a:lnTo>
                  <a:lnTo>
                    <a:pt x="184" y="721"/>
                  </a:lnTo>
                  <a:lnTo>
                    <a:pt x="175" y="731"/>
                  </a:lnTo>
                  <a:lnTo>
                    <a:pt x="165" y="739"/>
                  </a:lnTo>
                  <a:lnTo>
                    <a:pt x="155" y="745"/>
                  </a:lnTo>
                  <a:lnTo>
                    <a:pt x="147" y="753"/>
                  </a:lnTo>
                  <a:lnTo>
                    <a:pt x="139" y="760"/>
                  </a:lnTo>
                  <a:lnTo>
                    <a:pt x="133" y="768"/>
                  </a:lnTo>
                  <a:lnTo>
                    <a:pt x="125" y="774"/>
                  </a:lnTo>
                  <a:lnTo>
                    <a:pt x="117" y="780"/>
                  </a:lnTo>
                  <a:lnTo>
                    <a:pt x="111" y="787"/>
                  </a:lnTo>
                  <a:lnTo>
                    <a:pt x="104" y="793"/>
                  </a:lnTo>
                  <a:lnTo>
                    <a:pt x="96" y="801"/>
                  </a:lnTo>
                  <a:lnTo>
                    <a:pt x="90" y="808"/>
                  </a:lnTo>
                  <a:lnTo>
                    <a:pt x="82" y="814"/>
                  </a:lnTo>
                  <a:lnTo>
                    <a:pt x="74" y="822"/>
                  </a:lnTo>
                  <a:lnTo>
                    <a:pt x="67" y="830"/>
                  </a:lnTo>
                  <a:lnTo>
                    <a:pt x="59" y="838"/>
                  </a:lnTo>
                  <a:lnTo>
                    <a:pt x="50" y="846"/>
                  </a:lnTo>
                  <a:lnTo>
                    <a:pt x="42" y="854"/>
                  </a:lnTo>
                  <a:lnTo>
                    <a:pt x="32" y="864"/>
                  </a:lnTo>
                  <a:lnTo>
                    <a:pt x="23" y="873"/>
                  </a:lnTo>
                  <a:lnTo>
                    <a:pt x="11" y="884"/>
                  </a:lnTo>
                  <a:lnTo>
                    <a:pt x="0" y="896"/>
                  </a:lnTo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63" name="Freeform 80">
              <a:extLst>
                <a:ext uri="{FF2B5EF4-FFF2-40B4-BE49-F238E27FC236}">
                  <a16:creationId xmlns:a16="http://schemas.microsoft.com/office/drawing/2014/main" id="{16B2E8CC-D913-4197-AA31-413E1CEFC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613" y="4362450"/>
              <a:ext cx="101600" cy="152400"/>
            </a:xfrm>
            <a:custGeom>
              <a:avLst/>
              <a:gdLst>
                <a:gd name="T0" fmla="*/ 2147483646 w 128"/>
                <a:gd name="T1" fmla="*/ 0 h 192"/>
                <a:gd name="T2" fmla="*/ 0 w 128"/>
                <a:gd name="T3" fmla="*/ 2147483646 h 192"/>
                <a:gd name="T4" fmla="*/ 2147483646 w 128"/>
                <a:gd name="T5" fmla="*/ 2147483646 h 192"/>
                <a:gd name="T6" fmla="*/ 2147483646 w 128"/>
                <a:gd name="T7" fmla="*/ 2147483646 h 192"/>
                <a:gd name="T8" fmla="*/ 2147483646 w 128"/>
                <a:gd name="T9" fmla="*/ 0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8"/>
                <a:gd name="T16" fmla="*/ 0 h 192"/>
                <a:gd name="T17" fmla="*/ 128 w 128"/>
                <a:gd name="T18" fmla="*/ 192 h 1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8" h="192">
                  <a:moveTo>
                    <a:pt x="64" y="0"/>
                  </a:moveTo>
                  <a:lnTo>
                    <a:pt x="0" y="192"/>
                  </a:lnTo>
                  <a:lnTo>
                    <a:pt x="128" y="32"/>
                  </a:lnTo>
                  <a:lnTo>
                    <a:pt x="96" y="32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000000"/>
            </a:solidFill>
            <a:ln w="2381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64" name="Freeform 81">
              <a:extLst>
                <a:ext uri="{FF2B5EF4-FFF2-40B4-BE49-F238E27FC236}">
                  <a16:creationId xmlns:a16="http://schemas.microsoft.com/office/drawing/2014/main" id="{1D9443D9-C9D0-4E0F-884D-E611E94C0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638" y="3551237"/>
              <a:ext cx="614362" cy="817563"/>
            </a:xfrm>
            <a:custGeom>
              <a:avLst/>
              <a:gdLst>
                <a:gd name="T0" fmla="*/ 2147483646 w 773"/>
                <a:gd name="T1" fmla="*/ 2147483646 h 1030"/>
                <a:gd name="T2" fmla="*/ 2147483646 w 773"/>
                <a:gd name="T3" fmla="*/ 2147483646 h 1030"/>
                <a:gd name="T4" fmla="*/ 2147483646 w 773"/>
                <a:gd name="T5" fmla="*/ 2147483646 h 1030"/>
                <a:gd name="T6" fmla="*/ 2147483646 w 773"/>
                <a:gd name="T7" fmla="*/ 2147483646 h 1030"/>
                <a:gd name="T8" fmla="*/ 2147483646 w 773"/>
                <a:gd name="T9" fmla="*/ 2147483646 h 1030"/>
                <a:gd name="T10" fmla="*/ 2147483646 w 773"/>
                <a:gd name="T11" fmla="*/ 2147483646 h 1030"/>
                <a:gd name="T12" fmla="*/ 2147483646 w 773"/>
                <a:gd name="T13" fmla="*/ 2147483646 h 1030"/>
                <a:gd name="T14" fmla="*/ 2147483646 w 773"/>
                <a:gd name="T15" fmla="*/ 2147483646 h 1030"/>
                <a:gd name="T16" fmla="*/ 2147483646 w 773"/>
                <a:gd name="T17" fmla="*/ 2147483646 h 1030"/>
                <a:gd name="T18" fmla="*/ 2147483646 w 773"/>
                <a:gd name="T19" fmla="*/ 2147483646 h 1030"/>
                <a:gd name="T20" fmla="*/ 2147483646 w 773"/>
                <a:gd name="T21" fmla="*/ 2147483646 h 1030"/>
                <a:gd name="T22" fmla="*/ 2147483646 w 773"/>
                <a:gd name="T23" fmla="*/ 2147483646 h 1030"/>
                <a:gd name="T24" fmla="*/ 2147483646 w 773"/>
                <a:gd name="T25" fmla="*/ 2147483646 h 1030"/>
                <a:gd name="T26" fmla="*/ 2147483646 w 773"/>
                <a:gd name="T27" fmla="*/ 2147483646 h 1030"/>
                <a:gd name="T28" fmla="*/ 2147483646 w 773"/>
                <a:gd name="T29" fmla="*/ 2147483646 h 1030"/>
                <a:gd name="T30" fmla="*/ 2147483646 w 773"/>
                <a:gd name="T31" fmla="*/ 2147483646 h 1030"/>
                <a:gd name="T32" fmla="*/ 2147483646 w 773"/>
                <a:gd name="T33" fmla="*/ 2147483646 h 1030"/>
                <a:gd name="T34" fmla="*/ 2147483646 w 773"/>
                <a:gd name="T35" fmla="*/ 2147483646 h 1030"/>
                <a:gd name="T36" fmla="*/ 2147483646 w 773"/>
                <a:gd name="T37" fmla="*/ 2147483646 h 1030"/>
                <a:gd name="T38" fmla="*/ 2147483646 w 773"/>
                <a:gd name="T39" fmla="*/ 2147483646 h 1030"/>
                <a:gd name="T40" fmla="*/ 2147483646 w 773"/>
                <a:gd name="T41" fmla="*/ 2147483646 h 1030"/>
                <a:gd name="T42" fmla="*/ 2147483646 w 773"/>
                <a:gd name="T43" fmla="*/ 2147483646 h 1030"/>
                <a:gd name="T44" fmla="*/ 2147483646 w 773"/>
                <a:gd name="T45" fmla="*/ 2147483646 h 1030"/>
                <a:gd name="T46" fmla="*/ 2147483646 w 773"/>
                <a:gd name="T47" fmla="*/ 2147483646 h 1030"/>
                <a:gd name="T48" fmla="*/ 2147483646 w 773"/>
                <a:gd name="T49" fmla="*/ 2147483646 h 1030"/>
                <a:gd name="T50" fmla="*/ 2147483646 w 773"/>
                <a:gd name="T51" fmla="*/ 2147483646 h 1030"/>
                <a:gd name="T52" fmla="*/ 2147483646 w 773"/>
                <a:gd name="T53" fmla="*/ 2147483646 h 1030"/>
                <a:gd name="T54" fmla="*/ 2147483646 w 773"/>
                <a:gd name="T55" fmla="*/ 2147483646 h 1030"/>
                <a:gd name="T56" fmla="*/ 2147483646 w 773"/>
                <a:gd name="T57" fmla="*/ 2147483646 h 1030"/>
                <a:gd name="T58" fmla="*/ 2147483646 w 773"/>
                <a:gd name="T59" fmla="*/ 2147483646 h 1030"/>
                <a:gd name="T60" fmla="*/ 2147483646 w 773"/>
                <a:gd name="T61" fmla="*/ 2147483646 h 1030"/>
                <a:gd name="T62" fmla="*/ 2147483646 w 773"/>
                <a:gd name="T63" fmla="*/ 2147483646 h 1030"/>
                <a:gd name="T64" fmla="*/ 2147483646 w 773"/>
                <a:gd name="T65" fmla="*/ 2147483646 h 1030"/>
                <a:gd name="T66" fmla="*/ 2147483646 w 773"/>
                <a:gd name="T67" fmla="*/ 2147483646 h 1030"/>
                <a:gd name="T68" fmla="*/ 2147483646 w 773"/>
                <a:gd name="T69" fmla="*/ 2147483646 h 1030"/>
                <a:gd name="T70" fmla="*/ 2147483646 w 773"/>
                <a:gd name="T71" fmla="*/ 2147483646 h 1030"/>
                <a:gd name="T72" fmla="*/ 2147483646 w 773"/>
                <a:gd name="T73" fmla="*/ 2147483646 h 1030"/>
                <a:gd name="T74" fmla="*/ 2147483646 w 773"/>
                <a:gd name="T75" fmla="*/ 2147483646 h 1030"/>
                <a:gd name="T76" fmla="*/ 2147483646 w 773"/>
                <a:gd name="T77" fmla="*/ 2147483646 h 1030"/>
                <a:gd name="T78" fmla="*/ 2147483646 w 773"/>
                <a:gd name="T79" fmla="*/ 2147483646 h 1030"/>
                <a:gd name="T80" fmla="*/ 2147483646 w 773"/>
                <a:gd name="T81" fmla="*/ 2147483646 h 1030"/>
                <a:gd name="T82" fmla="*/ 2147483646 w 773"/>
                <a:gd name="T83" fmla="*/ 2147483646 h 1030"/>
                <a:gd name="T84" fmla="*/ 2147483646 w 773"/>
                <a:gd name="T85" fmla="*/ 2147483646 h 1030"/>
                <a:gd name="T86" fmla="*/ 2147483646 w 773"/>
                <a:gd name="T87" fmla="*/ 2147483646 h 1030"/>
                <a:gd name="T88" fmla="*/ 2147483646 w 773"/>
                <a:gd name="T89" fmla="*/ 2147483646 h 1030"/>
                <a:gd name="T90" fmla="*/ 2147483646 w 773"/>
                <a:gd name="T91" fmla="*/ 2147483646 h 1030"/>
                <a:gd name="T92" fmla="*/ 2147483646 w 773"/>
                <a:gd name="T93" fmla="*/ 2147483646 h 1030"/>
                <a:gd name="T94" fmla="*/ 2147483646 w 773"/>
                <a:gd name="T95" fmla="*/ 2147483646 h 1030"/>
                <a:gd name="T96" fmla="*/ 2147483646 w 773"/>
                <a:gd name="T97" fmla="*/ 2147483646 h 103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773"/>
                <a:gd name="T148" fmla="*/ 0 h 1030"/>
                <a:gd name="T149" fmla="*/ 773 w 773"/>
                <a:gd name="T150" fmla="*/ 1030 h 103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773" h="1030">
                  <a:moveTo>
                    <a:pt x="0" y="1030"/>
                  </a:moveTo>
                  <a:lnTo>
                    <a:pt x="7" y="1014"/>
                  </a:lnTo>
                  <a:lnTo>
                    <a:pt x="15" y="998"/>
                  </a:lnTo>
                  <a:lnTo>
                    <a:pt x="21" y="984"/>
                  </a:lnTo>
                  <a:lnTo>
                    <a:pt x="27" y="969"/>
                  </a:lnTo>
                  <a:lnTo>
                    <a:pt x="34" y="955"/>
                  </a:lnTo>
                  <a:lnTo>
                    <a:pt x="40" y="944"/>
                  </a:lnTo>
                  <a:lnTo>
                    <a:pt x="45" y="931"/>
                  </a:lnTo>
                  <a:lnTo>
                    <a:pt x="51" y="920"/>
                  </a:lnTo>
                  <a:lnTo>
                    <a:pt x="56" y="910"/>
                  </a:lnTo>
                  <a:lnTo>
                    <a:pt x="61" y="899"/>
                  </a:lnTo>
                  <a:lnTo>
                    <a:pt x="67" y="891"/>
                  </a:lnTo>
                  <a:lnTo>
                    <a:pt x="72" y="881"/>
                  </a:lnTo>
                  <a:lnTo>
                    <a:pt x="77" y="872"/>
                  </a:lnTo>
                  <a:lnTo>
                    <a:pt x="82" y="864"/>
                  </a:lnTo>
                  <a:lnTo>
                    <a:pt x="87" y="856"/>
                  </a:lnTo>
                  <a:lnTo>
                    <a:pt x="90" y="848"/>
                  </a:lnTo>
                  <a:lnTo>
                    <a:pt x="95" y="840"/>
                  </a:lnTo>
                  <a:lnTo>
                    <a:pt x="99" y="832"/>
                  </a:lnTo>
                  <a:lnTo>
                    <a:pt x="106" y="824"/>
                  </a:lnTo>
                  <a:lnTo>
                    <a:pt x="111" y="817"/>
                  </a:lnTo>
                  <a:lnTo>
                    <a:pt x="115" y="809"/>
                  </a:lnTo>
                  <a:lnTo>
                    <a:pt x="120" y="801"/>
                  </a:lnTo>
                  <a:lnTo>
                    <a:pt x="127" y="793"/>
                  </a:lnTo>
                  <a:lnTo>
                    <a:pt x="132" y="784"/>
                  </a:lnTo>
                  <a:lnTo>
                    <a:pt x="138" y="776"/>
                  </a:lnTo>
                  <a:lnTo>
                    <a:pt x="144" y="766"/>
                  </a:lnTo>
                  <a:lnTo>
                    <a:pt x="151" y="756"/>
                  </a:lnTo>
                  <a:lnTo>
                    <a:pt x="159" y="747"/>
                  </a:lnTo>
                  <a:lnTo>
                    <a:pt x="165" y="736"/>
                  </a:lnTo>
                  <a:lnTo>
                    <a:pt x="173" y="724"/>
                  </a:lnTo>
                  <a:lnTo>
                    <a:pt x="181" y="712"/>
                  </a:lnTo>
                  <a:lnTo>
                    <a:pt x="191" y="699"/>
                  </a:lnTo>
                  <a:lnTo>
                    <a:pt x="202" y="683"/>
                  </a:lnTo>
                  <a:lnTo>
                    <a:pt x="212" y="667"/>
                  </a:lnTo>
                  <a:lnTo>
                    <a:pt x="223" y="652"/>
                  </a:lnTo>
                  <a:lnTo>
                    <a:pt x="231" y="640"/>
                  </a:lnTo>
                  <a:lnTo>
                    <a:pt x="240" y="627"/>
                  </a:lnTo>
                  <a:lnTo>
                    <a:pt x="248" y="614"/>
                  </a:lnTo>
                  <a:lnTo>
                    <a:pt x="256" y="603"/>
                  </a:lnTo>
                  <a:lnTo>
                    <a:pt x="264" y="592"/>
                  </a:lnTo>
                  <a:lnTo>
                    <a:pt x="272" y="580"/>
                  </a:lnTo>
                  <a:lnTo>
                    <a:pt x="279" y="571"/>
                  </a:lnTo>
                  <a:lnTo>
                    <a:pt x="285" y="561"/>
                  </a:lnTo>
                  <a:lnTo>
                    <a:pt x="293" y="552"/>
                  </a:lnTo>
                  <a:lnTo>
                    <a:pt x="300" y="542"/>
                  </a:lnTo>
                  <a:lnTo>
                    <a:pt x="306" y="534"/>
                  </a:lnTo>
                  <a:lnTo>
                    <a:pt x="312" y="524"/>
                  </a:lnTo>
                  <a:lnTo>
                    <a:pt x="319" y="515"/>
                  </a:lnTo>
                  <a:lnTo>
                    <a:pt x="327" y="507"/>
                  </a:lnTo>
                  <a:lnTo>
                    <a:pt x="333" y="497"/>
                  </a:lnTo>
                  <a:lnTo>
                    <a:pt x="341" y="488"/>
                  </a:lnTo>
                  <a:lnTo>
                    <a:pt x="349" y="478"/>
                  </a:lnTo>
                  <a:lnTo>
                    <a:pt x="357" y="468"/>
                  </a:lnTo>
                  <a:lnTo>
                    <a:pt x="365" y="459"/>
                  </a:lnTo>
                  <a:lnTo>
                    <a:pt x="373" y="448"/>
                  </a:lnTo>
                  <a:lnTo>
                    <a:pt x="383" y="436"/>
                  </a:lnTo>
                  <a:lnTo>
                    <a:pt x="392" y="425"/>
                  </a:lnTo>
                  <a:lnTo>
                    <a:pt x="404" y="412"/>
                  </a:lnTo>
                  <a:lnTo>
                    <a:pt x="415" y="400"/>
                  </a:lnTo>
                  <a:lnTo>
                    <a:pt x="426" y="385"/>
                  </a:lnTo>
                  <a:lnTo>
                    <a:pt x="439" y="371"/>
                  </a:lnTo>
                  <a:lnTo>
                    <a:pt x="453" y="355"/>
                  </a:lnTo>
                  <a:lnTo>
                    <a:pt x="468" y="337"/>
                  </a:lnTo>
                  <a:lnTo>
                    <a:pt x="482" y="320"/>
                  </a:lnTo>
                  <a:lnTo>
                    <a:pt x="498" y="302"/>
                  </a:lnTo>
                  <a:lnTo>
                    <a:pt x="512" y="284"/>
                  </a:lnTo>
                  <a:lnTo>
                    <a:pt x="525" y="268"/>
                  </a:lnTo>
                  <a:lnTo>
                    <a:pt x="538" y="254"/>
                  </a:lnTo>
                  <a:lnTo>
                    <a:pt x="551" y="240"/>
                  </a:lnTo>
                  <a:lnTo>
                    <a:pt x="562" y="227"/>
                  </a:lnTo>
                  <a:lnTo>
                    <a:pt x="572" y="214"/>
                  </a:lnTo>
                  <a:lnTo>
                    <a:pt x="583" y="203"/>
                  </a:lnTo>
                  <a:lnTo>
                    <a:pt x="591" y="192"/>
                  </a:lnTo>
                  <a:lnTo>
                    <a:pt x="600" y="182"/>
                  </a:lnTo>
                  <a:lnTo>
                    <a:pt x="608" y="172"/>
                  </a:lnTo>
                  <a:lnTo>
                    <a:pt x="616" y="163"/>
                  </a:lnTo>
                  <a:lnTo>
                    <a:pt x="624" y="155"/>
                  </a:lnTo>
                  <a:lnTo>
                    <a:pt x="631" y="147"/>
                  </a:lnTo>
                  <a:lnTo>
                    <a:pt x="639" y="139"/>
                  </a:lnTo>
                  <a:lnTo>
                    <a:pt x="645" y="131"/>
                  </a:lnTo>
                  <a:lnTo>
                    <a:pt x="652" y="123"/>
                  </a:lnTo>
                  <a:lnTo>
                    <a:pt x="660" y="116"/>
                  </a:lnTo>
                  <a:lnTo>
                    <a:pt x="666" y="108"/>
                  </a:lnTo>
                  <a:lnTo>
                    <a:pt x="672" y="102"/>
                  </a:lnTo>
                  <a:lnTo>
                    <a:pt x="679" y="94"/>
                  </a:lnTo>
                  <a:lnTo>
                    <a:pt x="685" y="88"/>
                  </a:lnTo>
                  <a:lnTo>
                    <a:pt x="693" y="80"/>
                  </a:lnTo>
                  <a:lnTo>
                    <a:pt x="700" y="73"/>
                  </a:lnTo>
                  <a:lnTo>
                    <a:pt x="708" y="65"/>
                  </a:lnTo>
                  <a:lnTo>
                    <a:pt x="716" y="57"/>
                  </a:lnTo>
                  <a:lnTo>
                    <a:pt x="724" y="49"/>
                  </a:lnTo>
                  <a:lnTo>
                    <a:pt x="733" y="40"/>
                  </a:lnTo>
                  <a:lnTo>
                    <a:pt x="743" y="30"/>
                  </a:lnTo>
                  <a:lnTo>
                    <a:pt x="752" y="20"/>
                  </a:lnTo>
                  <a:lnTo>
                    <a:pt x="762" y="11"/>
                  </a:lnTo>
                  <a:lnTo>
                    <a:pt x="773" y="0"/>
                  </a:lnTo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65" name="Rectangle 82">
              <a:extLst>
                <a:ext uri="{FF2B5EF4-FFF2-40B4-BE49-F238E27FC236}">
                  <a16:creationId xmlns:a16="http://schemas.microsoft.com/office/drawing/2014/main" id="{0CA42281-2C0C-4831-8BE7-8CFDADF666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4488" y="4818062"/>
              <a:ext cx="2286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66" name="Rectangle 83">
              <a:extLst>
                <a:ext uri="{FF2B5EF4-FFF2-40B4-BE49-F238E27FC236}">
                  <a16:creationId xmlns:a16="http://schemas.microsoft.com/office/drawing/2014/main" id="{EA3F63DA-8E69-4EBF-AAA6-16C3E983FF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6925" y="3681412"/>
              <a:ext cx="2286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67" name="Freeform 84">
              <a:extLst>
                <a:ext uri="{FF2B5EF4-FFF2-40B4-BE49-F238E27FC236}">
                  <a16:creationId xmlns:a16="http://schemas.microsoft.com/office/drawing/2014/main" id="{6AA27443-9AC4-444F-B0B3-7A323B53B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213" y="3041650"/>
              <a:ext cx="76200" cy="152400"/>
            </a:xfrm>
            <a:custGeom>
              <a:avLst/>
              <a:gdLst>
                <a:gd name="T0" fmla="*/ 2147483646 w 96"/>
                <a:gd name="T1" fmla="*/ 2147483646 h 192"/>
                <a:gd name="T2" fmla="*/ 0 w 96"/>
                <a:gd name="T3" fmla="*/ 0 h 192"/>
                <a:gd name="T4" fmla="*/ 0 w 96"/>
                <a:gd name="T5" fmla="*/ 2147483646 h 192"/>
                <a:gd name="T6" fmla="*/ 2147483646 w 96"/>
                <a:gd name="T7" fmla="*/ 2147483646 h 192"/>
                <a:gd name="T8" fmla="*/ 2147483646 w 96"/>
                <a:gd name="T9" fmla="*/ 2147483646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92"/>
                <a:gd name="T17" fmla="*/ 96 w 96"/>
                <a:gd name="T18" fmla="*/ 192 h 1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92">
                  <a:moveTo>
                    <a:pt x="96" y="192"/>
                  </a:moveTo>
                  <a:lnTo>
                    <a:pt x="0" y="0"/>
                  </a:lnTo>
                  <a:lnTo>
                    <a:pt x="0" y="192"/>
                  </a:lnTo>
                  <a:lnTo>
                    <a:pt x="64" y="192"/>
                  </a:lnTo>
                  <a:lnTo>
                    <a:pt x="96" y="192"/>
                  </a:lnTo>
                  <a:close/>
                </a:path>
              </a:pathLst>
            </a:custGeom>
            <a:solidFill>
              <a:srgbClr val="000000"/>
            </a:solidFill>
            <a:ln w="2381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68" name="Freeform 85">
              <a:extLst>
                <a:ext uri="{FF2B5EF4-FFF2-40B4-BE49-F238E27FC236}">
                  <a16:creationId xmlns:a16="http://schemas.microsoft.com/office/drawing/2014/main" id="{6D43DEBD-39AE-4CB9-975E-CA327CB3B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663" y="3201987"/>
              <a:ext cx="65087" cy="542925"/>
            </a:xfrm>
            <a:custGeom>
              <a:avLst/>
              <a:gdLst>
                <a:gd name="T0" fmla="*/ 2147483646 w 84"/>
                <a:gd name="T1" fmla="*/ 2147483646 h 684"/>
                <a:gd name="T2" fmla="*/ 2147483646 w 84"/>
                <a:gd name="T3" fmla="*/ 2147483646 h 684"/>
                <a:gd name="T4" fmla="*/ 2147483646 w 84"/>
                <a:gd name="T5" fmla="*/ 2147483646 h 684"/>
                <a:gd name="T6" fmla="*/ 2147483646 w 84"/>
                <a:gd name="T7" fmla="*/ 2147483646 h 684"/>
                <a:gd name="T8" fmla="*/ 2147483646 w 84"/>
                <a:gd name="T9" fmla="*/ 2147483646 h 684"/>
                <a:gd name="T10" fmla="*/ 2147483646 w 84"/>
                <a:gd name="T11" fmla="*/ 2147483646 h 684"/>
                <a:gd name="T12" fmla="*/ 2147483646 w 84"/>
                <a:gd name="T13" fmla="*/ 2147483646 h 684"/>
                <a:gd name="T14" fmla="*/ 2147483646 w 84"/>
                <a:gd name="T15" fmla="*/ 2147483646 h 684"/>
                <a:gd name="T16" fmla="*/ 2147483646 w 84"/>
                <a:gd name="T17" fmla="*/ 2147483646 h 684"/>
                <a:gd name="T18" fmla="*/ 2147483646 w 84"/>
                <a:gd name="T19" fmla="*/ 2147483646 h 684"/>
                <a:gd name="T20" fmla="*/ 2147483646 w 84"/>
                <a:gd name="T21" fmla="*/ 2147483646 h 684"/>
                <a:gd name="T22" fmla="*/ 2147483646 w 84"/>
                <a:gd name="T23" fmla="*/ 2147483646 h 684"/>
                <a:gd name="T24" fmla="*/ 2147483646 w 84"/>
                <a:gd name="T25" fmla="*/ 2147483646 h 684"/>
                <a:gd name="T26" fmla="*/ 2147483646 w 84"/>
                <a:gd name="T27" fmla="*/ 2147483646 h 684"/>
                <a:gd name="T28" fmla="*/ 2147483646 w 84"/>
                <a:gd name="T29" fmla="*/ 2147483646 h 684"/>
                <a:gd name="T30" fmla="*/ 2147483646 w 84"/>
                <a:gd name="T31" fmla="*/ 2147483646 h 684"/>
                <a:gd name="T32" fmla="*/ 2147483646 w 84"/>
                <a:gd name="T33" fmla="*/ 2147483646 h 684"/>
                <a:gd name="T34" fmla="*/ 2147483646 w 84"/>
                <a:gd name="T35" fmla="*/ 2147483646 h 684"/>
                <a:gd name="T36" fmla="*/ 2147483646 w 84"/>
                <a:gd name="T37" fmla="*/ 2147483646 h 684"/>
                <a:gd name="T38" fmla="*/ 2147483646 w 84"/>
                <a:gd name="T39" fmla="*/ 2147483646 h 684"/>
                <a:gd name="T40" fmla="*/ 2147483646 w 84"/>
                <a:gd name="T41" fmla="*/ 2147483646 h 684"/>
                <a:gd name="T42" fmla="*/ 2147483646 w 84"/>
                <a:gd name="T43" fmla="*/ 2147483646 h 684"/>
                <a:gd name="T44" fmla="*/ 2147483646 w 84"/>
                <a:gd name="T45" fmla="*/ 2147483646 h 684"/>
                <a:gd name="T46" fmla="*/ 2147483646 w 84"/>
                <a:gd name="T47" fmla="*/ 2147483646 h 684"/>
                <a:gd name="T48" fmla="*/ 2147483646 w 84"/>
                <a:gd name="T49" fmla="*/ 2147483646 h 684"/>
                <a:gd name="T50" fmla="*/ 2147483646 w 84"/>
                <a:gd name="T51" fmla="*/ 2147483646 h 684"/>
                <a:gd name="T52" fmla="*/ 2147483646 w 84"/>
                <a:gd name="T53" fmla="*/ 2147483646 h 684"/>
                <a:gd name="T54" fmla="*/ 2147483646 w 84"/>
                <a:gd name="T55" fmla="*/ 2147483646 h 684"/>
                <a:gd name="T56" fmla="*/ 2147483646 w 84"/>
                <a:gd name="T57" fmla="*/ 2147483646 h 684"/>
                <a:gd name="T58" fmla="*/ 2147483646 w 84"/>
                <a:gd name="T59" fmla="*/ 2147483646 h 684"/>
                <a:gd name="T60" fmla="*/ 2147483646 w 84"/>
                <a:gd name="T61" fmla="*/ 2147483646 h 684"/>
                <a:gd name="T62" fmla="*/ 2147483646 w 84"/>
                <a:gd name="T63" fmla="*/ 2147483646 h 684"/>
                <a:gd name="T64" fmla="*/ 2147483646 w 84"/>
                <a:gd name="T65" fmla="*/ 2147483646 h 684"/>
                <a:gd name="T66" fmla="*/ 2147483646 w 84"/>
                <a:gd name="T67" fmla="*/ 2147483646 h 684"/>
                <a:gd name="T68" fmla="*/ 2147483646 w 84"/>
                <a:gd name="T69" fmla="*/ 2147483646 h 684"/>
                <a:gd name="T70" fmla="*/ 2147483646 w 84"/>
                <a:gd name="T71" fmla="*/ 2147483646 h 684"/>
                <a:gd name="T72" fmla="*/ 2147483646 w 84"/>
                <a:gd name="T73" fmla="*/ 2147483646 h 684"/>
                <a:gd name="T74" fmla="*/ 2147483646 w 84"/>
                <a:gd name="T75" fmla="*/ 2147483646 h 684"/>
                <a:gd name="T76" fmla="*/ 2147483646 w 84"/>
                <a:gd name="T77" fmla="*/ 2147483646 h 684"/>
                <a:gd name="T78" fmla="*/ 2147483646 w 84"/>
                <a:gd name="T79" fmla="*/ 2147483646 h 684"/>
                <a:gd name="T80" fmla="*/ 2147483646 w 84"/>
                <a:gd name="T81" fmla="*/ 2147483646 h 684"/>
                <a:gd name="T82" fmla="*/ 2147483646 w 84"/>
                <a:gd name="T83" fmla="*/ 2147483646 h 684"/>
                <a:gd name="T84" fmla="*/ 2147483646 w 84"/>
                <a:gd name="T85" fmla="*/ 2147483646 h 684"/>
                <a:gd name="T86" fmla="*/ 2147483646 w 84"/>
                <a:gd name="T87" fmla="*/ 2147483646 h 684"/>
                <a:gd name="T88" fmla="*/ 2147483646 w 84"/>
                <a:gd name="T89" fmla="*/ 2147483646 h 684"/>
                <a:gd name="T90" fmla="*/ 2147483646 w 84"/>
                <a:gd name="T91" fmla="*/ 2147483646 h 684"/>
                <a:gd name="T92" fmla="*/ 2147483646 w 84"/>
                <a:gd name="T93" fmla="*/ 2147483646 h 684"/>
                <a:gd name="T94" fmla="*/ 2147483646 w 84"/>
                <a:gd name="T95" fmla="*/ 2147483646 h 684"/>
                <a:gd name="T96" fmla="*/ 2147483646 w 84"/>
                <a:gd name="T97" fmla="*/ 2147483646 h 68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84"/>
                <a:gd name="T148" fmla="*/ 0 h 684"/>
                <a:gd name="T149" fmla="*/ 84 w 84"/>
                <a:gd name="T150" fmla="*/ 684 h 68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84" h="684">
                  <a:moveTo>
                    <a:pt x="0" y="0"/>
                  </a:moveTo>
                  <a:lnTo>
                    <a:pt x="2" y="4"/>
                  </a:lnTo>
                  <a:lnTo>
                    <a:pt x="4" y="9"/>
                  </a:lnTo>
                  <a:lnTo>
                    <a:pt x="5" y="14"/>
                  </a:lnTo>
                  <a:lnTo>
                    <a:pt x="7" y="19"/>
                  </a:lnTo>
                  <a:lnTo>
                    <a:pt x="8" y="22"/>
                  </a:lnTo>
                  <a:lnTo>
                    <a:pt x="10" y="27"/>
                  </a:lnTo>
                  <a:lnTo>
                    <a:pt x="10" y="32"/>
                  </a:lnTo>
                  <a:lnTo>
                    <a:pt x="12" y="35"/>
                  </a:lnTo>
                  <a:lnTo>
                    <a:pt x="13" y="40"/>
                  </a:lnTo>
                  <a:lnTo>
                    <a:pt x="15" y="43"/>
                  </a:lnTo>
                  <a:lnTo>
                    <a:pt x="15" y="48"/>
                  </a:lnTo>
                  <a:lnTo>
                    <a:pt x="16" y="51"/>
                  </a:lnTo>
                  <a:lnTo>
                    <a:pt x="16" y="56"/>
                  </a:lnTo>
                  <a:lnTo>
                    <a:pt x="18" y="60"/>
                  </a:lnTo>
                  <a:lnTo>
                    <a:pt x="20" y="64"/>
                  </a:lnTo>
                  <a:lnTo>
                    <a:pt x="20" y="68"/>
                  </a:lnTo>
                  <a:lnTo>
                    <a:pt x="21" y="73"/>
                  </a:lnTo>
                  <a:lnTo>
                    <a:pt x="21" y="76"/>
                  </a:lnTo>
                  <a:lnTo>
                    <a:pt x="23" y="81"/>
                  </a:lnTo>
                  <a:lnTo>
                    <a:pt x="23" y="86"/>
                  </a:lnTo>
                  <a:lnTo>
                    <a:pt x="24" y="91"/>
                  </a:lnTo>
                  <a:lnTo>
                    <a:pt x="26" y="94"/>
                  </a:lnTo>
                  <a:lnTo>
                    <a:pt x="26" y="99"/>
                  </a:lnTo>
                  <a:lnTo>
                    <a:pt x="28" y="104"/>
                  </a:lnTo>
                  <a:lnTo>
                    <a:pt x="28" y="110"/>
                  </a:lnTo>
                  <a:lnTo>
                    <a:pt x="29" y="115"/>
                  </a:lnTo>
                  <a:lnTo>
                    <a:pt x="29" y="120"/>
                  </a:lnTo>
                  <a:lnTo>
                    <a:pt x="31" y="124"/>
                  </a:lnTo>
                  <a:lnTo>
                    <a:pt x="32" y="131"/>
                  </a:lnTo>
                  <a:lnTo>
                    <a:pt x="32" y="136"/>
                  </a:lnTo>
                  <a:lnTo>
                    <a:pt x="34" y="142"/>
                  </a:lnTo>
                  <a:lnTo>
                    <a:pt x="36" y="148"/>
                  </a:lnTo>
                  <a:lnTo>
                    <a:pt x="37" y="160"/>
                  </a:lnTo>
                  <a:lnTo>
                    <a:pt x="39" y="171"/>
                  </a:lnTo>
                  <a:lnTo>
                    <a:pt x="42" y="180"/>
                  </a:lnTo>
                  <a:lnTo>
                    <a:pt x="44" y="190"/>
                  </a:lnTo>
                  <a:lnTo>
                    <a:pt x="45" y="200"/>
                  </a:lnTo>
                  <a:lnTo>
                    <a:pt x="47" y="208"/>
                  </a:lnTo>
                  <a:lnTo>
                    <a:pt x="48" y="217"/>
                  </a:lnTo>
                  <a:lnTo>
                    <a:pt x="48" y="224"/>
                  </a:lnTo>
                  <a:lnTo>
                    <a:pt x="50" y="232"/>
                  </a:lnTo>
                  <a:lnTo>
                    <a:pt x="52" y="240"/>
                  </a:lnTo>
                  <a:lnTo>
                    <a:pt x="53" y="246"/>
                  </a:lnTo>
                  <a:lnTo>
                    <a:pt x="53" y="252"/>
                  </a:lnTo>
                  <a:lnTo>
                    <a:pt x="55" y="259"/>
                  </a:lnTo>
                  <a:lnTo>
                    <a:pt x="56" y="265"/>
                  </a:lnTo>
                  <a:lnTo>
                    <a:pt x="56" y="273"/>
                  </a:lnTo>
                  <a:lnTo>
                    <a:pt x="58" y="280"/>
                  </a:lnTo>
                  <a:lnTo>
                    <a:pt x="58" y="286"/>
                  </a:lnTo>
                  <a:lnTo>
                    <a:pt x="60" y="292"/>
                  </a:lnTo>
                  <a:lnTo>
                    <a:pt x="60" y="299"/>
                  </a:lnTo>
                  <a:lnTo>
                    <a:pt x="61" y="307"/>
                  </a:lnTo>
                  <a:lnTo>
                    <a:pt x="61" y="313"/>
                  </a:lnTo>
                  <a:lnTo>
                    <a:pt x="63" y="321"/>
                  </a:lnTo>
                  <a:lnTo>
                    <a:pt x="63" y="329"/>
                  </a:lnTo>
                  <a:lnTo>
                    <a:pt x="64" y="339"/>
                  </a:lnTo>
                  <a:lnTo>
                    <a:pt x="64" y="347"/>
                  </a:lnTo>
                  <a:lnTo>
                    <a:pt x="66" y="356"/>
                  </a:lnTo>
                  <a:lnTo>
                    <a:pt x="66" y="368"/>
                  </a:lnTo>
                  <a:lnTo>
                    <a:pt x="68" y="379"/>
                  </a:lnTo>
                  <a:lnTo>
                    <a:pt x="68" y="390"/>
                  </a:lnTo>
                  <a:lnTo>
                    <a:pt x="69" y="403"/>
                  </a:lnTo>
                  <a:lnTo>
                    <a:pt x="71" y="416"/>
                  </a:lnTo>
                  <a:lnTo>
                    <a:pt x="71" y="428"/>
                  </a:lnTo>
                  <a:lnTo>
                    <a:pt x="72" y="443"/>
                  </a:lnTo>
                  <a:lnTo>
                    <a:pt x="74" y="456"/>
                  </a:lnTo>
                  <a:lnTo>
                    <a:pt x="74" y="468"/>
                  </a:lnTo>
                  <a:lnTo>
                    <a:pt x="76" y="480"/>
                  </a:lnTo>
                  <a:lnTo>
                    <a:pt x="76" y="491"/>
                  </a:lnTo>
                  <a:lnTo>
                    <a:pt x="77" y="500"/>
                  </a:lnTo>
                  <a:lnTo>
                    <a:pt x="77" y="510"/>
                  </a:lnTo>
                  <a:lnTo>
                    <a:pt x="79" y="520"/>
                  </a:lnTo>
                  <a:lnTo>
                    <a:pt x="79" y="528"/>
                  </a:lnTo>
                  <a:lnTo>
                    <a:pt x="79" y="536"/>
                  </a:lnTo>
                  <a:lnTo>
                    <a:pt x="80" y="544"/>
                  </a:lnTo>
                  <a:lnTo>
                    <a:pt x="80" y="550"/>
                  </a:lnTo>
                  <a:lnTo>
                    <a:pt x="80" y="556"/>
                  </a:lnTo>
                  <a:lnTo>
                    <a:pt x="82" y="563"/>
                  </a:lnTo>
                  <a:lnTo>
                    <a:pt x="82" y="569"/>
                  </a:lnTo>
                  <a:lnTo>
                    <a:pt x="82" y="576"/>
                  </a:lnTo>
                  <a:lnTo>
                    <a:pt x="82" y="582"/>
                  </a:lnTo>
                  <a:lnTo>
                    <a:pt x="82" y="587"/>
                  </a:lnTo>
                  <a:lnTo>
                    <a:pt x="82" y="593"/>
                  </a:lnTo>
                  <a:lnTo>
                    <a:pt x="82" y="600"/>
                  </a:lnTo>
                  <a:lnTo>
                    <a:pt x="84" y="604"/>
                  </a:lnTo>
                  <a:lnTo>
                    <a:pt x="84" y="611"/>
                  </a:lnTo>
                  <a:lnTo>
                    <a:pt x="84" y="617"/>
                  </a:lnTo>
                  <a:lnTo>
                    <a:pt x="84" y="622"/>
                  </a:lnTo>
                  <a:lnTo>
                    <a:pt x="84" y="628"/>
                  </a:lnTo>
                  <a:lnTo>
                    <a:pt x="84" y="636"/>
                  </a:lnTo>
                  <a:lnTo>
                    <a:pt x="84" y="643"/>
                  </a:lnTo>
                  <a:lnTo>
                    <a:pt x="84" y="651"/>
                  </a:lnTo>
                  <a:lnTo>
                    <a:pt x="84" y="657"/>
                  </a:lnTo>
                  <a:lnTo>
                    <a:pt x="84" y="667"/>
                  </a:lnTo>
                  <a:lnTo>
                    <a:pt x="84" y="675"/>
                  </a:lnTo>
                  <a:lnTo>
                    <a:pt x="84" y="684"/>
                  </a:lnTo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69" name="Freeform 86">
              <a:extLst>
                <a:ext uri="{FF2B5EF4-FFF2-40B4-BE49-F238E27FC236}">
                  <a16:creationId xmlns:a16="http://schemas.microsoft.com/office/drawing/2014/main" id="{CDF0FD63-3453-4FD1-85DA-61E35605A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400" y="3744912"/>
              <a:ext cx="133350" cy="728663"/>
            </a:xfrm>
            <a:custGeom>
              <a:avLst/>
              <a:gdLst>
                <a:gd name="T0" fmla="*/ 2147483646 w 170"/>
                <a:gd name="T1" fmla="*/ 2147483646 h 919"/>
                <a:gd name="T2" fmla="*/ 2147483646 w 170"/>
                <a:gd name="T3" fmla="*/ 2147483646 h 919"/>
                <a:gd name="T4" fmla="*/ 2147483646 w 170"/>
                <a:gd name="T5" fmla="*/ 2147483646 h 919"/>
                <a:gd name="T6" fmla="*/ 2147483646 w 170"/>
                <a:gd name="T7" fmla="*/ 2147483646 h 919"/>
                <a:gd name="T8" fmla="*/ 2147483646 w 170"/>
                <a:gd name="T9" fmla="*/ 2147483646 h 919"/>
                <a:gd name="T10" fmla="*/ 2147483646 w 170"/>
                <a:gd name="T11" fmla="*/ 2147483646 h 919"/>
                <a:gd name="T12" fmla="*/ 2147483646 w 170"/>
                <a:gd name="T13" fmla="*/ 2147483646 h 919"/>
                <a:gd name="T14" fmla="*/ 2147483646 w 170"/>
                <a:gd name="T15" fmla="*/ 2147483646 h 919"/>
                <a:gd name="T16" fmla="*/ 2147483646 w 170"/>
                <a:gd name="T17" fmla="*/ 2147483646 h 919"/>
                <a:gd name="T18" fmla="*/ 2147483646 w 170"/>
                <a:gd name="T19" fmla="*/ 2147483646 h 919"/>
                <a:gd name="T20" fmla="*/ 2147483646 w 170"/>
                <a:gd name="T21" fmla="*/ 2147483646 h 919"/>
                <a:gd name="T22" fmla="*/ 2147483646 w 170"/>
                <a:gd name="T23" fmla="*/ 2147483646 h 919"/>
                <a:gd name="T24" fmla="*/ 2147483646 w 170"/>
                <a:gd name="T25" fmla="*/ 2147483646 h 919"/>
                <a:gd name="T26" fmla="*/ 2147483646 w 170"/>
                <a:gd name="T27" fmla="*/ 2147483646 h 919"/>
                <a:gd name="T28" fmla="*/ 2147483646 w 170"/>
                <a:gd name="T29" fmla="*/ 2147483646 h 919"/>
                <a:gd name="T30" fmla="*/ 2147483646 w 170"/>
                <a:gd name="T31" fmla="*/ 2147483646 h 919"/>
                <a:gd name="T32" fmla="*/ 2147483646 w 170"/>
                <a:gd name="T33" fmla="*/ 2147483646 h 919"/>
                <a:gd name="T34" fmla="*/ 2147483646 w 170"/>
                <a:gd name="T35" fmla="*/ 2147483646 h 919"/>
                <a:gd name="T36" fmla="*/ 2147483646 w 170"/>
                <a:gd name="T37" fmla="*/ 2147483646 h 919"/>
                <a:gd name="T38" fmla="*/ 2147483646 w 170"/>
                <a:gd name="T39" fmla="*/ 2147483646 h 919"/>
                <a:gd name="T40" fmla="*/ 2147483646 w 170"/>
                <a:gd name="T41" fmla="*/ 2147483646 h 919"/>
                <a:gd name="T42" fmla="*/ 2147483646 w 170"/>
                <a:gd name="T43" fmla="*/ 2147483646 h 919"/>
                <a:gd name="T44" fmla="*/ 2147483646 w 170"/>
                <a:gd name="T45" fmla="*/ 2147483646 h 919"/>
                <a:gd name="T46" fmla="*/ 2147483646 w 170"/>
                <a:gd name="T47" fmla="*/ 2147483646 h 919"/>
                <a:gd name="T48" fmla="*/ 2147483646 w 170"/>
                <a:gd name="T49" fmla="*/ 2147483646 h 919"/>
                <a:gd name="T50" fmla="*/ 2147483646 w 170"/>
                <a:gd name="T51" fmla="*/ 2147483646 h 919"/>
                <a:gd name="T52" fmla="*/ 2147483646 w 170"/>
                <a:gd name="T53" fmla="*/ 2147483646 h 919"/>
                <a:gd name="T54" fmla="*/ 2147483646 w 170"/>
                <a:gd name="T55" fmla="*/ 2147483646 h 919"/>
                <a:gd name="T56" fmla="*/ 2147483646 w 170"/>
                <a:gd name="T57" fmla="*/ 2147483646 h 919"/>
                <a:gd name="T58" fmla="*/ 2147483646 w 170"/>
                <a:gd name="T59" fmla="*/ 2147483646 h 919"/>
                <a:gd name="T60" fmla="*/ 2147483646 w 170"/>
                <a:gd name="T61" fmla="*/ 2147483646 h 919"/>
                <a:gd name="T62" fmla="*/ 2147483646 w 170"/>
                <a:gd name="T63" fmla="*/ 2147483646 h 919"/>
                <a:gd name="T64" fmla="*/ 2147483646 w 170"/>
                <a:gd name="T65" fmla="*/ 2147483646 h 919"/>
                <a:gd name="T66" fmla="*/ 2147483646 w 170"/>
                <a:gd name="T67" fmla="*/ 2147483646 h 919"/>
                <a:gd name="T68" fmla="*/ 2147483646 w 170"/>
                <a:gd name="T69" fmla="*/ 2147483646 h 919"/>
                <a:gd name="T70" fmla="*/ 2147483646 w 170"/>
                <a:gd name="T71" fmla="*/ 2147483646 h 919"/>
                <a:gd name="T72" fmla="*/ 2147483646 w 170"/>
                <a:gd name="T73" fmla="*/ 2147483646 h 919"/>
                <a:gd name="T74" fmla="*/ 2147483646 w 170"/>
                <a:gd name="T75" fmla="*/ 2147483646 h 919"/>
                <a:gd name="T76" fmla="*/ 2147483646 w 170"/>
                <a:gd name="T77" fmla="*/ 2147483646 h 919"/>
                <a:gd name="T78" fmla="*/ 2147483646 w 170"/>
                <a:gd name="T79" fmla="*/ 2147483646 h 919"/>
                <a:gd name="T80" fmla="*/ 2147483646 w 170"/>
                <a:gd name="T81" fmla="*/ 2147483646 h 919"/>
                <a:gd name="T82" fmla="*/ 2147483646 w 170"/>
                <a:gd name="T83" fmla="*/ 2147483646 h 919"/>
                <a:gd name="T84" fmla="*/ 2147483646 w 170"/>
                <a:gd name="T85" fmla="*/ 2147483646 h 919"/>
                <a:gd name="T86" fmla="*/ 2147483646 w 170"/>
                <a:gd name="T87" fmla="*/ 2147483646 h 919"/>
                <a:gd name="T88" fmla="*/ 2147483646 w 170"/>
                <a:gd name="T89" fmla="*/ 2147483646 h 919"/>
                <a:gd name="T90" fmla="*/ 2147483646 w 170"/>
                <a:gd name="T91" fmla="*/ 2147483646 h 919"/>
                <a:gd name="T92" fmla="*/ 2147483646 w 170"/>
                <a:gd name="T93" fmla="*/ 2147483646 h 919"/>
                <a:gd name="T94" fmla="*/ 2147483646 w 170"/>
                <a:gd name="T95" fmla="*/ 2147483646 h 919"/>
                <a:gd name="T96" fmla="*/ 2147483646 w 170"/>
                <a:gd name="T97" fmla="*/ 2147483646 h 91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70"/>
                <a:gd name="T148" fmla="*/ 0 h 919"/>
                <a:gd name="T149" fmla="*/ 170 w 170"/>
                <a:gd name="T150" fmla="*/ 919 h 91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70" h="919">
                  <a:moveTo>
                    <a:pt x="0" y="919"/>
                  </a:moveTo>
                  <a:lnTo>
                    <a:pt x="10" y="896"/>
                  </a:lnTo>
                  <a:lnTo>
                    <a:pt x="18" y="874"/>
                  </a:lnTo>
                  <a:lnTo>
                    <a:pt x="26" y="853"/>
                  </a:lnTo>
                  <a:lnTo>
                    <a:pt x="32" y="834"/>
                  </a:lnTo>
                  <a:lnTo>
                    <a:pt x="40" y="816"/>
                  </a:lnTo>
                  <a:lnTo>
                    <a:pt x="45" y="799"/>
                  </a:lnTo>
                  <a:lnTo>
                    <a:pt x="51" y="784"/>
                  </a:lnTo>
                  <a:lnTo>
                    <a:pt x="58" y="770"/>
                  </a:lnTo>
                  <a:lnTo>
                    <a:pt x="62" y="756"/>
                  </a:lnTo>
                  <a:lnTo>
                    <a:pt x="67" y="743"/>
                  </a:lnTo>
                  <a:lnTo>
                    <a:pt x="70" y="730"/>
                  </a:lnTo>
                  <a:lnTo>
                    <a:pt x="75" y="719"/>
                  </a:lnTo>
                  <a:lnTo>
                    <a:pt x="78" y="708"/>
                  </a:lnTo>
                  <a:lnTo>
                    <a:pt x="82" y="698"/>
                  </a:lnTo>
                  <a:lnTo>
                    <a:pt x="85" y="688"/>
                  </a:lnTo>
                  <a:lnTo>
                    <a:pt x="88" y="679"/>
                  </a:lnTo>
                  <a:lnTo>
                    <a:pt x="91" y="671"/>
                  </a:lnTo>
                  <a:lnTo>
                    <a:pt x="93" y="663"/>
                  </a:lnTo>
                  <a:lnTo>
                    <a:pt x="96" y="653"/>
                  </a:lnTo>
                  <a:lnTo>
                    <a:pt x="98" y="645"/>
                  </a:lnTo>
                  <a:lnTo>
                    <a:pt x="99" y="637"/>
                  </a:lnTo>
                  <a:lnTo>
                    <a:pt x="102" y="629"/>
                  </a:lnTo>
                  <a:lnTo>
                    <a:pt x="104" y="621"/>
                  </a:lnTo>
                  <a:lnTo>
                    <a:pt x="106" y="613"/>
                  </a:lnTo>
                  <a:lnTo>
                    <a:pt x="107" y="605"/>
                  </a:lnTo>
                  <a:lnTo>
                    <a:pt x="109" y="597"/>
                  </a:lnTo>
                  <a:lnTo>
                    <a:pt x="110" y="588"/>
                  </a:lnTo>
                  <a:lnTo>
                    <a:pt x="114" y="578"/>
                  </a:lnTo>
                  <a:lnTo>
                    <a:pt x="115" y="568"/>
                  </a:lnTo>
                  <a:lnTo>
                    <a:pt x="117" y="559"/>
                  </a:lnTo>
                  <a:lnTo>
                    <a:pt x="118" y="548"/>
                  </a:lnTo>
                  <a:lnTo>
                    <a:pt x="122" y="536"/>
                  </a:lnTo>
                  <a:lnTo>
                    <a:pt x="123" y="525"/>
                  </a:lnTo>
                  <a:lnTo>
                    <a:pt x="125" y="514"/>
                  </a:lnTo>
                  <a:lnTo>
                    <a:pt x="128" y="503"/>
                  </a:lnTo>
                  <a:lnTo>
                    <a:pt x="130" y="493"/>
                  </a:lnTo>
                  <a:lnTo>
                    <a:pt x="131" y="485"/>
                  </a:lnTo>
                  <a:lnTo>
                    <a:pt x="133" y="476"/>
                  </a:lnTo>
                  <a:lnTo>
                    <a:pt x="134" y="468"/>
                  </a:lnTo>
                  <a:lnTo>
                    <a:pt x="134" y="460"/>
                  </a:lnTo>
                  <a:lnTo>
                    <a:pt x="136" y="453"/>
                  </a:lnTo>
                  <a:lnTo>
                    <a:pt x="138" y="445"/>
                  </a:lnTo>
                  <a:lnTo>
                    <a:pt x="139" y="439"/>
                  </a:lnTo>
                  <a:lnTo>
                    <a:pt x="139" y="431"/>
                  </a:lnTo>
                  <a:lnTo>
                    <a:pt x="141" y="424"/>
                  </a:lnTo>
                  <a:lnTo>
                    <a:pt x="142" y="418"/>
                  </a:lnTo>
                  <a:lnTo>
                    <a:pt x="142" y="412"/>
                  </a:lnTo>
                  <a:lnTo>
                    <a:pt x="144" y="405"/>
                  </a:lnTo>
                  <a:lnTo>
                    <a:pt x="144" y="399"/>
                  </a:lnTo>
                  <a:lnTo>
                    <a:pt x="146" y="392"/>
                  </a:lnTo>
                  <a:lnTo>
                    <a:pt x="146" y="384"/>
                  </a:lnTo>
                  <a:lnTo>
                    <a:pt x="147" y="378"/>
                  </a:lnTo>
                  <a:lnTo>
                    <a:pt x="147" y="370"/>
                  </a:lnTo>
                  <a:lnTo>
                    <a:pt x="149" y="362"/>
                  </a:lnTo>
                  <a:lnTo>
                    <a:pt x="149" y="354"/>
                  </a:lnTo>
                  <a:lnTo>
                    <a:pt x="150" y="346"/>
                  </a:lnTo>
                  <a:lnTo>
                    <a:pt x="150" y="336"/>
                  </a:lnTo>
                  <a:lnTo>
                    <a:pt x="152" y="327"/>
                  </a:lnTo>
                  <a:lnTo>
                    <a:pt x="152" y="317"/>
                  </a:lnTo>
                  <a:lnTo>
                    <a:pt x="154" y="306"/>
                  </a:lnTo>
                  <a:lnTo>
                    <a:pt x="154" y="295"/>
                  </a:lnTo>
                  <a:lnTo>
                    <a:pt x="155" y="282"/>
                  </a:lnTo>
                  <a:lnTo>
                    <a:pt x="157" y="269"/>
                  </a:lnTo>
                  <a:lnTo>
                    <a:pt x="157" y="255"/>
                  </a:lnTo>
                  <a:lnTo>
                    <a:pt x="158" y="242"/>
                  </a:lnTo>
                  <a:lnTo>
                    <a:pt x="160" y="228"/>
                  </a:lnTo>
                  <a:lnTo>
                    <a:pt x="160" y="216"/>
                  </a:lnTo>
                  <a:lnTo>
                    <a:pt x="162" y="205"/>
                  </a:lnTo>
                  <a:lnTo>
                    <a:pt x="162" y="194"/>
                  </a:lnTo>
                  <a:lnTo>
                    <a:pt x="163" y="183"/>
                  </a:lnTo>
                  <a:lnTo>
                    <a:pt x="163" y="175"/>
                  </a:lnTo>
                  <a:lnTo>
                    <a:pt x="165" y="165"/>
                  </a:lnTo>
                  <a:lnTo>
                    <a:pt x="165" y="157"/>
                  </a:lnTo>
                  <a:lnTo>
                    <a:pt x="165" y="149"/>
                  </a:lnTo>
                  <a:lnTo>
                    <a:pt x="166" y="141"/>
                  </a:lnTo>
                  <a:lnTo>
                    <a:pt x="166" y="135"/>
                  </a:lnTo>
                  <a:lnTo>
                    <a:pt x="166" y="127"/>
                  </a:lnTo>
                  <a:lnTo>
                    <a:pt x="168" y="120"/>
                  </a:lnTo>
                  <a:lnTo>
                    <a:pt x="168" y="114"/>
                  </a:lnTo>
                  <a:lnTo>
                    <a:pt x="168" y="109"/>
                  </a:lnTo>
                  <a:lnTo>
                    <a:pt x="168" y="103"/>
                  </a:lnTo>
                  <a:lnTo>
                    <a:pt x="168" y="96"/>
                  </a:lnTo>
                  <a:lnTo>
                    <a:pt x="168" y="92"/>
                  </a:lnTo>
                  <a:lnTo>
                    <a:pt x="168" y="85"/>
                  </a:lnTo>
                  <a:lnTo>
                    <a:pt x="170" y="79"/>
                  </a:lnTo>
                  <a:lnTo>
                    <a:pt x="170" y="74"/>
                  </a:lnTo>
                  <a:lnTo>
                    <a:pt x="170" y="68"/>
                  </a:lnTo>
                  <a:lnTo>
                    <a:pt x="170" y="61"/>
                  </a:lnTo>
                  <a:lnTo>
                    <a:pt x="170" y="55"/>
                  </a:lnTo>
                  <a:lnTo>
                    <a:pt x="170" y="48"/>
                  </a:lnTo>
                  <a:lnTo>
                    <a:pt x="170" y="42"/>
                  </a:lnTo>
                  <a:lnTo>
                    <a:pt x="170" y="34"/>
                  </a:lnTo>
                  <a:lnTo>
                    <a:pt x="170" y="26"/>
                  </a:lnTo>
                  <a:lnTo>
                    <a:pt x="170" y="18"/>
                  </a:lnTo>
                  <a:lnTo>
                    <a:pt x="170" y="10"/>
                  </a:lnTo>
                  <a:lnTo>
                    <a:pt x="170" y="0"/>
                  </a:lnTo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70" name="Freeform 87">
              <a:extLst>
                <a:ext uri="{FF2B5EF4-FFF2-40B4-BE49-F238E27FC236}">
                  <a16:creationId xmlns:a16="http://schemas.microsoft.com/office/drawing/2014/main" id="{7B3A4A31-30EE-4FBB-8F31-F5D7DDBCF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013" y="4286250"/>
              <a:ext cx="101600" cy="152400"/>
            </a:xfrm>
            <a:custGeom>
              <a:avLst/>
              <a:gdLst>
                <a:gd name="T0" fmla="*/ 0 w 128"/>
                <a:gd name="T1" fmla="*/ 2147483646 h 192"/>
                <a:gd name="T2" fmla="*/ 2147483646 w 128"/>
                <a:gd name="T3" fmla="*/ 2147483646 h 192"/>
                <a:gd name="T4" fmla="*/ 2147483646 w 128"/>
                <a:gd name="T5" fmla="*/ 0 h 192"/>
                <a:gd name="T6" fmla="*/ 2147483646 w 128"/>
                <a:gd name="T7" fmla="*/ 2147483646 h 192"/>
                <a:gd name="T8" fmla="*/ 0 w 128"/>
                <a:gd name="T9" fmla="*/ 2147483646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8"/>
                <a:gd name="T16" fmla="*/ 0 h 192"/>
                <a:gd name="T17" fmla="*/ 128 w 128"/>
                <a:gd name="T18" fmla="*/ 192 h 1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8" h="192">
                  <a:moveTo>
                    <a:pt x="0" y="32"/>
                  </a:moveTo>
                  <a:lnTo>
                    <a:pt x="128" y="192"/>
                  </a:lnTo>
                  <a:lnTo>
                    <a:pt x="64" y="0"/>
                  </a:lnTo>
                  <a:lnTo>
                    <a:pt x="32" y="32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000000"/>
            </a:solidFill>
            <a:ln w="2381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71" name="Freeform 88">
              <a:extLst>
                <a:ext uri="{FF2B5EF4-FFF2-40B4-BE49-F238E27FC236}">
                  <a16:creationId xmlns:a16="http://schemas.microsoft.com/office/drawing/2014/main" id="{91DD3FAF-B5AE-454A-8E28-71D2810A1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163" y="3744912"/>
              <a:ext cx="92075" cy="550863"/>
            </a:xfrm>
            <a:custGeom>
              <a:avLst/>
              <a:gdLst>
                <a:gd name="T0" fmla="*/ 2147483646 w 115"/>
                <a:gd name="T1" fmla="*/ 2147483646 h 693"/>
                <a:gd name="T2" fmla="*/ 2147483646 w 115"/>
                <a:gd name="T3" fmla="*/ 2147483646 h 693"/>
                <a:gd name="T4" fmla="*/ 2147483646 w 115"/>
                <a:gd name="T5" fmla="*/ 2147483646 h 693"/>
                <a:gd name="T6" fmla="*/ 2147483646 w 115"/>
                <a:gd name="T7" fmla="*/ 2147483646 h 693"/>
                <a:gd name="T8" fmla="*/ 2147483646 w 115"/>
                <a:gd name="T9" fmla="*/ 2147483646 h 693"/>
                <a:gd name="T10" fmla="*/ 2147483646 w 115"/>
                <a:gd name="T11" fmla="*/ 2147483646 h 693"/>
                <a:gd name="T12" fmla="*/ 2147483646 w 115"/>
                <a:gd name="T13" fmla="*/ 2147483646 h 693"/>
                <a:gd name="T14" fmla="*/ 2147483646 w 115"/>
                <a:gd name="T15" fmla="*/ 2147483646 h 693"/>
                <a:gd name="T16" fmla="*/ 2147483646 w 115"/>
                <a:gd name="T17" fmla="*/ 2147483646 h 693"/>
                <a:gd name="T18" fmla="*/ 2147483646 w 115"/>
                <a:gd name="T19" fmla="*/ 2147483646 h 693"/>
                <a:gd name="T20" fmla="*/ 2147483646 w 115"/>
                <a:gd name="T21" fmla="*/ 2147483646 h 693"/>
                <a:gd name="T22" fmla="*/ 2147483646 w 115"/>
                <a:gd name="T23" fmla="*/ 2147483646 h 693"/>
                <a:gd name="T24" fmla="*/ 2147483646 w 115"/>
                <a:gd name="T25" fmla="*/ 2147483646 h 693"/>
                <a:gd name="T26" fmla="*/ 2147483646 w 115"/>
                <a:gd name="T27" fmla="*/ 2147483646 h 693"/>
                <a:gd name="T28" fmla="*/ 2147483646 w 115"/>
                <a:gd name="T29" fmla="*/ 2147483646 h 693"/>
                <a:gd name="T30" fmla="*/ 2147483646 w 115"/>
                <a:gd name="T31" fmla="*/ 2147483646 h 693"/>
                <a:gd name="T32" fmla="*/ 2147483646 w 115"/>
                <a:gd name="T33" fmla="*/ 2147483646 h 693"/>
                <a:gd name="T34" fmla="*/ 2147483646 w 115"/>
                <a:gd name="T35" fmla="*/ 2147483646 h 693"/>
                <a:gd name="T36" fmla="*/ 2147483646 w 115"/>
                <a:gd name="T37" fmla="*/ 2147483646 h 693"/>
                <a:gd name="T38" fmla="*/ 2147483646 w 115"/>
                <a:gd name="T39" fmla="*/ 2147483646 h 693"/>
                <a:gd name="T40" fmla="*/ 2147483646 w 115"/>
                <a:gd name="T41" fmla="*/ 2147483646 h 693"/>
                <a:gd name="T42" fmla="*/ 2147483646 w 115"/>
                <a:gd name="T43" fmla="*/ 2147483646 h 693"/>
                <a:gd name="T44" fmla="*/ 2147483646 w 115"/>
                <a:gd name="T45" fmla="*/ 2147483646 h 693"/>
                <a:gd name="T46" fmla="*/ 2147483646 w 115"/>
                <a:gd name="T47" fmla="*/ 2147483646 h 693"/>
                <a:gd name="T48" fmla="*/ 2147483646 w 115"/>
                <a:gd name="T49" fmla="*/ 2147483646 h 693"/>
                <a:gd name="T50" fmla="*/ 2147483646 w 115"/>
                <a:gd name="T51" fmla="*/ 2147483646 h 693"/>
                <a:gd name="T52" fmla="*/ 2147483646 w 115"/>
                <a:gd name="T53" fmla="*/ 2147483646 h 693"/>
                <a:gd name="T54" fmla="*/ 2147483646 w 115"/>
                <a:gd name="T55" fmla="*/ 2147483646 h 693"/>
                <a:gd name="T56" fmla="*/ 2147483646 w 115"/>
                <a:gd name="T57" fmla="*/ 2147483646 h 693"/>
                <a:gd name="T58" fmla="*/ 2147483646 w 115"/>
                <a:gd name="T59" fmla="*/ 2147483646 h 693"/>
                <a:gd name="T60" fmla="*/ 2147483646 w 115"/>
                <a:gd name="T61" fmla="*/ 2147483646 h 693"/>
                <a:gd name="T62" fmla="*/ 2147483646 w 115"/>
                <a:gd name="T63" fmla="*/ 2147483646 h 693"/>
                <a:gd name="T64" fmla="*/ 2147483646 w 115"/>
                <a:gd name="T65" fmla="*/ 2147483646 h 693"/>
                <a:gd name="T66" fmla="*/ 2147483646 w 115"/>
                <a:gd name="T67" fmla="*/ 2147483646 h 693"/>
                <a:gd name="T68" fmla="*/ 2147483646 w 115"/>
                <a:gd name="T69" fmla="*/ 2147483646 h 693"/>
                <a:gd name="T70" fmla="*/ 2147483646 w 115"/>
                <a:gd name="T71" fmla="*/ 2147483646 h 693"/>
                <a:gd name="T72" fmla="*/ 2147483646 w 115"/>
                <a:gd name="T73" fmla="*/ 2147483646 h 693"/>
                <a:gd name="T74" fmla="*/ 2147483646 w 115"/>
                <a:gd name="T75" fmla="*/ 2147483646 h 693"/>
                <a:gd name="T76" fmla="*/ 2147483646 w 115"/>
                <a:gd name="T77" fmla="*/ 2147483646 h 693"/>
                <a:gd name="T78" fmla="*/ 2147483646 w 115"/>
                <a:gd name="T79" fmla="*/ 2147483646 h 693"/>
                <a:gd name="T80" fmla="*/ 2147483646 w 115"/>
                <a:gd name="T81" fmla="*/ 2147483646 h 693"/>
                <a:gd name="T82" fmla="*/ 2147483646 w 115"/>
                <a:gd name="T83" fmla="*/ 2147483646 h 693"/>
                <a:gd name="T84" fmla="*/ 2147483646 w 115"/>
                <a:gd name="T85" fmla="*/ 2147483646 h 693"/>
                <a:gd name="T86" fmla="*/ 2147483646 w 115"/>
                <a:gd name="T87" fmla="*/ 2147483646 h 693"/>
                <a:gd name="T88" fmla="*/ 2147483646 w 115"/>
                <a:gd name="T89" fmla="*/ 2147483646 h 693"/>
                <a:gd name="T90" fmla="*/ 0 w 115"/>
                <a:gd name="T91" fmla="*/ 2147483646 h 693"/>
                <a:gd name="T92" fmla="*/ 0 w 115"/>
                <a:gd name="T93" fmla="*/ 2147483646 h 693"/>
                <a:gd name="T94" fmla="*/ 0 w 115"/>
                <a:gd name="T95" fmla="*/ 2147483646 h 693"/>
                <a:gd name="T96" fmla="*/ 0 w 115"/>
                <a:gd name="T97" fmla="*/ 2147483646 h 69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15"/>
                <a:gd name="T148" fmla="*/ 0 h 693"/>
                <a:gd name="T149" fmla="*/ 115 w 115"/>
                <a:gd name="T150" fmla="*/ 693 h 69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15" h="693">
                  <a:moveTo>
                    <a:pt x="115" y="693"/>
                  </a:moveTo>
                  <a:lnTo>
                    <a:pt x="114" y="688"/>
                  </a:lnTo>
                  <a:lnTo>
                    <a:pt x="110" y="684"/>
                  </a:lnTo>
                  <a:lnTo>
                    <a:pt x="109" y="679"/>
                  </a:lnTo>
                  <a:lnTo>
                    <a:pt x="107" y="674"/>
                  </a:lnTo>
                  <a:lnTo>
                    <a:pt x="104" y="669"/>
                  </a:lnTo>
                  <a:lnTo>
                    <a:pt x="102" y="664"/>
                  </a:lnTo>
                  <a:lnTo>
                    <a:pt x="101" y="660"/>
                  </a:lnTo>
                  <a:lnTo>
                    <a:pt x="99" y="655"/>
                  </a:lnTo>
                  <a:lnTo>
                    <a:pt x="98" y="652"/>
                  </a:lnTo>
                  <a:lnTo>
                    <a:pt x="96" y="647"/>
                  </a:lnTo>
                  <a:lnTo>
                    <a:pt x="94" y="642"/>
                  </a:lnTo>
                  <a:lnTo>
                    <a:pt x="93" y="637"/>
                  </a:lnTo>
                  <a:lnTo>
                    <a:pt x="91" y="634"/>
                  </a:lnTo>
                  <a:lnTo>
                    <a:pt x="90" y="629"/>
                  </a:lnTo>
                  <a:lnTo>
                    <a:pt x="88" y="624"/>
                  </a:lnTo>
                  <a:lnTo>
                    <a:pt x="86" y="620"/>
                  </a:lnTo>
                  <a:lnTo>
                    <a:pt x="86" y="616"/>
                  </a:lnTo>
                  <a:lnTo>
                    <a:pt x="85" y="612"/>
                  </a:lnTo>
                  <a:lnTo>
                    <a:pt x="83" y="607"/>
                  </a:lnTo>
                  <a:lnTo>
                    <a:pt x="82" y="602"/>
                  </a:lnTo>
                  <a:lnTo>
                    <a:pt x="80" y="597"/>
                  </a:lnTo>
                  <a:lnTo>
                    <a:pt x="80" y="592"/>
                  </a:lnTo>
                  <a:lnTo>
                    <a:pt x="78" y="588"/>
                  </a:lnTo>
                  <a:lnTo>
                    <a:pt x="77" y="583"/>
                  </a:lnTo>
                  <a:lnTo>
                    <a:pt x="75" y="576"/>
                  </a:lnTo>
                  <a:lnTo>
                    <a:pt x="74" y="572"/>
                  </a:lnTo>
                  <a:lnTo>
                    <a:pt x="74" y="567"/>
                  </a:lnTo>
                  <a:lnTo>
                    <a:pt x="72" y="560"/>
                  </a:lnTo>
                  <a:lnTo>
                    <a:pt x="70" y="554"/>
                  </a:lnTo>
                  <a:lnTo>
                    <a:pt x="69" y="549"/>
                  </a:lnTo>
                  <a:lnTo>
                    <a:pt x="67" y="543"/>
                  </a:lnTo>
                  <a:lnTo>
                    <a:pt x="66" y="536"/>
                  </a:lnTo>
                  <a:lnTo>
                    <a:pt x="62" y="524"/>
                  </a:lnTo>
                  <a:lnTo>
                    <a:pt x="59" y="514"/>
                  </a:lnTo>
                  <a:lnTo>
                    <a:pt x="58" y="503"/>
                  </a:lnTo>
                  <a:lnTo>
                    <a:pt x="54" y="493"/>
                  </a:lnTo>
                  <a:lnTo>
                    <a:pt x="53" y="484"/>
                  </a:lnTo>
                  <a:lnTo>
                    <a:pt x="50" y="476"/>
                  </a:lnTo>
                  <a:lnTo>
                    <a:pt x="48" y="468"/>
                  </a:lnTo>
                  <a:lnTo>
                    <a:pt x="46" y="460"/>
                  </a:lnTo>
                  <a:lnTo>
                    <a:pt x="45" y="452"/>
                  </a:lnTo>
                  <a:lnTo>
                    <a:pt x="43" y="445"/>
                  </a:lnTo>
                  <a:lnTo>
                    <a:pt x="42" y="439"/>
                  </a:lnTo>
                  <a:lnTo>
                    <a:pt x="40" y="431"/>
                  </a:lnTo>
                  <a:lnTo>
                    <a:pt x="38" y="424"/>
                  </a:lnTo>
                  <a:lnTo>
                    <a:pt x="37" y="418"/>
                  </a:lnTo>
                  <a:lnTo>
                    <a:pt x="37" y="412"/>
                  </a:lnTo>
                  <a:lnTo>
                    <a:pt x="35" y="405"/>
                  </a:lnTo>
                  <a:lnTo>
                    <a:pt x="34" y="399"/>
                  </a:lnTo>
                  <a:lnTo>
                    <a:pt x="32" y="392"/>
                  </a:lnTo>
                  <a:lnTo>
                    <a:pt x="32" y="384"/>
                  </a:lnTo>
                  <a:lnTo>
                    <a:pt x="30" y="378"/>
                  </a:lnTo>
                  <a:lnTo>
                    <a:pt x="29" y="370"/>
                  </a:lnTo>
                  <a:lnTo>
                    <a:pt x="29" y="362"/>
                  </a:lnTo>
                  <a:lnTo>
                    <a:pt x="27" y="354"/>
                  </a:lnTo>
                  <a:lnTo>
                    <a:pt x="27" y="346"/>
                  </a:lnTo>
                  <a:lnTo>
                    <a:pt x="26" y="336"/>
                  </a:lnTo>
                  <a:lnTo>
                    <a:pt x="24" y="327"/>
                  </a:lnTo>
                  <a:lnTo>
                    <a:pt x="24" y="317"/>
                  </a:lnTo>
                  <a:lnTo>
                    <a:pt x="22" y="306"/>
                  </a:lnTo>
                  <a:lnTo>
                    <a:pt x="21" y="295"/>
                  </a:lnTo>
                  <a:lnTo>
                    <a:pt x="19" y="282"/>
                  </a:lnTo>
                  <a:lnTo>
                    <a:pt x="18" y="269"/>
                  </a:lnTo>
                  <a:lnTo>
                    <a:pt x="16" y="255"/>
                  </a:lnTo>
                  <a:lnTo>
                    <a:pt x="16" y="242"/>
                  </a:lnTo>
                  <a:lnTo>
                    <a:pt x="14" y="228"/>
                  </a:lnTo>
                  <a:lnTo>
                    <a:pt x="13" y="216"/>
                  </a:lnTo>
                  <a:lnTo>
                    <a:pt x="11" y="205"/>
                  </a:lnTo>
                  <a:lnTo>
                    <a:pt x="10" y="194"/>
                  </a:lnTo>
                  <a:lnTo>
                    <a:pt x="10" y="183"/>
                  </a:lnTo>
                  <a:lnTo>
                    <a:pt x="8" y="175"/>
                  </a:lnTo>
                  <a:lnTo>
                    <a:pt x="8" y="165"/>
                  </a:lnTo>
                  <a:lnTo>
                    <a:pt x="6" y="157"/>
                  </a:lnTo>
                  <a:lnTo>
                    <a:pt x="6" y="149"/>
                  </a:lnTo>
                  <a:lnTo>
                    <a:pt x="5" y="141"/>
                  </a:lnTo>
                  <a:lnTo>
                    <a:pt x="5" y="135"/>
                  </a:lnTo>
                  <a:lnTo>
                    <a:pt x="3" y="127"/>
                  </a:lnTo>
                  <a:lnTo>
                    <a:pt x="3" y="120"/>
                  </a:lnTo>
                  <a:lnTo>
                    <a:pt x="3" y="114"/>
                  </a:lnTo>
                  <a:lnTo>
                    <a:pt x="3" y="109"/>
                  </a:lnTo>
                  <a:lnTo>
                    <a:pt x="2" y="103"/>
                  </a:lnTo>
                  <a:lnTo>
                    <a:pt x="2" y="96"/>
                  </a:lnTo>
                  <a:lnTo>
                    <a:pt x="2" y="92"/>
                  </a:lnTo>
                  <a:lnTo>
                    <a:pt x="2" y="85"/>
                  </a:lnTo>
                  <a:lnTo>
                    <a:pt x="2" y="79"/>
                  </a:lnTo>
                  <a:lnTo>
                    <a:pt x="2" y="74"/>
                  </a:lnTo>
                  <a:lnTo>
                    <a:pt x="2" y="68"/>
                  </a:lnTo>
                  <a:lnTo>
                    <a:pt x="0" y="61"/>
                  </a:lnTo>
                  <a:lnTo>
                    <a:pt x="0" y="55"/>
                  </a:lnTo>
                  <a:lnTo>
                    <a:pt x="0" y="48"/>
                  </a:lnTo>
                  <a:lnTo>
                    <a:pt x="0" y="42"/>
                  </a:lnTo>
                  <a:lnTo>
                    <a:pt x="0" y="34"/>
                  </a:lnTo>
                  <a:lnTo>
                    <a:pt x="0" y="26"/>
                  </a:lnTo>
                  <a:lnTo>
                    <a:pt x="0" y="18"/>
                  </a:lnTo>
                  <a:lnTo>
                    <a:pt x="0" y="10"/>
                  </a:lnTo>
                  <a:lnTo>
                    <a:pt x="0" y="0"/>
                  </a:lnTo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72" name="Freeform 89">
              <a:extLst>
                <a:ext uri="{FF2B5EF4-FFF2-40B4-BE49-F238E27FC236}">
                  <a16:creationId xmlns:a16="http://schemas.microsoft.com/office/drawing/2014/main" id="{61DAA86F-88B8-41C9-9DA9-39996DC5A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163" y="3016250"/>
              <a:ext cx="180975" cy="728662"/>
            </a:xfrm>
            <a:custGeom>
              <a:avLst/>
              <a:gdLst>
                <a:gd name="T0" fmla="*/ 2147483646 w 227"/>
                <a:gd name="T1" fmla="*/ 2147483646 h 918"/>
                <a:gd name="T2" fmla="*/ 2147483646 w 227"/>
                <a:gd name="T3" fmla="*/ 2147483646 h 918"/>
                <a:gd name="T4" fmla="*/ 2147483646 w 227"/>
                <a:gd name="T5" fmla="*/ 2147483646 h 918"/>
                <a:gd name="T6" fmla="*/ 2147483646 w 227"/>
                <a:gd name="T7" fmla="*/ 2147483646 h 918"/>
                <a:gd name="T8" fmla="*/ 2147483646 w 227"/>
                <a:gd name="T9" fmla="*/ 2147483646 h 918"/>
                <a:gd name="T10" fmla="*/ 2147483646 w 227"/>
                <a:gd name="T11" fmla="*/ 2147483646 h 918"/>
                <a:gd name="T12" fmla="*/ 2147483646 w 227"/>
                <a:gd name="T13" fmla="*/ 2147483646 h 918"/>
                <a:gd name="T14" fmla="*/ 2147483646 w 227"/>
                <a:gd name="T15" fmla="*/ 2147483646 h 918"/>
                <a:gd name="T16" fmla="*/ 2147483646 w 227"/>
                <a:gd name="T17" fmla="*/ 2147483646 h 918"/>
                <a:gd name="T18" fmla="*/ 2147483646 w 227"/>
                <a:gd name="T19" fmla="*/ 2147483646 h 918"/>
                <a:gd name="T20" fmla="*/ 2147483646 w 227"/>
                <a:gd name="T21" fmla="*/ 2147483646 h 918"/>
                <a:gd name="T22" fmla="*/ 2147483646 w 227"/>
                <a:gd name="T23" fmla="*/ 2147483646 h 918"/>
                <a:gd name="T24" fmla="*/ 2147483646 w 227"/>
                <a:gd name="T25" fmla="*/ 2147483646 h 918"/>
                <a:gd name="T26" fmla="*/ 2147483646 w 227"/>
                <a:gd name="T27" fmla="*/ 2147483646 h 918"/>
                <a:gd name="T28" fmla="*/ 2147483646 w 227"/>
                <a:gd name="T29" fmla="*/ 2147483646 h 918"/>
                <a:gd name="T30" fmla="*/ 2147483646 w 227"/>
                <a:gd name="T31" fmla="*/ 2147483646 h 918"/>
                <a:gd name="T32" fmla="*/ 2147483646 w 227"/>
                <a:gd name="T33" fmla="*/ 2147483646 h 918"/>
                <a:gd name="T34" fmla="*/ 2147483646 w 227"/>
                <a:gd name="T35" fmla="*/ 2147483646 h 918"/>
                <a:gd name="T36" fmla="*/ 2147483646 w 227"/>
                <a:gd name="T37" fmla="*/ 2147483646 h 918"/>
                <a:gd name="T38" fmla="*/ 2147483646 w 227"/>
                <a:gd name="T39" fmla="*/ 2147483646 h 918"/>
                <a:gd name="T40" fmla="*/ 2147483646 w 227"/>
                <a:gd name="T41" fmla="*/ 2147483646 h 918"/>
                <a:gd name="T42" fmla="*/ 2147483646 w 227"/>
                <a:gd name="T43" fmla="*/ 2147483646 h 918"/>
                <a:gd name="T44" fmla="*/ 2147483646 w 227"/>
                <a:gd name="T45" fmla="*/ 2147483646 h 918"/>
                <a:gd name="T46" fmla="*/ 2147483646 w 227"/>
                <a:gd name="T47" fmla="*/ 2147483646 h 918"/>
                <a:gd name="T48" fmla="*/ 2147483646 w 227"/>
                <a:gd name="T49" fmla="*/ 2147483646 h 918"/>
                <a:gd name="T50" fmla="*/ 2147483646 w 227"/>
                <a:gd name="T51" fmla="*/ 2147483646 h 918"/>
                <a:gd name="T52" fmla="*/ 2147483646 w 227"/>
                <a:gd name="T53" fmla="*/ 2147483646 h 918"/>
                <a:gd name="T54" fmla="*/ 2147483646 w 227"/>
                <a:gd name="T55" fmla="*/ 2147483646 h 918"/>
                <a:gd name="T56" fmla="*/ 2147483646 w 227"/>
                <a:gd name="T57" fmla="*/ 2147483646 h 918"/>
                <a:gd name="T58" fmla="*/ 2147483646 w 227"/>
                <a:gd name="T59" fmla="*/ 2147483646 h 918"/>
                <a:gd name="T60" fmla="*/ 2147483646 w 227"/>
                <a:gd name="T61" fmla="*/ 2147483646 h 918"/>
                <a:gd name="T62" fmla="*/ 2147483646 w 227"/>
                <a:gd name="T63" fmla="*/ 2147483646 h 918"/>
                <a:gd name="T64" fmla="*/ 2147483646 w 227"/>
                <a:gd name="T65" fmla="*/ 2147483646 h 918"/>
                <a:gd name="T66" fmla="*/ 2147483646 w 227"/>
                <a:gd name="T67" fmla="*/ 2147483646 h 918"/>
                <a:gd name="T68" fmla="*/ 2147483646 w 227"/>
                <a:gd name="T69" fmla="*/ 2147483646 h 918"/>
                <a:gd name="T70" fmla="*/ 2147483646 w 227"/>
                <a:gd name="T71" fmla="*/ 2147483646 h 918"/>
                <a:gd name="T72" fmla="*/ 2147483646 w 227"/>
                <a:gd name="T73" fmla="*/ 2147483646 h 918"/>
                <a:gd name="T74" fmla="*/ 2147483646 w 227"/>
                <a:gd name="T75" fmla="*/ 2147483646 h 918"/>
                <a:gd name="T76" fmla="*/ 2147483646 w 227"/>
                <a:gd name="T77" fmla="*/ 2147483646 h 918"/>
                <a:gd name="T78" fmla="*/ 2147483646 w 227"/>
                <a:gd name="T79" fmla="*/ 2147483646 h 918"/>
                <a:gd name="T80" fmla="*/ 2147483646 w 227"/>
                <a:gd name="T81" fmla="*/ 2147483646 h 918"/>
                <a:gd name="T82" fmla="*/ 2147483646 w 227"/>
                <a:gd name="T83" fmla="*/ 2147483646 h 918"/>
                <a:gd name="T84" fmla="*/ 2147483646 w 227"/>
                <a:gd name="T85" fmla="*/ 2147483646 h 918"/>
                <a:gd name="T86" fmla="*/ 2147483646 w 227"/>
                <a:gd name="T87" fmla="*/ 2147483646 h 918"/>
                <a:gd name="T88" fmla="*/ 2147483646 w 227"/>
                <a:gd name="T89" fmla="*/ 2147483646 h 918"/>
                <a:gd name="T90" fmla="*/ 0 w 227"/>
                <a:gd name="T91" fmla="*/ 2147483646 h 918"/>
                <a:gd name="T92" fmla="*/ 0 w 227"/>
                <a:gd name="T93" fmla="*/ 2147483646 h 918"/>
                <a:gd name="T94" fmla="*/ 0 w 227"/>
                <a:gd name="T95" fmla="*/ 2147483646 h 918"/>
                <a:gd name="T96" fmla="*/ 0 w 227"/>
                <a:gd name="T97" fmla="*/ 2147483646 h 91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27"/>
                <a:gd name="T148" fmla="*/ 0 h 918"/>
                <a:gd name="T149" fmla="*/ 227 w 227"/>
                <a:gd name="T150" fmla="*/ 918 h 91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27" h="918">
                  <a:moveTo>
                    <a:pt x="227" y="0"/>
                  </a:moveTo>
                  <a:lnTo>
                    <a:pt x="216" y="22"/>
                  </a:lnTo>
                  <a:lnTo>
                    <a:pt x="205" y="45"/>
                  </a:lnTo>
                  <a:lnTo>
                    <a:pt x="194" y="64"/>
                  </a:lnTo>
                  <a:lnTo>
                    <a:pt x="184" y="83"/>
                  </a:lnTo>
                  <a:lnTo>
                    <a:pt x="176" y="102"/>
                  </a:lnTo>
                  <a:lnTo>
                    <a:pt x="166" y="118"/>
                  </a:lnTo>
                  <a:lnTo>
                    <a:pt x="160" y="134"/>
                  </a:lnTo>
                  <a:lnTo>
                    <a:pt x="152" y="149"/>
                  </a:lnTo>
                  <a:lnTo>
                    <a:pt x="146" y="163"/>
                  </a:lnTo>
                  <a:lnTo>
                    <a:pt x="139" y="176"/>
                  </a:lnTo>
                  <a:lnTo>
                    <a:pt x="133" y="187"/>
                  </a:lnTo>
                  <a:lnTo>
                    <a:pt x="128" y="198"/>
                  </a:lnTo>
                  <a:lnTo>
                    <a:pt x="123" y="210"/>
                  </a:lnTo>
                  <a:lnTo>
                    <a:pt x="118" y="219"/>
                  </a:lnTo>
                  <a:lnTo>
                    <a:pt x="114" y="229"/>
                  </a:lnTo>
                  <a:lnTo>
                    <a:pt x="110" y="238"/>
                  </a:lnTo>
                  <a:lnTo>
                    <a:pt x="106" y="248"/>
                  </a:lnTo>
                  <a:lnTo>
                    <a:pt x="102" y="256"/>
                  </a:lnTo>
                  <a:lnTo>
                    <a:pt x="99" y="264"/>
                  </a:lnTo>
                  <a:lnTo>
                    <a:pt x="96" y="272"/>
                  </a:lnTo>
                  <a:lnTo>
                    <a:pt x="94" y="280"/>
                  </a:lnTo>
                  <a:lnTo>
                    <a:pt x="91" y="288"/>
                  </a:lnTo>
                  <a:lnTo>
                    <a:pt x="88" y="296"/>
                  </a:lnTo>
                  <a:lnTo>
                    <a:pt x="86" y="304"/>
                  </a:lnTo>
                  <a:lnTo>
                    <a:pt x="83" y="314"/>
                  </a:lnTo>
                  <a:lnTo>
                    <a:pt x="82" y="322"/>
                  </a:lnTo>
                  <a:lnTo>
                    <a:pt x="78" y="330"/>
                  </a:lnTo>
                  <a:lnTo>
                    <a:pt x="77" y="339"/>
                  </a:lnTo>
                  <a:lnTo>
                    <a:pt x="74" y="349"/>
                  </a:lnTo>
                  <a:lnTo>
                    <a:pt x="70" y="360"/>
                  </a:lnTo>
                  <a:lnTo>
                    <a:pt x="69" y="371"/>
                  </a:lnTo>
                  <a:lnTo>
                    <a:pt x="66" y="382"/>
                  </a:lnTo>
                  <a:lnTo>
                    <a:pt x="62" y="394"/>
                  </a:lnTo>
                  <a:lnTo>
                    <a:pt x="59" y="405"/>
                  </a:lnTo>
                  <a:lnTo>
                    <a:pt x="58" y="414"/>
                  </a:lnTo>
                  <a:lnTo>
                    <a:pt x="54" y="424"/>
                  </a:lnTo>
                  <a:lnTo>
                    <a:pt x="53" y="434"/>
                  </a:lnTo>
                  <a:lnTo>
                    <a:pt x="50" y="442"/>
                  </a:lnTo>
                  <a:lnTo>
                    <a:pt x="48" y="451"/>
                  </a:lnTo>
                  <a:lnTo>
                    <a:pt x="46" y="458"/>
                  </a:lnTo>
                  <a:lnTo>
                    <a:pt x="45" y="466"/>
                  </a:lnTo>
                  <a:lnTo>
                    <a:pt x="43" y="474"/>
                  </a:lnTo>
                  <a:lnTo>
                    <a:pt x="42" y="480"/>
                  </a:lnTo>
                  <a:lnTo>
                    <a:pt x="40" y="486"/>
                  </a:lnTo>
                  <a:lnTo>
                    <a:pt x="38" y="493"/>
                  </a:lnTo>
                  <a:lnTo>
                    <a:pt x="37" y="499"/>
                  </a:lnTo>
                  <a:lnTo>
                    <a:pt x="37" y="506"/>
                  </a:lnTo>
                  <a:lnTo>
                    <a:pt x="35" y="514"/>
                  </a:lnTo>
                  <a:lnTo>
                    <a:pt x="34" y="520"/>
                  </a:lnTo>
                  <a:lnTo>
                    <a:pt x="32" y="526"/>
                  </a:lnTo>
                  <a:lnTo>
                    <a:pt x="32" y="533"/>
                  </a:lnTo>
                  <a:lnTo>
                    <a:pt x="30" y="541"/>
                  </a:lnTo>
                  <a:lnTo>
                    <a:pt x="29" y="547"/>
                  </a:lnTo>
                  <a:lnTo>
                    <a:pt x="29" y="555"/>
                  </a:lnTo>
                  <a:lnTo>
                    <a:pt x="27" y="563"/>
                  </a:lnTo>
                  <a:lnTo>
                    <a:pt x="27" y="573"/>
                  </a:lnTo>
                  <a:lnTo>
                    <a:pt x="26" y="581"/>
                  </a:lnTo>
                  <a:lnTo>
                    <a:pt x="24" y="590"/>
                  </a:lnTo>
                  <a:lnTo>
                    <a:pt x="24" y="602"/>
                  </a:lnTo>
                  <a:lnTo>
                    <a:pt x="22" y="613"/>
                  </a:lnTo>
                  <a:lnTo>
                    <a:pt x="21" y="624"/>
                  </a:lnTo>
                  <a:lnTo>
                    <a:pt x="19" y="635"/>
                  </a:lnTo>
                  <a:lnTo>
                    <a:pt x="18" y="650"/>
                  </a:lnTo>
                  <a:lnTo>
                    <a:pt x="16" y="662"/>
                  </a:lnTo>
                  <a:lnTo>
                    <a:pt x="16" y="677"/>
                  </a:lnTo>
                  <a:lnTo>
                    <a:pt x="14" y="690"/>
                  </a:lnTo>
                  <a:lnTo>
                    <a:pt x="13" y="702"/>
                  </a:lnTo>
                  <a:lnTo>
                    <a:pt x="11" y="714"/>
                  </a:lnTo>
                  <a:lnTo>
                    <a:pt x="10" y="725"/>
                  </a:lnTo>
                  <a:lnTo>
                    <a:pt x="10" y="734"/>
                  </a:lnTo>
                  <a:lnTo>
                    <a:pt x="8" y="744"/>
                  </a:lnTo>
                  <a:lnTo>
                    <a:pt x="8" y="754"/>
                  </a:lnTo>
                  <a:lnTo>
                    <a:pt x="6" y="762"/>
                  </a:lnTo>
                  <a:lnTo>
                    <a:pt x="6" y="770"/>
                  </a:lnTo>
                  <a:lnTo>
                    <a:pt x="5" y="778"/>
                  </a:lnTo>
                  <a:lnTo>
                    <a:pt x="5" y="784"/>
                  </a:lnTo>
                  <a:lnTo>
                    <a:pt x="3" y="790"/>
                  </a:lnTo>
                  <a:lnTo>
                    <a:pt x="3" y="797"/>
                  </a:lnTo>
                  <a:lnTo>
                    <a:pt x="3" y="803"/>
                  </a:lnTo>
                  <a:lnTo>
                    <a:pt x="3" y="810"/>
                  </a:lnTo>
                  <a:lnTo>
                    <a:pt x="2" y="816"/>
                  </a:lnTo>
                  <a:lnTo>
                    <a:pt x="2" y="821"/>
                  </a:lnTo>
                  <a:lnTo>
                    <a:pt x="2" y="827"/>
                  </a:lnTo>
                  <a:lnTo>
                    <a:pt x="2" y="834"/>
                  </a:lnTo>
                  <a:lnTo>
                    <a:pt x="2" y="838"/>
                  </a:lnTo>
                  <a:lnTo>
                    <a:pt x="2" y="845"/>
                  </a:lnTo>
                  <a:lnTo>
                    <a:pt x="2" y="851"/>
                  </a:lnTo>
                  <a:lnTo>
                    <a:pt x="0" y="856"/>
                  </a:lnTo>
                  <a:lnTo>
                    <a:pt x="0" y="862"/>
                  </a:lnTo>
                  <a:lnTo>
                    <a:pt x="0" y="870"/>
                  </a:lnTo>
                  <a:lnTo>
                    <a:pt x="0" y="877"/>
                  </a:lnTo>
                  <a:lnTo>
                    <a:pt x="0" y="885"/>
                  </a:lnTo>
                  <a:lnTo>
                    <a:pt x="0" y="891"/>
                  </a:lnTo>
                  <a:lnTo>
                    <a:pt x="0" y="901"/>
                  </a:lnTo>
                  <a:lnTo>
                    <a:pt x="0" y="909"/>
                  </a:lnTo>
                  <a:lnTo>
                    <a:pt x="0" y="918"/>
                  </a:lnTo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73" name="Rectangle 90">
              <a:extLst>
                <a:ext uri="{FF2B5EF4-FFF2-40B4-BE49-F238E27FC236}">
                  <a16:creationId xmlns:a16="http://schemas.microsoft.com/office/drawing/2014/main" id="{AE81290F-248E-42A9-A3B9-E9E85B0D5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1300" y="3308350"/>
              <a:ext cx="22860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74" name="Rectangle 91">
              <a:extLst>
                <a:ext uri="{FF2B5EF4-FFF2-40B4-BE49-F238E27FC236}">
                  <a16:creationId xmlns:a16="http://schemas.microsoft.com/office/drawing/2014/main" id="{3C77D38D-EFA1-45C2-9790-380A3FFC32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1825" y="4852987"/>
              <a:ext cx="2286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575" name="Rectangle 92">
              <a:extLst>
                <a:ext uri="{FF2B5EF4-FFF2-40B4-BE49-F238E27FC236}">
                  <a16:creationId xmlns:a16="http://schemas.microsoft.com/office/drawing/2014/main" id="{9397466B-4902-4261-A4AB-67C4C3EB2A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1825" y="2384425"/>
              <a:ext cx="22860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63490" name="Rectangle 2">
            <a:extLst>
              <a:ext uri="{FF2B5EF4-FFF2-40B4-BE49-F238E27FC236}">
                <a16:creationId xmlns:a16="http://schemas.microsoft.com/office/drawing/2014/main" id="{0EB4F804-BA99-4A8A-9058-C71363343A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State diagram for the Moore-type serial adder FSM</a:t>
            </a:r>
          </a:p>
        </p:txBody>
      </p:sp>
      <p:sp>
        <p:nvSpPr>
          <p:cNvPr id="63491" name="TextBox 125">
            <a:extLst>
              <a:ext uri="{FF2B5EF4-FFF2-40B4-BE49-F238E27FC236}">
                <a16:creationId xmlns:a16="http://schemas.microsoft.com/office/drawing/2014/main" id="{E1D40040-9FC1-4712-BC1D-3A43AA89BB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151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6.44 from the textbook ]</a:t>
            </a:r>
          </a:p>
        </p:txBody>
      </p:sp>
      <p:grpSp>
        <p:nvGrpSpPr>
          <p:cNvPr id="63492" name="Group 83">
            <a:extLst>
              <a:ext uri="{FF2B5EF4-FFF2-40B4-BE49-F238E27FC236}">
                <a16:creationId xmlns:a16="http://schemas.microsoft.com/office/drawing/2014/main" id="{98CAAF46-E67A-499F-BCD0-C399FAED84EA}"/>
              </a:ext>
            </a:extLst>
          </p:cNvPr>
          <p:cNvGrpSpPr>
            <a:grpSpLocks/>
          </p:cNvGrpSpPr>
          <p:nvPr/>
        </p:nvGrpSpPr>
        <p:grpSpPr bwMode="auto">
          <a:xfrm>
            <a:off x="0" y="4006850"/>
            <a:ext cx="2819400" cy="2851150"/>
            <a:chOff x="152400" y="3810000"/>
            <a:chExt cx="2819400" cy="2850715"/>
          </a:xfrm>
        </p:grpSpPr>
        <p:pic>
          <p:nvPicPr>
            <p:cNvPr id="63497" name="Picture 84" descr="Screen shot 2013-10-02 at 3.26.06 PM.png">
              <a:extLst>
                <a:ext uri="{FF2B5EF4-FFF2-40B4-BE49-F238E27FC236}">
                  <a16:creationId xmlns:a16="http://schemas.microsoft.com/office/drawing/2014/main" id="{42E23C69-EFC6-49E0-8F1C-8A07A8B03926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2400" y="3810000"/>
              <a:ext cx="2819400" cy="2850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3498" name="Picture 20" descr="Screen shot 2013-10-02 at 3.42.40 PM.png">
              <a:extLst>
                <a:ext uri="{FF2B5EF4-FFF2-40B4-BE49-F238E27FC236}">
                  <a16:creationId xmlns:a16="http://schemas.microsoft.com/office/drawing/2014/main" id="{2D54304C-A4CE-43E4-B169-B67E854A6667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35760" y="3830320"/>
              <a:ext cx="510595" cy="381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63493" name="TextBox 84">
            <a:extLst>
              <a:ext uri="{FF2B5EF4-FFF2-40B4-BE49-F238E27FC236}">
                <a16:creationId xmlns:a16="http://schemas.microsoft.com/office/drawing/2014/main" id="{72569F67-8D3B-46D1-B7C6-DDB9CC3703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2200" y="1066800"/>
            <a:ext cx="18129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carry=0, sum=0</a:t>
            </a:r>
          </a:p>
        </p:txBody>
      </p:sp>
      <p:sp>
        <p:nvSpPr>
          <p:cNvPr id="63494" name="TextBox 85">
            <a:extLst>
              <a:ext uri="{FF2B5EF4-FFF2-40B4-BE49-F238E27FC236}">
                <a16:creationId xmlns:a16="http://schemas.microsoft.com/office/drawing/2014/main" id="{AB6CE30B-C958-4976-AA4D-736FCF364D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1800" y="4800600"/>
            <a:ext cx="18129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carry=0, sum=1</a:t>
            </a:r>
          </a:p>
        </p:txBody>
      </p:sp>
      <p:sp>
        <p:nvSpPr>
          <p:cNvPr id="63495" name="TextBox 86">
            <a:extLst>
              <a:ext uri="{FF2B5EF4-FFF2-40B4-BE49-F238E27FC236}">
                <a16:creationId xmlns:a16="http://schemas.microsoft.com/office/drawing/2014/main" id="{FA79C276-E6A8-4915-A6E2-0175DC6A92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29400" y="1066800"/>
            <a:ext cx="18129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carry=1, sum=0</a:t>
            </a:r>
          </a:p>
        </p:txBody>
      </p:sp>
      <p:sp>
        <p:nvSpPr>
          <p:cNvPr id="63496" name="TextBox 87">
            <a:extLst>
              <a:ext uri="{FF2B5EF4-FFF2-40B4-BE49-F238E27FC236}">
                <a16:creationId xmlns:a16="http://schemas.microsoft.com/office/drawing/2014/main" id="{0A0B058A-1A32-47E7-A8C4-6419D1E932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29400" y="4800600"/>
            <a:ext cx="18129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carry=1, sum=1</a:t>
            </a: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513" name="Group 1">
            <a:extLst>
              <a:ext uri="{FF2B5EF4-FFF2-40B4-BE49-F238E27FC236}">
                <a16:creationId xmlns:a16="http://schemas.microsoft.com/office/drawing/2014/main" id="{92FAA432-38C9-4E93-BC79-AB2B5297597C}"/>
              </a:ext>
            </a:extLst>
          </p:cNvPr>
          <p:cNvGrpSpPr>
            <a:grpSpLocks/>
          </p:cNvGrpSpPr>
          <p:nvPr/>
        </p:nvGrpSpPr>
        <p:grpSpPr bwMode="auto">
          <a:xfrm>
            <a:off x="609600" y="990600"/>
            <a:ext cx="4972050" cy="2374900"/>
            <a:chOff x="2082800" y="990600"/>
            <a:chExt cx="4972050" cy="2374900"/>
          </a:xfrm>
        </p:grpSpPr>
        <p:sp>
          <p:nvSpPr>
            <p:cNvPr id="64594" name="Rectangle 4">
              <a:extLst>
                <a:ext uri="{FF2B5EF4-FFF2-40B4-BE49-F238E27FC236}">
                  <a16:creationId xmlns:a16="http://schemas.microsoft.com/office/drawing/2014/main" id="{32E852B2-557A-4D95-8AEB-EB73ED1C3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2800" y="990600"/>
              <a:ext cx="4968875" cy="111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95" name="Rectangle 5">
              <a:extLst>
                <a:ext uri="{FF2B5EF4-FFF2-40B4-BE49-F238E27FC236}">
                  <a16:creationId xmlns:a16="http://schemas.microsoft.com/office/drawing/2014/main" id="{6D72734F-587A-419A-98E5-F75A7379AD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2800" y="1019175"/>
              <a:ext cx="11113" cy="4651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96" name="Rectangle 6">
              <a:extLst>
                <a:ext uri="{FF2B5EF4-FFF2-40B4-BE49-F238E27FC236}">
                  <a16:creationId xmlns:a16="http://schemas.microsoft.com/office/drawing/2014/main" id="{C5308525-EB00-4F9B-AAC3-8D93E433C0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4200" y="1019175"/>
              <a:ext cx="12700" cy="4651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97" name="Rectangle 7">
              <a:extLst>
                <a:ext uri="{FF2B5EF4-FFF2-40B4-BE49-F238E27FC236}">
                  <a16:creationId xmlns:a16="http://schemas.microsoft.com/office/drawing/2014/main" id="{DB270593-B133-4E38-9BFC-8C879F2F18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9963" y="1208088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Present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98" name="Rectangle 8">
              <a:extLst>
                <a:ext uri="{FF2B5EF4-FFF2-40B4-BE49-F238E27FC236}">
                  <a16:creationId xmlns:a16="http://schemas.microsoft.com/office/drawing/2014/main" id="{B3B4B059-B7FC-43DF-933E-35B8BF3CB1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9963" y="1019175"/>
              <a:ext cx="12700" cy="4651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99" name="Rectangle 9">
              <a:extLst>
                <a:ext uri="{FF2B5EF4-FFF2-40B4-BE49-F238E27FC236}">
                  <a16:creationId xmlns:a16="http://schemas.microsoft.com/office/drawing/2014/main" id="{D46B45B4-FED1-4459-8693-524D00831D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3050" y="1117600"/>
              <a:ext cx="10207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Nextstate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00" name="Rectangle 10">
              <a:extLst>
                <a:ext uri="{FF2B5EF4-FFF2-40B4-BE49-F238E27FC236}">
                  <a16:creationId xmlns:a16="http://schemas.microsoft.com/office/drawing/2014/main" id="{C030ACB8-9476-4BD9-9763-5BD73D7553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2150" y="1019175"/>
              <a:ext cx="12700" cy="4651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01" name="Rectangle 11">
              <a:extLst>
                <a:ext uri="{FF2B5EF4-FFF2-40B4-BE49-F238E27FC236}">
                  <a16:creationId xmlns:a16="http://schemas.microsoft.com/office/drawing/2014/main" id="{B48C74BB-D6B4-4E8A-98BB-6F224F4E1A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4200" y="1471613"/>
              <a:ext cx="2913063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02" name="Rectangle 12">
              <a:extLst>
                <a:ext uri="{FF2B5EF4-FFF2-40B4-BE49-F238E27FC236}">
                  <a16:creationId xmlns:a16="http://schemas.microsoft.com/office/drawing/2014/main" id="{DBBC5CF0-2568-4740-B692-773CC9A904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2800" y="1484313"/>
              <a:ext cx="11113" cy="45878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03" name="Rectangle 13">
              <a:extLst>
                <a:ext uri="{FF2B5EF4-FFF2-40B4-BE49-F238E27FC236}">
                  <a16:creationId xmlns:a16="http://schemas.microsoft.com/office/drawing/2014/main" id="{5DA304A7-3088-4867-AD87-6ACF6BE04B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97600" y="1208088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Output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04" name="Rectangle 14">
              <a:extLst>
                <a:ext uri="{FF2B5EF4-FFF2-40B4-BE49-F238E27FC236}">
                  <a16:creationId xmlns:a16="http://schemas.microsoft.com/office/drawing/2014/main" id="{B3193FFE-E446-4A3C-B886-52CDF7484A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4200" y="1484313"/>
              <a:ext cx="12700" cy="45878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05" name="Rectangle 15">
              <a:extLst>
                <a:ext uri="{FF2B5EF4-FFF2-40B4-BE49-F238E27FC236}">
                  <a16:creationId xmlns:a16="http://schemas.microsoft.com/office/drawing/2014/main" id="{367AC616-A635-41E8-8CA8-23C5A4689C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9663" y="1489075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06" name="Rectangle 16">
              <a:extLst>
                <a:ext uri="{FF2B5EF4-FFF2-40B4-BE49-F238E27FC236}">
                  <a16:creationId xmlns:a16="http://schemas.microsoft.com/office/drawing/2014/main" id="{4FCAD105-31DF-4CD6-8AD4-FB8AAFF367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8350" y="158115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ab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07" name="Rectangle 17">
              <a:extLst>
                <a:ext uri="{FF2B5EF4-FFF2-40B4-BE49-F238E27FC236}">
                  <a16:creationId xmlns:a16="http://schemas.microsoft.com/office/drawing/2014/main" id="{D720CF57-B0CA-4B79-857B-87E410326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4738" y="1581150"/>
              <a:ext cx="460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=00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08" name="Rectangle 18">
              <a:extLst>
                <a:ext uri="{FF2B5EF4-FFF2-40B4-BE49-F238E27FC236}">
                  <a16:creationId xmlns:a16="http://schemas.microsoft.com/office/drawing/2014/main" id="{C472E471-910A-4001-B4D3-BB5A39364E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3250" y="158115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09" name="Rectangle 19">
              <a:extLst>
                <a:ext uri="{FF2B5EF4-FFF2-40B4-BE49-F238E27FC236}">
                  <a16:creationId xmlns:a16="http://schemas.microsoft.com/office/drawing/2014/main" id="{CB8E49CA-AA37-40CD-BF23-CFE562D2C6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1738" y="158115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10" name="Rectangle 20">
              <a:extLst>
                <a:ext uri="{FF2B5EF4-FFF2-40B4-BE49-F238E27FC236}">
                  <a16:creationId xmlns:a16="http://schemas.microsoft.com/office/drawing/2014/main" id="{266F6E49-EC55-47F3-A5E8-754CEE09F8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9963" y="1484313"/>
              <a:ext cx="12700" cy="45878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11" name="Rectangle 21">
              <a:extLst>
                <a:ext uri="{FF2B5EF4-FFF2-40B4-BE49-F238E27FC236}">
                  <a16:creationId xmlns:a16="http://schemas.microsoft.com/office/drawing/2014/main" id="{7973FBF6-87CE-406A-AE5E-11055D6411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0225" y="158115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12" name="Rectangle 22">
              <a:extLst>
                <a:ext uri="{FF2B5EF4-FFF2-40B4-BE49-F238E27FC236}">
                  <a16:creationId xmlns:a16="http://schemas.microsoft.com/office/drawing/2014/main" id="{2CC79967-EDD7-4C4F-9992-082498ACE1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2150" y="1484313"/>
              <a:ext cx="12700" cy="45878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13" name="Rectangle 23">
              <a:extLst>
                <a:ext uri="{FF2B5EF4-FFF2-40B4-BE49-F238E27FC236}">
                  <a16:creationId xmlns:a16="http://schemas.microsoft.com/office/drawing/2014/main" id="{7E5B8CE4-FCD1-4A42-885F-7E1C249657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2800" y="1930400"/>
              <a:ext cx="4968875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14" name="Rectangle 24">
              <a:extLst>
                <a:ext uri="{FF2B5EF4-FFF2-40B4-BE49-F238E27FC236}">
                  <a16:creationId xmlns:a16="http://schemas.microsoft.com/office/drawing/2014/main" id="{E463B1CD-0D30-424B-9101-0EDA5C4B7C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2800" y="1943100"/>
              <a:ext cx="11113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15" name="Rectangle 25">
              <a:extLst>
                <a:ext uri="{FF2B5EF4-FFF2-40B4-BE49-F238E27FC236}">
                  <a16:creationId xmlns:a16="http://schemas.microsoft.com/office/drawing/2014/main" id="{2BFDE711-1644-4E3E-867D-490893CD49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77000" y="1581150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16" name="Rectangle 26">
              <a:extLst>
                <a:ext uri="{FF2B5EF4-FFF2-40B4-BE49-F238E27FC236}">
                  <a16:creationId xmlns:a16="http://schemas.microsoft.com/office/drawing/2014/main" id="{83A5597D-D6A2-4D0F-9BDD-D6D4A23EA4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3800" y="2051050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17" name="Rectangle 27">
              <a:extLst>
                <a:ext uri="{FF2B5EF4-FFF2-40B4-BE49-F238E27FC236}">
                  <a16:creationId xmlns:a16="http://schemas.microsoft.com/office/drawing/2014/main" id="{DBCF00E7-492B-4964-94B2-7C13C22BBF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4200" y="1943100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18" name="Rectangle 28">
              <a:extLst>
                <a:ext uri="{FF2B5EF4-FFF2-40B4-BE49-F238E27FC236}">
                  <a16:creationId xmlns:a16="http://schemas.microsoft.com/office/drawing/2014/main" id="{3E32CE3B-23AB-441D-9D82-A7D2EF4945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7950" y="21494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19" name="Rectangle 29">
              <a:extLst>
                <a:ext uri="{FF2B5EF4-FFF2-40B4-BE49-F238E27FC236}">
                  <a16:creationId xmlns:a16="http://schemas.microsoft.com/office/drawing/2014/main" id="{734E49ED-1952-4970-9B7A-86166A300C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5713" y="2051050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20" name="Rectangle 30">
              <a:extLst>
                <a:ext uri="{FF2B5EF4-FFF2-40B4-BE49-F238E27FC236}">
                  <a16:creationId xmlns:a16="http://schemas.microsoft.com/office/drawing/2014/main" id="{42E5CD25-E4BB-485C-BD92-97D6806938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9863" y="21494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21" name="Rectangle 31">
              <a:extLst>
                <a:ext uri="{FF2B5EF4-FFF2-40B4-BE49-F238E27FC236}">
                  <a16:creationId xmlns:a16="http://schemas.microsoft.com/office/drawing/2014/main" id="{A4AAD3AA-F906-40DB-870E-06351A5337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5788" y="2051050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22" name="Rectangle 32">
              <a:extLst>
                <a:ext uri="{FF2B5EF4-FFF2-40B4-BE49-F238E27FC236}">
                  <a16:creationId xmlns:a16="http://schemas.microsoft.com/office/drawing/2014/main" id="{A060D239-033E-4636-81FC-CE68790D71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9938" y="21494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23" name="Rectangle 33">
              <a:extLst>
                <a:ext uri="{FF2B5EF4-FFF2-40B4-BE49-F238E27FC236}">
                  <a16:creationId xmlns:a16="http://schemas.microsoft.com/office/drawing/2014/main" id="{18AFE6DC-D2FD-40E0-94F9-DC139BCDF8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7450" y="2051050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24" name="Rectangle 34">
              <a:extLst>
                <a:ext uri="{FF2B5EF4-FFF2-40B4-BE49-F238E27FC236}">
                  <a16:creationId xmlns:a16="http://schemas.microsoft.com/office/drawing/2014/main" id="{B130F191-35CC-462A-9C96-471CE2917B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1600" y="21494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25" name="Rectangle 35">
              <a:extLst>
                <a:ext uri="{FF2B5EF4-FFF2-40B4-BE49-F238E27FC236}">
                  <a16:creationId xmlns:a16="http://schemas.microsoft.com/office/drawing/2014/main" id="{211E70ED-B819-4BAE-B68C-14C1E6A004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99113" y="2051050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26" name="Rectangle 36">
              <a:extLst>
                <a:ext uri="{FF2B5EF4-FFF2-40B4-BE49-F238E27FC236}">
                  <a16:creationId xmlns:a16="http://schemas.microsoft.com/office/drawing/2014/main" id="{B7D4F910-7E86-4F9B-80A6-45B3BA853A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9963" y="1943100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27" name="Rectangle 37">
              <a:extLst>
                <a:ext uri="{FF2B5EF4-FFF2-40B4-BE49-F238E27FC236}">
                  <a16:creationId xmlns:a16="http://schemas.microsoft.com/office/drawing/2014/main" id="{A31959AA-4D12-4C44-BCF6-BF17086F3C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3263" y="21494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28" name="Rectangle 38">
              <a:extLst>
                <a:ext uri="{FF2B5EF4-FFF2-40B4-BE49-F238E27FC236}">
                  <a16:creationId xmlns:a16="http://schemas.microsoft.com/office/drawing/2014/main" id="{A915B621-573B-44F1-83AA-EA67D8EA50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2150" y="1943100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29" name="Rectangle 39">
              <a:extLst>
                <a:ext uri="{FF2B5EF4-FFF2-40B4-BE49-F238E27FC236}">
                  <a16:creationId xmlns:a16="http://schemas.microsoft.com/office/drawing/2014/main" id="{D79567AC-100D-4997-A462-B4A82CE469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2800" y="2400300"/>
              <a:ext cx="11113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30" name="Rectangle 40">
              <a:extLst>
                <a:ext uri="{FF2B5EF4-FFF2-40B4-BE49-F238E27FC236}">
                  <a16:creationId xmlns:a16="http://schemas.microsoft.com/office/drawing/2014/main" id="{DF791AA3-9312-44CC-AF0D-A4CFA89DCF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8113" y="20510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31" name="Rectangle 41">
              <a:extLst>
                <a:ext uri="{FF2B5EF4-FFF2-40B4-BE49-F238E27FC236}">
                  <a16:creationId xmlns:a16="http://schemas.microsoft.com/office/drawing/2014/main" id="{056F7FE1-3E30-462E-A18A-8808E4B615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3800" y="24018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32" name="Rectangle 42">
              <a:extLst>
                <a:ext uri="{FF2B5EF4-FFF2-40B4-BE49-F238E27FC236}">
                  <a16:creationId xmlns:a16="http://schemas.microsoft.com/office/drawing/2014/main" id="{F7D4FDF7-6ECD-4FCD-9C25-6DBEBE364E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4200" y="2400300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33" name="Rectangle 43">
              <a:extLst>
                <a:ext uri="{FF2B5EF4-FFF2-40B4-BE49-F238E27FC236}">
                  <a16:creationId xmlns:a16="http://schemas.microsoft.com/office/drawing/2014/main" id="{EC33B2DF-528F-4678-9F10-C8DB9FDE3E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7950" y="2500313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34" name="Rectangle 44">
              <a:extLst>
                <a:ext uri="{FF2B5EF4-FFF2-40B4-BE49-F238E27FC236}">
                  <a16:creationId xmlns:a16="http://schemas.microsoft.com/office/drawing/2014/main" id="{AAAB7548-4207-4671-B409-301FDB9EA6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5713" y="24018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35" name="Rectangle 45">
              <a:extLst>
                <a:ext uri="{FF2B5EF4-FFF2-40B4-BE49-F238E27FC236}">
                  <a16:creationId xmlns:a16="http://schemas.microsoft.com/office/drawing/2014/main" id="{A30A773F-3F67-46D3-8EBC-9F8DFB741E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9863" y="2500313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36" name="Rectangle 46">
              <a:extLst>
                <a:ext uri="{FF2B5EF4-FFF2-40B4-BE49-F238E27FC236}">
                  <a16:creationId xmlns:a16="http://schemas.microsoft.com/office/drawing/2014/main" id="{56B31980-8D2E-453F-A228-7864AA6E69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5788" y="24018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37" name="Rectangle 47">
              <a:extLst>
                <a:ext uri="{FF2B5EF4-FFF2-40B4-BE49-F238E27FC236}">
                  <a16:creationId xmlns:a16="http://schemas.microsoft.com/office/drawing/2014/main" id="{EE449B6F-D283-4556-98CA-5CBCFEC934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9938" y="2500313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38" name="Rectangle 48">
              <a:extLst>
                <a:ext uri="{FF2B5EF4-FFF2-40B4-BE49-F238E27FC236}">
                  <a16:creationId xmlns:a16="http://schemas.microsoft.com/office/drawing/2014/main" id="{D3E01009-9325-46AB-A5EE-5B66749000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7450" y="24018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39" name="Rectangle 49">
              <a:extLst>
                <a:ext uri="{FF2B5EF4-FFF2-40B4-BE49-F238E27FC236}">
                  <a16:creationId xmlns:a16="http://schemas.microsoft.com/office/drawing/2014/main" id="{F91BC6AB-1CC7-4AAA-A319-37186DDBF1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1600" y="2500313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40" name="Rectangle 50">
              <a:extLst>
                <a:ext uri="{FF2B5EF4-FFF2-40B4-BE49-F238E27FC236}">
                  <a16:creationId xmlns:a16="http://schemas.microsoft.com/office/drawing/2014/main" id="{6C237894-F1FB-4FA5-B3D2-97030DB309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99113" y="24018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41" name="Rectangle 51">
              <a:extLst>
                <a:ext uri="{FF2B5EF4-FFF2-40B4-BE49-F238E27FC236}">
                  <a16:creationId xmlns:a16="http://schemas.microsoft.com/office/drawing/2014/main" id="{C3D476E8-6CE2-450A-AC82-6FE17CBBAF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9963" y="2400300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42" name="Rectangle 52">
              <a:extLst>
                <a:ext uri="{FF2B5EF4-FFF2-40B4-BE49-F238E27FC236}">
                  <a16:creationId xmlns:a16="http://schemas.microsoft.com/office/drawing/2014/main" id="{4C173D12-6283-462E-B5B1-715CF75045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3263" y="2500313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43" name="Rectangle 53">
              <a:extLst>
                <a:ext uri="{FF2B5EF4-FFF2-40B4-BE49-F238E27FC236}">
                  <a16:creationId xmlns:a16="http://schemas.microsoft.com/office/drawing/2014/main" id="{91E5E451-1914-4831-AB89-A5439F4D93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2150" y="2400300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44" name="Rectangle 54">
              <a:extLst>
                <a:ext uri="{FF2B5EF4-FFF2-40B4-BE49-F238E27FC236}">
                  <a16:creationId xmlns:a16="http://schemas.microsoft.com/office/drawing/2014/main" id="{F59836E8-7B7A-4989-86B6-1C17C176C1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2800" y="2705100"/>
              <a:ext cx="11113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45" name="Rectangle 55">
              <a:extLst>
                <a:ext uri="{FF2B5EF4-FFF2-40B4-BE49-F238E27FC236}">
                  <a16:creationId xmlns:a16="http://schemas.microsoft.com/office/drawing/2014/main" id="{7BB1089B-6616-459E-A382-829DB7A459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8113" y="24018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46" name="Rectangle 56">
              <a:extLst>
                <a:ext uri="{FF2B5EF4-FFF2-40B4-BE49-F238E27FC236}">
                  <a16:creationId xmlns:a16="http://schemas.microsoft.com/office/drawing/2014/main" id="{13D78931-E6D2-4DCC-818F-690807B157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3800" y="2703513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47" name="Rectangle 57">
              <a:extLst>
                <a:ext uri="{FF2B5EF4-FFF2-40B4-BE49-F238E27FC236}">
                  <a16:creationId xmlns:a16="http://schemas.microsoft.com/office/drawing/2014/main" id="{044304CA-9C13-41EC-B9F0-96F942BD0C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4200" y="2705100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48" name="Rectangle 58">
              <a:extLst>
                <a:ext uri="{FF2B5EF4-FFF2-40B4-BE49-F238E27FC236}">
                  <a16:creationId xmlns:a16="http://schemas.microsoft.com/office/drawing/2014/main" id="{78E56052-0D1D-4F36-ACEC-E6D064EC9B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7950" y="28019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49" name="Rectangle 59">
              <a:extLst>
                <a:ext uri="{FF2B5EF4-FFF2-40B4-BE49-F238E27FC236}">
                  <a16:creationId xmlns:a16="http://schemas.microsoft.com/office/drawing/2014/main" id="{CCCF384C-9A10-401A-95A7-EA0195D681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5713" y="2703513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50" name="Rectangle 60">
              <a:extLst>
                <a:ext uri="{FF2B5EF4-FFF2-40B4-BE49-F238E27FC236}">
                  <a16:creationId xmlns:a16="http://schemas.microsoft.com/office/drawing/2014/main" id="{71F95166-4711-44AA-B0B9-CB013A711E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9863" y="28019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51" name="Rectangle 61">
              <a:extLst>
                <a:ext uri="{FF2B5EF4-FFF2-40B4-BE49-F238E27FC236}">
                  <a16:creationId xmlns:a16="http://schemas.microsoft.com/office/drawing/2014/main" id="{53AEA82B-D456-4501-A98E-CD04DC2B24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5788" y="2703513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52" name="Rectangle 62">
              <a:extLst>
                <a:ext uri="{FF2B5EF4-FFF2-40B4-BE49-F238E27FC236}">
                  <a16:creationId xmlns:a16="http://schemas.microsoft.com/office/drawing/2014/main" id="{72939FF8-EF1F-4091-BBFA-E3F622749E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9938" y="28019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53" name="Rectangle 63">
              <a:extLst>
                <a:ext uri="{FF2B5EF4-FFF2-40B4-BE49-F238E27FC236}">
                  <a16:creationId xmlns:a16="http://schemas.microsoft.com/office/drawing/2014/main" id="{E110CBF0-154D-4F93-90F7-6577FFF972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7450" y="2703513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54" name="Rectangle 64">
              <a:extLst>
                <a:ext uri="{FF2B5EF4-FFF2-40B4-BE49-F238E27FC236}">
                  <a16:creationId xmlns:a16="http://schemas.microsoft.com/office/drawing/2014/main" id="{56AF84F2-4E2D-48F5-8561-30754A325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1600" y="28019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55" name="Rectangle 65">
              <a:extLst>
                <a:ext uri="{FF2B5EF4-FFF2-40B4-BE49-F238E27FC236}">
                  <a16:creationId xmlns:a16="http://schemas.microsoft.com/office/drawing/2014/main" id="{8B2EBF23-605D-4A73-AB20-085EC302DF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99113" y="2703513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56" name="Rectangle 66">
              <a:extLst>
                <a:ext uri="{FF2B5EF4-FFF2-40B4-BE49-F238E27FC236}">
                  <a16:creationId xmlns:a16="http://schemas.microsoft.com/office/drawing/2014/main" id="{6B53D740-8C5E-4523-A371-F7B0B6C81D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9963" y="2705100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57" name="Rectangle 67">
              <a:extLst>
                <a:ext uri="{FF2B5EF4-FFF2-40B4-BE49-F238E27FC236}">
                  <a16:creationId xmlns:a16="http://schemas.microsoft.com/office/drawing/2014/main" id="{AFD659D8-D6A1-4B1D-9525-A13AD0F04D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3263" y="28019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58" name="Rectangle 68">
              <a:extLst>
                <a:ext uri="{FF2B5EF4-FFF2-40B4-BE49-F238E27FC236}">
                  <a16:creationId xmlns:a16="http://schemas.microsoft.com/office/drawing/2014/main" id="{B75C339C-29FD-463C-ADAE-E930ED3B12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2150" y="2705100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59" name="Rectangle 69">
              <a:extLst>
                <a:ext uri="{FF2B5EF4-FFF2-40B4-BE49-F238E27FC236}">
                  <a16:creationId xmlns:a16="http://schemas.microsoft.com/office/drawing/2014/main" id="{6C5C40CC-EE13-425C-8C09-E1D7746D04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2800" y="3014663"/>
              <a:ext cx="11113" cy="35083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60" name="Rectangle 70">
              <a:extLst>
                <a:ext uri="{FF2B5EF4-FFF2-40B4-BE49-F238E27FC236}">
                  <a16:creationId xmlns:a16="http://schemas.microsoft.com/office/drawing/2014/main" id="{7E45F448-C46E-4B1F-B190-E84664C83F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8113" y="27035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61" name="Rectangle 71">
              <a:extLst>
                <a:ext uri="{FF2B5EF4-FFF2-40B4-BE49-F238E27FC236}">
                  <a16:creationId xmlns:a16="http://schemas.microsoft.com/office/drawing/2014/main" id="{684FD9F7-288B-47D4-90B2-E02DEAA154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3800" y="3008313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62" name="Rectangle 72">
              <a:extLst>
                <a:ext uri="{FF2B5EF4-FFF2-40B4-BE49-F238E27FC236}">
                  <a16:creationId xmlns:a16="http://schemas.microsoft.com/office/drawing/2014/main" id="{B97014EB-A333-42DE-B5F4-DE217684DE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4200" y="3014663"/>
              <a:ext cx="12700" cy="35083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63" name="Rectangle 73">
              <a:extLst>
                <a:ext uri="{FF2B5EF4-FFF2-40B4-BE49-F238E27FC236}">
                  <a16:creationId xmlns:a16="http://schemas.microsoft.com/office/drawing/2014/main" id="{2B79DA47-FBB1-4E90-AA98-4DF34C58CF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7950" y="3106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64" name="Rectangle 74">
              <a:extLst>
                <a:ext uri="{FF2B5EF4-FFF2-40B4-BE49-F238E27FC236}">
                  <a16:creationId xmlns:a16="http://schemas.microsoft.com/office/drawing/2014/main" id="{97DF927A-FCFD-4E73-8D69-1731724C17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5713" y="3008313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65" name="Rectangle 75">
              <a:extLst>
                <a:ext uri="{FF2B5EF4-FFF2-40B4-BE49-F238E27FC236}">
                  <a16:creationId xmlns:a16="http://schemas.microsoft.com/office/drawing/2014/main" id="{E7C248C4-6103-408C-823D-987CB13B6E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9863" y="3106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66" name="Rectangle 76">
              <a:extLst>
                <a:ext uri="{FF2B5EF4-FFF2-40B4-BE49-F238E27FC236}">
                  <a16:creationId xmlns:a16="http://schemas.microsoft.com/office/drawing/2014/main" id="{186E7D4C-18AA-4929-937A-87D140CD07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5788" y="3008313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67" name="Rectangle 77">
              <a:extLst>
                <a:ext uri="{FF2B5EF4-FFF2-40B4-BE49-F238E27FC236}">
                  <a16:creationId xmlns:a16="http://schemas.microsoft.com/office/drawing/2014/main" id="{9179C025-B6FC-4191-B21B-155F5EFBFD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9938" y="3106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68" name="Rectangle 78">
              <a:extLst>
                <a:ext uri="{FF2B5EF4-FFF2-40B4-BE49-F238E27FC236}">
                  <a16:creationId xmlns:a16="http://schemas.microsoft.com/office/drawing/2014/main" id="{2A7AD8B8-C085-455F-80BC-9FB6402413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7450" y="3008313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69" name="Rectangle 79">
              <a:extLst>
                <a:ext uri="{FF2B5EF4-FFF2-40B4-BE49-F238E27FC236}">
                  <a16:creationId xmlns:a16="http://schemas.microsoft.com/office/drawing/2014/main" id="{6C5959E5-A0A0-4881-91A5-2E40C78F37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1600" y="3106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70" name="Rectangle 80">
              <a:extLst>
                <a:ext uri="{FF2B5EF4-FFF2-40B4-BE49-F238E27FC236}">
                  <a16:creationId xmlns:a16="http://schemas.microsoft.com/office/drawing/2014/main" id="{3D8FE6AE-C7F5-4E78-9270-AF780DE82D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99113" y="3008313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71" name="Rectangle 81">
              <a:extLst>
                <a:ext uri="{FF2B5EF4-FFF2-40B4-BE49-F238E27FC236}">
                  <a16:creationId xmlns:a16="http://schemas.microsoft.com/office/drawing/2014/main" id="{17A53F87-4FF8-4621-9E76-524EDB8BF6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9963" y="3014663"/>
              <a:ext cx="12700" cy="35083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72" name="Rectangle 82">
              <a:extLst>
                <a:ext uri="{FF2B5EF4-FFF2-40B4-BE49-F238E27FC236}">
                  <a16:creationId xmlns:a16="http://schemas.microsoft.com/office/drawing/2014/main" id="{0C6B8CCE-09CB-4E58-B5E3-EC964E783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3263" y="3106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73" name="Rectangle 83">
              <a:extLst>
                <a:ext uri="{FF2B5EF4-FFF2-40B4-BE49-F238E27FC236}">
                  <a16:creationId xmlns:a16="http://schemas.microsoft.com/office/drawing/2014/main" id="{77E895A4-264A-4358-B50C-ABE12CB025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2150" y="3014663"/>
              <a:ext cx="12700" cy="35083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74" name="Rectangle 84">
              <a:extLst>
                <a:ext uri="{FF2B5EF4-FFF2-40B4-BE49-F238E27FC236}">
                  <a16:creationId xmlns:a16="http://schemas.microsoft.com/office/drawing/2014/main" id="{5C48B432-F775-46FE-B02B-2E75F7FAF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2800" y="3352800"/>
              <a:ext cx="4968875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75" name="Rectangle 85">
              <a:extLst>
                <a:ext uri="{FF2B5EF4-FFF2-40B4-BE49-F238E27FC236}">
                  <a16:creationId xmlns:a16="http://schemas.microsoft.com/office/drawing/2014/main" id="{67201E1B-70C0-4B2A-B660-F5255536EC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8113" y="30083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85" name="Rectangle 2">
            <a:extLst>
              <a:ext uri="{FF2B5EF4-FFF2-40B4-BE49-F238E27FC236}">
                <a16:creationId xmlns:a16="http://schemas.microsoft.com/office/drawing/2014/main" id="{42F4A9F6-D04A-834B-8FE3-70050B9ACEE5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State table for the Moore-type serial adder FSM</a:t>
            </a:r>
          </a:p>
        </p:txBody>
      </p:sp>
      <p:sp>
        <p:nvSpPr>
          <p:cNvPr id="64515" name="TextBox 125">
            <a:extLst>
              <a:ext uri="{FF2B5EF4-FFF2-40B4-BE49-F238E27FC236}">
                <a16:creationId xmlns:a16="http://schemas.microsoft.com/office/drawing/2014/main" id="{AA668BB7-EBF1-4DA1-9A69-4D88468D88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151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6.45 from the textbook ]</a:t>
            </a:r>
          </a:p>
        </p:txBody>
      </p:sp>
      <p:grpSp>
        <p:nvGrpSpPr>
          <p:cNvPr id="64516" name="Group 1">
            <a:extLst>
              <a:ext uri="{FF2B5EF4-FFF2-40B4-BE49-F238E27FC236}">
                <a16:creationId xmlns:a16="http://schemas.microsoft.com/office/drawing/2014/main" id="{3E4BAAF0-F0A4-48FB-93BD-BBAE90C05B7D}"/>
              </a:ext>
            </a:extLst>
          </p:cNvPr>
          <p:cNvGrpSpPr>
            <a:grpSpLocks/>
          </p:cNvGrpSpPr>
          <p:nvPr/>
        </p:nvGrpSpPr>
        <p:grpSpPr bwMode="auto">
          <a:xfrm>
            <a:off x="660400" y="3581400"/>
            <a:ext cx="4800600" cy="2819400"/>
            <a:chOff x="1614488" y="1476375"/>
            <a:chExt cx="5868987" cy="3705225"/>
          </a:xfrm>
        </p:grpSpPr>
        <p:sp>
          <p:nvSpPr>
            <p:cNvPr id="64517" name="Freeform 4">
              <a:extLst>
                <a:ext uri="{FF2B5EF4-FFF2-40B4-BE49-F238E27FC236}">
                  <a16:creationId xmlns:a16="http://schemas.microsoft.com/office/drawing/2014/main" id="{8328EF79-5FB7-483D-AF10-1BFA78AA6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013" y="5022850"/>
              <a:ext cx="127000" cy="127000"/>
            </a:xfrm>
            <a:custGeom>
              <a:avLst/>
              <a:gdLst>
                <a:gd name="T0" fmla="*/ 2147483646 w 160"/>
                <a:gd name="T1" fmla="*/ 2147483646 h 160"/>
                <a:gd name="T2" fmla="*/ 2147483646 w 160"/>
                <a:gd name="T3" fmla="*/ 0 h 160"/>
                <a:gd name="T4" fmla="*/ 0 w 160"/>
                <a:gd name="T5" fmla="*/ 2147483646 h 160"/>
                <a:gd name="T6" fmla="*/ 2147483646 w 160"/>
                <a:gd name="T7" fmla="*/ 2147483646 h 160"/>
                <a:gd name="T8" fmla="*/ 2147483646 w 160"/>
                <a:gd name="T9" fmla="*/ 2147483646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160"/>
                <a:gd name="T17" fmla="*/ 160 w 16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160">
                  <a:moveTo>
                    <a:pt x="64" y="160"/>
                  </a:moveTo>
                  <a:lnTo>
                    <a:pt x="160" y="0"/>
                  </a:lnTo>
                  <a:lnTo>
                    <a:pt x="0" y="96"/>
                  </a:lnTo>
                  <a:lnTo>
                    <a:pt x="32" y="128"/>
                  </a:lnTo>
                  <a:lnTo>
                    <a:pt x="64" y="160"/>
                  </a:lnTo>
                  <a:close/>
                </a:path>
              </a:pathLst>
            </a:custGeom>
            <a:solidFill>
              <a:schemeClr val="tx1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18" name="Freeform 7">
              <a:extLst>
                <a:ext uri="{FF2B5EF4-FFF2-40B4-BE49-F238E27FC236}">
                  <a16:creationId xmlns:a16="http://schemas.microsoft.com/office/drawing/2014/main" id="{64C3D624-5888-4164-93FB-6B9144B86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613" y="4464050"/>
              <a:ext cx="736600" cy="711200"/>
            </a:xfrm>
            <a:custGeom>
              <a:avLst/>
              <a:gdLst>
                <a:gd name="T0" fmla="*/ 2147483646 w 928"/>
                <a:gd name="T1" fmla="*/ 2147483646 h 896"/>
                <a:gd name="T2" fmla="*/ 2147483646 w 928"/>
                <a:gd name="T3" fmla="*/ 2147483646 h 896"/>
                <a:gd name="T4" fmla="*/ 2147483646 w 928"/>
                <a:gd name="T5" fmla="*/ 2147483646 h 896"/>
                <a:gd name="T6" fmla="*/ 2147483646 w 928"/>
                <a:gd name="T7" fmla="*/ 2147483646 h 896"/>
                <a:gd name="T8" fmla="*/ 2147483646 w 928"/>
                <a:gd name="T9" fmla="*/ 2147483646 h 896"/>
                <a:gd name="T10" fmla="*/ 2147483646 w 928"/>
                <a:gd name="T11" fmla="*/ 2147483646 h 896"/>
                <a:gd name="T12" fmla="*/ 2147483646 w 928"/>
                <a:gd name="T13" fmla="*/ 2147483646 h 896"/>
                <a:gd name="T14" fmla="*/ 2147483646 w 928"/>
                <a:gd name="T15" fmla="*/ 2147483646 h 896"/>
                <a:gd name="T16" fmla="*/ 2147483646 w 928"/>
                <a:gd name="T17" fmla="*/ 2147483646 h 896"/>
                <a:gd name="T18" fmla="*/ 2147483646 w 928"/>
                <a:gd name="T19" fmla="*/ 2147483646 h 896"/>
                <a:gd name="T20" fmla="*/ 2147483646 w 928"/>
                <a:gd name="T21" fmla="*/ 0 h 896"/>
                <a:gd name="T22" fmla="*/ 2147483646 w 928"/>
                <a:gd name="T23" fmla="*/ 0 h 896"/>
                <a:gd name="T24" fmla="*/ 2147483646 w 928"/>
                <a:gd name="T25" fmla="*/ 2147483646 h 896"/>
                <a:gd name="T26" fmla="*/ 2147483646 w 928"/>
                <a:gd name="T27" fmla="*/ 2147483646 h 896"/>
                <a:gd name="T28" fmla="*/ 2147483646 w 928"/>
                <a:gd name="T29" fmla="*/ 2147483646 h 896"/>
                <a:gd name="T30" fmla="*/ 2147483646 w 928"/>
                <a:gd name="T31" fmla="*/ 2147483646 h 896"/>
                <a:gd name="T32" fmla="*/ 2147483646 w 928"/>
                <a:gd name="T33" fmla="*/ 2147483646 h 896"/>
                <a:gd name="T34" fmla="*/ 2147483646 w 928"/>
                <a:gd name="T35" fmla="*/ 2147483646 h 896"/>
                <a:gd name="T36" fmla="*/ 2147483646 w 928"/>
                <a:gd name="T37" fmla="*/ 2147483646 h 896"/>
                <a:gd name="T38" fmla="*/ 2147483646 w 928"/>
                <a:gd name="T39" fmla="*/ 2147483646 h 896"/>
                <a:gd name="T40" fmla="*/ 2147483646 w 928"/>
                <a:gd name="T41" fmla="*/ 2147483646 h 896"/>
                <a:gd name="T42" fmla="*/ 2147483646 w 928"/>
                <a:gd name="T43" fmla="*/ 2147483646 h 896"/>
                <a:gd name="T44" fmla="*/ 2147483646 w 928"/>
                <a:gd name="T45" fmla="*/ 2147483646 h 896"/>
                <a:gd name="T46" fmla="*/ 2147483646 w 928"/>
                <a:gd name="T47" fmla="*/ 2147483646 h 896"/>
                <a:gd name="T48" fmla="*/ 2147483646 w 928"/>
                <a:gd name="T49" fmla="*/ 2147483646 h 896"/>
                <a:gd name="T50" fmla="*/ 2147483646 w 928"/>
                <a:gd name="T51" fmla="*/ 2147483646 h 896"/>
                <a:gd name="T52" fmla="*/ 2147483646 w 928"/>
                <a:gd name="T53" fmla="*/ 2147483646 h 896"/>
                <a:gd name="T54" fmla="*/ 2147483646 w 928"/>
                <a:gd name="T55" fmla="*/ 2147483646 h 896"/>
                <a:gd name="T56" fmla="*/ 2147483646 w 928"/>
                <a:gd name="T57" fmla="*/ 2147483646 h 896"/>
                <a:gd name="T58" fmla="*/ 2147483646 w 928"/>
                <a:gd name="T59" fmla="*/ 2147483646 h 896"/>
                <a:gd name="T60" fmla="*/ 2147483646 w 928"/>
                <a:gd name="T61" fmla="*/ 2147483646 h 896"/>
                <a:gd name="T62" fmla="*/ 2147483646 w 928"/>
                <a:gd name="T63" fmla="*/ 2147483646 h 896"/>
                <a:gd name="T64" fmla="*/ 2147483646 w 928"/>
                <a:gd name="T65" fmla="*/ 2147483646 h 896"/>
                <a:gd name="T66" fmla="*/ 2147483646 w 928"/>
                <a:gd name="T67" fmla="*/ 2147483646 h 896"/>
                <a:gd name="T68" fmla="*/ 2147483646 w 928"/>
                <a:gd name="T69" fmla="*/ 2147483646 h 896"/>
                <a:gd name="T70" fmla="*/ 2147483646 w 928"/>
                <a:gd name="T71" fmla="*/ 2147483646 h 896"/>
                <a:gd name="T72" fmla="*/ 2147483646 w 928"/>
                <a:gd name="T73" fmla="*/ 2147483646 h 896"/>
                <a:gd name="T74" fmla="*/ 2147483646 w 928"/>
                <a:gd name="T75" fmla="*/ 2147483646 h 896"/>
                <a:gd name="T76" fmla="*/ 2147483646 w 928"/>
                <a:gd name="T77" fmla="*/ 2147483646 h 896"/>
                <a:gd name="T78" fmla="*/ 2147483646 w 928"/>
                <a:gd name="T79" fmla="*/ 2147483646 h 896"/>
                <a:gd name="T80" fmla="*/ 2147483646 w 928"/>
                <a:gd name="T81" fmla="*/ 2147483646 h 896"/>
                <a:gd name="T82" fmla="*/ 2147483646 w 928"/>
                <a:gd name="T83" fmla="*/ 2147483646 h 896"/>
                <a:gd name="T84" fmla="*/ 2147483646 w 928"/>
                <a:gd name="T85" fmla="*/ 2147483646 h 896"/>
                <a:gd name="T86" fmla="*/ 2147483646 w 928"/>
                <a:gd name="T87" fmla="*/ 2147483646 h 896"/>
                <a:gd name="T88" fmla="*/ 2147483646 w 928"/>
                <a:gd name="T89" fmla="*/ 2147483646 h 896"/>
                <a:gd name="T90" fmla="*/ 2147483646 w 928"/>
                <a:gd name="T91" fmla="*/ 2147483646 h 896"/>
                <a:gd name="T92" fmla="*/ 2147483646 w 928"/>
                <a:gd name="T93" fmla="*/ 2147483646 h 896"/>
                <a:gd name="T94" fmla="*/ 2147483646 w 928"/>
                <a:gd name="T95" fmla="*/ 2147483646 h 896"/>
                <a:gd name="T96" fmla="*/ 2147483646 w 928"/>
                <a:gd name="T97" fmla="*/ 2147483646 h 896"/>
                <a:gd name="T98" fmla="*/ 2147483646 w 928"/>
                <a:gd name="T99" fmla="*/ 2147483646 h 896"/>
                <a:gd name="T100" fmla="*/ 2147483646 w 928"/>
                <a:gd name="T101" fmla="*/ 2147483646 h 896"/>
                <a:gd name="T102" fmla="*/ 2147483646 w 928"/>
                <a:gd name="T103" fmla="*/ 2147483646 h 896"/>
                <a:gd name="T104" fmla="*/ 2147483646 w 928"/>
                <a:gd name="T105" fmla="*/ 2147483646 h 896"/>
                <a:gd name="T106" fmla="*/ 2147483646 w 928"/>
                <a:gd name="T107" fmla="*/ 2147483646 h 896"/>
                <a:gd name="T108" fmla="*/ 2147483646 w 928"/>
                <a:gd name="T109" fmla="*/ 2147483646 h 896"/>
                <a:gd name="T110" fmla="*/ 2147483646 w 928"/>
                <a:gd name="T111" fmla="*/ 2147483646 h 89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928"/>
                <a:gd name="T169" fmla="*/ 0 h 896"/>
                <a:gd name="T170" fmla="*/ 928 w 928"/>
                <a:gd name="T171" fmla="*/ 896 h 89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928" h="896">
                  <a:moveTo>
                    <a:pt x="0" y="442"/>
                  </a:moveTo>
                  <a:lnTo>
                    <a:pt x="0" y="453"/>
                  </a:lnTo>
                  <a:lnTo>
                    <a:pt x="2" y="429"/>
                  </a:lnTo>
                  <a:lnTo>
                    <a:pt x="3" y="406"/>
                  </a:lnTo>
                  <a:lnTo>
                    <a:pt x="7" y="384"/>
                  </a:lnTo>
                  <a:lnTo>
                    <a:pt x="10" y="362"/>
                  </a:lnTo>
                  <a:lnTo>
                    <a:pt x="15" y="339"/>
                  </a:lnTo>
                  <a:lnTo>
                    <a:pt x="21" y="318"/>
                  </a:lnTo>
                  <a:lnTo>
                    <a:pt x="27" y="298"/>
                  </a:lnTo>
                  <a:lnTo>
                    <a:pt x="37" y="277"/>
                  </a:lnTo>
                  <a:lnTo>
                    <a:pt x="45" y="256"/>
                  </a:lnTo>
                  <a:lnTo>
                    <a:pt x="55" y="237"/>
                  </a:lnTo>
                  <a:lnTo>
                    <a:pt x="66" y="218"/>
                  </a:lnTo>
                  <a:lnTo>
                    <a:pt x="79" y="200"/>
                  </a:lnTo>
                  <a:lnTo>
                    <a:pt x="91" y="181"/>
                  </a:lnTo>
                  <a:lnTo>
                    <a:pt x="104" y="165"/>
                  </a:lnTo>
                  <a:lnTo>
                    <a:pt x="119" y="147"/>
                  </a:lnTo>
                  <a:lnTo>
                    <a:pt x="133" y="133"/>
                  </a:lnTo>
                  <a:lnTo>
                    <a:pt x="149" y="117"/>
                  </a:lnTo>
                  <a:lnTo>
                    <a:pt x="165" y="102"/>
                  </a:lnTo>
                  <a:lnTo>
                    <a:pt x="183" y="90"/>
                  </a:lnTo>
                  <a:lnTo>
                    <a:pt x="200" y="77"/>
                  </a:lnTo>
                  <a:lnTo>
                    <a:pt x="219" y="66"/>
                  </a:lnTo>
                  <a:lnTo>
                    <a:pt x="239" y="54"/>
                  </a:lnTo>
                  <a:lnTo>
                    <a:pt x="258" y="45"/>
                  </a:lnTo>
                  <a:lnTo>
                    <a:pt x="277" y="35"/>
                  </a:lnTo>
                  <a:lnTo>
                    <a:pt x="298" y="27"/>
                  </a:lnTo>
                  <a:lnTo>
                    <a:pt x="319" y="19"/>
                  </a:lnTo>
                  <a:lnTo>
                    <a:pt x="341" y="14"/>
                  </a:lnTo>
                  <a:lnTo>
                    <a:pt x="363" y="8"/>
                  </a:lnTo>
                  <a:lnTo>
                    <a:pt x="386" y="5"/>
                  </a:lnTo>
                  <a:lnTo>
                    <a:pt x="408" y="2"/>
                  </a:lnTo>
                  <a:lnTo>
                    <a:pt x="431" y="0"/>
                  </a:lnTo>
                  <a:lnTo>
                    <a:pt x="455" y="0"/>
                  </a:lnTo>
                  <a:lnTo>
                    <a:pt x="476" y="0"/>
                  </a:lnTo>
                  <a:lnTo>
                    <a:pt x="498" y="0"/>
                  </a:lnTo>
                  <a:lnTo>
                    <a:pt x="522" y="2"/>
                  </a:lnTo>
                  <a:lnTo>
                    <a:pt x="544" y="5"/>
                  </a:lnTo>
                  <a:lnTo>
                    <a:pt x="567" y="8"/>
                  </a:lnTo>
                  <a:lnTo>
                    <a:pt x="589" y="14"/>
                  </a:lnTo>
                  <a:lnTo>
                    <a:pt x="610" y="19"/>
                  </a:lnTo>
                  <a:lnTo>
                    <a:pt x="631" y="27"/>
                  </a:lnTo>
                  <a:lnTo>
                    <a:pt x="652" y="35"/>
                  </a:lnTo>
                  <a:lnTo>
                    <a:pt x="672" y="45"/>
                  </a:lnTo>
                  <a:lnTo>
                    <a:pt x="692" y="54"/>
                  </a:lnTo>
                  <a:lnTo>
                    <a:pt x="711" y="66"/>
                  </a:lnTo>
                  <a:lnTo>
                    <a:pt x="728" y="77"/>
                  </a:lnTo>
                  <a:lnTo>
                    <a:pt x="746" y="90"/>
                  </a:lnTo>
                  <a:lnTo>
                    <a:pt x="764" y="102"/>
                  </a:lnTo>
                  <a:lnTo>
                    <a:pt x="780" y="117"/>
                  </a:lnTo>
                  <a:lnTo>
                    <a:pt x="796" y="133"/>
                  </a:lnTo>
                  <a:lnTo>
                    <a:pt x="812" y="147"/>
                  </a:lnTo>
                  <a:lnTo>
                    <a:pt x="826" y="165"/>
                  </a:lnTo>
                  <a:lnTo>
                    <a:pt x="839" y="181"/>
                  </a:lnTo>
                  <a:lnTo>
                    <a:pt x="852" y="200"/>
                  </a:lnTo>
                  <a:lnTo>
                    <a:pt x="863" y="218"/>
                  </a:lnTo>
                  <a:lnTo>
                    <a:pt x="874" y="237"/>
                  </a:lnTo>
                  <a:lnTo>
                    <a:pt x="884" y="256"/>
                  </a:lnTo>
                  <a:lnTo>
                    <a:pt x="893" y="277"/>
                  </a:lnTo>
                  <a:lnTo>
                    <a:pt x="901" y="298"/>
                  </a:lnTo>
                  <a:lnTo>
                    <a:pt x="909" y="318"/>
                  </a:lnTo>
                  <a:lnTo>
                    <a:pt x="914" y="339"/>
                  </a:lnTo>
                  <a:lnTo>
                    <a:pt x="920" y="362"/>
                  </a:lnTo>
                  <a:lnTo>
                    <a:pt x="924" y="384"/>
                  </a:lnTo>
                  <a:lnTo>
                    <a:pt x="927" y="406"/>
                  </a:lnTo>
                  <a:lnTo>
                    <a:pt x="928" y="429"/>
                  </a:lnTo>
                  <a:lnTo>
                    <a:pt x="928" y="453"/>
                  </a:lnTo>
                  <a:lnTo>
                    <a:pt x="928" y="442"/>
                  </a:lnTo>
                  <a:lnTo>
                    <a:pt x="928" y="466"/>
                  </a:lnTo>
                  <a:lnTo>
                    <a:pt x="927" y="488"/>
                  </a:lnTo>
                  <a:lnTo>
                    <a:pt x="924" y="510"/>
                  </a:lnTo>
                  <a:lnTo>
                    <a:pt x="920" y="533"/>
                  </a:lnTo>
                  <a:lnTo>
                    <a:pt x="914" y="555"/>
                  </a:lnTo>
                  <a:lnTo>
                    <a:pt x="909" y="576"/>
                  </a:lnTo>
                  <a:lnTo>
                    <a:pt x="901" y="598"/>
                  </a:lnTo>
                  <a:lnTo>
                    <a:pt x="893" y="619"/>
                  </a:lnTo>
                  <a:lnTo>
                    <a:pt x="884" y="638"/>
                  </a:lnTo>
                  <a:lnTo>
                    <a:pt x="874" y="658"/>
                  </a:lnTo>
                  <a:lnTo>
                    <a:pt x="863" y="677"/>
                  </a:lnTo>
                  <a:lnTo>
                    <a:pt x="852" y="696"/>
                  </a:lnTo>
                  <a:lnTo>
                    <a:pt x="839" y="714"/>
                  </a:lnTo>
                  <a:lnTo>
                    <a:pt x="826" y="730"/>
                  </a:lnTo>
                  <a:lnTo>
                    <a:pt x="812" y="747"/>
                  </a:lnTo>
                  <a:lnTo>
                    <a:pt x="796" y="763"/>
                  </a:lnTo>
                  <a:lnTo>
                    <a:pt x="780" y="778"/>
                  </a:lnTo>
                  <a:lnTo>
                    <a:pt x="764" y="792"/>
                  </a:lnTo>
                  <a:lnTo>
                    <a:pt x="746" y="805"/>
                  </a:lnTo>
                  <a:lnTo>
                    <a:pt x="728" y="818"/>
                  </a:lnTo>
                  <a:lnTo>
                    <a:pt x="711" y="830"/>
                  </a:lnTo>
                  <a:lnTo>
                    <a:pt x="692" y="840"/>
                  </a:lnTo>
                  <a:lnTo>
                    <a:pt x="672" y="851"/>
                  </a:lnTo>
                  <a:lnTo>
                    <a:pt x="652" y="859"/>
                  </a:lnTo>
                  <a:lnTo>
                    <a:pt x="631" y="867"/>
                  </a:lnTo>
                  <a:lnTo>
                    <a:pt x="610" y="875"/>
                  </a:lnTo>
                  <a:lnTo>
                    <a:pt x="589" y="882"/>
                  </a:lnTo>
                  <a:lnTo>
                    <a:pt x="567" y="886"/>
                  </a:lnTo>
                  <a:lnTo>
                    <a:pt x="544" y="890"/>
                  </a:lnTo>
                  <a:lnTo>
                    <a:pt x="522" y="893"/>
                  </a:lnTo>
                  <a:lnTo>
                    <a:pt x="498" y="894"/>
                  </a:lnTo>
                  <a:lnTo>
                    <a:pt x="476" y="896"/>
                  </a:lnTo>
                  <a:lnTo>
                    <a:pt x="455" y="896"/>
                  </a:lnTo>
                  <a:lnTo>
                    <a:pt x="431" y="894"/>
                  </a:lnTo>
                  <a:lnTo>
                    <a:pt x="408" y="893"/>
                  </a:lnTo>
                  <a:lnTo>
                    <a:pt x="386" y="890"/>
                  </a:lnTo>
                  <a:lnTo>
                    <a:pt x="363" y="886"/>
                  </a:lnTo>
                  <a:lnTo>
                    <a:pt x="341" y="882"/>
                  </a:lnTo>
                  <a:lnTo>
                    <a:pt x="319" y="875"/>
                  </a:lnTo>
                  <a:lnTo>
                    <a:pt x="298" y="867"/>
                  </a:lnTo>
                  <a:lnTo>
                    <a:pt x="277" y="859"/>
                  </a:lnTo>
                  <a:lnTo>
                    <a:pt x="258" y="851"/>
                  </a:lnTo>
                  <a:lnTo>
                    <a:pt x="239" y="840"/>
                  </a:lnTo>
                  <a:lnTo>
                    <a:pt x="219" y="830"/>
                  </a:lnTo>
                  <a:lnTo>
                    <a:pt x="200" y="818"/>
                  </a:lnTo>
                  <a:lnTo>
                    <a:pt x="183" y="805"/>
                  </a:lnTo>
                  <a:lnTo>
                    <a:pt x="165" y="792"/>
                  </a:lnTo>
                  <a:lnTo>
                    <a:pt x="149" y="778"/>
                  </a:lnTo>
                  <a:lnTo>
                    <a:pt x="133" y="763"/>
                  </a:lnTo>
                  <a:lnTo>
                    <a:pt x="119" y="747"/>
                  </a:lnTo>
                  <a:lnTo>
                    <a:pt x="104" y="730"/>
                  </a:lnTo>
                  <a:lnTo>
                    <a:pt x="91" y="714"/>
                  </a:lnTo>
                  <a:lnTo>
                    <a:pt x="79" y="696"/>
                  </a:lnTo>
                  <a:lnTo>
                    <a:pt x="66" y="677"/>
                  </a:lnTo>
                  <a:lnTo>
                    <a:pt x="55" y="658"/>
                  </a:lnTo>
                  <a:lnTo>
                    <a:pt x="45" y="638"/>
                  </a:lnTo>
                  <a:lnTo>
                    <a:pt x="37" y="619"/>
                  </a:lnTo>
                  <a:lnTo>
                    <a:pt x="27" y="598"/>
                  </a:lnTo>
                  <a:lnTo>
                    <a:pt x="21" y="576"/>
                  </a:lnTo>
                  <a:lnTo>
                    <a:pt x="15" y="555"/>
                  </a:lnTo>
                  <a:lnTo>
                    <a:pt x="10" y="533"/>
                  </a:lnTo>
                  <a:lnTo>
                    <a:pt x="7" y="510"/>
                  </a:lnTo>
                  <a:lnTo>
                    <a:pt x="3" y="488"/>
                  </a:lnTo>
                  <a:lnTo>
                    <a:pt x="2" y="466"/>
                  </a:lnTo>
                  <a:lnTo>
                    <a:pt x="0" y="442"/>
                  </a:lnTo>
                  <a:close/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19" name="Freeform 9">
              <a:extLst>
                <a:ext uri="{FF2B5EF4-FFF2-40B4-BE49-F238E27FC236}">
                  <a16:creationId xmlns:a16="http://schemas.microsoft.com/office/drawing/2014/main" id="{57D53BF4-7629-4A91-85FF-B3601774F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013" y="2863850"/>
              <a:ext cx="127000" cy="127000"/>
            </a:xfrm>
            <a:custGeom>
              <a:avLst/>
              <a:gdLst>
                <a:gd name="T0" fmla="*/ 2147483646 w 160"/>
                <a:gd name="T1" fmla="*/ 2147483646 h 160"/>
                <a:gd name="T2" fmla="*/ 2147483646 w 160"/>
                <a:gd name="T3" fmla="*/ 0 h 160"/>
                <a:gd name="T4" fmla="*/ 0 w 160"/>
                <a:gd name="T5" fmla="*/ 2147483646 h 160"/>
                <a:gd name="T6" fmla="*/ 2147483646 w 160"/>
                <a:gd name="T7" fmla="*/ 2147483646 h 160"/>
                <a:gd name="T8" fmla="*/ 2147483646 w 160"/>
                <a:gd name="T9" fmla="*/ 2147483646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160"/>
                <a:gd name="T17" fmla="*/ 160 w 16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160">
                  <a:moveTo>
                    <a:pt x="64" y="160"/>
                  </a:moveTo>
                  <a:lnTo>
                    <a:pt x="160" y="0"/>
                  </a:lnTo>
                  <a:lnTo>
                    <a:pt x="0" y="96"/>
                  </a:lnTo>
                  <a:lnTo>
                    <a:pt x="32" y="128"/>
                  </a:lnTo>
                  <a:lnTo>
                    <a:pt x="64" y="160"/>
                  </a:lnTo>
                  <a:close/>
                </a:path>
              </a:pathLst>
            </a:custGeom>
            <a:solidFill>
              <a:srgbClr val="000000"/>
            </a:solidFill>
            <a:ln w="2381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20" name="Freeform 12">
              <a:extLst>
                <a:ext uri="{FF2B5EF4-FFF2-40B4-BE49-F238E27FC236}">
                  <a16:creationId xmlns:a16="http://schemas.microsoft.com/office/drawing/2014/main" id="{6B7268D2-16FE-4018-A22B-8B40AF4A1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613" y="2305050"/>
              <a:ext cx="711200" cy="711200"/>
            </a:xfrm>
            <a:custGeom>
              <a:avLst/>
              <a:gdLst>
                <a:gd name="T0" fmla="*/ 2147483646 w 896"/>
                <a:gd name="T1" fmla="*/ 2147483646 h 896"/>
                <a:gd name="T2" fmla="*/ 2147483646 w 896"/>
                <a:gd name="T3" fmla="*/ 2147483646 h 896"/>
                <a:gd name="T4" fmla="*/ 2147483646 w 896"/>
                <a:gd name="T5" fmla="*/ 2147483646 h 896"/>
                <a:gd name="T6" fmla="*/ 2147483646 w 896"/>
                <a:gd name="T7" fmla="*/ 2147483646 h 896"/>
                <a:gd name="T8" fmla="*/ 2147483646 w 896"/>
                <a:gd name="T9" fmla="*/ 2147483646 h 896"/>
                <a:gd name="T10" fmla="*/ 2147483646 w 896"/>
                <a:gd name="T11" fmla="*/ 2147483646 h 896"/>
                <a:gd name="T12" fmla="*/ 2147483646 w 896"/>
                <a:gd name="T13" fmla="*/ 2147483646 h 896"/>
                <a:gd name="T14" fmla="*/ 2147483646 w 896"/>
                <a:gd name="T15" fmla="*/ 2147483646 h 896"/>
                <a:gd name="T16" fmla="*/ 2147483646 w 896"/>
                <a:gd name="T17" fmla="*/ 2147483646 h 896"/>
                <a:gd name="T18" fmla="*/ 2147483646 w 896"/>
                <a:gd name="T19" fmla="*/ 2147483646 h 896"/>
                <a:gd name="T20" fmla="*/ 2147483646 w 896"/>
                <a:gd name="T21" fmla="*/ 0 h 896"/>
                <a:gd name="T22" fmla="*/ 2147483646 w 896"/>
                <a:gd name="T23" fmla="*/ 0 h 896"/>
                <a:gd name="T24" fmla="*/ 2147483646 w 896"/>
                <a:gd name="T25" fmla="*/ 2147483646 h 896"/>
                <a:gd name="T26" fmla="*/ 2147483646 w 896"/>
                <a:gd name="T27" fmla="*/ 2147483646 h 896"/>
                <a:gd name="T28" fmla="*/ 2147483646 w 896"/>
                <a:gd name="T29" fmla="*/ 2147483646 h 896"/>
                <a:gd name="T30" fmla="*/ 2147483646 w 896"/>
                <a:gd name="T31" fmla="*/ 2147483646 h 896"/>
                <a:gd name="T32" fmla="*/ 2147483646 w 896"/>
                <a:gd name="T33" fmla="*/ 2147483646 h 896"/>
                <a:gd name="T34" fmla="*/ 2147483646 w 896"/>
                <a:gd name="T35" fmla="*/ 2147483646 h 896"/>
                <a:gd name="T36" fmla="*/ 2147483646 w 896"/>
                <a:gd name="T37" fmla="*/ 2147483646 h 896"/>
                <a:gd name="T38" fmla="*/ 2147483646 w 896"/>
                <a:gd name="T39" fmla="*/ 2147483646 h 896"/>
                <a:gd name="T40" fmla="*/ 2147483646 w 896"/>
                <a:gd name="T41" fmla="*/ 2147483646 h 896"/>
                <a:gd name="T42" fmla="*/ 2147483646 w 896"/>
                <a:gd name="T43" fmla="*/ 2147483646 h 896"/>
                <a:gd name="T44" fmla="*/ 2147483646 w 896"/>
                <a:gd name="T45" fmla="*/ 2147483646 h 896"/>
                <a:gd name="T46" fmla="*/ 2147483646 w 896"/>
                <a:gd name="T47" fmla="*/ 2147483646 h 896"/>
                <a:gd name="T48" fmla="*/ 2147483646 w 896"/>
                <a:gd name="T49" fmla="*/ 2147483646 h 896"/>
                <a:gd name="T50" fmla="*/ 2147483646 w 896"/>
                <a:gd name="T51" fmla="*/ 2147483646 h 896"/>
                <a:gd name="T52" fmla="*/ 2147483646 w 896"/>
                <a:gd name="T53" fmla="*/ 2147483646 h 896"/>
                <a:gd name="T54" fmla="*/ 2147483646 w 896"/>
                <a:gd name="T55" fmla="*/ 2147483646 h 896"/>
                <a:gd name="T56" fmla="*/ 2147483646 w 896"/>
                <a:gd name="T57" fmla="*/ 2147483646 h 896"/>
                <a:gd name="T58" fmla="*/ 2147483646 w 896"/>
                <a:gd name="T59" fmla="*/ 2147483646 h 896"/>
                <a:gd name="T60" fmla="*/ 2147483646 w 896"/>
                <a:gd name="T61" fmla="*/ 2147483646 h 896"/>
                <a:gd name="T62" fmla="*/ 2147483646 w 896"/>
                <a:gd name="T63" fmla="*/ 2147483646 h 896"/>
                <a:gd name="T64" fmla="*/ 2147483646 w 896"/>
                <a:gd name="T65" fmla="*/ 2147483646 h 896"/>
                <a:gd name="T66" fmla="*/ 2147483646 w 896"/>
                <a:gd name="T67" fmla="*/ 2147483646 h 896"/>
                <a:gd name="T68" fmla="*/ 2147483646 w 896"/>
                <a:gd name="T69" fmla="*/ 2147483646 h 896"/>
                <a:gd name="T70" fmla="*/ 2147483646 w 896"/>
                <a:gd name="T71" fmla="*/ 2147483646 h 896"/>
                <a:gd name="T72" fmla="*/ 2147483646 w 896"/>
                <a:gd name="T73" fmla="*/ 2147483646 h 896"/>
                <a:gd name="T74" fmla="*/ 2147483646 w 896"/>
                <a:gd name="T75" fmla="*/ 2147483646 h 896"/>
                <a:gd name="T76" fmla="*/ 2147483646 w 896"/>
                <a:gd name="T77" fmla="*/ 2147483646 h 896"/>
                <a:gd name="T78" fmla="*/ 2147483646 w 896"/>
                <a:gd name="T79" fmla="*/ 2147483646 h 896"/>
                <a:gd name="T80" fmla="*/ 2147483646 w 896"/>
                <a:gd name="T81" fmla="*/ 2147483646 h 896"/>
                <a:gd name="T82" fmla="*/ 2147483646 w 896"/>
                <a:gd name="T83" fmla="*/ 2147483646 h 896"/>
                <a:gd name="T84" fmla="*/ 2147483646 w 896"/>
                <a:gd name="T85" fmla="*/ 2147483646 h 896"/>
                <a:gd name="T86" fmla="*/ 2147483646 w 896"/>
                <a:gd name="T87" fmla="*/ 2147483646 h 896"/>
                <a:gd name="T88" fmla="*/ 2147483646 w 896"/>
                <a:gd name="T89" fmla="*/ 2147483646 h 896"/>
                <a:gd name="T90" fmla="*/ 2147483646 w 896"/>
                <a:gd name="T91" fmla="*/ 2147483646 h 896"/>
                <a:gd name="T92" fmla="*/ 2147483646 w 896"/>
                <a:gd name="T93" fmla="*/ 2147483646 h 896"/>
                <a:gd name="T94" fmla="*/ 2147483646 w 896"/>
                <a:gd name="T95" fmla="*/ 2147483646 h 896"/>
                <a:gd name="T96" fmla="*/ 2147483646 w 896"/>
                <a:gd name="T97" fmla="*/ 2147483646 h 896"/>
                <a:gd name="T98" fmla="*/ 2147483646 w 896"/>
                <a:gd name="T99" fmla="*/ 2147483646 h 896"/>
                <a:gd name="T100" fmla="*/ 2147483646 w 896"/>
                <a:gd name="T101" fmla="*/ 2147483646 h 896"/>
                <a:gd name="T102" fmla="*/ 2147483646 w 896"/>
                <a:gd name="T103" fmla="*/ 2147483646 h 896"/>
                <a:gd name="T104" fmla="*/ 2147483646 w 896"/>
                <a:gd name="T105" fmla="*/ 2147483646 h 896"/>
                <a:gd name="T106" fmla="*/ 2147483646 w 896"/>
                <a:gd name="T107" fmla="*/ 2147483646 h 896"/>
                <a:gd name="T108" fmla="*/ 2147483646 w 896"/>
                <a:gd name="T109" fmla="*/ 2147483646 h 896"/>
                <a:gd name="T110" fmla="*/ 2147483646 w 896"/>
                <a:gd name="T111" fmla="*/ 2147483646 h 89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96"/>
                <a:gd name="T169" fmla="*/ 0 h 896"/>
                <a:gd name="T170" fmla="*/ 896 w 896"/>
                <a:gd name="T171" fmla="*/ 896 h 89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96" h="896">
                  <a:moveTo>
                    <a:pt x="0" y="442"/>
                  </a:moveTo>
                  <a:lnTo>
                    <a:pt x="0" y="453"/>
                  </a:lnTo>
                  <a:lnTo>
                    <a:pt x="2" y="429"/>
                  </a:lnTo>
                  <a:lnTo>
                    <a:pt x="3" y="406"/>
                  </a:lnTo>
                  <a:lnTo>
                    <a:pt x="7" y="384"/>
                  </a:lnTo>
                  <a:lnTo>
                    <a:pt x="10" y="362"/>
                  </a:lnTo>
                  <a:lnTo>
                    <a:pt x="15" y="339"/>
                  </a:lnTo>
                  <a:lnTo>
                    <a:pt x="21" y="318"/>
                  </a:lnTo>
                  <a:lnTo>
                    <a:pt x="27" y="298"/>
                  </a:lnTo>
                  <a:lnTo>
                    <a:pt x="37" y="277"/>
                  </a:lnTo>
                  <a:lnTo>
                    <a:pt x="45" y="256"/>
                  </a:lnTo>
                  <a:lnTo>
                    <a:pt x="55" y="237"/>
                  </a:lnTo>
                  <a:lnTo>
                    <a:pt x="66" y="218"/>
                  </a:lnTo>
                  <a:lnTo>
                    <a:pt x="79" y="200"/>
                  </a:lnTo>
                  <a:lnTo>
                    <a:pt x="91" y="181"/>
                  </a:lnTo>
                  <a:lnTo>
                    <a:pt x="104" y="165"/>
                  </a:lnTo>
                  <a:lnTo>
                    <a:pt x="119" y="147"/>
                  </a:lnTo>
                  <a:lnTo>
                    <a:pt x="133" y="133"/>
                  </a:lnTo>
                  <a:lnTo>
                    <a:pt x="149" y="117"/>
                  </a:lnTo>
                  <a:lnTo>
                    <a:pt x="165" y="102"/>
                  </a:lnTo>
                  <a:lnTo>
                    <a:pt x="183" y="90"/>
                  </a:lnTo>
                  <a:lnTo>
                    <a:pt x="200" y="77"/>
                  </a:lnTo>
                  <a:lnTo>
                    <a:pt x="219" y="66"/>
                  </a:lnTo>
                  <a:lnTo>
                    <a:pt x="239" y="54"/>
                  </a:lnTo>
                  <a:lnTo>
                    <a:pt x="258" y="45"/>
                  </a:lnTo>
                  <a:lnTo>
                    <a:pt x="277" y="35"/>
                  </a:lnTo>
                  <a:lnTo>
                    <a:pt x="298" y="27"/>
                  </a:lnTo>
                  <a:lnTo>
                    <a:pt x="319" y="19"/>
                  </a:lnTo>
                  <a:lnTo>
                    <a:pt x="341" y="14"/>
                  </a:lnTo>
                  <a:lnTo>
                    <a:pt x="363" y="8"/>
                  </a:lnTo>
                  <a:lnTo>
                    <a:pt x="386" y="5"/>
                  </a:lnTo>
                  <a:lnTo>
                    <a:pt x="408" y="2"/>
                  </a:lnTo>
                  <a:lnTo>
                    <a:pt x="431" y="0"/>
                  </a:lnTo>
                  <a:lnTo>
                    <a:pt x="455" y="0"/>
                  </a:lnTo>
                  <a:lnTo>
                    <a:pt x="444" y="0"/>
                  </a:lnTo>
                  <a:lnTo>
                    <a:pt x="466" y="0"/>
                  </a:lnTo>
                  <a:lnTo>
                    <a:pt x="490" y="2"/>
                  </a:lnTo>
                  <a:lnTo>
                    <a:pt x="512" y="5"/>
                  </a:lnTo>
                  <a:lnTo>
                    <a:pt x="535" y="8"/>
                  </a:lnTo>
                  <a:lnTo>
                    <a:pt x="557" y="14"/>
                  </a:lnTo>
                  <a:lnTo>
                    <a:pt x="578" y="19"/>
                  </a:lnTo>
                  <a:lnTo>
                    <a:pt x="599" y="27"/>
                  </a:lnTo>
                  <a:lnTo>
                    <a:pt x="620" y="35"/>
                  </a:lnTo>
                  <a:lnTo>
                    <a:pt x="640" y="45"/>
                  </a:lnTo>
                  <a:lnTo>
                    <a:pt x="660" y="54"/>
                  </a:lnTo>
                  <a:lnTo>
                    <a:pt x="679" y="66"/>
                  </a:lnTo>
                  <a:lnTo>
                    <a:pt x="696" y="77"/>
                  </a:lnTo>
                  <a:lnTo>
                    <a:pt x="714" y="90"/>
                  </a:lnTo>
                  <a:lnTo>
                    <a:pt x="732" y="102"/>
                  </a:lnTo>
                  <a:lnTo>
                    <a:pt x="748" y="117"/>
                  </a:lnTo>
                  <a:lnTo>
                    <a:pt x="764" y="133"/>
                  </a:lnTo>
                  <a:lnTo>
                    <a:pt x="780" y="147"/>
                  </a:lnTo>
                  <a:lnTo>
                    <a:pt x="794" y="165"/>
                  </a:lnTo>
                  <a:lnTo>
                    <a:pt x="807" y="181"/>
                  </a:lnTo>
                  <a:lnTo>
                    <a:pt x="820" y="200"/>
                  </a:lnTo>
                  <a:lnTo>
                    <a:pt x="831" y="218"/>
                  </a:lnTo>
                  <a:lnTo>
                    <a:pt x="842" y="237"/>
                  </a:lnTo>
                  <a:lnTo>
                    <a:pt x="852" y="256"/>
                  </a:lnTo>
                  <a:lnTo>
                    <a:pt x="861" y="277"/>
                  </a:lnTo>
                  <a:lnTo>
                    <a:pt x="869" y="298"/>
                  </a:lnTo>
                  <a:lnTo>
                    <a:pt x="877" y="318"/>
                  </a:lnTo>
                  <a:lnTo>
                    <a:pt x="882" y="339"/>
                  </a:lnTo>
                  <a:lnTo>
                    <a:pt x="888" y="362"/>
                  </a:lnTo>
                  <a:lnTo>
                    <a:pt x="892" y="384"/>
                  </a:lnTo>
                  <a:lnTo>
                    <a:pt x="895" y="406"/>
                  </a:lnTo>
                  <a:lnTo>
                    <a:pt x="896" y="429"/>
                  </a:lnTo>
                  <a:lnTo>
                    <a:pt x="896" y="453"/>
                  </a:lnTo>
                  <a:lnTo>
                    <a:pt x="896" y="442"/>
                  </a:lnTo>
                  <a:lnTo>
                    <a:pt x="896" y="466"/>
                  </a:lnTo>
                  <a:lnTo>
                    <a:pt x="895" y="488"/>
                  </a:lnTo>
                  <a:lnTo>
                    <a:pt x="892" y="510"/>
                  </a:lnTo>
                  <a:lnTo>
                    <a:pt x="888" y="533"/>
                  </a:lnTo>
                  <a:lnTo>
                    <a:pt x="882" y="555"/>
                  </a:lnTo>
                  <a:lnTo>
                    <a:pt x="877" y="576"/>
                  </a:lnTo>
                  <a:lnTo>
                    <a:pt x="869" y="598"/>
                  </a:lnTo>
                  <a:lnTo>
                    <a:pt x="861" y="619"/>
                  </a:lnTo>
                  <a:lnTo>
                    <a:pt x="852" y="638"/>
                  </a:lnTo>
                  <a:lnTo>
                    <a:pt x="842" y="658"/>
                  </a:lnTo>
                  <a:lnTo>
                    <a:pt x="831" y="677"/>
                  </a:lnTo>
                  <a:lnTo>
                    <a:pt x="820" y="696"/>
                  </a:lnTo>
                  <a:lnTo>
                    <a:pt x="807" y="714"/>
                  </a:lnTo>
                  <a:lnTo>
                    <a:pt x="794" y="730"/>
                  </a:lnTo>
                  <a:lnTo>
                    <a:pt x="780" y="747"/>
                  </a:lnTo>
                  <a:lnTo>
                    <a:pt x="764" y="763"/>
                  </a:lnTo>
                  <a:lnTo>
                    <a:pt x="748" y="778"/>
                  </a:lnTo>
                  <a:lnTo>
                    <a:pt x="732" y="792"/>
                  </a:lnTo>
                  <a:lnTo>
                    <a:pt x="714" y="805"/>
                  </a:lnTo>
                  <a:lnTo>
                    <a:pt x="696" y="818"/>
                  </a:lnTo>
                  <a:lnTo>
                    <a:pt x="679" y="830"/>
                  </a:lnTo>
                  <a:lnTo>
                    <a:pt x="660" y="840"/>
                  </a:lnTo>
                  <a:lnTo>
                    <a:pt x="640" y="851"/>
                  </a:lnTo>
                  <a:lnTo>
                    <a:pt x="620" y="859"/>
                  </a:lnTo>
                  <a:lnTo>
                    <a:pt x="599" y="867"/>
                  </a:lnTo>
                  <a:lnTo>
                    <a:pt x="578" y="875"/>
                  </a:lnTo>
                  <a:lnTo>
                    <a:pt x="557" y="882"/>
                  </a:lnTo>
                  <a:lnTo>
                    <a:pt x="535" y="886"/>
                  </a:lnTo>
                  <a:lnTo>
                    <a:pt x="512" y="890"/>
                  </a:lnTo>
                  <a:lnTo>
                    <a:pt x="490" y="893"/>
                  </a:lnTo>
                  <a:lnTo>
                    <a:pt x="466" y="894"/>
                  </a:lnTo>
                  <a:lnTo>
                    <a:pt x="444" y="896"/>
                  </a:lnTo>
                  <a:lnTo>
                    <a:pt x="455" y="896"/>
                  </a:lnTo>
                  <a:lnTo>
                    <a:pt x="431" y="894"/>
                  </a:lnTo>
                  <a:lnTo>
                    <a:pt x="408" y="893"/>
                  </a:lnTo>
                  <a:lnTo>
                    <a:pt x="386" y="890"/>
                  </a:lnTo>
                  <a:lnTo>
                    <a:pt x="363" y="886"/>
                  </a:lnTo>
                  <a:lnTo>
                    <a:pt x="341" y="882"/>
                  </a:lnTo>
                  <a:lnTo>
                    <a:pt x="319" y="875"/>
                  </a:lnTo>
                  <a:lnTo>
                    <a:pt x="298" y="867"/>
                  </a:lnTo>
                  <a:lnTo>
                    <a:pt x="277" y="859"/>
                  </a:lnTo>
                  <a:lnTo>
                    <a:pt x="258" y="851"/>
                  </a:lnTo>
                  <a:lnTo>
                    <a:pt x="239" y="840"/>
                  </a:lnTo>
                  <a:lnTo>
                    <a:pt x="219" y="830"/>
                  </a:lnTo>
                  <a:lnTo>
                    <a:pt x="200" y="818"/>
                  </a:lnTo>
                  <a:lnTo>
                    <a:pt x="183" y="805"/>
                  </a:lnTo>
                  <a:lnTo>
                    <a:pt x="165" y="792"/>
                  </a:lnTo>
                  <a:lnTo>
                    <a:pt x="149" y="778"/>
                  </a:lnTo>
                  <a:lnTo>
                    <a:pt x="133" y="763"/>
                  </a:lnTo>
                  <a:lnTo>
                    <a:pt x="119" y="747"/>
                  </a:lnTo>
                  <a:lnTo>
                    <a:pt x="104" y="730"/>
                  </a:lnTo>
                  <a:lnTo>
                    <a:pt x="91" y="714"/>
                  </a:lnTo>
                  <a:lnTo>
                    <a:pt x="79" y="696"/>
                  </a:lnTo>
                  <a:lnTo>
                    <a:pt x="66" y="677"/>
                  </a:lnTo>
                  <a:lnTo>
                    <a:pt x="55" y="658"/>
                  </a:lnTo>
                  <a:lnTo>
                    <a:pt x="45" y="638"/>
                  </a:lnTo>
                  <a:lnTo>
                    <a:pt x="37" y="619"/>
                  </a:lnTo>
                  <a:lnTo>
                    <a:pt x="27" y="598"/>
                  </a:lnTo>
                  <a:lnTo>
                    <a:pt x="21" y="576"/>
                  </a:lnTo>
                  <a:lnTo>
                    <a:pt x="15" y="555"/>
                  </a:lnTo>
                  <a:lnTo>
                    <a:pt x="10" y="533"/>
                  </a:lnTo>
                  <a:lnTo>
                    <a:pt x="7" y="510"/>
                  </a:lnTo>
                  <a:lnTo>
                    <a:pt x="3" y="488"/>
                  </a:lnTo>
                  <a:lnTo>
                    <a:pt x="2" y="466"/>
                  </a:lnTo>
                  <a:lnTo>
                    <a:pt x="0" y="442"/>
                  </a:lnTo>
                  <a:close/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21" name="Freeform 14">
              <a:extLst>
                <a:ext uri="{FF2B5EF4-FFF2-40B4-BE49-F238E27FC236}">
                  <a16:creationId xmlns:a16="http://schemas.microsoft.com/office/drawing/2014/main" id="{8C777053-6EC1-4BE8-968A-992C75999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5413" y="2863850"/>
              <a:ext cx="127000" cy="127000"/>
            </a:xfrm>
            <a:custGeom>
              <a:avLst/>
              <a:gdLst>
                <a:gd name="T0" fmla="*/ 2147483646 w 160"/>
                <a:gd name="T1" fmla="*/ 2147483646 h 160"/>
                <a:gd name="T2" fmla="*/ 0 w 160"/>
                <a:gd name="T3" fmla="*/ 0 h 160"/>
                <a:gd name="T4" fmla="*/ 2147483646 w 160"/>
                <a:gd name="T5" fmla="*/ 2147483646 h 160"/>
                <a:gd name="T6" fmla="*/ 2147483646 w 160"/>
                <a:gd name="T7" fmla="*/ 2147483646 h 160"/>
                <a:gd name="T8" fmla="*/ 2147483646 w 160"/>
                <a:gd name="T9" fmla="*/ 2147483646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160"/>
                <a:gd name="T17" fmla="*/ 160 w 16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160">
                  <a:moveTo>
                    <a:pt x="160" y="96"/>
                  </a:moveTo>
                  <a:lnTo>
                    <a:pt x="0" y="0"/>
                  </a:lnTo>
                  <a:lnTo>
                    <a:pt x="96" y="160"/>
                  </a:lnTo>
                  <a:lnTo>
                    <a:pt x="128" y="128"/>
                  </a:lnTo>
                  <a:lnTo>
                    <a:pt x="160" y="96"/>
                  </a:lnTo>
                  <a:close/>
                </a:path>
              </a:pathLst>
            </a:custGeom>
            <a:solidFill>
              <a:srgbClr val="000000"/>
            </a:solidFill>
            <a:ln w="2381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22" name="Freeform 17">
              <a:extLst>
                <a:ext uri="{FF2B5EF4-FFF2-40B4-BE49-F238E27FC236}">
                  <a16:creationId xmlns:a16="http://schemas.microsoft.com/office/drawing/2014/main" id="{ACCC64FD-19E0-44E1-B701-884A0C902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9213" y="2305050"/>
              <a:ext cx="736600" cy="711200"/>
            </a:xfrm>
            <a:custGeom>
              <a:avLst/>
              <a:gdLst>
                <a:gd name="T0" fmla="*/ 2147483646 w 928"/>
                <a:gd name="T1" fmla="*/ 2147483646 h 896"/>
                <a:gd name="T2" fmla="*/ 2147483646 w 928"/>
                <a:gd name="T3" fmla="*/ 2147483646 h 896"/>
                <a:gd name="T4" fmla="*/ 2147483646 w 928"/>
                <a:gd name="T5" fmla="*/ 2147483646 h 896"/>
                <a:gd name="T6" fmla="*/ 2147483646 w 928"/>
                <a:gd name="T7" fmla="*/ 2147483646 h 896"/>
                <a:gd name="T8" fmla="*/ 2147483646 w 928"/>
                <a:gd name="T9" fmla="*/ 2147483646 h 896"/>
                <a:gd name="T10" fmla="*/ 2147483646 w 928"/>
                <a:gd name="T11" fmla="*/ 2147483646 h 896"/>
                <a:gd name="T12" fmla="*/ 2147483646 w 928"/>
                <a:gd name="T13" fmla="*/ 2147483646 h 896"/>
                <a:gd name="T14" fmla="*/ 2147483646 w 928"/>
                <a:gd name="T15" fmla="*/ 2147483646 h 896"/>
                <a:gd name="T16" fmla="*/ 2147483646 w 928"/>
                <a:gd name="T17" fmla="*/ 2147483646 h 896"/>
                <a:gd name="T18" fmla="*/ 2147483646 w 928"/>
                <a:gd name="T19" fmla="*/ 2147483646 h 896"/>
                <a:gd name="T20" fmla="*/ 2147483646 w 928"/>
                <a:gd name="T21" fmla="*/ 0 h 896"/>
                <a:gd name="T22" fmla="*/ 2147483646 w 928"/>
                <a:gd name="T23" fmla="*/ 0 h 896"/>
                <a:gd name="T24" fmla="*/ 2147483646 w 928"/>
                <a:gd name="T25" fmla="*/ 2147483646 h 896"/>
                <a:gd name="T26" fmla="*/ 2147483646 w 928"/>
                <a:gd name="T27" fmla="*/ 2147483646 h 896"/>
                <a:gd name="T28" fmla="*/ 2147483646 w 928"/>
                <a:gd name="T29" fmla="*/ 2147483646 h 896"/>
                <a:gd name="T30" fmla="*/ 2147483646 w 928"/>
                <a:gd name="T31" fmla="*/ 2147483646 h 896"/>
                <a:gd name="T32" fmla="*/ 2147483646 w 928"/>
                <a:gd name="T33" fmla="*/ 2147483646 h 896"/>
                <a:gd name="T34" fmla="*/ 2147483646 w 928"/>
                <a:gd name="T35" fmla="*/ 2147483646 h 896"/>
                <a:gd name="T36" fmla="*/ 2147483646 w 928"/>
                <a:gd name="T37" fmla="*/ 2147483646 h 896"/>
                <a:gd name="T38" fmla="*/ 2147483646 w 928"/>
                <a:gd name="T39" fmla="*/ 2147483646 h 896"/>
                <a:gd name="T40" fmla="*/ 2147483646 w 928"/>
                <a:gd name="T41" fmla="*/ 2147483646 h 896"/>
                <a:gd name="T42" fmla="*/ 2147483646 w 928"/>
                <a:gd name="T43" fmla="*/ 2147483646 h 896"/>
                <a:gd name="T44" fmla="*/ 2147483646 w 928"/>
                <a:gd name="T45" fmla="*/ 2147483646 h 896"/>
                <a:gd name="T46" fmla="*/ 2147483646 w 928"/>
                <a:gd name="T47" fmla="*/ 2147483646 h 896"/>
                <a:gd name="T48" fmla="*/ 2147483646 w 928"/>
                <a:gd name="T49" fmla="*/ 2147483646 h 896"/>
                <a:gd name="T50" fmla="*/ 2147483646 w 928"/>
                <a:gd name="T51" fmla="*/ 2147483646 h 896"/>
                <a:gd name="T52" fmla="*/ 2147483646 w 928"/>
                <a:gd name="T53" fmla="*/ 2147483646 h 896"/>
                <a:gd name="T54" fmla="*/ 2147483646 w 928"/>
                <a:gd name="T55" fmla="*/ 2147483646 h 896"/>
                <a:gd name="T56" fmla="*/ 2147483646 w 928"/>
                <a:gd name="T57" fmla="*/ 2147483646 h 896"/>
                <a:gd name="T58" fmla="*/ 2147483646 w 928"/>
                <a:gd name="T59" fmla="*/ 2147483646 h 896"/>
                <a:gd name="T60" fmla="*/ 2147483646 w 928"/>
                <a:gd name="T61" fmla="*/ 2147483646 h 896"/>
                <a:gd name="T62" fmla="*/ 2147483646 w 928"/>
                <a:gd name="T63" fmla="*/ 2147483646 h 896"/>
                <a:gd name="T64" fmla="*/ 2147483646 w 928"/>
                <a:gd name="T65" fmla="*/ 2147483646 h 896"/>
                <a:gd name="T66" fmla="*/ 2147483646 w 928"/>
                <a:gd name="T67" fmla="*/ 2147483646 h 896"/>
                <a:gd name="T68" fmla="*/ 2147483646 w 928"/>
                <a:gd name="T69" fmla="*/ 2147483646 h 896"/>
                <a:gd name="T70" fmla="*/ 2147483646 w 928"/>
                <a:gd name="T71" fmla="*/ 2147483646 h 896"/>
                <a:gd name="T72" fmla="*/ 2147483646 w 928"/>
                <a:gd name="T73" fmla="*/ 2147483646 h 896"/>
                <a:gd name="T74" fmla="*/ 2147483646 w 928"/>
                <a:gd name="T75" fmla="*/ 2147483646 h 896"/>
                <a:gd name="T76" fmla="*/ 2147483646 w 928"/>
                <a:gd name="T77" fmla="*/ 2147483646 h 896"/>
                <a:gd name="T78" fmla="*/ 2147483646 w 928"/>
                <a:gd name="T79" fmla="*/ 2147483646 h 896"/>
                <a:gd name="T80" fmla="*/ 2147483646 w 928"/>
                <a:gd name="T81" fmla="*/ 2147483646 h 896"/>
                <a:gd name="T82" fmla="*/ 2147483646 w 928"/>
                <a:gd name="T83" fmla="*/ 2147483646 h 896"/>
                <a:gd name="T84" fmla="*/ 2147483646 w 928"/>
                <a:gd name="T85" fmla="*/ 2147483646 h 896"/>
                <a:gd name="T86" fmla="*/ 2147483646 w 928"/>
                <a:gd name="T87" fmla="*/ 2147483646 h 896"/>
                <a:gd name="T88" fmla="*/ 2147483646 w 928"/>
                <a:gd name="T89" fmla="*/ 2147483646 h 896"/>
                <a:gd name="T90" fmla="*/ 2147483646 w 928"/>
                <a:gd name="T91" fmla="*/ 2147483646 h 896"/>
                <a:gd name="T92" fmla="*/ 2147483646 w 928"/>
                <a:gd name="T93" fmla="*/ 2147483646 h 896"/>
                <a:gd name="T94" fmla="*/ 2147483646 w 928"/>
                <a:gd name="T95" fmla="*/ 2147483646 h 896"/>
                <a:gd name="T96" fmla="*/ 2147483646 w 928"/>
                <a:gd name="T97" fmla="*/ 2147483646 h 896"/>
                <a:gd name="T98" fmla="*/ 2147483646 w 928"/>
                <a:gd name="T99" fmla="*/ 2147483646 h 896"/>
                <a:gd name="T100" fmla="*/ 2147483646 w 928"/>
                <a:gd name="T101" fmla="*/ 2147483646 h 896"/>
                <a:gd name="T102" fmla="*/ 2147483646 w 928"/>
                <a:gd name="T103" fmla="*/ 2147483646 h 896"/>
                <a:gd name="T104" fmla="*/ 2147483646 w 928"/>
                <a:gd name="T105" fmla="*/ 2147483646 h 896"/>
                <a:gd name="T106" fmla="*/ 2147483646 w 928"/>
                <a:gd name="T107" fmla="*/ 2147483646 h 896"/>
                <a:gd name="T108" fmla="*/ 2147483646 w 928"/>
                <a:gd name="T109" fmla="*/ 2147483646 h 896"/>
                <a:gd name="T110" fmla="*/ 2147483646 w 928"/>
                <a:gd name="T111" fmla="*/ 2147483646 h 89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928"/>
                <a:gd name="T169" fmla="*/ 0 h 896"/>
                <a:gd name="T170" fmla="*/ 928 w 928"/>
                <a:gd name="T171" fmla="*/ 896 h 89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928" h="896">
                  <a:moveTo>
                    <a:pt x="0" y="442"/>
                  </a:moveTo>
                  <a:lnTo>
                    <a:pt x="0" y="453"/>
                  </a:lnTo>
                  <a:lnTo>
                    <a:pt x="1" y="429"/>
                  </a:lnTo>
                  <a:lnTo>
                    <a:pt x="3" y="406"/>
                  </a:lnTo>
                  <a:lnTo>
                    <a:pt x="6" y="384"/>
                  </a:lnTo>
                  <a:lnTo>
                    <a:pt x="9" y="362"/>
                  </a:lnTo>
                  <a:lnTo>
                    <a:pt x="14" y="339"/>
                  </a:lnTo>
                  <a:lnTo>
                    <a:pt x="21" y="318"/>
                  </a:lnTo>
                  <a:lnTo>
                    <a:pt x="27" y="298"/>
                  </a:lnTo>
                  <a:lnTo>
                    <a:pt x="37" y="277"/>
                  </a:lnTo>
                  <a:lnTo>
                    <a:pt x="45" y="256"/>
                  </a:lnTo>
                  <a:lnTo>
                    <a:pt x="54" y="237"/>
                  </a:lnTo>
                  <a:lnTo>
                    <a:pt x="65" y="218"/>
                  </a:lnTo>
                  <a:lnTo>
                    <a:pt x="78" y="200"/>
                  </a:lnTo>
                  <a:lnTo>
                    <a:pt x="91" y="181"/>
                  </a:lnTo>
                  <a:lnTo>
                    <a:pt x="104" y="165"/>
                  </a:lnTo>
                  <a:lnTo>
                    <a:pt x="118" y="147"/>
                  </a:lnTo>
                  <a:lnTo>
                    <a:pt x="133" y="133"/>
                  </a:lnTo>
                  <a:lnTo>
                    <a:pt x="149" y="117"/>
                  </a:lnTo>
                  <a:lnTo>
                    <a:pt x="165" y="102"/>
                  </a:lnTo>
                  <a:lnTo>
                    <a:pt x="182" y="90"/>
                  </a:lnTo>
                  <a:lnTo>
                    <a:pt x="200" y="77"/>
                  </a:lnTo>
                  <a:lnTo>
                    <a:pt x="219" y="66"/>
                  </a:lnTo>
                  <a:lnTo>
                    <a:pt x="238" y="54"/>
                  </a:lnTo>
                  <a:lnTo>
                    <a:pt x="257" y="45"/>
                  </a:lnTo>
                  <a:lnTo>
                    <a:pt x="277" y="35"/>
                  </a:lnTo>
                  <a:lnTo>
                    <a:pt x="297" y="27"/>
                  </a:lnTo>
                  <a:lnTo>
                    <a:pt x="318" y="19"/>
                  </a:lnTo>
                  <a:lnTo>
                    <a:pt x="341" y="14"/>
                  </a:lnTo>
                  <a:lnTo>
                    <a:pt x="363" y="8"/>
                  </a:lnTo>
                  <a:lnTo>
                    <a:pt x="385" y="5"/>
                  </a:lnTo>
                  <a:lnTo>
                    <a:pt x="408" y="2"/>
                  </a:lnTo>
                  <a:lnTo>
                    <a:pt x="430" y="0"/>
                  </a:lnTo>
                  <a:lnTo>
                    <a:pt x="454" y="0"/>
                  </a:lnTo>
                  <a:lnTo>
                    <a:pt x="475" y="0"/>
                  </a:lnTo>
                  <a:lnTo>
                    <a:pt x="498" y="0"/>
                  </a:lnTo>
                  <a:lnTo>
                    <a:pt x="522" y="2"/>
                  </a:lnTo>
                  <a:lnTo>
                    <a:pt x="544" y="5"/>
                  </a:lnTo>
                  <a:lnTo>
                    <a:pt x="566" y="8"/>
                  </a:lnTo>
                  <a:lnTo>
                    <a:pt x="589" y="14"/>
                  </a:lnTo>
                  <a:lnTo>
                    <a:pt x="610" y="19"/>
                  </a:lnTo>
                  <a:lnTo>
                    <a:pt x="630" y="27"/>
                  </a:lnTo>
                  <a:lnTo>
                    <a:pt x="651" y="35"/>
                  </a:lnTo>
                  <a:lnTo>
                    <a:pt x="672" y="45"/>
                  </a:lnTo>
                  <a:lnTo>
                    <a:pt x="691" y="54"/>
                  </a:lnTo>
                  <a:lnTo>
                    <a:pt x="710" y="66"/>
                  </a:lnTo>
                  <a:lnTo>
                    <a:pt x="728" y="77"/>
                  </a:lnTo>
                  <a:lnTo>
                    <a:pt x="746" y="90"/>
                  </a:lnTo>
                  <a:lnTo>
                    <a:pt x="763" y="102"/>
                  </a:lnTo>
                  <a:lnTo>
                    <a:pt x="779" y="117"/>
                  </a:lnTo>
                  <a:lnTo>
                    <a:pt x="795" y="133"/>
                  </a:lnTo>
                  <a:lnTo>
                    <a:pt x="811" y="147"/>
                  </a:lnTo>
                  <a:lnTo>
                    <a:pt x="826" y="165"/>
                  </a:lnTo>
                  <a:lnTo>
                    <a:pt x="838" y="181"/>
                  </a:lnTo>
                  <a:lnTo>
                    <a:pt x="851" y="200"/>
                  </a:lnTo>
                  <a:lnTo>
                    <a:pt x="862" y="218"/>
                  </a:lnTo>
                  <a:lnTo>
                    <a:pt x="874" y="237"/>
                  </a:lnTo>
                  <a:lnTo>
                    <a:pt x="883" y="256"/>
                  </a:lnTo>
                  <a:lnTo>
                    <a:pt x="893" y="277"/>
                  </a:lnTo>
                  <a:lnTo>
                    <a:pt x="901" y="298"/>
                  </a:lnTo>
                  <a:lnTo>
                    <a:pt x="909" y="318"/>
                  </a:lnTo>
                  <a:lnTo>
                    <a:pt x="914" y="339"/>
                  </a:lnTo>
                  <a:lnTo>
                    <a:pt x="920" y="362"/>
                  </a:lnTo>
                  <a:lnTo>
                    <a:pt x="923" y="384"/>
                  </a:lnTo>
                  <a:lnTo>
                    <a:pt x="926" y="406"/>
                  </a:lnTo>
                  <a:lnTo>
                    <a:pt x="928" y="429"/>
                  </a:lnTo>
                  <a:lnTo>
                    <a:pt x="928" y="453"/>
                  </a:lnTo>
                  <a:lnTo>
                    <a:pt x="928" y="442"/>
                  </a:lnTo>
                  <a:lnTo>
                    <a:pt x="928" y="466"/>
                  </a:lnTo>
                  <a:lnTo>
                    <a:pt x="926" y="488"/>
                  </a:lnTo>
                  <a:lnTo>
                    <a:pt x="923" y="510"/>
                  </a:lnTo>
                  <a:lnTo>
                    <a:pt x="920" y="533"/>
                  </a:lnTo>
                  <a:lnTo>
                    <a:pt x="914" y="555"/>
                  </a:lnTo>
                  <a:lnTo>
                    <a:pt x="909" y="576"/>
                  </a:lnTo>
                  <a:lnTo>
                    <a:pt x="901" y="598"/>
                  </a:lnTo>
                  <a:lnTo>
                    <a:pt x="893" y="619"/>
                  </a:lnTo>
                  <a:lnTo>
                    <a:pt x="883" y="638"/>
                  </a:lnTo>
                  <a:lnTo>
                    <a:pt x="874" y="658"/>
                  </a:lnTo>
                  <a:lnTo>
                    <a:pt x="862" y="677"/>
                  </a:lnTo>
                  <a:lnTo>
                    <a:pt x="851" y="696"/>
                  </a:lnTo>
                  <a:lnTo>
                    <a:pt x="838" y="714"/>
                  </a:lnTo>
                  <a:lnTo>
                    <a:pt x="826" y="730"/>
                  </a:lnTo>
                  <a:lnTo>
                    <a:pt x="811" y="747"/>
                  </a:lnTo>
                  <a:lnTo>
                    <a:pt x="795" y="763"/>
                  </a:lnTo>
                  <a:lnTo>
                    <a:pt x="779" y="778"/>
                  </a:lnTo>
                  <a:lnTo>
                    <a:pt x="763" y="792"/>
                  </a:lnTo>
                  <a:lnTo>
                    <a:pt x="746" y="805"/>
                  </a:lnTo>
                  <a:lnTo>
                    <a:pt x="728" y="818"/>
                  </a:lnTo>
                  <a:lnTo>
                    <a:pt x="710" y="830"/>
                  </a:lnTo>
                  <a:lnTo>
                    <a:pt x="691" y="840"/>
                  </a:lnTo>
                  <a:lnTo>
                    <a:pt x="672" y="851"/>
                  </a:lnTo>
                  <a:lnTo>
                    <a:pt x="651" y="859"/>
                  </a:lnTo>
                  <a:lnTo>
                    <a:pt x="630" y="867"/>
                  </a:lnTo>
                  <a:lnTo>
                    <a:pt x="610" y="875"/>
                  </a:lnTo>
                  <a:lnTo>
                    <a:pt x="589" y="882"/>
                  </a:lnTo>
                  <a:lnTo>
                    <a:pt x="566" y="886"/>
                  </a:lnTo>
                  <a:lnTo>
                    <a:pt x="544" y="890"/>
                  </a:lnTo>
                  <a:lnTo>
                    <a:pt x="522" y="893"/>
                  </a:lnTo>
                  <a:lnTo>
                    <a:pt x="498" y="894"/>
                  </a:lnTo>
                  <a:lnTo>
                    <a:pt x="475" y="896"/>
                  </a:lnTo>
                  <a:lnTo>
                    <a:pt x="454" y="896"/>
                  </a:lnTo>
                  <a:lnTo>
                    <a:pt x="430" y="894"/>
                  </a:lnTo>
                  <a:lnTo>
                    <a:pt x="408" y="893"/>
                  </a:lnTo>
                  <a:lnTo>
                    <a:pt x="385" y="890"/>
                  </a:lnTo>
                  <a:lnTo>
                    <a:pt x="363" y="886"/>
                  </a:lnTo>
                  <a:lnTo>
                    <a:pt x="341" y="882"/>
                  </a:lnTo>
                  <a:lnTo>
                    <a:pt x="318" y="875"/>
                  </a:lnTo>
                  <a:lnTo>
                    <a:pt x="297" y="867"/>
                  </a:lnTo>
                  <a:lnTo>
                    <a:pt x="277" y="859"/>
                  </a:lnTo>
                  <a:lnTo>
                    <a:pt x="257" y="851"/>
                  </a:lnTo>
                  <a:lnTo>
                    <a:pt x="238" y="840"/>
                  </a:lnTo>
                  <a:lnTo>
                    <a:pt x="219" y="830"/>
                  </a:lnTo>
                  <a:lnTo>
                    <a:pt x="200" y="818"/>
                  </a:lnTo>
                  <a:lnTo>
                    <a:pt x="182" y="805"/>
                  </a:lnTo>
                  <a:lnTo>
                    <a:pt x="165" y="792"/>
                  </a:lnTo>
                  <a:lnTo>
                    <a:pt x="149" y="778"/>
                  </a:lnTo>
                  <a:lnTo>
                    <a:pt x="133" y="763"/>
                  </a:lnTo>
                  <a:lnTo>
                    <a:pt x="118" y="747"/>
                  </a:lnTo>
                  <a:lnTo>
                    <a:pt x="104" y="730"/>
                  </a:lnTo>
                  <a:lnTo>
                    <a:pt x="91" y="714"/>
                  </a:lnTo>
                  <a:lnTo>
                    <a:pt x="78" y="696"/>
                  </a:lnTo>
                  <a:lnTo>
                    <a:pt x="65" y="677"/>
                  </a:lnTo>
                  <a:lnTo>
                    <a:pt x="54" y="658"/>
                  </a:lnTo>
                  <a:lnTo>
                    <a:pt x="45" y="638"/>
                  </a:lnTo>
                  <a:lnTo>
                    <a:pt x="37" y="619"/>
                  </a:lnTo>
                  <a:lnTo>
                    <a:pt x="27" y="598"/>
                  </a:lnTo>
                  <a:lnTo>
                    <a:pt x="21" y="576"/>
                  </a:lnTo>
                  <a:lnTo>
                    <a:pt x="14" y="555"/>
                  </a:lnTo>
                  <a:lnTo>
                    <a:pt x="9" y="533"/>
                  </a:lnTo>
                  <a:lnTo>
                    <a:pt x="6" y="510"/>
                  </a:lnTo>
                  <a:lnTo>
                    <a:pt x="3" y="488"/>
                  </a:lnTo>
                  <a:lnTo>
                    <a:pt x="1" y="466"/>
                  </a:lnTo>
                  <a:lnTo>
                    <a:pt x="0" y="442"/>
                  </a:lnTo>
                  <a:close/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23" name="Freeform 19">
              <a:extLst>
                <a:ext uri="{FF2B5EF4-FFF2-40B4-BE49-F238E27FC236}">
                  <a16:creationId xmlns:a16="http://schemas.microsoft.com/office/drawing/2014/main" id="{BC4CDF17-471A-41DA-815B-5251477F0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5413" y="5022850"/>
              <a:ext cx="127000" cy="127000"/>
            </a:xfrm>
            <a:custGeom>
              <a:avLst/>
              <a:gdLst>
                <a:gd name="T0" fmla="*/ 2147483646 w 160"/>
                <a:gd name="T1" fmla="*/ 2147483646 h 160"/>
                <a:gd name="T2" fmla="*/ 0 w 160"/>
                <a:gd name="T3" fmla="*/ 0 h 160"/>
                <a:gd name="T4" fmla="*/ 2147483646 w 160"/>
                <a:gd name="T5" fmla="*/ 2147483646 h 160"/>
                <a:gd name="T6" fmla="*/ 2147483646 w 160"/>
                <a:gd name="T7" fmla="*/ 2147483646 h 160"/>
                <a:gd name="T8" fmla="*/ 2147483646 w 160"/>
                <a:gd name="T9" fmla="*/ 2147483646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160"/>
                <a:gd name="T17" fmla="*/ 160 w 16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160">
                  <a:moveTo>
                    <a:pt x="160" y="96"/>
                  </a:moveTo>
                  <a:lnTo>
                    <a:pt x="0" y="0"/>
                  </a:lnTo>
                  <a:lnTo>
                    <a:pt x="96" y="160"/>
                  </a:lnTo>
                  <a:lnTo>
                    <a:pt x="128" y="128"/>
                  </a:lnTo>
                  <a:lnTo>
                    <a:pt x="160" y="96"/>
                  </a:lnTo>
                  <a:close/>
                </a:path>
              </a:pathLst>
            </a:custGeom>
            <a:solidFill>
              <a:srgbClr val="000000"/>
            </a:solidFill>
            <a:ln w="2381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24" name="Freeform 22">
              <a:extLst>
                <a:ext uri="{FF2B5EF4-FFF2-40B4-BE49-F238E27FC236}">
                  <a16:creationId xmlns:a16="http://schemas.microsoft.com/office/drawing/2014/main" id="{31090C89-398B-479D-90AD-8E2440211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9213" y="4464050"/>
              <a:ext cx="736600" cy="711200"/>
            </a:xfrm>
            <a:custGeom>
              <a:avLst/>
              <a:gdLst>
                <a:gd name="T0" fmla="*/ 2147483646 w 928"/>
                <a:gd name="T1" fmla="*/ 2147483646 h 896"/>
                <a:gd name="T2" fmla="*/ 2147483646 w 928"/>
                <a:gd name="T3" fmla="*/ 2147483646 h 896"/>
                <a:gd name="T4" fmla="*/ 2147483646 w 928"/>
                <a:gd name="T5" fmla="*/ 2147483646 h 896"/>
                <a:gd name="T6" fmla="*/ 2147483646 w 928"/>
                <a:gd name="T7" fmla="*/ 2147483646 h 896"/>
                <a:gd name="T8" fmla="*/ 2147483646 w 928"/>
                <a:gd name="T9" fmla="*/ 2147483646 h 896"/>
                <a:gd name="T10" fmla="*/ 2147483646 w 928"/>
                <a:gd name="T11" fmla="*/ 2147483646 h 896"/>
                <a:gd name="T12" fmla="*/ 2147483646 w 928"/>
                <a:gd name="T13" fmla="*/ 2147483646 h 896"/>
                <a:gd name="T14" fmla="*/ 2147483646 w 928"/>
                <a:gd name="T15" fmla="*/ 2147483646 h 896"/>
                <a:gd name="T16" fmla="*/ 2147483646 w 928"/>
                <a:gd name="T17" fmla="*/ 2147483646 h 896"/>
                <a:gd name="T18" fmla="*/ 2147483646 w 928"/>
                <a:gd name="T19" fmla="*/ 2147483646 h 896"/>
                <a:gd name="T20" fmla="*/ 2147483646 w 928"/>
                <a:gd name="T21" fmla="*/ 0 h 896"/>
                <a:gd name="T22" fmla="*/ 2147483646 w 928"/>
                <a:gd name="T23" fmla="*/ 0 h 896"/>
                <a:gd name="T24" fmla="*/ 2147483646 w 928"/>
                <a:gd name="T25" fmla="*/ 2147483646 h 896"/>
                <a:gd name="T26" fmla="*/ 2147483646 w 928"/>
                <a:gd name="T27" fmla="*/ 2147483646 h 896"/>
                <a:gd name="T28" fmla="*/ 2147483646 w 928"/>
                <a:gd name="T29" fmla="*/ 2147483646 h 896"/>
                <a:gd name="T30" fmla="*/ 2147483646 w 928"/>
                <a:gd name="T31" fmla="*/ 2147483646 h 896"/>
                <a:gd name="T32" fmla="*/ 2147483646 w 928"/>
                <a:gd name="T33" fmla="*/ 2147483646 h 896"/>
                <a:gd name="T34" fmla="*/ 2147483646 w 928"/>
                <a:gd name="T35" fmla="*/ 2147483646 h 896"/>
                <a:gd name="T36" fmla="*/ 2147483646 w 928"/>
                <a:gd name="T37" fmla="*/ 2147483646 h 896"/>
                <a:gd name="T38" fmla="*/ 2147483646 w 928"/>
                <a:gd name="T39" fmla="*/ 2147483646 h 896"/>
                <a:gd name="T40" fmla="*/ 2147483646 w 928"/>
                <a:gd name="T41" fmla="*/ 2147483646 h 896"/>
                <a:gd name="T42" fmla="*/ 2147483646 w 928"/>
                <a:gd name="T43" fmla="*/ 2147483646 h 896"/>
                <a:gd name="T44" fmla="*/ 2147483646 w 928"/>
                <a:gd name="T45" fmla="*/ 2147483646 h 896"/>
                <a:gd name="T46" fmla="*/ 2147483646 w 928"/>
                <a:gd name="T47" fmla="*/ 2147483646 h 896"/>
                <a:gd name="T48" fmla="*/ 2147483646 w 928"/>
                <a:gd name="T49" fmla="*/ 2147483646 h 896"/>
                <a:gd name="T50" fmla="*/ 2147483646 w 928"/>
                <a:gd name="T51" fmla="*/ 2147483646 h 896"/>
                <a:gd name="T52" fmla="*/ 2147483646 w 928"/>
                <a:gd name="T53" fmla="*/ 2147483646 h 896"/>
                <a:gd name="T54" fmla="*/ 2147483646 w 928"/>
                <a:gd name="T55" fmla="*/ 2147483646 h 896"/>
                <a:gd name="T56" fmla="*/ 2147483646 w 928"/>
                <a:gd name="T57" fmla="*/ 2147483646 h 896"/>
                <a:gd name="T58" fmla="*/ 2147483646 w 928"/>
                <a:gd name="T59" fmla="*/ 2147483646 h 896"/>
                <a:gd name="T60" fmla="*/ 2147483646 w 928"/>
                <a:gd name="T61" fmla="*/ 2147483646 h 896"/>
                <a:gd name="T62" fmla="*/ 2147483646 w 928"/>
                <a:gd name="T63" fmla="*/ 2147483646 h 896"/>
                <a:gd name="T64" fmla="*/ 2147483646 w 928"/>
                <a:gd name="T65" fmla="*/ 2147483646 h 896"/>
                <a:gd name="T66" fmla="*/ 2147483646 w 928"/>
                <a:gd name="T67" fmla="*/ 2147483646 h 896"/>
                <a:gd name="T68" fmla="*/ 2147483646 w 928"/>
                <a:gd name="T69" fmla="*/ 2147483646 h 896"/>
                <a:gd name="T70" fmla="*/ 2147483646 w 928"/>
                <a:gd name="T71" fmla="*/ 2147483646 h 896"/>
                <a:gd name="T72" fmla="*/ 2147483646 w 928"/>
                <a:gd name="T73" fmla="*/ 2147483646 h 896"/>
                <a:gd name="T74" fmla="*/ 2147483646 w 928"/>
                <a:gd name="T75" fmla="*/ 2147483646 h 896"/>
                <a:gd name="T76" fmla="*/ 2147483646 w 928"/>
                <a:gd name="T77" fmla="*/ 2147483646 h 896"/>
                <a:gd name="T78" fmla="*/ 2147483646 w 928"/>
                <a:gd name="T79" fmla="*/ 2147483646 h 896"/>
                <a:gd name="T80" fmla="*/ 2147483646 w 928"/>
                <a:gd name="T81" fmla="*/ 2147483646 h 896"/>
                <a:gd name="T82" fmla="*/ 2147483646 w 928"/>
                <a:gd name="T83" fmla="*/ 2147483646 h 896"/>
                <a:gd name="T84" fmla="*/ 2147483646 w 928"/>
                <a:gd name="T85" fmla="*/ 2147483646 h 896"/>
                <a:gd name="T86" fmla="*/ 2147483646 w 928"/>
                <a:gd name="T87" fmla="*/ 2147483646 h 896"/>
                <a:gd name="T88" fmla="*/ 2147483646 w 928"/>
                <a:gd name="T89" fmla="*/ 2147483646 h 896"/>
                <a:gd name="T90" fmla="*/ 2147483646 w 928"/>
                <a:gd name="T91" fmla="*/ 2147483646 h 896"/>
                <a:gd name="T92" fmla="*/ 2147483646 w 928"/>
                <a:gd name="T93" fmla="*/ 2147483646 h 896"/>
                <a:gd name="T94" fmla="*/ 2147483646 w 928"/>
                <a:gd name="T95" fmla="*/ 2147483646 h 896"/>
                <a:gd name="T96" fmla="*/ 2147483646 w 928"/>
                <a:gd name="T97" fmla="*/ 2147483646 h 896"/>
                <a:gd name="T98" fmla="*/ 2147483646 w 928"/>
                <a:gd name="T99" fmla="*/ 2147483646 h 896"/>
                <a:gd name="T100" fmla="*/ 2147483646 w 928"/>
                <a:gd name="T101" fmla="*/ 2147483646 h 896"/>
                <a:gd name="T102" fmla="*/ 2147483646 w 928"/>
                <a:gd name="T103" fmla="*/ 2147483646 h 896"/>
                <a:gd name="T104" fmla="*/ 2147483646 w 928"/>
                <a:gd name="T105" fmla="*/ 2147483646 h 896"/>
                <a:gd name="T106" fmla="*/ 2147483646 w 928"/>
                <a:gd name="T107" fmla="*/ 2147483646 h 896"/>
                <a:gd name="T108" fmla="*/ 2147483646 w 928"/>
                <a:gd name="T109" fmla="*/ 2147483646 h 896"/>
                <a:gd name="T110" fmla="*/ 2147483646 w 928"/>
                <a:gd name="T111" fmla="*/ 2147483646 h 89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928"/>
                <a:gd name="T169" fmla="*/ 0 h 896"/>
                <a:gd name="T170" fmla="*/ 928 w 928"/>
                <a:gd name="T171" fmla="*/ 896 h 89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928" h="896">
                  <a:moveTo>
                    <a:pt x="0" y="442"/>
                  </a:moveTo>
                  <a:lnTo>
                    <a:pt x="0" y="453"/>
                  </a:lnTo>
                  <a:lnTo>
                    <a:pt x="1" y="429"/>
                  </a:lnTo>
                  <a:lnTo>
                    <a:pt x="3" y="406"/>
                  </a:lnTo>
                  <a:lnTo>
                    <a:pt x="6" y="384"/>
                  </a:lnTo>
                  <a:lnTo>
                    <a:pt x="9" y="362"/>
                  </a:lnTo>
                  <a:lnTo>
                    <a:pt x="14" y="339"/>
                  </a:lnTo>
                  <a:lnTo>
                    <a:pt x="21" y="318"/>
                  </a:lnTo>
                  <a:lnTo>
                    <a:pt x="27" y="298"/>
                  </a:lnTo>
                  <a:lnTo>
                    <a:pt x="37" y="277"/>
                  </a:lnTo>
                  <a:lnTo>
                    <a:pt x="45" y="256"/>
                  </a:lnTo>
                  <a:lnTo>
                    <a:pt x="54" y="237"/>
                  </a:lnTo>
                  <a:lnTo>
                    <a:pt x="65" y="218"/>
                  </a:lnTo>
                  <a:lnTo>
                    <a:pt x="78" y="200"/>
                  </a:lnTo>
                  <a:lnTo>
                    <a:pt x="91" y="181"/>
                  </a:lnTo>
                  <a:lnTo>
                    <a:pt x="104" y="165"/>
                  </a:lnTo>
                  <a:lnTo>
                    <a:pt x="118" y="147"/>
                  </a:lnTo>
                  <a:lnTo>
                    <a:pt x="133" y="133"/>
                  </a:lnTo>
                  <a:lnTo>
                    <a:pt x="149" y="117"/>
                  </a:lnTo>
                  <a:lnTo>
                    <a:pt x="165" y="102"/>
                  </a:lnTo>
                  <a:lnTo>
                    <a:pt x="182" y="90"/>
                  </a:lnTo>
                  <a:lnTo>
                    <a:pt x="200" y="77"/>
                  </a:lnTo>
                  <a:lnTo>
                    <a:pt x="219" y="66"/>
                  </a:lnTo>
                  <a:lnTo>
                    <a:pt x="238" y="54"/>
                  </a:lnTo>
                  <a:lnTo>
                    <a:pt x="257" y="45"/>
                  </a:lnTo>
                  <a:lnTo>
                    <a:pt x="277" y="35"/>
                  </a:lnTo>
                  <a:lnTo>
                    <a:pt x="297" y="27"/>
                  </a:lnTo>
                  <a:lnTo>
                    <a:pt x="318" y="19"/>
                  </a:lnTo>
                  <a:lnTo>
                    <a:pt x="341" y="14"/>
                  </a:lnTo>
                  <a:lnTo>
                    <a:pt x="363" y="8"/>
                  </a:lnTo>
                  <a:lnTo>
                    <a:pt x="385" y="5"/>
                  </a:lnTo>
                  <a:lnTo>
                    <a:pt x="408" y="2"/>
                  </a:lnTo>
                  <a:lnTo>
                    <a:pt x="430" y="0"/>
                  </a:lnTo>
                  <a:lnTo>
                    <a:pt x="454" y="0"/>
                  </a:lnTo>
                  <a:lnTo>
                    <a:pt x="475" y="0"/>
                  </a:lnTo>
                  <a:lnTo>
                    <a:pt x="498" y="0"/>
                  </a:lnTo>
                  <a:lnTo>
                    <a:pt x="522" y="2"/>
                  </a:lnTo>
                  <a:lnTo>
                    <a:pt x="544" y="5"/>
                  </a:lnTo>
                  <a:lnTo>
                    <a:pt x="566" y="8"/>
                  </a:lnTo>
                  <a:lnTo>
                    <a:pt x="589" y="14"/>
                  </a:lnTo>
                  <a:lnTo>
                    <a:pt x="610" y="19"/>
                  </a:lnTo>
                  <a:lnTo>
                    <a:pt x="630" y="27"/>
                  </a:lnTo>
                  <a:lnTo>
                    <a:pt x="651" y="35"/>
                  </a:lnTo>
                  <a:lnTo>
                    <a:pt x="672" y="45"/>
                  </a:lnTo>
                  <a:lnTo>
                    <a:pt x="691" y="54"/>
                  </a:lnTo>
                  <a:lnTo>
                    <a:pt x="710" y="66"/>
                  </a:lnTo>
                  <a:lnTo>
                    <a:pt x="728" y="77"/>
                  </a:lnTo>
                  <a:lnTo>
                    <a:pt x="746" y="90"/>
                  </a:lnTo>
                  <a:lnTo>
                    <a:pt x="763" y="102"/>
                  </a:lnTo>
                  <a:lnTo>
                    <a:pt x="779" y="117"/>
                  </a:lnTo>
                  <a:lnTo>
                    <a:pt x="795" y="133"/>
                  </a:lnTo>
                  <a:lnTo>
                    <a:pt x="811" y="147"/>
                  </a:lnTo>
                  <a:lnTo>
                    <a:pt x="826" y="165"/>
                  </a:lnTo>
                  <a:lnTo>
                    <a:pt x="838" y="181"/>
                  </a:lnTo>
                  <a:lnTo>
                    <a:pt x="851" y="200"/>
                  </a:lnTo>
                  <a:lnTo>
                    <a:pt x="862" y="218"/>
                  </a:lnTo>
                  <a:lnTo>
                    <a:pt x="874" y="237"/>
                  </a:lnTo>
                  <a:lnTo>
                    <a:pt x="883" y="256"/>
                  </a:lnTo>
                  <a:lnTo>
                    <a:pt x="893" y="277"/>
                  </a:lnTo>
                  <a:lnTo>
                    <a:pt x="901" y="298"/>
                  </a:lnTo>
                  <a:lnTo>
                    <a:pt x="909" y="318"/>
                  </a:lnTo>
                  <a:lnTo>
                    <a:pt x="914" y="339"/>
                  </a:lnTo>
                  <a:lnTo>
                    <a:pt x="920" y="362"/>
                  </a:lnTo>
                  <a:lnTo>
                    <a:pt x="923" y="384"/>
                  </a:lnTo>
                  <a:lnTo>
                    <a:pt x="926" y="406"/>
                  </a:lnTo>
                  <a:lnTo>
                    <a:pt x="928" y="429"/>
                  </a:lnTo>
                  <a:lnTo>
                    <a:pt x="928" y="453"/>
                  </a:lnTo>
                  <a:lnTo>
                    <a:pt x="928" y="442"/>
                  </a:lnTo>
                  <a:lnTo>
                    <a:pt x="928" y="466"/>
                  </a:lnTo>
                  <a:lnTo>
                    <a:pt x="926" y="488"/>
                  </a:lnTo>
                  <a:lnTo>
                    <a:pt x="923" y="510"/>
                  </a:lnTo>
                  <a:lnTo>
                    <a:pt x="920" y="533"/>
                  </a:lnTo>
                  <a:lnTo>
                    <a:pt x="914" y="555"/>
                  </a:lnTo>
                  <a:lnTo>
                    <a:pt x="909" y="576"/>
                  </a:lnTo>
                  <a:lnTo>
                    <a:pt x="901" y="598"/>
                  </a:lnTo>
                  <a:lnTo>
                    <a:pt x="893" y="619"/>
                  </a:lnTo>
                  <a:lnTo>
                    <a:pt x="883" y="638"/>
                  </a:lnTo>
                  <a:lnTo>
                    <a:pt x="874" y="658"/>
                  </a:lnTo>
                  <a:lnTo>
                    <a:pt x="862" y="677"/>
                  </a:lnTo>
                  <a:lnTo>
                    <a:pt x="851" y="696"/>
                  </a:lnTo>
                  <a:lnTo>
                    <a:pt x="838" y="714"/>
                  </a:lnTo>
                  <a:lnTo>
                    <a:pt x="826" y="730"/>
                  </a:lnTo>
                  <a:lnTo>
                    <a:pt x="811" y="747"/>
                  </a:lnTo>
                  <a:lnTo>
                    <a:pt x="795" y="763"/>
                  </a:lnTo>
                  <a:lnTo>
                    <a:pt x="779" y="778"/>
                  </a:lnTo>
                  <a:lnTo>
                    <a:pt x="763" y="792"/>
                  </a:lnTo>
                  <a:lnTo>
                    <a:pt x="746" y="805"/>
                  </a:lnTo>
                  <a:lnTo>
                    <a:pt x="728" y="818"/>
                  </a:lnTo>
                  <a:lnTo>
                    <a:pt x="710" y="830"/>
                  </a:lnTo>
                  <a:lnTo>
                    <a:pt x="691" y="840"/>
                  </a:lnTo>
                  <a:lnTo>
                    <a:pt x="672" y="851"/>
                  </a:lnTo>
                  <a:lnTo>
                    <a:pt x="651" y="859"/>
                  </a:lnTo>
                  <a:lnTo>
                    <a:pt x="630" y="867"/>
                  </a:lnTo>
                  <a:lnTo>
                    <a:pt x="610" y="875"/>
                  </a:lnTo>
                  <a:lnTo>
                    <a:pt x="589" y="882"/>
                  </a:lnTo>
                  <a:lnTo>
                    <a:pt x="566" y="886"/>
                  </a:lnTo>
                  <a:lnTo>
                    <a:pt x="544" y="890"/>
                  </a:lnTo>
                  <a:lnTo>
                    <a:pt x="522" y="893"/>
                  </a:lnTo>
                  <a:lnTo>
                    <a:pt x="498" y="894"/>
                  </a:lnTo>
                  <a:lnTo>
                    <a:pt x="475" y="896"/>
                  </a:lnTo>
                  <a:lnTo>
                    <a:pt x="454" y="896"/>
                  </a:lnTo>
                  <a:lnTo>
                    <a:pt x="430" y="894"/>
                  </a:lnTo>
                  <a:lnTo>
                    <a:pt x="408" y="893"/>
                  </a:lnTo>
                  <a:lnTo>
                    <a:pt x="385" y="890"/>
                  </a:lnTo>
                  <a:lnTo>
                    <a:pt x="363" y="886"/>
                  </a:lnTo>
                  <a:lnTo>
                    <a:pt x="341" y="882"/>
                  </a:lnTo>
                  <a:lnTo>
                    <a:pt x="318" y="875"/>
                  </a:lnTo>
                  <a:lnTo>
                    <a:pt x="297" y="867"/>
                  </a:lnTo>
                  <a:lnTo>
                    <a:pt x="277" y="859"/>
                  </a:lnTo>
                  <a:lnTo>
                    <a:pt x="257" y="851"/>
                  </a:lnTo>
                  <a:lnTo>
                    <a:pt x="238" y="840"/>
                  </a:lnTo>
                  <a:lnTo>
                    <a:pt x="219" y="830"/>
                  </a:lnTo>
                  <a:lnTo>
                    <a:pt x="200" y="818"/>
                  </a:lnTo>
                  <a:lnTo>
                    <a:pt x="182" y="805"/>
                  </a:lnTo>
                  <a:lnTo>
                    <a:pt x="165" y="792"/>
                  </a:lnTo>
                  <a:lnTo>
                    <a:pt x="149" y="778"/>
                  </a:lnTo>
                  <a:lnTo>
                    <a:pt x="133" y="763"/>
                  </a:lnTo>
                  <a:lnTo>
                    <a:pt x="118" y="747"/>
                  </a:lnTo>
                  <a:lnTo>
                    <a:pt x="104" y="730"/>
                  </a:lnTo>
                  <a:lnTo>
                    <a:pt x="91" y="714"/>
                  </a:lnTo>
                  <a:lnTo>
                    <a:pt x="78" y="696"/>
                  </a:lnTo>
                  <a:lnTo>
                    <a:pt x="65" y="677"/>
                  </a:lnTo>
                  <a:lnTo>
                    <a:pt x="54" y="658"/>
                  </a:lnTo>
                  <a:lnTo>
                    <a:pt x="45" y="638"/>
                  </a:lnTo>
                  <a:lnTo>
                    <a:pt x="37" y="619"/>
                  </a:lnTo>
                  <a:lnTo>
                    <a:pt x="27" y="598"/>
                  </a:lnTo>
                  <a:lnTo>
                    <a:pt x="21" y="576"/>
                  </a:lnTo>
                  <a:lnTo>
                    <a:pt x="14" y="555"/>
                  </a:lnTo>
                  <a:lnTo>
                    <a:pt x="9" y="533"/>
                  </a:lnTo>
                  <a:lnTo>
                    <a:pt x="6" y="510"/>
                  </a:lnTo>
                  <a:lnTo>
                    <a:pt x="3" y="488"/>
                  </a:lnTo>
                  <a:lnTo>
                    <a:pt x="1" y="466"/>
                  </a:lnTo>
                  <a:lnTo>
                    <a:pt x="0" y="442"/>
                  </a:lnTo>
                  <a:close/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25" name="Freeform 24">
              <a:extLst>
                <a:ext uri="{FF2B5EF4-FFF2-40B4-BE49-F238E27FC236}">
                  <a16:creationId xmlns:a16="http://schemas.microsoft.com/office/drawing/2014/main" id="{0C960D02-5067-4B77-B0C3-A48F8941F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8213" y="3041650"/>
              <a:ext cx="101600" cy="152400"/>
            </a:xfrm>
            <a:custGeom>
              <a:avLst/>
              <a:gdLst>
                <a:gd name="T0" fmla="*/ 2147483646 w 128"/>
                <a:gd name="T1" fmla="*/ 2147483646 h 192"/>
                <a:gd name="T2" fmla="*/ 0 w 128"/>
                <a:gd name="T3" fmla="*/ 0 h 192"/>
                <a:gd name="T4" fmla="*/ 2147483646 w 128"/>
                <a:gd name="T5" fmla="*/ 2147483646 h 192"/>
                <a:gd name="T6" fmla="*/ 2147483646 w 128"/>
                <a:gd name="T7" fmla="*/ 2147483646 h 192"/>
                <a:gd name="T8" fmla="*/ 2147483646 w 128"/>
                <a:gd name="T9" fmla="*/ 2147483646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8"/>
                <a:gd name="T16" fmla="*/ 0 h 192"/>
                <a:gd name="T17" fmla="*/ 128 w 128"/>
                <a:gd name="T18" fmla="*/ 192 h 1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8" h="192">
                  <a:moveTo>
                    <a:pt x="128" y="160"/>
                  </a:moveTo>
                  <a:lnTo>
                    <a:pt x="0" y="0"/>
                  </a:lnTo>
                  <a:lnTo>
                    <a:pt x="32" y="192"/>
                  </a:lnTo>
                  <a:lnTo>
                    <a:pt x="64" y="192"/>
                  </a:lnTo>
                  <a:lnTo>
                    <a:pt x="128" y="160"/>
                  </a:lnTo>
                  <a:close/>
                </a:path>
              </a:pathLst>
            </a:custGeom>
            <a:solidFill>
              <a:srgbClr val="000000"/>
            </a:solidFill>
            <a:ln w="2381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26" name="Freeform 25">
              <a:extLst>
                <a:ext uri="{FF2B5EF4-FFF2-40B4-BE49-F238E27FC236}">
                  <a16:creationId xmlns:a16="http://schemas.microsoft.com/office/drawing/2014/main" id="{0495FBF1-0B50-417A-8AD7-0B8D8C27D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0125" y="3195637"/>
              <a:ext cx="65088" cy="542925"/>
            </a:xfrm>
            <a:custGeom>
              <a:avLst/>
              <a:gdLst>
                <a:gd name="T0" fmla="*/ 2147483646 w 82"/>
                <a:gd name="T1" fmla="*/ 2147483646 h 684"/>
                <a:gd name="T2" fmla="*/ 2147483646 w 82"/>
                <a:gd name="T3" fmla="*/ 2147483646 h 684"/>
                <a:gd name="T4" fmla="*/ 2147483646 w 82"/>
                <a:gd name="T5" fmla="*/ 2147483646 h 684"/>
                <a:gd name="T6" fmla="*/ 2147483646 w 82"/>
                <a:gd name="T7" fmla="*/ 2147483646 h 684"/>
                <a:gd name="T8" fmla="*/ 2147483646 w 82"/>
                <a:gd name="T9" fmla="*/ 2147483646 h 684"/>
                <a:gd name="T10" fmla="*/ 2147483646 w 82"/>
                <a:gd name="T11" fmla="*/ 2147483646 h 684"/>
                <a:gd name="T12" fmla="*/ 2147483646 w 82"/>
                <a:gd name="T13" fmla="*/ 2147483646 h 684"/>
                <a:gd name="T14" fmla="*/ 2147483646 w 82"/>
                <a:gd name="T15" fmla="*/ 2147483646 h 684"/>
                <a:gd name="T16" fmla="*/ 2147483646 w 82"/>
                <a:gd name="T17" fmla="*/ 2147483646 h 684"/>
                <a:gd name="T18" fmla="*/ 2147483646 w 82"/>
                <a:gd name="T19" fmla="*/ 2147483646 h 684"/>
                <a:gd name="T20" fmla="*/ 2147483646 w 82"/>
                <a:gd name="T21" fmla="*/ 2147483646 h 684"/>
                <a:gd name="T22" fmla="*/ 2147483646 w 82"/>
                <a:gd name="T23" fmla="*/ 2147483646 h 684"/>
                <a:gd name="T24" fmla="*/ 2147483646 w 82"/>
                <a:gd name="T25" fmla="*/ 2147483646 h 684"/>
                <a:gd name="T26" fmla="*/ 2147483646 w 82"/>
                <a:gd name="T27" fmla="*/ 2147483646 h 684"/>
                <a:gd name="T28" fmla="*/ 2147483646 w 82"/>
                <a:gd name="T29" fmla="*/ 2147483646 h 684"/>
                <a:gd name="T30" fmla="*/ 2147483646 w 82"/>
                <a:gd name="T31" fmla="*/ 2147483646 h 684"/>
                <a:gd name="T32" fmla="*/ 2147483646 w 82"/>
                <a:gd name="T33" fmla="*/ 2147483646 h 684"/>
                <a:gd name="T34" fmla="*/ 2147483646 w 82"/>
                <a:gd name="T35" fmla="*/ 2147483646 h 684"/>
                <a:gd name="T36" fmla="*/ 2147483646 w 82"/>
                <a:gd name="T37" fmla="*/ 2147483646 h 684"/>
                <a:gd name="T38" fmla="*/ 2147483646 w 82"/>
                <a:gd name="T39" fmla="*/ 2147483646 h 684"/>
                <a:gd name="T40" fmla="*/ 2147483646 w 82"/>
                <a:gd name="T41" fmla="*/ 2147483646 h 684"/>
                <a:gd name="T42" fmla="*/ 2147483646 w 82"/>
                <a:gd name="T43" fmla="*/ 2147483646 h 684"/>
                <a:gd name="T44" fmla="*/ 2147483646 w 82"/>
                <a:gd name="T45" fmla="*/ 2147483646 h 684"/>
                <a:gd name="T46" fmla="*/ 2147483646 w 82"/>
                <a:gd name="T47" fmla="*/ 2147483646 h 684"/>
                <a:gd name="T48" fmla="*/ 2147483646 w 82"/>
                <a:gd name="T49" fmla="*/ 2147483646 h 684"/>
                <a:gd name="T50" fmla="*/ 2147483646 w 82"/>
                <a:gd name="T51" fmla="*/ 2147483646 h 684"/>
                <a:gd name="T52" fmla="*/ 2147483646 w 82"/>
                <a:gd name="T53" fmla="*/ 2147483646 h 684"/>
                <a:gd name="T54" fmla="*/ 2147483646 w 82"/>
                <a:gd name="T55" fmla="*/ 2147483646 h 684"/>
                <a:gd name="T56" fmla="*/ 2147483646 w 82"/>
                <a:gd name="T57" fmla="*/ 2147483646 h 684"/>
                <a:gd name="T58" fmla="*/ 2147483646 w 82"/>
                <a:gd name="T59" fmla="*/ 2147483646 h 684"/>
                <a:gd name="T60" fmla="*/ 2147483646 w 82"/>
                <a:gd name="T61" fmla="*/ 2147483646 h 684"/>
                <a:gd name="T62" fmla="*/ 2147483646 w 82"/>
                <a:gd name="T63" fmla="*/ 2147483646 h 684"/>
                <a:gd name="T64" fmla="*/ 2147483646 w 82"/>
                <a:gd name="T65" fmla="*/ 2147483646 h 684"/>
                <a:gd name="T66" fmla="*/ 2147483646 w 82"/>
                <a:gd name="T67" fmla="*/ 2147483646 h 684"/>
                <a:gd name="T68" fmla="*/ 2147483646 w 82"/>
                <a:gd name="T69" fmla="*/ 2147483646 h 684"/>
                <a:gd name="T70" fmla="*/ 2147483646 w 82"/>
                <a:gd name="T71" fmla="*/ 2147483646 h 684"/>
                <a:gd name="T72" fmla="*/ 2147483646 w 82"/>
                <a:gd name="T73" fmla="*/ 2147483646 h 684"/>
                <a:gd name="T74" fmla="*/ 2147483646 w 82"/>
                <a:gd name="T75" fmla="*/ 2147483646 h 684"/>
                <a:gd name="T76" fmla="*/ 2147483646 w 82"/>
                <a:gd name="T77" fmla="*/ 2147483646 h 684"/>
                <a:gd name="T78" fmla="*/ 2147483646 w 82"/>
                <a:gd name="T79" fmla="*/ 2147483646 h 684"/>
                <a:gd name="T80" fmla="*/ 2147483646 w 82"/>
                <a:gd name="T81" fmla="*/ 2147483646 h 684"/>
                <a:gd name="T82" fmla="*/ 2147483646 w 82"/>
                <a:gd name="T83" fmla="*/ 2147483646 h 684"/>
                <a:gd name="T84" fmla="*/ 2147483646 w 82"/>
                <a:gd name="T85" fmla="*/ 2147483646 h 684"/>
                <a:gd name="T86" fmla="*/ 2147483646 w 82"/>
                <a:gd name="T87" fmla="*/ 2147483646 h 684"/>
                <a:gd name="T88" fmla="*/ 2147483646 w 82"/>
                <a:gd name="T89" fmla="*/ 2147483646 h 684"/>
                <a:gd name="T90" fmla="*/ 2147483646 w 82"/>
                <a:gd name="T91" fmla="*/ 2147483646 h 684"/>
                <a:gd name="T92" fmla="*/ 2147483646 w 82"/>
                <a:gd name="T93" fmla="*/ 2147483646 h 684"/>
                <a:gd name="T94" fmla="*/ 2147483646 w 82"/>
                <a:gd name="T95" fmla="*/ 2147483646 h 684"/>
                <a:gd name="T96" fmla="*/ 2147483646 w 82"/>
                <a:gd name="T97" fmla="*/ 2147483646 h 68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82"/>
                <a:gd name="T148" fmla="*/ 0 h 684"/>
                <a:gd name="T149" fmla="*/ 82 w 82"/>
                <a:gd name="T150" fmla="*/ 684 h 68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82" h="684">
                  <a:moveTo>
                    <a:pt x="0" y="0"/>
                  </a:moveTo>
                  <a:lnTo>
                    <a:pt x="2" y="4"/>
                  </a:lnTo>
                  <a:lnTo>
                    <a:pt x="3" y="9"/>
                  </a:lnTo>
                  <a:lnTo>
                    <a:pt x="5" y="14"/>
                  </a:lnTo>
                  <a:lnTo>
                    <a:pt x="7" y="19"/>
                  </a:lnTo>
                  <a:lnTo>
                    <a:pt x="8" y="22"/>
                  </a:lnTo>
                  <a:lnTo>
                    <a:pt x="8" y="27"/>
                  </a:lnTo>
                  <a:lnTo>
                    <a:pt x="10" y="32"/>
                  </a:lnTo>
                  <a:lnTo>
                    <a:pt x="11" y="35"/>
                  </a:lnTo>
                  <a:lnTo>
                    <a:pt x="13" y="40"/>
                  </a:lnTo>
                  <a:lnTo>
                    <a:pt x="13" y="43"/>
                  </a:lnTo>
                  <a:lnTo>
                    <a:pt x="15" y="48"/>
                  </a:lnTo>
                  <a:lnTo>
                    <a:pt x="16" y="51"/>
                  </a:lnTo>
                  <a:lnTo>
                    <a:pt x="16" y="56"/>
                  </a:lnTo>
                  <a:lnTo>
                    <a:pt x="18" y="60"/>
                  </a:lnTo>
                  <a:lnTo>
                    <a:pt x="18" y="64"/>
                  </a:lnTo>
                  <a:lnTo>
                    <a:pt x="19" y="68"/>
                  </a:lnTo>
                  <a:lnTo>
                    <a:pt x="21" y="73"/>
                  </a:lnTo>
                  <a:lnTo>
                    <a:pt x="21" y="76"/>
                  </a:lnTo>
                  <a:lnTo>
                    <a:pt x="23" y="81"/>
                  </a:lnTo>
                  <a:lnTo>
                    <a:pt x="23" y="86"/>
                  </a:lnTo>
                  <a:lnTo>
                    <a:pt x="24" y="91"/>
                  </a:lnTo>
                  <a:lnTo>
                    <a:pt x="24" y="94"/>
                  </a:lnTo>
                  <a:lnTo>
                    <a:pt x="26" y="99"/>
                  </a:lnTo>
                  <a:lnTo>
                    <a:pt x="26" y="104"/>
                  </a:lnTo>
                  <a:lnTo>
                    <a:pt x="27" y="110"/>
                  </a:lnTo>
                  <a:lnTo>
                    <a:pt x="29" y="115"/>
                  </a:lnTo>
                  <a:lnTo>
                    <a:pt x="29" y="120"/>
                  </a:lnTo>
                  <a:lnTo>
                    <a:pt x="31" y="124"/>
                  </a:lnTo>
                  <a:lnTo>
                    <a:pt x="31" y="131"/>
                  </a:lnTo>
                  <a:lnTo>
                    <a:pt x="32" y="136"/>
                  </a:lnTo>
                  <a:lnTo>
                    <a:pt x="34" y="142"/>
                  </a:lnTo>
                  <a:lnTo>
                    <a:pt x="34" y="148"/>
                  </a:lnTo>
                  <a:lnTo>
                    <a:pt x="37" y="160"/>
                  </a:lnTo>
                  <a:lnTo>
                    <a:pt x="39" y="171"/>
                  </a:lnTo>
                  <a:lnTo>
                    <a:pt x="40" y="180"/>
                  </a:lnTo>
                  <a:lnTo>
                    <a:pt x="42" y="190"/>
                  </a:lnTo>
                  <a:lnTo>
                    <a:pt x="45" y="200"/>
                  </a:lnTo>
                  <a:lnTo>
                    <a:pt x="45" y="208"/>
                  </a:lnTo>
                  <a:lnTo>
                    <a:pt x="47" y="217"/>
                  </a:lnTo>
                  <a:lnTo>
                    <a:pt x="48" y="224"/>
                  </a:lnTo>
                  <a:lnTo>
                    <a:pt x="50" y="232"/>
                  </a:lnTo>
                  <a:lnTo>
                    <a:pt x="51" y="240"/>
                  </a:lnTo>
                  <a:lnTo>
                    <a:pt x="53" y="246"/>
                  </a:lnTo>
                  <a:lnTo>
                    <a:pt x="53" y="252"/>
                  </a:lnTo>
                  <a:lnTo>
                    <a:pt x="55" y="259"/>
                  </a:lnTo>
                  <a:lnTo>
                    <a:pt x="55" y="265"/>
                  </a:lnTo>
                  <a:lnTo>
                    <a:pt x="56" y="273"/>
                  </a:lnTo>
                  <a:lnTo>
                    <a:pt x="58" y="280"/>
                  </a:lnTo>
                  <a:lnTo>
                    <a:pt x="58" y="286"/>
                  </a:lnTo>
                  <a:lnTo>
                    <a:pt x="59" y="292"/>
                  </a:lnTo>
                  <a:lnTo>
                    <a:pt x="59" y="299"/>
                  </a:lnTo>
                  <a:lnTo>
                    <a:pt x="61" y="307"/>
                  </a:lnTo>
                  <a:lnTo>
                    <a:pt x="61" y="313"/>
                  </a:lnTo>
                  <a:lnTo>
                    <a:pt x="61" y="321"/>
                  </a:lnTo>
                  <a:lnTo>
                    <a:pt x="63" y="329"/>
                  </a:lnTo>
                  <a:lnTo>
                    <a:pt x="63" y="339"/>
                  </a:lnTo>
                  <a:lnTo>
                    <a:pt x="64" y="347"/>
                  </a:lnTo>
                  <a:lnTo>
                    <a:pt x="64" y="356"/>
                  </a:lnTo>
                  <a:lnTo>
                    <a:pt x="66" y="368"/>
                  </a:lnTo>
                  <a:lnTo>
                    <a:pt x="66" y="379"/>
                  </a:lnTo>
                  <a:lnTo>
                    <a:pt x="67" y="390"/>
                  </a:lnTo>
                  <a:lnTo>
                    <a:pt x="69" y="403"/>
                  </a:lnTo>
                  <a:lnTo>
                    <a:pt x="69" y="416"/>
                  </a:lnTo>
                  <a:lnTo>
                    <a:pt x="71" y="428"/>
                  </a:lnTo>
                  <a:lnTo>
                    <a:pt x="72" y="443"/>
                  </a:lnTo>
                  <a:lnTo>
                    <a:pt x="72" y="456"/>
                  </a:lnTo>
                  <a:lnTo>
                    <a:pt x="74" y="468"/>
                  </a:lnTo>
                  <a:lnTo>
                    <a:pt x="74" y="480"/>
                  </a:lnTo>
                  <a:lnTo>
                    <a:pt x="75" y="491"/>
                  </a:lnTo>
                  <a:lnTo>
                    <a:pt x="75" y="500"/>
                  </a:lnTo>
                  <a:lnTo>
                    <a:pt x="77" y="510"/>
                  </a:lnTo>
                  <a:lnTo>
                    <a:pt x="77" y="520"/>
                  </a:lnTo>
                  <a:lnTo>
                    <a:pt x="79" y="528"/>
                  </a:lnTo>
                  <a:lnTo>
                    <a:pt x="79" y="536"/>
                  </a:lnTo>
                  <a:lnTo>
                    <a:pt x="79" y="544"/>
                  </a:lnTo>
                  <a:lnTo>
                    <a:pt x="80" y="550"/>
                  </a:lnTo>
                  <a:lnTo>
                    <a:pt x="80" y="556"/>
                  </a:lnTo>
                  <a:lnTo>
                    <a:pt x="80" y="563"/>
                  </a:lnTo>
                  <a:lnTo>
                    <a:pt x="80" y="569"/>
                  </a:lnTo>
                  <a:lnTo>
                    <a:pt x="82" y="576"/>
                  </a:lnTo>
                  <a:lnTo>
                    <a:pt x="82" y="582"/>
                  </a:lnTo>
                  <a:lnTo>
                    <a:pt x="82" y="587"/>
                  </a:lnTo>
                  <a:lnTo>
                    <a:pt x="82" y="593"/>
                  </a:lnTo>
                  <a:lnTo>
                    <a:pt x="82" y="600"/>
                  </a:lnTo>
                  <a:lnTo>
                    <a:pt x="82" y="604"/>
                  </a:lnTo>
                  <a:lnTo>
                    <a:pt x="82" y="611"/>
                  </a:lnTo>
                  <a:lnTo>
                    <a:pt x="82" y="617"/>
                  </a:lnTo>
                  <a:lnTo>
                    <a:pt x="82" y="622"/>
                  </a:lnTo>
                  <a:lnTo>
                    <a:pt x="82" y="628"/>
                  </a:lnTo>
                  <a:lnTo>
                    <a:pt x="82" y="636"/>
                  </a:lnTo>
                  <a:lnTo>
                    <a:pt x="82" y="643"/>
                  </a:lnTo>
                  <a:lnTo>
                    <a:pt x="82" y="651"/>
                  </a:lnTo>
                  <a:lnTo>
                    <a:pt x="82" y="657"/>
                  </a:lnTo>
                  <a:lnTo>
                    <a:pt x="82" y="667"/>
                  </a:lnTo>
                  <a:lnTo>
                    <a:pt x="82" y="675"/>
                  </a:lnTo>
                  <a:lnTo>
                    <a:pt x="82" y="684"/>
                  </a:lnTo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27" name="Freeform 26">
              <a:extLst>
                <a:ext uri="{FF2B5EF4-FFF2-40B4-BE49-F238E27FC236}">
                  <a16:creationId xmlns:a16="http://schemas.microsoft.com/office/drawing/2014/main" id="{49E73949-E672-4F5F-84EF-0A50FD14A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1863" y="3738562"/>
              <a:ext cx="133350" cy="728663"/>
            </a:xfrm>
            <a:custGeom>
              <a:avLst/>
              <a:gdLst>
                <a:gd name="T0" fmla="*/ 2147483646 w 168"/>
                <a:gd name="T1" fmla="*/ 2147483646 h 919"/>
                <a:gd name="T2" fmla="*/ 2147483646 w 168"/>
                <a:gd name="T3" fmla="*/ 2147483646 h 919"/>
                <a:gd name="T4" fmla="*/ 2147483646 w 168"/>
                <a:gd name="T5" fmla="*/ 2147483646 h 919"/>
                <a:gd name="T6" fmla="*/ 2147483646 w 168"/>
                <a:gd name="T7" fmla="*/ 2147483646 h 919"/>
                <a:gd name="T8" fmla="*/ 2147483646 w 168"/>
                <a:gd name="T9" fmla="*/ 2147483646 h 919"/>
                <a:gd name="T10" fmla="*/ 2147483646 w 168"/>
                <a:gd name="T11" fmla="*/ 2147483646 h 919"/>
                <a:gd name="T12" fmla="*/ 2147483646 w 168"/>
                <a:gd name="T13" fmla="*/ 2147483646 h 919"/>
                <a:gd name="T14" fmla="*/ 2147483646 w 168"/>
                <a:gd name="T15" fmla="*/ 2147483646 h 919"/>
                <a:gd name="T16" fmla="*/ 2147483646 w 168"/>
                <a:gd name="T17" fmla="*/ 2147483646 h 919"/>
                <a:gd name="T18" fmla="*/ 2147483646 w 168"/>
                <a:gd name="T19" fmla="*/ 2147483646 h 919"/>
                <a:gd name="T20" fmla="*/ 2147483646 w 168"/>
                <a:gd name="T21" fmla="*/ 2147483646 h 919"/>
                <a:gd name="T22" fmla="*/ 2147483646 w 168"/>
                <a:gd name="T23" fmla="*/ 2147483646 h 919"/>
                <a:gd name="T24" fmla="*/ 2147483646 w 168"/>
                <a:gd name="T25" fmla="*/ 2147483646 h 919"/>
                <a:gd name="T26" fmla="*/ 2147483646 w 168"/>
                <a:gd name="T27" fmla="*/ 2147483646 h 919"/>
                <a:gd name="T28" fmla="*/ 2147483646 w 168"/>
                <a:gd name="T29" fmla="*/ 2147483646 h 919"/>
                <a:gd name="T30" fmla="*/ 2147483646 w 168"/>
                <a:gd name="T31" fmla="*/ 2147483646 h 919"/>
                <a:gd name="T32" fmla="*/ 2147483646 w 168"/>
                <a:gd name="T33" fmla="*/ 2147483646 h 919"/>
                <a:gd name="T34" fmla="*/ 2147483646 w 168"/>
                <a:gd name="T35" fmla="*/ 2147483646 h 919"/>
                <a:gd name="T36" fmla="*/ 2147483646 w 168"/>
                <a:gd name="T37" fmla="*/ 2147483646 h 919"/>
                <a:gd name="T38" fmla="*/ 2147483646 w 168"/>
                <a:gd name="T39" fmla="*/ 2147483646 h 919"/>
                <a:gd name="T40" fmla="*/ 2147483646 w 168"/>
                <a:gd name="T41" fmla="*/ 2147483646 h 919"/>
                <a:gd name="T42" fmla="*/ 2147483646 w 168"/>
                <a:gd name="T43" fmla="*/ 2147483646 h 919"/>
                <a:gd name="T44" fmla="*/ 2147483646 w 168"/>
                <a:gd name="T45" fmla="*/ 2147483646 h 919"/>
                <a:gd name="T46" fmla="*/ 2147483646 w 168"/>
                <a:gd name="T47" fmla="*/ 2147483646 h 919"/>
                <a:gd name="T48" fmla="*/ 2147483646 w 168"/>
                <a:gd name="T49" fmla="*/ 2147483646 h 919"/>
                <a:gd name="T50" fmla="*/ 2147483646 w 168"/>
                <a:gd name="T51" fmla="*/ 2147483646 h 919"/>
                <a:gd name="T52" fmla="*/ 2147483646 w 168"/>
                <a:gd name="T53" fmla="*/ 2147483646 h 919"/>
                <a:gd name="T54" fmla="*/ 2147483646 w 168"/>
                <a:gd name="T55" fmla="*/ 2147483646 h 919"/>
                <a:gd name="T56" fmla="*/ 2147483646 w 168"/>
                <a:gd name="T57" fmla="*/ 2147483646 h 919"/>
                <a:gd name="T58" fmla="*/ 2147483646 w 168"/>
                <a:gd name="T59" fmla="*/ 2147483646 h 919"/>
                <a:gd name="T60" fmla="*/ 2147483646 w 168"/>
                <a:gd name="T61" fmla="*/ 2147483646 h 919"/>
                <a:gd name="T62" fmla="*/ 2147483646 w 168"/>
                <a:gd name="T63" fmla="*/ 2147483646 h 919"/>
                <a:gd name="T64" fmla="*/ 2147483646 w 168"/>
                <a:gd name="T65" fmla="*/ 2147483646 h 919"/>
                <a:gd name="T66" fmla="*/ 2147483646 w 168"/>
                <a:gd name="T67" fmla="*/ 2147483646 h 919"/>
                <a:gd name="T68" fmla="*/ 2147483646 w 168"/>
                <a:gd name="T69" fmla="*/ 2147483646 h 919"/>
                <a:gd name="T70" fmla="*/ 2147483646 w 168"/>
                <a:gd name="T71" fmla="*/ 2147483646 h 919"/>
                <a:gd name="T72" fmla="*/ 2147483646 w 168"/>
                <a:gd name="T73" fmla="*/ 2147483646 h 919"/>
                <a:gd name="T74" fmla="*/ 2147483646 w 168"/>
                <a:gd name="T75" fmla="*/ 2147483646 h 919"/>
                <a:gd name="T76" fmla="*/ 2147483646 w 168"/>
                <a:gd name="T77" fmla="*/ 2147483646 h 919"/>
                <a:gd name="T78" fmla="*/ 2147483646 w 168"/>
                <a:gd name="T79" fmla="*/ 2147483646 h 919"/>
                <a:gd name="T80" fmla="*/ 2147483646 w 168"/>
                <a:gd name="T81" fmla="*/ 2147483646 h 919"/>
                <a:gd name="T82" fmla="*/ 2147483646 w 168"/>
                <a:gd name="T83" fmla="*/ 2147483646 h 919"/>
                <a:gd name="T84" fmla="*/ 2147483646 w 168"/>
                <a:gd name="T85" fmla="*/ 2147483646 h 919"/>
                <a:gd name="T86" fmla="*/ 2147483646 w 168"/>
                <a:gd name="T87" fmla="*/ 2147483646 h 919"/>
                <a:gd name="T88" fmla="*/ 2147483646 w 168"/>
                <a:gd name="T89" fmla="*/ 2147483646 h 919"/>
                <a:gd name="T90" fmla="*/ 2147483646 w 168"/>
                <a:gd name="T91" fmla="*/ 2147483646 h 919"/>
                <a:gd name="T92" fmla="*/ 2147483646 w 168"/>
                <a:gd name="T93" fmla="*/ 2147483646 h 919"/>
                <a:gd name="T94" fmla="*/ 2147483646 w 168"/>
                <a:gd name="T95" fmla="*/ 2147483646 h 919"/>
                <a:gd name="T96" fmla="*/ 2147483646 w 168"/>
                <a:gd name="T97" fmla="*/ 2147483646 h 91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68"/>
                <a:gd name="T148" fmla="*/ 0 h 919"/>
                <a:gd name="T149" fmla="*/ 168 w 168"/>
                <a:gd name="T150" fmla="*/ 919 h 91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68" h="919">
                  <a:moveTo>
                    <a:pt x="0" y="919"/>
                  </a:moveTo>
                  <a:lnTo>
                    <a:pt x="9" y="896"/>
                  </a:lnTo>
                  <a:lnTo>
                    <a:pt x="17" y="874"/>
                  </a:lnTo>
                  <a:lnTo>
                    <a:pt x="24" y="853"/>
                  </a:lnTo>
                  <a:lnTo>
                    <a:pt x="32" y="834"/>
                  </a:lnTo>
                  <a:lnTo>
                    <a:pt x="38" y="816"/>
                  </a:lnTo>
                  <a:lnTo>
                    <a:pt x="45" y="799"/>
                  </a:lnTo>
                  <a:lnTo>
                    <a:pt x="51" y="784"/>
                  </a:lnTo>
                  <a:lnTo>
                    <a:pt x="56" y="770"/>
                  </a:lnTo>
                  <a:lnTo>
                    <a:pt x="61" y="756"/>
                  </a:lnTo>
                  <a:lnTo>
                    <a:pt x="65" y="743"/>
                  </a:lnTo>
                  <a:lnTo>
                    <a:pt x="70" y="730"/>
                  </a:lnTo>
                  <a:lnTo>
                    <a:pt x="73" y="719"/>
                  </a:lnTo>
                  <a:lnTo>
                    <a:pt x="78" y="708"/>
                  </a:lnTo>
                  <a:lnTo>
                    <a:pt x="81" y="698"/>
                  </a:lnTo>
                  <a:lnTo>
                    <a:pt x="85" y="688"/>
                  </a:lnTo>
                  <a:lnTo>
                    <a:pt x="88" y="679"/>
                  </a:lnTo>
                  <a:lnTo>
                    <a:pt x="89" y="671"/>
                  </a:lnTo>
                  <a:lnTo>
                    <a:pt x="93" y="663"/>
                  </a:lnTo>
                  <a:lnTo>
                    <a:pt x="94" y="653"/>
                  </a:lnTo>
                  <a:lnTo>
                    <a:pt x="97" y="645"/>
                  </a:lnTo>
                  <a:lnTo>
                    <a:pt x="99" y="637"/>
                  </a:lnTo>
                  <a:lnTo>
                    <a:pt x="101" y="629"/>
                  </a:lnTo>
                  <a:lnTo>
                    <a:pt x="104" y="621"/>
                  </a:lnTo>
                  <a:lnTo>
                    <a:pt x="105" y="613"/>
                  </a:lnTo>
                  <a:lnTo>
                    <a:pt x="107" y="605"/>
                  </a:lnTo>
                  <a:lnTo>
                    <a:pt x="109" y="597"/>
                  </a:lnTo>
                  <a:lnTo>
                    <a:pt x="110" y="588"/>
                  </a:lnTo>
                  <a:lnTo>
                    <a:pt x="112" y="578"/>
                  </a:lnTo>
                  <a:lnTo>
                    <a:pt x="115" y="568"/>
                  </a:lnTo>
                  <a:lnTo>
                    <a:pt x="117" y="559"/>
                  </a:lnTo>
                  <a:lnTo>
                    <a:pt x="118" y="548"/>
                  </a:lnTo>
                  <a:lnTo>
                    <a:pt x="120" y="536"/>
                  </a:lnTo>
                  <a:lnTo>
                    <a:pt x="123" y="525"/>
                  </a:lnTo>
                  <a:lnTo>
                    <a:pt x="125" y="514"/>
                  </a:lnTo>
                  <a:lnTo>
                    <a:pt x="126" y="503"/>
                  </a:lnTo>
                  <a:lnTo>
                    <a:pt x="128" y="493"/>
                  </a:lnTo>
                  <a:lnTo>
                    <a:pt x="131" y="485"/>
                  </a:lnTo>
                  <a:lnTo>
                    <a:pt x="131" y="476"/>
                  </a:lnTo>
                  <a:lnTo>
                    <a:pt x="133" y="468"/>
                  </a:lnTo>
                  <a:lnTo>
                    <a:pt x="134" y="460"/>
                  </a:lnTo>
                  <a:lnTo>
                    <a:pt x="136" y="453"/>
                  </a:lnTo>
                  <a:lnTo>
                    <a:pt x="137" y="445"/>
                  </a:lnTo>
                  <a:lnTo>
                    <a:pt x="139" y="439"/>
                  </a:lnTo>
                  <a:lnTo>
                    <a:pt x="139" y="431"/>
                  </a:lnTo>
                  <a:lnTo>
                    <a:pt x="141" y="424"/>
                  </a:lnTo>
                  <a:lnTo>
                    <a:pt x="141" y="418"/>
                  </a:lnTo>
                  <a:lnTo>
                    <a:pt x="142" y="412"/>
                  </a:lnTo>
                  <a:lnTo>
                    <a:pt x="144" y="405"/>
                  </a:lnTo>
                  <a:lnTo>
                    <a:pt x="144" y="399"/>
                  </a:lnTo>
                  <a:lnTo>
                    <a:pt x="145" y="392"/>
                  </a:lnTo>
                  <a:lnTo>
                    <a:pt x="145" y="384"/>
                  </a:lnTo>
                  <a:lnTo>
                    <a:pt x="147" y="378"/>
                  </a:lnTo>
                  <a:lnTo>
                    <a:pt x="147" y="370"/>
                  </a:lnTo>
                  <a:lnTo>
                    <a:pt x="147" y="362"/>
                  </a:lnTo>
                  <a:lnTo>
                    <a:pt x="149" y="354"/>
                  </a:lnTo>
                  <a:lnTo>
                    <a:pt x="149" y="346"/>
                  </a:lnTo>
                  <a:lnTo>
                    <a:pt x="150" y="336"/>
                  </a:lnTo>
                  <a:lnTo>
                    <a:pt x="150" y="327"/>
                  </a:lnTo>
                  <a:lnTo>
                    <a:pt x="152" y="317"/>
                  </a:lnTo>
                  <a:lnTo>
                    <a:pt x="152" y="306"/>
                  </a:lnTo>
                  <a:lnTo>
                    <a:pt x="153" y="295"/>
                  </a:lnTo>
                  <a:lnTo>
                    <a:pt x="155" y="282"/>
                  </a:lnTo>
                  <a:lnTo>
                    <a:pt x="155" y="269"/>
                  </a:lnTo>
                  <a:lnTo>
                    <a:pt x="157" y="255"/>
                  </a:lnTo>
                  <a:lnTo>
                    <a:pt x="158" y="242"/>
                  </a:lnTo>
                  <a:lnTo>
                    <a:pt x="158" y="228"/>
                  </a:lnTo>
                  <a:lnTo>
                    <a:pt x="160" y="216"/>
                  </a:lnTo>
                  <a:lnTo>
                    <a:pt x="160" y="205"/>
                  </a:lnTo>
                  <a:lnTo>
                    <a:pt x="161" y="194"/>
                  </a:lnTo>
                  <a:lnTo>
                    <a:pt x="161" y="183"/>
                  </a:lnTo>
                  <a:lnTo>
                    <a:pt x="163" y="175"/>
                  </a:lnTo>
                  <a:lnTo>
                    <a:pt x="163" y="165"/>
                  </a:lnTo>
                  <a:lnTo>
                    <a:pt x="165" y="157"/>
                  </a:lnTo>
                  <a:lnTo>
                    <a:pt x="165" y="149"/>
                  </a:lnTo>
                  <a:lnTo>
                    <a:pt x="165" y="141"/>
                  </a:lnTo>
                  <a:lnTo>
                    <a:pt x="166" y="135"/>
                  </a:lnTo>
                  <a:lnTo>
                    <a:pt x="166" y="127"/>
                  </a:lnTo>
                  <a:lnTo>
                    <a:pt x="166" y="120"/>
                  </a:lnTo>
                  <a:lnTo>
                    <a:pt x="166" y="114"/>
                  </a:lnTo>
                  <a:lnTo>
                    <a:pt x="168" y="109"/>
                  </a:lnTo>
                  <a:lnTo>
                    <a:pt x="168" y="103"/>
                  </a:lnTo>
                  <a:lnTo>
                    <a:pt x="168" y="96"/>
                  </a:lnTo>
                  <a:lnTo>
                    <a:pt x="168" y="92"/>
                  </a:lnTo>
                  <a:lnTo>
                    <a:pt x="168" y="85"/>
                  </a:lnTo>
                  <a:lnTo>
                    <a:pt x="168" y="79"/>
                  </a:lnTo>
                  <a:lnTo>
                    <a:pt x="168" y="74"/>
                  </a:lnTo>
                  <a:lnTo>
                    <a:pt x="168" y="68"/>
                  </a:lnTo>
                  <a:lnTo>
                    <a:pt x="168" y="61"/>
                  </a:lnTo>
                  <a:lnTo>
                    <a:pt x="168" y="55"/>
                  </a:lnTo>
                  <a:lnTo>
                    <a:pt x="168" y="48"/>
                  </a:lnTo>
                  <a:lnTo>
                    <a:pt x="168" y="42"/>
                  </a:lnTo>
                  <a:lnTo>
                    <a:pt x="168" y="34"/>
                  </a:lnTo>
                  <a:lnTo>
                    <a:pt x="168" y="26"/>
                  </a:lnTo>
                  <a:lnTo>
                    <a:pt x="168" y="18"/>
                  </a:lnTo>
                  <a:lnTo>
                    <a:pt x="168" y="10"/>
                  </a:lnTo>
                  <a:lnTo>
                    <a:pt x="168" y="0"/>
                  </a:lnTo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28" name="Freeform 27">
              <a:extLst>
                <a:ext uri="{FF2B5EF4-FFF2-40B4-BE49-F238E27FC236}">
                  <a16:creationId xmlns:a16="http://schemas.microsoft.com/office/drawing/2014/main" id="{2A934BCF-3775-46E0-BDC3-5428720FB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0500" y="4460875"/>
              <a:ext cx="1260475" cy="720725"/>
            </a:xfrm>
            <a:custGeom>
              <a:avLst/>
              <a:gdLst>
                <a:gd name="T0" fmla="*/ 2147483646 w 1587"/>
                <a:gd name="T1" fmla="*/ 2147483646 h 907"/>
                <a:gd name="T2" fmla="*/ 2147483646 w 1587"/>
                <a:gd name="T3" fmla="*/ 2147483646 h 907"/>
                <a:gd name="T4" fmla="*/ 2147483646 w 1587"/>
                <a:gd name="T5" fmla="*/ 2147483646 h 907"/>
                <a:gd name="T6" fmla="*/ 2147483646 w 1587"/>
                <a:gd name="T7" fmla="*/ 2147483646 h 907"/>
                <a:gd name="T8" fmla="*/ 2147483646 w 1587"/>
                <a:gd name="T9" fmla="*/ 2147483646 h 907"/>
                <a:gd name="T10" fmla="*/ 2147483646 w 1587"/>
                <a:gd name="T11" fmla="*/ 2147483646 h 907"/>
                <a:gd name="T12" fmla="*/ 2147483646 w 1587"/>
                <a:gd name="T13" fmla="*/ 2147483646 h 907"/>
                <a:gd name="T14" fmla="*/ 2147483646 w 1587"/>
                <a:gd name="T15" fmla="*/ 2147483646 h 907"/>
                <a:gd name="T16" fmla="*/ 2147483646 w 1587"/>
                <a:gd name="T17" fmla="*/ 2147483646 h 907"/>
                <a:gd name="T18" fmla="*/ 2147483646 w 1587"/>
                <a:gd name="T19" fmla="*/ 2147483646 h 907"/>
                <a:gd name="T20" fmla="*/ 0 w 1587"/>
                <a:gd name="T21" fmla="*/ 2147483646 h 907"/>
                <a:gd name="T22" fmla="*/ 2147483646 w 1587"/>
                <a:gd name="T23" fmla="*/ 2147483646 h 907"/>
                <a:gd name="T24" fmla="*/ 2147483646 w 1587"/>
                <a:gd name="T25" fmla="*/ 2147483646 h 907"/>
                <a:gd name="T26" fmla="*/ 2147483646 w 1587"/>
                <a:gd name="T27" fmla="*/ 2147483646 h 907"/>
                <a:gd name="T28" fmla="*/ 2147483646 w 1587"/>
                <a:gd name="T29" fmla="*/ 2147483646 h 907"/>
                <a:gd name="T30" fmla="*/ 2147483646 w 1587"/>
                <a:gd name="T31" fmla="*/ 2147483646 h 907"/>
                <a:gd name="T32" fmla="*/ 2147483646 w 1587"/>
                <a:gd name="T33" fmla="*/ 2147483646 h 907"/>
                <a:gd name="T34" fmla="*/ 2147483646 w 1587"/>
                <a:gd name="T35" fmla="*/ 2147483646 h 907"/>
                <a:gd name="T36" fmla="*/ 2147483646 w 1587"/>
                <a:gd name="T37" fmla="*/ 2147483646 h 907"/>
                <a:gd name="T38" fmla="*/ 2147483646 w 1587"/>
                <a:gd name="T39" fmla="*/ 2147483646 h 907"/>
                <a:gd name="T40" fmla="*/ 2147483646 w 1587"/>
                <a:gd name="T41" fmla="*/ 2147483646 h 907"/>
                <a:gd name="T42" fmla="*/ 2147483646 w 1587"/>
                <a:gd name="T43" fmla="*/ 2147483646 h 907"/>
                <a:gd name="T44" fmla="*/ 2147483646 w 1587"/>
                <a:gd name="T45" fmla="*/ 2147483646 h 907"/>
                <a:gd name="T46" fmla="*/ 2147483646 w 1587"/>
                <a:gd name="T47" fmla="*/ 2147483646 h 907"/>
                <a:gd name="T48" fmla="*/ 2147483646 w 1587"/>
                <a:gd name="T49" fmla="*/ 2147483646 h 907"/>
                <a:gd name="T50" fmla="*/ 2147483646 w 1587"/>
                <a:gd name="T51" fmla="*/ 2147483646 h 907"/>
                <a:gd name="T52" fmla="*/ 2147483646 w 1587"/>
                <a:gd name="T53" fmla="*/ 2147483646 h 907"/>
                <a:gd name="T54" fmla="*/ 2147483646 w 1587"/>
                <a:gd name="T55" fmla="*/ 2147483646 h 907"/>
                <a:gd name="T56" fmla="*/ 2147483646 w 1587"/>
                <a:gd name="T57" fmla="*/ 2147483646 h 907"/>
                <a:gd name="T58" fmla="*/ 2147483646 w 1587"/>
                <a:gd name="T59" fmla="*/ 2147483646 h 907"/>
                <a:gd name="T60" fmla="*/ 2147483646 w 1587"/>
                <a:gd name="T61" fmla="*/ 2147483646 h 907"/>
                <a:gd name="T62" fmla="*/ 2147483646 w 1587"/>
                <a:gd name="T63" fmla="*/ 2147483646 h 907"/>
                <a:gd name="T64" fmla="*/ 2147483646 w 1587"/>
                <a:gd name="T65" fmla="*/ 2147483646 h 907"/>
                <a:gd name="T66" fmla="*/ 2147483646 w 1587"/>
                <a:gd name="T67" fmla="*/ 2147483646 h 907"/>
                <a:gd name="T68" fmla="*/ 2147483646 w 1587"/>
                <a:gd name="T69" fmla="*/ 2147483646 h 907"/>
                <a:gd name="T70" fmla="*/ 2147483646 w 1587"/>
                <a:gd name="T71" fmla="*/ 2147483646 h 907"/>
                <a:gd name="T72" fmla="*/ 2147483646 w 1587"/>
                <a:gd name="T73" fmla="*/ 2147483646 h 907"/>
                <a:gd name="T74" fmla="*/ 2147483646 w 1587"/>
                <a:gd name="T75" fmla="*/ 2147483646 h 907"/>
                <a:gd name="T76" fmla="*/ 2147483646 w 1587"/>
                <a:gd name="T77" fmla="*/ 2147483646 h 907"/>
                <a:gd name="T78" fmla="*/ 2147483646 w 1587"/>
                <a:gd name="T79" fmla="*/ 2147483646 h 907"/>
                <a:gd name="T80" fmla="*/ 2147483646 w 1587"/>
                <a:gd name="T81" fmla="*/ 2147483646 h 907"/>
                <a:gd name="T82" fmla="*/ 2147483646 w 1587"/>
                <a:gd name="T83" fmla="*/ 2147483646 h 907"/>
                <a:gd name="T84" fmla="*/ 2147483646 w 1587"/>
                <a:gd name="T85" fmla="*/ 2147483646 h 907"/>
                <a:gd name="T86" fmla="*/ 2147483646 w 1587"/>
                <a:gd name="T87" fmla="*/ 0 h 90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87"/>
                <a:gd name="T133" fmla="*/ 0 h 907"/>
                <a:gd name="T134" fmla="*/ 1587 w 1587"/>
                <a:gd name="T135" fmla="*/ 907 h 907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87" h="907">
                  <a:moveTo>
                    <a:pt x="794" y="0"/>
                  </a:moveTo>
                  <a:lnTo>
                    <a:pt x="754" y="0"/>
                  </a:lnTo>
                  <a:lnTo>
                    <a:pt x="714" y="1"/>
                  </a:lnTo>
                  <a:lnTo>
                    <a:pt x="674" y="5"/>
                  </a:lnTo>
                  <a:lnTo>
                    <a:pt x="634" y="9"/>
                  </a:lnTo>
                  <a:lnTo>
                    <a:pt x="595" y="14"/>
                  </a:lnTo>
                  <a:lnTo>
                    <a:pt x="558" y="21"/>
                  </a:lnTo>
                  <a:lnTo>
                    <a:pt x="522" y="27"/>
                  </a:lnTo>
                  <a:lnTo>
                    <a:pt x="485" y="35"/>
                  </a:lnTo>
                  <a:lnTo>
                    <a:pt x="450" y="45"/>
                  </a:lnTo>
                  <a:lnTo>
                    <a:pt x="416" y="54"/>
                  </a:lnTo>
                  <a:lnTo>
                    <a:pt x="382" y="65"/>
                  </a:lnTo>
                  <a:lnTo>
                    <a:pt x="350" y="77"/>
                  </a:lnTo>
                  <a:lnTo>
                    <a:pt x="320" y="89"/>
                  </a:lnTo>
                  <a:lnTo>
                    <a:pt x="290" y="104"/>
                  </a:lnTo>
                  <a:lnTo>
                    <a:pt x="261" y="118"/>
                  </a:lnTo>
                  <a:lnTo>
                    <a:pt x="234" y="133"/>
                  </a:lnTo>
                  <a:lnTo>
                    <a:pt x="206" y="149"/>
                  </a:lnTo>
                  <a:lnTo>
                    <a:pt x="182" y="165"/>
                  </a:lnTo>
                  <a:lnTo>
                    <a:pt x="158" y="182"/>
                  </a:lnTo>
                  <a:lnTo>
                    <a:pt x="136" y="200"/>
                  </a:lnTo>
                  <a:lnTo>
                    <a:pt x="115" y="217"/>
                  </a:lnTo>
                  <a:lnTo>
                    <a:pt x="96" y="237"/>
                  </a:lnTo>
                  <a:lnTo>
                    <a:pt x="78" y="256"/>
                  </a:lnTo>
                  <a:lnTo>
                    <a:pt x="62" y="277"/>
                  </a:lnTo>
                  <a:lnTo>
                    <a:pt x="48" y="297"/>
                  </a:lnTo>
                  <a:lnTo>
                    <a:pt x="37" y="318"/>
                  </a:lnTo>
                  <a:lnTo>
                    <a:pt x="25" y="339"/>
                  </a:lnTo>
                  <a:lnTo>
                    <a:pt x="16" y="361"/>
                  </a:lnTo>
                  <a:lnTo>
                    <a:pt x="9" y="384"/>
                  </a:lnTo>
                  <a:lnTo>
                    <a:pt x="5" y="406"/>
                  </a:lnTo>
                  <a:lnTo>
                    <a:pt x="1" y="430"/>
                  </a:lnTo>
                  <a:lnTo>
                    <a:pt x="0" y="453"/>
                  </a:lnTo>
                  <a:lnTo>
                    <a:pt x="1" y="477"/>
                  </a:lnTo>
                  <a:lnTo>
                    <a:pt x="5" y="499"/>
                  </a:lnTo>
                  <a:lnTo>
                    <a:pt x="9" y="521"/>
                  </a:lnTo>
                  <a:lnTo>
                    <a:pt x="16" y="544"/>
                  </a:lnTo>
                  <a:lnTo>
                    <a:pt x="25" y="566"/>
                  </a:lnTo>
                  <a:lnTo>
                    <a:pt x="37" y="589"/>
                  </a:lnTo>
                  <a:lnTo>
                    <a:pt x="48" y="609"/>
                  </a:lnTo>
                  <a:lnTo>
                    <a:pt x="62" y="630"/>
                  </a:lnTo>
                  <a:lnTo>
                    <a:pt x="78" y="649"/>
                  </a:lnTo>
                  <a:lnTo>
                    <a:pt x="96" y="669"/>
                  </a:lnTo>
                  <a:lnTo>
                    <a:pt x="115" y="688"/>
                  </a:lnTo>
                  <a:lnTo>
                    <a:pt x="136" y="707"/>
                  </a:lnTo>
                  <a:lnTo>
                    <a:pt x="158" y="725"/>
                  </a:lnTo>
                  <a:lnTo>
                    <a:pt x="182" y="742"/>
                  </a:lnTo>
                  <a:lnTo>
                    <a:pt x="206" y="758"/>
                  </a:lnTo>
                  <a:lnTo>
                    <a:pt x="234" y="774"/>
                  </a:lnTo>
                  <a:lnTo>
                    <a:pt x="261" y="789"/>
                  </a:lnTo>
                  <a:lnTo>
                    <a:pt x="290" y="803"/>
                  </a:lnTo>
                  <a:lnTo>
                    <a:pt x="320" y="816"/>
                  </a:lnTo>
                  <a:lnTo>
                    <a:pt x="350" y="829"/>
                  </a:lnTo>
                  <a:lnTo>
                    <a:pt x="382" y="841"/>
                  </a:lnTo>
                  <a:lnTo>
                    <a:pt x="416" y="853"/>
                  </a:lnTo>
                  <a:lnTo>
                    <a:pt x="450" y="862"/>
                  </a:lnTo>
                  <a:lnTo>
                    <a:pt x="485" y="870"/>
                  </a:lnTo>
                  <a:lnTo>
                    <a:pt x="522" y="880"/>
                  </a:lnTo>
                  <a:lnTo>
                    <a:pt x="558" y="886"/>
                  </a:lnTo>
                  <a:lnTo>
                    <a:pt x="595" y="893"/>
                  </a:lnTo>
                  <a:lnTo>
                    <a:pt x="634" y="897"/>
                  </a:lnTo>
                  <a:lnTo>
                    <a:pt x="674" y="901"/>
                  </a:lnTo>
                  <a:lnTo>
                    <a:pt x="714" y="904"/>
                  </a:lnTo>
                  <a:lnTo>
                    <a:pt x="754" y="905"/>
                  </a:lnTo>
                  <a:lnTo>
                    <a:pt x="794" y="907"/>
                  </a:lnTo>
                  <a:lnTo>
                    <a:pt x="835" y="905"/>
                  </a:lnTo>
                  <a:lnTo>
                    <a:pt x="875" y="904"/>
                  </a:lnTo>
                  <a:lnTo>
                    <a:pt x="915" y="901"/>
                  </a:lnTo>
                  <a:lnTo>
                    <a:pt x="954" y="897"/>
                  </a:lnTo>
                  <a:lnTo>
                    <a:pt x="992" y="893"/>
                  </a:lnTo>
                  <a:lnTo>
                    <a:pt x="1030" y="886"/>
                  </a:lnTo>
                  <a:lnTo>
                    <a:pt x="1067" y="880"/>
                  </a:lnTo>
                  <a:lnTo>
                    <a:pt x="1102" y="870"/>
                  </a:lnTo>
                  <a:lnTo>
                    <a:pt x="1138" y="862"/>
                  </a:lnTo>
                  <a:lnTo>
                    <a:pt x="1173" y="853"/>
                  </a:lnTo>
                  <a:lnTo>
                    <a:pt x="1205" y="841"/>
                  </a:lnTo>
                  <a:lnTo>
                    <a:pt x="1238" y="829"/>
                  </a:lnTo>
                  <a:lnTo>
                    <a:pt x="1269" y="816"/>
                  </a:lnTo>
                  <a:lnTo>
                    <a:pt x="1299" y="803"/>
                  </a:lnTo>
                  <a:lnTo>
                    <a:pt x="1328" y="789"/>
                  </a:lnTo>
                  <a:lnTo>
                    <a:pt x="1355" y="774"/>
                  </a:lnTo>
                  <a:lnTo>
                    <a:pt x="1381" y="758"/>
                  </a:lnTo>
                  <a:lnTo>
                    <a:pt x="1406" y="742"/>
                  </a:lnTo>
                  <a:lnTo>
                    <a:pt x="1430" y="725"/>
                  </a:lnTo>
                  <a:lnTo>
                    <a:pt x="1453" y="707"/>
                  </a:lnTo>
                  <a:lnTo>
                    <a:pt x="1472" y="688"/>
                  </a:lnTo>
                  <a:lnTo>
                    <a:pt x="1491" y="669"/>
                  </a:lnTo>
                  <a:lnTo>
                    <a:pt x="1509" y="649"/>
                  </a:lnTo>
                  <a:lnTo>
                    <a:pt x="1525" y="630"/>
                  </a:lnTo>
                  <a:lnTo>
                    <a:pt x="1539" y="609"/>
                  </a:lnTo>
                  <a:lnTo>
                    <a:pt x="1552" y="589"/>
                  </a:lnTo>
                  <a:lnTo>
                    <a:pt x="1563" y="566"/>
                  </a:lnTo>
                  <a:lnTo>
                    <a:pt x="1571" y="544"/>
                  </a:lnTo>
                  <a:lnTo>
                    <a:pt x="1579" y="521"/>
                  </a:lnTo>
                  <a:lnTo>
                    <a:pt x="1584" y="499"/>
                  </a:lnTo>
                  <a:lnTo>
                    <a:pt x="1587" y="477"/>
                  </a:lnTo>
                  <a:lnTo>
                    <a:pt x="1587" y="453"/>
                  </a:lnTo>
                  <a:lnTo>
                    <a:pt x="1587" y="430"/>
                  </a:lnTo>
                  <a:lnTo>
                    <a:pt x="1584" y="406"/>
                  </a:lnTo>
                  <a:lnTo>
                    <a:pt x="1579" y="384"/>
                  </a:lnTo>
                  <a:lnTo>
                    <a:pt x="1571" y="361"/>
                  </a:lnTo>
                  <a:lnTo>
                    <a:pt x="1563" y="339"/>
                  </a:lnTo>
                  <a:lnTo>
                    <a:pt x="1552" y="318"/>
                  </a:lnTo>
                  <a:lnTo>
                    <a:pt x="1539" y="297"/>
                  </a:lnTo>
                  <a:lnTo>
                    <a:pt x="1525" y="277"/>
                  </a:lnTo>
                  <a:lnTo>
                    <a:pt x="1509" y="256"/>
                  </a:lnTo>
                  <a:lnTo>
                    <a:pt x="1491" y="237"/>
                  </a:lnTo>
                  <a:lnTo>
                    <a:pt x="1472" y="217"/>
                  </a:lnTo>
                  <a:lnTo>
                    <a:pt x="1453" y="200"/>
                  </a:lnTo>
                  <a:lnTo>
                    <a:pt x="1430" y="182"/>
                  </a:lnTo>
                  <a:lnTo>
                    <a:pt x="1406" y="165"/>
                  </a:lnTo>
                  <a:lnTo>
                    <a:pt x="1381" y="149"/>
                  </a:lnTo>
                  <a:lnTo>
                    <a:pt x="1355" y="133"/>
                  </a:lnTo>
                  <a:lnTo>
                    <a:pt x="1328" y="118"/>
                  </a:lnTo>
                  <a:lnTo>
                    <a:pt x="1299" y="104"/>
                  </a:lnTo>
                  <a:lnTo>
                    <a:pt x="1269" y="89"/>
                  </a:lnTo>
                  <a:lnTo>
                    <a:pt x="1238" y="77"/>
                  </a:lnTo>
                  <a:lnTo>
                    <a:pt x="1205" y="65"/>
                  </a:lnTo>
                  <a:lnTo>
                    <a:pt x="1173" y="54"/>
                  </a:lnTo>
                  <a:lnTo>
                    <a:pt x="1138" y="45"/>
                  </a:lnTo>
                  <a:lnTo>
                    <a:pt x="1102" y="35"/>
                  </a:lnTo>
                  <a:lnTo>
                    <a:pt x="1067" y="27"/>
                  </a:lnTo>
                  <a:lnTo>
                    <a:pt x="1030" y="21"/>
                  </a:lnTo>
                  <a:lnTo>
                    <a:pt x="992" y="14"/>
                  </a:lnTo>
                  <a:lnTo>
                    <a:pt x="954" y="9"/>
                  </a:lnTo>
                  <a:lnTo>
                    <a:pt x="915" y="5"/>
                  </a:lnTo>
                  <a:lnTo>
                    <a:pt x="875" y="1"/>
                  </a:lnTo>
                  <a:lnTo>
                    <a:pt x="835" y="0"/>
                  </a:lnTo>
                  <a:lnTo>
                    <a:pt x="794" y="0"/>
                  </a:lnTo>
                </a:path>
              </a:pathLst>
            </a:custGeom>
            <a:solidFill>
              <a:schemeClr val="bg1"/>
            </a:solidFill>
            <a:ln w="2381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29" name="Rectangle 28">
              <a:extLst>
                <a:ext uri="{FF2B5EF4-FFF2-40B4-BE49-F238E27FC236}">
                  <a16:creationId xmlns:a16="http://schemas.microsoft.com/office/drawing/2014/main" id="{9227BFED-79B6-453C-BFCC-A04950623C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1950" y="4684712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30" name="Rectangle 29">
              <a:extLst>
                <a:ext uri="{FF2B5EF4-FFF2-40B4-BE49-F238E27FC236}">
                  <a16:creationId xmlns:a16="http://schemas.microsoft.com/office/drawing/2014/main" id="{8C7F1C5A-4B35-4E1F-991B-6D2EAF4D87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3400" y="4800600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31" name="Rectangle 30">
              <a:extLst>
                <a:ext uri="{FF2B5EF4-FFF2-40B4-BE49-F238E27FC236}">
                  <a16:creationId xmlns:a16="http://schemas.microsoft.com/office/drawing/2014/main" id="{36EC97C4-9ABF-4152-A36B-F486A21D92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54700" y="4684712"/>
              <a:ext cx="1460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32" name="Rectangle 31">
              <a:extLst>
                <a:ext uri="{FF2B5EF4-FFF2-40B4-BE49-F238E27FC236}">
                  <a16:creationId xmlns:a16="http://schemas.microsoft.com/office/drawing/2014/main" id="{5926246A-2F86-44E0-B5C7-31328A83F2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24588" y="4684712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33" name="Rectangle 32">
              <a:extLst>
                <a:ext uri="{FF2B5EF4-FFF2-40B4-BE49-F238E27FC236}">
                  <a16:creationId xmlns:a16="http://schemas.microsoft.com/office/drawing/2014/main" id="{C652595C-51D2-4F97-A0F5-5432AFCED3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9800" y="4684712"/>
              <a:ext cx="185738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34" name="Freeform 33">
              <a:extLst>
                <a:ext uri="{FF2B5EF4-FFF2-40B4-BE49-F238E27FC236}">
                  <a16:creationId xmlns:a16="http://schemas.microsoft.com/office/drawing/2014/main" id="{8C0333C3-C69E-444E-9B39-5575C84E6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813" y="2101850"/>
              <a:ext cx="76200" cy="152400"/>
            </a:xfrm>
            <a:custGeom>
              <a:avLst/>
              <a:gdLst>
                <a:gd name="T0" fmla="*/ 0 w 96"/>
                <a:gd name="T1" fmla="*/ 0 h 192"/>
                <a:gd name="T2" fmla="*/ 2147483646 w 96"/>
                <a:gd name="T3" fmla="*/ 2147483646 h 192"/>
                <a:gd name="T4" fmla="*/ 2147483646 w 96"/>
                <a:gd name="T5" fmla="*/ 0 h 192"/>
                <a:gd name="T6" fmla="*/ 2147483646 w 96"/>
                <a:gd name="T7" fmla="*/ 0 h 192"/>
                <a:gd name="T8" fmla="*/ 0 w 96"/>
                <a:gd name="T9" fmla="*/ 0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92"/>
                <a:gd name="T17" fmla="*/ 96 w 96"/>
                <a:gd name="T18" fmla="*/ 192 h 1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92">
                  <a:moveTo>
                    <a:pt x="0" y="0"/>
                  </a:moveTo>
                  <a:lnTo>
                    <a:pt x="64" y="192"/>
                  </a:lnTo>
                  <a:lnTo>
                    <a:pt x="96" y="0"/>
                  </a:lnTo>
                  <a:lnTo>
                    <a:pt x="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381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35" name="Line 34">
              <a:extLst>
                <a:ext uri="{FF2B5EF4-FFF2-40B4-BE49-F238E27FC236}">
                  <a16:creationId xmlns:a16="http://schemas.microsoft.com/office/drawing/2014/main" id="{EB376015-CFB7-456F-8878-3508198CEE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22613" y="1771650"/>
              <a:ext cx="1587" cy="330200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36" name="Rectangle 35">
              <a:extLst>
                <a:ext uri="{FF2B5EF4-FFF2-40B4-BE49-F238E27FC236}">
                  <a16:creationId xmlns:a16="http://schemas.microsoft.com/office/drawing/2014/main" id="{C102AF31-C680-44D9-8B85-CC0B7C3062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59450" y="4678362"/>
              <a:ext cx="10001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panose="05050102010706020507" pitchFamily="18" charset="2"/>
                  <a:ea typeface="MS PGothic" panose="020B0600070205080204" pitchFamily="34" charset="-128"/>
                  <a:cs typeface="+mn-cs"/>
                </a:rPr>
                <a:t>¤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37" name="Freeform 36">
              <a:extLst>
                <a:ext uri="{FF2B5EF4-FFF2-40B4-BE49-F238E27FC236}">
                  <a16:creationId xmlns:a16="http://schemas.microsoft.com/office/drawing/2014/main" id="{DA5DFC92-B089-424D-A47C-A673A4F31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0500" y="2301875"/>
              <a:ext cx="1260475" cy="720725"/>
            </a:xfrm>
            <a:custGeom>
              <a:avLst/>
              <a:gdLst>
                <a:gd name="T0" fmla="*/ 2147483646 w 1587"/>
                <a:gd name="T1" fmla="*/ 2147483646 h 907"/>
                <a:gd name="T2" fmla="*/ 2147483646 w 1587"/>
                <a:gd name="T3" fmla="*/ 2147483646 h 907"/>
                <a:gd name="T4" fmla="*/ 2147483646 w 1587"/>
                <a:gd name="T5" fmla="*/ 2147483646 h 907"/>
                <a:gd name="T6" fmla="*/ 2147483646 w 1587"/>
                <a:gd name="T7" fmla="*/ 2147483646 h 907"/>
                <a:gd name="T8" fmla="*/ 2147483646 w 1587"/>
                <a:gd name="T9" fmla="*/ 2147483646 h 907"/>
                <a:gd name="T10" fmla="*/ 2147483646 w 1587"/>
                <a:gd name="T11" fmla="*/ 2147483646 h 907"/>
                <a:gd name="T12" fmla="*/ 2147483646 w 1587"/>
                <a:gd name="T13" fmla="*/ 2147483646 h 907"/>
                <a:gd name="T14" fmla="*/ 2147483646 w 1587"/>
                <a:gd name="T15" fmla="*/ 2147483646 h 907"/>
                <a:gd name="T16" fmla="*/ 2147483646 w 1587"/>
                <a:gd name="T17" fmla="*/ 2147483646 h 907"/>
                <a:gd name="T18" fmla="*/ 2147483646 w 1587"/>
                <a:gd name="T19" fmla="*/ 2147483646 h 907"/>
                <a:gd name="T20" fmla="*/ 0 w 1587"/>
                <a:gd name="T21" fmla="*/ 2147483646 h 907"/>
                <a:gd name="T22" fmla="*/ 2147483646 w 1587"/>
                <a:gd name="T23" fmla="*/ 2147483646 h 907"/>
                <a:gd name="T24" fmla="*/ 2147483646 w 1587"/>
                <a:gd name="T25" fmla="*/ 2147483646 h 907"/>
                <a:gd name="T26" fmla="*/ 2147483646 w 1587"/>
                <a:gd name="T27" fmla="*/ 2147483646 h 907"/>
                <a:gd name="T28" fmla="*/ 2147483646 w 1587"/>
                <a:gd name="T29" fmla="*/ 2147483646 h 907"/>
                <a:gd name="T30" fmla="*/ 2147483646 w 1587"/>
                <a:gd name="T31" fmla="*/ 2147483646 h 907"/>
                <a:gd name="T32" fmla="*/ 2147483646 w 1587"/>
                <a:gd name="T33" fmla="*/ 2147483646 h 907"/>
                <a:gd name="T34" fmla="*/ 2147483646 w 1587"/>
                <a:gd name="T35" fmla="*/ 2147483646 h 907"/>
                <a:gd name="T36" fmla="*/ 2147483646 w 1587"/>
                <a:gd name="T37" fmla="*/ 2147483646 h 907"/>
                <a:gd name="T38" fmla="*/ 2147483646 w 1587"/>
                <a:gd name="T39" fmla="*/ 2147483646 h 907"/>
                <a:gd name="T40" fmla="*/ 2147483646 w 1587"/>
                <a:gd name="T41" fmla="*/ 2147483646 h 907"/>
                <a:gd name="T42" fmla="*/ 2147483646 w 1587"/>
                <a:gd name="T43" fmla="*/ 2147483646 h 907"/>
                <a:gd name="T44" fmla="*/ 2147483646 w 1587"/>
                <a:gd name="T45" fmla="*/ 2147483646 h 907"/>
                <a:gd name="T46" fmla="*/ 2147483646 w 1587"/>
                <a:gd name="T47" fmla="*/ 2147483646 h 907"/>
                <a:gd name="T48" fmla="*/ 2147483646 w 1587"/>
                <a:gd name="T49" fmla="*/ 2147483646 h 907"/>
                <a:gd name="T50" fmla="*/ 2147483646 w 1587"/>
                <a:gd name="T51" fmla="*/ 2147483646 h 907"/>
                <a:gd name="T52" fmla="*/ 2147483646 w 1587"/>
                <a:gd name="T53" fmla="*/ 2147483646 h 907"/>
                <a:gd name="T54" fmla="*/ 2147483646 w 1587"/>
                <a:gd name="T55" fmla="*/ 2147483646 h 907"/>
                <a:gd name="T56" fmla="*/ 2147483646 w 1587"/>
                <a:gd name="T57" fmla="*/ 2147483646 h 907"/>
                <a:gd name="T58" fmla="*/ 2147483646 w 1587"/>
                <a:gd name="T59" fmla="*/ 2147483646 h 907"/>
                <a:gd name="T60" fmla="*/ 2147483646 w 1587"/>
                <a:gd name="T61" fmla="*/ 2147483646 h 907"/>
                <a:gd name="T62" fmla="*/ 2147483646 w 1587"/>
                <a:gd name="T63" fmla="*/ 2147483646 h 907"/>
                <a:gd name="T64" fmla="*/ 2147483646 w 1587"/>
                <a:gd name="T65" fmla="*/ 2147483646 h 907"/>
                <a:gd name="T66" fmla="*/ 2147483646 w 1587"/>
                <a:gd name="T67" fmla="*/ 2147483646 h 907"/>
                <a:gd name="T68" fmla="*/ 2147483646 w 1587"/>
                <a:gd name="T69" fmla="*/ 2147483646 h 907"/>
                <a:gd name="T70" fmla="*/ 2147483646 w 1587"/>
                <a:gd name="T71" fmla="*/ 2147483646 h 907"/>
                <a:gd name="T72" fmla="*/ 2147483646 w 1587"/>
                <a:gd name="T73" fmla="*/ 2147483646 h 907"/>
                <a:gd name="T74" fmla="*/ 2147483646 w 1587"/>
                <a:gd name="T75" fmla="*/ 2147483646 h 907"/>
                <a:gd name="T76" fmla="*/ 2147483646 w 1587"/>
                <a:gd name="T77" fmla="*/ 2147483646 h 907"/>
                <a:gd name="T78" fmla="*/ 2147483646 w 1587"/>
                <a:gd name="T79" fmla="*/ 2147483646 h 907"/>
                <a:gd name="T80" fmla="*/ 2147483646 w 1587"/>
                <a:gd name="T81" fmla="*/ 2147483646 h 907"/>
                <a:gd name="T82" fmla="*/ 2147483646 w 1587"/>
                <a:gd name="T83" fmla="*/ 2147483646 h 907"/>
                <a:gd name="T84" fmla="*/ 2147483646 w 1587"/>
                <a:gd name="T85" fmla="*/ 2147483646 h 907"/>
                <a:gd name="T86" fmla="*/ 2147483646 w 1587"/>
                <a:gd name="T87" fmla="*/ 0 h 90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87"/>
                <a:gd name="T133" fmla="*/ 0 h 907"/>
                <a:gd name="T134" fmla="*/ 1587 w 1587"/>
                <a:gd name="T135" fmla="*/ 907 h 907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87" h="907">
                  <a:moveTo>
                    <a:pt x="794" y="0"/>
                  </a:moveTo>
                  <a:lnTo>
                    <a:pt x="754" y="0"/>
                  </a:lnTo>
                  <a:lnTo>
                    <a:pt x="714" y="1"/>
                  </a:lnTo>
                  <a:lnTo>
                    <a:pt x="674" y="5"/>
                  </a:lnTo>
                  <a:lnTo>
                    <a:pt x="634" y="9"/>
                  </a:lnTo>
                  <a:lnTo>
                    <a:pt x="595" y="14"/>
                  </a:lnTo>
                  <a:lnTo>
                    <a:pt x="558" y="21"/>
                  </a:lnTo>
                  <a:lnTo>
                    <a:pt x="522" y="27"/>
                  </a:lnTo>
                  <a:lnTo>
                    <a:pt x="485" y="35"/>
                  </a:lnTo>
                  <a:lnTo>
                    <a:pt x="450" y="45"/>
                  </a:lnTo>
                  <a:lnTo>
                    <a:pt x="416" y="54"/>
                  </a:lnTo>
                  <a:lnTo>
                    <a:pt x="382" y="65"/>
                  </a:lnTo>
                  <a:lnTo>
                    <a:pt x="350" y="77"/>
                  </a:lnTo>
                  <a:lnTo>
                    <a:pt x="320" y="89"/>
                  </a:lnTo>
                  <a:lnTo>
                    <a:pt x="290" y="104"/>
                  </a:lnTo>
                  <a:lnTo>
                    <a:pt x="261" y="118"/>
                  </a:lnTo>
                  <a:lnTo>
                    <a:pt x="234" y="133"/>
                  </a:lnTo>
                  <a:lnTo>
                    <a:pt x="206" y="149"/>
                  </a:lnTo>
                  <a:lnTo>
                    <a:pt x="182" y="165"/>
                  </a:lnTo>
                  <a:lnTo>
                    <a:pt x="158" y="182"/>
                  </a:lnTo>
                  <a:lnTo>
                    <a:pt x="136" y="200"/>
                  </a:lnTo>
                  <a:lnTo>
                    <a:pt x="115" y="217"/>
                  </a:lnTo>
                  <a:lnTo>
                    <a:pt x="96" y="237"/>
                  </a:lnTo>
                  <a:lnTo>
                    <a:pt x="78" y="256"/>
                  </a:lnTo>
                  <a:lnTo>
                    <a:pt x="62" y="277"/>
                  </a:lnTo>
                  <a:lnTo>
                    <a:pt x="48" y="297"/>
                  </a:lnTo>
                  <a:lnTo>
                    <a:pt x="37" y="318"/>
                  </a:lnTo>
                  <a:lnTo>
                    <a:pt x="25" y="339"/>
                  </a:lnTo>
                  <a:lnTo>
                    <a:pt x="16" y="361"/>
                  </a:lnTo>
                  <a:lnTo>
                    <a:pt x="9" y="384"/>
                  </a:lnTo>
                  <a:lnTo>
                    <a:pt x="5" y="406"/>
                  </a:lnTo>
                  <a:lnTo>
                    <a:pt x="1" y="430"/>
                  </a:lnTo>
                  <a:lnTo>
                    <a:pt x="0" y="453"/>
                  </a:lnTo>
                  <a:lnTo>
                    <a:pt x="1" y="477"/>
                  </a:lnTo>
                  <a:lnTo>
                    <a:pt x="5" y="499"/>
                  </a:lnTo>
                  <a:lnTo>
                    <a:pt x="9" y="521"/>
                  </a:lnTo>
                  <a:lnTo>
                    <a:pt x="16" y="544"/>
                  </a:lnTo>
                  <a:lnTo>
                    <a:pt x="25" y="566"/>
                  </a:lnTo>
                  <a:lnTo>
                    <a:pt x="37" y="589"/>
                  </a:lnTo>
                  <a:lnTo>
                    <a:pt x="48" y="609"/>
                  </a:lnTo>
                  <a:lnTo>
                    <a:pt x="62" y="630"/>
                  </a:lnTo>
                  <a:lnTo>
                    <a:pt x="78" y="649"/>
                  </a:lnTo>
                  <a:lnTo>
                    <a:pt x="96" y="669"/>
                  </a:lnTo>
                  <a:lnTo>
                    <a:pt x="115" y="688"/>
                  </a:lnTo>
                  <a:lnTo>
                    <a:pt x="136" y="707"/>
                  </a:lnTo>
                  <a:lnTo>
                    <a:pt x="158" y="725"/>
                  </a:lnTo>
                  <a:lnTo>
                    <a:pt x="182" y="742"/>
                  </a:lnTo>
                  <a:lnTo>
                    <a:pt x="206" y="758"/>
                  </a:lnTo>
                  <a:lnTo>
                    <a:pt x="234" y="774"/>
                  </a:lnTo>
                  <a:lnTo>
                    <a:pt x="261" y="789"/>
                  </a:lnTo>
                  <a:lnTo>
                    <a:pt x="290" y="803"/>
                  </a:lnTo>
                  <a:lnTo>
                    <a:pt x="320" y="816"/>
                  </a:lnTo>
                  <a:lnTo>
                    <a:pt x="350" y="829"/>
                  </a:lnTo>
                  <a:lnTo>
                    <a:pt x="382" y="841"/>
                  </a:lnTo>
                  <a:lnTo>
                    <a:pt x="416" y="853"/>
                  </a:lnTo>
                  <a:lnTo>
                    <a:pt x="450" y="862"/>
                  </a:lnTo>
                  <a:lnTo>
                    <a:pt x="485" y="870"/>
                  </a:lnTo>
                  <a:lnTo>
                    <a:pt x="522" y="880"/>
                  </a:lnTo>
                  <a:lnTo>
                    <a:pt x="558" y="886"/>
                  </a:lnTo>
                  <a:lnTo>
                    <a:pt x="595" y="893"/>
                  </a:lnTo>
                  <a:lnTo>
                    <a:pt x="634" y="897"/>
                  </a:lnTo>
                  <a:lnTo>
                    <a:pt x="674" y="901"/>
                  </a:lnTo>
                  <a:lnTo>
                    <a:pt x="714" y="904"/>
                  </a:lnTo>
                  <a:lnTo>
                    <a:pt x="754" y="905"/>
                  </a:lnTo>
                  <a:lnTo>
                    <a:pt x="794" y="907"/>
                  </a:lnTo>
                  <a:lnTo>
                    <a:pt x="835" y="905"/>
                  </a:lnTo>
                  <a:lnTo>
                    <a:pt x="875" y="904"/>
                  </a:lnTo>
                  <a:lnTo>
                    <a:pt x="915" y="901"/>
                  </a:lnTo>
                  <a:lnTo>
                    <a:pt x="954" y="897"/>
                  </a:lnTo>
                  <a:lnTo>
                    <a:pt x="992" y="893"/>
                  </a:lnTo>
                  <a:lnTo>
                    <a:pt x="1030" y="886"/>
                  </a:lnTo>
                  <a:lnTo>
                    <a:pt x="1067" y="880"/>
                  </a:lnTo>
                  <a:lnTo>
                    <a:pt x="1102" y="870"/>
                  </a:lnTo>
                  <a:lnTo>
                    <a:pt x="1138" y="862"/>
                  </a:lnTo>
                  <a:lnTo>
                    <a:pt x="1173" y="853"/>
                  </a:lnTo>
                  <a:lnTo>
                    <a:pt x="1205" y="841"/>
                  </a:lnTo>
                  <a:lnTo>
                    <a:pt x="1238" y="829"/>
                  </a:lnTo>
                  <a:lnTo>
                    <a:pt x="1269" y="816"/>
                  </a:lnTo>
                  <a:lnTo>
                    <a:pt x="1299" y="803"/>
                  </a:lnTo>
                  <a:lnTo>
                    <a:pt x="1328" y="789"/>
                  </a:lnTo>
                  <a:lnTo>
                    <a:pt x="1355" y="774"/>
                  </a:lnTo>
                  <a:lnTo>
                    <a:pt x="1381" y="758"/>
                  </a:lnTo>
                  <a:lnTo>
                    <a:pt x="1406" y="742"/>
                  </a:lnTo>
                  <a:lnTo>
                    <a:pt x="1430" y="725"/>
                  </a:lnTo>
                  <a:lnTo>
                    <a:pt x="1453" y="707"/>
                  </a:lnTo>
                  <a:lnTo>
                    <a:pt x="1472" y="688"/>
                  </a:lnTo>
                  <a:lnTo>
                    <a:pt x="1491" y="669"/>
                  </a:lnTo>
                  <a:lnTo>
                    <a:pt x="1509" y="649"/>
                  </a:lnTo>
                  <a:lnTo>
                    <a:pt x="1525" y="630"/>
                  </a:lnTo>
                  <a:lnTo>
                    <a:pt x="1539" y="609"/>
                  </a:lnTo>
                  <a:lnTo>
                    <a:pt x="1552" y="589"/>
                  </a:lnTo>
                  <a:lnTo>
                    <a:pt x="1563" y="566"/>
                  </a:lnTo>
                  <a:lnTo>
                    <a:pt x="1571" y="544"/>
                  </a:lnTo>
                  <a:lnTo>
                    <a:pt x="1579" y="521"/>
                  </a:lnTo>
                  <a:lnTo>
                    <a:pt x="1584" y="499"/>
                  </a:lnTo>
                  <a:lnTo>
                    <a:pt x="1587" y="477"/>
                  </a:lnTo>
                  <a:lnTo>
                    <a:pt x="1587" y="453"/>
                  </a:lnTo>
                  <a:lnTo>
                    <a:pt x="1587" y="430"/>
                  </a:lnTo>
                  <a:lnTo>
                    <a:pt x="1584" y="406"/>
                  </a:lnTo>
                  <a:lnTo>
                    <a:pt x="1579" y="384"/>
                  </a:lnTo>
                  <a:lnTo>
                    <a:pt x="1571" y="361"/>
                  </a:lnTo>
                  <a:lnTo>
                    <a:pt x="1563" y="339"/>
                  </a:lnTo>
                  <a:lnTo>
                    <a:pt x="1552" y="318"/>
                  </a:lnTo>
                  <a:lnTo>
                    <a:pt x="1539" y="297"/>
                  </a:lnTo>
                  <a:lnTo>
                    <a:pt x="1525" y="277"/>
                  </a:lnTo>
                  <a:lnTo>
                    <a:pt x="1509" y="256"/>
                  </a:lnTo>
                  <a:lnTo>
                    <a:pt x="1491" y="237"/>
                  </a:lnTo>
                  <a:lnTo>
                    <a:pt x="1472" y="217"/>
                  </a:lnTo>
                  <a:lnTo>
                    <a:pt x="1453" y="200"/>
                  </a:lnTo>
                  <a:lnTo>
                    <a:pt x="1430" y="182"/>
                  </a:lnTo>
                  <a:lnTo>
                    <a:pt x="1406" y="165"/>
                  </a:lnTo>
                  <a:lnTo>
                    <a:pt x="1381" y="149"/>
                  </a:lnTo>
                  <a:lnTo>
                    <a:pt x="1355" y="133"/>
                  </a:lnTo>
                  <a:lnTo>
                    <a:pt x="1328" y="118"/>
                  </a:lnTo>
                  <a:lnTo>
                    <a:pt x="1299" y="104"/>
                  </a:lnTo>
                  <a:lnTo>
                    <a:pt x="1269" y="89"/>
                  </a:lnTo>
                  <a:lnTo>
                    <a:pt x="1238" y="77"/>
                  </a:lnTo>
                  <a:lnTo>
                    <a:pt x="1205" y="65"/>
                  </a:lnTo>
                  <a:lnTo>
                    <a:pt x="1173" y="54"/>
                  </a:lnTo>
                  <a:lnTo>
                    <a:pt x="1138" y="45"/>
                  </a:lnTo>
                  <a:lnTo>
                    <a:pt x="1102" y="35"/>
                  </a:lnTo>
                  <a:lnTo>
                    <a:pt x="1067" y="27"/>
                  </a:lnTo>
                  <a:lnTo>
                    <a:pt x="1030" y="21"/>
                  </a:lnTo>
                  <a:lnTo>
                    <a:pt x="992" y="14"/>
                  </a:lnTo>
                  <a:lnTo>
                    <a:pt x="954" y="9"/>
                  </a:lnTo>
                  <a:lnTo>
                    <a:pt x="915" y="5"/>
                  </a:lnTo>
                  <a:lnTo>
                    <a:pt x="875" y="1"/>
                  </a:lnTo>
                  <a:lnTo>
                    <a:pt x="835" y="0"/>
                  </a:lnTo>
                  <a:lnTo>
                    <a:pt x="794" y="0"/>
                  </a:lnTo>
                </a:path>
              </a:pathLst>
            </a:custGeom>
            <a:solidFill>
              <a:schemeClr val="bg1"/>
            </a:solidFill>
            <a:ln w="2381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38" name="Rectangle 37">
              <a:extLst>
                <a:ext uri="{FF2B5EF4-FFF2-40B4-BE49-F238E27FC236}">
                  <a16:creationId xmlns:a16="http://schemas.microsoft.com/office/drawing/2014/main" id="{41908B3F-EBB0-4D04-A58C-BD3860CFC8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2738" y="1476375"/>
              <a:ext cx="5651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Reset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39" name="Rectangle 38">
              <a:extLst>
                <a:ext uri="{FF2B5EF4-FFF2-40B4-BE49-F238E27FC236}">
                  <a16:creationId xmlns:a16="http://schemas.microsoft.com/office/drawing/2014/main" id="{C7AE9013-A47E-4875-833B-F090E797BA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1950" y="2525712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40" name="Rectangle 39">
              <a:extLst>
                <a:ext uri="{FF2B5EF4-FFF2-40B4-BE49-F238E27FC236}">
                  <a16:creationId xmlns:a16="http://schemas.microsoft.com/office/drawing/2014/main" id="{7EF27C20-B003-483F-A38B-F3468B714D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3400" y="2641600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41" name="Rectangle 40">
              <a:extLst>
                <a:ext uri="{FF2B5EF4-FFF2-40B4-BE49-F238E27FC236}">
                  <a16:creationId xmlns:a16="http://schemas.microsoft.com/office/drawing/2014/main" id="{E5964910-D847-4092-B3E7-ED052662AB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54700" y="2525712"/>
              <a:ext cx="1460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42" name="Rectangle 41">
              <a:extLst>
                <a:ext uri="{FF2B5EF4-FFF2-40B4-BE49-F238E27FC236}">
                  <a16:creationId xmlns:a16="http://schemas.microsoft.com/office/drawing/2014/main" id="{9AE71034-CB66-4B8B-8348-395BF9D607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24588" y="2525712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43" name="Rectangle 42">
              <a:extLst>
                <a:ext uri="{FF2B5EF4-FFF2-40B4-BE49-F238E27FC236}">
                  <a16:creationId xmlns:a16="http://schemas.microsoft.com/office/drawing/2014/main" id="{98383FC3-C122-42F0-9E79-B2F9125F82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9800" y="2525712"/>
              <a:ext cx="185738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44" name="Freeform 43">
              <a:extLst>
                <a:ext uri="{FF2B5EF4-FFF2-40B4-BE49-F238E27FC236}">
                  <a16:creationId xmlns:a16="http://schemas.microsoft.com/office/drawing/2014/main" id="{AEED856C-A70E-44F7-B0CA-C8CD0E240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7213" y="3022600"/>
              <a:ext cx="179387" cy="728662"/>
            </a:xfrm>
            <a:custGeom>
              <a:avLst/>
              <a:gdLst>
                <a:gd name="T0" fmla="*/ 2147483646 w 227"/>
                <a:gd name="T1" fmla="*/ 2147483646 h 918"/>
                <a:gd name="T2" fmla="*/ 2147483646 w 227"/>
                <a:gd name="T3" fmla="*/ 2147483646 h 918"/>
                <a:gd name="T4" fmla="*/ 2147483646 w 227"/>
                <a:gd name="T5" fmla="*/ 2147483646 h 918"/>
                <a:gd name="T6" fmla="*/ 2147483646 w 227"/>
                <a:gd name="T7" fmla="*/ 2147483646 h 918"/>
                <a:gd name="T8" fmla="*/ 2147483646 w 227"/>
                <a:gd name="T9" fmla="*/ 2147483646 h 918"/>
                <a:gd name="T10" fmla="*/ 2147483646 w 227"/>
                <a:gd name="T11" fmla="*/ 2147483646 h 918"/>
                <a:gd name="T12" fmla="*/ 2147483646 w 227"/>
                <a:gd name="T13" fmla="*/ 2147483646 h 918"/>
                <a:gd name="T14" fmla="*/ 2147483646 w 227"/>
                <a:gd name="T15" fmla="*/ 2147483646 h 918"/>
                <a:gd name="T16" fmla="*/ 2147483646 w 227"/>
                <a:gd name="T17" fmla="*/ 2147483646 h 918"/>
                <a:gd name="T18" fmla="*/ 2147483646 w 227"/>
                <a:gd name="T19" fmla="*/ 2147483646 h 918"/>
                <a:gd name="T20" fmla="*/ 2147483646 w 227"/>
                <a:gd name="T21" fmla="*/ 2147483646 h 918"/>
                <a:gd name="T22" fmla="*/ 2147483646 w 227"/>
                <a:gd name="T23" fmla="*/ 2147483646 h 918"/>
                <a:gd name="T24" fmla="*/ 2147483646 w 227"/>
                <a:gd name="T25" fmla="*/ 2147483646 h 918"/>
                <a:gd name="T26" fmla="*/ 2147483646 w 227"/>
                <a:gd name="T27" fmla="*/ 2147483646 h 918"/>
                <a:gd name="T28" fmla="*/ 2147483646 w 227"/>
                <a:gd name="T29" fmla="*/ 2147483646 h 918"/>
                <a:gd name="T30" fmla="*/ 2147483646 w 227"/>
                <a:gd name="T31" fmla="*/ 2147483646 h 918"/>
                <a:gd name="T32" fmla="*/ 2147483646 w 227"/>
                <a:gd name="T33" fmla="*/ 2147483646 h 918"/>
                <a:gd name="T34" fmla="*/ 2147483646 w 227"/>
                <a:gd name="T35" fmla="*/ 2147483646 h 918"/>
                <a:gd name="T36" fmla="*/ 2147483646 w 227"/>
                <a:gd name="T37" fmla="*/ 2147483646 h 918"/>
                <a:gd name="T38" fmla="*/ 2147483646 w 227"/>
                <a:gd name="T39" fmla="*/ 2147483646 h 918"/>
                <a:gd name="T40" fmla="*/ 2147483646 w 227"/>
                <a:gd name="T41" fmla="*/ 2147483646 h 918"/>
                <a:gd name="T42" fmla="*/ 2147483646 w 227"/>
                <a:gd name="T43" fmla="*/ 2147483646 h 918"/>
                <a:gd name="T44" fmla="*/ 2147483646 w 227"/>
                <a:gd name="T45" fmla="*/ 2147483646 h 918"/>
                <a:gd name="T46" fmla="*/ 2147483646 w 227"/>
                <a:gd name="T47" fmla="*/ 2147483646 h 918"/>
                <a:gd name="T48" fmla="*/ 2147483646 w 227"/>
                <a:gd name="T49" fmla="*/ 2147483646 h 918"/>
                <a:gd name="T50" fmla="*/ 2147483646 w 227"/>
                <a:gd name="T51" fmla="*/ 2147483646 h 918"/>
                <a:gd name="T52" fmla="*/ 2147483646 w 227"/>
                <a:gd name="T53" fmla="*/ 2147483646 h 918"/>
                <a:gd name="T54" fmla="*/ 2147483646 w 227"/>
                <a:gd name="T55" fmla="*/ 2147483646 h 918"/>
                <a:gd name="T56" fmla="*/ 2147483646 w 227"/>
                <a:gd name="T57" fmla="*/ 2147483646 h 918"/>
                <a:gd name="T58" fmla="*/ 2147483646 w 227"/>
                <a:gd name="T59" fmla="*/ 2147483646 h 918"/>
                <a:gd name="T60" fmla="*/ 2147483646 w 227"/>
                <a:gd name="T61" fmla="*/ 2147483646 h 918"/>
                <a:gd name="T62" fmla="*/ 2147483646 w 227"/>
                <a:gd name="T63" fmla="*/ 2147483646 h 918"/>
                <a:gd name="T64" fmla="*/ 2147483646 w 227"/>
                <a:gd name="T65" fmla="*/ 2147483646 h 918"/>
                <a:gd name="T66" fmla="*/ 2147483646 w 227"/>
                <a:gd name="T67" fmla="*/ 2147483646 h 918"/>
                <a:gd name="T68" fmla="*/ 2147483646 w 227"/>
                <a:gd name="T69" fmla="*/ 2147483646 h 918"/>
                <a:gd name="T70" fmla="*/ 2147483646 w 227"/>
                <a:gd name="T71" fmla="*/ 2147483646 h 918"/>
                <a:gd name="T72" fmla="*/ 2147483646 w 227"/>
                <a:gd name="T73" fmla="*/ 2147483646 h 918"/>
                <a:gd name="T74" fmla="*/ 2147483646 w 227"/>
                <a:gd name="T75" fmla="*/ 2147483646 h 918"/>
                <a:gd name="T76" fmla="*/ 2147483646 w 227"/>
                <a:gd name="T77" fmla="*/ 2147483646 h 918"/>
                <a:gd name="T78" fmla="*/ 2147483646 w 227"/>
                <a:gd name="T79" fmla="*/ 2147483646 h 918"/>
                <a:gd name="T80" fmla="*/ 2147483646 w 227"/>
                <a:gd name="T81" fmla="*/ 2147483646 h 918"/>
                <a:gd name="T82" fmla="*/ 2147483646 w 227"/>
                <a:gd name="T83" fmla="*/ 2147483646 h 918"/>
                <a:gd name="T84" fmla="*/ 2147483646 w 227"/>
                <a:gd name="T85" fmla="*/ 2147483646 h 918"/>
                <a:gd name="T86" fmla="*/ 0 w 227"/>
                <a:gd name="T87" fmla="*/ 2147483646 h 918"/>
                <a:gd name="T88" fmla="*/ 0 w 227"/>
                <a:gd name="T89" fmla="*/ 2147483646 h 918"/>
                <a:gd name="T90" fmla="*/ 0 w 227"/>
                <a:gd name="T91" fmla="*/ 2147483646 h 918"/>
                <a:gd name="T92" fmla="*/ 0 w 227"/>
                <a:gd name="T93" fmla="*/ 2147483646 h 918"/>
                <a:gd name="T94" fmla="*/ 0 w 227"/>
                <a:gd name="T95" fmla="*/ 2147483646 h 918"/>
                <a:gd name="T96" fmla="*/ 0 w 227"/>
                <a:gd name="T97" fmla="*/ 2147483646 h 91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27"/>
                <a:gd name="T148" fmla="*/ 0 h 918"/>
                <a:gd name="T149" fmla="*/ 227 w 227"/>
                <a:gd name="T150" fmla="*/ 918 h 91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27" h="918">
                  <a:moveTo>
                    <a:pt x="227" y="0"/>
                  </a:moveTo>
                  <a:lnTo>
                    <a:pt x="214" y="22"/>
                  </a:lnTo>
                  <a:lnTo>
                    <a:pt x="203" y="45"/>
                  </a:lnTo>
                  <a:lnTo>
                    <a:pt x="193" y="64"/>
                  </a:lnTo>
                  <a:lnTo>
                    <a:pt x="184" y="83"/>
                  </a:lnTo>
                  <a:lnTo>
                    <a:pt x="174" y="102"/>
                  </a:lnTo>
                  <a:lnTo>
                    <a:pt x="166" y="118"/>
                  </a:lnTo>
                  <a:lnTo>
                    <a:pt x="158" y="134"/>
                  </a:lnTo>
                  <a:lnTo>
                    <a:pt x="152" y="149"/>
                  </a:lnTo>
                  <a:lnTo>
                    <a:pt x="144" y="163"/>
                  </a:lnTo>
                  <a:lnTo>
                    <a:pt x="137" y="176"/>
                  </a:lnTo>
                  <a:lnTo>
                    <a:pt x="133" y="187"/>
                  </a:lnTo>
                  <a:lnTo>
                    <a:pt x="126" y="198"/>
                  </a:lnTo>
                  <a:lnTo>
                    <a:pt x="121" y="210"/>
                  </a:lnTo>
                  <a:lnTo>
                    <a:pt x="117" y="219"/>
                  </a:lnTo>
                  <a:lnTo>
                    <a:pt x="113" y="229"/>
                  </a:lnTo>
                  <a:lnTo>
                    <a:pt x="109" y="238"/>
                  </a:lnTo>
                  <a:lnTo>
                    <a:pt x="105" y="248"/>
                  </a:lnTo>
                  <a:lnTo>
                    <a:pt x="102" y="256"/>
                  </a:lnTo>
                  <a:lnTo>
                    <a:pt x="99" y="264"/>
                  </a:lnTo>
                  <a:lnTo>
                    <a:pt x="96" y="272"/>
                  </a:lnTo>
                  <a:lnTo>
                    <a:pt x="93" y="280"/>
                  </a:lnTo>
                  <a:lnTo>
                    <a:pt x="91" y="288"/>
                  </a:lnTo>
                  <a:lnTo>
                    <a:pt x="88" y="296"/>
                  </a:lnTo>
                  <a:lnTo>
                    <a:pt x="85" y="304"/>
                  </a:lnTo>
                  <a:lnTo>
                    <a:pt x="83" y="314"/>
                  </a:lnTo>
                  <a:lnTo>
                    <a:pt x="80" y="322"/>
                  </a:lnTo>
                  <a:lnTo>
                    <a:pt x="78" y="330"/>
                  </a:lnTo>
                  <a:lnTo>
                    <a:pt x="75" y="339"/>
                  </a:lnTo>
                  <a:lnTo>
                    <a:pt x="73" y="349"/>
                  </a:lnTo>
                  <a:lnTo>
                    <a:pt x="70" y="360"/>
                  </a:lnTo>
                  <a:lnTo>
                    <a:pt x="67" y="371"/>
                  </a:lnTo>
                  <a:lnTo>
                    <a:pt x="64" y="382"/>
                  </a:lnTo>
                  <a:lnTo>
                    <a:pt x="62" y="394"/>
                  </a:lnTo>
                  <a:lnTo>
                    <a:pt x="59" y="405"/>
                  </a:lnTo>
                  <a:lnTo>
                    <a:pt x="56" y="414"/>
                  </a:lnTo>
                  <a:lnTo>
                    <a:pt x="54" y="424"/>
                  </a:lnTo>
                  <a:lnTo>
                    <a:pt x="51" y="434"/>
                  </a:lnTo>
                  <a:lnTo>
                    <a:pt x="49" y="442"/>
                  </a:lnTo>
                  <a:lnTo>
                    <a:pt x="48" y="451"/>
                  </a:lnTo>
                  <a:lnTo>
                    <a:pt x="46" y="458"/>
                  </a:lnTo>
                  <a:lnTo>
                    <a:pt x="45" y="466"/>
                  </a:lnTo>
                  <a:lnTo>
                    <a:pt x="43" y="474"/>
                  </a:lnTo>
                  <a:lnTo>
                    <a:pt x="41" y="480"/>
                  </a:lnTo>
                  <a:lnTo>
                    <a:pt x="40" y="486"/>
                  </a:lnTo>
                  <a:lnTo>
                    <a:pt x="38" y="493"/>
                  </a:lnTo>
                  <a:lnTo>
                    <a:pt x="37" y="499"/>
                  </a:lnTo>
                  <a:lnTo>
                    <a:pt x="35" y="507"/>
                  </a:lnTo>
                  <a:lnTo>
                    <a:pt x="35" y="514"/>
                  </a:lnTo>
                  <a:lnTo>
                    <a:pt x="33" y="520"/>
                  </a:lnTo>
                  <a:lnTo>
                    <a:pt x="32" y="526"/>
                  </a:lnTo>
                  <a:lnTo>
                    <a:pt x="32" y="533"/>
                  </a:lnTo>
                  <a:lnTo>
                    <a:pt x="30" y="541"/>
                  </a:lnTo>
                  <a:lnTo>
                    <a:pt x="29" y="547"/>
                  </a:lnTo>
                  <a:lnTo>
                    <a:pt x="29" y="555"/>
                  </a:lnTo>
                  <a:lnTo>
                    <a:pt x="27" y="563"/>
                  </a:lnTo>
                  <a:lnTo>
                    <a:pt x="25" y="573"/>
                  </a:lnTo>
                  <a:lnTo>
                    <a:pt x="25" y="581"/>
                  </a:lnTo>
                  <a:lnTo>
                    <a:pt x="24" y="590"/>
                  </a:lnTo>
                  <a:lnTo>
                    <a:pt x="22" y="602"/>
                  </a:lnTo>
                  <a:lnTo>
                    <a:pt x="21" y="613"/>
                  </a:lnTo>
                  <a:lnTo>
                    <a:pt x="21" y="624"/>
                  </a:lnTo>
                  <a:lnTo>
                    <a:pt x="19" y="637"/>
                  </a:lnTo>
                  <a:lnTo>
                    <a:pt x="17" y="650"/>
                  </a:lnTo>
                  <a:lnTo>
                    <a:pt x="16" y="662"/>
                  </a:lnTo>
                  <a:lnTo>
                    <a:pt x="14" y="677"/>
                  </a:lnTo>
                  <a:lnTo>
                    <a:pt x="13" y="690"/>
                  </a:lnTo>
                  <a:lnTo>
                    <a:pt x="11" y="702"/>
                  </a:lnTo>
                  <a:lnTo>
                    <a:pt x="11" y="714"/>
                  </a:lnTo>
                  <a:lnTo>
                    <a:pt x="9" y="725"/>
                  </a:lnTo>
                  <a:lnTo>
                    <a:pt x="8" y="734"/>
                  </a:lnTo>
                  <a:lnTo>
                    <a:pt x="8" y="744"/>
                  </a:lnTo>
                  <a:lnTo>
                    <a:pt x="6" y="754"/>
                  </a:lnTo>
                  <a:lnTo>
                    <a:pt x="6" y="762"/>
                  </a:lnTo>
                  <a:lnTo>
                    <a:pt x="5" y="770"/>
                  </a:lnTo>
                  <a:lnTo>
                    <a:pt x="5" y="778"/>
                  </a:lnTo>
                  <a:lnTo>
                    <a:pt x="3" y="784"/>
                  </a:lnTo>
                  <a:lnTo>
                    <a:pt x="3" y="790"/>
                  </a:lnTo>
                  <a:lnTo>
                    <a:pt x="3" y="797"/>
                  </a:lnTo>
                  <a:lnTo>
                    <a:pt x="1" y="803"/>
                  </a:lnTo>
                  <a:lnTo>
                    <a:pt x="1" y="810"/>
                  </a:lnTo>
                  <a:lnTo>
                    <a:pt x="1" y="816"/>
                  </a:lnTo>
                  <a:lnTo>
                    <a:pt x="1" y="821"/>
                  </a:lnTo>
                  <a:lnTo>
                    <a:pt x="1" y="827"/>
                  </a:lnTo>
                  <a:lnTo>
                    <a:pt x="0" y="834"/>
                  </a:lnTo>
                  <a:lnTo>
                    <a:pt x="0" y="838"/>
                  </a:lnTo>
                  <a:lnTo>
                    <a:pt x="0" y="845"/>
                  </a:lnTo>
                  <a:lnTo>
                    <a:pt x="0" y="851"/>
                  </a:lnTo>
                  <a:lnTo>
                    <a:pt x="0" y="856"/>
                  </a:lnTo>
                  <a:lnTo>
                    <a:pt x="0" y="862"/>
                  </a:lnTo>
                  <a:lnTo>
                    <a:pt x="0" y="870"/>
                  </a:lnTo>
                  <a:lnTo>
                    <a:pt x="0" y="877"/>
                  </a:lnTo>
                  <a:lnTo>
                    <a:pt x="0" y="885"/>
                  </a:lnTo>
                  <a:lnTo>
                    <a:pt x="0" y="891"/>
                  </a:lnTo>
                  <a:lnTo>
                    <a:pt x="0" y="901"/>
                  </a:lnTo>
                  <a:lnTo>
                    <a:pt x="0" y="909"/>
                  </a:lnTo>
                  <a:lnTo>
                    <a:pt x="0" y="918"/>
                  </a:lnTo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45" name="Freeform 44">
              <a:extLst>
                <a:ext uri="{FF2B5EF4-FFF2-40B4-BE49-F238E27FC236}">
                  <a16:creationId xmlns:a16="http://schemas.microsoft.com/office/drawing/2014/main" id="{52E6040F-89F4-4495-AD7E-061ED7604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3413" y="4286250"/>
              <a:ext cx="76200" cy="152400"/>
            </a:xfrm>
            <a:custGeom>
              <a:avLst/>
              <a:gdLst>
                <a:gd name="T0" fmla="*/ 0 w 96"/>
                <a:gd name="T1" fmla="*/ 2147483646 h 192"/>
                <a:gd name="T2" fmla="*/ 2147483646 w 96"/>
                <a:gd name="T3" fmla="*/ 2147483646 h 192"/>
                <a:gd name="T4" fmla="*/ 2147483646 w 96"/>
                <a:gd name="T5" fmla="*/ 0 h 192"/>
                <a:gd name="T6" fmla="*/ 2147483646 w 96"/>
                <a:gd name="T7" fmla="*/ 2147483646 h 192"/>
                <a:gd name="T8" fmla="*/ 0 w 96"/>
                <a:gd name="T9" fmla="*/ 2147483646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92"/>
                <a:gd name="T17" fmla="*/ 96 w 96"/>
                <a:gd name="T18" fmla="*/ 192 h 1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92">
                  <a:moveTo>
                    <a:pt x="0" y="32"/>
                  </a:moveTo>
                  <a:lnTo>
                    <a:pt x="96" y="192"/>
                  </a:lnTo>
                  <a:lnTo>
                    <a:pt x="64" y="0"/>
                  </a:lnTo>
                  <a:lnTo>
                    <a:pt x="32" y="32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000000"/>
            </a:solidFill>
            <a:ln w="2381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46" name="Freeform 45">
              <a:extLst>
                <a:ext uri="{FF2B5EF4-FFF2-40B4-BE49-F238E27FC236}">
                  <a16:creationId xmlns:a16="http://schemas.microsoft.com/office/drawing/2014/main" id="{97ACA957-768E-43CE-8597-9EA919486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7213" y="3751262"/>
              <a:ext cx="90487" cy="550863"/>
            </a:xfrm>
            <a:custGeom>
              <a:avLst/>
              <a:gdLst>
                <a:gd name="T0" fmla="*/ 2147483646 w 115"/>
                <a:gd name="T1" fmla="*/ 2147483646 h 693"/>
                <a:gd name="T2" fmla="*/ 2147483646 w 115"/>
                <a:gd name="T3" fmla="*/ 2147483646 h 693"/>
                <a:gd name="T4" fmla="*/ 2147483646 w 115"/>
                <a:gd name="T5" fmla="*/ 2147483646 h 693"/>
                <a:gd name="T6" fmla="*/ 2147483646 w 115"/>
                <a:gd name="T7" fmla="*/ 2147483646 h 693"/>
                <a:gd name="T8" fmla="*/ 2147483646 w 115"/>
                <a:gd name="T9" fmla="*/ 2147483646 h 693"/>
                <a:gd name="T10" fmla="*/ 2147483646 w 115"/>
                <a:gd name="T11" fmla="*/ 2147483646 h 693"/>
                <a:gd name="T12" fmla="*/ 2147483646 w 115"/>
                <a:gd name="T13" fmla="*/ 2147483646 h 693"/>
                <a:gd name="T14" fmla="*/ 2147483646 w 115"/>
                <a:gd name="T15" fmla="*/ 2147483646 h 693"/>
                <a:gd name="T16" fmla="*/ 2147483646 w 115"/>
                <a:gd name="T17" fmla="*/ 2147483646 h 693"/>
                <a:gd name="T18" fmla="*/ 2147483646 w 115"/>
                <a:gd name="T19" fmla="*/ 2147483646 h 693"/>
                <a:gd name="T20" fmla="*/ 2147483646 w 115"/>
                <a:gd name="T21" fmla="*/ 2147483646 h 693"/>
                <a:gd name="T22" fmla="*/ 2147483646 w 115"/>
                <a:gd name="T23" fmla="*/ 2147483646 h 693"/>
                <a:gd name="T24" fmla="*/ 2147483646 w 115"/>
                <a:gd name="T25" fmla="*/ 2147483646 h 693"/>
                <a:gd name="T26" fmla="*/ 2147483646 w 115"/>
                <a:gd name="T27" fmla="*/ 2147483646 h 693"/>
                <a:gd name="T28" fmla="*/ 2147483646 w 115"/>
                <a:gd name="T29" fmla="*/ 2147483646 h 693"/>
                <a:gd name="T30" fmla="*/ 2147483646 w 115"/>
                <a:gd name="T31" fmla="*/ 2147483646 h 693"/>
                <a:gd name="T32" fmla="*/ 2147483646 w 115"/>
                <a:gd name="T33" fmla="*/ 2147483646 h 693"/>
                <a:gd name="T34" fmla="*/ 2147483646 w 115"/>
                <a:gd name="T35" fmla="*/ 2147483646 h 693"/>
                <a:gd name="T36" fmla="*/ 2147483646 w 115"/>
                <a:gd name="T37" fmla="*/ 2147483646 h 693"/>
                <a:gd name="T38" fmla="*/ 2147483646 w 115"/>
                <a:gd name="T39" fmla="*/ 2147483646 h 693"/>
                <a:gd name="T40" fmla="*/ 2147483646 w 115"/>
                <a:gd name="T41" fmla="*/ 2147483646 h 693"/>
                <a:gd name="T42" fmla="*/ 2147483646 w 115"/>
                <a:gd name="T43" fmla="*/ 2147483646 h 693"/>
                <a:gd name="T44" fmla="*/ 2147483646 w 115"/>
                <a:gd name="T45" fmla="*/ 2147483646 h 693"/>
                <a:gd name="T46" fmla="*/ 2147483646 w 115"/>
                <a:gd name="T47" fmla="*/ 2147483646 h 693"/>
                <a:gd name="T48" fmla="*/ 2147483646 w 115"/>
                <a:gd name="T49" fmla="*/ 2147483646 h 693"/>
                <a:gd name="T50" fmla="*/ 2147483646 w 115"/>
                <a:gd name="T51" fmla="*/ 2147483646 h 693"/>
                <a:gd name="T52" fmla="*/ 2147483646 w 115"/>
                <a:gd name="T53" fmla="*/ 2147483646 h 693"/>
                <a:gd name="T54" fmla="*/ 2147483646 w 115"/>
                <a:gd name="T55" fmla="*/ 2147483646 h 693"/>
                <a:gd name="T56" fmla="*/ 2147483646 w 115"/>
                <a:gd name="T57" fmla="*/ 2147483646 h 693"/>
                <a:gd name="T58" fmla="*/ 2147483646 w 115"/>
                <a:gd name="T59" fmla="*/ 2147483646 h 693"/>
                <a:gd name="T60" fmla="*/ 2147483646 w 115"/>
                <a:gd name="T61" fmla="*/ 2147483646 h 693"/>
                <a:gd name="T62" fmla="*/ 2147483646 w 115"/>
                <a:gd name="T63" fmla="*/ 2147483646 h 693"/>
                <a:gd name="T64" fmla="*/ 2147483646 w 115"/>
                <a:gd name="T65" fmla="*/ 2147483646 h 693"/>
                <a:gd name="T66" fmla="*/ 2147483646 w 115"/>
                <a:gd name="T67" fmla="*/ 2147483646 h 693"/>
                <a:gd name="T68" fmla="*/ 2147483646 w 115"/>
                <a:gd name="T69" fmla="*/ 2147483646 h 693"/>
                <a:gd name="T70" fmla="*/ 2147483646 w 115"/>
                <a:gd name="T71" fmla="*/ 2147483646 h 693"/>
                <a:gd name="T72" fmla="*/ 2147483646 w 115"/>
                <a:gd name="T73" fmla="*/ 2147483646 h 693"/>
                <a:gd name="T74" fmla="*/ 2147483646 w 115"/>
                <a:gd name="T75" fmla="*/ 2147483646 h 693"/>
                <a:gd name="T76" fmla="*/ 2147483646 w 115"/>
                <a:gd name="T77" fmla="*/ 2147483646 h 693"/>
                <a:gd name="T78" fmla="*/ 2147483646 w 115"/>
                <a:gd name="T79" fmla="*/ 2147483646 h 693"/>
                <a:gd name="T80" fmla="*/ 2147483646 w 115"/>
                <a:gd name="T81" fmla="*/ 2147483646 h 693"/>
                <a:gd name="T82" fmla="*/ 2147483646 w 115"/>
                <a:gd name="T83" fmla="*/ 2147483646 h 693"/>
                <a:gd name="T84" fmla="*/ 2147483646 w 115"/>
                <a:gd name="T85" fmla="*/ 2147483646 h 693"/>
                <a:gd name="T86" fmla="*/ 0 w 115"/>
                <a:gd name="T87" fmla="*/ 2147483646 h 693"/>
                <a:gd name="T88" fmla="*/ 0 w 115"/>
                <a:gd name="T89" fmla="*/ 2147483646 h 693"/>
                <a:gd name="T90" fmla="*/ 0 w 115"/>
                <a:gd name="T91" fmla="*/ 2147483646 h 693"/>
                <a:gd name="T92" fmla="*/ 0 w 115"/>
                <a:gd name="T93" fmla="*/ 2147483646 h 693"/>
                <a:gd name="T94" fmla="*/ 0 w 115"/>
                <a:gd name="T95" fmla="*/ 2147483646 h 693"/>
                <a:gd name="T96" fmla="*/ 0 w 115"/>
                <a:gd name="T97" fmla="*/ 2147483646 h 69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15"/>
                <a:gd name="T148" fmla="*/ 0 h 693"/>
                <a:gd name="T149" fmla="*/ 115 w 115"/>
                <a:gd name="T150" fmla="*/ 693 h 69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15" h="693">
                  <a:moveTo>
                    <a:pt x="115" y="693"/>
                  </a:moveTo>
                  <a:lnTo>
                    <a:pt x="113" y="688"/>
                  </a:lnTo>
                  <a:lnTo>
                    <a:pt x="110" y="684"/>
                  </a:lnTo>
                  <a:lnTo>
                    <a:pt x="109" y="679"/>
                  </a:lnTo>
                  <a:lnTo>
                    <a:pt x="105" y="674"/>
                  </a:lnTo>
                  <a:lnTo>
                    <a:pt x="104" y="669"/>
                  </a:lnTo>
                  <a:lnTo>
                    <a:pt x="102" y="664"/>
                  </a:lnTo>
                  <a:lnTo>
                    <a:pt x="101" y="660"/>
                  </a:lnTo>
                  <a:lnTo>
                    <a:pt x="99" y="655"/>
                  </a:lnTo>
                  <a:lnTo>
                    <a:pt x="96" y="652"/>
                  </a:lnTo>
                  <a:lnTo>
                    <a:pt x="94" y="647"/>
                  </a:lnTo>
                  <a:lnTo>
                    <a:pt x="93" y="642"/>
                  </a:lnTo>
                  <a:lnTo>
                    <a:pt x="93" y="637"/>
                  </a:lnTo>
                  <a:lnTo>
                    <a:pt x="91" y="634"/>
                  </a:lnTo>
                  <a:lnTo>
                    <a:pt x="89" y="629"/>
                  </a:lnTo>
                  <a:lnTo>
                    <a:pt x="88" y="624"/>
                  </a:lnTo>
                  <a:lnTo>
                    <a:pt x="86" y="620"/>
                  </a:lnTo>
                  <a:lnTo>
                    <a:pt x="85" y="616"/>
                  </a:lnTo>
                  <a:lnTo>
                    <a:pt x="83" y="612"/>
                  </a:lnTo>
                  <a:lnTo>
                    <a:pt x="83" y="607"/>
                  </a:lnTo>
                  <a:lnTo>
                    <a:pt x="81" y="602"/>
                  </a:lnTo>
                  <a:lnTo>
                    <a:pt x="80" y="597"/>
                  </a:lnTo>
                  <a:lnTo>
                    <a:pt x="78" y="592"/>
                  </a:lnTo>
                  <a:lnTo>
                    <a:pt x="77" y="588"/>
                  </a:lnTo>
                  <a:lnTo>
                    <a:pt x="77" y="583"/>
                  </a:lnTo>
                  <a:lnTo>
                    <a:pt x="75" y="576"/>
                  </a:lnTo>
                  <a:lnTo>
                    <a:pt x="73" y="572"/>
                  </a:lnTo>
                  <a:lnTo>
                    <a:pt x="72" y="567"/>
                  </a:lnTo>
                  <a:lnTo>
                    <a:pt x="70" y="560"/>
                  </a:lnTo>
                  <a:lnTo>
                    <a:pt x="69" y="554"/>
                  </a:lnTo>
                  <a:lnTo>
                    <a:pt x="67" y="549"/>
                  </a:lnTo>
                  <a:lnTo>
                    <a:pt x="65" y="543"/>
                  </a:lnTo>
                  <a:lnTo>
                    <a:pt x="64" y="536"/>
                  </a:lnTo>
                  <a:lnTo>
                    <a:pt x="62" y="525"/>
                  </a:lnTo>
                  <a:lnTo>
                    <a:pt x="59" y="514"/>
                  </a:lnTo>
                  <a:lnTo>
                    <a:pt x="56" y="503"/>
                  </a:lnTo>
                  <a:lnTo>
                    <a:pt x="54" y="493"/>
                  </a:lnTo>
                  <a:lnTo>
                    <a:pt x="51" y="485"/>
                  </a:lnTo>
                  <a:lnTo>
                    <a:pt x="49" y="476"/>
                  </a:lnTo>
                  <a:lnTo>
                    <a:pt x="48" y="468"/>
                  </a:lnTo>
                  <a:lnTo>
                    <a:pt x="46" y="460"/>
                  </a:lnTo>
                  <a:lnTo>
                    <a:pt x="45" y="453"/>
                  </a:lnTo>
                  <a:lnTo>
                    <a:pt x="43" y="445"/>
                  </a:lnTo>
                  <a:lnTo>
                    <a:pt x="41" y="439"/>
                  </a:lnTo>
                  <a:lnTo>
                    <a:pt x="40" y="431"/>
                  </a:lnTo>
                  <a:lnTo>
                    <a:pt x="38" y="424"/>
                  </a:lnTo>
                  <a:lnTo>
                    <a:pt x="37" y="418"/>
                  </a:lnTo>
                  <a:lnTo>
                    <a:pt x="35" y="412"/>
                  </a:lnTo>
                  <a:lnTo>
                    <a:pt x="35" y="405"/>
                  </a:lnTo>
                  <a:lnTo>
                    <a:pt x="33" y="399"/>
                  </a:lnTo>
                  <a:lnTo>
                    <a:pt x="32" y="392"/>
                  </a:lnTo>
                  <a:lnTo>
                    <a:pt x="32" y="384"/>
                  </a:lnTo>
                  <a:lnTo>
                    <a:pt x="30" y="378"/>
                  </a:lnTo>
                  <a:lnTo>
                    <a:pt x="29" y="370"/>
                  </a:lnTo>
                  <a:lnTo>
                    <a:pt x="29" y="362"/>
                  </a:lnTo>
                  <a:lnTo>
                    <a:pt x="27" y="354"/>
                  </a:lnTo>
                  <a:lnTo>
                    <a:pt x="25" y="346"/>
                  </a:lnTo>
                  <a:lnTo>
                    <a:pt x="25" y="336"/>
                  </a:lnTo>
                  <a:lnTo>
                    <a:pt x="24" y="327"/>
                  </a:lnTo>
                  <a:lnTo>
                    <a:pt x="22" y="317"/>
                  </a:lnTo>
                  <a:lnTo>
                    <a:pt x="21" y="306"/>
                  </a:lnTo>
                  <a:lnTo>
                    <a:pt x="21" y="295"/>
                  </a:lnTo>
                  <a:lnTo>
                    <a:pt x="19" y="282"/>
                  </a:lnTo>
                  <a:lnTo>
                    <a:pt x="17" y="269"/>
                  </a:lnTo>
                  <a:lnTo>
                    <a:pt x="16" y="255"/>
                  </a:lnTo>
                  <a:lnTo>
                    <a:pt x="14" y="242"/>
                  </a:lnTo>
                  <a:lnTo>
                    <a:pt x="13" y="228"/>
                  </a:lnTo>
                  <a:lnTo>
                    <a:pt x="11" y="216"/>
                  </a:lnTo>
                  <a:lnTo>
                    <a:pt x="11" y="205"/>
                  </a:lnTo>
                  <a:lnTo>
                    <a:pt x="9" y="194"/>
                  </a:lnTo>
                  <a:lnTo>
                    <a:pt x="8" y="183"/>
                  </a:lnTo>
                  <a:lnTo>
                    <a:pt x="8" y="175"/>
                  </a:lnTo>
                  <a:lnTo>
                    <a:pt x="6" y="165"/>
                  </a:lnTo>
                  <a:lnTo>
                    <a:pt x="6" y="157"/>
                  </a:lnTo>
                  <a:lnTo>
                    <a:pt x="5" y="149"/>
                  </a:lnTo>
                  <a:lnTo>
                    <a:pt x="5" y="141"/>
                  </a:lnTo>
                  <a:lnTo>
                    <a:pt x="3" y="135"/>
                  </a:lnTo>
                  <a:lnTo>
                    <a:pt x="3" y="127"/>
                  </a:lnTo>
                  <a:lnTo>
                    <a:pt x="3" y="120"/>
                  </a:lnTo>
                  <a:lnTo>
                    <a:pt x="1" y="114"/>
                  </a:lnTo>
                  <a:lnTo>
                    <a:pt x="1" y="109"/>
                  </a:lnTo>
                  <a:lnTo>
                    <a:pt x="1" y="103"/>
                  </a:lnTo>
                  <a:lnTo>
                    <a:pt x="1" y="96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9"/>
                  </a:lnTo>
                  <a:lnTo>
                    <a:pt x="0" y="74"/>
                  </a:lnTo>
                  <a:lnTo>
                    <a:pt x="0" y="68"/>
                  </a:lnTo>
                  <a:lnTo>
                    <a:pt x="0" y="61"/>
                  </a:lnTo>
                  <a:lnTo>
                    <a:pt x="0" y="55"/>
                  </a:lnTo>
                  <a:lnTo>
                    <a:pt x="0" y="48"/>
                  </a:lnTo>
                  <a:lnTo>
                    <a:pt x="0" y="42"/>
                  </a:lnTo>
                  <a:lnTo>
                    <a:pt x="0" y="34"/>
                  </a:lnTo>
                  <a:lnTo>
                    <a:pt x="0" y="26"/>
                  </a:lnTo>
                  <a:lnTo>
                    <a:pt x="0" y="18"/>
                  </a:lnTo>
                  <a:lnTo>
                    <a:pt x="0" y="10"/>
                  </a:lnTo>
                  <a:lnTo>
                    <a:pt x="0" y="0"/>
                  </a:lnTo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47" name="Rectangle 46">
              <a:extLst>
                <a:ext uri="{FF2B5EF4-FFF2-40B4-BE49-F238E27FC236}">
                  <a16:creationId xmlns:a16="http://schemas.microsoft.com/office/drawing/2014/main" id="{1E1CD1DE-3E0D-476C-81FE-82A1F6E388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59450" y="2519362"/>
              <a:ext cx="10001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panose="05050102010706020507" pitchFamily="18" charset="2"/>
                  <a:ea typeface="MS PGothic" panose="020B0600070205080204" pitchFamily="34" charset="-128"/>
                  <a:cs typeface="+mn-cs"/>
                </a:rPr>
                <a:t>¤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48" name="Rectangle 47">
              <a:extLst>
                <a:ext uri="{FF2B5EF4-FFF2-40B4-BE49-F238E27FC236}">
                  <a16:creationId xmlns:a16="http://schemas.microsoft.com/office/drawing/2014/main" id="{7908D40F-527B-4269-AB2A-4369A629B1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8400" y="3506787"/>
              <a:ext cx="2286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49" name="Rectangle 48">
              <a:extLst>
                <a:ext uri="{FF2B5EF4-FFF2-40B4-BE49-F238E27FC236}">
                  <a16:creationId xmlns:a16="http://schemas.microsoft.com/office/drawing/2014/main" id="{405228B0-6779-4CBB-9C45-EB8E0415E3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8400" y="3735387"/>
              <a:ext cx="2286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50" name="Rectangle 49">
              <a:extLst>
                <a:ext uri="{FF2B5EF4-FFF2-40B4-BE49-F238E27FC236}">
                  <a16:creationId xmlns:a16="http://schemas.microsoft.com/office/drawing/2014/main" id="{41121510-8E25-4210-86ED-D8DFC7269F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0713" y="3617912"/>
              <a:ext cx="2286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51" name="Rectangle 50">
              <a:extLst>
                <a:ext uri="{FF2B5EF4-FFF2-40B4-BE49-F238E27FC236}">
                  <a16:creationId xmlns:a16="http://schemas.microsoft.com/office/drawing/2014/main" id="{6183B15E-F189-40BB-A264-4ECF729363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4875" y="4691062"/>
              <a:ext cx="2286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52" name="Rectangle 51">
              <a:extLst>
                <a:ext uri="{FF2B5EF4-FFF2-40B4-BE49-F238E27FC236}">
                  <a16:creationId xmlns:a16="http://schemas.microsoft.com/office/drawing/2014/main" id="{95ACB10C-147A-4617-ADAB-8DCD3A96F6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42175" y="2428875"/>
              <a:ext cx="22860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53" name="Freeform 52">
              <a:extLst>
                <a:ext uri="{FF2B5EF4-FFF2-40B4-BE49-F238E27FC236}">
                  <a16:creationId xmlns:a16="http://schemas.microsoft.com/office/drawing/2014/main" id="{6F93D77F-590F-497E-A3FB-1FDB930F0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100" y="4460875"/>
              <a:ext cx="1260475" cy="720725"/>
            </a:xfrm>
            <a:custGeom>
              <a:avLst/>
              <a:gdLst>
                <a:gd name="T0" fmla="*/ 2147483646 w 1587"/>
                <a:gd name="T1" fmla="*/ 2147483646 h 907"/>
                <a:gd name="T2" fmla="*/ 2147483646 w 1587"/>
                <a:gd name="T3" fmla="*/ 2147483646 h 907"/>
                <a:gd name="T4" fmla="*/ 2147483646 w 1587"/>
                <a:gd name="T5" fmla="*/ 2147483646 h 907"/>
                <a:gd name="T6" fmla="*/ 2147483646 w 1587"/>
                <a:gd name="T7" fmla="*/ 2147483646 h 907"/>
                <a:gd name="T8" fmla="*/ 2147483646 w 1587"/>
                <a:gd name="T9" fmla="*/ 2147483646 h 907"/>
                <a:gd name="T10" fmla="*/ 2147483646 w 1587"/>
                <a:gd name="T11" fmla="*/ 2147483646 h 907"/>
                <a:gd name="T12" fmla="*/ 2147483646 w 1587"/>
                <a:gd name="T13" fmla="*/ 2147483646 h 907"/>
                <a:gd name="T14" fmla="*/ 2147483646 w 1587"/>
                <a:gd name="T15" fmla="*/ 2147483646 h 907"/>
                <a:gd name="T16" fmla="*/ 2147483646 w 1587"/>
                <a:gd name="T17" fmla="*/ 2147483646 h 907"/>
                <a:gd name="T18" fmla="*/ 2147483646 w 1587"/>
                <a:gd name="T19" fmla="*/ 2147483646 h 907"/>
                <a:gd name="T20" fmla="*/ 0 w 1587"/>
                <a:gd name="T21" fmla="*/ 2147483646 h 907"/>
                <a:gd name="T22" fmla="*/ 2147483646 w 1587"/>
                <a:gd name="T23" fmla="*/ 2147483646 h 907"/>
                <a:gd name="T24" fmla="*/ 2147483646 w 1587"/>
                <a:gd name="T25" fmla="*/ 2147483646 h 907"/>
                <a:gd name="T26" fmla="*/ 2147483646 w 1587"/>
                <a:gd name="T27" fmla="*/ 2147483646 h 907"/>
                <a:gd name="T28" fmla="*/ 2147483646 w 1587"/>
                <a:gd name="T29" fmla="*/ 2147483646 h 907"/>
                <a:gd name="T30" fmla="*/ 2147483646 w 1587"/>
                <a:gd name="T31" fmla="*/ 2147483646 h 907"/>
                <a:gd name="T32" fmla="*/ 2147483646 w 1587"/>
                <a:gd name="T33" fmla="*/ 2147483646 h 907"/>
                <a:gd name="T34" fmla="*/ 2147483646 w 1587"/>
                <a:gd name="T35" fmla="*/ 2147483646 h 907"/>
                <a:gd name="T36" fmla="*/ 2147483646 w 1587"/>
                <a:gd name="T37" fmla="*/ 2147483646 h 907"/>
                <a:gd name="T38" fmla="*/ 2147483646 w 1587"/>
                <a:gd name="T39" fmla="*/ 2147483646 h 907"/>
                <a:gd name="T40" fmla="*/ 2147483646 w 1587"/>
                <a:gd name="T41" fmla="*/ 2147483646 h 907"/>
                <a:gd name="T42" fmla="*/ 2147483646 w 1587"/>
                <a:gd name="T43" fmla="*/ 2147483646 h 907"/>
                <a:gd name="T44" fmla="*/ 2147483646 w 1587"/>
                <a:gd name="T45" fmla="*/ 2147483646 h 907"/>
                <a:gd name="T46" fmla="*/ 2147483646 w 1587"/>
                <a:gd name="T47" fmla="*/ 2147483646 h 907"/>
                <a:gd name="T48" fmla="*/ 2147483646 w 1587"/>
                <a:gd name="T49" fmla="*/ 2147483646 h 907"/>
                <a:gd name="T50" fmla="*/ 2147483646 w 1587"/>
                <a:gd name="T51" fmla="*/ 2147483646 h 907"/>
                <a:gd name="T52" fmla="*/ 2147483646 w 1587"/>
                <a:gd name="T53" fmla="*/ 2147483646 h 907"/>
                <a:gd name="T54" fmla="*/ 2147483646 w 1587"/>
                <a:gd name="T55" fmla="*/ 2147483646 h 907"/>
                <a:gd name="T56" fmla="*/ 2147483646 w 1587"/>
                <a:gd name="T57" fmla="*/ 2147483646 h 907"/>
                <a:gd name="T58" fmla="*/ 2147483646 w 1587"/>
                <a:gd name="T59" fmla="*/ 2147483646 h 907"/>
                <a:gd name="T60" fmla="*/ 2147483646 w 1587"/>
                <a:gd name="T61" fmla="*/ 2147483646 h 907"/>
                <a:gd name="T62" fmla="*/ 2147483646 w 1587"/>
                <a:gd name="T63" fmla="*/ 2147483646 h 907"/>
                <a:gd name="T64" fmla="*/ 2147483646 w 1587"/>
                <a:gd name="T65" fmla="*/ 2147483646 h 907"/>
                <a:gd name="T66" fmla="*/ 2147483646 w 1587"/>
                <a:gd name="T67" fmla="*/ 2147483646 h 907"/>
                <a:gd name="T68" fmla="*/ 2147483646 w 1587"/>
                <a:gd name="T69" fmla="*/ 2147483646 h 907"/>
                <a:gd name="T70" fmla="*/ 2147483646 w 1587"/>
                <a:gd name="T71" fmla="*/ 2147483646 h 907"/>
                <a:gd name="T72" fmla="*/ 2147483646 w 1587"/>
                <a:gd name="T73" fmla="*/ 2147483646 h 907"/>
                <a:gd name="T74" fmla="*/ 2147483646 w 1587"/>
                <a:gd name="T75" fmla="*/ 2147483646 h 907"/>
                <a:gd name="T76" fmla="*/ 2147483646 w 1587"/>
                <a:gd name="T77" fmla="*/ 2147483646 h 907"/>
                <a:gd name="T78" fmla="*/ 2147483646 w 1587"/>
                <a:gd name="T79" fmla="*/ 2147483646 h 907"/>
                <a:gd name="T80" fmla="*/ 2147483646 w 1587"/>
                <a:gd name="T81" fmla="*/ 2147483646 h 907"/>
                <a:gd name="T82" fmla="*/ 2147483646 w 1587"/>
                <a:gd name="T83" fmla="*/ 2147483646 h 907"/>
                <a:gd name="T84" fmla="*/ 2147483646 w 1587"/>
                <a:gd name="T85" fmla="*/ 2147483646 h 907"/>
                <a:gd name="T86" fmla="*/ 2147483646 w 1587"/>
                <a:gd name="T87" fmla="*/ 0 h 90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87"/>
                <a:gd name="T133" fmla="*/ 0 h 907"/>
                <a:gd name="T134" fmla="*/ 1587 w 1587"/>
                <a:gd name="T135" fmla="*/ 907 h 907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87" h="907">
                  <a:moveTo>
                    <a:pt x="793" y="0"/>
                  </a:moveTo>
                  <a:lnTo>
                    <a:pt x="753" y="0"/>
                  </a:lnTo>
                  <a:lnTo>
                    <a:pt x="713" y="1"/>
                  </a:lnTo>
                  <a:lnTo>
                    <a:pt x="673" y="5"/>
                  </a:lnTo>
                  <a:lnTo>
                    <a:pt x="633" y="9"/>
                  </a:lnTo>
                  <a:lnTo>
                    <a:pt x="595" y="14"/>
                  </a:lnTo>
                  <a:lnTo>
                    <a:pt x="558" y="21"/>
                  </a:lnTo>
                  <a:lnTo>
                    <a:pt x="521" y="27"/>
                  </a:lnTo>
                  <a:lnTo>
                    <a:pt x="484" y="35"/>
                  </a:lnTo>
                  <a:lnTo>
                    <a:pt x="449" y="45"/>
                  </a:lnTo>
                  <a:lnTo>
                    <a:pt x="416" y="54"/>
                  </a:lnTo>
                  <a:lnTo>
                    <a:pt x="382" y="65"/>
                  </a:lnTo>
                  <a:lnTo>
                    <a:pt x="350" y="77"/>
                  </a:lnTo>
                  <a:lnTo>
                    <a:pt x="320" y="89"/>
                  </a:lnTo>
                  <a:lnTo>
                    <a:pt x="289" y="104"/>
                  </a:lnTo>
                  <a:lnTo>
                    <a:pt x="260" y="118"/>
                  </a:lnTo>
                  <a:lnTo>
                    <a:pt x="233" y="133"/>
                  </a:lnTo>
                  <a:lnTo>
                    <a:pt x="206" y="149"/>
                  </a:lnTo>
                  <a:lnTo>
                    <a:pt x="182" y="165"/>
                  </a:lnTo>
                  <a:lnTo>
                    <a:pt x="158" y="182"/>
                  </a:lnTo>
                  <a:lnTo>
                    <a:pt x="136" y="200"/>
                  </a:lnTo>
                  <a:lnTo>
                    <a:pt x="115" y="217"/>
                  </a:lnTo>
                  <a:lnTo>
                    <a:pt x="96" y="237"/>
                  </a:lnTo>
                  <a:lnTo>
                    <a:pt x="78" y="256"/>
                  </a:lnTo>
                  <a:lnTo>
                    <a:pt x="62" y="277"/>
                  </a:lnTo>
                  <a:lnTo>
                    <a:pt x="48" y="297"/>
                  </a:lnTo>
                  <a:lnTo>
                    <a:pt x="36" y="318"/>
                  </a:lnTo>
                  <a:lnTo>
                    <a:pt x="25" y="339"/>
                  </a:lnTo>
                  <a:lnTo>
                    <a:pt x="16" y="361"/>
                  </a:lnTo>
                  <a:lnTo>
                    <a:pt x="9" y="384"/>
                  </a:lnTo>
                  <a:lnTo>
                    <a:pt x="4" y="406"/>
                  </a:lnTo>
                  <a:lnTo>
                    <a:pt x="1" y="430"/>
                  </a:lnTo>
                  <a:lnTo>
                    <a:pt x="0" y="453"/>
                  </a:lnTo>
                  <a:lnTo>
                    <a:pt x="1" y="477"/>
                  </a:lnTo>
                  <a:lnTo>
                    <a:pt x="4" y="499"/>
                  </a:lnTo>
                  <a:lnTo>
                    <a:pt x="9" y="521"/>
                  </a:lnTo>
                  <a:lnTo>
                    <a:pt x="16" y="544"/>
                  </a:lnTo>
                  <a:lnTo>
                    <a:pt x="25" y="566"/>
                  </a:lnTo>
                  <a:lnTo>
                    <a:pt x="36" y="589"/>
                  </a:lnTo>
                  <a:lnTo>
                    <a:pt x="48" y="609"/>
                  </a:lnTo>
                  <a:lnTo>
                    <a:pt x="62" y="630"/>
                  </a:lnTo>
                  <a:lnTo>
                    <a:pt x="78" y="649"/>
                  </a:lnTo>
                  <a:lnTo>
                    <a:pt x="96" y="669"/>
                  </a:lnTo>
                  <a:lnTo>
                    <a:pt x="115" y="688"/>
                  </a:lnTo>
                  <a:lnTo>
                    <a:pt x="136" y="707"/>
                  </a:lnTo>
                  <a:lnTo>
                    <a:pt x="158" y="725"/>
                  </a:lnTo>
                  <a:lnTo>
                    <a:pt x="182" y="742"/>
                  </a:lnTo>
                  <a:lnTo>
                    <a:pt x="206" y="758"/>
                  </a:lnTo>
                  <a:lnTo>
                    <a:pt x="233" y="774"/>
                  </a:lnTo>
                  <a:lnTo>
                    <a:pt x="260" y="789"/>
                  </a:lnTo>
                  <a:lnTo>
                    <a:pt x="289" y="803"/>
                  </a:lnTo>
                  <a:lnTo>
                    <a:pt x="320" y="816"/>
                  </a:lnTo>
                  <a:lnTo>
                    <a:pt x="350" y="829"/>
                  </a:lnTo>
                  <a:lnTo>
                    <a:pt x="382" y="841"/>
                  </a:lnTo>
                  <a:lnTo>
                    <a:pt x="416" y="853"/>
                  </a:lnTo>
                  <a:lnTo>
                    <a:pt x="449" y="862"/>
                  </a:lnTo>
                  <a:lnTo>
                    <a:pt x="484" y="870"/>
                  </a:lnTo>
                  <a:lnTo>
                    <a:pt x="521" y="880"/>
                  </a:lnTo>
                  <a:lnTo>
                    <a:pt x="558" y="886"/>
                  </a:lnTo>
                  <a:lnTo>
                    <a:pt x="595" y="893"/>
                  </a:lnTo>
                  <a:lnTo>
                    <a:pt x="633" y="897"/>
                  </a:lnTo>
                  <a:lnTo>
                    <a:pt x="673" y="901"/>
                  </a:lnTo>
                  <a:lnTo>
                    <a:pt x="713" y="904"/>
                  </a:lnTo>
                  <a:lnTo>
                    <a:pt x="753" y="905"/>
                  </a:lnTo>
                  <a:lnTo>
                    <a:pt x="793" y="907"/>
                  </a:lnTo>
                  <a:lnTo>
                    <a:pt x="835" y="905"/>
                  </a:lnTo>
                  <a:lnTo>
                    <a:pt x="875" y="904"/>
                  </a:lnTo>
                  <a:lnTo>
                    <a:pt x="915" y="901"/>
                  </a:lnTo>
                  <a:lnTo>
                    <a:pt x="953" y="897"/>
                  </a:lnTo>
                  <a:lnTo>
                    <a:pt x="992" y="893"/>
                  </a:lnTo>
                  <a:lnTo>
                    <a:pt x="1030" y="886"/>
                  </a:lnTo>
                  <a:lnTo>
                    <a:pt x="1067" y="880"/>
                  </a:lnTo>
                  <a:lnTo>
                    <a:pt x="1102" y="870"/>
                  </a:lnTo>
                  <a:lnTo>
                    <a:pt x="1137" y="862"/>
                  </a:lnTo>
                  <a:lnTo>
                    <a:pt x="1172" y="853"/>
                  </a:lnTo>
                  <a:lnTo>
                    <a:pt x="1204" y="841"/>
                  </a:lnTo>
                  <a:lnTo>
                    <a:pt x="1238" y="829"/>
                  </a:lnTo>
                  <a:lnTo>
                    <a:pt x="1268" y="816"/>
                  </a:lnTo>
                  <a:lnTo>
                    <a:pt x="1299" y="803"/>
                  </a:lnTo>
                  <a:lnTo>
                    <a:pt x="1328" y="789"/>
                  </a:lnTo>
                  <a:lnTo>
                    <a:pt x="1355" y="774"/>
                  </a:lnTo>
                  <a:lnTo>
                    <a:pt x="1380" y="758"/>
                  </a:lnTo>
                  <a:lnTo>
                    <a:pt x="1406" y="742"/>
                  </a:lnTo>
                  <a:lnTo>
                    <a:pt x="1430" y="725"/>
                  </a:lnTo>
                  <a:lnTo>
                    <a:pt x="1452" y="707"/>
                  </a:lnTo>
                  <a:lnTo>
                    <a:pt x="1472" y="688"/>
                  </a:lnTo>
                  <a:lnTo>
                    <a:pt x="1491" y="669"/>
                  </a:lnTo>
                  <a:lnTo>
                    <a:pt x="1508" y="649"/>
                  </a:lnTo>
                  <a:lnTo>
                    <a:pt x="1524" y="630"/>
                  </a:lnTo>
                  <a:lnTo>
                    <a:pt x="1539" y="609"/>
                  </a:lnTo>
                  <a:lnTo>
                    <a:pt x="1552" y="589"/>
                  </a:lnTo>
                  <a:lnTo>
                    <a:pt x="1563" y="566"/>
                  </a:lnTo>
                  <a:lnTo>
                    <a:pt x="1571" y="544"/>
                  </a:lnTo>
                  <a:lnTo>
                    <a:pt x="1579" y="521"/>
                  </a:lnTo>
                  <a:lnTo>
                    <a:pt x="1584" y="499"/>
                  </a:lnTo>
                  <a:lnTo>
                    <a:pt x="1587" y="477"/>
                  </a:lnTo>
                  <a:lnTo>
                    <a:pt x="1587" y="453"/>
                  </a:lnTo>
                  <a:lnTo>
                    <a:pt x="1587" y="430"/>
                  </a:lnTo>
                  <a:lnTo>
                    <a:pt x="1584" y="406"/>
                  </a:lnTo>
                  <a:lnTo>
                    <a:pt x="1579" y="384"/>
                  </a:lnTo>
                  <a:lnTo>
                    <a:pt x="1571" y="361"/>
                  </a:lnTo>
                  <a:lnTo>
                    <a:pt x="1563" y="339"/>
                  </a:lnTo>
                  <a:lnTo>
                    <a:pt x="1552" y="318"/>
                  </a:lnTo>
                  <a:lnTo>
                    <a:pt x="1539" y="297"/>
                  </a:lnTo>
                  <a:lnTo>
                    <a:pt x="1524" y="277"/>
                  </a:lnTo>
                  <a:lnTo>
                    <a:pt x="1508" y="256"/>
                  </a:lnTo>
                  <a:lnTo>
                    <a:pt x="1491" y="237"/>
                  </a:lnTo>
                  <a:lnTo>
                    <a:pt x="1472" y="217"/>
                  </a:lnTo>
                  <a:lnTo>
                    <a:pt x="1452" y="200"/>
                  </a:lnTo>
                  <a:lnTo>
                    <a:pt x="1430" y="182"/>
                  </a:lnTo>
                  <a:lnTo>
                    <a:pt x="1406" y="165"/>
                  </a:lnTo>
                  <a:lnTo>
                    <a:pt x="1380" y="149"/>
                  </a:lnTo>
                  <a:lnTo>
                    <a:pt x="1355" y="133"/>
                  </a:lnTo>
                  <a:lnTo>
                    <a:pt x="1328" y="118"/>
                  </a:lnTo>
                  <a:lnTo>
                    <a:pt x="1299" y="104"/>
                  </a:lnTo>
                  <a:lnTo>
                    <a:pt x="1268" y="89"/>
                  </a:lnTo>
                  <a:lnTo>
                    <a:pt x="1238" y="77"/>
                  </a:lnTo>
                  <a:lnTo>
                    <a:pt x="1204" y="65"/>
                  </a:lnTo>
                  <a:lnTo>
                    <a:pt x="1172" y="54"/>
                  </a:lnTo>
                  <a:lnTo>
                    <a:pt x="1137" y="45"/>
                  </a:lnTo>
                  <a:lnTo>
                    <a:pt x="1102" y="35"/>
                  </a:lnTo>
                  <a:lnTo>
                    <a:pt x="1067" y="27"/>
                  </a:lnTo>
                  <a:lnTo>
                    <a:pt x="1030" y="21"/>
                  </a:lnTo>
                  <a:lnTo>
                    <a:pt x="992" y="14"/>
                  </a:lnTo>
                  <a:lnTo>
                    <a:pt x="953" y="9"/>
                  </a:lnTo>
                  <a:lnTo>
                    <a:pt x="915" y="5"/>
                  </a:lnTo>
                  <a:lnTo>
                    <a:pt x="875" y="1"/>
                  </a:lnTo>
                  <a:lnTo>
                    <a:pt x="835" y="0"/>
                  </a:lnTo>
                  <a:lnTo>
                    <a:pt x="793" y="0"/>
                  </a:lnTo>
                </a:path>
              </a:pathLst>
            </a:custGeom>
            <a:solidFill>
              <a:schemeClr val="bg1"/>
            </a:solidFill>
            <a:ln w="2381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54" name="Rectangle 53">
              <a:extLst>
                <a:ext uri="{FF2B5EF4-FFF2-40B4-BE49-F238E27FC236}">
                  <a16:creationId xmlns:a16="http://schemas.microsoft.com/office/drawing/2014/main" id="{EB3FCD6E-BEB9-481B-A565-A84986A717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42175" y="2657475"/>
              <a:ext cx="22860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55" name="Rectangle 54">
              <a:extLst>
                <a:ext uri="{FF2B5EF4-FFF2-40B4-BE49-F238E27FC236}">
                  <a16:creationId xmlns:a16="http://schemas.microsoft.com/office/drawing/2014/main" id="{4B351CEF-70BA-4674-8484-50E44EAEB8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0188" y="4684712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56" name="Rectangle 55">
              <a:extLst>
                <a:ext uri="{FF2B5EF4-FFF2-40B4-BE49-F238E27FC236}">
                  <a16:creationId xmlns:a16="http://schemas.microsoft.com/office/drawing/2014/main" id="{8F583305-60A9-4CC5-A4BD-A0B32DF0C7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4813" y="4800600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57" name="Rectangle 56">
              <a:extLst>
                <a:ext uri="{FF2B5EF4-FFF2-40B4-BE49-F238E27FC236}">
                  <a16:creationId xmlns:a16="http://schemas.microsoft.com/office/drawing/2014/main" id="{0B1EBA51-A420-414A-94A0-BA1D0CCF6D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6113" y="4684712"/>
              <a:ext cx="1460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58" name="Rectangle 57">
              <a:extLst>
                <a:ext uri="{FF2B5EF4-FFF2-40B4-BE49-F238E27FC236}">
                  <a16:creationId xmlns:a16="http://schemas.microsoft.com/office/drawing/2014/main" id="{1120D3AF-F783-489B-8A4E-428C495258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000" y="4684712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59" name="Rectangle 58">
              <a:extLst>
                <a:ext uri="{FF2B5EF4-FFF2-40B4-BE49-F238E27FC236}">
                  <a16:creationId xmlns:a16="http://schemas.microsoft.com/office/drawing/2014/main" id="{353FA9E1-1807-4E74-B60A-A5A42237B1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9625" y="4684712"/>
              <a:ext cx="185738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60" name="Freeform 59">
              <a:extLst>
                <a:ext uri="{FF2B5EF4-FFF2-40B4-BE49-F238E27FC236}">
                  <a16:creationId xmlns:a16="http://schemas.microsoft.com/office/drawing/2014/main" id="{F045DE53-9FE2-409D-A960-A8B005052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100" y="2301875"/>
              <a:ext cx="1260475" cy="720725"/>
            </a:xfrm>
            <a:custGeom>
              <a:avLst/>
              <a:gdLst>
                <a:gd name="T0" fmla="*/ 2147483646 w 1587"/>
                <a:gd name="T1" fmla="*/ 2147483646 h 907"/>
                <a:gd name="T2" fmla="*/ 2147483646 w 1587"/>
                <a:gd name="T3" fmla="*/ 2147483646 h 907"/>
                <a:gd name="T4" fmla="*/ 2147483646 w 1587"/>
                <a:gd name="T5" fmla="*/ 2147483646 h 907"/>
                <a:gd name="T6" fmla="*/ 2147483646 w 1587"/>
                <a:gd name="T7" fmla="*/ 2147483646 h 907"/>
                <a:gd name="T8" fmla="*/ 2147483646 w 1587"/>
                <a:gd name="T9" fmla="*/ 2147483646 h 907"/>
                <a:gd name="T10" fmla="*/ 2147483646 w 1587"/>
                <a:gd name="T11" fmla="*/ 2147483646 h 907"/>
                <a:gd name="T12" fmla="*/ 2147483646 w 1587"/>
                <a:gd name="T13" fmla="*/ 2147483646 h 907"/>
                <a:gd name="T14" fmla="*/ 2147483646 w 1587"/>
                <a:gd name="T15" fmla="*/ 2147483646 h 907"/>
                <a:gd name="T16" fmla="*/ 2147483646 w 1587"/>
                <a:gd name="T17" fmla="*/ 2147483646 h 907"/>
                <a:gd name="T18" fmla="*/ 2147483646 w 1587"/>
                <a:gd name="T19" fmla="*/ 2147483646 h 907"/>
                <a:gd name="T20" fmla="*/ 0 w 1587"/>
                <a:gd name="T21" fmla="*/ 2147483646 h 907"/>
                <a:gd name="T22" fmla="*/ 2147483646 w 1587"/>
                <a:gd name="T23" fmla="*/ 2147483646 h 907"/>
                <a:gd name="T24" fmla="*/ 2147483646 w 1587"/>
                <a:gd name="T25" fmla="*/ 2147483646 h 907"/>
                <a:gd name="T26" fmla="*/ 2147483646 w 1587"/>
                <a:gd name="T27" fmla="*/ 2147483646 h 907"/>
                <a:gd name="T28" fmla="*/ 2147483646 w 1587"/>
                <a:gd name="T29" fmla="*/ 2147483646 h 907"/>
                <a:gd name="T30" fmla="*/ 2147483646 w 1587"/>
                <a:gd name="T31" fmla="*/ 2147483646 h 907"/>
                <a:gd name="T32" fmla="*/ 2147483646 w 1587"/>
                <a:gd name="T33" fmla="*/ 2147483646 h 907"/>
                <a:gd name="T34" fmla="*/ 2147483646 w 1587"/>
                <a:gd name="T35" fmla="*/ 2147483646 h 907"/>
                <a:gd name="T36" fmla="*/ 2147483646 w 1587"/>
                <a:gd name="T37" fmla="*/ 2147483646 h 907"/>
                <a:gd name="T38" fmla="*/ 2147483646 w 1587"/>
                <a:gd name="T39" fmla="*/ 2147483646 h 907"/>
                <a:gd name="T40" fmla="*/ 2147483646 w 1587"/>
                <a:gd name="T41" fmla="*/ 2147483646 h 907"/>
                <a:gd name="T42" fmla="*/ 2147483646 w 1587"/>
                <a:gd name="T43" fmla="*/ 2147483646 h 907"/>
                <a:gd name="T44" fmla="*/ 2147483646 w 1587"/>
                <a:gd name="T45" fmla="*/ 2147483646 h 907"/>
                <a:gd name="T46" fmla="*/ 2147483646 w 1587"/>
                <a:gd name="T47" fmla="*/ 2147483646 h 907"/>
                <a:gd name="T48" fmla="*/ 2147483646 w 1587"/>
                <a:gd name="T49" fmla="*/ 2147483646 h 907"/>
                <a:gd name="T50" fmla="*/ 2147483646 w 1587"/>
                <a:gd name="T51" fmla="*/ 2147483646 h 907"/>
                <a:gd name="T52" fmla="*/ 2147483646 w 1587"/>
                <a:gd name="T53" fmla="*/ 2147483646 h 907"/>
                <a:gd name="T54" fmla="*/ 2147483646 w 1587"/>
                <a:gd name="T55" fmla="*/ 2147483646 h 907"/>
                <a:gd name="T56" fmla="*/ 2147483646 w 1587"/>
                <a:gd name="T57" fmla="*/ 2147483646 h 907"/>
                <a:gd name="T58" fmla="*/ 2147483646 w 1587"/>
                <a:gd name="T59" fmla="*/ 2147483646 h 907"/>
                <a:gd name="T60" fmla="*/ 2147483646 w 1587"/>
                <a:gd name="T61" fmla="*/ 2147483646 h 907"/>
                <a:gd name="T62" fmla="*/ 2147483646 w 1587"/>
                <a:gd name="T63" fmla="*/ 2147483646 h 907"/>
                <a:gd name="T64" fmla="*/ 2147483646 w 1587"/>
                <a:gd name="T65" fmla="*/ 2147483646 h 907"/>
                <a:gd name="T66" fmla="*/ 2147483646 w 1587"/>
                <a:gd name="T67" fmla="*/ 2147483646 h 907"/>
                <a:gd name="T68" fmla="*/ 2147483646 w 1587"/>
                <a:gd name="T69" fmla="*/ 2147483646 h 907"/>
                <a:gd name="T70" fmla="*/ 2147483646 w 1587"/>
                <a:gd name="T71" fmla="*/ 2147483646 h 907"/>
                <a:gd name="T72" fmla="*/ 2147483646 w 1587"/>
                <a:gd name="T73" fmla="*/ 2147483646 h 907"/>
                <a:gd name="T74" fmla="*/ 2147483646 w 1587"/>
                <a:gd name="T75" fmla="*/ 2147483646 h 907"/>
                <a:gd name="T76" fmla="*/ 2147483646 w 1587"/>
                <a:gd name="T77" fmla="*/ 2147483646 h 907"/>
                <a:gd name="T78" fmla="*/ 2147483646 w 1587"/>
                <a:gd name="T79" fmla="*/ 2147483646 h 907"/>
                <a:gd name="T80" fmla="*/ 2147483646 w 1587"/>
                <a:gd name="T81" fmla="*/ 2147483646 h 907"/>
                <a:gd name="T82" fmla="*/ 2147483646 w 1587"/>
                <a:gd name="T83" fmla="*/ 2147483646 h 907"/>
                <a:gd name="T84" fmla="*/ 2147483646 w 1587"/>
                <a:gd name="T85" fmla="*/ 2147483646 h 907"/>
                <a:gd name="T86" fmla="*/ 2147483646 w 1587"/>
                <a:gd name="T87" fmla="*/ 0 h 90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87"/>
                <a:gd name="T133" fmla="*/ 0 h 907"/>
                <a:gd name="T134" fmla="*/ 1587 w 1587"/>
                <a:gd name="T135" fmla="*/ 907 h 907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87" h="907">
                  <a:moveTo>
                    <a:pt x="793" y="0"/>
                  </a:moveTo>
                  <a:lnTo>
                    <a:pt x="753" y="0"/>
                  </a:lnTo>
                  <a:lnTo>
                    <a:pt x="713" y="1"/>
                  </a:lnTo>
                  <a:lnTo>
                    <a:pt x="673" y="5"/>
                  </a:lnTo>
                  <a:lnTo>
                    <a:pt x="633" y="9"/>
                  </a:lnTo>
                  <a:lnTo>
                    <a:pt x="595" y="14"/>
                  </a:lnTo>
                  <a:lnTo>
                    <a:pt x="558" y="21"/>
                  </a:lnTo>
                  <a:lnTo>
                    <a:pt x="521" y="27"/>
                  </a:lnTo>
                  <a:lnTo>
                    <a:pt x="484" y="35"/>
                  </a:lnTo>
                  <a:lnTo>
                    <a:pt x="449" y="45"/>
                  </a:lnTo>
                  <a:lnTo>
                    <a:pt x="416" y="54"/>
                  </a:lnTo>
                  <a:lnTo>
                    <a:pt x="382" y="65"/>
                  </a:lnTo>
                  <a:lnTo>
                    <a:pt x="350" y="77"/>
                  </a:lnTo>
                  <a:lnTo>
                    <a:pt x="320" y="89"/>
                  </a:lnTo>
                  <a:lnTo>
                    <a:pt x="289" y="104"/>
                  </a:lnTo>
                  <a:lnTo>
                    <a:pt x="260" y="118"/>
                  </a:lnTo>
                  <a:lnTo>
                    <a:pt x="233" y="133"/>
                  </a:lnTo>
                  <a:lnTo>
                    <a:pt x="206" y="149"/>
                  </a:lnTo>
                  <a:lnTo>
                    <a:pt x="182" y="165"/>
                  </a:lnTo>
                  <a:lnTo>
                    <a:pt x="158" y="182"/>
                  </a:lnTo>
                  <a:lnTo>
                    <a:pt x="136" y="200"/>
                  </a:lnTo>
                  <a:lnTo>
                    <a:pt x="115" y="217"/>
                  </a:lnTo>
                  <a:lnTo>
                    <a:pt x="96" y="237"/>
                  </a:lnTo>
                  <a:lnTo>
                    <a:pt x="78" y="256"/>
                  </a:lnTo>
                  <a:lnTo>
                    <a:pt x="62" y="277"/>
                  </a:lnTo>
                  <a:lnTo>
                    <a:pt x="48" y="297"/>
                  </a:lnTo>
                  <a:lnTo>
                    <a:pt x="36" y="318"/>
                  </a:lnTo>
                  <a:lnTo>
                    <a:pt x="25" y="339"/>
                  </a:lnTo>
                  <a:lnTo>
                    <a:pt x="16" y="361"/>
                  </a:lnTo>
                  <a:lnTo>
                    <a:pt x="9" y="384"/>
                  </a:lnTo>
                  <a:lnTo>
                    <a:pt x="4" y="406"/>
                  </a:lnTo>
                  <a:lnTo>
                    <a:pt x="1" y="430"/>
                  </a:lnTo>
                  <a:lnTo>
                    <a:pt x="0" y="453"/>
                  </a:lnTo>
                  <a:lnTo>
                    <a:pt x="1" y="477"/>
                  </a:lnTo>
                  <a:lnTo>
                    <a:pt x="4" y="499"/>
                  </a:lnTo>
                  <a:lnTo>
                    <a:pt x="9" y="521"/>
                  </a:lnTo>
                  <a:lnTo>
                    <a:pt x="16" y="544"/>
                  </a:lnTo>
                  <a:lnTo>
                    <a:pt x="25" y="566"/>
                  </a:lnTo>
                  <a:lnTo>
                    <a:pt x="36" y="589"/>
                  </a:lnTo>
                  <a:lnTo>
                    <a:pt x="48" y="609"/>
                  </a:lnTo>
                  <a:lnTo>
                    <a:pt x="62" y="630"/>
                  </a:lnTo>
                  <a:lnTo>
                    <a:pt x="78" y="649"/>
                  </a:lnTo>
                  <a:lnTo>
                    <a:pt x="96" y="669"/>
                  </a:lnTo>
                  <a:lnTo>
                    <a:pt x="115" y="688"/>
                  </a:lnTo>
                  <a:lnTo>
                    <a:pt x="136" y="707"/>
                  </a:lnTo>
                  <a:lnTo>
                    <a:pt x="158" y="725"/>
                  </a:lnTo>
                  <a:lnTo>
                    <a:pt x="182" y="742"/>
                  </a:lnTo>
                  <a:lnTo>
                    <a:pt x="206" y="758"/>
                  </a:lnTo>
                  <a:lnTo>
                    <a:pt x="233" y="774"/>
                  </a:lnTo>
                  <a:lnTo>
                    <a:pt x="260" y="789"/>
                  </a:lnTo>
                  <a:lnTo>
                    <a:pt x="289" y="803"/>
                  </a:lnTo>
                  <a:lnTo>
                    <a:pt x="320" y="816"/>
                  </a:lnTo>
                  <a:lnTo>
                    <a:pt x="350" y="829"/>
                  </a:lnTo>
                  <a:lnTo>
                    <a:pt x="382" y="841"/>
                  </a:lnTo>
                  <a:lnTo>
                    <a:pt x="416" y="853"/>
                  </a:lnTo>
                  <a:lnTo>
                    <a:pt x="449" y="862"/>
                  </a:lnTo>
                  <a:lnTo>
                    <a:pt x="484" y="870"/>
                  </a:lnTo>
                  <a:lnTo>
                    <a:pt x="521" y="880"/>
                  </a:lnTo>
                  <a:lnTo>
                    <a:pt x="558" y="886"/>
                  </a:lnTo>
                  <a:lnTo>
                    <a:pt x="595" y="893"/>
                  </a:lnTo>
                  <a:lnTo>
                    <a:pt x="633" y="897"/>
                  </a:lnTo>
                  <a:lnTo>
                    <a:pt x="673" y="901"/>
                  </a:lnTo>
                  <a:lnTo>
                    <a:pt x="713" y="904"/>
                  </a:lnTo>
                  <a:lnTo>
                    <a:pt x="753" y="905"/>
                  </a:lnTo>
                  <a:lnTo>
                    <a:pt x="793" y="907"/>
                  </a:lnTo>
                  <a:lnTo>
                    <a:pt x="835" y="905"/>
                  </a:lnTo>
                  <a:lnTo>
                    <a:pt x="875" y="904"/>
                  </a:lnTo>
                  <a:lnTo>
                    <a:pt x="915" y="901"/>
                  </a:lnTo>
                  <a:lnTo>
                    <a:pt x="953" y="897"/>
                  </a:lnTo>
                  <a:lnTo>
                    <a:pt x="992" y="893"/>
                  </a:lnTo>
                  <a:lnTo>
                    <a:pt x="1030" y="886"/>
                  </a:lnTo>
                  <a:lnTo>
                    <a:pt x="1067" y="880"/>
                  </a:lnTo>
                  <a:lnTo>
                    <a:pt x="1102" y="870"/>
                  </a:lnTo>
                  <a:lnTo>
                    <a:pt x="1137" y="862"/>
                  </a:lnTo>
                  <a:lnTo>
                    <a:pt x="1172" y="853"/>
                  </a:lnTo>
                  <a:lnTo>
                    <a:pt x="1204" y="841"/>
                  </a:lnTo>
                  <a:lnTo>
                    <a:pt x="1238" y="829"/>
                  </a:lnTo>
                  <a:lnTo>
                    <a:pt x="1268" y="816"/>
                  </a:lnTo>
                  <a:lnTo>
                    <a:pt x="1299" y="803"/>
                  </a:lnTo>
                  <a:lnTo>
                    <a:pt x="1328" y="789"/>
                  </a:lnTo>
                  <a:lnTo>
                    <a:pt x="1355" y="774"/>
                  </a:lnTo>
                  <a:lnTo>
                    <a:pt x="1380" y="758"/>
                  </a:lnTo>
                  <a:lnTo>
                    <a:pt x="1406" y="742"/>
                  </a:lnTo>
                  <a:lnTo>
                    <a:pt x="1430" y="725"/>
                  </a:lnTo>
                  <a:lnTo>
                    <a:pt x="1452" y="707"/>
                  </a:lnTo>
                  <a:lnTo>
                    <a:pt x="1472" y="688"/>
                  </a:lnTo>
                  <a:lnTo>
                    <a:pt x="1491" y="669"/>
                  </a:lnTo>
                  <a:lnTo>
                    <a:pt x="1508" y="649"/>
                  </a:lnTo>
                  <a:lnTo>
                    <a:pt x="1524" y="630"/>
                  </a:lnTo>
                  <a:lnTo>
                    <a:pt x="1539" y="609"/>
                  </a:lnTo>
                  <a:lnTo>
                    <a:pt x="1552" y="589"/>
                  </a:lnTo>
                  <a:lnTo>
                    <a:pt x="1563" y="566"/>
                  </a:lnTo>
                  <a:lnTo>
                    <a:pt x="1571" y="544"/>
                  </a:lnTo>
                  <a:lnTo>
                    <a:pt x="1579" y="521"/>
                  </a:lnTo>
                  <a:lnTo>
                    <a:pt x="1584" y="499"/>
                  </a:lnTo>
                  <a:lnTo>
                    <a:pt x="1587" y="477"/>
                  </a:lnTo>
                  <a:lnTo>
                    <a:pt x="1587" y="453"/>
                  </a:lnTo>
                  <a:lnTo>
                    <a:pt x="1587" y="430"/>
                  </a:lnTo>
                  <a:lnTo>
                    <a:pt x="1584" y="406"/>
                  </a:lnTo>
                  <a:lnTo>
                    <a:pt x="1579" y="384"/>
                  </a:lnTo>
                  <a:lnTo>
                    <a:pt x="1571" y="361"/>
                  </a:lnTo>
                  <a:lnTo>
                    <a:pt x="1563" y="339"/>
                  </a:lnTo>
                  <a:lnTo>
                    <a:pt x="1552" y="318"/>
                  </a:lnTo>
                  <a:lnTo>
                    <a:pt x="1539" y="297"/>
                  </a:lnTo>
                  <a:lnTo>
                    <a:pt x="1524" y="277"/>
                  </a:lnTo>
                  <a:lnTo>
                    <a:pt x="1508" y="256"/>
                  </a:lnTo>
                  <a:lnTo>
                    <a:pt x="1491" y="237"/>
                  </a:lnTo>
                  <a:lnTo>
                    <a:pt x="1472" y="217"/>
                  </a:lnTo>
                  <a:lnTo>
                    <a:pt x="1452" y="200"/>
                  </a:lnTo>
                  <a:lnTo>
                    <a:pt x="1430" y="182"/>
                  </a:lnTo>
                  <a:lnTo>
                    <a:pt x="1406" y="165"/>
                  </a:lnTo>
                  <a:lnTo>
                    <a:pt x="1380" y="149"/>
                  </a:lnTo>
                  <a:lnTo>
                    <a:pt x="1355" y="133"/>
                  </a:lnTo>
                  <a:lnTo>
                    <a:pt x="1328" y="118"/>
                  </a:lnTo>
                  <a:lnTo>
                    <a:pt x="1299" y="104"/>
                  </a:lnTo>
                  <a:lnTo>
                    <a:pt x="1268" y="89"/>
                  </a:lnTo>
                  <a:lnTo>
                    <a:pt x="1238" y="77"/>
                  </a:lnTo>
                  <a:lnTo>
                    <a:pt x="1204" y="65"/>
                  </a:lnTo>
                  <a:lnTo>
                    <a:pt x="1172" y="54"/>
                  </a:lnTo>
                  <a:lnTo>
                    <a:pt x="1137" y="45"/>
                  </a:lnTo>
                  <a:lnTo>
                    <a:pt x="1102" y="35"/>
                  </a:lnTo>
                  <a:lnTo>
                    <a:pt x="1067" y="27"/>
                  </a:lnTo>
                  <a:lnTo>
                    <a:pt x="1030" y="21"/>
                  </a:lnTo>
                  <a:lnTo>
                    <a:pt x="992" y="14"/>
                  </a:lnTo>
                  <a:lnTo>
                    <a:pt x="953" y="9"/>
                  </a:lnTo>
                  <a:lnTo>
                    <a:pt x="915" y="5"/>
                  </a:lnTo>
                  <a:lnTo>
                    <a:pt x="875" y="1"/>
                  </a:lnTo>
                  <a:lnTo>
                    <a:pt x="835" y="0"/>
                  </a:lnTo>
                  <a:lnTo>
                    <a:pt x="793" y="0"/>
                  </a:lnTo>
                </a:path>
              </a:pathLst>
            </a:custGeom>
            <a:solidFill>
              <a:schemeClr val="bg1"/>
            </a:solidFill>
            <a:ln w="2381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61" name="Rectangle 60">
              <a:extLst>
                <a:ext uri="{FF2B5EF4-FFF2-40B4-BE49-F238E27FC236}">
                  <a16:creationId xmlns:a16="http://schemas.microsoft.com/office/drawing/2014/main" id="{1D18397D-28E4-49E3-AB1A-BC00A3AB09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0863" y="4678362"/>
              <a:ext cx="100012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panose="05050102010706020507" pitchFamily="18" charset="2"/>
                  <a:ea typeface="MS PGothic" panose="020B0600070205080204" pitchFamily="34" charset="-128"/>
                  <a:cs typeface="+mn-cs"/>
                </a:rPr>
                <a:t>¤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62" name="Rectangle 61">
              <a:extLst>
                <a:ext uri="{FF2B5EF4-FFF2-40B4-BE49-F238E27FC236}">
                  <a16:creationId xmlns:a16="http://schemas.microsoft.com/office/drawing/2014/main" id="{E3E09EB5-D116-4C48-BE43-443EEFA86D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0188" y="2525712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63" name="Rectangle 62">
              <a:extLst>
                <a:ext uri="{FF2B5EF4-FFF2-40B4-BE49-F238E27FC236}">
                  <a16:creationId xmlns:a16="http://schemas.microsoft.com/office/drawing/2014/main" id="{CD8DDBEF-A6EB-483A-8D5B-E973032442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4813" y="2641600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64" name="Rectangle 63">
              <a:extLst>
                <a:ext uri="{FF2B5EF4-FFF2-40B4-BE49-F238E27FC236}">
                  <a16:creationId xmlns:a16="http://schemas.microsoft.com/office/drawing/2014/main" id="{F0F02560-05B8-4FB0-848F-38E6FDF9E0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6113" y="2525712"/>
              <a:ext cx="1460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65" name="Rectangle 64">
              <a:extLst>
                <a:ext uri="{FF2B5EF4-FFF2-40B4-BE49-F238E27FC236}">
                  <a16:creationId xmlns:a16="http://schemas.microsoft.com/office/drawing/2014/main" id="{29D8A193-1D00-4B79-87A2-DB9A037E43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000" y="2525712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66" name="Rectangle 65">
              <a:extLst>
                <a:ext uri="{FF2B5EF4-FFF2-40B4-BE49-F238E27FC236}">
                  <a16:creationId xmlns:a16="http://schemas.microsoft.com/office/drawing/2014/main" id="{9DCCA800-0584-4C6D-9DCC-C7061F243F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9625" y="2525712"/>
              <a:ext cx="185738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67" name="Rectangle 66">
              <a:extLst>
                <a:ext uri="{FF2B5EF4-FFF2-40B4-BE49-F238E27FC236}">
                  <a16:creationId xmlns:a16="http://schemas.microsoft.com/office/drawing/2014/main" id="{F53C7BAD-8787-4912-BB18-79E85C7822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0863" y="2519362"/>
              <a:ext cx="100012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panose="05050102010706020507" pitchFamily="18" charset="2"/>
                  <a:ea typeface="MS PGothic" panose="020B0600070205080204" pitchFamily="34" charset="-128"/>
                  <a:cs typeface="+mn-cs"/>
                </a:rPr>
                <a:t>¤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68" name="Rectangle 67">
              <a:extLst>
                <a:ext uri="{FF2B5EF4-FFF2-40B4-BE49-F238E27FC236}">
                  <a16:creationId xmlns:a16="http://schemas.microsoft.com/office/drawing/2014/main" id="{FF988BC3-8108-4B07-A1DC-A67A60742F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7313" y="3506787"/>
              <a:ext cx="2286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69" name="Rectangle 68">
              <a:extLst>
                <a:ext uri="{FF2B5EF4-FFF2-40B4-BE49-F238E27FC236}">
                  <a16:creationId xmlns:a16="http://schemas.microsoft.com/office/drawing/2014/main" id="{761FE3CA-E128-46E8-9797-A922D4CD32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7313" y="3735387"/>
              <a:ext cx="2286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70" name="Rectangle 69">
              <a:extLst>
                <a:ext uri="{FF2B5EF4-FFF2-40B4-BE49-F238E27FC236}">
                  <a16:creationId xmlns:a16="http://schemas.microsoft.com/office/drawing/2014/main" id="{381B629A-812E-4A92-A62E-77F91208F1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5475" y="3617912"/>
              <a:ext cx="2286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71" name="Rectangle 70">
              <a:extLst>
                <a:ext uri="{FF2B5EF4-FFF2-40B4-BE49-F238E27FC236}">
                  <a16:creationId xmlns:a16="http://schemas.microsoft.com/office/drawing/2014/main" id="{43698B83-B17E-4655-9578-674666BCEB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4488" y="4589462"/>
              <a:ext cx="2286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72" name="Freeform 71">
              <a:extLst>
                <a:ext uri="{FF2B5EF4-FFF2-40B4-BE49-F238E27FC236}">
                  <a16:creationId xmlns:a16="http://schemas.microsoft.com/office/drawing/2014/main" id="{9877C46C-DE4E-4AF0-AC75-6702E908C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8413" y="2635250"/>
              <a:ext cx="152400" cy="50800"/>
            </a:xfrm>
            <a:custGeom>
              <a:avLst/>
              <a:gdLst>
                <a:gd name="T0" fmla="*/ 0 w 192"/>
                <a:gd name="T1" fmla="*/ 2147483646 h 64"/>
                <a:gd name="T2" fmla="*/ 2147483646 w 192"/>
                <a:gd name="T3" fmla="*/ 2147483646 h 64"/>
                <a:gd name="T4" fmla="*/ 0 w 192"/>
                <a:gd name="T5" fmla="*/ 0 h 64"/>
                <a:gd name="T6" fmla="*/ 0 w 192"/>
                <a:gd name="T7" fmla="*/ 2147483646 h 64"/>
                <a:gd name="T8" fmla="*/ 0 w 192"/>
                <a:gd name="T9" fmla="*/ 2147483646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64"/>
                <a:gd name="T17" fmla="*/ 192 w 192"/>
                <a:gd name="T18" fmla="*/ 64 h 6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64">
                  <a:moveTo>
                    <a:pt x="0" y="64"/>
                  </a:moveTo>
                  <a:lnTo>
                    <a:pt x="192" y="32"/>
                  </a:lnTo>
                  <a:lnTo>
                    <a:pt x="0" y="0"/>
                  </a:lnTo>
                  <a:lnTo>
                    <a:pt x="0" y="32"/>
                  </a:lnTo>
                  <a:lnTo>
                    <a:pt x="0" y="64"/>
                  </a:lnTo>
                  <a:close/>
                </a:path>
              </a:pathLst>
            </a:custGeom>
            <a:solidFill>
              <a:srgbClr val="000000"/>
            </a:solidFill>
            <a:ln w="2381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73" name="Line 72">
              <a:extLst>
                <a:ext uri="{FF2B5EF4-FFF2-40B4-BE49-F238E27FC236}">
                  <a16:creationId xmlns:a16="http://schemas.microsoft.com/office/drawing/2014/main" id="{D0538D12-EDA7-4DE8-8905-25538EA3E0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33813" y="2660650"/>
              <a:ext cx="1244600" cy="1587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74" name="Freeform 73">
              <a:extLst>
                <a:ext uri="{FF2B5EF4-FFF2-40B4-BE49-F238E27FC236}">
                  <a16:creationId xmlns:a16="http://schemas.microsoft.com/office/drawing/2014/main" id="{40F51700-50E3-465C-8A53-63EEB4495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613" y="4794250"/>
              <a:ext cx="152400" cy="50800"/>
            </a:xfrm>
            <a:custGeom>
              <a:avLst/>
              <a:gdLst>
                <a:gd name="T0" fmla="*/ 2147483646 w 192"/>
                <a:gd name="T1" fmla="*/ 0 h 64"/>
                <a:gd name="T2" fmla="*/ 0 w 192"/>
                <a:gd name="T3" fmla="*/ 2147483646 h 64"/>
                <a:gd name="T4" fmla="*/ 2147483646 w 192"/>
                <a:gd name="T5" fmla="*/ 2147483646 h 64"/>
                <a:gd name="T6" fmla="*/ 2147483646 w 192"/>
                <a:gd name="T7" fmla="*/ 2147483646 h 64"/>
                <a:gd name="T8" fmla="*/ 2147483646 w 192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64"/>
                <a:gd name="T17" fmla="*/ 192 w 192"/>
                <a:gd name="T18" fmla="*/ 64 h 6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64">
                  <a:moveTo>
                    <a:pt x="192" y="0"/>
                  </a:moveTo>
                  <a:lnTo>
                    <a:pt x="0" y="32"/>
                  </a:lnTo>
                  <a:lnTo>
                    <a:pt x="192" y="64"/>
                  </a:lnTo>
                  <a:lnTo>
                    <a:pt x="192" y="32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000000"/>
            </a:solidFill>
            <a:ln w="2381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75" name="Line 74">
              <a:extLst>
                <a:ext uri="{FF2B5EF4-FFF2-40B4-BE49-F238E27FC236}">
                  <a16:creationId xmlns:a16="http://schemas.microsoft.com/office/drawing/2014/main" id="{187A0DEC-AE8F-4ED1-8BD2-62D4A19DEF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37013" y="4819650"/>
              <a:ext cx="1244600" cy="1587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76" name="Rectangle 75">
              <a:extLst>
                <a:ext uri="{FF2B5EF4-FFF2-40B4-BE49-F238E27FC236}">
                  <a16:creationId xmlns:a16="http://schemas.microsoft.com/office/drawing/2014/main" id="{422A47B0-617B-43C7-8253-8155833512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7188" y="2530475"/>
              <a:ext cx="22860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77" name="Freeform 76">
              <a:extLst>
                <a:ext uri="{FF2B5EF4-FFF2-40B4-BE49-F238E27FC236}">
                  <a16:creationId xmlns:a16="http://schemas.microsoft.com/office/drawing/2014/main" id="{2D67FEC5-4EE2-4525-A941-3CAA0292A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725" y="3975100"/>
              <a:ext cx="1047750" cy="685800"/>
            </a:xfrm>
            <a:custGeom>
              <a:avLst/>
              <a:gdLst>
                <a:gd name="T0" fmla="*/ 2147483646 w 1320"/>
                <a:gd name="T1" fmla="*/ 2147483646 h 864"/>
                <a:gd name="T2" fmla="*/ 2147483646 w 1320"/>
                <a:gd name="T3" fmla="*/ 2147483646 h 864"/>
                <a:gd name="T4" fmla="*/ 2147483646 w 1320"/>
                <a:gd name="T5" fmla="*/ 2147483646 h 864"/>
                <a:gd name="T6" fmla="*/ 2147483646 w 1320"/>
                <a:gd name="T7" fmla="*/ 2147483646 h 864"/>
                <a:gd name="T8" fmla="*/ 2147483646 w 1320"/>
                <a:gd name="T9" fmla="*/ 2147483646 h 864"/>
                <a:gd name="T10" fmla="*/ 2147483646 w 1320"/>
                <a:gd name="T11" fmla="*/ 2147483646 h 864"/>
                <a:gd name="T12" fmla="*/ 2147483646 w 1320"/>
                <a:gd name="T13" fmla="*/ 2147483646 h 864"/>
                <a:gd name="T14" fmla="*/ 2147483646 w 1320"/>
                <a:gd name="T15" fmla="*/ 2147483646 h 864"/>
                <a:gd name="T16" fmla="*/ 2147483646 w 1320"/>
                <a:gd name="T17" fmla="*/ 2147483646 h 864"/>
                <a:gd name="T18" fmla="*/ 2147483646 w 1320"/>
                <a:gd name="T19" fmla="*/ 2147483646 h 864"/>
                <a:gd name="T20" fmla="*/ 2147483646 w 1320"/>
                <a:gd name="T21" fmla="*/ 2147483646 h 864"/>
                <a:gd name="T22" fmla="*/ 2147483646 w 1320"/>
                <a:gd name="T23" fmla="*/ 2147483646 h 864"/>
                <a:gd name="T24" fmla="*/ 2147483646 w 1320"/>
                <a:gd name="T25" fmla="*/ 2147483646 h 864"/>
                <a:gd name="T26" fmla="*/ 2147483646 w 1320"/>
                <a:gd name="T27" fmla="*/ 2147483646 h 864"/>
                <a:gd name="T28" fmla="*/ 2147483646 w 1320"/>
                <a:gd name="T29" fmla="*/ 2147483646 h 864"/>
                <a:gd name="T30" fmla="*/ 2147483646 w 1320"/>
                <a:gd name="T31" fmla="*/ 2147483646 h 864"/>
                <a:gd name="T32" fmla="*/ 2147483646 w 1320"/>
                <a:gd name="T33" fmla="*/ 2147483646 h 864"/>
                <a:gd name="T34" fmla="*/ 2147483646 w 1320"/>
                <a:gd name="T35" fmla="*/ 2147483646 h 864"/>
                <a:gd name="T36" fmla="*/ 2147483646 w 1320"/>
                <a:gd name="T37" fmla="*/ 2147483646 h 864"/>
                <a:gd name="T38" fmla="*/ 2147483646 w 1320"/>
                <a:gd name="T39" fmla="*/ 2147483646 h 864"/>
                <a:gd name="T40" fmla="*/ 2147483646 w 1320"/>
                <a:gd name="T41" fmla="*/ 2147483646 h 864"/>
                <a:gd name="T42" fmla="*/ 2147483646 w 1320"/>
                <a:gd name="T43" fmla="*/ 2147483646 h 864"/>
                <a:gd name="T44" fmla="*/ 2147483646 w 1320"/>
                <a:gd name="T45" fmla="*/ 2147483646 h 864"/>
                <a:gd name="T46" fmla="*/ 2147483646 w 1320"/>
                <a:gd name="T47" fmla="*/ 2147483646 h 864"/>
                <a:gd name="T48" fmla="*/ 2147483646 w 1320"/>
                <a:gd name="T49" fmla="*/ 2147483646 h 864"/>
                <a:gd name="T50" fmla="*/ 2147483646 w 1320"/>
                <a:gd name="T51" fmla="*/ 2147483646 h 864"/>
                <a:gd name="T52" fmla="*/ 2147483646 w 1320"/>
                <a:gd name="T53" fmla="*/ 2147483646 h 864"/>
                <a:gd name="T54" fmla="*/ 2147483646 w 1320"/>
                <a:gd name="T55" fmla="*/ 2147483646 h 864"/>
                <a:gd name="T56" fmla="*/ 2147483646 w 1320"/>
                <a:gd name="T57" fmla="*/ 2147483646 h 864"/>
                <a:gd name="T58" fmla="*/ 2147483646 w 1320"/>
                <a:gd name="T59" fmla="*/ 2147483646 h 864"/>
                <a:gd name="T60" fmla="*/ 2147483646 w 1320"/>
                <a:gd name="T61" fmla="*/ 2147483646 h 864"/>
                <a:gd name="T62" fmla="*/ 2147483646 w 1320"/>
                <a:gd name="T63" fmla="*/ 2147483646 h 864"/>
                <a:gd name="T64" fmla="*/ 2147483646 w 1320"/>
                <a:gd name="T65" fmla="*/ 2147483646 h 864"/>
                <a:gd name="T66" fmla="*/ 2147483646 w 1320"/>
                <a:gd name="T67" fmla="*/ 2147483646 h 864"/>
                <a:gd name="T68" fmla="*/ 2147483646 w 1320"/>
                <a:gd name="T69" fmla="*/ 2147483646 h 864"/>
                <a:gd name="T70" fmla="*/ 2147483646 w 1320"/>
                <a:gd name="T71" fmla="*/ 2147483646 h 864"/>
                <a:gd name="T72" fmla="*/ 2147483646 w 1320"/>
                <a:gd name="T73" fmla="*/ 2147483646 h 864"/>
                <a:gd name="T74" fmla="*/ 2147483646 w 1320"/>
                <a:gd name="T75" fmla="*/ 2147483646 h 864"/>
                <a:gd name="T76" fmla="*/ 2147483646 w 1320"/>
                <a:gd name="T77" fmla="*/ 2147483646 h 864"/>
                <a:gd name="T78" fmla="*/ 2147483646 w 1320"/>
                <a:gd name="T79" fmla="*/ 2147483646 h 864"/>
                <a:gd name="T80" fmla="*/ 2147483646 w 1320"/>
                <a:gd name="T81" fmla="*/ 2147483646 h 864"/>
                <a:gd name="T82" fmla="*/ 2147483646 w 1320"/>
                <a:gd name="T83" fmla="*/ 2147483646 h 864"/>
                <a:gd name="T84" fmla="*/ 2147483646 w 1320"/>
                <a:gd name="T85" fmla="*/ 2147483646 h 864"/>
                <a:gd name="T86" fmla="*/ 2147483646 w 1320"/>
                <a:gd name="T87" fmla="*/ 2147483646 h 864"/>
                <a:gd name="T88" fmla="*/ 2147483646 w 1320"/>
                <a:gd name="T89" fmla="*/ 2147483646 h 864"/>
                <a:gd name="T90" fmla="*/ 2147483646 w 1320"/>
                <a:gd name="T91" fmla="*/ 2147483646 h 864"/>
                <a:gd name="T92" fmla="*/ 2147483646 w 1320"/>
                <a:gd name="T93" fmla="*/ 2147483646 h 864"/>
                <a:gd name="T94" fmla="*/ 2147483646 w 1320"/>
                <a:gd name="T95" fmla="*/ 2147483646 h 864"/>
                <a:gd name="T96" fmla="*/ 2147483646 w 1320"/>
                <a:gd name="T97" fmla="*/ 2147483646 h 86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320"/>
                <a:gd name="T148" fmla="*/ 0 h 864"/>
                <a:gd name="T149" fmla="*/ 1320 w 1320"/>
                <a:gd name="T150" fmla="*/ 864 h 86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320" h="864">
                  <a:moveTo>
                    <a:pt x="0" y="864"/>
                  </a:moveTo>
                  <a:lnTo>
                    <a:pt x="38" y="848"/>
                  </a:lnTo>
                  <a:lnTo>
                    <a:pt x="75" y="834"/>
                  </a:lnTo>
                  <a:lnTo>
                    <a:pt x="110" y="821"/>
                  </a:lnTo>
                  <a:lnTo>
                    <a:pt x="142" y="806"/>
                  </a:lnTo>
                  <a:lnTo>
                    <a:pt x="174" y="795"/>
                  </a:lnTo>
                  <a:lnTo>
                    <a:pt x="202" y="784"/>
                  </a:lnTo>
                  <a:lnTo>
                    <a:pt x="229" y="773"/>
                  </a:lnTo>
                  <a:lnTo>
                    <a:pt x="253" y="763"/>
                  </a:lnTo>
                  <a:lnTo>
                    <a:pt x="277" y="754"/>
                  </a:lnTo>
                  <a:lnTo>
                    <a:pt x="298" y="744"/>
                  </a:lnTo>
                  <a:lnTo>
                    <a:pt x="318" y="736"/>
                  </a:lnTo>
                  <a:lnTo>
                    <a:pt x="338" y="728"/>
                  </a:lnTo>
                  <a:lnTo>
                    <a:pt x="355" y="720"/>
                  </a:lnTo>
                  <a:lnTo>
                    <a:pt x="371" y="712"/>
                  </a:lnTo>
                  <a:lnTo>
                    <a:pt x="387" y="706"/>
                  </a:lnTo>
                  <a:lnTo>
                    <a:pt x="403" y="698"/>
                  </a:lnTo>
                  <a:lnTo>
                    <a:pt x="416" y="691"/>
                  </a:lnTo>
                  <a:lnTo>
                    <a:pt x="430" y="685"/>
                  </a:lnTo>
                  <a:lnTo>
                    <a:pt x="443" y="678"/>
                  </a:lnTo>
                  <a:lnTo>
                    <a:pt x="456" y="672"/>
                  </a:lnTo>
                  <a:lnTo>
                    <a:pt x="469" y="666"/>
                  </a:lnTo>
                  <a:lnTo>
                    <a:pt x="480" y="658"/>
                  </a:lnTo>
                  <a:lnTo>
                    <a:pt x="493" y="651"/>
                  </a:lnTo>
                  <a:lnTo>
                    <a:pt x="504" y="645"/>
                  </a:lnTo>
                  <a:lnTo>
                    <a:pt x="517" y="637"/>
                  </a:lnTo>
                  <a:lnTo>
                    <a:pt x="530" y="629"/>
                  </a:lnTo>
                  <a:lnTo>
                    <a:pt x="542" y="621"/>
                  </a:lnTo>
                  <a:lnTo>
                    <a:pt x="557" y="613"/>
                  </a:lnTo>
                  <a:lnTo>
                    <a:pt x="571" y="603"/>
                  </a:lnTo>
                  <a:lnTo>
                    <a:pt x="586" y="594"/>
                  </a:lnTo>
                  <a:lnTo>
                    <a:pt x="602" y="584"/>
                  </a:lnTo>
                  <a:lnTo>
                    <a:pt x="618" y="573"/>
                  </a:lnTo>
                  <a:lnTo>
                    <a:pt x="635" y="562"/>
                  </a:lnTo>
                  <a:lnTo>
                    <a:pt x="651" y="552"/>
                  </a:lnTo>
                  <a:lnTo>
                    <a:pt x="666" y="542"/>
                  </a:lnTo>
                  <a:lnTo>
                    <a:pt x="680" y="533"/>
                  </a:lnTo>
                  <a:lnTo>
                    <a:pt x="693" y="525"/>
                  </a:lnTo>
                  <a:lnTo>
                    <a:pt x="706" y="517"/>
                  </a:lnTo>
                  <a:lnTo>
                    <a:pt x="717" y="509"/>
                  </a:lnTo>
                  <a:lnTo>
                    <a:pt x="728" y="501"/>
                  </a:lnTo>
                  <a:lnTo>
                    <a:pt x="738" y="494"/>
                  </a:lnTo>
                  <a:lnTo>
                    <a:pt x="749" y="486"/>
                  </a:lnTo>
                  <a:lnTo>
                    <a:pt x="758" y="480"/>
                  </a:lnTo>
                  <a:lnTo>
                    <a:pt x="768" y="474"/>
                  </a:lnTo>
                  <a:lnTo>
                    <a:pt x="778" y="467"/>
                  </a:lnTo>
                  <a:lnTo>
                    <a:pt x="786" y="461"/>
                  </a:lnTo>
                  <a:lnTo>
                    <a:pt x="795" y="454"/>
                  </a:lnTo>
                  <a:lnTo>
                    <a:pt x="805" y="448"/>
                  </a:lnTo>
                  <a:lnTo>
                    <a:pt x="813" y="440"/>
                  </a:lnTo>
                  <a:lnTo>
                    <a:pt x="822" y="434"/>
                  </a:lnTo>
                  <a:lnTo>
                    <a:pt x="832" y="427"/>
                  </a:lnTo>
                  <a:lnTo>
                    <a:pt x="842" y="419"/>
                  </a:lnTo>
                  <a:lnTo>
                    <a:pt x="851" y="411"/>
                  </a:lnTo>
                  <a:lnTo>
                    <a:pt x="861" y="403"/>
                  </a:lnTo>
                  <a:lnTo>
                    <a:pt x="872" y="394"/>
                  </a:lnTo>
                  <a:lnTo>
                    <a:pt x="883" y="386"/>
                  </a:lnTo>
                  <a:lnTo>
                    <a:pt x="894" y="376"/>
                  </a:lnTo>
                  <a:lnTo>
                    <a:pt x="907" y="365"/>
                  </a:lnTo>
                  <a:lnTo>
                    <a:pt x="922" y="354"/>
                  </a:lnTo>
                  <a:lnTo>
                    <a:pt x="934" y="342"/>
                  </a:lnTo>
                  <a:lnTo>
                    <a:pt x="950" y="330"/>
                  </a:lnTo>
                  <a:lnTo>
                    <a:pt x="966" y="317"/>
                  </a:lnTo>
                  <a:lnTo>
                    <a:pt x="982" y="302"/>
                  </a:lnTo>
                  <a:lnTo>
                    <a:pt x="1000" y="288"/>
                  </a:lnTo>
                  <a:lnTo>
                    <a:pt x="1019" y="272"/>
                  </a:lnTo>
                  <a:lnTo>
                    <a:pt x="1035" y="259"/>
                  </a:lnTo>
                  <a:lnTo>
                    <a:pt x="1051" y="245"/>
                  </a:lnTo>
                  <a:lnTo>
                    <a:pt x="1067" y="232"/>
                  </a:lnTo>
                  <a:lnTo>
                    <a:pt x="1080" y="221"/>
                  </a:lnTo>
                  <a:lnTo>
                    <a:pt x="1093" y="210"/>
                  </a:lnTo>
                  <a:lnTo>
                    <a:pt x="1106" y="200"/>
                  </a:lnTo>
                  <a:lnTo>
                    <a:pt x="1117" y="190"/>
                  </a:lnTo>
                  <a:lnTo>
                    <a:pt x="1128" y="181"/>
                  </a:lnTo>
                  <a:lnTo>
                    <a:pt x="1139" y="173"/>
                  </a:lnTo>
                  <a:lnTo>
                    <a:pt x="1149" y="163"/>
                  </a:lnTo>
                  <a:lnTo>
                    <a:pt x="1157" y="157"/>
                  </a:lnTo>
                  <a:lnTo>
                    <a:pt x="1166" y="149"/>
                  </a:lnTo>
                  <a:lnTo>
                    <a:pt x="1174" y="141"/>
                  </a:lnTo>
                  <a:lnTo>
                    <a:pt x="1182" y="134"/>
                  </a:lnTo>
                  <a:lnTo>
                    <a:pt x="1189" y="128"/>
                  </a:lnTo>
                  <a:lnTo>
                    <a:pt x="1197" y="120"/>
                  </a:lnTo>
                  <a:lnTo>
                    <a:pt x="1205" y="114"/>
                  </a:lnTo>
                  <a:lnTo>
                    <a:pt x="1211" y="107"/>
                  </a:lnTo>
                  <a:lnTo>
                    <a:pt x="1218" y="101"/>
                  </a:lnTo>
                  <a:lnTo>
                    <a:pt x="1226" y="94"/>
                  </a:lnTo>
                  <a:lnTo>
                    <a:pt x="1232" y="88"/>
                  </a:lnTo>
                  <a:lnTo>
                    <a:pt x="1240" y="80"/>
                  </a:lnTo>
                  <a:lnTo>
                    <a:pt x="1248" y="74"/>
                  </a:lnTo>
                  <a:lnTo>
                    <a:pt x="1254" y="66"/>
                  </a:lnTo>
                  <a:lnTo>
                    <a:pt x="1262" y="58"/>
                  </a:lnTo>
                  <a:lnTo>
                    <a:pt x="1272" y="50"/>
                  </a:lnTo>
                  <a:lnTo>
                    <a:pt x="1280" y="42"/>
                  </a:lnTo>
                  <a:lnTo>
                    <a:pt x="1290" y="32"/>
                  </a:lnTo>
                  <a:lnTo>
                    <a:pt x="1299" y="22"/>
                  </a:lnTo>
                  <a:lnTo>
                    <a:pt x="1309" y="11"/>
                  </a:lnTo>
                  <a:lnTo>
                    <a:pt x="1320" y="0"/>
                  </a:lnTo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78" name="Freeform 77">
              <a:extLst>
                <a:ext uri="{FF2B5EF4-FFF2-40B4-BE49-F238E27FC236}">
                  <a16:creationId xmlns:a16="http://schemas.microsoft.com/office/drawing/2014/main" id="{BD82A957-AFC8-4F34-B2CE-DF53BEAFE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8613" y="2965450"/>
              <a:ext cx="76200" cy="152400"/>
            </a:xfrm>
            <a:custGeom>
              <a:avLst/>
              <a:gdLst>
                <a:gd name="T0" fmla="*/ 2147483646 w 96"/>
                <a:gd name="T1" fmla="*/ 2147483646 h 192"/>
                <a:gd name="T2" fmla="*/ 2147483646 w 96"/>
                <a:gd name="T3" fmla="*/ 0 h 192"/>
                <a:gd name="T4" fmla="*/ 0 w 96"/>
                <a:gd name="T5" fmla="*/ 2147483646 h 192"/>
                <a:gd name="T6" fmla="*/ 2147483646 w 96"/>
                <a:gd name="T7" fmla="*/ 2147483646 h 192"/>
                <a:gd name="T8" fmla="*/ 2147483646 w 96"/>
                <a:gd name="T9" fmla="*/ 2147483646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92"/>
                <a:gd name="T17" fmla="*/ 96 w 96"/>
                <a:gd name="T18" fmla="*/ 192 h 1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92">
                  <a:moveTo>
                    <a:pt x="64" y="192"/>
                  </a:moveTo>
                  <a:lnTo>
                    <a:pt x="96" y="0"/>
                  </a:lnTo>
                  <a:lnTo>
                    <a:pt x="0" y="160"/>
                  </a:lnTo>
                  <a:lnTo>
                    <a:pt x="32" y="160"/>
                  </a:lnTo>
                  <a:lnTo>
                    <a:pt x="64" y="192"/>
                  </a:lnTo>
                  <a:close/>
                </a:path>
              </a:pathLst>
            </a:custGeom>
            <a:solidFill>
              <a:srgbClr val="000000"/>
            </a:solidFill>
            <a:ln w="2381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79" name="Freeform 78">
              <a:extLst>
                <a:ext uri="{FF2B5EF4-FFF2-40B4-BE49-F238E27FC236}">
                  <a16:creationId xmlns:a16="http://schemas.microsoft.com/office/drawing/2014/main" id="{EB052F2D-0249-4EB7-A19C-95500EC05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6475" y="3111500"/>
              <a:ext cx="612775" cy="863600"/>
            </a:xfrm>
            <a:custGeom>
              <a:avLst/>
              <a:gdLst>
                <a:gd name="T0" fmla="*/ 2147483646 w 771"/>
                <a:gd name="T1" fmla="*/ 2147483646 h 1088"/>
                <a:gd name="T2" fmla="*/ 2147483646 w 771"/>
                <a:gd name="T3" fmla="*/ 2147483646 h 1088"/>
                <a:gd name="T4" fmla="*/ 2147483646 w 771"/>
                <a:gd name="T5" fmla="*/ 2147483646 h 1088"/>
                <a:gd name="T6" fmla="*/ 2147483646 w 771"/>
                <a:gd name="T7" fmla="*/ 2147483646 h 1088"/>
                <a:gd name="T8" fmla="*/ 2147483646 w 771"/>
                <a:gd name="T9" fmla="*/ 2147483646 h 1088"/>
                <a:gd name="T10" fmla="*/ 2147483646 w 771"/>
                <a:gd name="T11" fmla="*/ 2147483646 h 1088"/>
                <a:gd name="T12" fmla="*/ 2147483646 w 771"/>
                <a:gd name="T13" fmla="*/ 2147483646 h 1088"/>
                <a:gd name="T14" fmla="*/ 2147483646 w 771"/>
                <a:gd name="T15" fmla="*/ 2147483646 h 1088"/>
                <a:gd name="T16" fmla="*/ 2147483646 w 771"/>
                <a:gd name="T17" fmla="*/ 2147483646 h 1088"/>
                <a:gd name="T18" fmla="*/ 2147483646 w 771"/>
                <a:gd name="T19" fmla="*/ 2147483646 h 1088"/>
                <a:gd name="T20" fmla="*/ 2147483646 w 771"/>
                <a:gd name="T21" fmla="*/ 2147483646 h 1088"/>
                <a:gd name="T22" fmla="*/ 2147483646 w 771"/>
                <a:gd name="T23" fmla="*/ 2147483646 h 1088"/>
                <a:gd name="T24" fmla="*/ 2147483646 w 771"/>
                <a:gd name="T25" fmla="*/ 2147483646 h 1088"/>
                <a:gd name="T26" fmla="*/ 2147483646 w 771"/>
                <a:gd name="T27" fmla="*/ 2147483646 h 1088"/>
                <a:gd name="T28" fmla="*/ 2147483646 w 771"/>
                <a:gd name="T29" fmla="*/ 2147483646 h 1088"/>
                <a:gd name="T30" fmla="*/ 2147483646 w 771"/>
                <a:gd name="T31" fmla="*/ 2147483646 h 1088"/>
                <a:gd name="T32" fmla="*/ 2147483646 w 771"/>
                <a:gd name="T33" fmla="*/ 2147483646 h 1088"/>
                <a:gd name="T34" fmla="*/ 2147483646 w 771"/>
                <a:gd name="T35" fmla="*/ 2147483646 h 1088"/>
                <a:gd name="T36" fmla="*/ 2147483646 w 771"/>
                <a:gd name="T37" fmla="*/ 2147483646 h 1088"/>
                <a:gd name="T38" fmla="*/ 2147483646 w 771"/>
                <a:gd name="T39" fmla="*/ 2147483646 h 1088"/>
                <a:gd name="T40" fmla="*/ 2147483646 w 771"/>
                <a:gd name="T41" fmla="*/ 2147483646 h 1088"/>
                <a:gd name="T42" fmla="*/ 2147483646 w 771"/>
                <a:gd name="T43" fmla="*/ 2147483646 h 1088"/>
                <a:gd name="T44" fmla="*/ 2147483646 w 771"/>
                <a:gd name="T45" fmla="*/ 2147483646 h 1088"/>
                <a:gd name="T46" fmla="*/ 2147483646 w 771"/>
                <a:gd name="T47" fmla="*/ 2147483646 h 1088"/>
                <a:gd name="T48" fmla="*/ 2147483646 w 771"/>
                <a:gd name="T49" fmla="*/ 2147483646 h 1088"/>
                <a:gd name="T50" fmla="*/ 2147483646 w 771"/>
                <a:gd name="T51" fmla="*/ 2147483646 h 1088"/>
                <a:gd name="T52" fmla="*/ 2147483646 w 771"/>
                <a:gd name="T53" fmla="*/ 2147483646 h 1088"/>
                <a:gd name="T54" fmla="*/ 2147483646 w 771"/>
                <a:gd name="T55" fmla="*/ 2147483646 h 1088"/>
                <a:gd name="T56" fmla="*/ 2147483646 w 771"/>
                <a:gd name="T57" fmla="*/ 2147483646 h 1088"/>
                <a:gd name="T58" fmla="*/ 2147483646 w 771"/>
                <a:gd name="T59" fmla="*/ 2147483646 h 1088"/>
                <a:gd name="T60" fmla="*/ 2147483646 w 771"/>
                <a:gd name="T61" fmla="*/ 2147483646 h 1088"/>
                <a:gd name="T62" fmla="*/ 2147483646 w 771"/>
                <a:gd name="T63" fmla="*/ 2147483646 h 1088"/>
                <a:gd name="T64" fmla="*/ 2147483646 w 771"/>
                <a:gd name="T65" fmla="*/ 2147483646 h 1088"/>
                <a:gd name="T66" fmla="*/ 2147483646 w 771"/>
                <a:gd name="T67" fmla="*/ 2147483646 h 1088"/>
                <a:gd name="T68" fmla="*/ 2147483646 w 771"/>
                <a:gd name="T69" fmla="*/ 2147483646 h 1088"/>
                <a:gd name="T70" fmla="*/ 2147483646 w 771"/>
                <a:gd name="T71" fmla="*/ 2147483646 h 1088"/>
                <a:gd name="T72" fmla="*/ 2147483646 w 771"/>
                <a:gd name="T73" fmla="*/ 2147483646 h 1088"/>
                <a:gd name="T74" fmla="*/ 2147483646 w 771"/>
                <a:gd name="T75" fmla="*/ 2147483646 h 1088"/>
                <a:gd name="T76" fmla="*/ 2147483646 w 771"/>
                <a:gd name="T77" fmla="*/ 2147483646 h 1088"/>
                <a:gd name="T78" fmla="*/ 2147483646 w 771"/>
                <a:gd name="T79" fmla="*/ 2147483646 h 1088"/>
                <a:gd name="T80" fmla="*/ 2147483646 w 771"/>
                <a:gd name="T81" fmla="*/ 2147483646 h 1088"/>
                <a:gd name="T82" fmla="*/ 2147483646 w 771"/>
                <a:gd name="T83" fmla="*/ 2147483646 h 1088"/>
                <a:gd name="T84" fmla="*/ 2147483646 w 771"/>
                <a:gd name="T85" fmla="*/ 2147483646 h 1088"/>
                <a:gd name="T86" fmla="*/ 2147483646 w 771"/>
                <a:gd name="T87" fmla="*/ 2147483646 h 1088"/>
                <a:gd name="T88" fmla="*/ 2147483646 w 771"/>
                <a:gd name="T89" fmla="*/ 2147483646 h 1088"/>
                <a:gd name="T90" fmla="*/ 2147483646 w 771"/>
                <a:gd name="T91" fmla="*/ 2147483646 h 1088"/>
                <a:gd name="T92" fmla="*/ 2147483646 w 771"/>
                <a:gd name="T93" fmla="*/ 2147483646 h 1088"/>
                <a:gd name="T94" fmla="*/ 2147483646 w 771"/>
                <a:gd name="T95" fmla="*/ 2147483646 h 1088"/>
                <a:gd name="T96" fmla="*/ 2147483646 w 771"/>
                <a:gd name="T97" fmla="*/ 2147483646 h 108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771"/>
                <a:gd name="T148" fmla="*/ 0 h 1088"/>
                <a:gd name="T149" fmla="*/ 771 w 771"/>
                <a:gd name="T150" fmla="*/ 1088 h 108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771" h="1088">
                  <a:moveTo>
                    <a:pt x="771" y="0"/>
                  </a:moveTo>
                  <a:lnTo>
                    <a:pt x="763" y="19"/>
                  </a:lnTo>
                  <a:lnTo>
                    <a:pt x="757" y="37"/>
                  </a:lnTo>
                  <a:lnTo>
                    <a:pt x="749" y="54"/>
                  </a:lnTo>
                  <a:lnTo>
                    <a:pt x="743" y="70"/>
                  </a:lnTo>
                  <a:lnTo>
                    <a:pt x="736" y="86"/>
                  </a:lnTo>
                  <a:lnTo>
                    <a:pt x="730" y="102"/>
                  </a:lnTo>
                  <a:lnTo>
                    <a:pt x="723" y="115"/>
                  </a:lnTo>
                  <a:lnTo>
                    <a:pt x="717" y="130"/>
                  </a:lnTo>
                  <a:lnTo>
                    <a:pt x="712" y="142"/>
                  </a:lnTo>
                  <a:lnTo>
                    <a:pt x="706" y="154"/>
                  </a:lnTo>
                  <a:lnTo>
                    <a:pt x="701" y="166"/>
                  </a:lnTo>
                  <a:lnTo>
                    <a:pt x="696" y="178"/>
                  </a:lnTo>
                  <a:lnTo>
                    <a:pt x="690" y="187"/>
                  </a:lnTo>
                  <a:lnTo>
                    <a:pt x="685" y="198"/>
                  </a:lnTo>
                  <a:lnTo>
                    <a:pt x="680" y="208"/>
                  </a:lnTo>
                  <a:lnTo>
                    <a:pt x="675" y="218"/>
                  </a:lnTo>
                  <a:lnTo>
                    <a:pt x="671" y="229"/>
                  </a:lnTo>
                  <a:lnTo>
                    <a:pt x="664" y="238"/>
                  </a:lnTo>
                  <a:lnTo>
                    <a:pt x="659" y="246"/>
                  </a:lnTo>
                  <a:lnTo>
                    <a:pt x="655" y="256"/>
                  </a:lnTo>
                  <a:lnTo>
                    <a:pt x="648" y="266"/>
                  </a:lnTo>
                  <a:lnTo>
                    <a:pt x="643" y="275"/>
                  </a:lnTo>
                  <a:lnTo>
                    <a:pt x="637" y="285"/>
                  </a:lnTo>
                  <a:lnTo>
                    <a:pt x="631" y="294"/>
                  </a:lnTo>
                  <a:lnTo>
                    <a:pt x="624" y="306"/>
                  </a:lnTo>
                  <a:lnTo>
                    <a:pt x="618" y="315"/>
                  </a:lnTo>
                  <a:lnTo>
                    <a:pt x="611" y="326"/>
                  </a:lnTo>
                  <a:lnTo>
                    <a:pt x="605" y="338"/>
                  </a:lnTo>
                  <a:lnTo>
                    <a:pt x="597" y="349"/>
                  </a:lnTo>
                  <a:lnTo>
                    <a:pt x="589" y="360"/>
                  </a:lnTo>
                  <a:lnTo>
                    <a:pt x="581" y="373"/>
                  </a:lnTo>
                  <a:lnTo>
                    <a:pt x="573" y="386"/>
                  </a:lnTo>
                  <a:lnTo>
                    <a:pt x="562" y="403"/>
                  </a:lnTo>
                  <a:lnTo>
                    <a:pt x="552" y="419"/>
                  </a:lnTo>
                  <a:lnTo>
                    <a:pt x="542" y="434"/>
                  </a:lnTo>
                  <a:lnTo>
                    <a:pt x="533" y="446"/>
                  </a:lnTo>
                  <a:lnTo>
                    <a:pt x="525" y="461"/>
                  </a:lnTo>
                  <a:lnTo>
                    <a:pt x="517" y="472"/>
                  </a:lnTo>
                  <a:lnTo>
                    <a:pt x="509" y="485"/>
                  </a:lnTo>
                  <a:lnTo>
                    <a:pt x="501" y="496"/>
                  </a:lnTo>
                  <a:lnTo>
                    <a:pt x="494" y="506"/>
                  </a:lnTo>
                  <a:lnTo>
                    <a:pt x="486" y="517"/>
                  </a:lnTo>
                  <a:lnTo>
                    <a:pt x="480" y="526"/>
                  </a:lnTo>
                  <a:lnTo>
                    <a:pt x="474" y="536"/>
                  </a:lnTo>
                  <a:lnTo>
                    <a:pt x="467" y="546"/>
                  </a:lnTo>
                  <a:lnTo>
                    <a:pt x="461" y="554"/>
                  </a:lnTo>
                  <a:lnTo>
                    <a:pt x="454" y="563"/>
                  </a:lnTo>
                  <a:lnTo>
                    <a:pt x="448" y="573"/>
                  </a:lnTo>
                  <a:lnTo>
                    <a:pt x="440" y="581"/>
                  </a:lnTo>
                  <a:lnTo>
                    <a:pt x="434" y="590"/>
                  </a:lnTo>
                  <a:lnTo>
                    <a:pt x="427" y="600"/>
                  </a:lnTo>
                  <a:lnTo>
                    <a:pt x="419" y="610"/>
                  </a:lnTo>
                  <a:lnTo>
                    <a:pt x="411" y="619"/>
                  </a:lnTo>
                  <a:lnTo>
                    <a:pt x="403" y="629"/>
                  </a:lnTo>
                  <a:lnTo>
                    <a:pt x="394" y="640"/>
                  </a:lnTo>
                  <a:lnTo>
                    <a:pt x="386" y="651"/>
                  </a:lnTo>
                  <a:lnTo>
                    <a:pt x="376" y="662"/>
                  </a:lnTo>
                  <a:lnTo>
                    <a:pt x="365" y="675"/>
                  </a:lnTo>
                  <a:lnTo>
                    <a:pt x="354" y="688"/>
                  </a:lnTo>
                  <a:lnTo>
                    <a:pt x="342" y="702"/>
                  </a:lnTo>
                  <a:lnTo>
                    <a:pt x="330" y="718"/>
                  </a:lnTo>
                  <a:lnTo>
                    <a:pt x="317" y="734"/>
                  </a:lnTo>
                  <a:lnTo>
                    <a:pt x="302" y="750"/>
                  </a:lnTo>
                  <a:lnTo>
                    <a:pt x="288" y="768"/>
                  </a:lnTo>
                  <a:lnTo>
                    <a:pt x="272" y="787"/>
                  </a:lnTo>
                  <a:lnTo>
                    <a:pt x="258" y="803"/>
                  </a:lnTo>
                  <a:lnTo>
                    <a:pt x="245" y="819"/>
                  </a:lnTo>
                  <a:lnTo>
                    <a:pt x="232" y="834"/>
                  </a:lnTo>
                  <a:lnTo>
                    <a:pt x="221" y="848"/>
                  </a:lnTo>
                  <a:lnTo>
                    <a:pt x="210" y="861"/>
                  </a:lnTo>
                  <a:lnTo>
                    <a:pt x="200" y="874"/>
                  </a:lnTo>
                  <a:lnTo>
                    <a:pt x="190" y="885"/>
                  </a:lnTo>
                  <a:lnTo>
                    <a:pt x="181" y="896"/>
                  </a:lnTo>
                  <a:lnTo>
                    <a:pt x="171" y="906"/>
                  </a:lnTo>
                  <a:lnTo>
                    <a:pt x="163" y="915"/>
                  </a:lnTo>
                  <a:lnTo>
                    <a:pt x="155" y="925"/>
                  </a:lnTo>
                  <a:lnTo>
                    <a:pt x="149" y="934"/>
                  </a:lnTo>
                  <a:lnTo>
                    <a:pt x="141" y="942"/>
                  </a:lnTo>
                  <a:lnTo>
                    <a:pt x="134" y="950"/>
                  </a:lnTo>
                  <a:lnTo>
                    <a:pt x="128" y="957"/>
                  </a:lnTo>
                  <a:lnTo>
                    <a:pt x="120" y="965"/>
                  </a:lnTo>
                  <a:lnTo>
                    <a:pt x="114" y="973"/>
                  </a:lnTo>
                  <a:lnTo>
                    <a:pt x="107" y="979"/>
                  </a:lnTo>
                  <a:lnTo>
                    <a:pt x="101" y="986"/>
                  </a:lnTo>
                  <a:lnTo>
                    <a:pt x="94" y="994"/>
                  </a:lnTo>
                  <a:lnTo>
                    <a:pt x="88" y="1000"/>
                  </a:lnTo>
                  <a:lnTo>
                    <a:pt x="80" y="1008"/>
                  </a:lnTo>
                  <a:lnTo>
                    <a:pt x="74" y="1014"/>
                  </a:lnTo>
                  <a:lnTo>
                    <a:pt x="66" y="1022"/>
                  </a:lnTo>
                  <a:lnTo>
                    <a:pt x="58" y="1030"/>
                  </a:lnTo>
                  <a:lnTo>
                    <a:pt x="50" y="1038"/>
                  </a:lnTo>
                  <a:lnTo>
                    <a:pt x="42" y="1048"/>
                  </a:lnTo>
                  <a:lnTo>
                    <a:pt x="32" y="1058"/>
                  </a:lnTo>
                  <a:lnTo>
                    <a:pt x="22" y="1067"/>
                  </a:lnTo>
                  <a:lnTo>
                    <a:pt x="11" y="1077"/>
                  </a:lnTo>
                  <a:lnTo>
                    <a:pt x="0" y="1088"/>
                  </a:lnTo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80" name="Freeform 79">
              <a:extLst>
                <a:ext uri="{FF2B5EF4-FFF2-40B4-BE49-F238E27FC236}">
                  <a16:creationId xmlns:a16="http://schemas.microsoft.com/office/drawing/2014/main" id="{C1427511-2DE9-47AA-AF0C-5827DD57C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000" y="2840037"/>
              <a:ext cx="1035050" cy="711200"/>
            </a:xfrm>
            <a:custGeom>
              <a:avLst/>
              <a:gdLst>
                <a:gd name="T0" fmla="*/ 2147483646 w 1306"/>
                <a:gd name="T1" fmla="*/ 2147483646 h 896"/>
                <a:gd name="T2" fmla="*/ 2147483646 w 1306"/>
                <a:gd name="T3" fmla="*/ 2147483646 h 896"/>
                <a:gd name="T4" fmla="*/ 2147483646 w 1306"/>
                <a:gd name="T5" fmla="*/ 2147483646 h 896"/>
                <a:gd name="T6" fmla="*/ 2147483646 w 1306"/>
                <a:gd name="T7" fmla="*/ 2147483646 h 896"/>
                <a:gd name="T8" fmla="*/ 2147483646 w 1306"/>
                <a:gd name="T9" fmla="*/ 2147483646 h 896"/>
                <a:gd name="T10" fmla="*/ 2147483646 w 1306"/>
                <a:gd name="T11" fmla="*/ 2147483646 h 896"/>
                <a:gd name="T12" fmla="*/ 2147483646 w 1306"/>
                <a:gd name="T13" fmla="*/ 2147483646 h 896"/>
                <a:gd name="T14" fmla="*/ 2147483646 w 1306"/>
                <a:gd name="T15" fmla="*/ 2147483646 h 896"/>
                <a:gd name="T16" fmla="*/ 2147483646 w 1306"/>
                <a:gd name="T17" fmla="*/ 2147483646 h 896"/>
                <a:gd name="T18" fmla="*/ 2147483646 w 1306"/>
                <a:gd name="T19" fmla="*/ 2147483646 h 896"/>
                <a:gd name="T20" fmla="*/ 2147483646 w 1306"/>
                <a:gd name="T21" fmla="*/ 2147483646 h 896"/>
                <a:gd name="T22" fmla="*/ 2147483646 w 1306"/>
                <a:gd name="T23" fmla="*/ 2147483646 h 896"/>
                <a:gd name="T24" fmla="*/ 2147483646 w 1306"/>
                <a:gd name="T25" fmla="*/ 2147483646 h 896"/>
                <a:gd name="T26" fmla="*/ 2147483646 w 1306"/>
                <a:gd name="T27" fmla="*/ 2147483646 h 896"/>
                <a:gd name="T28" fmla="*/ 2147483646 w 1306"/>
                <a:gd name="T29" fmla="*/ 2147483646 h 896"/>
                <a:gd name="T30" fmla="*/ 2147483646 w 1306"/>
                <a:gd name="T31" fmla="*/ 2147483646 h 896"/>
                <a:gd name="T32" fmla="*/ 2147483646 w 1306"/>
                <a:gd name="T33" fmla="*/ 2147483646 h 896"/>
                <a:gd name="T34" fmla="*/ 2147483646 w 1306"/>
                <a:gd name="T35" fmla="*/ 2147483646 h 896"/>
                <a:gd name="T36" fmla="*/ 2147483646 w 1306"/>
                <a:gd name="T37" fmla="*/ 2147483646 h 896"/>
                <a:gd name="T38" fmla="*/ 2147483646 w 1306"/>
                <a:gd name="T39" fmla="*/ 2147483646 h 896"/>
                <a:gd name="T40" fmla="*/ 2147483646 w 1306"/>
                <a:gd name="T41" fmla="*/ 2147483646 h 896"/>
                <a:gd name="T42" fmla="*/ 2147483646 w 1306"/>
                <a:gd name="T43" fmla="*/ 2147483646 h 896"/>
                <a:gd name="T44" fmla="*/ 2147483646 w 1306"/>
                <a:gd name="T45" fmla="*/ 2147483646 h 896"/>
                <a:gd name="T46" fmla="*/ 2147483646 w 1306"/>
                <a:gd name="T47" fmla="*/ 2147483646 h 896"/>
                <a:gd name="T48" fmla="*/ 2147483646 w 1306"/>
                <a:gd name="T49" fmla="*/ 2147483646 h 896"/>
                <a:gd name="T50" fmla="*/ 2147483646 w 1306"/>
                <a:gd name="T51" fmla="*/ 2147483646 h 896"/>
                <a:gd name="T52" fmla="*/ 2147483646 w 1306"/>
                <a:gd name="T53" fmla="*/ 2147483646 h 896"/>
                <a:gd name="T54" fmla="*/ 2147483646 w 1306"/>
                <a:gd name="T55" fmla="*/ 2147483646 h 896"/>
                <a:gd name="T56" fmla="*/ 2147483646 w 1306"/>
                <a:gd name="T57" fmla="*/ 2147483646 h 896"/>
                <a:gd name="T58" fmla="*/ 2147483646 w 1306"/>
                <a:gd name="T59" fmla="*/ 2147483646 h 896"/>
                <a:gd name="T60" fmla="*/ 2147483646 w 1306"/>
                <a:gd name="T61" fmla="*/ 2147483646 h 896"/>
                <a:gd name="T62" fmla="*/ 2147483646 w 1306"/>
                <a:gd name="T63" fmla="*/ 2147483646 h 896"/>
                <a:gd name="T64" fmla="*/ 2147483646 w 1306"/>
                <a:gd name="T65" fmla="*/ 2147483646 h 896"/>
                <a:gd name="T66" fmla="*/ 2147483646 w 1306"/>
                <a:gd name="T67" fmla="*/ 2147483646 h 896"/>
                <a:gd name="T68" fmla="*/ 2147483646 w 1306"/>
                <a:gd name="T69" fmla="*/ 2147483646 h 896"/>
                <a:gd name="T70" fmla="*/ 2147483646 w 1306"/>
                <a:gd name="T71" fmla="*/ 2147483646 h 896"/>
                <a:gd name="T72" fmla="*/ 2147483646 w 1306"/>
                <a:gd name="T73" fmla="*/ 2147483646 h 896"/>
                <a:gd name="T74" fmla="*/ 2147483646 w 1306"/>
                <a:gd name="T75" fmla="*/ 2147483646 h 896"/>
                <a:gd name="T76" fmla="*/ 2147483646 w 1306"/>
                <a:gd name="T77" fmla="*/ 2147483646 h 896"/>
                <a:gd name="T78" fmla="*/ 2147483646 w 1306"/>
                <a:gd name="T79" fmla="*/ 2147483646 h 896"/>
                <a:gd name="T80" fmla="*/ 2147483646 w 1306"/>
                <a:gd name="T81" fmla="*/ 2147483646 h 896"/>
                <a:gd name="T82" fmla="*/ 2147483646 w 1306"/>
                <a:gd name="T83" fmla="*/ 2147483646 h 896"/>
                <a:gd name="T84" fmla="*/ 2147483646 w 1306"/>
                <a:gd name="T85" fmla="*/ 2147483646 h 896"/>
                <a:gd name="T86" fmla="*/ 2147483646 w 1306"/>
                <a:gd name="T87" fmla="*/ 2147483646 h 896"/>
                <a:gd name="T88" fmla="*/ 2147483646 w 1306"/>
                <a:gd name="T89" fmla="*/ 2147483646 h 896"/>
                <a:gd name="T90" fmla="*/ 2147483646 w 1306"/>
                <a:gd name="T91" fmla="*/ 2147483646 h 896"/>
                <a:gd name="T92" fmla="*/ 2147483646 w 1306"/>
                <a:gd name="T93" fmla="*/ 2147483646 h 896"/>
                <a:gd name="T94" fmla="*/ 2147483646 w 1306"/>
                <a:gd name="T95" fmla="*/ 2147483646 h 896"/>
                <a:gd name="T96" fmla="*/ 2147483646 w 1306"/>
                <a:gd name="T97" fmla="*/ 2147483646 h 89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306"/>
                <a:gd name="T148" fmla="*/ 0 h 896"/>
                <a:gd name="T149" fmla="*/ 1306 w 1306"/>
                <a:gd name="T150" fmla="*/ 896 h 89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306" h="896">
                  <a:moveTo>
                    <a:pt x="1306" y="0"/>
                  </a:moveTo>
                  <a:lnTo>
                    <a:pt x="1268" y="17"/>
                  </a:lnTo>
                  <a:lnTo>
                    <a:pt x="1232" y="33"/>
                  </a:lnTo>
                  <a:lnTo>
                    <a:pt x="1199" y="48"/>
                  </a:lnTo>
                  <a:lnTo>
                    <a:pt x="1167" y="62"/>
                  </a:lnTo>
                  <a:lnTo>
                    <a:pt x="1136" y="75"/>
                  </a:lnTo>
                  <a:lnTo>
                    <a:pt x="1109" y="88"/>
                  </a:lnTo>
                  <a:lnTo>
                    <a:pt x="1083" y="99"/>
                  </a:lnTo>
                  <a:lnTo>
                    <a:pt x="1059" y="110"/>
                  </a:lnTo>
                  <a:lnTo>
                    <a:pt x="1037" y="121"/>
                  </a:lnTo>
                  <a:lnTo>
                    <a:pt x="1015" y="131"/>
                  </a:lnTo>
                  <a:lnTo>
                    <a:pt x="995" y="140"/>
                  </a:lnTo>
                  <a:lnTo>
                    <a:pt x="976" y="148"/>
                  </a:lnTo>
                  <a:lnTo>
                    <a:pt x="960" y="156"/>
                  </a:lnTo>
                  <a:lnTo>
                    <a:pt x="943" y="164"/>
                  </a:lnTo>
                  <a:lnTo>
                    <a:pt x="928" y="172"/>
                  </a:lnTo>
                  <a:lnTo>
                    <a:pt x="914" y="180"/>
                  </a:lnTo>
                  <a:lnTo>
                    <a:pt x="899" y="187"/>
                  </a:lnTo>
                  <a:lnTo>
                    <a:pt x="887" y="195"/>
                  </a:lnTo>
                  <a:lnTo>
                    <a:pt x="874" y="201"/>
                  </a:lnTo>
                  <a:lnTo>
                    <a:pt x="861" y="208"/>
                  </a:lnTo>
                  <a:lnTo>
                    <a:pt x="848" y="216"/>
                  </a:lnTo>
                  <a:lnTo>
                    <a:pt x="837" y="222"/>
                  </a:lnTo>
                  <a:lnTo>
                    <a:pt x="826" y="230"/>
                  </a:lnTo>
                  <a:lnTo>
                    <a:pt x="813" y="238"/>
                  </a:lnTo>
                  <a:lnTo>
                    <a:pt x="800" y="244"/>
                  </a:lnTo>
                  <a:lnTo>
                    <a:pt x="789" y="252"/>
                  </a:lnTo>
                  <a:lnTo>
                    <a:pt x="776" y="262"/>
                  </a:lnTo>
                  <a:lnTo>
                    <a:pt x="762" y="270"/>
                  </a:lnTo>
                  <a:lnTo>
                    <a:pt x="747" y="280"/>
                  </a:lnTo>
                  <a:lnTo>
                    <a:pt x="733" y="289"/>
                  </a:lnTo>
                  <a:lnTo>
                    <a:pt x="717" y="300"/>
                  </a:lnTo>
                  <a:lnTo>
                    <a:pt x="701" y="312"/>
                  </a:lnTo>
                  <a:lnTo>
                    <a:pt x="685" y="323"/>
                  </a:lnTo>
                  <a:lnTo>
                    <a:pt x="669" y="334"/>
                  </a:lnTo>
                  <a:lnTo>
                    <a:pt x="655" y="344"/>
                  </a:lnTo>
                  <a:lnTo>
                    <a:pt x="640" y="353"/>
                  </a:lnTo>
                  <a:lnTo>
                    <a:pt x="627" y="361"/>
                  </a:lnTo>
                  <a:lnTo>
                    <a:pt x="616" y="371"/>
                  </a:lnTo>
                  <a:lnTo>
                    <a:pt x="603" y="379"/>
                  </a:lnTo>
                  <a:lnTo>
                    <a:pt x="592" y="385"/>
                  </a:lnTo>
                  <a:lnTo>
                    <a:pt x="583" y="393"/>
                  </a:lnTo>
                  <a:lnTo>
                    <a:pt x="571" y="400"/>
                  </a:lnTo>
                  <a:lnTo>
                    <a:pt x="562" y="408"/>
                  </a:lnTo>
                  <a:lnTo>
                    <a:pt x="554" y="414"/>
                  </a:lnTo>
                  <a:lnTo>
                    <a:pt x="544" y="420"/>
                  </a:lnTo>
                  <a:lnTo>
                    <a:pt x="535" y="427"/>
                  </a:lnTo>
                  <a:lnTo>
                    <a:pt x="527" y="435"/>
                  </a:lnTo>
                  <a:lnTo>
                    <a:pt x="517" y="441"/>
                  </a:lnTo>
                  <a:lnTo>
                    <a:pt x="507" y="448"/>
                  </a:lnTo>
                  <a:lnTo>
                    <a:pt x="499" y="456"/>
                  </a:lnTo>
                  <a:lnTo>
                    <a:pt x="490" y="462"/>
                  </a:lnTo>
                  <a:lnTo>
                    <a:pt x="480" y="470"/>
                  </a:lnTo>
                  <a:lnTo>
                    <a:pt x="471" y="478"/>
                  </a:lnTo>
                  <a:lnTo>
                    <a:pt x="461" y="486"/>
                  </a:lnTo>
                  <a:lnTo>
                    <a:pt x="450" y="496"/>
                  </a:lnTo>
                  <a:lnTo>
                    <a:pt x="439" y="505"/>
                  </a:lnTo>
                  <a:lnTo>
                    <a:pt x="426" y="515"/>
                  </a:lnTo>
                  <a:lnTo>
                    <a:pt x="415" y="524"/>
                  </a:lnTo>
                  <a:lnTo>
                    <a:pt x="400" y="536"/>
                  </a:lnTo>
                  <a:lnTo>
                    <a:pt x="387" y="548"/>
                  </a:lnTo>
                  <a:lnTo>
                    <a:pt x="371" y="561"/>
                  </a:lnTo>
                  <a:lnTo>
                    <a:pt x="355" y="574"/>
                  </a:lnTo>
                  <a:lnTo>
                    <a:pt x="339" y="588"/>
                  </a:lnTo>
                  <a:lnTo>
                    <a:pt x="320" y="604"/>
                  </a:lnTo>
                  <a:lnTo>
                    <a:pt x="303" y="619"/>
                  </a:lnTo>
                  <a:lnTo>
                    <a:pt x="287" y="633"/>
                  </a:lnTo>
                  <a:lnTo>
                    <a:pt x="271" y="648"/>
                  </a:lnTo>
                  <a:lnTo>
                    <a:pt x="255" y="660"/>
                  </a:lnTo>
                  <a:lnTo>
                    <a:pt x="242" y="672"/>
                  </a:lnTo>
                  <a:lnTo>
                    <a:pt x="229" y="683"/>
                  </a:lnTo>
                  <a:lnTo>
                    <a:pt x="216" y="694"/>
                  </a:lnTo>
                  <a:lnTo>
                    <a:pt x="205" y="704"/>
                  </a:lnTo>
                  <a:lnTo>
                    <a:pt x="194" y="713"/>
                  </a:lnTo>
                  <a:lnTo>
                    <a:pt x="184" y="721"/>
                  </a:lnTo>
                  <a:lnTo>
                    <a:pt x="175" y="731"/>
                  </a:lnTo>
                  <a:lnTo>
                    <a:pt x="165" y="739"/>
                  </a:lnTo>
                  <a:lnTo>
                    <a:pt x="155" y="745"/>
                  </a:lnTo>
                  <a:lnTo>
                    <a:pt x="147" y="753"/>
                  </a:lnTo>
                  <a:lnTo>
                    <a:pt x="139" y="760"/>
                  </a:lnTo>
                  <a:lnTo>
                    <a:pt x="133" y="768"/>
                  </a:lnTo>
                  <a:lnTo>
                    <a:pt x="125" y="774"/>
                  </a:lnTo>
                  <a:lnTo>
                    <a:pt x="117" y="780"/>
                  </a:lnTo>
                  <a:lnTo>
                    <a:pt x="111" y="787"/>
                  </a:lnTo>
                  <a:lnTo>
                    <a:pt x="104" y="793"/>
                  </a:lnTo>
                  <a:lnTo>
                    <a:pt x="96" y="801"/>
                  </a:lnTo>
                  <a:lnTo>
                    <a:pt x="90" y="808"/>
                  </a:lnTo>
                  <a:lnTo>
                    <a:pt x="82" y="814"/>
                  </a:lnTo>
                  <a:lnTo>
                    <a:pt x="74" y="822"/>
                  </a:lnTo>
                  <a:lnTo>
                    <a:pt x="67" y="830"/>
                  </a:lnTo>
                  <a:lnTo>
                    <a:pt x="59" y="838"/>
                  </a:lnTo>
                  <a:lnTo>
                    <a:pt x="50" y="846"/>
                  </a:lnTo>
                  <a:lnTo>
                    <a:pt x="42" y="854"/>
                  </a:lnTo>
                  <a:lnTo>
                    <a:pt x="32" y="864"/>
                  </a:lnTo>
                  <a:lnTo>
                    <a:pt x="23" y="873"/>
                  </a:lnTo>
                  <a:lnTo>
                    <a:pt x="11" y="884"/>
                  </a:lnTo>
                  <a:lnTo>
                    <a:pt x="0" y="896"/>
                  </a:lnTo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81" name="Freeform 80">
              <a:extLst>
                <a:ext uri="{FF2B5EF4-FFF2-40B4-BE49-F238E27FC236}">
                  <a16:creationId xmlns:a16="http://schemas.microsoft.com/office/drawing/2014/main" id="{101BBEE6-2F2B-444B-A3C9-38BB9B805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613" y="4362450"/>
              <a:ext cx="101600" cy="152400"/>
            </a:xfrm>
            <a:custGeom>
              <a:avLst/>
              <a:gdLst>
                <a:gd name="T0" fmla="*/ 2147483646 w 128"/>
                <a:gd name="T1" fmla="*/ 0 h 192"/>
                <a:gd name="T2" fmla="*/ 0 w 128"/>
                <a:gd name="T3" fmla="*/ 2147483646 h 192"/>
                <a:gd name="T4" fmla="*/ 2147483646 w 128"/>
                <a:gd name="T5" fmla="*/ 2147483646 h 192"/>
                <a:gd name="T6" fmla="*/ 2147483646 w 128"/>
                <a:gd name="T7" fmla="*/ 2147483646 h 192"/>
                <a:gd name="T8" fmla="*/ 2147483646 w 128"/>
                <a:gd name="T9" fmla="*/ 0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8"/>
                <a:gd name="T16" fmla="*/ 0 h 192"/>
                <a:gd name="T17" fmla="*/ 128 w 128"/>
                <a:gd name="T18" fmla="*/ 192 h 1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8" h="192">
                  <a:moveTo>
                    <a:pt x="64" y="0"/>
                  </a:moveTo>
                  <a:lnTo>
                    <a:pt x="0" y="192"/>
                  </a:lnTo>
                  <a:lnTo>
                    <a:pt x="128" y="32"/>
                  </a:lnTo>
                  <a:lnTo>
                    <a:pt x="96" y="32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000000"/>
            </a:solidFill>
            <a:ln w="2381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82" name="Freeform 81">
              <a:extLst>
                <a:ext uri="{FF2B5EF4-FFF2-40B4-BE49-F238E27FC236}">
                  <a16:creationId xmlns:a16="http://schemas.microsoft.com/office/drawing/2014/main" id="{6177C774-7A10-4CF8-9990-ED43A2AC3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638" y="3551237"/>
              <a:ext cx="614362" cy="817563"/>
            </a:xfrm>
            <a:custGeom>
              <a:avLst/>
              <a:gdLst>
                <a:gd name="T0" fmla="*/ 2147483646 w 773"/>
                <a:gd name="T1" fmla="*/ 2147483646 h 1030"/>
                <a:gd name="T2" fmla="*/ 2147483646 w 773"/>
                <a:gd name="T3" fmla="*/ 2147483646 h 1030"/>
                <a:gd name="T4" fmla="*/ 2147483646 w 773"/>
                <a:gd name="T5" fmla="*/ 2147483646 h 1030"/>
                <a:gd name="T6" fmla="*/ 2147483646 w 773"/>
                <a:gd name="T7" fmla="*/ 2147483646 h 1030"/>
                <a:gd name="T8" fmla="*/ 2147483646 w 773"/>
                <a:gd name="T9" fmla="*/ 2147483646 h 1030"/>
                <a:gd name="T10" fmla="*/ 2147483646 w 773"/>
                <a:gd name="T11" fmla="*/ 2147483646 h 1030"/>
                <a:gd name="T12" fmla="*/ 2147483646 w 773"/>
                <a:gd name="T13" fmla="*/ 2147483646 h 1030"/>
                <a:gd name="T14" fmla="*/ 2147483646 w 773"/>
                <a:gd name="T15" fmla="*/ 2147483646 h 1030"/>
                <a:gd name="T16" fmla="*/ 2147483646 w 773"/>
                <a:gd name="T17" fmla="*/ 2147483646 h 1030"/>
                <a:gd name="T18" fmla="*/ 2147483646 w 773"/>
                <a:gd name="T19" fmla="*/ 2147483646 h 1030"/>
                <a:gd name="T20" fmla="*/ 2147483646 w 773"/>
                <a:gd name="T21" fmla="*/ 2147483646 h 1030"/>
                <a:gd name="T22" fmla="*/ 2147483646 w 773"/>
                <a:gd name="T23" fmla="*/ 2147483646 h 1030"/>
                <a:gd name="T24" fmla="*/ 2147483646 w 773"/>
                <a:gd name="T25" fmla="*/ 2147483646 h 1030"/>
                <a:gd name="T26" fmla="*/ 2147483646 w 773"/>
                <a:gd name="T27" fmla="*/ 2147483646 h 1030"/>
                <a:gd name="T28" fmla="*/ 2147483646 w 773"/>
                <a:gd name="T29" fmla="*/ 2147483646 h 1030"/>
                <a:gd name="T30" fmla="*/ 2147483646 w 773"/>
                <a:gd name="T31" fmla="*/ 2147483646 h 1030"/>
                <a:gd name="T32" fmla="*/ 2147483646 w 773"/>
                <a:gd name="T33" fmla="*/ 2147483646 h 1030"/>
                <a:gd name="T34" fmla="*/ 2147483646 w 773"/>
                <a:gd name="T35" fmla="*/ 2147483646 h 1030"/>
                <a:gd name="T36" fmla="*/ 2147483646 w 773"/>
                <a:gd name="T37" fmla="*/ 2147483646 h 1030"/>
                <a:gd name="T38" fmla="*/ 2147483646 w 773"/>
                <a:gd name="T39" fmla="*/ 2147483646 h 1030"/>
                <a:gd name="T40" fmla="*/ 2147483646 w 773"/>
                <a:gd name="T41" fmla="*/ 2147483646 h 1030"/>
                <a:gd name="T42" fmla="*/ 2147483646 w 773"/>
                <a:gd name="T43" fmla="*/ 2147483646 h 1030"/>
                <a:gd name="T44" fmla="*/ 2147483646 w 773"/>
                <a:gd name="T45" fmla="*/ 2147483646 h 1030"/>
                <a:gd name="T46" fmla="*/ 2147483646 w 773"/>
                <a:gd name="T47" fmla="*/ 2147483646 h 1030"/>
                <a:gd name="T48" fmla="*/ 2147483646 w 773"/>
                <a:gd name="T49" fmla="*/ 2147483646 h 1030"/>
                <a:gd name="T50" fmla="*/ 2147483646 w 773"/>
                <a:gd name="T51" fmla="*/ 2147483646 h 1030"/>
                <a:gd name="T52" fmla="*/ 2147483646 w 773"/>
                <a:gd name="T53" fmla="*/ 2147483646 h 1030"/>
                <a:gd name="T54" fmla="*/ 2147483646 w 773"/>
                <a:gd name="T55" fmla="*/ 2147483646 h 1030"/>
                <a:gd name="T56" fmla="*/ 2147483646 w 773"/>
                <a:gd name="T57" fmla="*/ 2147483646 h 1030"/>
                <a:gd name="T58" fmla="*/ 2147483646 w 773"/>
                <a:gd name="T59" fmla="*/ 2147483646 h 1030"/>
                <a:gd name="T60" fmla="*/ 2147483646 w 773"/>
                <a:gd name="T61" fmla="*/ 2147483646 h 1030"/>
                <a:gd name="T62" fmla="*/ 2147483646 w 773"/>
                <a:gd name="T63" fmla="*/ 2147483646 h 1030"/>
                <a:gd name="T64" fmla="*/ 2147483646 w 773"/>
                <a:gd name="T65" fmla="*/ 2147483646 h 1030"/>
                <a:gd name="T66" fmla="*/ 2147483646 w 773"/>
                <a:gd name="T67" fmla="*/ 2147483646 h 1030"/>
                <a:gd name="T68" fmla="*/ 2147483646 w 773"/>
                <a:gd name="T69" fmla="*/ 2147483646 h 1030"/>
                <a:gd name="T70" fmla="*/ 2147483646 w 773"/>
                <a:gd name="T71" fmla="*/ 2147483646 h 1030"/>
                <a:gd name="T72" fmla="*/ 2147483646 w 773"/>
                <a:gd name="T73" fmla="*/ 2147483646 h 1030"/>
                <a:gd name="T74" fmla="*/ 2147483646 w 773"/>
                <a:gd name="T75" fmla="*/ 2147483646 h 1030"/>
                <a:gd name="T76" fmla="*/ 2147483646 w 773"/>
                <a:gd name="T77" fmla="*/ 2147483646 h 1030"/>
                <a:gd name="T78" fmla="*/ 2147483646 w 773"/>
                <a:gd name="T79" fmla="*/ 2147483646 h 1030"/>
                <a:gd name="T80" fmla="*/ 2147483646 w 773"/>
                <a:gd name="T81" fmla="*/ 2147483646 h 1030"/>
                <a:gd name="T82" fmla="*/ 2147483646 w 773"/>
                <a:gd name="T83" fmla="*/ 2147483646 h 1030"/>
                <a:gd name="T84" fmla="*/ 2147483646 w 773"/>
                <a:gd name="T85" fmla="*/ 2147483646 h 1030"/>
                <a:gd name="T86" fmla="*/ 2147483646 w 773"/>
                <a:gd name="T87" fmla="*/ 2147483646 h 1030"/>
                <a:gd name="T88" fmla="*/ 2147483646 w 773"/>
                <a:gd name="T89" fmla="*/ 2147483646 h 1030"/>
                <a:gd name="T90" fmla="*/ 2147483646 w 773"/>
                <a:gd name="T91" fmla="*/ 2147483646 h 1030"/>
                <a:gd name="T92" fmla="*/ 2147483646 w 773"/>
                <a:gd name="T93" fmla="*/ 2147483646 h 1030"/>
                <a:gd name="T94" fmla="*/ 2147483646 w 773"/>
                <a:gd name="T95" fmla="*/ 2147483646 h 1030"/>
                <a:gd name="T96" fmla="*/ 2147483646 w 773"/>
                <a:gd name="T97" fmla="*/ 2147483646 h 103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773"/>
                <a:gd name="T148" fmla="*/ 0 h 1030"/>
                <a:gd name="T149" fmla="*/ 773 w 773"/>
                <a:gd name="T150" fmla="*/ 1030 h 103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773" h="1030">
                  <a:moveTo>
                    <a:pt x="0" y="1030"/>
                  </a:moveTo>
                  <a:lnTo>
                    <a:pt x="7" y="1014"/>
                  </a:lnTo>
                  <a:lnTo>
                    <a:pt x="15" y="998"/>
                  </a:lnTo>
                  <a:lnTo>
                    <a:pt x="21" y="984"/>
                  </a:lnTo>
                  <a:lnTo>
                    <a:pt x="27" y="969"/>
                  </a:lnTo>
                  <a:lnTo>
                    <a:pt x="34" y="955"/>
                  </a:lnTo>
                  <a:lnTo>
                    <a:pt x="40" y="944"/>
                  </a:lnTo>
                  <a:lnTo>
                    <a:pt x="45" y="931"/>
                  </a:lnTo>
                  <a:lnTo>
                    <a:pt x="51" y="920"/>
                  </a:lnTo>
                  <a:lnTo>
                    <a:pt x="56" y="910"/>
                  </a:lnTo>
                  <a:lnTo>
                    <a:pt x="61" y="899"/>
                  </a:lnTo>
                  <a:lnTo>
                    <a:pt x="67" y="891"/>
                  </a:lnTo>
                  <a:lnTo>
                    <a:pt x="72" y="881"/>
                  </a:lnTo>
                  <a:lnTo>
                    <a:pt x="77" y="872"/>
                  </a:lnTo>
                  <a:lnTo>
                    <a:pt x="82" y="864"/>
                  </a:lnTo>
                  <a:lnTo>
                    <a:pt x="87" y="856"/>
                  </a:lnTo>
                  <a:lnTo>
                    <a:pt x="90" y="848"/>
                  </a:lnTo>
                  <a:lnTo>
                    <a:pt x="95" y="840"/>
                  </a:lnTo>
                  <a:lnTo>
                    <a:pt x="99" y="832"/>
                  </a:lnTo>
                  <a:lnTo>
                    <a:pt x="106" y="824"/>
                  </a:lnTo>
                  <a:lnTo>
                    <a:pt x="111" y="817"/>
                  </a:lnTo>
                  <a:lnTo>
                    <a:pt x="115" y="809"/>
                  </a:lnTo>
                  <a:lnTo>
                    <a:pt x="120" y="801"/>
                  </a:lnTo>
                  <a:lnTo>
                    <a:pt x="127" y="793"/>
                  </a:lnTo>
                  <a:lnTo>
                    <a:pt x="132" y="784"/>
                  </a:lnTo>
                  <a:lnTo>
                    <a:pt x="138" y="776"/>
                  </a:lnTo>
                  <a:lnTo>
                    <a:pt x="144" y="766"/>
                  </a:lnTo>
                  <a:lnTo>
                    <a:pt x="151" y="756"/>
                  </a:lnTo>
                  <a:lnTo>
                    <a:pt x="159" y="747"/>
                  </a:lnTo>
                  <a:lnTo>
                    <a:pt x="165" y="736"/>
                  </a:lnTo>
                  <a:lnTo>
                    <a:pt x="173" y="724"/>
                  </a:lnTo>
                  <a:lnTo>
                    <a:pt x="181" y="712"/>
                  </a:lnTo>
                  <a:lnTo>
                    <a:pt x="191" y="699"/>
                  </a:lnTo>
                  <a:lnTo>
                    <a:pt x="202" y="683"/>
                  </a:lnTo>
                  <a:lnTo>
                    <a:pt x="212" y="667"/>
                  </a:lnTo>
                  <a:lnTo>
                    <a:pt x="223" y="652"/>
                  </a:lnTo>
                  <a:lnTo>
                    <a:pt x="231" y="640"/>
                  </a:lnTo>
                  <a:lnTo>
                    <a:pt x="240" y="627"/>
                  </a:lnTo>
                  <a:lnTo>
                    <a:pt x="248" y="614"/>
                  </a:lnTo>
                  <a:lnTo>
                    <a:pt x="256" y="603"/>
                  </a:lnTo>
                  <a:lnTo>
                    <a:pt x="264" y="592"/>
                  </a:lnTo>
                  <a:lnTo>
                    <a:pt x="272" y="580"/>
                  </a:lnTo>
                  <a:lnTo>
                    <a:pt x="279" y="571"/>
                  </a:lnTo>
                  <a:lnTo>
                    <a:pt x="285" y="561"/>
                  </a:lnTo>
                  <a:lnTo>
                    <a:pt x="293" y="552"/>
                  </a:lnTo>
                  <a:lnTo>
                    <a:pt x="300" y="542"/>
                  </a:lnTo>
                  <a:lnTo>
                    <a:pt x="306" y="534"/>
                  </a:lnTo>
                  <a:lnTo>
                    <a:pt x="312" y="524"/>
                  </a:lnTo>
                  <a:lnTo>
                    <a:pt x="319" y="515"/>
                  </a:lnTo>
                  <a:lnTo>
                    <a:pt x="327" y="507"/>
                  </a:lnTo>
                  <a:lnTo>
                    <a:pt x="333" y="497"/>
                  </a:lnTo>
                  <a:lnTo>
                    <a:pt x="341" y="488"/>
                  </a:lnTo>
                  <a:lnTo>
                    <a:pt x="349" y="478"/>
                  </a:lnTo>
                  <a:lnTo>
                    <a:pt x="357" y="468"/>
                  </a:lnTo>
                  <a:lnTo>
                    <a:pt x="365" y="459"/>
                  </a:lnTo>
                  <a:lnTo>
                    <a:pt x="373" y="448"/>
                  </a:lnTo>
                  <a:lnTo>
                    <a:pt x="383" y="436"/>
                  </a:lnTo>
                  <a:lnTo>
                    <a:pt x="392" y="425"/>
                  </a:lnTo>
                  <a:lnTo>
                    <a:pt x="404" y="412"/>
                  </a:lnTo>
                  <a:lnTo>
                    <a:pt x="415" y="400"/>
                  </a:lnTo>
                  <a:lnTo>
                    <a:pt x="426" y="385"/>
                  </a:lnTo>
                  <a:lnTo>
                    <a:pt x="439" y="371"/>
                  </a:lnTo>
                  <a:lnTo>
                    <a:pt x="453" y="355"/>
                  </a:lnTo>
                  <a:lnTo>
                    <a:pt x="468" y="337"/>
                  </a:lnTo>
                  <a:lnTo>
                    <a:pt x="482" y="320"/>
                  </a:lnTo>
                  <a:lnTo>
                    <a:pt x="498" y="302"/>
                  </a:lnTo>
                  <a:lnTo>
                    <a:pt x="512" y="284"/>
                  </a:lnTo>
                  <a:lnTo>
                    <a:pt x="525" y="268"/>
                  </a:lnTo>
                  <a:lnTo>
                    <a:pt x="538" y="254"/>
                  </a:lnTo>
                  <a:lnTo>
                    <a:pt x="551" y="240"/>
                  </a:lnTo>
                  <a:lnTo>
                    <a:pt x="562" y="227"/>
                  </a:lnTo>
                  <a:lnTo>
                    <a:pt x="572" y="214"/>
                  </a:lnTo>
                  <a:lnTo>
                    <a:pt x="583" y="203"/>
                  </a:lnTo>
                  <a:lnTo>
                    <a:pt x="591" y="192"/>
                  </a:lnTo>
                  <a:lnTo>
                    <a:pt x="600" y="182"/>
                  </a:lnTo>
                  <a:lnTo>
                    <a:pt x="608" y="172"/>
                  </a:lnTo>
                  <a:lnTo>
                    <a:pt x="616" y="163"/>
                  </a:lnTo>
                  <a:lnTo>
                    <a:pt x="624" y="155"/>
                  </a:lnTo>
                  <a:lnTo>
                    <a:pt x="631" y="147"/>
                  </a:lnTo>
                  <a:lnTo>
                    <a:pt x="639" y="139"/>
                  </a:lnTo>
                  <a:lnTo>
                    <a:pt x="645" y="131"/>
                  </a:lnTo>
                  <a:lnTo>
                    <a:pt x="652" y="123"/>
                  </a:lnTo>
                  <a:lnTo>
                    <a:pt x="660" y="116"/>
                  </a:lnTo>
                  <a:lnTo>
                    <a:pt x="666" y="108"/>
                  </a:lnTo>
                  <a:lnTo>
                    <a:pt x="672" y="102"/>
                  </a:lnTo>
                  <a:lnTo>
                    <a:pt x="679" y="94"/>
                  </a:lnTo>
                  <a:lnTo>
                    <a:pt x="685" y="88"/>
                  </a:lnTo>
                  <a:lnTo>
                    <a:pt x="693" y="80"/>
                  </a:lnTo>
                  <a:lnTo>
                    <a:pt x="700" y="73"/>
                  </a:lnTo>
                  <a:lnTo>
                    <a:pt x="708" y="65"/>
                  </a:lnTo>
                  <a:lnTo>
                    <a:pt x="716" y="57"/>
                  </a:lnTo>
                  <a:lnTo>
                    <a:pt x="724" y="49"/>
                  </a:lnTo>
                  <a:lnTo>
                    <a:pt x="733" y="40"/>
                  </a:lnTo>
                  <a:lnTo>
                    <a:pt x="743" y="30"/>
                  </a:lnTo>
                  <a:lnTo>
                    <a:pt x="752" y="20"/>
                  </a:lnTo>
                  <a:lnTo>
                    <a:pt x="762" y="11"/>
                  </a:lnTo>
                  <a:lnTo>
                    <a:pt x="773" y="0"/>
                  </a:lnTo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83" name="Rectangle 82">
              <a:extLst>
                <a:ext uri="{FF2B5EF4-FFF2-40B4-BE49-F238E27FC236}">
                  <a16:creationId xmlns:a16="http://schemas.microsoft.com/office/drawing/2014/main" id="{849E5FA1-4422-4B10-BF44-4E2337E5E0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4488" y="4818062"/>
              <a:ext cx="2286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84" name="Rectangle 83">
              <a:extLst>
                <a:ext uri="{FF2B5EF4-FFF2-40B4-BE49-F238E27FC236}">
                  <a16:creationId xmlns:a16="http://schemas.microsoft.com/office/drawing/2014/main" id="{82335CD0-054C-4160-9636-5CC6F685F1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6925" y="3681412"/>
              <a:ext cx="2286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85" name="Freeform 84">
              <a:extLst>
                <a:ext uri="{FF2B5EF4-FFF2-40B4-BE49-F238E27FC236}">
                  <a16:creationId xmlns:a16="http://schemas.microsoft.com/office/drawing/2014/main" id="{25261036-5CE9-4378-AD88-848D03DCC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213" y="3041650"/>
              <a:ext cx="76200" cy="152400"/>
            </a:xfrm>
            <a:custGeom>
              <a:avLst/>
              <a:gdLst>
                <a:gd name="T0" fmla="*/ 2147483646 w 96"/>
                <a:gd name="T1" fmla="*/ 2147483646 h 192"/>
                <a:gd name="T2" fmla="*/ 0 w 96"/>
                <a:gd name="T3" fmla="*/ 0 h 192"/>
                <a:gd name="T4" fmla="*/ 0 w 96"/>
                <a:gd name="T5" fmla="*/ 2147483646 h 192"/>
                <a:gd name="T6" fmla="*/ 2147483646 w 96"/>
                <a:gd name="T7" fmla="*/ 2147483646 h 192"/>
                <a:gd name="T8" fmla="*/ 2147483646 w 96"/>
                <a:gd name="T9" fmla="*/ 2147483646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92"/>
                <a:gd name="T17" fmla="*/ 96 w 96"/>
                <a:gd name="T18" fmla="*/ 192 h 1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92">
                  <a:moveTo>
                    <a:pt x="96" y="192"/>
                  </a:moveTo>
                  <a:lnTo>
                    <a:pt x="0" y="0"/>
                  </a:lnTo>
                  <a:lnTo>
                    <a:pt x="0" y="192"/>
                  </a:lnTo>
                  <a:lnTo>
                    <a:pt x="64" y="192"/>
                  </a:lnTo>
                  <a:lnTo>
                    <a:pt x="96" y="192"/>
                  </a:lnTo>
                  <a:close/>
                </a:path>
              </a:pathLst>
            </a:custGeom>
            <a:solidFill>
              <a:srgbClr val="000000"/>
            </a:solidFill>
            <a:ln w="2381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86" name="Freeform 85">
              <a:extLst>
                <a:ext uri="{FF2B5EF4-FFF2-40B4-BE49-F238E27FC236}">
                  <a16:creationId xmlns:a16="http://schemas.microsoft.com/office/drawing/2014/main" id="{21B1CB1C-045D-4FF9-9B63-62AE80041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663" y="3201987"/>
              <a:ext cx="65087" cy="542925"/>
            </a:xfrm>
            <a:custGeom>
              <a:avLst/>
              <a:gdLst>
                <a:gd name="T0" fmla="*/ 2147483646 w 84"/>
                <a:gd name="T1" fmla="*/ 2147483646 h 684"/>
                <a:gd name="T2" fmla="*/ 2147483646 w 84"/>
                <a:gd name="T3" fmla="*/ 2147483646 h 684"/>
                <a:gd name="T4" fmla="*/ 2147483646 w 84"/>
                <a:gd name="T5" fmla="*/ 2147483646 h 684"/>
                <a:gd name="T6" fmla="*/ 2147483646 w 84"/>
                <a:gd name="T7" fmla="*/ 2147483646 h 684"/>
                <a:gd name="T8" fmla="*/ 2147483646 w 84"/>
                <a:gd name="T9" fmla="*/ 2147483646 h 684"/>
                <a:gd name="T10" fmla="*/ 2147483646 w 84"/>
                <a:gd name="T11" fmla="*/ 2147483646 h 684"/>
                <a:gd name="T12" fmla="*/ 2147483646 w 84"/>
                <a:gd name="T13" fmla="*/ 2147483646 h 684"/>
                <a:gd name="T14" fmla="*/ 2147483646 w 84"/>
                <a:gd name="T15" fmla="*/ 2147483646 h 684"/>
                <a:gd name="T16" fmla="*/ 2147483646 w 84"/>
                <a:gd name="T17" fmla="*/ 2147483646 h 684"/>
                <a:gd name="T18" fmla="*/ 2147483646 w 84"/>
                <a:gd name="T19" fmla="*/ 2147483646 h 684"/>
                <a:gd name="T20" fmla="*/ 2147483646 w 84"/>
                <a:gd name="T21" fmla="*/ 2147483646 h 684"/>
                <a:gd name="T22" fmla="*/ 2147483646 w 84"/>
                <a:gd name="T23" fmla="*/ 2147483646 h 684"/>
                <a:gd name="T24" fmla="*/ 2147483646 w 84"/>
                <a:gd name="T25" fmla="*/ 2147483646 h 684"/>
                <a:gd name="T26" fmla="*/ 2147483646 w 84"/>
                <a:gd name="T27" fmla="*/ 2147483646 h 684"/>
                <a:gd name="T28" fmla="*/ 2147483646 w 84"/>
                <a:gd name="T29" fmla="*/ 2147483646 h 684"/>
                <a:gd name="T30" fmla="*/ 2147483646 w 84"/>
                <a:gd name="T31" fmla="*/ 2147483646 h 684"/>
                <a:gd name="T32" fmla="*/ 2147483646 w 84"/>
                <a:gd name="T33" fmla="*/ 2147483646 h 684"/>
                <a:gd name="T34" fmla="*/ 2147483646 w 84"/>
                <a:gd name="T35" fmla="*/ 2147483646 h 684"/>
                <a:gd name="T36" fmla="*/ 2147483646 w 84"/>
                <a:gd name="T37" fmla="*/ 2147483646 h 684"/>
                <a:gd name="T38" fmla="*/ 2147483646 w 84"/>
                <a:gd name="T39" fmla="*/ 2147483646 h 684"/>
                <a:gd name="T40" fmla="*/ 2147483646 w 84"/>
                <a:gd name="T41" fmla="*/ 2147483646 h 684"/>
                <a:gd name="T42" fmla="*/ 2147483646 w 84"/>
                <a:gd name="T43" fmla="*/ 2147483646 h 684"/>
                <a:gd name="T44" fmla="*/ 2147483646 w 84"/>
                <a:gd name="T45" fmla="*/ 2147483646 h 684"/>
                <a:gd name="T46" fmla="*/ 2147483646 w 84"/>
                <a:gd name="T47" fmla="*/ 2147483646 h 684"/>
                <a:gd name="T48" fmla="*/ 2147483646 w 84"/>
                <a:gd name="T49" fmla="*/ 2147483646 h 684"/>
                <a:gd name="T50" fmla="*/ 2147483646 w 84"/>
                <a:gd name="T51" fmla="*/ 2147483646 h 684"/>
                <a:gd name="T52" fmla="*/ 2147483646 w 84"/>
                <a:gd name="T53" fmla="*/ 2147483646 h 684"/>
                <a:gd name="T54" fmla="*/ 2147483646 w 84"/>
                <a:gd name="T55" fmla="*/ 2147483646 h 684"/>
                <a:gd name="T56" fmla="*/ 2147483646 w 84"/>
                <a:gd name="T57" fmla="*/ 2147483646 h 684"/>
                <a:gd name="T58" fmla="*/ 2147483646 w 84"/>
                <a:gd name="T59" fmla="*/ 2147483646 h 684"/>
                <a:gd name="T60" fmla="*/ 2147483646 w 84"/>
                <a:gd name="T61" fmla="*/ 2147483646 h 684"/>
                <a:gd name="T62" fmla="*/ 2147483646 w 84"/>
                <a:gd name="T63" fmla="*/ 2147483646 h 684"/>
                <a:gd name="T64" fmla="*/ 2147483646 w 84"/>
                <a:gd name="T65" fmla="*/ 2147483646 h 684"/>
                <a:gd name="T66" fmla="*/ 2147483646 w 84"/>
                <a:gd name="T67" fmla="*/ 2147483646 h 684"/>
                <a:gd name="T68" fmla="*/ 2147483646 w 84"/>
                <a:gd name="T69" fmla="*/ 2147483646 h 684"/>
                <a:gd name="T70" fmla="*/ 2147483646 w 84"/>
                <a:gd name="T71" fmla="*/ 2147483646 h 684"/>
                <a:gd name="T72" fmla="*/ 2147483646 w 84"/>
                <a:gd name="T73" fmla="*/ 2147483646 h 684"/>
                <a:gd name="T74" fmla="*/ 2147483646 w 84"/>
                <a:gd name="T75" fmla="*/ 2147483646 h 684"/>
                <a:gd name="T76" fmla="*/ 2147483646 w 84"/>
                <a:gd name="T77" fmla="*/ 2147483646 h 684"/>
                <a:gd name="T78" fmla="*/ 2147483646 w 84"/>
                <a:gd name="T79" fmla="*/ 2147483646 h 684"/>
                <a:gd name="T80" fmla="*/ 2147483646 w 84"/>
                <a:gd name="T81" fmla="*/ 2147483646 h 684"/>
                <a:gd name="T82" fmla="*/ 2147483646 w 84"/>
                <a:gd name="T83" fmla="*/ 2147483646 h 684"/>
                <a:gd name="T84" fmla="*/ 2147483646 w 84"/>
                <a:gd name="T85" fmla="*/ 2147483646 h 684"/>
                <a:gd name="T86" fmla="*/ 2147483646 w 84"/>
                <a:gd name="T87" fmla="*/ 2147483646 h 684"/>
                <a:gd name="T88" fmla="*/ 2147483646 w 84"/>
                <a:gd name="T89" fmla="*/ 2147483646 h 684"/>
                <a:gd name="T90" fmla="*/ 2147483646 w 84"/>
                <a:gd name="T91" fmla="*/ 2147483646 h 684"/>
                <a:gd name="T92" fmla="*/ 2147483646 w 84"/>
                <a:gd name="T93" fmla="*/ 2147483646 h 684"/>
                <a:gd name="T94" fmla="*/ 2147483646 w 84"/>
                <a:gd name="T95" fmla="*/ 2147483646 h 684"/>
                <a:gd name="T96" fmla="*/ 2147483646 w 84"/>
                <a:gd name="T97" fmla="*/ 2147483646 h 68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84"/>
                <a:gd name="T148" fmla="*/ 0 h 684"/>
                <a:gd name="T149" fmla="*/ 84 w 84"/>
                <a:gd name="T150" fmla="*/ 684 h 68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84" h="684">
                  <a:moveTo>
                    <a:pt x="0" y="0"/>
                  </a:moveTo>
                  <a:lnTo>
                    <a:pt x="2" y="4"/>
                  </a:lnTo>
                  <a:lnTo>
                    <a:pt x="4" y="9"/>
                  </a:lnTo>
                  <a:lnTo>
                    <a:pt x="5" y="14"/>
                  </a:lnTo>
                  <a:lnTo>
                    <a:pt x="7" y="19"/>
                  </a:lnTo>
                  <a:lnTo>
                    <a:pt x="8" y="22"/>
                  </a:lnTo>
                  <a:lnTo>
                    <a:pt x="10" y="27"/>
                  </a:lnTo>
                  <a:lnTo>
                    <a:pt x="10" y="32"/>
                  </a:lnTo>
                  <a:lnTo>
                    <a:pt x="12" y="35"/>
                  </a:lnTo>
                  <a:lnTo>
                    <a:pt x="13" y="40"/>
                  </a:lnTo>
                  <a:lnTo>
                    <a:pt x="15" y="43"/>
                  </a:lnTo>
                  <a:lnTo>
                    <a:pt x="15" y="48"/>
                  </a:lnTo>
                  <a:lnTo>
                    <a:pt x="16" y="51"/>
                  </a:lnTo>
                  <a:lnTo>
                    <a:pt x="16" y="56"/>
                  </a:lnTo>
                  <a:lnTo>
                    <a:pt x="18" y="60"/>
                  </a:lnTo>
                  <a:lnTo>
                    <a:pt x="20" y="64"/>
                  </a:lnTo>
                  <a:lnTo>
                    <a:pt x="20" y="68"/>
                  </a:lnTo>
                  <a:lnTo>
                    <a:pt x="21" y="73"/>
                  </a:lnTo>
                  <a:lnTo>
                    <a:pt x="21" y="76"/>
                  </a:lnTo>
                  <a:lnTo>
                    <a:pt x="23" y="81"/>
                  </a:lnTo>
                  <a:lnTo>
                    <a:pt x="23" y="86"/>
                  </a:lnTo>
                  <a:lnTo>
                    <a:pt x="24" y="91"/>
                  </a:lnTo>
                  <a:lnTo>
                    <a:pt x="26" y="94"/>
                  </a:lnTo>
                  <a:lnTo>
                    <a:pt x="26" y="99"/>
                  </a:lnTo>
                  <a:lnTo>
                    <a:pt x="28" y="104"/>
                  </a:lnTo>
                  <a:lnTo>
                    <a:pt x="28" y="110"/>
                  </a:lnTo>
                  <a:lnTo>
                    <a:pt x="29" y="115"/>
                  </a:lnTo>
                  <a:lnTo>
                    <a:pt x="29" y="120"/>
                  </a:lnTo>
                  <a:lnTo>
                    <a:pt x="31" y="124"/>
                  </a:lnTo>
                  <a:lnTo>
                    <a:pt x="32" y="131"/>
                  </a:lnTo>
                  <a:lnTo>
                    <a:pt x="32" y="136"/>
                  </a:lnTo>
                  <a:lnTo>
                    <a:pt x="34" y="142"/>
                  </a:lnTo>
                  <a:lnTo>
                    <a:pt x="36" y="148"/>
                  </a:lnTo>
                  <a:lnTo>
                    <a:pt x="37" y="160"/>
                  </a:lnTo>
                  <a:lnTo>
                    <a:pt x="39" y="171"/>
                  </a:lnTo>
                  <a:lnTo>
                    <a:pt x="42" y="180"/>
                  </a:lnTo>
                  <a:lnTo>
                    <a:pt x="44" y="190"/>
                  </a:lnTo>
                  <a:lnTo>
                    <a:pt x="45" y="200"/>
                  </a:lnTo>
                  <a:lnTo>
                    <a:pt x="47" y="208"/>
                  </a:lnTo>
                  <a:lnTo>
                    <a:pt x="48" y="217"/>
                  </a:lnTo>
                  <a:lnTo>
                    <a:pt x="48" y="224"/>
                  </a:lnTo>
                  <a:lnTo>
                    <a:pt x="50" y="232"/>
                  </a:lnTo>
                  <a:lnTo>
                    <a:pt x="52" y="240"/>
                  </a:lnTo>
                  <a:lnTo>
                    <a:pt x="53" y="246"/>
                  </a:lnTo>
                  <a:lnTo>
                    <a:pt x="53" y="252"/>
                  </a:lnTo>
                  <a:lnTo>
                    <a:pt x="55" y="259"/>
                  </a:lnTo>
                  <a:lnTo>
                    <a:pt x="56" y="265"/>
                  </a:lnTo>
                  <a:lnTo>
                    <a:pt x="56" y="273"/>
                  </a:lnTo>
                  <a:lnTo>
                    <a:pt x="58" y="280"/>
                  </a:lnTo>
                  <a:lnTo>
                    <a:pt x="58" y="286"/>
                  </a:lnTo>
                  <a:lnTo>
                    <a:pt x="60" y="292"/>
                  </a:lnTo>
                  <a:lnTo>
                    <a:pt x="60" y="299"/>
                  </a:lnTo>
                  <a:lnTo>
                    <a:pt x="61" y="307"/>
                  </a:lnTo>
                  <a:lnTo>
                    <a:pt x="61" y="313"/>
                  </a:lnTo>
                  <a:lnTo>
                    <a:pt x="63" y="321"/>
                  </a:lnTo>
                  <a:lnTo>
                    <a:pt x="63" y="329"/>
                  </a:lnTo>
                  <a:lnTo>
                    <a:pt x="64" y="339"/>
                  </a:lnTo>
                  <a:lnTo>
                    <a:pt x="64" y="347"/>
                  </a:lnTo>
                  <a:lnTo>
                    <a:pt x="66" y="356"/>
                  </a:lnTo>
                  <a:lnTo>
                    <a:pt x="66" y="368"/>
                  </a:lnTo>
                  <a:lnTo>
                    <a:pt x="68" y="379"/>
                  </a:lnTo>
                  <a:lnTo>
                    <a:pt x="68" y="390"/>
                  </a:lnTo>
                  <a:lnTo>
                    <a:pt x="69" y="403"/>
                  </a:lnTo>
                  <a:lnTo>
                    <a:pt x="71" y="416"/>
                  </a:lnTo>
                  <a:lnTo>
                    <a:pt x="71" y="428"/>
                  </a:lnTo>
                  <a:lnTo>
                    <a:pt x="72" y="443"/>
                  </a:lnTo>
                  <a:lnTo>
                    <a:pt x="74" y="456"/>
                  </a:lnTo>
                  <a:lnTo>
                    <a:pt x="74" y="468"/>
                  </a:lnTo>
                  <a:lnTo>
                    <a:pt x="76" y="480"/>
                  </a:lnTo>
                  <a:lnTo>
                    <a:pt x="76" y="491"/>
                  </a:lnTo>
                  <a:lnTo>
                    <a:pt x="77" y="500"/>
                  </a:lnTo>
                  <a:lnTo>
                    <a:pt x="77" y="510"/>
                  </a:lnTo>
                  <a:lnTo>
                    <a:pt x="79" y="520"/>
                  </a:lnTo>
                  <a:lnTo>
                    <a:pt x="79" y="528"/>
                  </a:lnTo>
                  <a:lnTo>
                    <a:pt x="79" y="536"/>
                  </a:lnTo>
                  <a:lnTo>
                    <a:pt x="80" y="544"/>
                  </a:lnTo>
                  <a:lnTo>
                    <a:pt x="80" y="550"/>
                  </a:lnTo>
                  <a:lnTo>
                    <a:pt x="80" y="556"/>
                  </a:lnTo>
                  <a:lnTo>
                    <a:pt x="82" y="563"/>
                  </a:lnTo>
                  <a:lnTo>
                    <a:pt x="82" y="569"/>
                  </a:lnTo>
                  <a:lnTo>
                    <a:pt x="82" y="576"/>
                  </a:lnTo>
                  <a:lnTo>
                    <a:pt x="82" y="582"/>
                  </a:lnTo>
                  <a:lnTo>
                    <a:pt x="82" y="587"/>
                  </a:lnTo>
                  <a:lnTo>
                    <a:pt x="82" y="593"/>
                  </a:lnTo>
                  <a:lnTo>
                    <a:pt x="82" y="600"/>
                  </a:lnTo>
                  <a:lnTo>
                    <a:pt x="84" y="604"/>
                  </a:lnTo>
                  <a:lnTo>
                    <a:pt x="84" y="611"/>
                  </a:lnTo>
                  <a:lnTo>
                    <a:pt x="84" y="617"/>
                  </a:lnTo>
                  <a:lnTo>
                    <a:pt x="84" y="622"/>
                  </a:lnTo>
                  <a:lnTo>
                    <a:pt x="84" y="628"/>
                  </a:lnTo>
                  <a:lnTo>
                    <a:pt x="84" y="636"/>
                  </a:lnTo>
                  <a:lnTo>
                    <a:pt x="84" y="643"/>
                  </a:lnTo>
                  <a:lnTo>
                    <a:pt x="84" y="651"/>
                  </a:lnTo>
                  <a:lnTo>
                    <a:pt x="84" y="657"/>
                  </a:lnTo>
                  <a:lnTo>
                    <a:pt x="84" y="667"/>
                  </a:lnTo>
                  <a:lnTo>
                    <a:pt x="84" y="675"/>
                  </a:lnTo>
                  <a:lnTo>
                    <a:pt x="84" y="684"/>
                  </a:lnTo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87" name="Freeform 86">
              <a:extLst>
                <a:ext uri="{FF2B5EF4-FFF2-40B4-BE49-F238E27FC236}">
                  <a16:creationId xmlns:a16="http://schemas.microsoft.com/office/drawing/2014/main" id="{A46FA8C9-FCFB-4940-B227-CC79DB8EF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400" y="3744912"/>
              <a:ext cx="133350" cy="728663"/>
            </a:xfrm>
            <a:custGeom>
              <a:avLst/>
              <a:gdLst>
                <a:gd name="T0" fmla="*/ 2147483646 w 170"/>
                <a:gd name="T1" fmla="*/ 2147483646 h 919"/>
                <a:gd name="T2" fmla="*/ 2147483646 w 170"/>
                <a:gd name="T3" fmla="*/ 2147483646 h 919"/>
                <a:gd name="T4" fmla="*/ 2147483646 w 170"/>
                <a:gd name="T5" fmla="*/ 2147483646 h 919"/>
                <a:gd name="T6" fmla="*/ 2147483646 w 170"/>
                <a:gd name="T7" fmla="*/ 2147483646 h 919"/>
                <a:gd name="T8" fmla="*/ 2147483646 w 170"/>
                <a:gd name="T9" fmla="*/ 2147483646 h 919"/>
                <a:gd name="T10" fmla="*/ 2147483646 w 170"/>
                <a:gd name="T11" fmla="*/ 2147483646 h 919"/>
                <a:gd name="T12" fmla="*/ 2147483646 w 170"/>
                <a:gd name="T13" fmla="*/ 2147483646 h 919"/>
                <a:gd name="T14" fmla="*/ 2147483646 w 170"/>
                <a:gd name="T15" fmla="*/ 2147483646 h 919"/>
                <a:gd name="T16" fmla="*/ 2147483646 w 170"/>
                <a:gd name="T17" fmla="*/ 2147483646 h 919"/>
                <a:gd name="T18" fmla="*/ 2147483646 w 170"/>
                <a:gd name="T19" fmla="*/ 2147483646 h 919"/>
                <a:gd name="T20" fmla="*/ 2147483646 w 170"/>
                <a:gd name="T21" fmla="*/ 2147483646 h 919"/>
                <a:gd name="T22" fmla="*/ 2147483646 w 170"/>
                <a:gd name="T23" fmla="*/ 2147483646 h 919"/>
                <a:gd name="T24" fmla="*/ 2147483646 w 170"/>
                <a:gd name="T25" fmla="*/ 2147483646 h 919"/>
                <a:gd name="T26" fmla="*/ 2147483646 w 170"/>
                <a:gd name="T27" fmla="*/ 2147483646 h 919"/>
                <a:gd name="T28" fmla="*/ 2147483646 w 170"/>
                <a:gd name="T29" fmla="*/ 2147483646 h 919"/>
                <a:gd name="T30" fmla="*/ 2147483646 w 170"/>
                <a:gd name="T31" fmla="*/ 2147483646 h 919"/>
                <a:gd name="T32" fmla="*/ 2147483646 w 170"/>
                <a:gd name="T33" fmla="*/ 2147483646 h 919"/>
                <a:gd name="T34" fmla="*/ 2147483646 w 170"/>
                <a:gd name="T35" fmla="*/ 2147483646 h 919"/>
                <a:gd name="T36" fmla="*/ 2147483646 w 170"/>
                <a:gd name="T37" fmla="*/ 2147483646 h 919"/>
                <a:gd name="T38" fmla="*/ 2147483646 w 170"/>
                <a:gd name="T39" fmla="*/ 2147483646 h 919"/>
                <a:gd name="T40" fmla="*/ 2147483646 w 170"/>
                <a:gd name="T41" fmla="*/ 2147483646 h 919"/>
                <a:gd name="T42" fmla="*/ 2147483646 w 170"/>
                <a:gd name="T43" fmla="*/ 2147483646 h 919"/>
                <a:gd name="T44" fmla="*/ 2147483646 w 170"/>
                <a:gd name="T45" fmla="*/ 2147483646 h 919"/>
                <a:gd name="T46" fmla="*/ 2147483646 w 170"/>
                <a:gd name="T47" fmla="*/ 2147483646 h 919"/>
                <a:gd name="T48" fmla="*/ 2147483646 w 170"/>
                <a:gd name="T49" fmla="*/ 2147483646 h 919"/>
                <a:gd name="T50" fmla="*/ 2147483646 w 170"/>
                <a:gd name="T51" fmla="*/ 2147483646 h 919"/>
                <a:gd name="T52" fmla="*/ 2147483646 w 170"/>
                <a:gd name="T53" fmla="*/ 2147483646 h 919"/>
                <a:gd name="T54" fmla="*/ 2147483646 w 170"/>
                <a:gd name="T55" fmla="*/ 2147483646 h 919"/>
                <a:gd name="T56" fmla="*/ 2147483646 w 170"/>
                <a:gd name="T57" fmla="*/ 2147483646 h 919"/>
                <a:gd name="T58" fmla="*/ 2147483646 w 170"/>
                <a:gd name="T59" fmla="*/ 2147483646 h 919"/>
                <a:gd name="T60" fmla="*/ 2147483646 w 170"/>
                <a:gd name="T61" fmla="*/ 2147483646 h 919"/>
                <a:gd name="T62" fmla="*/ 2147483646 w 170"/>
                <a:gd name="T63" fmla="*/ 2147483646 h 919"/>
                <a:gd name="T64" fmla="*/ 2147483646 w 170"/>
                <a:gd name="T65" fmla="*/ 2147483646 h 919"/>
                <a:gd name="T66" fmla="*/ 2147483646 w 170"/>
                <a:gd name="T67" fmla="*/ 2147483646 h 919"/>
                <a:gd name="T68" fmla="*/ 2147483646 w 170"/>
                <a:gd name="T69" fmla="*/ 2147483646 h 919"/>
                <a:gd name="T70" fmla="*/ 2147483646 w 170"/>
                <a:gd name="T71" fmla="*/ 2147483646 h 919"/>
                <a:gd name="T72" fmla="*/ 2147483646 w 170"/>
                <a:gd name="T73" fmla="*/ 2147483646 h 919"/>
                <a:gd name="T74" fmla="*/ 2147483646 w 170"/>
                <a:gd name="T75" fmla="*/ 2147483646 h 919"/>
                <a:gd name="T76" fmla="*/ 2147483646 w 170"/>
                <a:gd name="T77" fmla="*/ 2147483646 h 919"/>
                <a:gd name="T78" fmla="*/ 2147483646 w 170"/>
                <a:gd name="T79" fmla="*/ 2147483646 h 919"/>
                <a:gd name="T80" fmla="*/ 2147483646 w 170"/>
                <a:gd name="T81" fmla="*/ 2147483646 h 919"/>
                <a:gd name="T82" fmla="*/ 2147483646 w 170"/>
                <a:gd name="T83" fmla="*/ 2147483646 h 919"/>
                <a:gd name="T84" fmla="*/ 2147483646 w 170"/>
                <a:gd name="T85" fmla="*/ 2147483646 h 919"/>
                <a:gd name="T86" fmla="*/ 2147483646 w 170"/>
                <a:gd name="T87" fmla="*/ 2147483646 h 919"/>
                <a:gd name="T88" fmla="*/ 2147483646 w 170"/>
                <a:gd name="T89" fmla="*/ 2147483646 h 919"/>
                <a:gd name="T90" fmla="*/ 2147483646 w 170"/>
                <a:gd name="T91" fmla="*/ 2147483646 h 919"/>
                <a:gd name="T92" fmla="*/ 2147483646 w 170"/>
                <a:gd name="T93" fmla="*/ 2147483646 h 919"/>
                <a:gd name="T94" fmla="*/ 2147483646 w 170"/>
                <a:gd name="T95" fmla="*/ 2147483646 h 919"/>
                <a:gd name="T96" fmla="*/ 2147483646 w 170"/>
                <a:gd name="T97" fmla="*/ 2147483646 h 91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70"/>
                <a:gd name="T148" fmla="*/ 0 h 919"/>
                <a:gd name="T149" fmla="*/ 170 w 170"/>
                <a:gd name="T150" fmla="*/ 919 h 91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70" h="919">
                  <a:moveTo>
                    <a:pt x="0" y="919"/>
                  </a:moveTo>
                  <a:lnTo>
                    <a:pt x="10" y="896"/>
                  </a:lnTo>
                  <a:lnTo>
                    <a:pt x="18" y="874"/>
                  </a:lnTo>
                  <a:lnTo>
                    <a:pt x="26" y="853"/>
                  </a:lnTo>
                  <a:lnTo>
                    <a:pt x="32" y="834"/>
                  </a:lnTo>
                  <a:lnTo>
                    <a:pt x="40" y="816"/>
                  </a:lnTo>
                  <a:lnTo>
                    <a:pt x="45" y="799"/>
                  </a:lnTo>
                  <a:lnTo>
                    <a:pt x="51" y="784"/>
                  </a:lnTo>
                  <a:lnTo>
                    <a:pt x="58" y="770"/>
                  </a:lnTo>
                  <a:lnTo>
                    <a:pt x="62" y="756"/>
                  </a:lnTo>
                  <a:lnTo>
                    <a:pt x="67" y="743"/>
                  </a:lnTo>
                  <a:lnTo>
                    <a:pt x="70" y="730"/>
                  </a:lnTo>
                  <a:lnTo>
                    <a:pt x="75" y="719"/>
                  </a:lnTo>
                  <a:lnTo>
                    <a:pt x="78" y="708"/>
                  </a:lnTo>
                  <a:lnTo>
                    <a:pt x="82" y="698"/>
                  </a:lnTo>
                  <a:lnTo>
                    <a:pt x="85" y="688"/>
                  </a:lnTo>
                  <a:lnTo>
                    <a:pt x="88" y="679"/>
                  </a:lnTo>
                  <a:lnTo>
                    <a:pt x="91" y="671"/>
                  </a:lnTo>
                  <a:lnTo>
                    <a:pt x="93" y="663"/>
                  </a:lnTo>
                  <a:lnTo>
                    <a:pt x="96" y="653"/>
                  </a:lnTo>
                  <a:lnTo>
                    <a:pt x="98" y="645"/>
                  </a:lnTo>
                  <a:lnTo>
                    <a:pt x="99" y="637"/>
                  </a:lnTo>
                  <a:lnTo>
                    <a:pt x="102" y="629"/>
                  </a:lnTo>
                  <a:lnTo>
                    <a:pt x="104" y="621"/>
                  </a:lnTo>
                  <a:lnTo>
                    <a:pt x="106" y="613"/>
                  </a:lnTo>
                  <a:lnTo>
                    <a:pt x="107" y="605"/>
                  </a:lnTo>
                  <a:lnTo>
                    <a:pt x="109" y="597"/>
                  </a:lnTo>
                  <a:lnTo>
                    <a:pt x="110" y="588"/>
                  </a:lnTo>
                  <a:lnTo>
                    <a:pt x="114" y="578"/>
                  </a:lnTo>
                  <a:lnTo>
                    <a:pt x="115" y="568"/>
                  </a:lnTo>
                  <a:lnTo>
                    <a:pt x="117" y="559"/>
                  </a:lnTo>
                  <a:lnTo>
                    <a:pt x="118" y="548"/>
                  </a:lnTo>
                  <a:lnTo>
                    <a:pt x="122" y="536"/>
                  </a:lnTo>
                  <a:lnTo>
                    <a:pt x="123" y="525"/>
                  </a:lnTo>
                  <a:lnTo>
                    <a:pt x="125" y="514"/>
                  </a:lnTo>
                  <a:lnTo>
                    <a:pt x="128" y="503"/>
                  </a:lnTo>
                  <a:lnTo>
                    <a:pt x="130" y="493"/>
                  </a:lnTo>
                  <a:lnTo>
                    <a:pt x="131" y="485"/>
                  </a:lnTo>
                  <a:lnTo>
                    <a:pt x="133" y="476"/>
                  </a:lnTo>
                  <a:lnTo>
                    <a:pt x="134" y="468"/>
                  </a:lnTo>
                  <a:lnTo>
                    <a:pt x="134" y="460"/>
                  </a:lnTo>
                  <a:lnTo>
                    <a:pt x="136" y="453"/>
                  </a:lnTo>
                  <a:lnTo>
                    <a:pt x="138" y="445"/>
                  </a:lnTo>
                  <a:lnTo>
                    <a:pt x="139" y="439"/>
                  </a:lnTo>
                  <a:lnTo>
                    <a:pt x="139" y="431"/>
                  </a:lnTo>
                  <a:lnTo>
                    <a:pt x="141" y="424"/>
                  </a:lnTo>
                  <a:lnTo>
                    <a:pt x="142" y="418"/>
                  </a:lnTo>
                  <a:lnTo>
                    <a:pt x="142" y="412"/>
                  </a:lnTo>
                  <a:lnTo>
                    <a:pt x="144" y="405"/>
                  </a:lnTo>
                  <a:lnTo>
                    <a:pt x="144" y="399"/>
                  </a:lnTo>
                  <a:lnTo>
                    <a:pt x="146" y="392"/>
                  </a:lnTo>
                  <a:lnTo>
                    <a:pt x="146" y="384"/>
                  </a:lnTo>
                  <a:lnTo>
                    <a:pt x="147" y="378"/>
                  </a:lnTo>
                  <a:lnTo>
                    <a:pt x="147" y="370"/>
                  </a:lnTo>
                  <a:lnTo>
                    <a:pt x="149" y="362"/>
                  </a:lnTo>
                  <a:lnTo>
                    <a:pt x="149" y="354"/>
                  </a:lnTo>
                  <a:lnTo>
                    <a:pt x="150" y="346"/>
                  </a:lnTo>
                  <a:lnTo>
                    <a:pt x="150" y="336"/>
                  </a:lnTo>
                  <a:lnTo>
                    <a:pt x="152" y="327"/>
                  </a:lnTo>
                  <a:lnTo>
                    <a:pt x="152" y="317"/>
                  </a:lnTo>
                  <a:lnTo>
                    <a:pt x="154" y="306"/>
                  </a:lnTo>
                  <a:lnTo>
                    <a:pt x="154" y="295"/>
                  </a:lnTo>
                  <a:lnTo>
                    <a:pt x="155" y="282"/>
                  </a:lnTo>
                  <a:lnTo>
                    <a:pt x="157" y="269"/>
                  </a:lnTo>
                  <a:lnTo>
                    <a:pt x="157" y="255"/>
                  </a:lnTo>
                  <a:lnTo>
                    <a:pt x="158" y="242"/>
                  </a:lnTo>
                  <a:lnTo>
                    <a:pt x="160" y="228"/>
                  </a:lnTo>
                  <a:lnTo>
                    <a:pt x="160" y="216"/>
                  </a:lnTo>
                  <a:lnTo>
                    <a:pt x="162" y="205"/>
                  </a:lnTo>
                  <a:lnTo>
                    <a:pt x="162" y="194"/>
                  </a:lnTo>
                  <a:lnTo>
                    <a:pt x="163" y="183"/>
                  </a:lnTo>
                  <a:lnTo>
                    <a:pt x="163" y="175"/>
                  </a:lnTo>
                  <a:lnTo>
                    <a:pt x="165" y="165"/>
                  </a:lnTo>
                  <a:lnTo>
                    <a:pt x="165" y="157"/>
                  </a:lnTo>
                  <a:lnTo>
                    <a:pt x="165" y="149"/>
                  </a:lnTo>
                  <a:lnTo>
                    <a:pt x="166" y="141"/>
                  </a:lnTo>
                  <a:lnTo>
                    <a:pt x="166" y="135"/>
                  </a:lnTo>
                  <a:lnTo>
                    <a:pt x="166" y="127"/>
                  </a:lnTo>
                  <a:lnTo>
                    <a:pt x="168" y="120"/>
                  </a:lnTo>
                  <a:lnTo>
                    <a:pt x="168" y="114"/>
                  </a:lnTo>
                  <a:lnTo>
                    <a:pt x="168" y="109"/>
                  </a:lnTo>
                  <a:lnTo>
                    <a:pt x="168" y="103"/>
                  </a:lnTo>
                  <a:lnTo>
                    <a:pt x="168" y="96"/>
                  </a:lnTo>
                  <a:lnTo>
                    <a:pt x="168" y="92"/>
                  </a:lnTo>
                  <a:lnTo>
                    <a:pt x="168" y="85"/>
                  </a:lnTo>
                  <a:lnTo>
                    <a:pt x="170" y="79"/>
                  </a:lnTo>
                  <a:lnTo>
                    <a:pt x="170" y="74"/>
                  </a:lnTo>
                  <a:lnTo>
                    <a:pt x="170" y="68"/>
                  </a:lnTo>
                  <a:lnTo>
                    <a:pt x="170" y="61"/>
                  </a:lnTo>
                  <a:lnTo>
                    <a:pt x="170" y="55"/>
                  </a:lnTo>
                  <a:lnTo>
                    <a:pt x="170" y="48"/>
                  </a:lnTo>
                  <a:lnTo>
                    <a:pt x="170" y="42"/>
                  </a:lnTo>
                  <a:lnTo>
                    <a:pt x="170" y="34"/>
                  </a:lnTo>
                  <a:lnTo>
                    <a:pt x="170" y="26"/>
                  </a:lnTo>
                  <a:lnTo>
                    <a:pt x="170" y="18"/>
                  </a:lnTo>
                  <a:lnTo>
                    <a:pt x="170" y="10"/>
                  </a:lnTo>
                  <a:lnTo>
                    <a:pt x="170" y="0"/>
                  </a:lnTo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88" name="Freeform 87">
              <a:extLst>
                <a:ext uri="{FF2B5EF4-FFF2-40B4-BE49-F238E27FC236}">
                  <a16:creationId xmlns:a16="http://schemas.microsoft.com/office/drawing/2014/main" id="{5DA21B14-CD47-428A-B83D-47C563BF3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013" y="4286250"/>
              <a:ext cx="101600" cy="152400"/>
            </a:xfrm>
            <a:custGeom>
              <a:avLst/>
              <a:gdLst>
                <a:gd name="T0" fmla="*/ 0 w 128"/>
                <a:gd name="T1" fmla="*/ 2147483646 h 192"/>
                <a:gd name="T2" fmla="*/ 2147483646 w 128"/>
                <a:gd name="T3" fmla="*/ 2147483646 h 192"/>
                <a:gd name="T4" fmla="*/ 2147483646 w 128"/>
                <a:gd name="T5" fmla="*/ 0 h 192"/>
                <a:gd name="T6" fmla="*/ 2147483646 w 128"/>
                <a:gd name="T7" fmla="*/ 2147483646 h 192"/>
                <a:gd name="T8" fmla="*/ 0 w 128"/>
                <a:gd name="T9" fmla="*/ 2147483646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8"/>
                <a:gd name="T16" fmla="*/ 0 h 192"/>
                <a:gd name="T17" fmla="*/ 128 w 128"/>
                <a:gd name="T18" fmla="*/ 192 h 1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8" h="192">
                  <a:moveTo>
                    <a:pt x="0" y="32"/>
                  </a:moveTo>
                  <a:lnTo>
                    <a:pt x="128" y="192"/>
                  </a:lnTo>
                  <a:lnTo>
                    <a:pt x="64" y="0"/>
                  </a:lnTo>
                  <a:lnTo>
                    <a:pt x="32" y="32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000000"/>
            </a:solidFill>
            <a:ln w="2381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89" name="Freeform 88">
              <a:extLst>
                <a:ext uri="{FF2B5EF4-FFF2-40B4-BE49-F238E27FC236}">
                  <a16:creationId xmlns:a16="http://schemas.microsoft.com/office/drawing/2014/main" id="{7DA3E33A-2A03-4E80-982B-1E5DC0844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163" y="3744912"/>
              <a:ext cx="92075" cy="550863"/>
            </a:xfrm>
            <a:custGeom>
              <a:avLst/>
              <a:gdLst>
                <a:gd name="T0" fmla="*/ 2147483646 w 115"/>
                <a:gd name="T1" fmla="*/ 2147483646 h 693"/>
                <a:gd name="T2" fmla="*/ 2147483646 w 115"/>
                <a:gd name="T3" fmla="*/ 2147483646 h 693"/>
                <a:gd name="T4" fmla="*/ 2147483646 w 115"/>
                <a:gd name="T5" fmla="*/ 2147483646 h 693"/>
                <a:gd name="T6" fmla="*/ 2147483646 w 115"/>
                <a:gd name="T7" fmla="*/ 2147483646 h 693"/>
                <a:gd name="T8" fmla="*/ 2147483646 w 115"/>
                <a:gd name="T9" fmla="*/ 2147483646 h 693"/>
                <a:gd name="T10" fmla="*/ 2147483646 w 115"/>
                <a:gd name="T11" fmla="*/ 2147483646 h 693"/>
                <a:gd name="T12" fmla="*/ 2147483646 w 115"/>
                <a:gd name="T13" fmla="*/ 2147483646 h 693"/>
                <a:gd name="T14" fmla="*/ 2147483646 w 115"/>
                <a:gd name="T15" fmla="*/ 2147483646 h 693"/>
                <a:gd name="T16" fmla="*/ 2147483646 w 115"/>
                <a:gd name="T17" fmla="*/ 2147483646 h 693"/>
                <a:gd name="T18" fmla="*/ 2147483646 w 115"/>
                <a:gd name="T19" fmla="*/ 2147483646 h 693"/>
                <a:gd name="T20" fmla="*/ 2147483646 w 115"/>
                <a:gd name="T21" fmla="*/ 2147483646 h 693"/>
                <a:gd name="T22" fmla="*/ 2147483646 w 115"/>
                <a:gd name="T23" fmla="*/ 2147483646 h 693"/>
                <a:gd name="T24" fmla="*/ 2147483646 w 115"/>
                <a:gd name="T25" fmla="*/ 2147483646 h 693"/>
                <a:gd name="T26" fmla="*/ 2147483646 w 115"/>
                <a:gd name="T27" fmla="*/ 2147483646 h 693"/>
                <a:gd name="T28" fmla="*/ 2147483646 w 115"/>
                <a:gd name="T29" fmla="*/ 2147483646 h 693"/>
                <a:gd name="T30" fmla="*/ 2147483646 w 115"/>
                <a:gd name="T31" fmla="*/ 2147483646 h 693"/>
                <a:gd name="T32" fmla="*/ 2147483646 w 115"/>
                <a:gd name="T33" fmla="*/ 2147483646 h 693"/>
                <a:gd name="T34" fmla="*/ 2147483646 w 115"/>
                <a:gd name="T35" fmla="*/ 2147483646 h 693"/>
                <a:gd name="T36" fmla="*/ 2147483646 w 115"/>
                <a:gd name="T37" fmla="*/ 2147483646 h 693"/>
                <a:gd name="T38" fmla="*/ 2147483646 w 115"/>
                <a:gd name="T39" fmla="*/ 2147483646 h 693"/>
                <a:gd name="T40" fmla="*/ 2147483646 w 115"/>
                <a:gd name="T41" fmla="*/ 2147483646 h 693"/>
                <a:gd name="T42" fmla="*/ 2147483646 w 115"/>
                <a:gd name="T43" fmla="*/ 2147483646 h 693"/>
                <a:gd name="T44" fmla="*/ 2147483646 w 115"/>
                <a:gd name="T45" fmla="*/ 2147483646 h 693"/>
                <a:gd name="T46" fmla="*/ 2147483646 w 115"/>
                <a:gd name="T47" fmla="*/ 2147483646 h 693"/>
                <a:gd name="T48" fmla="*/ 2147483646 w 115"/>
                <a:gd name="T49" fmla="*/ 2147483646 h 693"/>
                <a:gd name="T50" fmla="*/ 2147483646 w 115"/>
                <a:gd name="T51" fmla="*/ 2147483646 h 693"/>
                <a:gd name="T52" fmla="*/ 2147483646 w 115"/>
                <a:gd name="T53" fmla="*/ 2147483646 h 693"/>
                <a:gd name="T54" fmla="*/ 2147483646 w 115"/>
                <a:gd name="T55" fmla="*/ 2147483646 h 693"/>
                <a:gd name="T56" fmla="*/ 2147483646 w 115"/>
                <a:gd name="T57" fmla="*/ 2147483646 h 693"/>
                <a:gd name="T58" fmla="*/ 2147483646 w 115"/>
                <a:gd name="T59" fmla="*/ 2147483646 h 693"/>
                <a:gd name="T60" fmla="*/ 2147483646 w 115"/>
                <a:gd name="T61" fmla="*/ 2147483646 h 693"/>
                <a:gd name="T62" fmla="*/ 2147483646 w 115"/>
                <a:gd name="T63" fmla="*/ 2147483646 h 693"/>
                <a:gd name="T64" fmla="*/ 2147483646 w 115"/>
                <a:gd name="T65" fmla="*/ 2147483646 h 693"/>
                <a:gd name="T66" fmla="*/ 2147483646 w 115"/>
                <a:gd name="T67" fmla="*/ 2147483646 h 693"/>
                <a:gd name="T68" fmla="*/ 2147483646 w 115"/>
                <a:gd name="T69" fmla="*/ 2147483646 h 693"/>
                <a:gd name="T70" fmla="*/ 2147483646 w 115"/>
                <a:gd name="T71" fmla="*/ 2147483646 h 693"/>
                <a:gd name="T72" fmla="*/ 2147483646 w 115"/>
                <a:gd name="T73" fmla="*/ 2147483646 h 693"/>
                <a:gd name="T74" fmla="*/ 2147483646 w 115"/>
                <a:gd name="T75" fmla="*/ 2147483646 h 693"/>
                <a:gd name="T76" fmla="*/ 2147483646 w 115"/>
                <a:gd name="T77" fmla="*/ 2147483646 h 693"/>
                <a:gd name="T78" fmla="*/ 2147483646 w 115"/>
                <a:gd name="T79" fmla="*/ 2147483646 h 693"/>
                <a:gd name="T80" fmla="*/ 2147483646 w 115"/>
                <a:gd name="T81" fmla="*/ 2147483646 h 693"/>
                <a:gd name="T82" fmla="*/ 2147483646 w 115"/>
                <a:gd name="T83" fmla="*/ 2147483646 h 693"/>
                <a:gd name="T84" fmla="*/ 2147483646 w 115"/>
                <a:gd name="T85" fmla="*/ 2147483646 h 693"/>
                <a:gd name="T86" fmla="*/ 2147483646 w 115"/>
                <a:gd name="T87" fmla="*/ 2147483646 h 693"/>
                <a:gd name="T88" fmla="*/ 2147483646 w 115"/>
                <a:gd name="T89" fmla="*/ 2147483646 h 693"/>
                <a:gd name="T90" fmla="*/ 0 w 115"/>
                <a:gd name="T91" fmla="*/ 2147483646 h 693"/>
                <a:gd name="T92" fmla="*/ 0 w 115"/>
                <a:gd name="T93" fmla="*/ 2147483646 h 693"/>
                <a:gd name="T94" fmla="*/ 0 w 115"/>
                <a:gd name="T95" fmla="*/ 2147483646 h 693"/>
                <a:gd name="T96" fmla="*/ 0 w 115"/>
                <a:gd name="T97" fmla="*/ 2147483646 h 69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15"/>
                <a:gd name="T148" fmla="*/ 0 h 693"/>
                <a:gd name="T149" fmla="*/ 115 w 115"/>
                <a:gd name="T150" fmla="*/ 693 h 69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15" h="693">
                  <a:moveTo>
                    <a:pt x="115" y="693"/>
                  </a:moveTo>
                  <a:lnTo>
                    <a:pt x="114" y="688"/>
                  </a:lnTo>
                  <a:lnTo>
                    <a:pt x="110" y="684"/>
                  </a:lnTo>
                  <a:lnTo>
                    <a:pt x="109" y="679"/>
                  </a:lnTo>
                  <a:lnTo>
                    <a:pt x="107" y="674"/>
                  </a:lnTo>
                  <a:lnTo>
                    <a:pt x="104" y="669"/>
                  </a:lnTo>
                  <a:lnTo>
                    <a:pt x="102" y="664"/>
                  </a:lnTo>
                  <a:lnTo>
                    <a:pt x="101" y="660"/>
                  </a:lnTo>
                  <a:lnTo>
                    <a:pt x="99" y="655"/>
                  </a:lnTo>
                  <a:lnTo>
                    <a:pt x="98" y="652"/>
                  </a:lnTo>
                  <a:lnTo>
                    <a:pt x="96" y="647"/>
                  </a:lnTo>
                  <a:lnTo>
                    <a:pt x="94" y="642"/>
                  </a:lnTo>
                  <a:lnTo>
                    <a:pt x="93" y="637"/>
                  </a:lnTo>
                  <a:lnTo>
                    <a:pt x="91" y="634"/>
                  </a:lnTo>
                  <a:lnTo>
                    <a:pt x="90" y="629"/>
                  </a:lnTo>
                  <a:lnTo>
                    <a:pt x="88" y="624"/>
                  </a:lnTo>
                  <a:lnTo>
                    <a:pt x="86" y="620"/>
                  </a:lnTo>
                  <a:lnTo>
                    <a:pt x="86" y="616"/>
                  </a:lnTo>
                  <a:lnTo>
                    <a:pt x="85" y="612"/>
                  </a:lnTo>
                  <a:lnTo>
                    <a:pt x="83" y="607"/>
                  </a:lnTo>
                  <a:lnTo>
                    <a:pt x="82" y="602"/>
                  </a:lnTo>
                  <a:lnTo>
                    <a:pt x="80" y="597"/>
                  </a:lnTo>
                  <a:lnTo>
                    <a:pt x="80" y="592"/>
                  </a:lnTo>
                  <a:lnTo>
                    <a:pt x="78" y="588"/>
                  </a:lnTo>
                  <a:lnTo>
                    <a:pt x="77" y="583"/>
                  </a:lnTo>
                  <a:lnTo>
                    <a:pt x="75" y="576"/>
                  </a:lnTo>
                  <a:lnTo>
                    <a:pt x="74" y="572"/>
                  </a:lnTo>
                  <a:lnTo>
                    <a:pt x="74" y="567"/>
                  </a:lnTo>
                  <a:lnTo>
                    <a:pt x="72" y="560"/>
                  </a:lnTo>
                  <a:lnTo>
                    <a:pt x="70" y="554"/>
                  </a:lnTo>
                  <a:lnTo>
                    <a:pt x="69" y="549"/>
                  </a:lnTo>
                  <a:lnTo>
                    <a:pt x="67" y="543"/>
                  </a:lnTo>
                  <a:lnTo>
                    <a:pt x="66" y="536"/>
                  </a:lnTo>
                  <a:lnTo>
                    <a:pt x="62" y="524"/>
                  </a:lnTo>
                  <a:lnTo>
                    <a:pt x="59" y="514"/>
                  </a:lnTo>
                  <a:lnTo>
                    <a:pt x="58" y="503"/>
                  </a:lnTo>
                  <a:lnTo>
                    <a:pt x="54" y="493"/>
                  </a:lnTo>
                  <a:lnTo>
                    <a:pt x="53" y="484"/>
                  </a:lnTo>
                  <a:lnTo>
                    <a:pt x="50" y="476"/>
                  </a:lnTo>
                  <a:lnTo>
                    <a:pt x="48" y="468"/>
                  </a:lnTo>
                  <a:lnTo>
                    <a:pt x="46" y="460"/>
                  </a:lnTo>
                  <a:lnTo>
                    <a:pt x="45" y="452"/>
                  </a:lnTo>
                  <a:lnTo>
                    <a:pt x="43" y="445"/>
                  </a:lnTo>
                  <a:lnTo>
                    <a:pt x="42" y="439"/>
                  </a:lnTo>
                  <a:lnTo>
                    <a:pt x="40" y="431"/>
                  </a:lnTo>
                  <a:lnTo>
                    <a:pt x="38" y="424"/>
                  </a:lnTo>
                  <a:lnTo>
                    <a:pt x="37" y="418"/>
                  </a:lnTo>
                  <a:lnTo>
                    <a:pt x="37" y="412"/>
                  </a:lnTo>
                  <a:lnTo>
                    <a:pt x="35" y="405"/>
                  </a:lnTo>
                  <a:lnTo>
                    <a:pt x="34" y="399"/>
                  </a:lnTo>
                  <a:lnTo>
                    <a:pt x="32" y="392"/>
                  </a:lnTo>
                  <a:lnTo>
                    <a:pt x="32" y="384"/>
                  </a:lnTo>
                  <a:lnTo>
                    <a:pt x="30" y="378"/>
                  </a:lnTo>
                  <a:lnTo>
                    <a:pt x="29" y="370"/>
                  </a:lnTo>
                  <a:lnTo>
                    <a:pt x="29" y="362"/>
                  </a:lnTo>
                  <a:lnTo>
                    <a:pt x="27" y="354"/>
                  </a:lnTo>
                  <a:lnTo>
                    <a:pt x="27" y="346"/>
                  </a:lnTo>
                  <a:lnTo>
                    <a:pt x="26" y="336"/>
                  </a:lnTo>
                  <a:lnTo>
                    <a:pt x="24" y="327"/>
                  </a:lnTo>
                  <a:lnTo>
                    <a:pt x="24" y="317"/>
                  </a:lnTo>
                  <a:lnTo>
                    <a:pt x="22" y="306"/>
                  </a:lnTo>
                  <a:lnTo>
                    <a:pt x="21" y="295"/>
                  </a:lnTo>
                  <a:lnTo>
                    <a:pt x="19" y="282"/>
                  </a:lnTo>
                  <a:lnTo>
                    <a:pt x="18" y="269"/>
                  </a:lnTo>
                  <a:lnTo>
                    <a:pt x="16" y="255"/>
                  </a:lnTo>
                  <a:lnTo>
                    <a:pt x="16" y="242"/>
                  </a:lnTo>
                  <a:lnTo>
                    <a:pt x="14" y="228"/>
                  </a:lnTo>
                  <a:lnTo>
                    <a:pt x="13" y="216"/>
                  </a:lnTo>
                  <a:lnTo>
                    <a:pt x="11" y="205"/>
                  </a:lnTo>
                  <a:lnTo>
                    <a:pt x="10" y="194"/>
                  </a:lnTo>
                  <a:lnTo>
                    <a:pt x="10" y="183"/>
                  </a:lnTo>
                  <a:lnTo>
                    <a:pt x="8" y="175"/>
                  </a:lnTo>
                  <a:lnTo>
                    <a:pt x="8" y="165"/>
                  </a:lnTo>
                  <a:lnTo>
                    <a:pt x="6" y="157"/>
                  </a:lnTo>
                  <a:lnTo>
                    <a:pt x="6" y="149"/>
                  </a:lnTo>
                  <a:lnTo>
                    <a:pt x="5" y="141"/>
                  </a:lnTo>
                  <a:lnTo>
                    <a:pt x="5" y="135"/>
                  </a:lnTo>
                  <a:lnTo>
                    <a:pt x="3" y="127"/>
                  </a:lnTo>
                  <a:lnTo>
                    <a:pt x="3" y="120"/>
                  </a:lnTo>
                  <a:lnTo>
                    <a:pt x="3" y="114"/>
                  </a:lnTo>
                  <a:lnTo>
                    <a:pt x="3" y="109"/>
                  </a:lnTo>
                  <a:lnTo>
                    <a:pt x="2" y="103"/>
                  </a:lnTo>
                  <a:lnTo>
                    <a:pt x="2" y="96"/>
                  </a:lnTo>
                  <a:lnTo>
                    <a:pt x="2" y="92"/>
                  </a:lnTo>
                  <a:lnTo>
                    <a:pt x="2" y="85"/>
                  </a:lnTo>
                  <a:lnTo>
                    <a:pt x="2" y="79"/>
                  </a:lnTo>
                  <a:lnTo>
                    <a:pt x="2" y="74"/>
                  </a:lnTo>
                  <a:lnTo>
                    <a:pt x="2" y="68"/>
                  </a:lnTo>
                  <a:lnTo>
                    <a:pt x="0" y="61"/>
                  </a:lnTo>
                  <a:lnTo>
                    <a:pt x="0" y="55"/>
                  </a:lnTo>
                  <a:lnTo>
                    <a:pt x="0" y="48"/>
                  </a:lnTo>
                  <a:lnTo>
                    <a:pt x="0" y="42"/>
                  </a:lnTo>
                  <a:lnTo>
                    <a:pt x="0" y="34"/>
                  </a:lnTo>
                  <a:lnTo>
                    <a:pt x="0" y="26"/>
                  </a:lnTo>
                  <a:lnTo>
                    <a:pt x="0" y="18"/>
                  </a:lnTo>
                  <a:lnTo>
                    <a:pt x="0" y="10"/>
                  </a:lnTo>
                  <a:lnTo>
                    <a:pt x="0" y="0"/>
                  </a:lnTo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90" name="Freeform 89">
              <a:extLst>
                <a:ext uri="{FF2B5EF4-FFF2-40B4-BE49-F238E27FC236}">
                  <a16:creationId xmlns:a16="http://schemas.microsoft.com/office/drawing/2014/main" id="{517B557F-48D7-4C6B-9EFC-DAA9544C7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163" y="3016250"/>
              <a:ext cx="180975" cy="728662"/>
            </a:xfrm>
            <a:custGeom>
              <a:avLst/>
              <a:gdLst>
                <a:gd name="T0" fmla="*/ 2147483646 w 227"/>
                <a:gd name="T1" fmla="*/ 2147483646 h 918"/>
                <a:gd name="T2" fmla="*/ 2147483646 w 227"/>
                <a:gd name="T3" fmla="*/ 2147483646 h 918"/>
                <a:gd name="T4" fmla="*/ 2147483646 w 227"/>
                <a:gd name="T5" fmla="*/ 2147483646 h 918"/>
                <a:gd name="T6" fmla="*/ 2147483646 w 227"/>
                <a:gd name="T7" fmla="*/ 2147483646 h 918"/>
                <a:gd name="T8" fmla="*/ 2147483646 w 227"/>
                <a:gd name="T9" fmla="*/ 2147483646 h 918"/>
                <a:gd name="T10" fmla="*/ 2147483646 w 227"/>
                <a:gd name="T11" fmla="*/ 2147483646 h 918"/>
                <a:gd name="T12" fmla="*/ 2147483646 w 227"/>
                <a:gd name="T13" fmla="*/ 2147483646 h 918"/>
                <a:gd name="T14" fmla="*/ 2147483646 w 227"/>
                <a:gd name="T15" fmla="*/ 2147483646 h 918"/>
                <a:gd name="T16" fmla="*/ 2147483646 w 227"/>
                <a:gd name="T17" fmla="*/ 2147483646 h 918"/>
                <a:gd name="T18" fmla="*/ 2147483646 w 227"/>
                <a:gd name="T19" fmla="*/ 2147483646 h 918"/>
                <a:gd name="T20" fmla="*/ 2147483646 w 227"/>
                <a:gd name="T21" fmla="*/ 2147483646 h 918"/>
                <a:gd name="T22" fmla="*/ 2147483646 w 227"/>
                <a:gd name="T23" fmla="*/ 2147483646 h 918"/>
                <a:gd name="T24" fmla="*/ 2147483646 w 227"/>
                <a:gd name="T25" fmla="*/ 2147483646 h 918"/>
                <a:gd name="T26" fmla="*/ 2147483646 w 227"/>
                <a:gd name="T27" fmla="*/ 2147483646 h 918"/>
                <a:gd name="T28" fmla="*/ 2147483646 w 227"/>
                <a:gd name="T29" fmla="*/ 2147483646 h 918"/>
                <a:gd name="T30" fmla="*/ 2147483646 w 227"/>
                <a:gd name="T31" fmla="*/ 2147483646 h 918"/>
                <a:gd name="T32" fmla="*/ 2147483646 w 227"/>
                <a:gd name="T33" fmla="*/ 2147483646 h 918"/>
                <a:gd name="T34" fmla="*/ 2147483646 w 227"/>
                <a:gd name="T35" fmla="*/ 2147483646 h 918"/>
                <a:gd name="T36" fmla="*/ 2147483646 w 227"/>
                <a:gd name="T37" fmla="*/ 2147483646 h 918"/>
                <a:gd name="T38" fmla="*/ 2147483646 w 227"/>
                <a:gd name="T39" fmla="*/ 2147483646 h 918"/>
                <a:gd name="T40" fmla="*/ 2147483646 w 227"/>
                <a:gd name="T41" fmla="*/ 2147483646 h 918"/>
                <a:gd name="T42" fmla="*/ 2147483646 w 227"/>
                <a:gd name="T43" fmla="*/ 2147483646 h 918"/>
                <a:gd name="T44" fmla="*/ 2147483646 w 227"/>
                <a:gd name="T45" fmla="*/ 2147483646 h 918"/>
                <a:gd name="T46" fmla="*/ 2147483646 w 227"/>
                <a:gd name="T47" fmla="*/ 2147483646 h 918"/>
                <a:gd name="T48" fmla="*/ 2147483646 w 227"/>
                <a:gd name="T49" fmla="*/ 2147483646 h 918"/>
                <a:gd name="T50" fmla="*/ 2147483646 w 227"/>
                <a:gd name="T51" fmla="*/ 2147483646 h 918"/>
                <a:gd name="T52" fmla="*/ 2147483646 w 227"/>
                <a:gd name="T53" fmla="*/ 2147483646 h 918"/>
                <a:gd name="T54" fmla="*/ 2147483646 w 227"/>
                <a:gd name="T55" fmla="*/ 2147483646 h 918"/>
                <a:gd name="T56" fmla="*/ 2147483646 w 227"/>
                <a:gd name="T57" fmla="*/ 2147483646 h 918"/>
                <a:gd name="T58" fmla="*/ 2147483646 w 227"/>
                <a:gd name="T59" fmla="*/ 2147483646 h 918"/>
                <a:gd name="T60" fmla="*/ 2147483646 w 227"/>
                <a:gd name="T61" fmla="*/ 2147483646 h 918"/>
                <a:gd name="T62" fmla="*/ 2147483646 w 227"/>
                <a:gd name="T63" fmla="*/ 2147483646 h 918"/>
                <a:gd name="T64" fmla="*/ 2147483646 w 227"/>
                <a:gd name="T65" fmla="*/ 2147483646 h 918"/>
                <a:gd name="T66" fmla="*/ 2147483646 w 227"/>
                <a:gd name="T67" fmla="*/ 2147483646 h 918"/>
                <a:gd name="T68" fmla="*/ 2147483646 w 227"/>
                <a:gd name="T69" fmla="*/ 2147483646 h 918"/>
                <a:gd name="T70" fmla="*/ 2147483646 w 227"/>
                <a:gd name="T71" fmla="*/ 2147483646 h 918"/>
                <a:gd name="T72" fmla="*/ 2147483646 w 227"/>
                <a:gd name="T73" fmla="*/ 2147483646 h 918"/>
                <a:gd name="T74" fmla="*/ 2147483646 w 227"/>
                <a:gd name="T75" fmla="*/ 2147483646 h 918"/>
                <a:gd name="T76" fmla="*/ 2147483646 w 227"/>
                <a:gd name="T77" fmla="*/ 2147483646 h 918"/>
                <a:gd name="T78" fmla="*/ 2147483646 w 227"/>
                <a:gd name="T79" fmla="*/ 2147483646 h 918"/>
                <a:gd name="T80" fmla="*/ 2147483646 w 227"/>
                <a:gd name="T81" fmla="*/ 2147483646 h 918"/>
                <a:gd name="T82" fmla="*/ 2147483646 w 227"/>
                <a:gd name="T83" fmla="*/ 2147483646 h 918"/>
                <a:gd name="T84" fmla="*/ 2147483646 w 227"/>
                <a:gd name="T85" fmla="*/ 2147483646 h 918"/>
                <a:gd name="T86" fmla="*/ 2147483646 w 227"/>
                <a:gd name="T87" fmla="*/ 2147483646 h 918"/>
                <a:gd name="T88" fmla="*/ 2147483646 w 227"/>
                <a:gd name="T89" fmla="*/ 2147483646 h 918"/>
                <a:gd name="T90" fmla="*/ 0 w 227"/>
                <a:gd name="T91" fmla="*/ 2147483646 h 918"/>
                <a:gd name="T92" fmla="*/ 0 w 227"/>
                <a:gd name="T93" fmla="*/ 2147483646 h 918"/>
                <a:gd name="T94" fmla="*/ 0 w 227"/>
                <a:gd name="T95" fmla="*/ 2147483646 h 918"/>
                <a:gd name="T96" fmla="*/ 0 w 227"/>
                <a:gd name="T97" fmla="*/ 2147483646 h 91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27"/>
                <a:gd name="T148" fmla="*/ 0 h 918"/>
                <a:gd name="T149" fmla="*/ 227 w 227"/>
                <a:gd name="T150" fmla="*/ 918 h 91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27" h="918">
                  <a:moveTo>
                    <a:pt x="227" y="0"/>
                  </a:moveTo>
                  <a:lnTo>
                    <a:pt x="216" y="22"/>
                  </a:lnTo>
                  <a:lnTo>
                    <a:pt x="205" y="45"/>
                  </a:lnTo>
                  <a:lnTo>
                    <a:pt x="194" y="64"/>
                  </a:lnTo>
                  <a:lnTo>
                    <a:pt x="184" y="83"/>
                  </a:lnTo>
                  <a:lnTo>
                    <a:pt x="176" y="102"/>
                  </a:lnTo>
                  <a:lnTo>
                    <a:pt x="166" y="118"/>
                  </a:lnTo>
                  <a:lnTo>
                    <a:pt x="160" y="134"/>
                  </a:lnTo>
                  <a:lnTo>
                    <a:pt x="152" y="149"/>
                  </a:lnTo>
                  <a:lnTo>
                    <a:pt x="146" y="163"/>
                  </a:lnTo>
                  <a:lnTo>
                    <a:pt x="139" y="176"/>
                  </a:lnTo>
                  <a:lnTo>
                    <a:pt x="133" y="187"/>
                  </a:lnTo>
                  <a:lnTo>
                    <a:pt x="128" y="198"/>
                  </a:lnTo>
                  <a:lnTo>
                    <a:pt x="123" y="210"/>
                  </a:lnTo>
                  <a:lnTo>
                    <a:pt x="118" y="219"/>
                  </a:lnTo>
                  <a:lnTo>
                    <a:pt x="114" y="229"/>
                  </a:lnTo>
                  <a:lnTo>
                    <a:pt x="110" y="238"/>
                  </a:lnTo>
                  <a:lnTo>
                    <a:pt x="106" y="248"/>
                  </a:lnTo>
                  <a:lnTo>
                    <a:pt x="102" y="256"/>
                  </a:lnTo>
                  <a:lnTo>
                    <a:pt x="99" y="264"/>
                  </a:lnTo>
                  <a:lnTo>
                    <a:pt x="96" y="272"/>
                  </a:lnTo>
                  <a:lnTo>
                    <a:pt x="94" y="280"/>
                  </a:lnTo>
                  <a:lnTo>
                    <a:pt x="91" y="288"/>
                  </a:lnTo>
                  <a:lnTo>
                    <a:pt x="88" y="296"/>
                  </a:lnTo>
                  <a:lnTo>
                    <a:pt x="86" y="304"/>
                  </a:lnTo>
                  <a:lnTo>
                    <a:pt x="83" y="314"/>
                  </a:lnTo>
                  <a:lnTo>
                    <a:pt x="82" y="322"/>
                  </a:lnTo>
                  <a:lnTo>
                    <a:pt x="78" y="330"/>
                  </a:lnTo>
                  <a:lnTo>
                    <a:pt x="77" y="339"/>
                  </a:lnTo>
                  <a:lnTo>
                    <a:pt x="74" y="349"/>
                  </a:lnTo>
                  <a:lnTo>
                    <a:pt x="70" y="360"/>
                  </a:lnTo>
                  <a:lnTo>
                    <a:pt x="69" y="371"/>
                  </a:lnTo>
                  <a:lnTo>
                    <a:pt x="66" y="382"/>
                  </a:lnTo>
                  <a:lnTo>
                    <a:pt x="62" y="394"/>
                  </a:lnTo>
                  <a:lnTo>
                    <a:pt x="59" y="405"/>
                  </a:lnTo>
                  <a:lnTo>
                    <a:pt x="58" y="414"/>
                  </a:lnTo>
                  <a:lnTo>
                    <a:pt x="54" y="424"/>
                  </a:lnTo>
                  <a:lnTo>
                    <a:pt x="53" y="434"/>
                  </a:lnTo>
                  <a:lnTo>
                    <a:pt x="50" y="442"/>
                  </a:lnTo>
                  <a:lnTo>
                    <a:pt x="48" y="451"/>
                  </a:lnTo>
                  <a:lnTo>
                    <a:pt x="46" y="458"/>
                  </a:lnTo>
                  <a:lnTo>
                    <a:pt x="45" y="466"/>
                  </a:lnTo>
                  <a:lnTo>
                    <a:pt x="43" y="474"/>
                  </a:lnTo>
                  <a:lnTo>
                    <a:pt x="42" y="480"/>
                  </a:lnTo>
                  <a:lnTo>
                    <a:pt x="40" y="486"/>
                  </a:lnTo>
                  <a:lnTo>
                    <a:pt x="38" y="493"/>
                  </a:lnTo>
                  <a:lnTo>
                    <a:pt x="37" y="499"/>
                  </a:lnTo>
                  <a:lnTo>
                    <a:pt x="37" y="506"/>
                  </a:lnTo>
                  <a:lnTo>
                    <a:pt x="35" y="514"/>
                  </a:lnTo>
                  <a:lnTo>
                    <a:pt x="34" y="520"/>
                  </a:lnTo>
                  <a:lnTo>
                    <a:pt x="32" y="526"/>
                  </a:lnTo>
                  <a:lnTo>
                    <a:pt x="32" y="533"/>
                  </a:lnTo>
                  <a:lnTo>
                    <a:pt x="30" y="541"/>
                  </a:lnTo>
                  <a:lnTo>
                    <a:pt x="29" y="547"/>
                  </a:lnTo>
                  <a:lnTo>
                    <a:pt x="29" y="555"/>
                  </a:lnTo>
                  <a:lnTo>
                    <a:pt x="27" y="563"/>
                  </a:lnTo>
                  <a:lnTo>
                    <a:pt x="27" y="573"/>
                  </a:lnTo>
                  <a:lnTo>
                    <a:pt x="26" y="581"/>
                  </a:lnTo>
                  <a:lnTo>
                    <a:pt x="24" y="590"/>
                  </a:lnTo>
                  <a:lnTo>
                    <a:pt x="24" y="602"/>
                  </a:lnTo>
                  <a:lnTo>
                    <a:pt x="22" y="613"/>
                  </a:lnTo>
                  <a:lnTo>
                    <a:pt x="21" y="624"/>
                  </a:lnTo>
                  <a:lnTo>
                    <a:pt x="19" y="635"/>
                  </a:lnTo>
                  <a:lnTo>
                    <a:pt x="18" y="650"/>
                  </a:lnTo>
                  <a:lnTo>
                    <a:pt x="16" y="662"/>
                  </a:lnTo>
                  <a:lnTo>
                    <a:pt x="16" y="677"/>
                  </a:lnTo>
                  <a:lnTo>
                    <a:pt x="14" y="690"/>
                  </a:lnTo>
                  <a:lnTo>
                    <a:pt x="13" y="702"/>
                  </a:lnTo>
                  <a:lnTo>
                    <a:pt x="11" y="714"/>
                  </a:lnTo>
                  <a:lnTo>
                    <a:pt x="10" y="725"/>
                  </a:lnTo>
                  <a:lnTo>
                    <a:pt x="10" y="734"/>
                  </a:lnTo>
                  <a:lnTo>
                    <a:pt x="8" y="744"/>
                  </a:lnTo>
                  <a:lnTo>
                    <a:pt x="8" y="754"/>
                  </a:lnTo>
                  <a:lnTo>
                    <a:pt x="6" y="762"/>
                  </a:lnTo>
                  <a:lnTo>
                    <a:pt x="6" y="770"/>
                  </a:lnTo>
                  <a:lnTo>
                    <a:pt x="5" y="778"/>
                  </a:lnTo>
                  <a:lnTo>
                    <a:pt x="5" y="784"/>
                  </a:lnTo>
                  <a:lnTo>
                    <a:pt x="3" y="790"/>
                  </a:lnTo>
                  <a:lnTo>
                    <a:pt x="3" y="797"/>
                  </a:lnTo>
                  <a:lnTo>
                    <a:pt x="3" y="803"/>
                  </a:lnTo>
                  <a:lnTo>
                    <a:pt x="3" y="810"/>
                  </a:lnTo>
                  <a:lnTo>
                    <a:pt x="2" y="816"/>
                  </a:lnTo>
                  <a:lnTo>
                    <a:pt x="2" y="821"/>
                  </a:lnTo>
                  <a:lnTo>
                    <a:pt x="2" y="827"/>
                  </a:lnTo>
                  <a:lnTo>
                    <a:pt x="2" y="834"/>
                  </a:lnTo>
                  <a:lnTo>
                    <a:pt x="2" y="838"/>
                  </a:lnTo>
                  <a:lnTo>
                    <a:pt x="2" y="845"/>
                  </a:lnTo>
                  <a:lnTo>
                    <a:pt x="2" y="851"/>
                  </a:lnTo>
                  <a:lnTo>
                    <a:pt x="0" y="856"/>
                  </a:lnTo>
                  <a:lnTo>
                    <a:pt x="0" y="862"/>
                  </a:lnTo>
                  <a:lnTo>
                    <a:pt x="0" y="870"/>
                  </a:lnTo>
                  <a:lnTo>
                    <a:pt x="0" y="877"/>
                  </a:lnTo>
                  <a:lnTo>
                    <a:pt x="0" y="885"/>
                  </a:lnTo>
                  <a:lnTo>
                    <a:pt x="0" y="891"/>
                  </a:lnTo>
                  <a:lnTo>
                    <a:pt x="0" y="901"/>
                  </a:lnTo>
                  <a:lnTo>
                    <a:pt x="0" y="909"/>
                  </a:lnTo>
                  <a:lnTo>
                    <a:pt x="0" y="918"/>
                  </a:lnTo>
                </a:path>
              </a:pathLst>
            </a:cu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91" name="Rectangle 90">
              <a:extLst>
                <a:ext uri="{FF2B5EF4-FFF2-40B4-BE49-F238E27FC236}">
                  <a16:creationId xmlns:a16="http://schemas.microsoft.com/office/drawing/2014/main" id="{BE1E2083-76D5-4AC5-9875-9A03FD81DC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1300" y="3308350"/>
              <a:ext cx="22860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92" name="Rectangle 91">
              <a:extLst>
                <a:ext uri="{FF2B5EF4-FFF2-40B4-BE49-F238E27FC236}">
                  <a16:creationId xmlns:a16="http://schemas.microsoft.com/office/drawing/2014/main" id="{E72A1075-3C9D-4C51-AF23-44CF1D99B7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1825" y="4852987"/>
              <a:ext cx="2286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93" name="Rectangle 92">
              <a:extLst>
                <a:ext uri="{FF2B5EF4-FFF2-40B4-BE49-F238E27FC236}">
                  <a16:creationId xmlns:a16="http://schemas.microsoft.com/office/drawing/2014/main" id="{4B33230E-205A-4459-B13E-4565C08CBC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1825" y="2384425"/>
              <a:ext cx="22860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561" name="Group 1">
            <a:extLst>
              <a:ext uri="{FF2B5EF4-FFF2-40B4-BE49-F238E27FC236}">
                <a16:creationId xmlns:a16="http://schemas.microsoft.com/office/drawing/2014/main" id="{EA39D319-640F-437F-AA9B-7AEF42BCB74B}"/>
              </a:ext>
            </a:extLst>
          </p:cNvPr>
          <p:cNvGrpSpPr>
            <a:grpSpLocks/>
          </p:cNvGrpSpPr>
          <p:nvPr/>
        </p:nvGrpSpPr>
        <p:grpSpPr bwMode="auto">
          <a:xfrm>
            <a:off x="2082800" y="990600"/>
            <a:ext cx="4972050" cy="2374900"/>
            <a:chOff x="2082800" y="990600"/>
            <a:chExt cx="4972050" cy="2374900"/>
          </a:xfrm>
        </p:grpSpPr>
        <p:sp>
          <p:nvSpPr>
            <p:cNvPr id="66620" name="Rectangle 4">
              <a:extLst>
                <a:ext uri="{FF2B5EF4-FFF2-40B4-BE49-F238E27FC236}">
                  <a16:creationId xmlns:a16="http://schemas.microsoft.com/office/drawing/2014/main" id="{54C34496-2EA8-443A-A76D-4D33A777CC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2800" y="990600"/>
              <a:ext cx="4968875" cy="111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21" name="Rectangle 5">
              <a:extLst>
                <a:ext uri="{FF2B5EF4-FFF2-40B4-BE49-F238E27FC236}">
                  <a16:creationId xmlns:a16="http://schemas.microsoft.com/office/drawing/2014/main" id="{C78135AA-24BB-4EE3-87ED-7864653104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2800" y="1019175"/>
              <a:ext cx="11113" cy="4651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22" name="Rectangle 6">
              <a:extLst>
                <a:ext uri="{FF2B5EF4-FFF2-40B4-BE49-F238E27FC236}">
                  <a16:creationId xmlns:a16="http://schemas.microsoft.com/office/drawing/2014/main" id="{93F76BFB-06F1-4AC6-8AA2-A568C6740C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4200" y="1019175"/>
              <a:ext cx="12700" cy="4651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23" name="Rectangle 7">
              <a:extLst>
                <a:ext uri="{FF2B5EF4-FFF2-40B4-BE49-F238E27FC236}">
                  <a16:creationId xmlns:a16="http://schemas.microsoft.com/office/drawing/2014/main" id="{E53A7005-C3D6-481C-B56A-F19698ED73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9963" y="1208088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Present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24" name="Rectangle 8">
              <a:extLst>
                <a:ext uri="{FF2B5EF4-FFF2-40B4-BE49-F238E27FC236}">
                  <a16:creationId xmlns:a16="http://schemas.microsoft.com/office/drawing/2014/main" id="{B5648B37-4A99-4C00-B97A-D6CE5C5B34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9963" y="1019175"/>
              <a:ext cx="12700" cy="4651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25" name="Rectangle 9">
              <a:extLst>
                <a:ext uri="{FF2B5EF4-FFF2-40B4-BE49-F238E27FC236}">
                  <a16:creationId xmlns:a16="http://schemas.microsoft.com/office/drawing/2014/main" id="{3899E11D-38A5-4815-8E39-1A0806BA57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3050" y="1117600"/>
              <a:ext cx="10207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Nextstate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26" name="Rectangle 10">
              <a:extLst>
                <a:ext uri="{FF2B5EF4-FFF2-40B4-BE49-F238E27FC236}">
                  <a16:creationId xmlns:a16="http://schemas.microsoft.com/office/drawing/2014/main" id="{E731C8DE-1A8C-4335-BB32-E736DFCE15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2150" y="1019175"/>
              <a:ext cx="12700" cy="4651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27" name="Rectangle 11">
              <a:extLst>
                <a:ext uri="{FF2B5EF4-FFF2-40B4-BE49-F238E27FC236}">
                  <a16:creationId xmlns:a16="http://schemas.microsoft.com/office/drawing/2014/main" id="{8C48C670-4D49-43B6-BF6B-566017E54B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4200" y="1471613"/>
              <a:ext cx="2913063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28" name="Rectangle 12">
              <a:extLst>
                <a:ext uri="{FF2B5EF4-FFF2-40B4-BE49-F238E27FC236}">
                  <a16:creationId xmlns:a16="http://schemas.microsoft.com/office/drawing/2014/main" id="{386CCDB5-2104-4E3D-A927-CEAA1F90BD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2800" y="1484313"/>
              <a:ext cx="11113" cy="45878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29" name="Rectangle 13">
              <a:extLst>
                <a:ext uri="{FF2B5EF4-FFF2-40B4-BE49-F238E27FC236}">
                  <a16:creationId xmlns:a16="http://schemas.microsoft.com/office/drawing/2014/main" id="{C6A02BA3-84F7-4E48-9A4E-E9587CC3B3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97600" y="1208088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Output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30" name="Rectangle 14">
              <a:extLst>
                <a:ext uri="{FF2B5EF4-FFF2-40B4-BE49-F238E27FC236}">
                  <a16:creationId xmlns:a16="http://schemas.microsoft.com/office/drawing/2014/main" id="{9088CCB0-C0AE-4B84-8659-BB8923D6CF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4200" y="1484313"/>
              <a:ext cx="12700" cy="45878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31" name="Rectangle 15">
              <a:extLst>
                <a:ext uri="{FF2B5EF4-FFF2-40B4-BE49-F238E27FC236}">
                  <a16:creationId xmlns:a16="http://schemas.microsoft.com/office/drawing/2014/main" id="{C4AFECB3-8876-4CE8-8497-46E9F8CD7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9663" y="1489075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32" name="Rectangle 16">
              <a:extLst>
                <a:ext uri="{FF2B5EF4-FFF2-40B4-BE49-F238E27FC236}">
                  <a16:creationId xmlns:a16="http://schemas.microsoft.com/office/drawing/2014/main" id="{BDE90A9E-DF92-4F7A-ACAD-68CD20EF0A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8350" y="158115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ab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33" name="Rectangle 17">
              <a:extLst>
                <a:ext uri="{FF2B5EF4-FFF2-40B4-BE49-F238E27FC236}">
                  <a16:creationId xmlns:a16="http://schemas.microsoft.com/office/drawing/2014/main" id="{A45B5E66-80C7-4A29-8D50-B1AA600230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4738" y="1581150"/>
              <a:ext cx="460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=00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34" name="Rectangle 18">
              <a:extLst>
                <a:ext uri="{FF2B5EF4-FFF2-40B4-BE49-F238E27FC236}">
                  <a16:creationId xmlns:a16="http://schemas.microsoft.com/office/drawing/2014/main" id="{E06271F7-CF17-49DD-902B-19C3CC4B0B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3250" y="158115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35" name="Rectangle 19">
              <a:extLst>
                <a:ext uri="{FF2B5EF4-FFF2-40B4-BE49-F238E27FC236}">
                  <a16:creationId xmlns:a16="http://schemas.microsoft.com/office/drawing/2014/main" id="{0B52854F-D12A-4920-9B4E-5660215423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1738" y="158115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36" name="Rectangle 20">
              <a:extLst>
                <a:ext uri="{FF2B5EF4-FFF2-40B4-BE49-F238E27FC236}">
                  <a16:creationId xmlns:a16="http://schemas.microsoft.com/office/drawing/2014/main" id="{EB82980C-6220-4F0A-BFD1-72124251E4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9963" y="1484313"/>
              <a:ext cx="12700" cy="45878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37" name="Rectangle 21">
              <a:extLst>
                <a:ext uri="{FF2B5EF4-FFF2-40B4-BE49-F238E27FC236}">
                  <a16:creationId xmlns:a16="http://schemas.microsoft.com/office/drawing/2014/main" id="{F71FF931-9FC4-48DC-9E39-27C29F6A9B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0225" y="158115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38" name="Rectangle 22">
              <a:extLst>
                <a:ext uri="{FF2B5EF4-FFF2-40B4-BE49-F238E27FC236}">
                  <a16:creationId xmlns:a16="http://schemas.microsoft.com/office/drawing/2014/main" id="{BD525E70-D8C6-45EF-B274-48A27CFAB6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2150" y="1484313"/>
              <a:ext cx="12700" cy="45878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39" name="Rectangle 23">
              <a:extLst>
                <a:ext uri="{FF2B5EF4-FFF2-40B4-BE49-F238E27FC236}">
                  <a16:creationId xmlns:a16="http://schemas.microsoft.com/office/drawing/2014/main" id="{33A3AF4E-3627-4158-AF9C-2A4FC0CB3C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2800" y="1930400"/>
              <a:ext cx="4968875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40" name="Rectangle 24">
              <a:extLst>
                <a:ext uri="{FF2B5EF4-FFF2-40B4-BE49-F238E27FC236}">
                  <a16:creationId xmlns:a16="http://schemas.microsoft.com/office/drawing/2014/main" id="{8982AD50-D41A-48B9-BD37-F2B611DA31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2800" y="1943100"/>
              <a:ext cx="11113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41" name="Rectangle 25">
              <a:extLst>
                <a:ext uri="{FF2B5EF4-FFF2-40B4-BE49-F238E27FC236}">
                  <a16:creationId xmlns:a16="http://schemas.microsoft.com/office/drawing/2014/main" id="{42F75BA5-25F6-4D74-B732-E71CA17D00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77000" y="1581150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42" name="Rectangle 26">
              <a:extLst>
                <a:ext uri="{FF2B5EF4-FFF2-40B4-BE49-F238E27FC236}">
                  <a16:creationId xmlns:a16="http://schemas.microsoft.com/office/drawing/2014/main" id="{88B894CD-08D0-4D4D-BF7E-E299A41427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3800" y="2051050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43" name="Rectangle 27">
              <a:extLst>
                <a:ext uri="{FF2B5EF4-FFF2-40B4-BE49-F238E27FC236}">
                  <a16:creationId xmlns:a16="http://schemas.microsoft.com/office/drawing/2014/main" id="{94FDB62F-1D71-41C1-AEA7-0C929FBF9A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4200" y="1943100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44" name="Rectangle 28">
              <a:extLst>
                <a:ext uri="{FF2B5EF4-FFF2-40B4-BE49-F238E27FC236}">
                  <a16:creationId xmlns:a16="http://schemas.microsoft.com/office/drawing/2014/main" id="{DF42AE33-94DF-49C6-BD80-AA5CC9D15E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7950" y="21494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45" name="Rectangle 29">
              <a:extLst>
                <a:ext uri="{FF2B5EF4-FFF2-40B4-BE49-F238E27FC236}">
                  <a16:creationId xmlns:a16="http://schemas.microsoft.com/office/drawing/2014/main" id="{2229D222-A7B5-4021-AEC0-0D37B69C50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5713" y="2051050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46" name="Rectangle 30">
              <a:extLst>
                <a:ext uri="{FF2B5EF4-FFF2-40B4-BE49-F238E27FC236}">
                  <a16:creationId xmlns:a16="http://schemas.microsoft.com/office/drawing/2014/main" id="{6334B969-4B92-4F5D-8493-A783261F92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9863" y="21494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47" name="Rectangle 31">
              <a:extLst>
                <a:ext uri="{FF2B5EF4-FFF2-40B4-BE49-F238E27FC236}">
                  <a16:creationId xmlns:a16="http://schemas.microsoft.com/office/drawing/2014/main" id="{1AF31253-E382-44B7-A335-A85E13FB62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5788" y="2051050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48" name="Rectangle 32">
              <a:extLst>
                <a:ext uri="{FF2B5EF4-FFF2-40B4-BE49-F238E27FC236}">
                  <a16:creationId xmlns:a16="http://schemas.microsoft.com/office/drawing/2014/main" id="{1644EA96-3027-4AB4-9204-AF5495E30A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9938" y="21494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49" name="Rectangle 33">
              <a:extLst>
                <a:ext uri="{FF2B5EF4-FFF2-40B4-BE49-F238E27FC236}">
                  <a16:creationId xmlns:a16="http://schemas.microsoft.com/office/drawing/2014/main" id="{8DDD8EAA-36B2-41E4-9804-1AC733EF94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7450" y="2051050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50" name="Rectangle 34">
              <a:extLst>
                <a:ext uri="{FF2B5EF4-FFF2-40B4-BE49-F238E27FC236}">
                  <a16:creationId xmlns:a16="http://schemas.microsoft.com/office/drawing/2014/main" id="{B9133504-E3C4-4F4D-A135-5F81F8E322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1600" y="21494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51" name="Rectangle 35">
              <a:extLst>
                <a:ext uri="{FF2B5EF4-FFF2-40B4-BE49-F238E27FC236}">
                  <a16:creationId xmlns:a16="http://schemas.microsoft.com/office/drawing/2014/main" id="{C6778FA0-C087-4D6F-BBA7-4338B5D1D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99113" y="2051050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52" name="Rectangle 36">
              <a:extLst>
                <a:ext uri="{FF2B5EF4-FFF2-40B4-BE49-F238E27FC236}">
                  <a16:creationId xmlns:a16="http://schemas.microsoft.com/office/drawing/2014/main" id="{E59B8DA4-D6F6-41A4-AAE9-EDEC3B31B0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9963" y="1943100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53" name="Rectangle 37">
              <a:extLst>
                <a:ext uri="{FF2B5EF4-FFF2-40B4-BE49-F238E27FC236}">
                  <a16:creationId xmlns:a16="http://schemas.microsoft.com/office/drawing/2014/main" id="{AA2EB123-B647-474E-B5FA-F63836DF9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3263" y="21494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54" name="Rectangle 38">
              <a:extLst>
                <a:ext uri="{FF2B5EF4-FFF2-40B4-BE49-F238E27FC236}">
                  <a16:creationId xmlns:a16="http://schemas.microsoft.com/office/drawing/2014/main" id="{3F619D63-0D31-4519-8DE6-C71CB04E2E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2150" y="1943100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55" name="Rectangle 39">
              <a:extLst>
                <a:ext uri="{FF2B5EF4-FFF2-40B4-BE49-F238E27FC236}">
                  <a16:creationId xmlns:a16="http://schemas.microsoft.com/office/drawing/2014/main" id="{A9B5D3AE-8665-4DF0-A078-E83D3F707F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2800" y="2400300"/>
              <a:ext cx="11113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56" name="Rectangle 40">
              <a:extLst>
                <a:ext uri="{FF2B5EF4-FFF2-40B4-BE49-F238E27FC236}">
                  <a16:creationId xmlns:a16="http://schemas.microsoft.com/office/drawing/2014/main" id="{E90F91E4-AFF1-4BC1-8123-2E074F7EDE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8113" y="20510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57" name="Rectangle 41">
              <a:extLst>
                <a:ext uri="{FF2B5EF4-FFF2-40B4-BE49-F238E27FC236}">
                  <a16:creationId xmlns:a16="http://schemas.microsoft.com/office/drawing/2014/main" id="{6C79F2CE-A7AD-457A-9401-94330CC657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3800" y="24018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58" name="Rectangle 42">
              <a:extLst>
                <a:ext uri="{FF2B5EF4-FFF2-40B4-BE49-F238E27FC236}">
                  <a16:creationId xmlns:a16="http://schemas.microsoft.com/office/drawing/2014/main" id="{42DD91D8-A7CB-40BA-A0F8-67637809D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4200" y="2400300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59" name="Rectangle 43">
              <a:extLst>
                <a:ext uri="{FF2B5EF4-FFF2-40B4-BE49-F238E27FC236}">
                  <a16:creationId xmlns:a16="http://schemas.microsoft.com/office/drawing/2014/main" id="{D7E40F0B-AEB1-41D5-8474-D1B993CC60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7950" y="2500313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60" name="Rectangle 44">
              <a:extLst>
                <a:ext uri="{FF2B5EF4-FFF2-40B4-BE49-F238E27FC236}">
                  <a16:creationId xmlns:a16="http://schemas.microsoft.com/office/drawing/2014/main" id="{D1CF4178-6C7F-4D75-B88F-478F4FE570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5713" y="24018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61" name="Rectangle 45">
              <a:extLst>
                <a:ext uri="{FF2B5EF4-FFF2-40B4-BE49-F238E27FC236}">
                  <a16:creationId xmlns:a16="http://schemas.microsoft.com/office/drawing/2014/main" id="{4ABD99DD-D37B-4457-B420-262AF2798E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9863" y="2500313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62" name="Rectangle 46">
              <a:extLst>
                <a:ext uri="{FF2B5EF4-FFF2-40B4-BE49-F238E27FC236}">
                  <a16:creationId xmlns:a16="http://schemas.microsoft.com/office/drawing/2014/main" id="{9D619D32-4369-4D06-ACA5-A536F44651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5788" y="24018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63" name="Rectangle 47">
              <a:extLst>
                <a:ext uri="{FF2B5EF4-FFF2-40B4-BE49-F238E27FC236}">
                  <a16:creationId xmlns:a16="http://schemas.microsoft.com/office/drawing/2014/main" id="{3A5B9ECC-9471-404D-B146-7D32CC9B45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9938" y="2500313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64" name="Rectangle 48">
              <a:extLst>
                <a:ext uri="{FF2B5EF4-FFF2-40B4-BE49-F238E27FC236}">
                  <a16:creationId xmlns:a16="http://schemas.microsoft.com/office/drawing/2014/main" id="{F8F9B11C-86A5-4CC8-A465-73919D571F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7450" y="24018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65" name="Rectangle 49">
              <a:extLst>
                <a:ext uri="{FF2B5EF4-FFF2-40B4-BE49-F238E27FC236}">
                  <a16:creationId xmlns:a16="http://schemas.microsoft.com/office/drawing/2014/main" id="{4D5BB2EE-DC22-4357-89D9-D4D6D1ED4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1600" y="2500313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66" name="Rectangle 50">
              <a:extLst>
                <a:ext uri="{FF2B5EF4-FFF2-40B4-BE49-F238E27FC236}">
                  <a16:creationId xmlns:a16="http://schemas.microsoft.com/office/drawing/2014/main" id="{359F86BD-9BF5-4B78-85B7-11477F3A12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99113" y="24018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67" name="Rectangle 51">
              <a:extLst>
                <a:ext uri="{FF2B5EF4-FFF2-40B4-BE49-F238E27FC236}">
                  <a16:creationId xmlns:a16="http://schemas.microsoft.com/office/drawing/2014/main" id="{C26D9809-C229-4475-B90C-BAC48FB681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9963" y="2400300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68" name="Rectangle 52">
              <a:extLst>
                <a:ext uri="{FF2B5EF4-FFF2-40B4-BE49-F238E27FC236}">
                  <a16:creationId xmlns:a16="http://schemas.microsoft.com/office/drawing/2014/main" id="{FBA46D95-CAA9-48F8-9471-90F85A3E96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3263" y="2500313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69" name="Rectangle 53">
              <a:extLst>
                <a:ext uri="{FF2B5EF4-FFF2-40B4-BE49-F238E27FC236}">
                  <a16:creationId xmlns:a16="http://schemas.microsoft.com/office/drawing/2014/main" id="{4235F7F3-BB7D-46D7-884C-4DF708E731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2150" y="2400300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70" name="Rectangle 54">
              <a:extLst>
                <a:ext uri="{FF2B5EF4-FFF2-40B4-BE49-F238E27FC236}">
                  <a16:creationId xmlns:a16="http://schemas.microsoft.com/office/drawing/2014/main" id="{901C1AC9-3701-426C-8D3D-B15D4C523C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2800" y="2705100"/>
              <a:ext cx="11113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71" name="Rectangle 55">
              <a:extLst>
                <a:ext uri="{FF2B5EF4-FFF2-40B4-BE49-F238E27FC236}">
                  <a16:creationId xmlns:a16="http://schemas.microsoft.com/office/drawing/2014/main" id="{90864439-F8DF-45AE-8BAC-AA811CAEA1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8113" y="24018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72" name="Rectangle 56">
              <a:extLst>
                <a:ext uri="{FF2B5EF4-FFF2-40B4-BE49-F238E27FC236}">
                  <a16:creationId xmlns:a16="http://schemas.microsoft.com/office/drawing/2014/main" id="{73BB9991-CBD1-408E-8BC7-FF9C465DA1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3800" y="2703513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73" name="Rectangle 57">
              <a:extLst>
                <a:ext uri="{FF2B5EF4-FFF2-40B4-BE49-F238E27FC236}">
                  <a16:creationId xmlns:a16="http://schemas.microsoft.com/office/drawing/2014/main" id="{BD1912E8-8623-42E1-9300-6B93C3ECA2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4200" y="2705100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74" name="Rectangle 58">
              <a:extLst>
                <a:ext uri="{FF2B5EF4-FFF2-40B4-BE49-F238E27FC236}">
                  <a16:creationId xmlns:a16="http://schemas.microsoft.com/office/drawing/2014/main" id="{611D8EBA-64C9-4277-B60D-4D0AAA40FF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7950" y="28019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75" name="Rectangle 59">
              <a:extLst>
                <a:ext uri="{FF2B5EF4-FFF2-40B4-BE49-F238E27FC236}">
                  <a16:creationId xmlns:a16="http://schemas.microsoft.com/office/drawing/2014/main" id="{A41F73B9-B868-4EB3-A34D-33AC0089DE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5713" y="2703513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76" name="Rectangle 60">
              <a:extLst>
                <a:ext uri="{FF2B5EF4-FFF2-40B4-BE49-F238E27FC236}">
                  <a16:creationId xmlns:a16="http://schemas.microsoft.com/office/drawing/2014/main" id="{2A1AD23B-2D20-4063-9889-22474591F5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9863" y="28019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77" name="Rectangle 61">
              <a:extLst>
                <a:ext uri="{FF2B5EF4-FFF2-40B4-BE49-F238E27FC236}">
                  <a16:creationId xmlns:a16="http://schemas.microsoft.com/office/drawing/2014/main" id="{22F70283-DF1D-4A7E-B428-DBA97B8210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5788" y="2703513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78" name="Rectangle 62">
              <a:extLst>
                <a:ext uri="{FF2B5EF4-FFF2-40B4-BE49-F238E27FC236}">
                  <a16:creationId xmlns:a16="http://schemas.microsoft.com/office/drawing/2014/main" id="{01BA7564-42FA-4111-8164-FF7E1829E7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9938" y="28019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79" name="Rectangle 63">
              <a:extLst>
                <a:ext uri="{FF2B5EF4-FFF2-40B4-BE49-F238E27FC236}">
                  <a16:creationId xmlns:a16="http://schemas.microsoft.com/office/drawing/2014/main" id="{71FC2945-0707-47F5-ACB1-3180485B72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7450" y="2703513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80" name="Rectangle 64">
              <a:extLst>
                <a:ext uri="{FF2B5EF4-FFF2-40B4-BE49-F238E27FC236}">
                  <a16:creationId xmlns:a16="http://schemas.microsoft.com/office/drawing/2014/main" id="{E4CF40C8-C725-4428-AFB9-ADD1B06C6F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1600" y="28019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81" name="Rectangle 65">
              <a:extLst>
                <a:ext uri="{FF2B5EF4-FFF2-40B4-BE49-F238E27FC236}">
                  <a16:creationId xmlns:a16="http://schemas.microsoft.com/office/drawing/2014/main" id="{2B6F2030-E7AD-4ACF-B42C-F5BBDBBE16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99113" y="2703513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82" name="Rectangle 66">
              <a:extLst>
                <a:ext uri="{FF2B5EF4-FFF2-40B4-BE49-F238E27FC236}">
                  <a16:creationId xmlns:a16="http://schemas.microsoft.com/office/drawing/2014/main" id="{70C16D05-823F-40DF-A681-1D8E88A16F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9963" y="2705100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83" name="Rectangle 67">
              <a:extLst>
                <a:ext uri="{FF2B5EF4-FFF2-40B4-BE49-F238E27FC236}">
                  <a16:creationId xmlns:a16="http://schemas.microsoft.com/office/drawing/2014/main" id="{1A2DEACD-EE2A-49A4-BFD9-03DC5BE7A0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3263" y="28019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84" name="Rectangle 68">
              <a:extLst>
                <a:ext uri="{FF2B5EF4-FFF2-40B4-BE49-F238E27FC236}">
                  <a16:creationId xmlns:a16="http://schemas.microsoft.com/office/drawing/2014/main" id="{12EC80C9-FA4A-400B-8611-B257B3CDCF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2150" y="2705100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85" name="Rectangle 69">
              <a:extLst>
                <a:ext uri="{FF2B5EF4-FFF2-40B4-BE49-F238E27FC236}">
                  <a16:creationId xmlns:a16="http://schemas.microsoft.com/office/drawing/2014/main" id="{D38397CC-7D8F-44CE-B950-C3928FE4A1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2800" y="3014663"/>
              <a:ext cx="11113" cy="35083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86" name="Rectangle 70">
              <a:extLst>
                <a:ext uri="{FF2B5EF4-FFF2-40B4-BE49-F238E27FC236}">
                  <a16:creationId xmlns:a16="http://schemas.microsoft.com/office/drawing/2014/main" id="{B8D67636-ECB7-4491-9AF0-DF38A62471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8113" y="27035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87" name="Rectangle 71">
              <a:extLst>
                <a:ext uri="{FF2B5EF4-FFF2-40B4-BE49-F238E27FC236}">
                  <a16:creationId xmlns:a16="http://schemas.microsoft.com/office/drawing/2014/main" id="{BFC089AC-EE8F-4340-A606-DBB43486BA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3800" y="3008313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88" name="Rectangle 72">
              <a:extLst>
                <a:ext uri="{FF2B5EF4-FFF2-40B4-BE49-F238E27FC236}">
                  <a16:creationId xmlns:a16="http://schemas.microsoft.com/office/drawing/2014/main" id="{C04901E5-33C8-4944-AF39-9E6D4AA249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4200" y="3014663"/>
              <a:ext cx="12700" cy="35083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89" name="Rectangle 73">
              <a:extLst>
                <a:ext uri="{FF2B5EF4-FFF2-40B4-BE49-F238E27FC236}">
                  <a16:creationId xmlns:a16="http://schemas.microsoft.com/office/drawing/2014/main" id="{7B2C4F8D-545F-41C3-8809-8D9E468A2E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7950" y="3106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90" name="Rectangle 74">
              <a:extLst>
                <a:ext uri="{FF2B5EF4-FFF2-40B4-BE49-F238E27FC236}">
                  <a16:creationId xmlns:a16="http://schemas.microsoft.com/office/drawing/2014/main" id="{CD1FCD05-3F11-4BB4-A870-0423EF7B0D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5713" y="3008313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91" name="Rectangle 75">
              <a:extLst>
                <a:ext uri="{FF2B5EF4-FFF2-40B4-BE49-F238E27FC236}">
                  <a16:creationId xmlns:a16="http://schemas.microsoft.com/office/drawing/2014/main" id="{5EDCBFEF-CE21-4710-8596-EF8582BA5B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9863" y="3106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92" name="Rectangle 76">
              <a:extLst>
                <a:ext uri="{FF2B5EF4-FFF2-40B4-BE49-F238E27FC236}">
                  <a16:creationId xmlns:a16="http://schemas.microsoft.com/office/drawing/2014/main" id="{B12456AB-6D31-42D7-8BD9-5AFBEEFAE1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5788" y="3008313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93" name="Rectangle 77">
              <a:extLst>
                <a:ext uri="{FF2B5EF4-FFF2-40B4-BE49-F238E27FC236}">
                  <a16:creationId xmlns:a16="http://schemas.microsoft.com/office/drawing/2014/main" id="{50F0347D-2CCE-49A5-B68D-373AC8B83C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9938" y="3106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94" name="Rectangle 78">
              <a:extLst>
                <a:ext uri="{FF2B5EF4-FFF2-40B4-BE49-F238E27FC236}">
                  <a16:creationId xmlns:a16="http://schemas.microsoft.com/office/drawing/2014/main" id="{5549802F-CBFF-43F3-9055-10D6F66733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7450" y="3008313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95" name="Rectangle 79">
              <a:extLst>
                <a:ext uri="{FF2B5EF4-FFF2-40B4-BE49-F238E27FC236}">
                  <a16:creationId xmlns:a16="http://schemas.microsoft.com/office/drawing/2014/main" id="{53B1ACC0-DE97-4EC2-8FE5-C62D52B4E0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1600" y="3106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96" name="Rectangle 80">
              <a:extLst>
                <a:ext uri="{FF2B5EF4-FFF2-40B4-BE49-F238E27FC236}">
                  <a16:creationId xmlns:a16="http://schemas.microsoft.com/office/drawing/2014/main" id="{0E6F2DA4-EB3A-489B-87DB-85C9BE10AE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99113" y="3008313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97" name="Rectangle 81">
              <a:extLst>
                <a:ext uri="{FF2B5EF4-FFF2-40B4-BE49-F238E27FC236}">
                  <a16:creationId xmlns:a16="http://schemas.microsoft.com/office/drawing/2014/main" id="{B4D40965-1196-4A60-A6A6-107273265A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9963" y="3014663"/>
              <a:ext cx="12700" cy="35083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98" name="Rectangle 82">
              <a:extLst>
                <a:ext uri="{FF2B5EF4-FFF2-40B4-BE49-F238E27FC236}">
                  <a16:creationId xmlns:a16="http://schemas.microsoft.com/office/drawing/2014/main" id="{A07900F9-B403-43A1-9B5A-B0B565A2C7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3263" y="3106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99" name="Rectangle 83">
              <a:extLst>
                <a:ext uri="{FF2B5EF4-FFF2-40B4-BE49-F238E27FC236}">
                  <a16:creationId xmlns:a16="http://schemas.microsoft.com/office/drawing/2014/main" id="{D40CBD14-43C6-4211-9ABC-83BABEBA87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2150" y="3014663"/>
              <a:ext cx="12700" cy="35083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700" name="Rectangle 84">
              <a:extLst>
                <a:ext uri="{FF2B5EF4-FFF2-40B4-BE49-F238E27FC236}">
                  <a16:creationId xmlns:a16="http://schemas.microsoft.com/office/drawing/2014/main" id="{5183C578-F5B5-404B-8326-6D7F65CAF7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2800" y="3352800"/>
              <a:ext cx="4968875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701" name="Rectangle 85">
              <a:extLst>
                <a:ext uri="{FF2B5EF4-FFF2-40B4-BE49-F238E27FC236}">
                  <a16:creationId xmlns:a16="http://schemas.microsoft.com/office/drawing/2014/main" id="{E282A898-3B97-4B42-9E7F-FB4C100D4C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8113" y="30083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85" name="Rectangle 2">
            <a:extLst>
              <a:ext uri="{FF2B5EF4-FFF2-40B4-BE49-F238E27FC236}">
                <a16:creationId xmlns:a16="http://schemas.microsoft.com/office/drawing/2014/main" id="{46214AC2-F843-8A44-9AED-68EC5748C09A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State table for the Moore-type serial adder FSM</a:t>
            </a:r>
          </a:p>
        </p:txBody>
      </p:sp>
      <p:sp>
        <p:nvSpPr>
          <p:cNvPr id="66563" name="TextBox 125">
            <a:extLst>
              <a:ext uri="{FF2B5EF4-FFF2-40B4-BE49-F238E27FC236}">
                <a16:creationId xmlns:a16="http://schemas.microsoft.com/office/drawing/2014/main" id="{4063BADF-85B2-4BCB-91FE-BF87368840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19800" y="6477000"/>
            <a:ext cx="3097213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6.45 &amp; 6.46 from the textbook ]</a:t>
            </a:r>
          </a:p>
        </p:txBody>
      </p:sp>
      <p:grpSp>
        <p:nvGrpSpPr>
          <p:cNvPr id="66564" name="Group 2">
            <a:extLst>
              <a:ext uri="{FF2B5EF4-FFF2-40B4-BE49-F238E27FC236}">
                <a16:creationId xmlns:a16="http://schemas.microsoft.com/office/drawing/2014/main" id="{CBA1095F-45BF-4885-8CA0-E5CBE1E1101B}"/>
              </a:ext>
            </a:extLst>
          </p:cNvPr>
          <p:cNvGrpSpPr>
            <a:grpSpLocks/>
          </p:cNvGrpSpPr>
          <p:nvPr/>
        </p:nvGrpSpPr>
        <p:grpSpPr bwMode="auto">
          <a:xfrm>
            <a:off x="2078038" y="3703638"/>
            <a:ext cx="5008562" cy="2773362"/>
            <a:chOff x="2078038" y="3703638"/>
            <a:chExt cx="5008562" cy="2773362"/>
          </a:xfrm>
        </p:grpSpPr>
        <p:sp>
          <p:nvSpPr>
            <p:cNvPr id="66565" name="Rectangle 4">
              <a:extLst>
                <a:ext uri="{FF2B5EF4-FFF2-40B4-BE49-F238E27FC236}">
                  <a16:creationId xmlns:a16="http://schemas.microsoft.com/office/drawing/2014/main" id="{1641904B-2C49-4D27-9EA7-0950C026D1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3438" y="3703638"/>
              <a:ext cx="4979987" cy="11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566" name="Rectangle 5">
              <a:extLst>
                <a:ext uri="{FF2B5EF4-FFF2-40B4-BE49-F238E27FC236}">
                  <a16:creationId xmlns:a16="http://schemas.microsoft.com/office/drawing/2014/main" id="{CDA03DBA-103A-44EE-84AD-AE81254A0E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8038" y="3727450"/>
              <a:ext cx="11112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567" name="Rectangle 6">
              <a:extLst>
                <a:ext uri="{FF2B5EF4-FFF2-40B4-BE49-F238E27FC236}">
                  <a16:creationId xmlns:a16="http://schemas.microsoft.com/office/drawing/2014/main" id="{C166E91D-57CC-4395-87CD-7A8F24CD94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1663" y="37274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568" name="Rectangle 7">
              <a:extLst>
                <a:ext uri="{FF2B5EF4-FFF2-40B4-BE49-F238E27FC236}">
                  <a16:creationId xmlns:a16="http://schemas.microsoft.com/office/drawing/2014/main" id="{9D4E3958-F54F-4345-BDDE-DB667FE330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6313" y="3973513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Present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569" name="Rectangle 8">
              <a:extLst>
                <a:ext uri="{FF2B5EF4-FFF2-40B4-BE49-F238E27FC236}">
                  <a16:creationId xmlns:a16="http://schemas.microsoft.com/office/drawing/2014/main" id="{DD934A93-D54F-4115-A85B-F425AD75DD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59488" y="37274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570" name="Rectangle 9">
              <a:extLst>
                <a:ext uri="{FF2B5EF4-FFF2-40B4-BE49-F238E27FC236}">
                  <a16:creationId xmlns:a16="http://schemas.microsoft.com/office/drawing/2014/main" id="{5E19FD88-B997-474B-BCFD-C3F955978C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73900" y="37274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571" name="Rectangle 10">
              <a:extLst>
                <a:ext uri="{FF2B5EF4-FFF2-40B4-BE49-F238E27FC236}">
                  <a16:creationId xmlns:a16="http://schemas.microsoft.com/office/drawing/2014/main" id="{7004B50A-69EF-4F29-B3EE-BC220EDD04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1663" y="4183063"/>
              <a:ext cx="2925762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572" name="Rectangle 11">
              <a:extLst>
                <a:ext uri="{FF2B5EF4-FFF2-40B4-BE49-F238E27FC236}">
                  <a16:creationId xmlns:a16="http://schemas.microsoft.com/office/drawing/2014/main" id="{7FDB8DE9-A517-43FF-BE9F-2A03814676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8038" y="4195763"/>
              <a:ext cx="11112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573" name="Rectangle 12">
              <a:extLst>
                <a:ext uri="{FF2B5EF4-FFF2-40B4-BE49-F238E27FC236}">
                  <a16:creationId xmlns:a16="http://schemas.microsoft.com/office/drawing/2014/main" id="{DFD7D971-EE10-487B-9995-B48415AF50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7338" y="3830638"/>
              <a:ext cx="10207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Nextstate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574" name="Rectangle 13">
              <a:extLst>
                <a:ext uri="{FF2B5EF4-FFF2-40B4-BE49-F238E27FC236}">
                  <a16:creationId xmlns:a16="http://schemas.microsoft.com/office/drawing/2014/main" id="{46714EE5-EC82-493B-9AD1-A485AF986C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1663" y="41957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575" name="Rectangle 14">
              <a:extLst>
                <a:ext uri="{FF2B5EF4-FFF2-40B4-BE49-F238E27FC236}">
                  <a16:creationId xmlns:a16="http://schemas.microsoft.com/office/drawing/2014/main" id="{E5A004B4-E32C-4B15-919C-94E143FD9D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6013" y="4297363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576" name="Rectangle 15">
              <a:extLst>
                <a:ext uri="{FF2B5EF4-FFF2-40B4-BE49-F238E27FC236}">
                  <a16:creationId xmlns:a16="http://schemas.microsoft.com/office/drawing/2014/main" id="{8AB642A3-8106-453A-B98D-85E558649E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4063" y="429577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ab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577" name="Rectangle 16">
              <a:extLst>
                <a:ext uri="{FF2B5EF4-FFF2-40B4-BE49-F238E27FC236}">
                  <a16:creationId xmlns:a16="http://schemas.microsoft.com/office/drawing/2014/main" id="{57DF4169-25CF-4742-8B44-35192F9136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450" y="4297363"/>
              <a:ext cx="460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=00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578" name="Rectangle 17">
              <a:extLst>
                <a:ext uri="{FF2B5EF4-FFF2-40B4-BE49-F238E27FC236}">
                  <a16:creationId xmlns:a16="http://schemas.microsoft.com/office/drawing/2014/main" id="{7F29DA8B-2FCD-425E-B196-7751DD5515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9438" y="42973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579" name="Rectangle 18">
              <a:extLst>
                <a:ext uri="{FF2B5EF4-FFF2-40B4-BE49-F238E27FC236}">
                  <a16:creationId xmlns:a16="http://schemas.microsoft.com/office/drawing/2014/main" id="{2FF71002-DCFB-4480-931F-80A603E080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6975" y="42973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580" name="Rectangle 19">
              <a:extLst>
                <a:ext uri="{FF2B5EF4-FFF2-40B4-BE49-F238E27FC236}">
                  <a16:creationId xmlns:a16="http://schemas.microsoft.com/office/drawing/2014/main" id="{6ADC6C13-779B-42C2-877A-44E423470E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59488" y="41957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581" name="Rectangle 20">
              <a:extLst>
                <a:ext uri="{FF2B5EF4-FFF2-40B4-BE49-F238E27FC236}">
                  <a16:creationId xmlns:a16="http://schemas.microsoft.com/office/drawing/2014/main" id="{3F666150-5398-404A-9E7D-B77E22EE8F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21338" y="42973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582" name="Rectangle 21">
              <a:extLst>
                <a:ext uri="{FF2B5EF4-FFF2-40B4-BE49-F238E27FC236}">
                  <a16:creationId xmlns:a16="http://schemas.microsoft.com/office/drawing/2014/main" id="{4A0944C1-2903-4DB9-AED9-2A9D742C8C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73900" y="41957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583" name="Rectangle 22">
              <a:extLst>
                <a:ext uri="{FF2B5EF4-FFF2-40B4-BE49-F238E27FC236}">
                  <a16:creationId xmlns:a16="http://schemas.microsoft.com/office/drawing/2014/main" id="{82107FD8-9860-4152-BA3F-2DB8E7AA1F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1663" y="4640263"/>
              <a:ext cx="2925762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584" name="Rectangle 23">
              <a:extLst>
                <a:ext uri="{FF2B5EF4-FFF2-40B4-BE49-F238E27FC236}">
                  <a16:creationId xmlns:a16="http://schemas.microsoft.com/office/drawing/2014/main" id="{9E33461C-64B6-4C5E-8F25-CD50752A08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8038" y="4652963"/>
              <a:ext cx="11112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585" name="Rectangle 24">
              <a:extLst>
                <a:ext uri="{FF2B5EF4-FFF2-40B4-BE49-F238E27FC236}">
                  <a16:creationId xmlns:a16="http://schemas.microsoft.com/office/drawing/2014/main" id="{DBD0E23D-DD1C-4687-86AF-21707D129C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19825" y="4205288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Output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586" name="Rectangle 25">
              <a:extLst>
                <a:ext uri="{FF2B5EF4-FFF2-40B4-BE49-F238E27FC236}">
                  <a16:creationId xmlns:a16="http://schemas.microsoft.com/office/drawing/2014/main" id="{D77ACF35-2E1E-4FAE-9810-0C149EB029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4425" y="46053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587" name="Rectangle 26">
              <a:extLst>
                <a:ext uri="{FF2B5EF4-FFF2-40B4-BE49-F238E27FC236}">
                  <a16:creationId xmlns:a16="http://schemas.microsoft.com/office/drawing/2014/main" id="{ACE080CA-6DEA-4529-B689-84D1E91F1C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8250" y="4703763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588" name="Rectangle 27">
              <a:extLst>
                <a:ext uri="{FF2B5EF4-FFF2-40B4-BE49-F238E27FC236}">
                  <a16:creationId xmlns:a16="http://schemas.microsoft.com/office/drawing/2014/main" id="{373C28EC-357F-483B-A14B-672923C420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963" y="4605338"/>
              <a:ext cx="17621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589" name="Rectangle 28">
              <a:extLst>
                <a:ext uri="{FF2B5EF4-FFF2-40B4-BE49-F238E27FC236}">
                  <a16:creationId xmlns:a16="http://schemas.microsoft.com/office/drawing/2014/main" id="{D7129B3C-2316-4694-8C29-21B3E10044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1663" y="46529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590" name="Rectangle 29">
              <a:extLst>
                <a:ext uri="{FF2B5EF4-FFF2-40B4-BE49-F238E27FC236}">
                  <a16:creationId xmlns:a16="http://schemas.microsoft.com/office/drawing/2014/main" id="{B3687D3C-79A7-48C7-A22F-7D0875837E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6375" y="4703763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591" name="Rectangle 30">
              <a:extLst>
                <a:ext uri="{FF2B5EF4-FFF2-40B4-BE49-F238E27FC236}">
                  <a16:creationId xmlns:a16="http://schemas.microsoft.com/office/drawing/2014/main" id="{DB683947-051A-4869-9A85-656A2484E6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4988" y="47513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592" name="Rectangle 31">
              <a:extLst>
                <a:ext uri="{FF2B5EF4-FFF2-40B4-BE49-F238E27FC236}">
                  <a16:creationId xmlns:a16="http://schemas.microsoft.com/office/drawing/2014/main" id="{E35F47CB-4645-4691-8004-0CDB2DBF04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1038" y="48482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593" name="Rectangle 32">
              <a:extLst>
                <a:ext uri="{FF2B5EF4-FFF2-40B4-BE49-F238E27FC236}">
                  <a16:creationId xmlns:a16="http://schemas.microsoft.com/office/drawing/2014/main" id="{D63BB5FA-64B7-4404-926C-5DEC9B9FD3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5338" y="47513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594" name="Rectangle 33">
              <a:extLst>
                <a:ext uri="{FF2B5EF4-FFF2-40B4-BE49-F238E27FC236}">
                  <a16:creationId xmlns:a16="http://schemas.microsoft.com/office/drawing/2014/main" id="{E4F70CBD-284D-4F02-9B16-D5CE98A9AA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59488" y="46529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595" name="Rectangle 34">
              <a:extLst>
                <a:ext uri="{FF2B5EF4-FFF2-40B4-BE49-F238E27FC236}">
                  <a16:creationId xmlns:a16="http://schemas.microsoft.com/office/drawing/2014/main" id="{BBD51308-120A-4D85-9CBD-804A3D8995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1388" y="48482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596" name="Rectangle 35">
              <a:extLst>
                <a:ext uri="{FF2B5EF4-FFF2-40B4-BE49-F238E27FC236}">
                  <a16:creationId xmlns:a16="http://schemas.microsoft.com/office/drawing/2014/main" id="{DB6FFDFD-9DB0-40B0-B143-6CC22D4F9A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73900" y="46529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597" name="Rectangle 36">
              <a:extLst>
                <a:ext uri="{FF2B5EF4-FFF2-40B4-BE49-F238E27FC236}">
                  <a16:creationId xmlns:a16="http://schemas.microsoft.com/office/drawing/2014/main" id="{F7F96012-9EFC-4FBB-8DD0-1E1605654E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3438" y="5095875"/>
              <a:ext cx="49799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598" name="Rectangle 37">
              <a:extLst>
                <a:ext uri="{FF2B5EF4-FFF2-40B4-BE49-F238E27FC236}">
                  <a16:creationId xmlns:a16="http://schemas.microsoft.com/office/drawing/2014/main" id="{171355BD-6EC9-4803-9706-8C1EE9755C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8038" y="5111750"/>
              <a:ext cx="11112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599" name="Rectangle 38">
              <a:extLst>
                <a:ext uri="{FF2B5EF4-FFF2-40B4-BE49-F238E27FC236}">
                  <a16:creationId xmlns:a16="http://schemas.microsoft.com/office/drawing/2014/main" id="{835200F6-E00E-4714-AB04-1A8783723D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10338" y="4605338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00" name="Rectangle 39">
              <a:extLst>
                <a:ext uri="{FF2B5EF4-FFF2-40B4-BE49-F238E27FC236}">
                  <a16:creationId xmlns:a16="http://schemas.microsoft.com/office/drawing/2014/main" id="{099B571F-E2F2-402C-9585-EB061CC542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1663" y="51117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01" name="Rectangle 40">
              <a:extLst>
                <a:ext uri="{FF2B5EF4-FFF2-40B4-BE49-F238E27FC236}">
                  <a16:creationId xmlns:a16="http://schemas.microsoft.com/office/drawing/2014/main" id="{784EFC96-FBB2-43E5-8DD4-A09FA10868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213" y="52117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02" name="Rectangle 46">
              <a:extLst>
                <a:ext uri="{FF2B5EF4-FFF2-40B4-BE49-F238E27FC236}">
                  <a16:creationId xmlns:a16="http://schemas.microsoft.com/office/drawing/2014/main" id="{3CB86C7B-CE79-48F3-BFB3-7F2289F33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59488" y="51117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03" name="Rectangle 48">
              <a:extLst>
                <a:ext uri="{FF2B5EF4-FFF2-40B4-BE49-F238E27FC236}">
                  <a16:creationId xmlns:a16="http://schemas.microsoft.com/office/drawing/2014/main" id="{7BE830A2-9188-4B5F-8B3C-1E150F5405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73900" y="51117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04" name="Rectangle 49">
              <a:extLst>
                <a:ext uri="{FF2B5EF4-FFF2-40B4-BE49-F238E27FC236}">
                  <a16:creationId xmlns:a16="http://schemas.microsoft.com/office/drawing/2014/main" id="{39A719E8-88BB-4EDB-A8A0-43052C623F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8038" y="5513388"/>
              <a:ext cx="11112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05" name="Rectangle 51">
              <a:extLst>
                <a:ext uri="{FF2B5EF4-FFF2-40B4-BE49-F238E27FC236}">
                  <a16:creationId xmlns:a16="http://schemas.microsoft.com/office/drawing/2014/main" id="{97CCB50C-4BBF-4D96-BBAE-FAB0648DC6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1663" y="55133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06" name="Rectangle 52">
              <a:extLst>
                <a:ext uri="{FF2B5EF4-FFF2-40B4-BE49-F238E27FC236}">
                  <a16:creationId xmlns:a16="http://schemas.microsoft.com/office/drawing/2014/main" id="{29522BA6-84D1-48E5-8459-57FB463603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213" y="55133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07" name="Rectangle 58">
              <a:extLst>
                <a:ext uri="{FF2B5EF4-FFF2-40B4-BE49-F238E27FC236}">
                  <a16:creationId xmlns:a16="http://schemas.microsoft.com/office/drawing/2014/main" id="{3196F8D8-F6B0-49C2-A74B-47EAC334D3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59488" y="55133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08" name="Rectangle 60">
              <a:extLst>
                <a:ext uri="{FF2B5EF4-FFF2-40B4-BE49-F238E27FC236}">
                  <a16:creationId xmlns:a16="http://schemas.microsoft.com/office/drawing/2014/main" id="{572E643F-1A7E-4FA7-8C2D-2FC34467E8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73900" y="55133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09" name="Rectangle 61">
              <a:extLst>
                <a:ext uri="{FF2B5EF4-FFF2-40B4-BE49-F238E27FC236}">
                  <a16:creationId xmlns:a16="http://schemas.microsoft.com/office/drawing/2014/main" id="{60ED9837-6FF8-460A-BC56-8B0C4B130C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8038" y="5818188"/>
              <a:ext cx="11112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10" name="Rectangle 63">
              <a:extLst>
                <a:ext uri="{FF2B5EF4-FFF2-40B4-BE49-F238E27FC236}">
                  <a16:creationId xmlns:a16="http://schemas.microsoft.com/office/drawing/2014/main" id="{A25EC8D0-F38C-4F97-9F1C-7821CAF3A9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1663" y="58181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11" name="Rectangle 64">
              <a:extLst>
                <a:ext uri="{FF2B5EF4-FFF2-40B4-BE49-F238E27FC236}">
                  <a16:creationId xmlns:a16="http://schemas.microsoft.com/office/drawing/2014/main" id="{022FCD07-1480-4430-B600-CEB3E984D7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213" y="58166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12" name="Rectangle 70">
              <a:extLst>
                <a:ext uri="{FF2B5EF4-FFF2-40B4-BE49-F238E27FC236}">
                  <a16:creationId xmlns:a16="http://schemas.microsoft.com/office/drawing/2014/main" id="{D508410A-472C-4189-92B8-A45C7179E9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59488" y="58181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13" name="Rectangle 72">
              <a:extLst>
                <a:ext uri="{FF2B5EF4-FFF2-40B4-BE49-F238E27FC236}">
                  <a16:creationId xmlns:a16="http://schemas.microsoft.com/office/drawing/2014/main" id="{920B30FA-19C4-4C96-A510-0DB5CEF5FF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73900" y="58181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14" name="Rectangle 73">
              <a:extLst>
                <a:ext uri="{FF2B5EF4-FFF2-40B4-BE49-F238E27FC236}">
                  <a16:creationId xmlns:a16="http://schemas.microsoft.com/office/drawing/2014/main" id="{C17C8194-AB95-40BB-A002-13EF296217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8038" y="6127750"/>
              <a:ext cx="11112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15" name="Rectangle 75">
              <a:extLst>
                <a:ext uri="{FF2B5EF4-FFF2-40B4-BE49-F238E27FC236}">
                  <a16:creationId xmlns:a16="http://schemas.microsoft.com/office/drawing/2014/main" id="{32225381-DF0E-45DE-894A-93D191FF72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1663" y="61277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16" name="Rectangle 76">
              <a:extLst>
                <a:ext uri="{FF2B5EF4-FFF2-40B4-BE49-F238E27FC236}">
                  <a16:creationId xmlns:a16="http://schemas.microsoft.com/office/drawing/2014/main" id="{5E233B20-6607-4DCB-986A-664A7E4240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213" y="61214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17" name="Rectangle 82">
              <a:extLst>
                <a:ext uri="{FF2B5EF4-FFF2-40B4-BE49-F238E27FC236}">
                  <a16:creationId xmlns:a16="http://schemas.microsoft.com/office/drawing/2014/main" id="{8F2BA7D9-12EB-476F-BE2C-355FFDD8F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59488" y="61277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18" name="Rectangle 84">
              <a:extLst>
                <a:ext uri="{FF2B5EF4-FFF2-40B4-BE49-F238E27FC236}">
                  <a16:creationId xmlns:a16="http://schemas.microsoft.com/office/drawing/2014/main" id="{F8E11A35-2C24-4F3D-9566-C798AC30EC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73900" y="61277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19" name="Rectangle 85">
              <a:extLst>
                <a:ext uri="{FF2B5EF4-FFF2-40B4-BE49-F238E27FC236}">
                  <a16:creationId xmlns:a16="http://schemas.microsoft.com/office/drawing/2014/main" id="{57DBA952-42B3-45DE-8EDB-AECA2DFA1F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3438" y="6464300"/>
              <a:ext cx="49799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585" name="Group 1">
            <a:extLst>
              <a:ext uri="{FF2B5EF4-FFF2-40B4-BE49-F238E27FC236}">
                <a16:creationId xmlns:a16="http://schemas.microsoft.com/office/drawing/2014/main" id="{FC2F5B0B-8A64-4C3D-9E5D-746FD645FB1A}"/>
              </a:ext>
            </a:extLst>
          </p:cNvPr>
          <p:cNvGrpSpPr>
            <a:grpSpLocks/>
          </p:cNvGrpSpPr>
          <p:nvPr/>
        </p:nvGrpSpPr>
        <p:grpSpPr bwMode="auto">
          <a:xfrm>
            <a:off x="2082800" y="990600"/>
            <a:ext cx="4972050" cy="2374900"/>
            <a:chOff x="2082800" y="990600"/>
            <a:chExt cx="4972050" cy="2374900"/>
          </a:xfrm>
        </p:grpSpPr>
        <p:sp>
          <p:nvSpPr>
            <p:cNvPr id="67672" name="Rectangle 4">
              <a:extLst>
                <a:ext uri="{FF2B5EF4-FFF2-40B4-BE49-F238E27FC236}">
                  <a16:creationId xmlns:a16="http://schemas.microsoft.com/office/drawing/2014/main" id="{AF9A1632-0449-4719-9297-ABE0C8C9E1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2800" y="990600"/>
              <a:ext cx="4968875" cy="111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73" name="Rectangle 5">
              <a:extLst>
                <a:ext uri="{FF2B5EF4-FFF2-40B4-BE49-F238E27FC236}">
                  <a16:creationId xmlns:a16="http://schemas.microsoft.com/office/drawing/2014/main" id="{7A8D41A0-EDFF-4F03-8B2F-AAFD52E104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2800" y="1019175"/>
              <a:ext cx="11113" cy="4651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74" name="Rectangle 6">
              <a:extLst>
                <a:ext uri="{FF2B5EF4-FFF2-40B4-BE49-F238E27FC236}">
                  <a16:creationId xmlns:a16="http://schemas.microsoft.com/office/drawing/2014/main" id="{AFE32D4A-9BBB-4E61-ACD3-3E23EE0CEB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4200" y="1019175"/>
              <a:ext cx="12700" cy="4651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75" name="Rectangle 7">
              <a:extLst>
                <a:ext uri="{FF2B5EF4-FFF2-40B4-BE49-F238E27FC236}">
                  <a16:creationId xmlns:a16="http://schemas.microsoft.com/office/drawing/2014/main" id="{942DC187-8A1A-4C3A-9DBC-0A5714ED4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9963" y="1208088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Present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76" name="Rectangle 8">
              <a:extLst>
                <a:ext uri="{FF2B5EF4-FFF2-40B4-BE49-F238E27FC236}">
                  <a16:creationId xmlns:a16="http://schemas.microsoft.com/office/drawing/2014/main" id="{38FEDDD5-85F3-46D1-AD46-AC3BF0D0BF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9963" y="1019175"/>
              <a:ext cx="12700" cy="4651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77" name="Rectangle 9">
              <a:extLst>
                <a:ext uri="{FF2B5EF4-FFF2-40B4-BE49-F238E27FC236}">
                  <a16:creationId xmlns:a16="http://schemas.microsoft.com/office/drawing/2014/main" id="{7628B152-0098-43FF-8101-9BDCDBE3AF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3050" y="1117600"/>
              <a:ext cx="10207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Nextstate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78" name="Rectangle 10">
              <a:extLst>
                <a:ext uri="{FF2B5EF4-FFF2-40B4-BE49-F238E27FC236}">
                  <a16:creationId xmlns:a16="http://schemas.microsoft.com/office/drawing/2014/main" id="{21AC1AB0-4547-4BC6-8B5D-45CEA935C5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2150" y="1019175"/>
              <a:ext cx="12700" cy="4651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79" name="Rectangle 11">
              <a:extLst>
                <a:ext uri="{FF2B5EF4-FFF2-40B4-BE49-F238E27FC236}">
                  <a16:creationId xmlns:a16="http://schemas.microsoft.com/office/drawing/2014/main" id="{7C658883-EE01-4D61-BE95-2DDB5EA6C4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4200" y="1471613"/>
              <a:ext cx="2913063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80" name="Rectangle 12">
              <a:extLst>
                <a:ext uri="{FF2B5EF4-FFF2-40B4-BE49-F238E27FC236}">
                  <a16:creationId xmlns:a16="http://schemas.microsoft.com/office/drawing/2014/main" id="{268606CF-83A0-4E98-AA81-16E37961BE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2800" y="1484313"/>
              <a:ext cx="11113" cy="45878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81" name="Rectangle 13">
              <a:extLst>
                <a:ext uri="{FF2B5EF4-FFF2-40B4-BE49-F238E27FC236}">
                  <a16:creationId xmlns:a16="http://schemas.microsoft.com/office/drawing/2014/main" id="{B44BE83D-B4A4-4163-8102-18FC177B68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97600" y="1208088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Output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82" name="Rectangle 14">
              <a:extLst>
                <a:ext uri="{FF2B5EF4-FFF2-40B4-BE49-F238E27FC236}">
                  <a16:creationId xmlns:a16="http://schemas.microsoft.com/office/drawing/2014/main" id="{02861309-5A2F-4783-B5AD-D13CD49B55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4200" y="1484313"/>
              <a:ext cx="12700" cy="45878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83" name="Rectangle 15">
              <a:extLst>
                <a:ext uri="{FF2B5EF4-FFF2-40B4-BE49-F238E27FC236}">
                  <a16:creationId xmlns:a16="http://schemas.microsoft.com/office/drawing/2014/main" id="{ED058DD4-320B-4E50-B1F5-12D4D97906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9663" y="1489075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84" name="Rectangle 16">
              <a:extLst>
                <a:ext uri="{FF2B5EF4-FFF2-40B4-BE49-F238E27FC236}">
                  <a16:creationId xmlns:a16="http://schemas.microsoft.com/office/drawing/2014/main" id="{FD8C7AAA-FD09-4F6B-A99B-0A5A73FBE3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8350" y="158115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ab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85" name="Rectangle 17">
              <a:extLst>
                <a:ext uri="{FF2B5EF4-FFF2-40B4-BE49-F238E27FC236}">
                  <a16:creationId xmlns:a16="http://schemas.microsoft.com/office/drawing/2014/main" id="{CB06BBE8-0426-491B-B4C4-75AA0B901B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4738" y="1581150"/>
              <a:ext cx="460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=00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86" name="Rectangle 18">
              <a:extLst>
                <a:ext uri="{FF2B5EF4-FFF2-40B4-BE49-F238E27FC236}">
                  <a16:creationId xmlns:a16="http://schemas.microsoft.com/office/drawing/2014/main" id="{E18BF07B-CC6A-41CF-A0F1-B6362E1541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3250" y="158115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87" name="Rectangle 19">
              <a:extLst>
                <a:ext uri="{FF2B5EF4-FFF2-40B4-BE49-F238E27FC236}">
                  <a16:creationId xmlns:a16="http://schemas.microsoft.com/office/drawing/2014/main" id="{48C0E360-934D-42C6-AE73-F3C672ABAC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1738" y="158115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88" name="Rectangle 20">
              <a:extLst>
                <a:ext uri="{FF2B5EF4-FFF2-40B4-BE49-F238E27FC236}">
                  <a16:creationId xmlns:a16="http://schemas.microsoft.com/office/drawing/2014/main" id="{737D8D7A-7F30-477C-B391-5F1362B3BB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9963" y="1484313"/>
              <a:ext cx="12700" cy="45878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89" name="Rectangle 21">
              <a:extLst>
                <a:ext uri="{FF2B5EF4-FFF2-40B4-BE49-F238E27FC236}">
                  <a16:creationId xmlns:a16="http://schemas.microsoft.com/office/drawing/2014/main" id="{94DB195F-D047-4947-AAED-35B71A5E90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0225" y="158115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90" name="Rectangle 22">
              <a:extLst>
                <a:ext uri="{FF2B5EF4-FFF2-40B4-BE49-F238E27FC236}">
                  <a16:creationId xmlns:a16="http://schemas.microsoft.com/office/drawing/2014/main" id="{5A1F27BC-E65F-408A-A589-000D397BD7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2150" y="1484313"/>
              <a:ext cx="12700" cy="45878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91" name="Rectangle 23">
              <a:extLst>
                <a:ext uri="{FF2B5EF4-FFF2-40B4-BE49-F238E27FC236}">
                  <a16:creationId xmlns:a16="http://schemas.microsoft.com/office/drawing/2014/main" id="{31A945D0-A12D-46BA-8AC7-0DDE1E0C17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2800" y="1930400"/>
              <a:ext cx="4968875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92" name="Rectangle 24">
              <a:extLst>
                <a:ext uri="{FF2B5EF4-FFF2-40B4-BE49-F238E27FC236}">
                  <a16:creationId xmlns:a16="http://schemas.microsoft.com/office/drawing/2014/main" id="{101768F0-4EB5-4BF7-8898-5C2BEF9EE8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2800" y="1943100"/>
              <a:ext cx="11113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93" name="Rectangle 25">
              <a:extLst>
                <a:ext uri="{FF2B5EF4-FFF2-40B4-BE49-F238E27FC236}">
                  <a16:creationId xmlns:a16="http://schemas.microsoft.com/office/drawing/2014/main" id="{8EEC9DB3-6B27-41AE-A6EF-C66157C2F6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77000" y="1581150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94" name="Rectangle 26">
              <a:extLst>
                <a:ext uri="{FF2B5EF4-FFF2-40B4-BE49-F238E27FC236}">
                  <a16:creationId xmlns:a16="http://schemas.microsoft.com/office/drawing/2014/main" id="{75583080-C19F-47B6-B2B7-E46D5742F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3800" y="2051050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95" name="Rectangle 27">
              <a:extLst>
                <a:ext uri="{FF2B5EF4-FFF2-40B4-BE49-F238E27FC236}">
                  <a16:creationId xmlns:a16="http://schemas.microsoft.com/office/drawing/2014/main" id="{9D375E55-784D-4A9E-870A-D05A4DF879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4200" y="1943100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96" name="Rectangle 28">
              <a:extLst>
                <a:ext uri="{FF2B5EF4-FFF2-40B4-BE49-F238E27FC236}">
                  <a16:creationId xmlns:a16="http://schemas.microsoft.com/office/drawing/2014/main" id="{D01917E5-ED1F-41F0-AD52-5BDCDA9701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7950" y="21494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97" name="Rectangle 29">
              <a:extLst>
                <a:ext uri="{FF2B5EF4-FFF2-40B4-BE49-F238E27FC236}">
                  <a16:creationId xmlns:a16="http://schemas.microsoft.com/office/drawing/2014/main" id="{B1C6E70A-2B9A-4EB0-B76E-183B1BF085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5713" y="2051050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98" name="Rectangle 30">
              <a:extLst>
                <a:ext uri="{FF2B5EF4-FFF2-40B4-BE49-F238E27FC236}">
                  <a16:creationId xmlns:a16="http://schemas.microsoft.com/office/drawing/2014/main" id="{CB89E6F4-352D-487C-A55B-2491E2B217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9863" y="21494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99" name="Rectangle 31">
              <a:extLst>
                <a:ext uri="{FF2B5EF4-FFF2-40B4-BE49-F238E27FC236}">
                  <a16:creationId xmlns:a16="http://schemas.microsoft.com/office/drawing/2014/main" id="{97405F45-7380-4C54-B9DF-6C5A578803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5788" y="2051050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700" name="Rectangle 32">
              <a:extLst>
                <a:ext uri="{FF2B5EF4-FFF2-40B4-BE49-F238E27FC236}">
                  <a16:creationId xmlns:a16="http://schemas.microsoft.com/office/drawing/2014/main" id="{78873577-D1FB-4382-B8F1-13923D243F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9938" y="21494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701" name="Rectangle 33">
              <a:extLst>
                <a:ext uri="{FF2B5EF4-FFF2-40B4-BE49-F238E27FC236}">
                  <a16:creationId xmlns:a16="http://schemas.microsoft.com/office/drawing/2014/main" id="{B0FC9347-ECCF-4680-9CF2-1F3D21EDD2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7450" y="2051050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702" name="Rectangle 34">
              <a:extLst>
                <a:ext uri="{FF2B5EF4-FFF2-40B4-BE49-F238E27FC236}">
                  <a16:creationId xmlns:a16="http://schemas.microsoft.com/office/drawing/2014/main" id="{DFA072A1-4183-4A28-83DA-D44ECB60CA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1600" y="21494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703" name="Rectangle 35">
              <a:extLst>
                <a:ext uri="{FF2B5EF4-FFF2-40B4-BE49-F238E27FC236}">
                  <a16:creationId xmlns:a16="http://schemas.microsoft.com/office/drawing/2014/main" id="{0B8BC955-0DF6-4578-9966-6DAF212F9D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99113" y="2051050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704" name="Rectangle 36">
              <a:extLst>
                <a:ext uri="{FF2B5EF4-FFF2-40B4-BE49-F238E27FC236}">
                  <a16:creationId xmlns:a16="http://schemas.microsoft.com/office/drawing/2014/main" id="{E19A9634-B513-48F6-9321-F45EACD1BD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9963" y="1943100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705" name="Rectangle 37">
              <a:extLst>
                <a:ext uri="{FF2B5EF4-FFF2-40B4-BE49-F238E27FC236}">
                  <a16:creationId xmlns:a16="http://schemas.microsoft.com/office/drawing/2014/main" id="{9488B90B-E3B3-4F8C-A233-B89D5E305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3263" y="21494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706" name="Rectangle 38">
              <a:extLst>
                <a:ext uri="{FF2B5EF4-FFF2-40B4-BE49-F238E27FC236}">
                  <a16:creationId xmlns:a16="http://schemas.microsoft.com/office/drawing/2014/main" id="{0DB35274-9459-43DB-86AE-0A49F7A0FA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2150" y="1943100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707" name="Rectangle 39">
              <a:extLst>
                <a:ext uri="{FF2B5EF4-FFF2-40B4-BE49-F238E27FC236}">
                  <a16:creationId xmlns:a16="http://schemas.microsoft.com/office/drawing/2014/main" id="{28B48391-FC29-4F5F-9066-42574A49B6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2800" y="2400300"/>
              <a:ext cx="11113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708" name="Rectangle 40">
              <a:extLst>
                <a:ext uri="{FF2B5EF4-FFF2-40B4-BE49-F238E27FC236}">
                  <a16:creationId xmlns:a16="http://schemas.microsoft.com/office/drawing/2014/main" id="{73C8F912-B327-4681-B035-D4425342D0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8113" y="20510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709" name="Rectangle 41">
              <a:extLst>
                <a:ext uri="{FF2B5EF4-FFF2-40B4-BE49-F238E27FC236}">
                  <a16:creationId xmlns:a16="http://schemas.microsoft.com/office/drawing/2014/main" id="{C1B3BF31-50A8-427F-BD12-2BC1AC0BB2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3800" y="24018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710" name="Rectangle 42">
              <a:extLst>
                <a:ext uri="{FF2B5EF4-FFF2-40B4-BE49-F238E27FC236}">
                  <a16:creationId xmlns:a16="http://schemas.microsoft.com/office/drawing/2014/main" id="{EF0784B1-3DC2-4C03-A46A-65BAFAD9FA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4200" y="2400300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711" name="Rectangle 43">
              <a:extLst>
                <a:ext uri="{FF2B5EF4-FFF2-40B4-BE49-F238E27FC236}">
                  <a16:creationId xmlns:a16="http://schemas.microsoft.com/office/drawing/2014/main" id="{ECD675C5-324A-4550-985E-82D42BC48A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7950" y="2500313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712" name="Rectangle 44">
              <a:extLst>
                <a:ext uri="{FF2B5EF4-FFF2-40B4-BE49-F238E27FC236}">
                  <a16:creationId xmlns:a16="http://schemas.microsoft.com/office/drawing/2014/main" id="{D1DB3105-ACD0-4D87-BCBD-A3A19AAE23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5713" y="24018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713" name="Rectangle 45">
              <a:extLst>
                <a:ext uri="{FF2B5EF4-FFF2-40B4-BE49-F238E27FC236}">
                  <a16:creationId xmlns:a16="http://schemas.microsoft.com/office/drawing/2014/main" id="{522C01CC-6542-4858-8EBA-FF068275F9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9863" y="2500313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714" name="Rectangle 46">
              <a:extLst>
                <a:ext uri="{FF2B5EF4-FFF2-40B4-BE49-F238E27FC236}">
                  <a16:creationId xmlns:a16="http://schemas.microsoft.com/office/drawing/2014/main" id="{9BE1B413-626B-4C54-A73E-B5D17F1551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5788" y="24018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715" name="Rectangle 47">
              <a:extLst>
                <a:ext uri="{FF2B5EF4-FFF2-40B4-BE49-F238E27FC236}">
                  <a16:creationId xmlns:a16="http://schemas.microsoft.com/office/drawing/2014/main" id="{D2F7100C-7F70-4B95-A761-D4B6316628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9938" y="2500313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716" name="Rectangle 48">
              <a:extLst>
                <a:ext uri="{FF2B5EF4-FFF2-40B4-BE49-F238E27FC236}">
                  <a16:creationId xmlns:a16="http://schemas.microsoft.com/office/drawing/2014/main" id="{448041B9-D439-4564-AD46-65C849226D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7450" y="24018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717" name="Rectangle 49">
              <a:extLst>
                <a:ext uri="{FF2B5EF4-FFF2-40B4-BE49-F238E27FC236}">
                  <a16:creationId xmlns:a16="http://schemas.microsoft.com/office/drawing/2014/main" id="{DA266392-6A76-4DD7-9CB3-5A7A2A5685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1600" y="2500313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718" name="Rectangle 50">
              <a:extLst>
                <a:ext uri="{FF2B5EF4-FFF2-40B4-BE49-F238E27FC236}">
                  <a16:creationId xmlns:a16="http://schemas.microsoft.com/office/drawing/2014/main" id="{2EF888BD-EF06-4668-BEF3-C48D123DA8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99113" y="24018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719" name="Rectangle 51">
              <a:extLst>
                <a:ext uri="{FF2B5EF4-FFF2-40B4-BE49-F238E27FC236}">
                  <a16:creationId xmlns:a16="http://schemas.microsoft.com/office/drawing/2014/main" id="{867AA2C4-F8F8-4C44-A1E1-4123D8B89F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9963" y="2400300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720" name="Rectangle 52">
              <a:extLst>
                <a:ext uri="{FF2B5EF4-FFF2-40B4-BE49-F238E27FC236}">
                  <a16:creationId xmlns:a16="http://schemas.microsoft.com/office/drawing/2014/main" id="{214A0F5E-4B12-483E-B30A-D011EE3310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3263" y="2500313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721" name="Rectangle 53">
              <a:extLst>
                <a:ext uri="{FF2B5EF4-FFF2-40B4-BE49-F238E27FC236}">
                  <a16:creationId xmlns:a16="http://schemas.microsoft.com/office/drawing/2014/main" id="{69FE9189-6F58-4303-B20D-143615EBA9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2150" y="2400300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722" name="Rectangle 54">
              <a:extLst>
                <a:ext uri="{FF2B5EF4-FFF2-40B4-BE49-F238E27FC236}">
                  <a16:creationId xmlns:a16="http://schemas.microsoft.com/office/drawing/2014/main" id="{A4728B8D-9E1F-476A-9A04-18A04EFB7F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2800" y="2705100"/>
              <a:ext cx="11113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723" name="Rectangle 55">
              <a:extLst>
                <a:ext uri="{FF2B5EF4-FFF2-40B4-BE49-F238E27FC236}">
                  <a16:creationId xmlns:a16="http://schemas.microsoft.com/office/drawing/2014/main" id="{AE187892-6DE8-4353-98F6-C3AC70455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8113" y="24018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724" name="Rectangle 56">
              <a:extLst>
                <a:ext uri="{FF2B5EF4-FFF2-40B4-BE49-F238E27FC236}">
                  <a16:creationId xmlns:a16="http://schemas.microsoft.com/office/drawing/2014/main" id="{9E6E2B72-8D85-430A-9657-928737834E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3800" y="2703513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725" name="Rectangle 57">
              <a:extLst>
                <a:ext uri="{FF2B5EF4-FFF2-40B4-BE49-F238E27FC236}">
                  <a16:creationId xmlns:a16="http://schemas.microsoft.com/office/drawing/2014/main" id="{CE65B197-2C4C-4C45-85A4-98087C9B47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4200" y="2705100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726" name="Rectangle 58">
              <a:extLst>
                <a:ext uri="{FF2B5EF4-FFF2-40B4-BE49-F238E27FC236}">
                  <a16:creationId xmlns:a16="http://schemas.microsoft.com/office/drawing/2014/main" id="{77B42C7D-AE0B-4B52-AF38-8CDDBAC05F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7950" y="28019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727" name="Rectangle 59">
              <a:extLst>
                <a:ext uri="{FF2B5EF4-FFF2-40B4-BE49-F238E27FC236}">
                  <a16:creationId xmlns:a16="http://schemas.microsoft.com/office/drawing/2014/main" id="{D760319C-8A6A-452D-8B3F-CEF1A89BE9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5713" y="2703513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728" name="Rectangle 60">
              <a:extLst>
                <a:ext uri="{FF2B5EF4-FFF2-40B4-BE49-F238E27FC236}">
                  <a16:creationId xmlns:a16="http://schemas.microsoft.com/office/drawing/2014/main" id="{3A97EF9B-C94C-4223-BA9D-6E4AEA06C9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9863" y="28019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729" name="Rectangle 61">
              <a:extLst>
                <a:ext uri="{FF2B5EF4-FFF2-40B4-BE49-F238E27FC236}">
                  <a16:creationId xmlns:a16="http://schemas.microsoft.com/office/drawing/2014/main" id="{2A59C27D-C378-4C3A-A5B2-3E848DE60B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5788" y="2703513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730" name="Rectangle 62">
              <a:extLst>
                <a:ext uri="{FF2B5EF4-FFF2-40B4-BE49-F238E27FC236}">
                  <a16:creationId xmlns:a16="http://schemas.microsoft.com/office/drawing/2014/main" id="{C8086D1C-876B-4B44-80B5-5096DB683F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9938" y="28019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731" name="Rectangle 63">
              <a:extLst>
                <a:ext uri="{FF2B5EF4-FFF2-40B4-BE49-F238E27FC236}">
                  <a16:creationId xmlns:a16="http://schemas.microsoft.com/office/drawing/2014/main" id="{8E73C214-BE07-4DF3-9396-937D96932C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7450" y="2703513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732" name="Rectangle 64">
              <a:extLst>
                <a:ext uri="{FF2B5EF4-FFF2-40B4-BE49-F238E27FC236}">
                  <a16:creationId xmlns:a16="http://schemas.microsoft.com/office/drawing/2014/main" id="{3514A259-298E-4BD5-AC70-4AEF01B7CD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1600" y="28019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733" name="Rectangle 65">
              <a:extLst>
                <a:ext uri="{FF2B5EF4-FFF2-40B4-BE49-F238E27FC236}">
                  <a16:creationId xmlns:a16="http://schemas.microsoft.com/office/drawing/2014/main" id="{C8BE963B-9179-48B8-A4B2-67E6A4DF1E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99113" y="2703513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734" name="Rectangle 66">
              <a:extLst>
                <a:ext uri="{FF2B5EF4-FFF2-40B4-BE49-F238E27FC236}">
                  <a16:creationId xmlns:a16="http://schemas.microsoft.com/office/drawing/2014/main" id="{96948A64-5F9C-4378-A643-16A41BB3C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9963" y="2705100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735" name="Rectangle 67">
              <a:extLst>
                <a:ext uri="{FF2B5EF4-FFF2-40B4-BE49-F238E27FC236}">
                  <a16:creationId xmlns:a16="http://schemas.microsoft.com/office/drawing/2014/main" id="{3AD943A7-19C2-4E0A-ABF5-EBD972289A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3263" y="28019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736" name="Rectangle 68">
              <a:extLst>
                <a:ext uri="{FF2B5EF4-FFF2-40B4-BE49-F238E27FC236}">
                  <a16:creationId xmlns:a16="http://schemas.microsoft.com/office/drawing/2014/main" id="{F533230F-4FF6-4C7E-A741-B523A9EE69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2150" y="2705100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737" name="Rectangle 69">
              <a:extLst>
                <a:ext uri="{FF2B5EF4-FFF2-40B4-BE49-F238E27FC236}">
                  <a16:creationId xmlns:a16="http://schemas.microsoft.com/office/drawing/2014/main" id="{5ADAFE30-E10E-4CDD-92B1-EFF1B9D938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2800" y="3014663"/>
              <a:ext cx="11113" cy="35083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738" name="Rectangle 70">
              <a:extLst>
                <a:ext uri="{FF2B5EF4-FFF2-40B4-BE49-F238E27FC236}">
                  <a16:creationId xmlns:a16="http://schemas.microsoft.com/office/drawing/2014/main" id="{83BEB234-9E5B-4749-AEEF-CD7AD2D5CB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8113" y="27035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739" name="Rectangle 71">
              <a:extLst>
                <a:ext uri="{FF2B5EF4-FFF2-40B4-BE49-F238E27FC236}">
                  <a16:creationId xmlns:a16="http://schemas.microsoft.com/office/drawing/2014/main" id="{5EFC3D70-631A-40DD-A25C-394892EE9C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3800" y="3008313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740" name="Rectangle 72">
              <a:extLst>
                <a:ext uri="{FF2B5EF4-FFF2-40B4-BE49-F238E27FC236}">
                  <a16:creationId xmlns:a16="http://schemas.microsoft.com/office/drawing/2014/main" id="{1A28DCA0-4DB5-4C4B-83FE-002BA0D3DC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4200" y="3014663"/>
              <a:ext cx="12700" cy="35083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741" name="Rectangle 73">
              <a:extLst>
                <a:ext uri="{FF2B5EF4-FFF2-40B4-BE49-F238E27FC236}">
                  <a16:creationId xmlns:a16="http://schemas.microsoft.com/office/drawing/2014/main" id="{8413E689-2A82-478D-ABAC-A98A9306B6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7950" y="3106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742" name="Rectangle 74">
              <a:extLst>
                <a:ext uri="{FF2B5EF4-FFF2-40B4-BE49-F238E27FC236}">
                  <a16:creationId xmlns:a16="http://schemas.microsoft.com/office/drawing/2014/main" id="{B998A197-8CDA-4C91-B78C-2F0991B97E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5713" y="3008313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743" name="Rectangle 75">
              <a:extLst>
                <a:ext uri="{FF2B5EF4-FFF2-40B4-BE49-F238E27FC236}">
                  <a16:creationId xmlns:a16="http://schemas.microsoft.com/office/drawing/2014/main" id="{3C3DE4F5-0286-4995-8C15-EC034C709C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9863" y="3106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744" name="Rectangle 76">
              <a:extLst>
                <a:ext uri="{FF2B5EF4-FFF2-40B4-BE49-F238E27FC236}">
                  <a16:creationId xmlns:a16="http://schemas.microsoft.com/office/drawing/2014/main" id="{A2C05C11-72C2-4690-9244-DD810EF8D4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5788" y="3008313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745" name="Rectangle 77">
              <a:extLst>
                <a:ext uri="{FF2B5EF4-FFF2-40B4-BE49-F238E27FC236}">
                  <a16:creationId xmlns:a16="http://schemas.microsoft.com/office/drawing/2014/main" id="{49EC09FA-12AD-4088-9B22-E2B23F7F56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9938" y="3106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746" name="Rectangle 78">
              <a:extLst>
                <a:ext uri="{FF2B5EF4-FFF2-40B4-BE49-F238E27FC236}">
                  <a16:creationId xmlns:a16="http://schemas.microsoft.com/office/drawing/2014/main" id="{6EF09596-7D42-4CCF-84E8-ED274A6BCD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7450" y="3008313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747" name="Rectangle 79">
              <a:extLst>
                <a:ext uri="{FF2B5EF4-FFF2-40B4-BE49-F238E27FC236}">
                  <a16:creationId xmlns:a16="http://schemas.microsoft.com/office/drawing/2014/main" id="{A9134D35-4F36-4236-AC80-3E6729F217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1600" y="3106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748" name="Rectangle 80">
              <a:extLst>
                <a:ext uri="{FF2B5EF4-FFF2-40B4-BE49-F238E27FC236}">
                  <a16:creationId xmlns:a16="http://schemas.microsoft.com/office/drawing/2014/main" id="{018C31F3-64B9-4CE2-8381-6851AC4ED0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99113" y="3008313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H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749" name="Rectangle 81">
              <a:extLst>
                <a:ext uri="{FF2B5EF4-FFF2-40B4-BE49-F238E27FC236}">
                  <a16:creationId xmlns:a16="http://schemas.microsoft.com/office/drawing/2014/main" id="{807B410B-FB65-4A6E-927D-24A6BC2BAF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9963" y="3014663"/>
              <a:ext cx="12700" cy="35083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750" name="Rectangle 82">
              <a:extLst>
                <a:ext uri="{FF2B5EF4-FFF2-40B4-BE49-F238E27FC236}">
                  <a16:creationId xmlns:a16="http://schemas.microsoft.com/office/drawing/2014/main" id="{867083D3-EB4C-4A41-BF4D-F5A8C2E924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3263" y="3106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751" name="Rectangle 83">
              <a:extLst>
                <a:ext uri="{FF2B5EF4-FFF2-40B4-BE49-F238E27FC236}">
                  <a16:creationId xmlns:a16="http://schemas.microsoft.com/office/drawing/2014/main" id="{7DF3C538-EFEA-473E-B3C7-7D0185C653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2150" y="3014663"/>
              <a:ext cx="12700" cy="35083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752" name="Rectangle 84">
              <a:extLst>
                <a:ext uri="{FF2B5EF4-FFF2-40B4-BE49-F238E27FC236}">
                  <a16:creationId xmlns:a16="http://schemas.microsoft.com/office/drawing/2014/main" id="{BA60A29F-FBEF-4DDA-A079-C2590288AA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2800" y="3352800"/>
              <a:ext cx="4968875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753" name="Rectangle 85">
              <a:extLst>
                <a:ext uri="{FF2B5EF4-FFF2-40B4-BE49-F238E27FC236}">
                  <a16:creationId xmlns:a16="http://schemas.microsoft.com/office/drawing/2014/main" id="{60480804-2578-45E9-83E7-A8A451047D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8113" y="300831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85" name="Rectangle 2">
            <a:extLst>
              <a:ext uri="{FF2B5EF4-FFF2-40B4-BE49-F238E27FC236}">
                <a16:creationId xmlns:a16="http://schemas.microsoft.com/office/drawing/2014/main" id="{F37E9B14-E28A-554B-9D5F-848CC552681B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State table for the Moore-type serial adder FSM</a:t>
            </a:r>
          </a:p>
        </p:txBody>
      </p:sp>
      <p:sp>
        <p:nvSpPr>
          <p:cNvPr id="67587" name="TextBox 125">
            <a:extLst>
              <a:ext uri="{FF2B5EF4-FFF2-40B4-BE49-F238E27FC236}">
                <a16:creationId xmlns:a16="http://schemas.microsoft.com/office/drawing/2014/main" id="{8849A2B3-23F9-41BC-B94E-6355459A20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19800" y="6477000"/>
            <a:ext cx="3097213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6.45 &amp; 6.46 from the textbook ]</a:t>
            </a:r>
          </a:p>
        </p:txBody>
      </p:sp>
      <p:grpSp>
        <p:nvGrpSpPr>
          <p:cNvPr id="67588" name="Group 1">
            <a:extLst>
              <a:ext uri="{FF2B5EF4-FFF2-40B4-BE49-F238E27FC236}">
                <a16:creationId xmlns:a16="http://schemas.microsoft.com/office/drawing/2014/main" id="{650E92DB-1238-405D-9813-008FF0488148}"/>
              </a:ext>
            </a:extLst>
          </p:cNvPr>
          <p:cNvGrpSpPr>
            <a:grpSpLocks/>
          </p:cNvGrpSpPr>
          <p:nvPr/>
        </p:nvGrpSpPr>
        <p:grpSpPr bwMode="auto">
          <a:xfrm>
            <a:off x="2078038" y="3703638"/>
            <a:ext cx="5008562" cy="2773362"/>
            <a:chOff x="2030413" y="1379538"/>
            <a:chExt cx="5008562" cy="2773362"/>
          </a:xfrm>
        </p:grpSpPr>
        <p:sp>
          <p:nvSpPr>
            <p:cNvPr id="67589" name="Rectangle 4">
              <a:extLst>
                <a:ext uri="{FF2B5EF4-FFF2-40B4-BE49-F238E27FC236}">
                  <a16:creationId xmlns:a16="http://schemas.microsoft.com/office/drawing/2014/main" id="{8BB9E0E2-7DFE-4D85-99B5-0B32B97C31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1379538"/>
              <a:ext cx="4979987" cy="11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590" name="Rectangle 5">
              <a:extLst>
                <a:ext uri="{FF2B5EF4-FFF2-40B4-BE49-F238E27FC236}">
                  <a16:creationId xmlns:a16="http://schemas.microsoft.com/office/drawing/2014/main" id="{7CC054FC-A185-4C21-B795-BD9036E563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1403350"/>
              <a:ext cx="11112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591" name="Rectangle 6">
              <a:extLst>
                <a:ext uri="{FF2B5EF4-FFF2-40B4-BE49-F238E27FC236}">
                  <a16:creationId xmlns:a16="http://schemas.microsoft.com/office/drawing/2014/main" id="{A21EF55D-A595-4014-A5EE-323469A397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592" name="Rectangle 7">
              <a:extLst>
                <a:ext uri="{FF2B5EF4-FFF2-40B4-BE49-F238E27FC236}">
                  <a16:creationId xmlns:a16="http://schemas.microsoft.com/office/drawing/2014/main" id="{196C2114-5473-4A99-8B5E-9B34078A3F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688" y="1649413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Present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593" name="Rectangle 8">
              <a:extLst>
                <a:ext uri="{FF2B5EF4-FFF2-40B4-BE49-F238E27FC236}">
                  <a16:creationId xmlns:a16="http://schemas.microsoft.com/office/drawing/2014/main" id="{467CC9F0-AA5C-4213-B6ED-8BD21D5277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594" name="Rectangle 9">
              <a:extLst>
                <a:ext uri="{FF2B5EF4-FFF2-40B4-BE49-F238E27FC236}">
                  <a16:creationId xmlns:a16="http://schemas.microsoft.com/office/drawing/2014/main" id="{011168EB-2226-49A8-BAB4-D7553FC6E5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595" name="Rectangle 10">
              <a:extLst>
                <a:ext uri="{FF2B5EF4-FFF2-40B4-BE49-F238E27FC236}">
                  <a16:creationId xmlns:a16="http://schemas.microsoft.com/office/drawing/2014/main" id="{819F17FE-DDD6-4A79-8D68-0AECA4A292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858963"/>
              <a:ext cx="2925762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596" name="Rectangle 11">
              <a:extLst>
                <a:ext uri="{FF2B5EF4-FFF2-40B4-BE49-F238E27FC236}">
                  <a16:creationId xmlns:a16="http://schemas.microsoft.com/office/drawing/2014/main" id="{8E847C1B-64E3-46F3-B202-5BAE70B2B6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1871663"/>
              <a:ext cx="11112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597" name="Rectangle 12">
              <a:extLst>
                <a:ext uri="{FF2B5EF4-FFF2-40B4-BE49-F238E27FC236}">
                  <a16:creationId xmlns:a16="http://schemas.microsoft.com/office/drawing/2014/main" id="{E271DAEA-A659-4013-8768-3AF10D470B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9713" y="1506538"/>
              <a:ext cx="10207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Nextstate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598" name="Rectangle 13">
              <a:extLst>
                <a:ext uri="{FF2B5EF4-FFF2-40B4-BE49-F238E27FC236}">
                  <a16:creationId xmlns:a16="http://schemas.microsoft.com/office/drawing/2014/main" id="{0F9E943D-8650-43FA-9EAB-BBF7380CF7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599" name="Rectangle 14">
              <a:extLst>
                <a:ext uri="{FF2B5EF4-FFF2-40B4-BE49-F238E27FC236}">
                  <a16:creationId xmlns:a16="http://schemas.microsoft.com/office/drawing/2014/main" id="{24E287BE-9409-49FF-852F-0DEEE9800D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8388" y="1973263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00" name="Rectangle 15">
              <a:extLst>
                <a:ext uri="{FF2B5EF4-FFF2-40B4-BE49-F238E27FC236}">
                  <a16:creationId xmlns:a16="http://schemas.microsoft.com/office/drawing/2014/main" id="{C4F33759-498D-4E17-9384-154D6BBCDF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6438" y="197167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ab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01" name="Rectangle 16">
              <a:extLst>
                <a:ext uri="{FF2B5EF4-FFF2-40B4-BE49-F238E27FC236}">
                  <a16:creationId xmlns:a16="http://schemas.microsoft.com/office/drawing/2014/main" id="{DEC5108A-AF69-4CC4-8C98-10FD22E254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825" y="1973263"/>
              <a:ext cx="460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=00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02" name="Rectangle 17">
              <a:extLst>
                <a:ext uri="{FF2B5EF4-FFF2-40B4-BE49-F238E27FC236}">
                  <a16:creationId xmlns:a16="http://schemas.microsoft.com/office/drawing/2014/main" id="{439CB230-B29E-4C73-B26A-B75256AD77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1813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03" name="Rectangle 18">
              <a:extLst>
                <a:ext uri="{FF2B5EF4-FFF2-40B4-BE49-F238E27FC236}">
                  <a16:creationId xmlns:a16="http://schemas.microsoft.com/office/drawing/2014/main" id="{F7FB6737-91C0-4B25-8EB5-DFB8469720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9350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04" name="Rectangle 19">
              <a:extLst>
                <a:ext uri="{FF2B5EF4-FFF2-40B4-BE49-F238E27FC236}">
                  <a16:creationId xmlns:a16="http://schemas.microsoft.com/office/drawing/2014/main" id="{D840F87D-1333-4DD3-9A05-98EC500B30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05" name="Rectangle 20">
              <a:extLst>
                <a:ext uri="{FF2B5EF4-FFF2-40B4-BE49-F238E27FC236}">
                  <a16:creationId xmlns:a16="http://schemas.microsoft.com/office/drawing/2014/main" id="{A47BBEAB-2F47-470D-9726-98F594EF81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3713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06" name="Rectangle 21">
              <a:extLst>
                <a:ext uri="{FF2B5EF4-FFF2-40B4-BE49-F238E27FC236}">
                  <a16:creationId xmlns:a16="http://schemas.microsoft.com/office/drawing/2014/main" id="{D9B7B812-AB74-4A6D-8667-365F416783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07" name="Rectangle 22">
              <a:extLst>
                <a:ext uri="{FF2B5EF4-FFF2-40B4-BE49-F238E27FC236}">
                  <a16:creationId xmlns:a16="http://schemas.microsoft.com/office/drawing/2014/main" id="{0662FCDF-DAB1-4EF4-9670-4A098099BF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316163"/>
              <a:ext cx="2925762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08" name="Rectangle 23">
              <a:extLst>
                <a:ext uri="{FF2B5EF4-FFF2-40B4-BE49-F238E27FC236}">
                  <a16:creationId xmlns:a16="http://schemas.microsoft.com/office/drawing/2014/main" id="{AE47030D-CDAB-41D5-992C-E0CFA08414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2328863"/>
              <a:ext cx="11112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09" name="Rectangle 24">
              <a:extLst>
                <a:ext uri="{FF2B5EF4-FFF2-40B4-BE49-F238E27FC236}">
                  <a16:creationId xmlns:a16="http://schemas.microsoft.com/office/drawing/2014/main" id="{B35F4C22-30C5-40AB-B6C9-820F5F7BDF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2200" y="1881188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Output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10" name="Rectangle 25">
              <a:extLst>
                <a:ext uri="{FF2B5EF4-FFF2-40B4-BE49-F238E27FC236}">
                  <a16:creationId xmlns:a16="http://schemas.microsoft.com/office/drawing/2014/main" id="{44BB9823-481C-484F-9589-AAAC037274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6800" y="22812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11" name="Rectangle 26">
              <a:extLst>
                <a:ext uri="{FF2B5EF4-FFF2-40B4-BE49-F238E27FC236}">
                  <a16:creationId xmlns:a16="http://schemas.microsoft.com/office/drawing/2014/main" id="{F4276703-20E8-440D-8F71-F69B40BA02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0625" y="2379663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12" name="Rectangle 27">
              <a:extLst>
                <a:ext uri="{FF2B5EF4-FFF2-40B4-BE49-F238E27FC236}">
                  <a16:creationId xmlns:a16="http://schemas.microsoft.com/office/drawing/2014/main" id="{56B78884-D9AA-4A7D-BB20-04516B435E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281238"/>
              <a:ext cx="17621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13" name="Rectangle 28">
              <a:extLst>
                <a:ext uri="{FF2B5EF4-FFF2-40B4-BE49-F238E27FC236}">
                  <a16:creationId xmlns:a16="http://schemas.microsoft.com/office/drawing/2014/main" id="{2A75513E-BC17-4932-A2A5-BD249A8E6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14" name="Rectangle 29">
              <a:extLst>
                <a:ext uri="{FF2B5EF4-FFF2-40B4-BE49-F238E27FC236}">
                  <a16:creationId xmlns:a16="http://schemas.microsoft.com/office/drawing/2014/main" id="{5F9718A0-C7DC-4337-A605-F4270F65FC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8750" y="2379663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15" name="Rectangle 30">
              <a:extLst>
                <a:ext uri="{FF2B5EF4-FFF2-40B4-BE49-F238E27FC236}">
                  <a16:creationId xmlns:a16="http://schemas.microsoft.com/office/drawing/2014/main" id="{45FADECF-ECE5-4A42-AF6D-AC6A0AA9DE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7363" y="24272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16" name="Rectangle 31">
              <a:extLst>
                <a:ext uri="{FF2B5EF4-FFF2-40B4-BE49-F238E27FC236}">
                  <a16:creationId xmlns:a16="http://schemas.microsoft.com/office/drawing/2014/main" id="{B352F698-CEA0-4BEB-9ED0-AFC0A9D063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3413" y="25241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17" name="Rectangle 32">
              <a:extLst>
                <a:ext uri="{FF2B5EF4-FFF2-40B4-BE49-F238E27FC236}">
                  <a16:creationId xmlns:a16="http://schemas.microsoft.com/office/drawing/2014/main" id="{9948A37F-6B0A-4EFD-8204-2E14866BE7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7713" y="24272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18" name="Rectangle 33">
              <a:extLst>
                <a:ext uri="{FF2B5EF4-FFF2-40B4-BE49-F238E27FC236}">
                  <a16:creationId xmlns:a16="http://schemas.microsoft.com/office/drawing/2014/main" id="{4B395430-41C2-48E0-86CD-5A79DBD75F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19" name="Rectangle 34">
              <a:extLst>
                <a:ext uri="{FF2B5EF4-FFF2-40B4-BE49-F238E27FC236}">
                  <a16:creationId xmlns:a16="http://schemas.microsoft.com/office/drawing/2014/main" id="{56C16F5E-B87F-45E7-A8BB-7AD6CE2432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3763" y="25241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20" name="Rectangle 35">
              <a:extLst>
                <a:ext uri="{FF2B5EF4-FFF2-40B4-BE49-F238E27FC236}">
                  <a16:creationId xmlns:a16="http://schemas.microsoft.com/office/drawing/2014/main" id="{3541DF9F-C407-4FA6-88F0-251EA3A2E3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21" name="Rectangle 36">
              <a:extLst>
                <a:ext uri="{FF2B5EF4-FFF2-40B4-BE49-F238E27FC236}">
                  <a16:creationId xmlns:a16="http://schemas.microsoft.com/office/drawing/2014/main" id="{0A4969EE-9296-4F31-B243-2E6182EDBD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2771775"/>
              <a:ext cx="49799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22" name="Rectangle 37">
              <a:extLst>
                <a:ext uri="{FF2B5EF4-FFF2-40B4-BE49-F238E27FC236}">
                  <a16:creationId xmlns:a16="http://schemas.microsoft.com/office/drawing/2014/main" id="{B61DAC24-3A97-4689-A30A-B4821FFAB9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2787650"/>
              <a:ext cx="11112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23" name="Rectangle 38">
              <a:extLst>
                <a:ext uri="{FF2B5EF4-FFF2-40B4-BE49-F238E27FC236}">
                  <a16:creationId xmlns:a16="http://schemas.microsoft.com/office/drawing/2014/main" id="{B75D22ED-FEC5-4129-ACEC-CB91409FAC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62713" y="2281238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24" name="Rectangle 39">
              <a:extLst>
                <a:ext uri="{FF2B5EF4-FFF2-40B4-BE49-F238E27FC236}">
                  <a16:creationId xmlns:a16="http://schemas.microsoft.com/office/drawing/2014/main" id="{2EEACACF-E0D5-42EA-BA49-8E1962BB10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25" name="Rectangle 40">
              <a:extLst>
                <a:ext uri="{FF2B5EF4-FFF2-40B4-BE49-F238E27FC236}">
                  <a16:creationId xmlns:a16="http://schemas.microsoft.com/office/drawing/2014/main" id="{439E7F76-B5E7-453B-9C0C-D313F7A83D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26" name="Rectangle 41">
              <a:extLst>
                <a:ext uri="{FF2B5EF4-FFF2-40B4-BE49-F238E27FC236}">
                  <a16:creationId xmlns:a16="http://schemas.microsoft.com/office/drawing/2014/main" id="{50840684-B25B-43E1-B1CD-0B53EC4BB2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27" name="Rectangle 42">
              <a:extLst>
                <a:ext uri="{FF2B5EF4-FFF2-40B4-BE49-F238E27FC236}">
                  <a16:creationId xmlns:a16="http://schemas.microsoft.com/office/drawing/2014/main" id="{F0255B7F-B472-4121-B43F-DE6D5DADA4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28" name="Rectangle 43">
              <a:extLst>
                <a:ext uri="{FF2B5EF4-FFF2-40B4-BE49-F238E27FC236}">
                  <a16:creationId xmlns:a16="http://schemas.microsoft.com/office/drawing/2014/main" id="{B976CF86-D429-4182-8965-5B3F7531D1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29" name="Rectangle 44">
              <a:extLst>
                <a:ext uri="{FF2B5EF4-FFF2-40B4-BE49-F238E27FC236}">
                  <a16:creationId xmlns:a16="http://schemas.microsoft.com/office/drawing/2014/main" id="{7CC7C624-D407-4ACE-9A2F-9F8DBD1E9A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30" name="Rectangle 45">
              <a:extLst>
                <a:ext uri="{FF2B5EF4-FFF2-40B4-BE49-F238E27FC236}">
                  <a16:creationId xmlns:a16="http://schemas.microsoft.com/office/drawing/2014/main" id="{CC3A4DB3-7F2F-4126-876A-5C557119B8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31" name="Rectangle 46">
              <a:extLst>
                <a:ext uri="{FF2B5EF4-FFF2-40B4-BE49-F238E27FC236}">
                  <a16:creationId xmlns:a16="http://schemas.microsoft.com/office/drawing/2014/main" id="{1B68DEF3-CD69-4400-B449-A9269D1891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32" name="Rectangle 47">
              <a:extLst>
                <a:ext uri="{FF2B5EF4-FFF2-40B4-BE49-F238E27FC236}">
                  <a16:creationId xmlns:a16="http://schemas.microsoft.com/office/drawing/2014/main" id="{76B650D0-195F-4F24-BD20-2D83F8E0F4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33" name="Rectangle 48">
              <a:extLst>
                <a:ext uri="{FF2B5EF4-FFF2-40B4-BE49-F238E27FC236}">
                  <a16:creationId xmlns:a16="http://schemas.microsoft.com/office/drawing/2014/main" id="{C28623C0-5F14-476E-A689-2356DCED0D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34" name="Rectangle 49">
              <a:extLst>
                <a:ext uri="{FF2B5EF4-FFF2-40B4-BE49-F238E27FC236}">
                  <a16:creationId xmlns:a16="http://schemas.microsoft.com/office/drawing/2014/main" id="{791A8374-74B0-40CC-BB27-3FA2FE4FDB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189288"/>
              <a:ext cx="11112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35" name="Rectangle 50">
              <a:extLst>
                <a:ext uri="{FF2B5EF4-FFF2-40B4-BE49-F238E27FC236}">
                  <a16:creationId xmlns:a16="http://schemas.microsoft.com/office/drawing/2014/main" id="{632694A4-FB1F-4C73-A566-304605B1F7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36" name="Rectangle 51">
              <a:extLst>
                <a:ext uri="{FF2B5EF4-FFF2-40B4-BE49-F238E27FC236}">
                  <a16:creationId xmlns:a16="http://schemas.microsoft.com/office/drawing/2014/main" id="{561BCC7B-D0F6-46C0-8E7C-B03C27A409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37" name="Rectangle 52">
              <a:extLst>
                <a:ext uri="{FF2B5EF4-FFF2-40B4-BE49-F238E27FC236}">
                  <a16:creationId xmlns:a16="http://schemas.microsoft.com/office/drawing/2014/main" id="{14625DD8-133B-4CCF-BC32-72D01F759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38" name="Rectangle 53">
              <a:extLst>
                <a:ext uri="{FF2B5EF4-FFF2-40B4-BE49-F238E27FC236}">
                  <a16:creationId xmlns:a16="http://schemas.microsoft.com/office/drawing/2014/main" id="{C8B7EDFE-17E3-4992-9834-8F285759B4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39" name="Rectangle 54">
              <a:extLst>
                <a:ext uri="{FF2B5EF4-FFF2-40B4-BE49-F238E27FC236}">
                  <a16:creationId xmlns:a16="http://schemas.microsoft.com/office/drawing/2014/main" id="{AC4107BA-A1AA-4828-B9D5-AD6A91F99D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40" name="Rectangle 55">
              <a:extLst>
                <a:ext uri="{FF2B5EF4-FFF2-40B4-BE49-F238E27FC236}">
                  <a16:creationId xmlns:a16="http://schemas.microsoft.com/office/drawing/2014/main" id="{9750EC76-EDEA-4E7C-AB61-58B3AE20D0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41" name="Rectangle 56">
              <a:extLst>
                <a:ext uri="{FF2B5EF4-FFF2-40B4-BE49-F238E27FC236}">
                  <a16:creationId xmlns:a16="http://schemas.microsoft.com/office/drawing/2014/main" id="{647B1677-F8EC-46EF-8E81-AE2328E89F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42" name="Rectangle 57">
              <a:extLst>
                <a:ext uri="{FF2B5EF4-FFF2-40B4-BE49-F238E27FC236}">
                  <a16:creationId xmlns:a16="http://schemas.microsoft.com/office/drawing/2014/main" id="{9476F563-C709-4B92-AACB-C3A0CC651B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43" name="Rectangle 58">
              <a:extLst>
                <a:ext uri="{FF2B5EF4-FFF2-40B4-BE49-F238E27FC236}">
                  <a16:creationId xmlns:a16="http://schemas.microsoft.com/office/drawing/2014/main" id="{9798C1F5-D884-42AF-8A99-405C9B44DA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44" name="Rectangle 59">
              <a:extLst>
                <a:ext uri="{FF2B5EF4-FFF2-40B4-BE49-F238E27FC236}">
                  <a16:creationId xmlns:a16="http://schemas.microsoft.com/office/drawing/2014/main" id="{8A895345-1498-4EF2-995A-E070D5FFAD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45" name="Rectangle 60">
              <a:extLst>
                <a:ext uri="{FF2B5EF4-FFF2-40B4-BE49-F238E27FC236}">
                  <a16:creationId xmlns:a16="http://schemas.microsoft.com/office/drawing/2014/main" id="{73B3CF4A-3E1F-412E-B621-7EAA016BAB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46" name="Rectangle 61">
              <a:extLst>
                <a:ext uri="{FF2B5EF4-FFF2-40B4-BE49-F238E27FC236}">
                  <a16:creationId xmlns:a16="http://schemas.microsoft.com/office/drawing/2014/main" id="{FFAF60BD-349E-4DF7-9CB5-D3E0E0220E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494088"/>
              <a:ext cx="11112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47" name="Rectangle 62">
              <a:extLst>
                <a:ext uri="{FF2B5EF4-FFF2-40B4-BE49-F238E27FC236}">
                  <a16:creationId xmlns:a16="http://schemas.microsoft.com/office/drawing/2014/main" id="{DA284623-4EF0-413E-8CA4-344773B745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48" name="Rectangle 63">
              <a:extLst>
                <a:ext uri="{FF2B5EF4-FFF2-40B4-BE49-F238E27FC236}">
                  <a16:creationId xmlns:a16="http://schemas.microsoft.com/office/drawing/2014/main" id="{A01B8EFD-0799-4424-8988-A46C2E8E05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49" name="Rectangle 64">
              <a:extLst>
                <a:ext uri="{FF2B5EF4-FFF2-40B4-BE49-F238E27FC236}">
                  <a16:creationId xmlns:a16="http://schemas.microsoft.com/office/drawing/2014/main" id="{D25E1901-CCCE-4575-BD77-D376428D12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50" name="Rectangle 65">
              <a:extLst>
                <a:ext uri="{FF2B5EF4-FFF2-40B4-BE49-F238E27FC236}">
                  <a16:creationId xmlns:a16="http://schemas.microsoft.com/office/drawing/2014/main" id="{5170A2F1-93C9-4037-B7DA-E735D1A468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51" name="Rectangle 66">
              <a:extLst>
                <a:ext uri="{FF2B5EF4-FFF2-40B4-BE49-F238E27FC236}">
                  <a16:creationId xmlns:a16="http://schemas.microsoft.com/office/drawing/2014/main" id="{D3590DA9-3CFE-480B-A2BE-D07E19C6AA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52" name="Rectangle 67">
              <a:extLst>
                <a:ext uri="{FF2B5EF4-FFF2-40B4-BE49-F238E27FC236}">
                  <a16:creationId xmlns:a16="http://schemas.microsoft.com/office/drawing/2014/main" id="{9F92AA9D-E32B-459D-9590-9259E77AC5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53" name="Rectangle 68">
              <a:extLst>
                <a:ext uri="{FF2B5EF4-FFF2-40B4-BE49-F238E27FC236}">
                  <a16:creationId xmlns:a16="http://schemas.microsoft.com/office/drawing/2014/main" id="{3E45E360-6800-477C-8B5D-FDCD56ED2A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54" name="Rectangle 69">
              <a:extLst>
                <a:ext uri="{FF2B5EF4-FFF2-40B4-BE49-F238E27FC236}">
                  <a16:creationId xmlns:a16="http://schemas.microsoft.com/office/drawing/2014/main" id="{46167E32-5CE5-4C45-B96C-D7770A70D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55" name="Rectangle 70">
              <a:extLst>
                <a:ext uri="{FF2B5EF4-FFF2-40B4-BE49-F238E27FC236}">
                  <a16:creationId xmlns:a16="http://schemas.microsoft.com/office/drawing/2014/main" id="{9B6BDEA6-8955-4533-8642-C543D7CC42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56" name="Rectangle 71">
              <a:extLst>
                <a:ext uri="{FF2B5EF4-FFF2-40B4-BE49-F238E27FC236}">
                  <a16:creationId xmlns:a16="http://schemas.microsoft.com/office/drawing/2014/main" id="{DCF4A8D4-DE31-4709-99C2-240F42D203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57" name="Rectangle 72">
              <a:extLst>
                <a:ext uri="{FF2B5EF4-FFF2-40B4-BE49-F238E27FC236}">
                  <a16:creationId xmlns:a16="http://schemas.microsoft.com/office/drawing/2014/main" id="{C24F7454-48DD-4A26-8A5D-DF91126BE5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58" name="Rectangle 73">
              <a:extLst>
                <a:ext uri="{FF2B5EF4-FFF2-40B4-BE49-F238E27FC236}">
                  <a16:creationId xmlns:a16="http://schemas.microsoft.com/office/drawing/2014/main" id="{66F5CF88-C007-4BEA-9F56-3028870AA9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803650"/>
              <a:ext cx="11112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59" name="Rectangle 74">
              <a:extLst>
                <a:ext uri="{FF2B5EF4-FFF2-40B4-BE49-F238E27FC236}">
                  <a16:creationId xmlns:a16="http://schemas.microsoft.com/office/drawing/2014/main" id="{FEB803EB-3F89-4DED-A84F-DF3C8BE39D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60" name="Rectangle 75">
              <a:extLst>
                <a:ext uri="{FF2B5EF4-FFF2-40B4-BE49-F238E27FC236}">
                  <a16:creationId xmlns:a16="http://schemas.microsoft.com/office/drawing/2014/main" id="{E17787F2-827D-47A4-90A7-8799959307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61" name="Rectangle 76">
              <a:extLst>
                <a:ext uri="{FF2B5EF4-FFF2-40B4-BE49-F238E27FC236}">
                  <a16:creationId xmlns:a16="http://schemas.microsoft.com/office/drawing/2014/main" id="{467C550C-FFE8-4315-A2F7-85C3A38928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62" name="Rectangle 77">
              <a:extLst>
                <a:ext uri="{FF2B5EF4-FFF2-40B4-BE49-F238E27FC236}">
                  <a16:creationId xmlns:a16="http://schemas.microsoft.com/office/drawing/2014/main" id="{FB4DE712-B9B6-4021-85B6-B971CF4251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63" name="Rectangle 78">
              <a:extLst>
                <a:ext uri="{FF2B5EF4-FFF2-40B4-BE49-F238E27FC236}">
                  <a16:creationId xmlns:a16="http://schemas.microsoft.com/office/drawing/2014/main" id="{CA2EB0C8-D45E-45B1-AFC6-D230AC3829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64" name="Rectangle 79">
              <a:extLst>
                <a:ext uri="{FF2B5EF4-FFF2-40B4-BE49-F238E27FC236}">
                  <a16:creationId xmlns:a16="http://schemas.microsoft.com/office/drawing/2014/main" id="{C8F4F237-5153-4146-93DF-B44CFD24EC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65" name="Rectangle 80">
              <a:extLst>
                <a:ext uri="{FF2B5EF4-FFF2-40B4-BE49-F238E27FC236}">
                  <a16:creationId xmlns:a16="http://schemas.microsoft.com/office/drawing/2014/main" id="{03A16368-13BA-4705-9894-0A705ABB47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66" name="Rectangle 81">
              <a:extLst>
                <a:ext uri="{FF2B5EF4-FFF2-40B4-BE49-F238E27FC236}">
                  <a16:creationId xmlns:a16="http://schemas.microsoft.com/office/drawing/2014/main" id="{A2619D5E-BD1E-4A9E-B40B-57A18D6F4B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67" name="Rectangle 82">
              <a:extLst>
                <a:ext uri="{FF2B5EF4-FFF2-40B4-BE49-F238E27FC236}">
                  <a16:creationId xmlns:a16="http://schemas.microsoft.com/office/drawing/2014/main" id="{CD66142E-2255-4479-986E-A15E18F6C6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68" name="Rectangle 83">
              <a:extLst>
                <a:ext uri="{FF2B5EF4-FFF2-40B4-BE49-F238E27FC236}">
                  <a16:creationId xmlns:a16="http://schemas.microsoft.com/office/drawing/2014/main" id="{F58B2E7B-2639-4800-9949-FF5F760DA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69" name="Rectangle 84">
              <a:extLst>
                <a:ext uri="{FF2B5EF4-FFF2-40B4-BE49-F238E27FC236}">
                  <a16:creationId xmlns:a16="http://schemas.microsoft.com/office/drawing/2014/main" id="{E7C8B47F-E58B-461D-A2F6-AF9FF60CAB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70" name="Rectangle 85">
              <a:extLst>
                <a:ext uri="{FF2B5EF4-FFF2-40B4-BE49-F238E27FC236}">
                  <a16:creationId xmlns:a16="http://schemas.microsoft.com/office/drawing/2014/main" id="{F3554E8C-90B3-42B1-B22D-DE8210C872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4140200"/>
              <a:ext cx="49799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71" name="Rectangle 86">
              <a:extLst>
                <a:ext uri="{FF2B5EF4-FFF2-40B4-BE49-F238E27FC236}">
                  <a16:creationId xmlns:a16="http://schemas.microsoft.com/office/drawing/2014/main" id="{A9BF330F-D47C-4154-AF74-14323FC305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609" name="Group 1">
            <a:extLst>
              <a:ext uri="{FF2B5EF4-FFF2-40B4-BE49-F238E27FC236}">
                <a16:creationId xmlns:a16="http://schemas.microsoft.com/office/drawing/2014/main" id="{CA89F143-DD6B-4E15-8175-CB6399281754}"/>
              </a:ext>
            </a:extLst>
          </p:cNvPr>
          <p:cNvGrpSpPr>
            <a:grpSpLocks/>
          </p:cNvGrpSpPr>
          <p:nvPr/>
        </p:nvGrpSpPr>
        <p:grpSpPr bwMode="auto">
          <a:xfrm>
            <a:off x="2030413" y="1905000"/>
            <a:ext cx="5008562" cy="2773363"/>
            <a:chOff x="2030413" y="1379538"/>
            <a:chExt cx="5008562" cy="2773362"/>
          </a:xfrm>
        </p:grpSpPr>
        <p:sp>
          <p:nvSpPr>
            <p:cNvPr id="68612" name="Rectangle 4">
              <a:extLst>
                <a:ext uri="{FF2B5EF4-FFF2-40B4-BE49-F238E27FC236}">
                  <a16:creationId xmlns:a16="http://schemas.microsoft.com/office/drawing/2014/main" id="{47240BCE-2986-487C-9FB6-CA8AEF7396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1379538"/>
              <a:ext cx="4979987" cy="11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13" name="Rectangle 5">
              <a:extLst>
                <a:ext uri="{FF2B5EF4-FFF2-40B4-BE49-F238E27FC236}">
                  <a16:creationId xmlns:a16="http://schemas.microsoft.com/office/drawing/2014/main" id="{9F664E4F-E2DD-497A-B43B-E0D0C878F5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1403350"/>
              <a:ext cx="11112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14" name="Rectangle 6">
              <a:extLst>
                <a:ext uri="{FF2B5EF4-FFF2-40B4-BE49-F238E27FC236}">
                  <a16:creationId xmlns:a16="http://schemas.microsoft.com/office/drawing/2014/main" id="{6C82F2E0-F8A2-4D43-8BBC-931829EC4D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15" name="Rectangle 7">
              <a:extLst>
                <a:ext uri="{FF2B5EF4-FFF2-40B4-BE49-F238E27FC236}">
                  <a16:creationId xmlns:a16="http://schemas.microsoft.com/office/drawing/2014/main" id="{EC562E19-6489-44BF-9B22-086DADF0D5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688" y="1649413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Present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16" name="Rectangle 8">
              <a:extLst>
                <a:ext uri="{FF2B5EF4-FFF2-40B4-BE49-F238E27FC236}">
                  <a16:creationId xmlns:a16="http://schemas.microsoft.com/office/drawing/2014/main" id="{E6D5117C-ED3E-4905-9847-8CB419EFE5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17" name="Rectangle 9">
              <a:extLst>
                <a:ext uri="{FF2B5EF4-FFF2-40B4-BE49-F238E27FC236}">
                  <a16:creationId xmlns:a16="http://schemas.microsoft.com/office/drawing/2014/main" id="{2385F6B9-60F6-4595-82A2-64F0E5EEC9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18" name="Rectangle 10">
              <a:extLst>
                <a:ext uri="{FF2B5EF4-FFF2-40B4-BE49-F238E27FC236}">
                  <a16:creationId xmlns:a16="http://schemas.microsoft.com/office/drawing/2014/main" id="{4C5A9A17-2292-4BE7-9805-E31A635A99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858963"/>
              <a:ext cx="2925762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19" name="Rectangle 11">
              <a:extLst>
                <a:ext uri="{FF2B5EF4-FFF2-40B4-BE49-F238E27FC236}">
                  <a16:creationId xmlns:a16="http://schemas.microsoft.com/office/drawing/2014/main" id="{8F42AA64-A118-493A-A1FD-40849AD363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1871663"/>
              <a:ext cx="11112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20" name="Rectangle 12">
              <a:extLst>
                <a:ext uri="{FF2B5EF4-FFF2-40B4-BE49-F238E27FC236}">
                  <a16:creationId xmlns:a16="http://schemas.microsoft.com/office/drawing/2014/main" id="{BF358CD5-3596-4D7D-9F80-0ECED99C0C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9713" y="1506538"/>
              <a:ext cx="10207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Nextstate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21" name="Rectangle 13">
              <a:extLst>
                <a:ext uri="{FF2B5EF4-FFF2-40B4-BE49-F238E27FC236}">
                  <a16:creationId xmlns:a16="http://schemas.microsoft.com/office/drawing/2014/main" id="{8DA6706C-0C23-4861-B1BD-B296F4BD9A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22" name="Rectangle 14">
              <a:extLst>
                <a:ext uri="{FF2B5EF4-FFF2-40B4-BE49-F238E27FC236}">
                  <a16:creationId xmlns:a16="http://schemas.microsoft.com/office/drawing/2014/main" id="{68AFCC02-59B9-43C6-A677-58B774CAC6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8388" y="1973263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23" name="Rectangle 15">
              <a:extLst>
                <a:ext uri="{FF2B5EF4-FFF2-40B4-BE49-F238E27FC236}">
                  <a16:creationId xmlns:a16="http://schemas.microsoft.com/office/drawing/2014/main" id="{F8DDE07B-AAFA-4EEF-BD6F-82890052A8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6438" y="197167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ab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24" name="Rectangle 16">
              <a:extLst>
                <a:ext uri="{FF2B5EF4-FFF2-40B4-BE49-F238E27FC236}">
                  <a16:creationId xmlns:a16="http://schemas.microsoft.com/office/drawing/2014/main" id="{7DDFD26C-27C2-48EA-8FBD-5EF014E801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825" y="1973263"/>
              <a:ext cx="460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=00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25" name="Rectangle 17">
              <a:extLst>
                <a:ext uri="{FF2B5EF4-FFF2-40B4-BE49-F238E27FC236}">
                  <a16:creationId xmlns:a16="http://schemas.microsoft.com/office/drawing/2014/main" id="{4A965237-B1A3-4CAE-B1EC-A1601E9B6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1813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26" name="Rectangle 18">
              <a:extLst>
                <a:ext uri="{FF2B5EF4-FFF2-40B4-BE49-F238E27FC236}">
                  <a16:creationId xmlns:a16="http://schemas.microsoft.com/office/drawing/2014/main" id="{92CE4766-7115-41C2-BA8A-4156BDB3CE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9350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27" name="Rectangle 19">
              <a:extLst>
                <a:ext uri="{FF2B5EF4-FFF2-40B4-BE49-F238E27FC236}">
                  <a16:creationId xmlns:a16="http://schemas.microsoft.com/office/drawing/2014/main" id="{6A1E4C5A-8318-4729-A410-557C2F0A59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28" name="Rectangle 20">
              <a:extLst>
                <a:ext uri="{FF2B5EF4-FFF2-40B4-BE49-F238E27FC236}">
                  <a16:creationId xmlns:a16="http://schemas.microsoft.com/office/drawing/2014/main" id="{2A36BB01-FEE1-4C5F-9622-0C3A2493FD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3713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29" name="Rectangle 21">
              <a:extLst>
                <a:ext uri="{FF2B5EF4-FFF2-40B4-BE49-F238E27FC236}">
                  <a16:creationId xmlns:a16="http://schemas.microsoft.com/office/drawing/2014/main" id="{814B0815-AFD9-41E6-8FCC-EAC9A4B8F1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30" name="Rectangle 22">
              <a:extLst>
                <a:ext uri="{FF2B5EF4-FFF2-40B4-BE49-F238E27FC236}">
                  <a16:creationId xmlns:a16="http://schemas.microsoft.com/office/drawing/2014/main" id="{3E3FD048-47C8-4D41-ACDA-43599A3728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316163"/>
              <a:ext cx="2925762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31" name="Rectangle 23">
              <a:extLst>
                <a:ext uri="{FF2B5EF4-FFF2-40B4-BE49-F238E27FC236}">
                  <a16:creationId xmlns:a16="http://schemas.microsoft.com/office/drawing/2014/main" id="{2F334E6E-D611-42B9-B1D9-A31FC16205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2328863"/>
              <a:ext cx="11112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32" name="Rectangle 24">
              <a:extLst>
                <a:ext uri="{FF2B5EF4-FFF2-40B4-BE49-F238E27FC236}">
                  <a16:creationId xmlns:a16="http://schemas.microsoft.com/office/drawing/2014/main" id="{94EBFCAC-4491-4C1A-B50A-2936AAA944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2200" y="1881188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Output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33" name="Rectangle 25">
              <a:extLst>
                <a:ext uri="{FF2B5EF4-FFF2-40B4-BE49-F238E27FC236}">
                  <a16:creationId xmlns:a16="http://schemas.microsoft.com/office/drawing/2014/main" id="{B45F41D8-8153-4DEB-AC8E-BCE3428495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6800" y="22812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34" name="Rectangle 26">
              <a:extLst>
                <a:ext uri="{FF2B5EF4-FFF2-40B4-BE49-F238E27FC236}">
                  <a16:creationId xmlns:a16="http://schemas.microsoft.com/office/drawing/2014/main" id="{9C33F2A8-8B04-4C40-A8E2-E56B8E156E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0625" y="2379663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35" name="Rectangle 27">
              <a:extLst>
                <a:ext uri="{FF2B5EF4-FFF2-40B4-BE49-F238E27FC236}">
                  <a16:creationId xmlns:a16="http://schemas.microsoft.com/office/drawing/2014/main" id="{6EB0FC05-23B8-45AB-AC3F-54E858C172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281238"/>
              <a:ext cx="17621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36" name="Rectangle 28">
              <a:extLst>
                <a:ext uri="{FF2B5EF4-FFF2-40B4-BE49-F238E27FC236}">
                  <a16:creationId xmlns:a16="http://schemas.microsoft.com/office/drawing/2014/main" id="{6C156856-9F84-49B4-AA64-C6BD264ED1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37" name="Rectangle 29">
              <a:extLst>
                <a:ext uri="{FF2B5EF4-FFF2-40B4-BE49-F238E27FC236}">
                  <a16:creationId xmlns:a16="http://schemas.microsoft.com/office/drawing/2014/main" id="{0DE71AB0-80B9-41EF-889B-626D993E2B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8750" y="2379663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38" name="Rectangle 30">
              <a:extLst>
                <a:ext uri="{FF2B5EF4-FFF2-40B4-BE49-F238E27FC236}">
                  <a16:creationId xmlns:a16="http://schemas.microsoft.com/office/drawing/2014/main" id="{7DB07C04-160C-41A4-B313-3C3113F1E4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7363" y="24272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39" name="Rectangle 31">
              <a:extLst>
                <a:ext uri="{FF2B5EF4-FFF2-40B4-BE49-F238E27FC236}">
                  <a16:creationId xmlns:a16="http://schemas.microsoft.com/office/drawing/2014/main" id="{97F45BF6-F88A-4CBE-8ECA-907A990114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3413" y="25241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40" name="Rectangle 32">
              <a:extLst>
                <a:ext uri="{FF2B5EF4-FFF2-40B4-BE49-F238E27FC236}">
                  <a16:creationId xmlns:a16="http://schemas.microsoft.com/office/drawing/2014/main" id="{A715B14A-8A85-4EE2-8958-05F4C241FB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7713" y="24272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41" name="Rectangle 33">
              <a:extLst>
                <a:ext uri="{FF2B5EF4-FFF2-40B4-BE49-F238E27FC236}">
                  <a16:creationId xmlns:a16="http://schemas.microsoft.com/office/drawing/2014/main" id="{34D2055C-6A21-4991-8E0E-B29867E42C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42" name="Rectangle 34">
              <a:extLst>
                <a:ext uri="{FF2B5EF4-FFF2-40B4-BE49-F238E27FC236}">
                  <a16:creationId xmlns:a16="http://schemas.microsoft.com/office/drawing/2014/main" id="{42657636-857F-4204-8CB4-D1FE1E7AB2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3763" y="25241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43" name="Rectangle 35">
              <a:extLst>
                <a:ext uri="{FF2B5EF4-FFF2-40B4-BE49-F238E27FC236}">
                  <a16:creationId xmlns:a16="http://schemas.microsoft.com/office/drawing/2014/main" id="{F696228B-1D69-4AD5-9D4F-D93E33CFB6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44" name="Rectangle 36">
              <a:extLst>
                <a:ext uri="{FF2B5EF4-FFF2-40B4-BE49-F238E27FC236}">
                  <a16:creationId xmlns:a16="http://schemas.microsoft.com/office/drawing/2014/main" id="{4A52F1D6-4211-4C64-B949-B8BABB5C97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2771775"/>
              <a:ext cx="49799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45" name="Rectangle 37">
              <a:extLst>
                <a:ext uri="{FF2B5EF4-FFF2-40B4-BE49-F238E27FC236}">
                  <a16:creationId xmlns:a16="http://schemas.microsoft.com/office/drawing/2014/main" id="{20370EDE-D57E-4E0C-BE50-6334A04573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2787650"/>
              <a:ext cx="11112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46" name="Rectangle 38">
              <a:extLst>
                <a:ext uri="{FF2B5EF4-FFF2-40B4-BE49-F238E27FC236}">
                  <a16:creationId xmlns:a16="http://schemas.microsoft.com/office/drawing/2014/main" id="{F7102B7B-FBC7-43D2-9D60-262A0C29B6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62713" y="2281238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47" name="Rectangle 39">
              <a:extLst>
                <a:ext uri="{FF2B5EF4-FFF2-40B4-BE49-F238E27FC236}">
                  <a16:creationId xmlns:a16="http://schemas.microsoft.com/office/drawing/2014/main" id="{949EF717-A07D-47DC-9865-723CDC5DBF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48" name="Rectangle 40">
              <a:extLst>
                <a:ext uri="{FF2B5EF4-FFF2-40B4-BE49-F238E27FC236}">
                  <a16:creationId xmlns:a16="http://schemas.microsoft.com/office/drawing/2014/main" id="{92E7691D-A03D-47D7-BC92-6248F9A405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49" name="Rectangle 41">
              <a:extLst>
                <a:ext uri="{FF2B5EF4-FFF2-40B4-BE49-F238E27FC236}">
                  <a16:creationId xmlns:a16="http://schemas.microsoft.com/office/drawing/2014/main" id="{A65DAA30-A795-4172-BD54-F1B90525C8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50" name="Rectangle 42">
              <a:extLst>
                <a:ext uri="{FF2B5EF4-FFF2-40B4-BE49-F238E27FC236}">
                  <a16:creationId xmlns:a16="http://schemas.microsoft.com/office/drawing/2014/main" id="{D25A5B09-A744-41F6-A1F4-B5B817E424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51" name="Rectangle 43">
              <a:extLst>
                <a:ext uri="{FF2B5EF4-FFF2-40B4-BE49-F238E27FC236}">
                  <a16:creationId xmlns:a16="http://schemas.microsoft.com/office/drawing/2014/main" id="{CDC0AE99-743C-464F-A98F-EFF56836D6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52" name="Rectangle 44">
              <a:extLst>
                <a:ext uri="{FF2B5EF4-FFF2-40B4-BE49-F238E27FC236}">
                  <a16:creationId xmlns:a16="http://schemas.microsoft.com/office/drawing/2014/main" id="{A0CFEFA9-7B2D-4D52-9157-E348440463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53" name="Rectangle 45">
              <a:extLst>
                <a:ext uri="{FF2B5EF4-FFF2-40B4-BE49-F238E27FC236}">
                  <a16:creationId xmlns:a16="http://schemas.microsoft.com/office/drawing/2014/main" id="{1805993F-A66D-4586-AD87-1F8B8DB219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54" name="Rectangle 46">
              <a:extLst>
                <a:ext uri="{FF2B5EF4-FFF2-40B4-BE49-F238E27FC236}">
                  <a16:creationId xmlns:a16="http://schemas.microsoft.com/office/drawing/2014/main" id="{10B89D38-1B3E-482F-B491-526B9CABF7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55" name="Rectangle 47">
              <a:extLst>
                <a:ext uri="{FF2B5EF4-FFF2-40B4-BE49-F238E27FC236}">
                  <a16:creationId xmlns:a16="http://schemas.microsoft.com/office/drawing/2014/main" id="{BE5EA06F-6528-43A4-966E-C15E7AB89E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56" name="Rectangle 48">
              <a:extLst>
                <a:ext uri="{FF2B5EF4-FFF2-40B4-BE49-F238E27FC236}">
                  <a16:creationId xmlns:a16="http://schemas.microsoft.com/office/drawing/2014/main" id="{20C7B4DD-7A4A-41EE-B6DA-7E2EB6B000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57" name="Rectangle 49">
              <a:extLst>
                <a:ext uri="{FF2B5EF4-FFF2-40B4-BE49-F238E27FC236}">
                  <a16:creationId xmlns:a16="http://schemas.microsoft.com/office/drawing/2014/main" id="{FA84664E-DC00-4244-A52B-F001956668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189288"/>
              <a:ext cx="11112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58" name="Rectangle 50">
              <a:extLst>
                <a:ext uri="{FF2B5EF4-FFF2-40B4-BE49-F238E27FC236}">
                  <a16:creationId xmlns:a16="http://schemas.microsoft.com/office/drawing/2014/main" id="{DF03A709-2CDA-4159-BC69-7F28F2DE31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59" name="Rectangle 51">
              <a:extLst>
                <a:ext uri="{FF2B5EF4-FFF2-40B4-BE49-F238E27FC236}">
                  <a16:creationId xmlns:a16="http://schemas.microsoft.com/office/drawing/2014/main" id="{9EDA6FE1-EDA4-4059-84D8-CFD08D4183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60" name="Rectangle 52">
              <a:extLst>
                <a:ext uri="{FF2B5EF4-FFF2-40B4-BE49-F238E27FC236}">
                  <a16:creationId xmlns:a16="http://schemas.microsoft.com/office/drawing/2014/main" id="{9ED72E75-2F19-4239-97A4-15F09B4AE5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61" name="Rectangle 53">
              <a:extLst>
                <a:ext uri="{FF2B5EF4-FFF2-40B4-BE49-F238E27FC236}">
                  <a16:creationId xmlns:a16="http://schemas.microsoft.com/office/drawing/2014/main" id="{B83EC9FB-DD0A-46FC-8FDC-6BFF431D95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62" name="Rectangle 54">
              <a:extLst>
                <a:ext uri="{FF2B5EF4-FFF2-40B4-BE49-F238E27FC236}">
                  <a16:creationId xmlns:a16="http://schemas.microsoft.com/office/drawing/2014/main" id="{284C161C-1F73-4D3F-86BD-F16AF76912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63" name="Rectangle 55">
              <a:extLst>
                <a:ext uri="{FF2B5EF4-FFF2-40B4-BE49-F238E27FC236}">
                  <a16:creationId xmlns:a16="http://schemas.microsoft.com/office/drawing/2014/main" id="{81E56B40-C571-4359-8FAE-0CE5157F3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64" name="Rectangle 56">
              <a:extLst>
                <a:ext uri="{FF2B5EF4-FFF2-40B4-BE49-F238E27FC236}">
                  <a16:creationId xmlns:a16="http://schemas.microsoft.com/office/drawing/2014/main" id="{BBBC9811-D67B-4531-B38F-7F601EADA0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65" name="Rectangle 57">
              <a:extLst>
                <a:ext uri="{FF2B5EF4-FFF2-40B4-BE49-F238E27FC236}">
                  <a16:creationId xmlns:a16="http://schemas.microsoft.com/office/drawing/2014/main" id="{E25B6EB0-DA19-467D-8EC4-CA745DFB58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66" name="Rectangle 58">
              <a:extLst>
                <a:ext uri="{FF2B5EF4-FFF2-40B4-BE49-F238E27FC236}">
                  <a16:creationId xmlns:a16="http://schemas.microsoft.com/office/drawing/2014/main" id="{55358491-9919-4191-AF84-7A0D7ADBBF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67" name="Rectangle 59">
              <a:extLst>
                <a:ext uri="{FF2B5EF4-FFF2-40B4-BE49-F238E27FC236}">
                  <a16:creationId xmlns:a16="http://schemas.microsoft.com/office/drawing/2014/main" id="{8BB72321-1CA4-4330-8EFE-90F899AB21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68" name="Rectangle 60">
              <a:extLst>
                <a:ext uri="{FF2B5EF4-FFF2-40B4-BE49-F238E27FC236}">
                  <a16:creationId xmlns:a16="http://schemas.microsoft.com/office/drawing/2014/main" id="{BC19B474-710F-4975-A94A-3ECB90AFA1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69" name="Rectangle 61">
              <a:extLst>
                <a:ext uri="{FF2B5EF4-FFF2-40B4-BE49-F238E27FC236}">
                  <a16:creationId xmlns:a16="http://schemas.microsoft.com/office/drawing/2014/main" id="{2432724C-7DB9-4234-B3F7-A81BF27598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494088"/>
              <a:ext cx="11112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70" name="Rectangle 62">
              <a:extLst>
                <a:ext uri="{FF2B5EF4-FFF2-40B4-BE49-F238E27FC236}">
                  <a16:creationId xmlns:a16="http://schemas.microsoft.com/office/drawing/2014/main" id="{8B261D88-95FB-4F6F-9E7F-B40604BC82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71" name="Rectangle 63">
              <a:extLst>
                <a:ext uri="{FF2B5EF4-FFF2-40B4-BE49-F238E27FC236}">
                  <a16:creationId xmlns:a16="http://schemas.microsoft.com/office/drawing/2014/main" id="{40A489EC-7CD0-4367-9B18-0A42867B44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72" name="Rectangle 64">
              <a:extLst>
                <a:ext uri="{FF2B5EF4-FFF2-40B4-BE49-F238E27FC236}">
                  <a16:creationId xmlns:a16="http://schemas.microsoft.com/office/drawing/2014/main" id="{C8BEB480-9080-4641-9C0F-1794A0CAF7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73" name="Rectangle 65">
              <a:extLst>
                <a:ext uri="{FF2B5EF4-FFF2-40B4-BE49-F238E27FC236}">
                  <a16:creationId xmlns:a16="http://schemas.microsoft.com/office/drawing/2014/main" id="{049997E1-AA46-4EA7-B210-80D8AF6D06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74" name="Rectangle 66">
              <a:extLst>
                <a:ext uri="{FF2B5EF4-FFF2-40B4-BE49-F238E27FC236}">
                  <a16:creationId xmlns:a16="http://schemas.microsoft.com/office/drawing/2014/main" id="{1205FB27-1FA1-4EF7-915C-8B97231CC3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75" name="Rectangle 67">
              <a:extLst>
                <a:ext uri="{FF2B5EF4-FFF2-40B4-BE49-F238E27FC236}">
                  <a16:creationId xmlns:a16="http://schemas.microsoft.com/office/drawing/2014/main" id="{929C8911-16EC-4407-BB32-C0923E6825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76" name="Rectangle 68">
              <a:extLst>
                <a:ext uri="{FF2B5EF4-FFF2-40B4-BE49-F238E27FC236}">
                  <a16:creationId xmlns:a16="http://schemas.microsoft.com/office/drawing/2014/main" id="{6F0B0BBB-4ED4-4423-B4EC-45CF35A1EE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77" name="Rectangle 69">
              <a:extLst>
                <a:ext uri="{FF2B5EF4-FFF2-40B4-BE49-F238E27FC236}">
                  <a16:creationId xmlns:a16="http://schemas.microsoft.com/office/drawing/2014/main" id="{1E2C2783-2215-48B6-B327-2A54045C7A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78" name="Rectangle 70">
              <a:extLst>
                <a:ext uri="{FF2B5EF4-FFF2-40B4-BE49-F238E27FC236}">
                  <a16:creationId xmlns:a16="http://schemas.microsoft.com/office/drawing/2014/main" id="{D55AE5EF-C475-496B-88C7-8EED0A1878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79" name="Rectangle 71">
              <a:extLst>
                <a:ext uri="{FF2B5EF4-FFF2-40B4-BE49-F238E27FC236}">
                  <a16:creationId xmlns:a16="http://schemas.microsoft.com/office/drawing/2014/main" id="{9CEC9967-8097-47F1-97DC-4093C644CA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80" name="Rectangle 72">
              <a:extLst>
                <a:ext uri="{FF2B5EF4-FFF2-40B4-BE49-F238E27FC236}">
                  <a16:creationId xmlns:a16="http://schemas.microsoft.com/office/drawing/2014/main" id="{0C1F55E0-AB62-45A1-9A48-FAB81F19DA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81" name="Rectangle 73">
              <a:extLst>
                <a:ext uri="{FF2B5EF4-FFF2-40B4-BE49-F238E27FC236}">
                  <a16:creationId xmlns:a16="http://schemas.microsoft.com/office/drawing/2014/main" id="{D2588AFD-D99F-49FA-B989-C5010B462E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803650"/>
              <a:ext cx="11112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82" name="Rectangle 74">
              <a:extLst>
                <a:ext uri="{FF2B5EF4-FFF2-40B4-BE49-F238E27FC236}">
                  <a16:creationId xmlns:a16="http://schemas.microsoft.com/office/drawing/2014/main" id="{7FD88F89-4831-43E7-B82D-8F476BDCE3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83" name="Rectangle 75">
              <a:extLst>
                <a:ext uri="{FF2B5EF4-FFF2-40B4-BE49-F238E27FC236}">
                  <a16:creationId xmlns:a16="http://schemas.microsoft.com/office/drawing/2014/main" id="{02AEB56B-A8C5-4131-B12C-A43759215F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84" name="Rectangle 76">
              <a:extLst>
                <a:ext uri="{FF2B5EF4-FFF2-40B4-BE49-F238E27FC236}">
                  <a16:creationId xmlns:a16="http://schemas.microsoft.com/office/drawing/2014/main" id="{5C1BEFC8-8AFE-468F-B55A-84EDB6A2C6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85" name="Rectangle 77">
              <a:extLst>
                <a:ext uri="{FF2B5EF4-FFF2-40B4-BE49-F238E27FC236}">
                  <a16:creationId xmlns:a16="http://schemas.microsoft.com/office/drawing/2014/main" id="{60B16E51-56AB-4BB9-8D45-10C7A5817C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86" name="Rectangle 78">
              <a:extLst>
                <a:ext uri="{FF2B5EF4-FFF2-40B4-BE49-F238E27FC236}">
                  <a16:creationId xmlns:a16="http://schemas.microsoft.com/office/drawing/2014/main" id="{10ED6495-99DC-49CA-B69C-75D765D49B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87" name="Rectangle 79">
              <a:extLst>
                <a:ext uri="{FF2B5EF4-FFF2-40B4-BE49-F238E27FC236}">
                  <a16:creationId xmlns:a16="http://schemas.microsoft.com/office/drawing/2014/main" id="{72847692-47A2-4F6F-8CF4-807933C28D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88" name="Rectangle 80">
              <a:extLst>
                <a:ext uri="{FF2B5EF4-FFF2-40B4-BE49-F238E27FC236}">
                  <a16:creationId xmlns:a16="http://schemas.microsoft.com/office/drawing/2014/main" id="{5F7E2629-5331-459C-9F26-35DD758686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89" name="Rectangle 81">
              <a:extLst>
                <a:ext uri="{FF2B5EF4-FFF2-40B4-BE49-F238E27FC236}">
                  <a16:creationId xmlns:a16="http://schemas.microsoft.com/office/drawing/2014/main" id="{C611DF65-AB37-492B-828B-F185FB2447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90" name="Rectangle 82">
              <a:extLst>
                <a:ext uri="{FF2B5EF4-FFF2-40B4-BE49-F238E27FC236}">
                  <a16:creationId xmlns:a16="http://schemas.microsoft.com/office/drawing/2014/main" id="{1437F3F9-D85A-45E0-AE69-7D696AAB4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91" name="Rectangle 83">
              <a:extLst>
                <a:ext uri="{FF2B5EF4-FFF2-40B4-BE49-F238E27FC236}">
                  <a16:creationId xmlns:a16="http://schemas.microsoft.com/office/drawing/2014/main" id="{45533443-FE83-47B7-94EE-CFC74CF0CA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92" name="Rectangle 84">
              <a:extLst>
                <a:ext uri="{FF2B5EF4-FFF2-40B4-BE49-F238E27FC236}">
                  <a16:creationId xmlns:a16="http://schemas.microsoft.com/office/drawing/2014/main" id="{D73D905C-D925-44F7-91A8-686481500D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93" name="Rectangle 85">
              <a:extLst>
                <a:ext uri="{FF2B5EF4-FFF2-40B4-BE49-F238E27FC236}">
                  <a16:creationId xmlns:a16="http://schemas.microsoft.com/office/drawing/2014/main" id="{F87D5B79-6D47-4001-BF15-4D3FA9EAD8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4140200"/>
              <a:ext cx="49799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94" name="Rectangle 86">
              <a:extLst>
                <a:ext uri="{FF2B5EF4-FFF2-40B4-BE49-F238E27FC236}">
                  <a16:creationId xmlns:a16="http://schemas.microsoft.com/office/drawing/2014/main" id="{8CA95F0E-C5B6-4AF7-9154-68D8A5DEC3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86" name="Rectangle 2">
            <a:extLst>
              <a:ext uri="{FF2B5EF4-FFF2-40B4-BE49-F238E27FC236}">
                <a16:creationId xmlns:a16="http://schemas.microsoft.com/office/drawing/2014/main" id="{DF4751D1-608E-204A-9482-5E6D1CFEDA77}"/>
              </a:ext>
            </a:extLst>
          </p:cNvPr>
          <p:cNvSpPr txBox="1">
            <a:spLocks noChangeArrowheads="1"/>
          </p:cNvSpPr>
          <p:nvPr/>
        </p:nvSpPr>
        <p:spPr>
          <a:xfrm>
            <a:off x="14288" y="76200"/>
            <a:ext cx="9144000" cy="108585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State-assigned table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for the Moore-type serial adder FSM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 </a:t>
            </a:r>
          </a:p>
        </p:txBody>
      </p:sp>
      <p:sp>
        <p:nvSpPr>
          <p:cNvPr id="68611" name="TextBox 125">
            <a:extLst>
              <a:ext uri="{FF2B5EF4-FFF2-40B4-BE49-F238E27FC236}">
                <a16:creationId xmlns:a16="http://schemas.microsoft.com/office/drawing/2014/main" id="{05014608-EC62-438D-B18F-953BB21876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151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6.46 from the textbook ]</a:t>
            </a: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633" name="Group 1">
            <a:extLst>
              <a:ext uri="{FF2B5EF4-FFF2-40B4-BE49-F238E27FC236}">
                <a16:creationId xmlns:a16="http://schemas.microsoft.com/office/drawing/2014/main" id="{4E16CEE6-1028-47BC-8E5D-C75E1B3B4708}"/>
              </a:ext>
            </a:extLst>
          </p:cNvPr>
          <p:cNvGrpSpPr>
            <a:grpSpLocks/>
          </p:cNvGrpSpPr>
          <p:nvPr/>
        </p:nvGrpSpPr>
        <p:grpSpPr bwMode="auto">
          <a:xfrm>
            <a:off x="554038" y="960437"/>
            <a:ext cx="5008562" cy="2773363"/>
            <a:chOff x="2030413" y="1379538"/>
            <a:chExt cx="5008562" cy="2773362"/>
          </a:xfrm>
        </p:grpSpPr>
        <p:sp>
          <p:nvSpPr>
            <p:cNvPr id="69763" name="Rectangle 4">
              <a:extLst>
                <a:ext uri="{FF2B5EF4-FFF2-40B4-BE49-F238E27FC236}">
                  <a16:creationId xmlns:a16="http://schemas.microsoft.com/office/drawing/2014/main" id="{BB1DCCEF-1C53-4DA2-9AC1-5368C5A177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1379538"/>
              <a:ext cx="4979987" cy="11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764" name="Rectangle 5">
              <a:extLst>
                <a:ext uri="{FF2B5EF4-FFF2-40B4-BE49-F238E27FC236}">
                  <a16:creationId xmlns:a16="http://schemas.microsoft.com/office/drawing/2014/main" id="{E4459BAE-51A2-4AF3-88D9-F13E985FA3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1403350"/>
              <a:ext cx="11112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765" name="Rectangle 6">
              <a:extLst>
                <a:ext uri="{FF2B5EF4-FFF2-40B4-BE49-F238E27FC236}">
                  <a16:creationId xmlns:a16="http://schemas.microsoft.com/office/drawing/2014/main" id="{87FDB652-70DF-4273-A240-25FD55177D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766" name="Rectangle 7">
              <a:extLst>
                <a:ext uri="{FF2B5EF4-FFF2-40B4-BE49-F238E27FC236}">
                  <a16:creationId xmlns:a16="http://schemas.microsoft.com/office/drawing/2014/main" id="{7E551C2D-4C38-40C4-AA2B-E4C5683B9E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688" y="1649413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Present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767" name="Rectangle 8">
              <a:extLst>
                <a:ext uri="{FF2B5EF4-FFF2-40B4-BE49-F238E27FC236}">
                  <a16:creationId xmlns:a16="http://schemas.microsoft.com/office/drawing/2014/main" id="{A8174B6C-A083-42C7-B29F-43A4600FA2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768" name="Rectangle 9">
              <a:extLst>
                <a:ext uri="{FF2B5EF4-FFF2-40B4-BE49-F238E27FC236}">
                  <a16:creationId xmlns:a16="http://schemas.microsoft.com/office/drawing/2014/main" id="{28E030D3-A603-42A2-A770-6C24CE431B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769" name="Rectangle 10">
              <a:extLst>
                <a:ext uri="{FF2B5EF4-FFF2-40B4-BE49-F238E27FC236}">
                  <a16:creationId xmlns:a16="http://schemas.microsoft.com/office/drawing/2014/main" id="{F391EF54-9285-4EE2-B73C-D08C0A1C5D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858963"/>
              <a:ext cx="2925762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770" name="Rectangle 11">
              <a:extLst>
                <a:ext uri="{FF2B5EF4-FFF2-40B4-BE49-F238E27FC236}">
                  <a16:creationId xmlns:a16="http://schemas.microsoft.com/office/drawing/2014/main" id="{47DA78D9-FD7B-4104-8C36-66A992C1E3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1871663"/>
              <a:ext cx="11112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771" name="Rectangle 12">
              <a:extLst>
                <a:ext uri="{FF2B5EF4-FFF2-40B4-BE49-F238E27FC236}">
                  <a16:creationId xmlns:a16="http://schemas.microsoft.com/office/drawing/2014/main" id="{F879732A-DA8C-4EBC-B7BF-96C129A6A4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9713" y="1506538"/>
              <a:ext cx="10207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Nextstate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772" name="Rectangle 13">
              <a:extLst>
                <a:ext uri="{FF2B5EF4-FFF2-40B4-BE49-F238E27FC236}">
                  <a16:creationId xmlns:a16="http://schemas.microsoft.com/office/drawing/2014/main" id="{A5E9AE1A-437D-49FE-91FC-10126E7961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773" name="Rectangle 14">
              <a:extLst>
                <a:ext uri="{FF2B5EF4-FFF2-40B4-BE49-F238E27FC236}">
                  <a16:creationId xmlns:a16="http://schemas.microsoft.com/office/drawing/2014/main" id="{86B4E74C-CD02-4E3D-977D-38F5714B24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8388" y="1973263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774" name="Rectangle 15">
              <a:extLst>
                <a:ext uri="{FF2B5EF4-FFF2-40B4-BE49-F238E27FC236}">
                  <a16:creationId xmlns:a16="http://schemas.microsoft.com/office/drawing/2014/main" id="{7D6A8023-DB0C-4810-A876-F9E2C34AB1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6438" y="197167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ab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775" name="Rectangle 16">
              <a:extLst>
                <a:ext uri="{FF2B5EF4-FFF2-40B4-BE49-F238E27FC236}">
                  <a16:creationId xmlns:a16="http://schemas.microsoft.com/office/drawing/2014/main" id="{93D7ADCE-A04B-449A-966E-79D136A0AD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825" y="1973263"/>
              <a:ext cx="460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=00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776" name="Rectangle 17">
              <a:extLst>
                <a:ext uri="{FF2B5EF4-FFF2-40B4-BE49-F238E27FC236}">
                  <a16:creationId xmlns:a16="http://schemas.microsoft.com/office/drawing/2014/main" id="{6B3111AC-B5A8-4FFF-B14D-E7F3CB249A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1813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777" name="Rectangle 18">
              <a:extLst>
                <a:ext uri="{FF2B5EF4-FFF2-40B4-BE49-F238E27FC236}">
                  <a16:creationId xmlns:a16="http://schemas.microsoft.com/office/drawing/2014/main" id="{A27BF19C-2B48-4A48-89D5-522F22B018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9350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778" name="Rectangle 19">
              <a:extLst>
                <a:ext uri="{FF2B5EF4-FFF2-40B4-BE49-F238E27FC236}">
                  <a16:creationId xmlns:a16="http://schemas.microsoft.com/office/drawing/2014/main" id="{39573F21-E844-4291-AB55-BFAFF14552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779" name="Rectangle 20">
              <a:extLst>
                <a:ext uri="{FF2B5EF4-FFF2-40B4-BE49-F238E27FC236}">
                  <a16:creationId xmlns:a16="http://schemas.microsoft.com/office/drawing/2014/main" id="{216D47F0-B367-451E-A4B1-8779627063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3713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780" name="Rectangle 21">
              <a:extLst>
                <a:ext uri="{FF2B5EF4-FFF2-40B4-BE49-F238E27FC236}">
                  <a16:creationId xmlns:a16="http://schemas.microsoft.com/office/drawing/2014/main" id="{B0B469AE-8914-426D-ADD4-58E6C1928A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781" name="Rectangle 22">
              <a:extLst>
                <a:ext uri="{FF2B5EF4-FFF2-40B4-BE49-F238E27FC236}">
                  <a16:creationId xmlns:a16="http://schemas.microsoft.com/office/drawing/2014/main" id="{A9C83EEC-D083-4B93-BA54-4523B0BC0F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316163"/>
              <a:ext cx="2925762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782" name="Rectangle 23">
              <a:extLst>
                <a:ext uri="{FF2B5EF4-FFF2-40B4-BE49-F238E27FC236}">
                  <a16:creationId xmlns:a16="http://schemas.microsoft.com/office/drawing/2014/main" id="{A59706CD-E0D1-4D19-9DF6-AADE8C7E70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2328863"/>
              <a:ext cx="11112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783" name="Rectangle 24">
              <a:extLst>
                <a:ext uri="{FF2B5EF4-FFF2-40B4-BE49-F238E27FC236}">
                  <a16:creationId xmlns:a16="http://schemas.microsoft.com/office/drawing/2014/main" id="{B099D3C1-774C-4A04-B588-ED281218B2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2200" y="1881188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Output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784" name="Rectangle 25">
              <a:extLst>
                <a:ext uri="{FF2B5EF4-FFF2-40B4-BE49-F238E27FC236}">
                  <a16:creationId xmlns:a16="http://schemas.microsoft.com/office/drawing/2014/main" id="{0F2E7D8E-A682-45EA-85A2-F8DCA59463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6800" y="22812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785" name="Rectangle 26">
              <a:extLst>
                <a:ext uri="{FF2B5EF4-FFF2-40B4-BE49-F238E27FC236}">
                  <a16:creationId xmlns:a16="http://schemas.microsoft.com/office/drawing/2014/main" id="{458DB6BF-CF8D-47C4-A950-CACD5466DA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0625" y="2379663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786" name="Rectangle 27">
              <a:extLst>
                <a:ext uri="{FF2B5EF4-FFF2-40B4-BE49-F238E27FC236}">
                  <a16:creationId xmlns:a16="http://schemas.microsoft.com/office/drawing/2014/main" id="{AF0501A0-97CB-40EC-985D-9A2C3A6096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281238"/>
              <a:ext cx="17621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787" name="Rectangle 28">
              <a:extLst>
                <a:ext uri="{FF2B5EF4-FFF2-40B4-BE49-F238E27FC236}">
                  <a16:creationId xmlns:a16="http://schemas.microsoft.com/office/drawing/2014/main" id="{562B3362-A65E-4676-9C05-D3BAB59DE9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788" name="Rectangle 29">
              <a:extLst>
                <a:ext uri="{FF2B5EF4-FFF2-40B4-BE49-F238E27FC236}">
                  <a16:creationId xmlns:a16="http://schemas.microsoft.com/office/drawing/2014/main" id="{81A128A2-5A42-43AA-B72F-F7A624A4D2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8750" y="2379663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789" name="Rectangle 30">
              <a:extLst>
                <a:ext uri="{FF2B5EF4-FFF2-40B4-BE49-F238E27FC236}">
                  <a16:creationId xmlns:a16="http://schemas.microsoft.com/office/drawing/2014/main" id="{A5273E06-47D4-490A-A366-5CC7068F62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7363" y="24272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790" name="Rectangle 31">
              <a:extLst>
                <a:ext uri="{FF2B5EF4-FFF2-40B4-BE49-F238E27FC236}">
                  <a16:creationId xmlns:a16="http://schemas.microsoft.com/office/drawing/2014/main" id="{173DD7E2-C657-4690-9B11-235E1D988E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3413" y="25241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791" name="Rectangle 32">
              <a:extLst>
                <a:ext uri="{FF2B5EF4-FFF2-40B4-BE49-F238E27FC236}">
                  <a16:creationId xmlns:a16="http://schemas.microsoft.com/office/drawing/2014/main" id="{04771F1D-78FF-45A0-8447-1F5A9CDB45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7713" y="24272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792" name="Rectangle 33">
              <a:extLst>
                <a:ext uri="{FF2B5EF4-FFF2-40B4-BE49-F238E27FC236}">
                  <a16:creationId xmlns:a16="http://schemas.microsoft.com/office/drawing/2014/main" id="{A0CC420D-3E43-4F57-A0DC-57444972E3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793" name="Rectangle 34">
              <a:extLst>
                <a:ext uri="{FF2B5EF4-FFF2-40B4-BE49-F238E27FC236}">
                  <a16:creationId xmlns:a16="http://schemas.microsoft.com/office/drawing/2014/main" id="{177D7825-0997-4DB3-B0C3-F57A7700DE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3763" y="25241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794" name="Rectangle 35">
              <a:extLst>
                <a:ext uri="{FF2B5EF4-FFF2-40B4-BE49-F238E27FC236}">
                  <a16:creationId xmlns:a16="http://schemas.microsoft.com/office/drawing/2014/main" id="{C41E440C-C79D-4A9B-BF18-99363B41D8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795" name="Rectangle 36">
              <a:extLst>
                <a:ext uri="{FF2B5EF4-FFF2-40B4-BE49-F238E27FC236}">
                  <a16:creationId xmlns:a16="http://schemas.microsoft.com/office/drawing/2014/main" id="{94E73BBC-20E7-45EA-9832-01ED89EA46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2771775"/>
              <a:ext cx="49799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796" name="Rectangle 37">
              <a:extLst>
                <a:ext uri="{FF2B5EF4-FFF2-40B4-BE49-F238E27FC236}">
                  <a16:creationId xmlns:a16="http://schemas.microsoft.com/office/drawing/2014/main" id="{0A9B5E08-962B-4389-94D2-FF0CBF1ED4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2787650"/>
              <a:ext cx="11112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797" name="Rectangle 38">
              <a:extLst>
                <a:ext uri="{FF2B5EF4-FFF2-40B4-BE49-F238E27FC236}">
                  <a16:creationId xmlns:a16="http://schemas.microsoft.com/office/drawing/2014/main" id="{F3EDBDB1-4D1A-4FFD-8139-C16F5ED9BE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62713" y="2281238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798" name="Rectangle 39">
              <a:extLst>
                <a:ext uri="{FF2B5EF4-FFF2-40B4-BE49-F238E27FC236}">
                  <a16:creationId xmlns:a16="http://schemas.microsoft.com/office/drawing/2014/main" id="{6F3878AF-8682-414F-A4A8-EF21E2802A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799" name="Rectangle 40">
              <a:extLst>
                <a:ext uri="{FF2B5EF4-FFF2-40B4-BE49-F238E27FC236}">
                  <a16:creationId xmlns:a16="http://schemas.microsoft.com/office/drawing/2014/main" id="{C8202AAB-04EA-4D22-BCE9-5BCC1E73A0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800" name="Rectangle 41">
              <a:extLst>
                <a:ext uri="{FF2B5EF4-FFF2-40B4-BE49-F238E27FC236}">
                  <a16:creationId xmlns:a16="http://schemas.microsoft.com/office/drawing/2014/main" id="{9B915DC4-2EB9-4303-8CD4-132A04F280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801" name="Rectangle 42">
              <a:extLst>
                <a:ext uri="{FF2B5EF4-FFF2-40B4-BE49-F238E27FC236}">
                  <a16:creationId xmlns:a16="http://schemas.microsoft.com/office/drawing/2014/main" id="{E0AA25B6-545F-4B9C-AD31-13DCDF2D97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802" name="Rectangle 43">
              <a:extLst>
                <a:ext uri="{FF2B5EF4-FFF2-40B4-BE49-F238E27FC236}">
                  <a16:creationId xmlns:a16="http://schemas.microsoft.com/office/drawing/2014/main" id="{1A73CAFE-CFE3-46DE-8750-BC9B089149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803" name="Rectangle 44">
              <a:extLst>
                <a:ext uri="{FF2B5EF4-FFF2-40B4-BE49-F238E27FC236}">
                  <a16:creationId xmlns:a16="http://schemas.microsoft.com/office/drawing/2014/main" id="{67AE78B9-A01A-4583-8F8E-AE8439CFE6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804" name="Rectangle 45">
              <a:extLst>
                <a:ext uri="{FF2B5EF4-FFF2-40B4-BE49-F238E27FC236}">
                  <a16:creationId xmlns:a16="http://schemas.microsoft.com/office/drawing/2014/main" id="{F50B4AA7-61C7-491D-9F74-41045B379F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805" name="Rectangle 46">
              <a:extLst>
                <a:ext uri="{FF2B5EF4-FFF2-40B4-BE49-F238E27FC236}">
                  <a16:creationId xmlns:a16="http://schemas.microsoft.com/office/drawing/2014/main" id="{1E7B004A-E81C-4F7B-9180-1C98D6C843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806" name="Rectangle 47">
              <a:extLst>
                <a:ext uri="{FF2B5EF4-FFF2-40B4-BE49-F238E27FC236}">
                  <a16:creationId xmlns:a16="http://schemas.microsoft.com/office/drawing/2014/main" id="{9A777F5F-9F88-4088-8180-1707164A2C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807" name="Rectangle 48">
              <a:extLst>
                <a:ext uri="{FF2B5EF4-FFF2-40B4-BE49-F238E27FC236}">
                  <a16:creationId xmlns:a16="http://schemas.microsoft.com/office/drawing/2014/main" id="{263E8E00-3BAA-4269-89F7-F69E20CED1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808" name="Rectangle 49">
              <a:extLst>
                <a:ext uri="{FF2B5EF4-FFF2-40B4-BE49-F238E27FC236}">
                  <a16:creationId xmlns:a16="http://schemas.microsoft.com/office/drawing/2014/main" id="{DF064C44-EA20-4C61-9B14-E4252356A2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189288"/>
              <a:ext cx="11112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809" name="Rectangle 50">
              <a:extLst>
                <a:ext uri="{FF2B5EF4-FFF2-40B4-BE49-F238E27FC236}">
                  <a16:creationId xmlns:a16="http://schemas.microsoft.com/office/drawing/2014/main" id="{50746A17-A6C0-4BD8-9BBD-2581FB1AC1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810" name="Rectangle 51">
              <a:extLst>
                <a:ext uri="{FF2B5EF4-FFF2-40B4-BE49-F238E27FC236}">
                  <a16:creationId xmlns:a16="http://schemas.microsoft.com/office/drawing/2014/main" id="{6667C20E-E113-4F3F-B463-E784CE473D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811" name="Rectangle 52">
              <a:extLst>
                <a:ext uri="{FF2B5EF4-FFF2-40B4-BE49-F238E27FC236}">
                  <a16:creationId xmlns:a16="http://schemas.microsoft.com/office/drawing/2014/main" id="{B9BE2003-8C0F-4758-9F93-558E8FAD6F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812" name="Rectangle 53">
              <a:extLst>
                <a:ext uri="{FF2B5EF4-FFF2-40B4-BE49-F238E27FC236}">
                  <a16:creationId xmlns:a16="http://schemas.microsoft.com/office/drawing/2014/main" id="{D5AD65EF-49ED-4651-9C73-8D7696214F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813" name="Rectangle 54">
              <a:extLst>
                <a:ext uri="{FF2B5EF4-FFF2-40B4-BE49-F238E27FC236}">
                  <a16:creationId xmlns:a16="http://schemas.microsoft.com/office/drawing/2014/main" id="{8CEB2E7C-473C-4FAE-8793-F21F17B6A8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814" name="Rectangle 55">
              <a:extLst>
                <a:ext uri="{FF2B5EF4-FFF2-40B4-BE49-F238E27FC236}">
                  <a16:creationId xmlns:a16="http://schemas.microsoft.com/office/drawing/2014/main" id="{D6499AFD-ADE2-4F9A-A23E-1861250B62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815" name="Rectangle 56">
              <a:extLst>
                <a:ext uri="{FF2B5EF4-FFF2-40B4-BE49-F238E27FC236}">
                  <a16:creationId xmlns:a16="http://schemas.microsoft.com/office/drawing/2014/main" id="{42B13946-0977-440A-8D35-F58776757D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816" name="Rectangle 57">
              <a:extLst>
                <a:ext uri="{FF2B5EF4-FFF2-40B4-BE49-F238E27FC236}">
                  <a16:creationId xmlns:a16="http://schemas.microsoft.com/office/drawing/2014/main" id="{4B1B7130-58AB-48AF-8E87-F86720C2A2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817" name="Rectangle 58">
              <a:extLst>
                <a:ext uri="{FF2B5EF4-FFF2-40B4-BE49-F238E27FC236}">
                  <a16:creationId xmlns:a16="http://schemas.microsoft.com/office/drawing/2014/main" id="{3B14AEB3-711A-4AEB-BDA4-B0F244BECB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818" name="Rectangle 59">
              <a:extLst>
                <a:ext uri="{FF2B5EF4-FFF2-40B4-BE49-F238E27FC236}">
                  <a16:creationId xmlns:a16="http://schemas.microsoft.com/office/drawing/2014/main" id="{3B28BE3C-8E22-4782-9D91-83240916EE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819" name="Rectangle 60">
              <a:extLst>
                <a:ext uri="{FF2B5EF4-FFF2-40B4-BE49-F238E27FC236}">
                  <a16:creationId xmlns:a16="http://schemas.microsoft.com/office/drawing/2014/main" id="{3E95982D-12F3-43CB-9E2C-92F3D5BBBF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820" name="Rectangle 61">
              <a:extLst>
                <a:ext uri="{FF2B5EF4-FFF2-40B4-BE49-F238E27FC236}">
                  <a16:creationId xmlns:a16="http://schemas.microsoft.com/office/drawing/2014/main" id="{263CE563-9F34-4043-AFCD-D892DF8730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494088"/>
              <a:ext cx="11112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821" name="Rectangle 62">
              <a:extLst>
                <a:ext uri="{FF2B5EF4-FFF2-40B4-BE49-F238E27FC236}">
                  <a16:creationId xmlns:a16="http://schemas.microsoft.com/office/drawing/2014/main" id="{F1C99FC9-1FDE-4FF8-902C-FDE53C567C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822" name="Rectangle 63">
              <a:extLst>
                <a:ext uri="{FF2B5EF4-FFF2-40B4-BE49-F238E27FC236}">
                  <a16:creationId xmlns:a16="http://schemas.microsoft.com/office/drawing/2014/main" id="{C6FCE398-12BB-4662-8BF5-B728E3B9AB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823" name="Rectangle 64">
              <a:extLst>
                <a:ext uri="{FF2B5EF4-FFF2-40B4-BE49-F238E27FC236}">
                  <a16:creationId xmlns:a16="http://schemas.microsoft.com/office/drawing/2014/main" id="{C6F6A906-1249-46B7-A198-0058423419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824" name="Rectangle 65">
              <a:extLst>
                <a:ext uri="{FF2B5EF4-FFF2-40B4-BE49-F238E27FC236}">
                  <a16:creationId xmlns:a16="http://schemas.microsoft.com/office/drawing/2014/main" id="{9411F164-0D85-4472-B510-22ADAD341A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825" name="Rectangle 66">
              <a:extLst>
                <a:ext uri="{FF2B5EF4-FFF2-40B4-BE49-F238E27FC236}">
                  <a16:creationId xmlns:a16="http://schemas.microsoft.com/office/drawing/2014/main" id="{3F8F8384-5143-4341-AB14-0E71BD712B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826" name="Rectangle 67">
              <a:extLst>
                <a:ext uri="{FF2B5EF4-FFF2-40B4-BE49-F238E27FC236}">
                  <a16:creationId xmlns:a16="http://schemas.microsoft.com/office/drawing/2014/main" id="{5A2E638D-850C-4AD4-879D-ED75850A2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827" name="Rectangle 68">
              <a:extLst>
                <a:ext uri="{FF2B5EF4-FFF2-40B4-BE49-F238E27FC236}">
                  <a16:creationId xmlns:a16="http://schemas.microsoft.com/office/drawing/2014/main" id="{4D2FFDD4-19C1-4E8E-BFF0-DA7B9673CC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828" name="Rectangle 69">
              <a:extLst>
                <a:ext uri="{FF2B5EF4-FFF2-40B4-BE49-F238E27FC236}">
                  <a16:creationId xmlns:a16="http://schemas.microsoft.com/office/drawing/2014/main" id="{95B5F2BA-D5E6-421B-9D19-0699099031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829" name="Rectangle 70">
              <a:extLst>
                <a:ext uri="{FF2B5EF4-FFF2-40B4-BE49-F238E27FC236}">
                  <a16:creationId xmlns:a16="http://schemas.microsoft.com/office/drawing/2014/main" id="{608DCAD4-B729-46DE-9B60-CB6889B2C5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830" name="Rectangle 71">
              <a:extLst>
                <a:ext uri="{FF2B5EF4-FFF2-40B4-BE49-F238E27FC236}">
                  <a16:creationId xmlns:a16="http://schemas.microsoft.com/office/drawing/2014/main" id="{F84921F1-78D4-4D2B-9974-DCE499E94B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831" name="Rectangle 72">
              <a:extLst>
                <a:ext uri="{FF2B5EF4-FFF2-40B4-BE49-F238E27FC236}">
                  <a16:creationId xmlns:a16="http://schemas.microsoft.com/office/drawing/2014/main" id="{D727ABE8-1C9D-4DDD-8A76-F79F95DA2B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832" name="Rectangle 73">
              <a:extLst>
                <a:ext uri="{FF2B5EF4-FFF2-40B4-BE49-F238E27FC236}">
                  <a16:creationId xmlns:a16="http://schemas.microsoft.com/office/drawing/2014/main" id="{EBE95413-F062-4B78-A2F4-887C3BB9FA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803650"/>
              <a:ext cx="11112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833" name="Rectangle 74">
              <a:extLst>
                <a:ext uri="{FF2B5EF4-FFF2-40B4-BE49-F238E27FC236}">
                  <a16:creationId xmlns:a16="http://schemas.microsoft.com/office/drawing/2014/main" id="{55302AC7-02B6-4913-8C18-860A6FBBEB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834" name="Rectangle 75">
              <a:extLst>
                <a:ext uri="{FF2B5EF4-FFF2-40B4-BE49-F238E27FC236}">
                  <a16:creationId xmlns:a16="http://schemas.microsoft.com/office/drawing/2014/main" id="{A6FBEC00-90B7-41E0-A08C-5EF7FBAA3D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835" name="Rectangle 76">
              <a:extLst>
                <a:ext uri="{FF2B5EF4-FFF2-40B4-BE49-F238E27FC236}">
                  <a16:creationId xmlns:a16="http://schemas.microsoft.com/office/drawing/2014/main" id="{96E3B84A-628C-4B42-960F-DD81339F51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836" name="Rectangle 77">
              <a:extLst>
                <a:ext uri="{FF2B5EF4-FFF2-40B4-BE49-F238E27FC236}">
                  <a16:creationId xmlns:a16="http://schemas.microsoft.com/office/drawing/2014/main" id="{6FD88761-64B6-4518-80E7-F38767A2C4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837" name="Rectangle 78">
              <a:extLst>
                <a:ext uri="{FF2B5EF4-FFF2-40B4-BE49-F238E27FC236}">
                  <a16:creationId xmlns:a16="http://schemas.microsoft.com/office/drawing/2014/main" id="{F1A84253-6966-4A23-A5B8-1E10EC5B19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838" name="Rectangle 79">
              <a:extLst>
                <a:ext uri="{FF2B5EF4-FFF2-40B4-BE49-F238E27FC236}">
                  <a16:creationId xmlns:a16="http://schemas.microsoft.com/office/drawing/2014/main" id="{AD64421D-052B-48AA-A55C-31C7DD04D3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839" name="Rectangle 80">
              <a:extLst>
                <a:ext uri="{FF2B5EF4-FFF2-40B4-BE49-F238E27FC236}">
                  <a16:creationId xmlns:a16="http://schemas.microsoft.com/office/drawing/2014/main" id="{5BB10B4D-8834-4961-BF47-68A5D1C6A9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840" name="Rectangle 81">
              <a:extLst>
                <a:ext uri="{FF2B5EF4-FFF2-40B4-BE49-F238E27FC236}">
                  <a16:creationId xmlns:a16="http://schemas.microsoft.com/office/drawing/2014/main" id="{CFA782E4-026A-4AB4-BB86-27E6FEEFA6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841" name="Rectangle 82">
              <a:extLst>
                <a:ext uri="{FF2B5EF4-FFF2-40B4-BE49-F238E27FC236}">
                  <a16:creationId xmlns:a16="http://schemas.microsoft.com/office/drawing/2014/main" id="{29113845-821E-4D22-8221-941246D279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842" name="Rectangle 83">
              <a:extLst>
                <a:ext uri="{FF2B5EF4-FFF2-40B4-BE49-F238E27FC236}">
                  <a16:creationId xmlns:a16="http://schemas.microsoft.com/office/drawing/2014/main" id="{98A966FC-B84E-4733-81C6-49195EF5D3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843" name="Rectangle 84">
              <a:extLst>
                <a:ext uri="{FF2B5EF4-FFF2-40B4-BE49-F238E27FC236}">
                  <a16:creationId xmlns:a16="http://schemas.microsoft.com/office/drawing/2014/main" id="{ECC3B126-6871-4665-89B0-82A9C8E34B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844" name="Rectangle 85">
              <a:extLst>
                <a:ext uri="{FF2B5EF4-FFF2-40B4-BE49-F238E27FC236}">
                  <a16:creationId xmlns:a16="http://schemas.microsoft.com/office/drawing/2014/main" id="{05F6E05F-42DF-4EB9-9AD9-8D50FFDE9D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4140200"/>
              <a:ext cx="49799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845" name="Rectangle 86">
              <a:extLst>
                <a:ext uri="{FF2B5EF4-FFF2-40B4-BE49-F238E27FC236}">
                  <a16:creationId xmlns:a16="http://schemas.microsoft.com/office/drawing/2014/main" id="{9DAFE619-75B3-4500-BD66-D7C9D8D2BD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69634" name="Rectangle 2">
            <a:extLst>
              <a:ext uri="{FF2B5EF4-FFF2-40B4-BE49-F238E27FC236}">
                <a16:creationId xmlns:a16="http://schemas.microsoft.com/office/drawing/2014/main" id="{22EAF122-C23C-4D1D-BE6F-63130B5CD8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" y="100014"/>
            <a:ext cx="5229225" cy="6889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Deriving Y</a:t>
            </a:r>
            <a:r>
              <a:rPr kumimoji="0" lang="en-US" altLang="en-US" sz="36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, Y</a:t>
            </a:r>
            <a:r>
              <a:rPr kumimoji="0" lang="en-US" altLang="en-US" sz="36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, and s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 </a:t>
            </a:r>
          </a:p>
        </p:txBody>
      </p:sp>
      <p:graphicFrame>
        <p:nvGraphicFramePr>
          <p:cNvPr id="88" name="Shape 730">
            <a:extLst>
              <a:ext uri="{FF2B5EF4-FFF2-40B4-BE49-F238E27FC236}">
                <a16:creationId xmlns:a16="http://schemas.microsoft.com/office/drawing/2014/main" id="{F2C4F36E-C9CA-4747-B760-1421007BF870}"/>
              </a:ext>
            </a:extLst>
          </p:cNvPr>
          <p:cNvGraphicFramePr>
            <a:graphicFrameLocks noGrp="1"/>
          </p:cNvGraphicFramePr>
          <p:nvPr/>
        </p:nvGraphicFramePr>
        <p:xfrm>
          <a:off x="6791325" y="76200"/>
          <a:ext cx="2124075" cy="6746875"/>
        </p:xfrm>
        <a:graphic>
          <a:graphicData uri="http://schemas.openxmlformats.org/drawingml/2006/table">
            <a:tbl>
              <a:tblPr/>
              <a:tblGrid>
                <a:gridCol w="354013">
                  <a:extLst>
                    <a:ext uri="{9D8B030D-6E8A-4147-A177-3AD203B41FA5}">
                      <a16:colId xmlns:a16="http://schemas.microsoft.com/office/drawing/2014/main" val="790538766"/>
                    </a:ext>
                  </a:extLst>
                </a:gridCol>
                <a:gridCol w="354012">
                  <a:extLst>
                    <a:ext uri="{9D8B030D-6E8A-4147-A177-3AD203B41FA5}">
                      <a16:colId xmlns:a16="http://schemas.microsoft.com/office/drawing/2014/main" val="842984589"/>
                    </a:ext>
                  </a:extLst>
                </a:gridCol>
                <a:gridCol w="354013">
                  <a:extLst>
                    <a:ext uri="{9D8B030D-6E8A-4147-A177-3AD203B41FA5}">
                      <a16:colId xmlns:a16="http://schemas.microsoft.com/office/drawing/2014/main" val="623403552"/>
                    </a:ext>
                  </a:extLst>
                </a:gridCol>
                <a:gridCol w="354012">
                  <a:extLst>
                    <a:ext uri="{9D8B030D-6E8A-4147-A177-3AD203B41FA5}">
                      <a16:colId xmlns:a16="http://schemas.microsoft.com/office/drawing/2014/main" val="918765388"/>
                    </a:ext>
                  </a:extLst>
                </a:gridCol>
                <a:gridCol w="354013">
                  <a:extLst>
                    <a:ext uri="{9D8B030D-6E8A-4147-A177-3AD203B41FA5}">
                      <a16:colId xmlns:a16="http://schemas.microsoft.com/office/drawing/2014/main" val="2806208345"/>
                    </a:ext>
                  </a:extLst>
                </a:gridCol>
                <a:gridCol w="354012">
                  <a:extLst>
                    <a:ext uri="{9D8B030D-6E8A-4147-A177-3AD203B41FA5}">
                      <a16:colId xmlns:a16="http://schemas.microsoft.com/office/drawing/2014/main" val="3724890917"/>
                    </a:ext>
                  </a:extLst>
                </a:gridCol>
              </a:tblGrid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2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a</a:t>
                      </a:r>
                      <a:endParaRPr kumimoji="0" lang="en-US" altLang="en-US" sz="14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MS PGothic" panose="020B0600070205080204" pitchFamily="34" charset="-128"/>
                        <a:sym typeface="Times New Roman" panose="02020603050405020304" pitchFamily="18" charset="0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b</a:t>
                      </a:r>
                      <a:endParaRPr kumimoji="0" lang="en-US" altLang="en-US" sz="14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MS PGothic" panose="020B0600070205080204" pitchFamily="34" charset="-128"/>
                        <a:sym typeface="Times New Roman" panose="02020603050405020304" pitchFamily="18" charset="0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2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46065657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590376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8539645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5271593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05557370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1475331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4811520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2472767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6225074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7854962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9509978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8252687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46912385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0508001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0320083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6952861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776962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657" name="Group 1">
            <a:extLst>
              <a:ext uri="{FF2B5EF4-FFF2-40B4-BE49-F238E27FC236}">
                <a16:creationId xmlns:a16="http://schemas.microsoft.com/office/drawing/2014/main" id="{D2436C99-E9F2-4DC0-B2A6-80838478CCB9}"/>
              </a:ext>
            </a:extLst>
          </p:cNvPr>
          <p:cNvGrpSpPr>
            <a:grpSpLocks/>
          </p:cNvGrpSpPr>
          <p:nvPr/>
        </p:nvGrpSpPr>
        <p:grpSpPr bwMode="auto">
          <a:xfrm>
            <a:off x="554038" y="762000"/>
            <a:ext cx="5008562" cy="2773363"/>
            <a:chOff x="2030413" y="1379538"/>
            <a:chExt cx="5008562" cy="2773362"/>
          </a:xfrm>
        </p:grpSpPr>
        <p:sp>
          <p:nvSpPr>
            <p:cNvPr id="70792" name="Rectangle 4">
              <a:extLst>
                <a:ext uri="{FF2B5EF4-FFF2-40B4-BE49-F238E27FC236}">
                  <a16:creationId xmlns:a16="http://schemas.microsoft.com/office/drawing/2014/main" id="{D7A80D02-CBDA-4F6B-BBF3-ABE9758BB5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1379538"/>
              <a:ext cx="4979987" cy="11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793" name="Rectangle 5">
              <a:extLst>
                <a:ext uri="{FF2B5EF4-FFF2-40B4-BE49-F238E27FC236}">
                  <a16:creationId xmlns:a16="http://schemas.microsoft.com/office/drawing/2014/main" id="{8923298E-53A3-424C-912E-B92D631B58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1403350"/>
              <a:ext cx="11112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794" name="Rectangle 6">
              <a:extLst>
                <a:ext uri="{FF2B5EF4-FFF2-40B4-BE49-F238E27FC236}">
                  <a16:creationId xmlns:a16="http://schemas.microsoft.com/office/drawing/2014/main" id="{6A562F1E-F0C5-4A25-9BE4-834BE795DA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795" name="Rectangle 7">
              <a:extLst>
                <a:ext uri="{FF2B5EF4-FFF2-40B4-BE49-F238E27FC236}">
                  <a16:creationId xmlns:a16="http://schemas.microsoft.com/office/drawing/2014/main" id="{F5C06546-2F31-434D-960C-FCAEC297E5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688" y="1649413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Present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796" name="Rectangle 8">
              <a:extLst>
                <a:ext uri="{FF2B5EF4-FFF2-40B4-BE49-F238E27FC236}">
                  <a16:creationId xmlns:a16="http://schemas.microsoft.com/office/drawing/2014/main" id="{A313249D-3DE1-4427-A586-5643BD7AC2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797" name="Rectangle 9">
              <a:extLst>
                <a:ext uri="{FF2B5EF4-FFF2-40B4-BE49-F238E27FC236}">
                  <a16:creationId xmlns:a16="http://schemas.microsoft.com/office/drawing/2014/main" id="{53D82A95-1029-4D8F-89D2-CE62612119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798" name="Rectangle 10">
              <a:extLst>
                <a:ext uri="{FF2B5EF4-FFF2-40B4-BE49-F238E27FC236}">
                  <a16:creationId xmlns:a16="http://schemas.microsoft.com/office/drawing/2014/main" id="{2A208F08-5AB8-4296-BCFE-4752D4A5E7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858963"/>
              <a:ext cx="2925762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799" name="Rectangle 11">
              <a:extLst>
                <a:ext uri="{FF2B5EF4-FFF2-40B4-BE49-F238E27FC236}">
                  <a16:creationId xmlns:a16="http://schemas.microsoft.com/office/drawing/2014/main" id="{E4F6C145-3274-4D6B-B9C4-C97CD1E163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1871663"/>
              <a:ext cx="11112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00" name="Rectangle 12">
              <a:extLst>
                <a:ext uri="{FF2B5EF4-FFF2-40B4-BE49-F238E27FC236}">
                  <a16:creationId xmlns:a16="http://schemas.microsoft.com/office/drawing/2014/main" id="{7FC64369-CDDB-4F65-8D58-1882522C8D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9713" y="1506538"/>
              <a:ext cx="10207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Nextstate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01" name="Rectangle 13">
              <a:extLst>
                <a:ext uri="{FF2B5EF4-FFF2-40B4-BE49-F238E27FC236}">
                  <a16:creationId xmlns:a16="http://schemas.microsoft.com/office/drawing/2014/main" id="{CC6F4928-C265-4C6F-9415-A7D92021DC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02" name="Rectangle 14">
              <a:extLst>
                <a:ext uri="{FF2B5EF4-FFF2-40B4-BE49-F238E27FC236}">
                  <a16:creationId xmlns:a16="http://schemas.microsoft.com/office/drawing/2014/main" id="{ADD08935-175B-4230-8AE5-EA95890E89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8388" y="1973263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03" name="Rectangle 15">
              <a:extLst>
                <a:ext uri="{FF2B5EF4-FFF2-40B4-BE49-F238E27FC236}">
                  <a16:creationId xmlns:a16="http://schemas.microsoft.com/office/drawing/2014/main" id="{D0CE55F0-4532-4152-9BD5-37BFF64DCB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6438" y="197167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ab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04" name="Rectangle 16">
              <a:extLst>
                <a:ext uri="{FF2B5EF4-FFF2-40B4-BE49-F238E27FC236}">
                  <a16:creationId xmlns:a16="http://schemas.microsoft.com/office/drawing/2014/main" id="{45071BA2-F2AD-4105-92FE-DBEFB54966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825" y="1973263"/>
              <a:ext cx="460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=00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05" name="Rectangle 17">
              <a:extLst>
                <a:ext uri="{FF2B5EF4-FFF2-40B4-BE49-F238E27FC236}">
                  <a16:creationId xmlns:a16="http://schemas.microsoft.com/office/drawing/2014/main" id="{1E205F7D-6E4A-4A70-8525-5410289A0B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1813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06" name="Rectangle 18">
              <a:extLst>
                <a:ext uri="{FF2B5EF4-FFF2-40B4-BE49-F238E27FC236}">
                  <a16:creationId xmlns:a16="http://schemas.microsoft.com/office/drawing/2014/main" id="{348EE943-016E-4430-904B-7858C22DB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9350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07" name="Rectangle 19">
              <a:extLst>
                <a:ext uri="{FF2B5EF4-FFF2-40B4-BE49-F238E27FC236}">
                  <a16:creationId xmlns:a16="http://schemas.microsoft.com/office/drawing/2014/main" id="{269998C8-2FE0-417B-85A2-F025AAF306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08" name="Rectangle 20">
              <a:extLst>
                <a:ext uri="{FF2B5EF4-FFF2-40B4-BE49-F238E27FC236}">
                  <a16:creationId xmlns:a16="http://schemas.microsoft.com/office/drawing/2014/main" id="{EF3F95AA-B69F-4323-9FFA-C65584CDB0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3713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09" name="Rectangle 21">
              <a:extLst>
                <a:ext uri="{FF2B5EF4-FFF2-40B4-BE49-F238E27FC236}">
                  <a16:creationId xmlns:a16="http://schemas.microsoft.com/office/drawing/2014/main" id="{FF0D9027-D93A-4349-80A9-54F0028BD1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10" name="Rectangle 22">
              <a:extLst>
                <a:ext uri="{FF2B5EF4-FFF2-40B4-BE49-F238E27FC236}">
                  <a16:creationId xmlns:a16="http://schemas.microsoft.com/office/drawing/2014/main" id="{FB4A1656-60B4-4A1A-A0C2-C806A79650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316163"/>
              <a:ext cx="2925762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11" name="Rectangle 23">
              <a:extLst>
                <a:ext uri="{FF2B5EF4-FFF2-40B4-BE49-F238E27FC236}">
                  <a16:creationId xmlns:a16="http://schemas.microsoft.com/office/drawing/2014/main" id="{93C5E863-202D-445B-B850-3256B7FD64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2328863"/>
              <a:ext cx="11112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12" name="Rectangle 24">
              <a:extLst>
                <a:ext uri="{FF2B5EF4-FFF2-40B4-BE49-F238E27FC236}">
                  <a16:creationId xmlns:a16="http://schemas.microsoft.com/office/drawing/2014/main" id="{47DB8A0A-C1F7-4960-8B2B-D1A4501DA6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2200" y="1881188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Output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13" name="Rectangle 25">
              <a:extLst>
                <a:ext uri="{FF2B5EF4-FFF2-40B4-BE49-F238E27FC236}">
                  <a16:creationId xmlns:a16="http://schemas.microsoft.com/office/drawing/2014/main" id="{D693F019-F80A-4301-889F-ED656524EB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6800" y="22812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14" name="Rectangle 26">
              <a:extLst>
                <a:ext uri="{FF2B5EF4-FFF2-40B4-BE49-F238E27FC236}">
                  <a16:creationId xmlns:a16="http://schemas.microsoft.com/office/drawing/2014/main" id="{AE5F51C5-1B20-473C-9FD4-DA14802D7B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0625" y="2379663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15" name="Rectangle 27">
              <a:extLst>
                <a:ext uri="{FF2B5EF4-FFF2-40B4-BE49-F238E27FC236}">
                  <a16:creationId xmlns:a16="http://schemas.microsoft.com/office/drawing/2014/main" id="{6C38C020-FDD3-4897-9E97-E6E351BCB2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281238"/>
              <a:ext cx="17621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16" name="Rectangle 28">
              <a:extLst>
                <a:ext uri="{FF2B5EF4-FFF2-40B4-BE49-F238E27FC236}">
                  <a16:creationId xmlns:a16="http://schemas.microsoft.com/office/drawing/2014/main" id="{FE5F3336-7D61-4205-878C-2E18446D38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17" name="Rectangle 29">
              <a:extLst>
                <a:ext uri="{FF2B5EF4-FFF2-40B4-BE49-F238E27FC236}">
                  <a16:creationId xmlns:a16="http://schemas.microsoft.com/office/drawing/2014/main" id="{11F10F7D-7090-4202-B936-16DB4D1F7B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8750" y="2379663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18" name="Rectangle 30">
              <a:extLst>
                <a:ext uri="{FF2B5EF4-FFF2-40B4-BE49-F238E27FC236}">
                  <a16:creationId xmlns:a16="http://schemas.microsoft.com/office/drawing/2014/main" id="{9F338C51-14C4-4ABC-877B-0D4A0062FB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7363" y="24272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19" name="Rectangle 31">
              <a:extLst>
                <a:ext uri="{FF2B5EF4-FFF2-40B4-BE49-F238E27FC236}">
                  <a16:creationId xmlns:a16="http://schemas.microsoft.com/office/drawing/2014/main" id="{1B5FE256-2BB3-4228-8469-B103DF6D12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3413" y="25241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20" name="Rectangle 32">
              <a:extLst>
                <a:ext uri="{FF2B5EF4-FFF2-40B4-BE49-F238E27FC236}">
                  <a16:creationId xmlns:a16="http://schemas.microsoft.com/office/drawing/2014/main" id="{9EEAB65B-641E-4E35-9ECD-8A7874C454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7713" y="24272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21" name="Rectangle 33">
              <a:extLst>
                <a:ext uri="{FF2B5EF4-FFF2-40B4-BE49-F238E27FC236}">
                  <a16:creationId xmlns:a16="http://schemas.microsoft.com/office/drawing/2014/main" id="{A590D320-5B88-4309-B9FD-AEC9603AC7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22" name="Rectangle 34">
              <a:extLst>
                <a:ext uri="{FF2B5EF4-FFF2-40B4-BE49-F238E27FC236}">
                  <a16:creationId xmlns:a16="http://schemas.microsoft.com/office/drawing/2014/main" id="{CC644579-FB79-4932-A6BA-E7AD1D74C6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3763" y="25241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23" name="Rectangle 35">
              <a:extLst>
                <a:ext uri="{FF2B5EF4-FFF2-40B4-BE49-F238E27FC236}">
                  <a16:creationId xmlns:a16="http://schemas.microsoft.com/office/drawing/2014/main" id="{85F76B6A-7353-45F1-9282-3333F43CCF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24" name="Rectangle 36">
              <a:extLst>
                <a:ext uri="{FF2B5EF4-FFF2-40B4-BE49-F238E27FC236}">
                  <a16:creationId xmlns:a16="http://schemas.microsoft.com/office/drawing/2014/main" id="{2E575288-03EE-4219-B451-A583F58C7C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2771775"/>
              <a:ext cx="49799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25" name="Rectangle 37">
              <a:extLst>
                <a:ext uri="{FF2B5EF4-FFF2-40B4-BE49-F238E27FC236}">
                  <a16:creationId xmlns:a16="http://schemas.microsoft.com/office/drawing/2014/main" id="{2A04F075-248E-4586-BDB8-2DED4509FA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2787650"/>
              <a:ext cx="11112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26" name="Rectangle 38">
              <a:extLst>
                <a:ext uri="{FF2B5EF4-FFF2-40B4-BE49-F238E27FC236}">
                  <a16:creationId xmlns:a16="http://schemas.microsoft.com/office/drawing/2014/main" id="{CC197BA0-7D3D-4580-8A51-80D2747001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62713" y="2281238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27" name="Rectangle 39">
              <a:extLst>
                <a:ext uri="{FF2B5EF4-FFF2-40B4-BE49-F238E27FC236}">
                  <a16:creationId xmlns:a16="http://schemas.microsoft.com/office/drawing/2014/main" id="{21F3257F-5622-46FC-A82C-D5E09EAB82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28" name="Rectangle 40">
              <a:extLst>
                <a:ext uri="{FF2B5EF4-FFF2-40B4-BE49-F238E27FC236}">
                  <a16:creationId xmlns:a16="http://schemas.microsoft.com/office/drawing/2014/main" id="{B5E5E34B-570D-4BE2-BA74-0791F3EB55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29" name="Rectangle 41">
              <a:extLst>
                <a:ext uri="{FF2B5EF4-FFF2-40B4-BE49-F238E27FC236}">
                  <a16:creationId xmlns:a16="http://schemas.microsoft.com/office/drawing/2014/main" id="{6775F6C4-D20B-405C-85E0-836C5CD101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30" name="Rectangle 42">
              <a:extLst>
                <a:ext uri="{FF2B5EF4-FFF2-40B4-BE49-F238E27FC236}">
                  <a16:creationId xmlns:a16="http://schemas.microsoft.com/office/drawing/2014/main" id="{1509A842-BBDC-43C3-B193-B5FE15A3E7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31" name="Rectangle 43">
              <a:extLst>
                <a:ext uri="{FF2B5EF4-FFF2-40B4-BE49-F238E27FC236}">
                  <a16:creationId xmlns:a16="http://schemas.microsoft.com/office/drawing/2014/main" id="{996CD7E1-2ED7-429C-B422-492845B6A1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32" name="Rectangle 44">
              <a:extLst>
                <a:ext uri="{FF2B5EF4-FFF2-40B4-BE49-F238E27FC236}">
                  <a16:creationId xmlns:a16="http://schemas.microsoft.com/office/drawing/2014/main" id="{9505C261-0328-42EA-8461-850148116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33" name="Rectangle 45">
              <a:extLst>
                <a:ext uri="{FF2B5EF4-FFF2-40B4-BE49-F238E27FC236}">
                  <a16:creationId xmlns:a16="http://schemas.microsoft.com/office/drawing/2014/main" id="{7A556A82-4E29-464F-8782-5EFD61AB80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34" name="Rectangle 46">
              <a:extLst>
                <a:ext uri="{FF2B5EF4-FFF2-40B4-BE49-F238E27FC236}">
                  <a16:creationId xmlns:a16="http://schemas.microsoft.com/office/drawing/2014/main" id="{B687EDD6-D9A9-421A-8865-0C50D0332F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35" name="Rectangle 47">
              <a:extLst>
                <a:ext uri="{FF2B5EF4-FFF2-40B4-BE49-F238E27FC236}">
                  <a16:creationId xmlns:a16="http://schemas.microsoft.com/office/drawing/2014/main" id="{04FFDDF6-7583-4567-BB88-B4B67064B2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36" name="Rectangle 48">
              <a:extLst>
                <a:ext uri="{FF2B5EF4-FFF2-40B4-BE49-F238E27FC236}">
                  <a16:creationId xmlns:a16="http://schemas.microsoft.com/office/drawing/2014/main" id="{9EBEA260-B37F-406C-BDFE-E139F99E63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37" name="Rectangle 49">
              <a:extLst>
                <a:ext uri="{FF2B5EF4-FFF2-40B4-BE49-F238E27FC236}">
                  <a16:creationId xmlns:a16="http://schemas.microsoft.com/office/drawing/2014/main" id="{9960A507-7287-49C9-A487-58CADEBF9E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189288"/>
              <a:ext cx="11112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38" name="Rectangle 50">
              <a:extLst>
                <a:ext uri="{FF2B5EF4-FFF2-40B4-BE49-F238E27FC236}">
                  <a16:creationId xmlns:a16="http://schemas.microsoft.com/office/drawing/2014/main" id="{47199513-D4D6-4C70-A836-DFA38C1CFD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39" name="Rectangle 51">
              <a:extLst>
                <a:ext uri="{FF2B5EF4-FFF2-40B4-BE49-F238E27FC236}">
                  <a16:creationId xmlns:a16="http://schemas.microsoft.com/office/drawing/2014/main" id="{21E8947A-9EA3-447C-89A8-290B71F82C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40" name="Rectangle 52">
              <a:extLst>
                <a:ext uri="{FF2B5EF4-FFF2-40B4-BE49-F238E27FC236}">
                  <a16:creationId xmlns:a16="http://schemas.microsoft.com/office/drawing/2014/main" id="{3823F6E8-540A-4795-9A30-E19019CA4A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41" name="Rectangle 53">
              <a:extLst>
                <a:ext uri="{FF2B5EF4-FFF2-40B4-BE49-F238E27FC236}">
                  <a16:creationId xmlns:a16="http://schemas.microsoft.com/office/drawing/2014/main" id="{176A5C48-23EC-4067-A4A7-E2015F3DF4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42" name="Rectangle 54">
              <a:extLst>
                <a:ext uri="{FF2B5EF4-FFF2-40B4-BE49-F238E27FC236}">
                  <a16:creationId xmlns:a16="http://schemas.microsoft.com/office/drawing/2014/main" id="{5C1E6E98-B9F3-4C0B-966D-485797B9EE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43" name="Rectangle 55">
              <a:extLst>
                <a:ext uri="{FF2B5EF4-FFF2-40B4-BE49-F238E27FC236}">
                  <a16:creationId xmlns:a16="http://schemas.microsoft.com/office/drawing/2014/main" id="{4B2542DF-D85D-438C-B39A-8E6999FC7C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44" name="Rectangle 56">
              <a:extLst>
                <a:ext uri="{FF2B5EF4-FFF2-40B4-BE49-F238E27FC236}">
                  <a16:creationId xmlns:a16="http://schemas.microsoft.com/office/drawing/2014/main" id="{9FE6CCA5-0362-401E-9251-3078A3E19D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45" name="Rectangle 57">
              <a:extLst>
                <a:ext uri="{FF2B5EF4-FFF2-40B4-BE49-F238E27FC236}">
                  <a16:creationId xmlns:a16="http://schemas.microsoft.com/office/drawing/2014/main" id="{7318BCD7-2B60-4664-B876-4947D29CCA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46" name="Rectangle 58">
              <a:extLst>
                <a:ext uri="{FF2B5EF4-FFF2-40B4-BE49-F238E27FC236}">
                  <a16:creationId xmlns:a16="http://schemas.microsoft.com/office/drawing/2014/main" id="{A129835F-E122-4E66-9E2E-926AEDF2A4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47" name="Rectangle 59">
              <a:extLst>
                <a:ext uri="{FF2B5EF4-FFF2-40B4-BE49-F238E27FC236}">
                  <a16:creationId xmlns:a16="http://schemas.microsoft.com/office/drawing/2014/main" id="{B3F7FC5D-8670-494A-87F5-08D0C97AC7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48" name="Rectangle 60">
              <a:extLst>
                <a:ext uri="{FF2B5EF4-FFF2-40B4-BE49-F238E27FC236}">
                  <a16:creationId xmlns:a16="http://schemas.microsoft.com/office/drawing/2014/main" id="{F42B1C78-C932-49EF-8D52-E2A7CB4958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49" name="Rectangle 61">
              <a:extLst>
                <a:ext uri="{FF2B5EF4-FFF2-40B4-BE49-F238E27FC236}">
                  <a16:creationId xmlns:a16="http://schemas.microsoft.com/office/drawing/2014/main" id="{5E8EF1EB-9E89-4D60-A0F3-90EAA97CC9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494088"/>
              <a:ext cx="11112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50" name="Rectangle 62">
              <a:extLst>
                <a:ext uri="{FF2B5EF4-FFF2-40B4-BE49-F238E27FC236}">
                  <a16:creationId xmlns:a16="http://schemas.microsoft.com/office/drawing/2014/main" id="{256E424F-7DCC-417C-AC72-E577EF6CA2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51" name="Rectangle 63">
              <a:extLst>
                <a:ext uri="{FF2B5EF4-FFF2-40B4-BE49-F238E27FC236}">
                  <a16:creationId xmlns:a16="http://schemas.microsoft.com/office/drawing/2014/main" id="{64B4AD47-4ED9-4E9B-8714-03C87346EB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52" name="Rectangle 64">
              <a:extLst>
                <a:ext uri="{FF2B5EF4-FFF2-40B4-BE49-F238E27FC236}">
                  <a16:creationId xmlns:a16="http://schemas.microsoft.com/office/drawing/2014/main" id="{48DB207A-7402-4912-A469-5533B99C40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53" name="Rectangle 65">
              <a:extLst>
                <a:ext uri="{FF2B5EF4-FFF2-40B4-BE49-F238E27FC236}">
                  <a16:creationId xmlns:a16="http://schemas.microsoft.com/office/drawing/2014/main" id="{94899470-1E43-4C7C-A962-EE6727EF3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54" name="Rectangle 66">
              <a:extLst>
                <a:ext uri="{FF2B5EF4-FFF2-40B4-BE49-F238E27FC236}">
                  <a16:creationId xmlns:a16="http://schemas.microsoft.com/office/drawing/2014/main" id="{9EEB8D6D-F661-421D-9AD8-8F8F2176C4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55" name="Rectangle 67">
              <a:extLst>
                <a:ext uri="{FF2B5EF4-FFF2-40B4-BE49-F238E27FC236}">
                  <a16:creationId xmlns:a16="http://schemas.microsoft.com/office/drawing/2014/main" id="{958974E5-13A6-4ECA-AD65-DA4EA3B25A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56" name="Rectangle 68">
              <a:extLst>
                <a:ext uri="{FF2B5EF4-FFF2-40B4-BE49-F238E27FC236}">
                  <a16:creationId xmlns:a16="http://schemas.microsoft.com/office/drawing/2014/main" id="{E68C994F-5694-435C-AD69-88725B3E9C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57" name="Rectangle 69">
              <a:extLst>
                <a:ext uri="{FF2B5EF4-FFF2-40B4-BE49-F238E27FC236}">
                  <a16:creationId xmlns:a16="http://schemas.microsoft.com/office/drawing/2014/main" id="{614DB110-A815-47D6-AE06-D4A9868939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58" name="Rectangle 70">
              <a:extLst>
                <a:ext uri="{FF2B5EF4-FFF2-40B4-BE49-F238E27FC236}">
                  <a16:creationId xmlns:a16="http://schemas.microsoft.com/office/drawing/2014/main" id="{B86A8896-DA39-4C0A-AD29-316F5778FF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59" name="Rectangle 71">
              <a:extLst>
                <a:ext uri="{FF2B5EF4-FFF2-40B4-BE49-F238E27FC236}">
                  <a16:creationId xmlns:a16="http://schemas.microsoft.com/office/drawing/2014/main" id="{279BD2D8-1E6F-42D4-BA71-9E073FA7C4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60" name="Rectangle 72">
              <a:extLst>
                <a:ext uri="{FF2B5EF4-FFF2-40B4-BE49-F238E27FC236}">
                  <a16:creationId xmlns:a16="http://schemas.microsoft.com/office/drawing/2014/main" id="{C51139A4-27B7-40A8-939F-55C9E1E1F3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61" name="Rectangle 73">
              <a:extLst>
                <a:ext uri="{FF2B5EF4-FFF2-40B4-BE49-F238E27FC236}">
                  <a16:creationId xmlns:a16="http://schemas.microsoft.com/office/drawing/2014/main" id="{03134E80-2B6E-469A-B2B6-58BC85A4C8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803650"/>
              <a:ext cx="11112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62" name="Rectangle 74">
              <a:extLst>
                <a:ext uri="{FF2B5EF4-FFF2-40B4-BE49-F238E27FC236}">
                  <a16:creationId xmlns:a16="http://schemas.microsoft.com/office/drawing/2014/main" id="{FCB97521-2022-496E-9269-778A182F98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63" name="Rectangle 75">
              <a:extLst>
                <a:ext uri="{FF2B5EF4-FFF2-40B4-BE49-F238E27FC236}">
                  <a16:creationId xmlns:a16="http://schemas.microsoft.com/office/drawing/2014/main" id="{62F07117-3054-487F-8595-B038546AD5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64" name="Rectangle 76">
              <a:extLst>
                <a:ext uri="{FF2B5EF4-FFF2-40B4-BE49-F238E27FC236}">
                  <a16:creationId xmlns:a16="http://schemas.microsoft.com/office/drawing/2014/main" id="{0C4BA129-AFD4-4B11-A764-63033B9F3D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65" name="Rectangle 77">
              <a:extLst>
                <a:ext uri="{FF2B5EF4-FFF2-40B4-BE49-F238E27FC236}">
                  <a16:creationId xmlns:a16="http://schemas.microsoft.com/office/drawing/2014/main" id="{B62E1D89-4A3A-4983-AC2F-9FBB201B02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66" name="Rectangle 78">
              <a:extLst>
                <a:ext uri="{FF2B5EF4-FFF2-40B4-BE49-F238E27FC236}">
                  <a16:creationId xmlns:a16="http://schemas.microsoft.com/office/drawing/2014/main" id="{A2501E78-59FE-49E8-9323-2C5271031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67" name="Rectangle 79">
              <a:extLst>
                <a:ext uri="{FF2B5EF4-FFF2-40B4-BE49-F238E27FC236}">
                  <a16:creationId xmlns:a16="http://schemas.microsoft.com/office/drawing/2014/main" id="{6360552E-316F-463D-8FF6-DCA46E1EF0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68" name="Rectangle 80">
              <a:extLst>
                <a:ext uri="{FF2B5EF4-FFF2-40B4-BE49-F238E27FC236}">
                  <a16:creationId xmlns:a16="http://schemas.microsoft.com/office/drawing/2014/main" id="{BF88BE43-8302-4D9C-86B5-32DEB6663F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69" name="Rectangle 81">
              <a:extLst>
                <a:ext uri="{FF2B5EF4-FFF2-40B4-BE49-F238E27FC236}">
                  <a16:creationId xmlns:a16="http://schemas.microsoft.com/office/drawing/2014/main" id="{CA9AC278-9A5E-46B8-8EAF-5083B3D700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70" name="Rectangle 82">
              <a:extLst>
                <a:ext uri="{FF2B5EF4-FFF2-40B4-BE49-F238E27FC236}">
                  <a16:creationId xmlns:a16="http://schemas.microsoft.com/office/drawing/2014/main" id="{0AE7B28F-1B1B-476A-B48C-3F3BB60692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71" name="Rectangle 83">
              <a:extLst>
                <a:ext uri="{FF2B5EF4-FFF2-40B4-BE49-F238E27FC236}">
                  <a16:creationId xmlns:a16="http://schemas.microsoft.com/office/drawing/2014/main" id="{1342AC89-67FC-4766-A762-91EE085F3E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72" name="Rectangle 84">
              <a:extLst>
                <a:ext uri="{FF2B5EF4-FFF2-40B4-BE49-F238E27FC236}">
                  <a16:creationId xmlns:a16="http://schemas.microsoft.com/office/drawing/2014/main" id="{BD8A25FF-55AE-4574-AA07-C3323B22D0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73" name="Rectangle 85">
              <a:extLst>
                <a:ext uri="{FF2B5EF4-FFF2-40B4-BE49-F238E27FC236}">
                  <a16:creationId xmlns:a16="http://schemas.microsoft.com/office/drawing/2014/main" id="{A8CDD4D3-4785-4A6D-83C5-E8F79CA74C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4140200"/>
              <a:ext cx="49799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874" name="Rectangle 86">
              <a:extLst>
                <a:ext uri="{FF2B5EF4-FFF2-40B4-BE49-F238E27FC236}">
                  <a16:creationId xmlns:a16="http://schemas.microsoft.com/office/drawing/2014/main" id="{A792441B-611F-4E68-B62A-4014652697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86" name="Rectangle 2">
            <a:extLst>
              <a:ext uri="{FF2B5EF4-FFF2-40B4-BE49-F238E27FC236}">
                <a16:creationId xmlns:a16="http://schemas.microsoft.com/office/drawing/2014/main" id="{C05E588A-C7EB-904C-8690-F57F3CBDACA7}"/>
              </a:ext>
            </a:extLst>
          </p:cNvPr>
          <p:cNvSpPr txBox="1">
            <a:spLocks noChangeArrowheads="1"/>
          </p:cNvSpPr>
          <p:nvPr/>
        </p:nvSpPr>
        <p:spPr>
          <a:xfrm>
            <a:off x="790575" y="100013"/>
            <a:ext cx="4695825" cy="814387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Deriving Y</a:t>
            </a:r>
            <a:r>
              <a:rPr kumimoji="0" lang="en-US" sz="36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1</a:t>
            </a:r>
          </a:p>
        </p:txBody>
      </p:sp>
      <p:graphicFrame>
        <p:nvGraphicFramePr>
          <p:cNvPr id="88" name="Shape 730">
            <a:extLst>
              <a:ext uri="{FF2B5EF4-FFF2-40B4-BE49-F238E27FC236}">
                <a16:creationId xmlns:a16="http://schemas.microsoft.com/office/drawing/2014/main" id="{C9DDE0EE-3565-A246-8223-0F55B6D18F4F}"/>
              </a:ext>
            </a:extLst>
          </p:cNvPr>
          <p:cNvGraphicFramePr>
            <a:graphicFrameLocks noGrp="1"/>
          </p:cNvGraphicFramePr>
          <p:nvPr/>
        </p:nvGraphicFramePr>
        <p:xfrm>
          <a:off x="6791325" y="76200"/>
          <a:ext cx="2124075" cy="6746875"/>
        </p:xfrm>
        <a:graphic>
          <a:graphicData uri="http://schemas.openxmlformats.org/drawingml/2006/table">
            <a:tbl>
              <a:tblPr/>
              <a:tblGrid>
                <a:gridCol w="354013">
                  <a:extLst>
                    <a:ext uri="{9D8B030D-6E8A-4147-A177-3AD203B41FA5}">
                      <a16:colId xmlns:a16="http://schemas.microsoft.com/office/drawing/2014/main" val="3164022872"/>
                    </a:ext>
                  </a:extLst>
                </a:gridCol>
                <a:gridCol w="354012">
                  <a:extLst>
                    <a:ext uri="{9D8B030D-6E8A-4147-A177-3AD203B41FA5}">
                      <a16:colId xmlns:a16="http://schemas.microsoft.com/office/drawing/2014/main" val="594039082"/>
                    </a:ext>
                  </a:extLst>
                </a:gridCol>
                <a:gridCol w="354013">
                  <a:extLst>
                    <a:ext uri="{9D8B030D-6E8A-4147-A177-3AD203B41FA5}">
                      <a16:colId xmlns:a16="http://schemas.microsoft.com/office/drawing/2014/main" val="4258604208"/>
                    </a:ext>
                  </a:extLst>
                </a:gridCol>
                <a:gridCol w="354012">
                  <a:extLst>
                    <a:ext uri="{9D8B030D-6E8A-4147-A177-3AD203B41FA5}">
                      <a16:colId xmlns:a16="http://schemas.microsoft.com/office/drawing/2014/main" val="1235597985"/>
                    </a:ext>
                  </a:extLst>
                </a:gridCol>
                <a:gridCol w="354013">
                  <a:extLst>
                    <a:ext uri="{9D8B030D-6E8A-4147-A177-3AD203B41FA5}">
                      <a16:colId xmlns:a16="http://schemas.microsoft.com/office/drawing/2014/main" val="1282958458"/>
                    </a:ext>
                  </a:extLst>
                </a:gridCol>
                <a:gridCol w="354012">
                  <a:extLst>
                    <a:ext uri="{9D8B030D-6E8A-4147-A177-3AD203B41FA5}">
                      <a16:colId xmlns:a16="http://schemas.microsoft.com/office/drawing/2014/main" val="724237559"/>
                    </a:ext>
                  </a:extLst>
                </a:gridCol>
              </a:tblGrid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2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a</a:t>
                      </a:r>
                      <a:endParaRPr kumimoji="0" lang="en-US" altLang="en-US" sz="14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MS PGothic" panose="020B0600070205080204" pitchFamily="34" charset="-128"/>
                        <a:sym typeface="Times New Roman" panose="02020603050405020304" pitchFamily="18" charset="0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b</a:t>
                      </a:r>
                      <a:endParaRPr kumimoji="0" lang="en-US" altLang="en-US" sz="14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MS PGothic" panose="020B0600070205080204" pitchFamily="34" charset="-128"/>
                        <a:sym typeface="Times New Roman" panose="02020603050405020304" pitchFamily="18" charset="0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2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412825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7844691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7337183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3790334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5876414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971027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04175863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91581298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5830615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3932186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42443051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060481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5180274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292663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4965028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9254550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1278665"/>
                  </a:ext>
                </a:extLst>
              </a:tr>
            </a:tbl>
          </a:graphicData>
        </a:graphic>
      </p:graphicFrame>
      <p:sp>
        <p:nvSpPr>
          <p:cNvPr id="70787" name="Rectangle 88">
            <a:extLst>
              <a:ext uri="{FF2B5EF4-FFF2-40B4-BE49-F238E27FC236}">
                <a16:creationId xmlns:a16="http://schemas.microsoft.com/office/drawing/2014/main" id="{426F2411-A886-47C9-B17B-37C118ADE7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57400" y="2252663"/>
            <a:ext cx="293688" cy="121920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0788" name="Rectangle 90">
            <a:extLst>
              <a:ext uri="{FF2B5EF4-FFF2-40B4-BE49-F238E27FC236}">
                <a16:creationId xmlns:a16="http://schemas.microsoft.com/office/drawing/2014/main" id="{FD621786-9C5F-47FF-97E7-E772BB46B1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7950" y="2263775"/>
            <a:ext cx="293688" cy="121920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0789" name="Rectangle 91">
            <a:extLst>
              <a:ext uri="{FF2B5EF4-FFF2-40B4-BE49-F238E27FC236}">
                <a16:creationId xmlns:a16="http://schemas.microsoft.com/office/drawing/2014/main" id="{660CE89C-A801-48AA-9F72-91E591B5FC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9775" y="2260600"/>
            <a:ext cx="293688" cy="121920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0790" name="Rectangle 92">
            <a:extLst>
              <a:ext uri="{FF2B5EF4-FFF2-40B4-BE49-F238E27FC236}">
                <a16:creationId xmlns:a16="http://schemas.microsoft.com/office/drawing/2014/main" id="{5911ED3B-EFAB-4CD9-8E80-DE0CC4B3A4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79850" y="2257425"/>
            <a:ext cx="293688" cy="121920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0791" name="Rectangle 93">
            <a:extLst>
              <a:ext uri="{FF2B5EF4-FFF2-40B4-BE49-F238E27FC236}">
                <a16:creationId xmlns:a16="http://schemas.microsoft.com/office/drawing/2014/main" id="{DFAAA9FE-BD7E-4756-BE3A-09F5AF0CB7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1625" y="1766888"/>
            <a:ext cx="206375" cy="334962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681" name="Group 1">
            <a:extLst>
              <a:ext uri="{FF2B5EF4-FFF2-40B4-BE49-F238E27FC236}">
                <a16:creationId xmlns:a16="http://schemas.microsoft.com/office/drawing/2014/main" id="{34E9E619-7543-45DA-BDF2-6DF054F838D5}"/>
              </a:ext>
            </a:extLst>
          </p:cNvPr>
          <p:cNvGrpSpPr>
            <a:grpSpLocks/>
          </p:cNvGrpSpPr>
          <p:nvPr/>
        </p:nvGrpSpPr>
        <p:grpSpPr bwMode="auto">
          <a:xfrm>
            <a:off x="554038" y="762000"/>
            <a:ext cx="5008562" cy="2773363"/>
            <a:chOff x="2030413" y="1379538"/>
            <a:chExt cx="5008562" cy="2773362"/>
          </a:xfrm>
        </p:grpSpPr>
        <p:sp>
          <p:nvSpPr>
            <p:cNvPr id="71816" name="Rectangle 4">
              <a:extLst>
                <a:ext uri="{FF2B5EF4-FFF2-40B4-BE49-F238E27FC236}">
                  <a16:creationId xmlns:a16="http://schemas.microsoft.com/office/drawing/2014/main" id="{4A2593EC-B40D-4A6F-885D-795E7B82BE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1379538"/>
              <a:ext cx="4979987" cy="11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17" name="Rectangle 5">
              <a:extLst>
                <a:ext uri="{FF2B5EF4-FFF2-40B4-BE49-F238E27FC236}">
                  <a16:creationId xmlns:a16="http://schemas.microsoft.com/office/drawing/2014/main" id="{17459885-1BED-415D-8FDC-A4C04056B9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1403350"/>
              <a:ext cx="11112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18" name="Rectangle 6">
              <a:extLst>
                <a:ext uri="{FF2B5EF4-FFF2-40B4-BE49-F238E27FC236}">
                  <a16:creationId xmlns:a16="http://schemas.microsoft.com/office/drawing/2014/main" id="{3CDDB09B-0544-4691-9D2C-DE9831A14B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19" name="Rectangle 7">
              <a:extLst>
                <a:ext uri="{FF2B5EF4-FFF2-40B4-BE49-F238E27FC236}">
                  <a16:creationId xmlns:a16="http://schemas.microsoft.com/office/drawing/2014/main" id="{1AED8814-E4EB-4FE6-9D78-F1BB8A521C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688" y="1649413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Present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20" name="Rectangle 8">
              <a:extLst>
                <a:ext uri="{FF2B5EF4-FFF2-40B4-BE49-F238E27FC236}">
                  <a16:creationId xmlns:a16="http://schemas.microsoft.com/office/drawing/2014/main" id="{AA85115F-93E1-4783-99A9-6901443BC7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21" name="Rectangle 9">
              <a:extLst>
                <a:ext uri="{FF2B5EF4-FFF2-40B4-BE49-F238E27FC236}">
                  <a16:creationId xmlns:a16="http://schemas.microsoft.com/office/drawing/2014/main" id="{168FB048-ADDF-4E3B-B75F-B615CCC2EE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22" name="Rectangle 10">
              <a:extLst>
                <a:ext uri="{FF2B5EF4-FFF2-40B4-BE49-F238E27FC236}">
                  <a16:creationId xmlns:a16="http://schemas.microsoft.com/office/drawing/2014/main" id="{CFDDF164-9E37-485E-BAE5-5910BF9A11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858963"/>
              <a:ext cx="2925762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23" name="Rectangle 11">
              <a:extLst>
                <a:ext uri="{FF2B5EF4-FFF2-40B4-BE49-F238E27FC236}">
                  <a16:creationId xmlns:a16="http://schemas.microsoft.com/office/drawing/2014/main" id="{368FFFE7-A59B-48DB-8354-7A4362531C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1871663"/>
              <a:ext cx="11112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24" name="Rectangle 12">
              <a:extLst>
                <a:ext uri="{FF2B5EF4-FFF2-40B4-BE49-F238E27FC236}">
                  <a16:creationId xmlns:a16="http://schemas.microsoft.com/office/drawing/2014/main" id="{1500AE6F-800F-4E35-963C-F9491A978B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9713" y="1506538"/>
              <a:ext cx="10207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Nextstate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25" name="Rectangle 13">
              <a:extLst>
                <a:ext uri="{FF2B5EF4-FFF2-40B4-BE49-F238E27FC236}">
                  <a16:creationId xmlns:a16="http://schemas.microsoft.com/office/drawing/2014/main" id="{08E2FFA7-291D-44D5-95D7-22DA66D922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26" name="Rectangle 14">
              <a:extLst>
                <a:ext uri="{FF2B5EF4-FFF2-40B4-BE49-F238E27FC236}">
                  <a16:creationId xmlns:a16="http://schemas.microsoft.com/office/drawing/2014/main" id="{B692487F-D5F1-4F73-BA71-4095B8DEB6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8388" y="1973263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27" name="Rectangle 15">
              <a:extLst>
                <a:ext uri="{FF2B5EF4-FFF2-40B4-BE49-F238E27FC236}">
                  <a16:creationId xmlns:a16="http://schemas.microsoft.com/office/drawing/2014/main" id="{CE6E6CBC-6267-4FC9-A7ED-9176B9360C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6438" y="197167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ab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28" name="Rectangle 16">
              <a:extLst>
                <a:ext uri="{FF2B5EF4-FFF2-40B4-BE49-F238E27FC236}">
                  <a16:creationId xmlns:a16="http://schemas.microsoft.com/office/drawing/2014/main" id="{8B2A7DD6-68A7-496B-B3FC-B85B4F422D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825" y="1973263"/>
              <a:ext cx="460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=00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29" name="Rectangle 17">
              <a:extLst>
                <a:ext uri="{FF2B5EF4-FFF2-40B4-BE49-F238E27FC236}">
                  <a16:creationId xmlns:a16="http://schemas.microsoft.com/office/drawing/2014/main" id="{579E358F-9E5E-4C43-BC95-1018679FC9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1813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30" name="Rectangle 18">
              <a:extLst>
                <a:ext uri="{FF2B5EF4-FFF2-40B4-BE49-F238E27FC236}">
                  <a16:creationId xmlns:a16="http://schemas.microsoft.com/office/drawing/2014/main" id="{49F164E5-8084-4CD1-A229-95DAF037E8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9350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31" name="Rectangle 19">
              <a:extLst>
                <a:ext uri="{FF2B5EF4-FFF2-40B4-BE49-F238E27FC236}">
                  <a16:creationId xmlns:a16="http://schemas.microsoft.com/office/drawing/2014/main" id="{AB2817B6-540F-4E56-9A66-2346A8B987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32" name="Rectangle 20">
              <a:extLst>
                <a:ext uri="{FF2B5EF4-FFF2-40B4-BE49-F238E27FC236}">
                  <a16:creationId xmlns:a16="http://schemas.microsoft.com/office/drawing/2014/main" id="{C4DF193E-699B-4110-86B4-6894EB2480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3713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33" name="Rectangle 21">
              <a:extLst>
                <a:ext uri="{FF2B5EF4-FFF2-40B4-BE49-F238E27FC236}">
                  <a16:creationId xmlns:a16="http://schemas.microsoft.com/office/drawing/2014/main" id="{8C688EE2-2A49-43A8-B8C6-98DBE5FC22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34" name="Rectangle 22">
              <a:extLst>
                <a:ext uri="{FF2B5EF4-FFF2-40B4-BE49-F238E27FC236}">
                  <a16:creationId xmlns:a16="http://schemas.microsoft.com/office/drawing/2014/main" id="{F85D2536-2197-48CD-997D-BE068A619E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316163"/>
              <a:ext cx="2925762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35" name="Rectangle 23">
              <a:extLst>
                <a:ext uri="{FF2B5EF4-FFF2-40B4-BE49-F238E27FC236}">
                  <a16:creationId xmlns:a16="http://schemas.microsoft.com/office/drawing/2014/main" id="{7ADC1FDA-44C6-46D9-A0C5-B2BE017BE6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2328863"/>
              <a:ext cx="11112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36" name="Rectangle 24">
              <a:extLst>
                <a:ext uri="{FF2B5EF4-FFF2-40B4-BE49-F238E27FC236}">
                  <a16:creationId xmlns:a16="http://schemas.microsoft.com/office/drawing/2014/main" id="{04225DA7-7D7B-4101-9961-0FECB5A72B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2200" y="1881188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Output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37" name="Rectangle 25">
              <a:extLst>
                <a:ext uri="{FF2B5EF4-FFF2-40B4-BE49-F238E27FC236}">
                  <a16:creationId xmlns:a16="http://schemas.microsoft.com/office/drawing/2014/main" id="{C0CF853F-9F9A-4435-B8BD-D0E9242B9E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6800" y="22812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38" name="Rectangle 26">
              <a:extLst>
                <a:ext uri="{FF2B5EF4-FFF2-40B4-BE49-F238E27FC236}">
                  <a16:creationId xmlns:a16="http://schemas.microsoft.com/office/drawing/2014/main" id="{5830BB9C-5D51-42EB-9D4B-9869AFC3BD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0625" y="2379663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39" name="Rectangle 27">
              <a:extLst>
                <a:ext uri="{FF2B5EF4-FFF2-40B4-BE49-F238E27FC236}">
                  <a16:creationId xmlns:a16="http://schemas.microsoft.com/office/drawing/2014/main" id="{C0188A18-2612-419D-A71C-994CCD99A8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281238"/>
              <a:ext cx="17621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40" name="Rectangle 28">
              <a:extLst>
                <a:ext uri="{FF2B5EF4-FFF2-40B4-BE49-F238E27FC236}">
                  <a16:creationId xmlns:a16="http://schemas.microsoft.com/office/drawing/2014/main" id="{F76F54BE-9D81-406D-AEB5-0E0D6C3F5B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41" name="Rectangle 29">
              <a:extLst>
                <a:ext uri="{FF2B5EF4-FFF2-40B4-BE49-F238E27FC236}">
                  <a16:creationId xmlns:a16="http://schemas.microsoft.com/office/drawing/2014/main" id="{9C20FBF2-D156-4F68-B148-4AF76F001A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8750" y="2379663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42" name="Rectangle 30">
              <a:extLst>
                <a:ext uri="{FF2B5EF4-FFF2-40B4-BE49-F238E27FC236}">
                  <a16:creationId xmlns:a16="http://schemas.microsoft.com/office/drawing/2014/main" id="{F36034A7-0CAE-4AB0-A331-13A1937AB7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7363" y="24272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43" name="Rectangle 31">
              <a:extLst>
                <a:ext uri="{FF2B5EF4-FFF2-40B4-BE49-F238E27FC236}">
                  <a16:creationId xmlns:a16="http://schemas.microsoft.com/office/drawing/2014/main" id="{5A9A0268-551F-4579-A259-42A3B87BC2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3413" y="25241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44" name="Rectangle 32">
              <a:extLst>
                <a:ext uri="{FF2B5EF4-FFF2-40B4-BE49-F238E27FC236}">
                  <a16:creationId xmlns:a16="http://schemas.microsoft.com/office/drawing/2014/main" id="{112D18A9-12DE-43C4-8E88-DF2481F6EA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7713" y="24272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45" name="Rectangle 33">
              <a:extLst>
                <a:ext uri="{FF2B5EF4-FFF2-40B4-BE49-F238E27FC236}">
                  <a16:creationId xmlns:a16="http://schemas.microsoft.com/office/drawing/2014/main" id="{C4694FE9-8BEF-45A5-948F-826723463A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46" name="Rectangle 34">
              <a:extLst>
                <a:ext uri="{FF2B5EF4-FFF2-40B4-BE49-F238E27FC236}">
                  <a16:creationId xmlns:a16="http://schemas.microsoft.com/office/drawing/2014/main" id="{F5421187-2E93-4C23-8746-0CA9657D16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3763" y="25241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47" name="Rectangle 35">
              <a:extLst>
                <a:ext uri="{FF2B5EF4-FFF2-40B4-BE49-F238E27FC236}">
                  <a16:creationId xmlns:a16="http://schemas.microsoft.com/office/drawing/2014/main" id="{AD34F211-7E8E-4DE2-8FFC-5A20C827A5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48" name="Rectangle 36">
              <a:extLst>
                <a:ext uri="{FF2B5EF4-FFF2-40B4-BE49-F238E27FC236}">
                  <a16:creationId xmlns:a16="http://schemas.microsoft.com/office/drawing/2014/main" id="{323FDF64-FE96-441F-A38C-AEE63B5C30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2771775"/>
              <a:ext cx="49799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49" name="Rectangle 37">
              <a:extLst>
                <a:ext uri="{FF2B5EF4-FFF2-40B4-BE49-F238E27FC236}">
                  <a16:creationId xmlns:a16="http://schemas.microsoft.com/office/drawing/2014/main" id="{0A4CE3FD-ABE2-444D-8E4A-6EDC12228F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2787650"/>
              <a:ext cx="11112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50" name="Rectangle 38">
              <a:extLst>
                <a:ext uri="{FF2B5EF4-FFF2-40B4-BE49-F238E27FC236}">
                  <a16:creationId xmlns:a16="http://schemas.microsoft.com/office/drawing/2014/main" id="{AE59042E-6CBC-43F7-9B12-7759D748AD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62713" y="2281238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51" name="Rectangle 39">
              <a:extLst>
                <a:ext uri="{FF2B5EF4-FFF2-40B4-BE49-F238E27FC236}">
                  <a16:creationId xmlns:a16="http://schemas.microsoft.com/office/drawing/2014/main" id="{405A3E92-331B-4608-A7A0-6CA17C240D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52" name="Rectangle 40">
              <a:extLst>
                <a:ext uri="{FF2B5EF4-FFF2-40B4-BE49-F238E27FC236}">
                  <a16:creationId xmlns:a16="http://schemas.microsoft.com/office/drawing/2014/main" id="{460075A1-1BAB-4956-AFF5-CF7774787F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53" name="Rectangle 41">
              <a:extLst>
                <a:ext uri="{FF2B5EF4-FFF2-40B4-BE49-F238E27FC236}">
                  <a16:creationId xmlns:a16="http://schemas.microsoft.com/office/drawing/2014/main" id="{3E59038E-72B8-4AA2-BBDA-59CCA3A30D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54" name="Rectangle 42">
              <a:extLst>
                <a:ext uri="{FF2B5EF4-FFF2-40B4-BE49-F238E27FC236}">
                  <a16:creationId xmlns:a16="http://schemas.microsoft.com/office/drawing/2014/main" id="{F0419C10-FA31-40B1-A5F5-6FF455A078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2887663"/>
              <a:ext cx="128240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55" name="Rectangle 43">
              <a:extLst>
                <a:ext uri="{FF2B5EF4-FFF2-40B4-BE49-F238E27FC236}">
                  <a16:creationId xmlns:a16="http://schemas.microsoft.com/office/drawing/2014/main" id="{A80B2995-0BB3-4888-BBF0-9933D4456A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56" name="Rectangle 44">
              <a:extLst>
                <a:ext uri="{FF2B5EF4-FFF2-40B4-BE49-F238E27FC236}">
                  <a16:creationId xmlns:a16="http://schemas.microsoft.com/office/drawing/2014/main" id="{93F45203-57F9-455C-8EF1-461EF78A58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57" name="Rectangle 45">
              <a:extLst>
                <a:ext uri="{FF2B5EF4-FFF2-40B4-BE49-F238E27FC236}">
                  <a16:creationId xmlns:a16="http://schemas.microsoft.com/office/drawing/2014/main" id="{2988A0E2-414A-438C-9A8D-2BC86B2627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2887663"/>
              <a:ext cx="128240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58" name="Rectangle 46">
              <a:extLst>
                <a:ext uri="{FF2B5EF4-FFF2-40B4-BE49-F238E27FC236}">
                  <a16:creationId xmlns:a16="http://schemas.microsoft.com/office/drawing/2014/main" id="{6F35E424-BC82-49E5-ACDB-CA8D2CDBFF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59" name="Rectangle 47">
              <a:extLst>
                <a:ext uri="{FF2B5EF4-FFF2-40B4-BE49-F238E27FC236}">
                  <a16:creationId xmlns:a16="http://schemas.microsoft.com/office/drawing/2014/main" id="{098AF31C-E555-4405-A413-3D7EE0BBA0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60" name="Rectangle 48">
              <a:extLst>
                <a:ext uri="{FF2B5EF4-FFF2-40B4-BE49-F238E27FC236}">
                  <a16:creationId xmlns:a16="http://schemas.microsoft.com/office/drawing/2014/main" id="{CE38508F-6417-43EC-B7FC-96BDCB50CD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61" name="Rectangle 49">
              <a:extLst>
                <a:ext uri="{FF2B5EF4-FFF2-40B4-BE49-F238E27FC236}">
                  <a16:creationId xmlns:a16="http://schemas.microsoft.com/office/drawing/2014/main" id="{A25BCF14-2D50-4192-84C8-E618ED64F7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189288"/>
              <a:ext cx="11112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62" name="Rectangle 50">
              <a:extLst>
                <a:ext uri="{FF2B5EF4-FFF2-40B4-BE49-F238E27FC236}">
                  <a16:creationId xmlns:a16="http://schemas.microsoft.com/office/drawing/2014/main" id="{C38BECD9-7075-409D-9E71-12544BBB9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63" name="Rectangle 51">
              <a:extLst>
                <a:ext uri="{FF2B5EF4-FFF2-40B4-BE49-F238E27FC236}">
                  <a16:creationId xmlns:a16="http://schemas.microsoft.com/office/drawing/2014/main" id="{4F6EE268-7440-47E5-8459-6EC02964E5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64" name="Rectangle 52">
              <a:extLst>
                <a:ext uri="{FF2B5EF4-FFF2-40B4-BE49-F238E27FC236}">
                  <a16:creationId xmlns:a16="http://schemas.microsoft.com/office/drawing/2014/main" id="{5A3DFBBA-9C99-4DB6-AEB2-2A6D6D5E4B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65" name="Rectangle 53">
              <a:extLst>
                <a:ext uri="{FF2B5EF4-FFF2-40B4-BE49-F238E27FC236}">
                  <a16:creationId xmlns:a16="http://schemas.microsoft.com/office/drawing/2014/main" id="{3B295C13-B229-49E7-9FEE-80078D78B1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66" name="Rectangle 54">
              <a:extLst>
                <a:ext uri="{FF2B5EF4-FFF2-40B4-BE49-F238E27FC236}">
                  <a16:creationId xmlns:a16="http://schemas.microsoft.com/office/drawing/2014/main" id="{5BD2E7B8-C804-42F2-830D-E70A6B0DAD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189288"/>
              <a:ext cx="128240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67" name="Rectangle 55">
              <a:extLst>
                <a:ext uri="{FF2B5EF4-FFF2-40B4-BE49-F238E27FC236}">
                  <a16:creationId xmlns:a16="http://schemas.microsoft.com/office/drawing/2014/main" id="{033824CE-A345-4520-B29C-FB17F44459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68" name="Rectangle 56">
              <a:extLst>
                <a:ext uri="{FF2B5EF4-FFF2-40B4-BE49-F238E27FC236}">
                  <a16:creationId xmlns:a16="http://schemas.microsoft.com/office/drawing/2014/main" id="{DDBD9F6D-E122-4FF1-8001-2D0E77F18D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69" name="Rectangle 57">
              <a:extLst>
                <a:ext uri="{FF2B5EF4-FFF2-40B4-BE49-F238E27FC236}">
                  <a16:creationId xmlns:a16="http://schemas.microsoft.com/office/drawing/2014/main" id="{59055B1B-CE01-42A4-BE05-C3F0995759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189288"/>
              <a:ext cx="128240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70" name="Rectangle 58">
              <a:extLst>
                <a:ext uri="{FF2B5EF4-FFF2-40B4-BE49-F238E27FC236}">
                  <a16:creationId xmlns:a16="http://schemas.microsoft.com/office/drawing/2014/main" id="{71862FC3-D317-4D89-B969-B569781DF6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71" name="Rectangle 59">
              <a:extLst>
                <a:ext uri="{FF2B5EF4-FFF2-40B4-BE49-F238E27FC236}">
                  <a16:creationId xmlns:a16="http://schemas.microsoft.com/office/drawing/2014/main" id="{2F77C824-C864-44CC-B373-46A9FCD676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72" name="Rectangle 60">
              <a:extLst>
                <a:ext uri="{FF2B5EF4-FFF2-40B4-BE49-F238E27FC236}">
                  <a16:creationId xmlns:a16="http://schemas.microsoft.com/office/drawing/2014/main" id="{BDFF9455-73A4-4E85-B1CE-4FF00B2AC1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73" name="Rectangle 61">
              <a:extLst>
                <a:ext uri="{FF2B5EF4-FFF2-40B4-BE49-F238E27FC236}">
                  <a16:creationId xmlns:a16="http://schemas.microsoft.com/office/drawing/2014/main" id="{3610AD14-4C41-4845-B31E-320D216AFF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494088"/>
              <a:ext cx="11112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74" name="Rectangle 62">
              <a:extLst>
                <a:ext uri="{FF2B5EF4-FFF2-40B4-BE49-F238E27FC236}">
                  <a16:creationId xmlns:a16="http://schemas.microsoft.com/office/drawing/2014/main" id="{3318D7AF-033E-4551-BA65-F5AB70007C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75" name="Rectangle 63">
              <a:extLst>
                <a:ext uri="{FF2B5EF4-FFF2-40B4-BE49-F238E27FC236}">
                  <a16:creationId xmlns:a16="http://schemas.microsoft.com/office/drawing/2014/main" id="{D5907A07-AF6D-4E60-B89C-ED054458E3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76" name="Rectangle 64">
              <a:extLst>
                <a:ext uri="{FF2B5EF4-FFF2-40B4-BE49-F238E27FC236}">
                  <a16:creationId xmlns:a16="http://schemas.microsoft.com/office/drawing/2014/main" id="{CB4086D6-2AB7-46F9-82AF-546E4DE065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77" name="Rectangle 65">
              <a:extLst>
                <a:ext uri="{FF2B5EF4-FFF2-40B4-BE49-F238E27FC236}">
                  <a16:creationId xmlns:a16="http://schemas.microsoft.com/office/drawing/2014/main" id="{ACAB0594-4B00-4404-874F-7532C2319B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78" name="Rectangle 66">
              <a:extLst>
                <a:ext uri="{FF2B5EF4-FFF2-40B4-BE49-F238E27FC236}">
                  <a16:creationId xmlns:a16="http://schemas.microsoft.com/office/drawing/2014/main" id="{DC528858-48BD-4424-951B-6EC84FCE4A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492500"/>
              <a:ext cx="128240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79" name="Rectangle 67">
              <a:extLst>
                <a:ext uri="{FF2B5EF4-FFF2-40B4-BE49-F238E27FC236}">
                  <a16:creationId xmlns:a16="http://schemas.microsoft.com/office/drawing/2014/main" id="{060F61BB-F1E3-4205-88A1-611305DF6D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80" name="Rectangle 68">
              <a:extLst>
                <a:ext uri="{FF2B5EF4-FFF2-40B4-BE49-F238E27FC236}">
                  <a16:creationId xmlns:a16="http://schemas.microsoft.com/office/drawing/2014/main" id="{36518CAD-8660-41E7-A098-163599F513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81" name="Rectangle 69">
              <a:extLst>
                <a:ext uri="{FF2B5EF4-FFF2-40B4-BE49-F238E27FC236}">
                  <a16:creationId xmlns:a16="http://schemas.microsoft.com/office/drawing/2014/main" id="{F132D60D-0366-44B6-B179-78C46F8DE9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492500"/>
              <a:ext cx="128240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82" name="Rectangle 70">
              <a:extLst>
                <a:ext uri="{FF2B5EF4-FFF2-40B4-BE49-F238E27FC236}">
                  <a16:creationId xmlns:a16="http://schemas.microsoft.com/office/drawing/2014/main" id="{8AAA0132-EECD-4C97-9B91-46C091B782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83" name="Rectangle 71">
              <a:extLst>
                <a:ext uri="{FF2B5EF4-FFF2-40B4-BE49-F238E27FC236}">
                  <a16:creationId xmlns:a16="http://schemas.microsoft.com/office/drawing/2014/main" id="{1019461A-65DC-46AF-856E-30BBB87ECA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84" name="Rectangle 72">
              <a:extLst>
                <a:ext uri="{FF2B5EF4-FFF2-40B4-BE49-F238E27FC236}">
                  <a16:creationId xmlns:a16="http://schemas.microsoft.com/office/drawing/2014/main" id="{B03CCEF9-D3BF-4654-B4AA-A5B2794A58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85" name="Rectangle 73">
              <a:extLst>
                <a:ext uri="{FF2B5EF4-FFF2-40B4-BE49-F238E27FC236}">
                  <a16:creationId xmlns:a16="http://schemas.microsoft.com/office/drawing/2014/main" id="{AA12FB59-FD61-43A9-B214-599C6BE267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803650"/>
              <a:ext cx="11112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86" name="Rectangle 74">
              <a:extLst>
                <a:ext uri="{FF2B5EF4-FFF2-40B4-BE49-F238E27FC236}">
                  <a16:creationId xmlns:a16="http://schemas.microsoft.com/office/drawing/2014/main" id="{121A089D-FCFA-423B-A2F3-C49678B183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87" name="Rectangle 75">
              <a:extLst>
                <a:ext uri="{FF2B5EF4-FFF2-40B4-BE49-F238E27FC236}">
                  <a16:creationId xmlns:a16="http://schemas.microsoft.com/office/drawing/2014/main" id="{5170B12E-7ECA-4779-A37A-FA35249243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88" name="Rectangle 76">
              <a:extLst>
                <a:ext uri="{FF2B5EF4-FFF2-40B4-BE49-F238E27FC236}">
                  <a16:creationId xmlns:a16="http://schemas.microsoft.com/office/drawing/2014/main" id="{BD377EAB-1813-4812-8F9D-086AF081DE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89" name="Rectangle 77">
              <a:extLst>
                <a:ext uri="{FF2B5EF4-FFF2-40B4-BE49-F238E27FC236}">
                  <a16:creationId xmlns:a16="http://schemas.microsoft.com/office/drawing/2014/main" id="{D590E612-2D86-4359-81A2-3E4F60E77D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90" name="Rectangle 78">
              <a:extLst>
                <a:ext uri="{FF2B5EF4-FFF2-40B4-BE49-F238E27FC236}">
                  <a16:creationId xmlns:a16="http://schemas.microsoft.com/office/drawing/2014/main" id="{6CC0159A-2ABD-4547-829E-72D6364FDE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91" name="Rectangle 79">
              <a:extLst>
                <a:ext uri="{FF2B5EF4-FFF2-40B4-BE49-F238E27FC236}">
                  <a16:creationId xmlns:a16="http://schemas.microsoft.com/office/drawing/2014/main" id="{AB1D16D7-2F1B-49C0-A558-597D56897A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92" name="Rectangle 80">
              <a:extLst>
                <a:ext uri="{FF2B5EF4-FFF2-40B4-BE49-F238E27FC236}">
                  <a16:creationId xmlns:a16="http://schemas.microsoft.com/office/drawing/2014/main" id="{C7E874E3-D6E0-43D9-B3DB-BD405E0E6D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93" name="Rectangle 81">
              <a:extLst>
                <a:ext uri="{FF2B5EF4-FFF2-40B4-BE49-F238E27FC236}">
                  <a16:creationId xmlns:a16="http://schemas.microsoft.com/office/drawing/2014/main" id="{2894FD0E-B0C0-47EF-BD80-3B44D8B0B0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94" name="Rectangle 82">
              <a:extLst>
                <a:ext uri="{FF2B5EF4-FFF2-40B4-BE49-F238E27FC236}">
                  <a16:creationId xmlns:a16="http://schemas.microsoft.com/office/drawing/2014/main" id="{12643FA7-E27C-4B90-82E8-BDD999D0DC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95" name="Rectangle 83">
              <a:extLst>
                <a:ext uri="{FF2B5EF4-FFF2-40B4-BE49-F238E27FC236}">
                  <a16:creationId xmlns:a16="http://schemas.microsoft.com/office/drawing/2014/main" id="{8D90B63F-B4C8-43D3-95BF-83E17EB670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96" name="Rectangle 84">
              <a:extLst>
                <a:ext uri="{FF2B5EF4-FFF2-40B4-BE49-F238E27FC236}">
                  <a16:creationId xmlns:a16="http://schemas.microsoft.com/office/drawing/2014/main" id="{717B5E07-6206-4D2A-928B-7723303CF8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97" name="Rectangle 85">
              <a:extLst>
                <a:ext uri="{FF2B5EF4-FFF2-40B4-BE49-F238E27FC236}">
                  <a16:creationId xmlns:a16="http://schemas.microsoft.com/office/drawing/2014/main" id="{AD12D4FF-0B39-4D4B-A89F-8FE7175B13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4140200"/>
              <a:ext cx="49799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898" name="Rectangle 86">
              <a:extLst>
                <a:ext uri="{FF2B5EF4-FFF2-40B4-BE49-F238E27FC236}">
                  <a16:creationId xmlns:a16="http://schemas.microsoft.com/office/drawing/2014/main" id="{14AF6334-FE98-42BA-8EDE-BF27976FB7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86" name="Rectangle 2">
            <a:extLst>
              <a:ext uri="{FF2B5EF4-FFF2-40B4-BE49-F238E27FC236}">
                <a16:creationId xmlns:a16="http://schemas.microsoft.com/office/drawing/2014/main" id="{ABA805FF-827A-AD45-852B-CD7FD84512E8}"/>
              </a:ext>
            </a:extLst>
          </p:cNvPr>
          <p:cNvSpPr txBox="1">
            <a:spLocks noChangeArrowheads="1"/>
          </p:cNvSpPr>
          <p:nvPr/>
        </p:nvSpPr>
        <p:spPr>
          <a:xfrm>
            <a:off x="790575" y="100013"/>
            <a:ext cx="4695825" cy="814387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Deriving Y</a:t>
            </a:r>
            <a:r>
              <a:rPr kumimoji="0" lang="en-US" sz="36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1</a:t>
            </a:r>
          </a:p>
        </p:txBody>
      </p:sp>
      <p:graphicFrame>
        <p:nvGraphicFramePr>
          <p:cNvPr id="88" name="Shape 730">
            <a:extLst>
              <a:ext uri="{FF2B5EF4-FFF2-40B4-BE49-F238E27FC236}">
                <a16:creationId xmlns:a16="http://schemas.microsoft.com/office/drawing/2014/main" id="{12130034-398A-2748-BA4D-D359F4920983}"/>
              </a:ext>
            </a:extLst>
          </p:cNvPr>
          <p:cNvGraphicFramePr>
            <a:graphicFrameLocks noGrp="1"/>
          </p:cNvGraphicFramePr>
          <p:nvPr/>
        </p:nvGraphicFramePr>
        <p:xfrm>
          <a:off x="6791325" y="76200"/>
          <a:ext cx="2124075" cy="6746875"/>
        </p:xfrm>
        <a:graphic>
          <a:graphicData uri="http://schemas.openxmlformats.org/drawingml/2006/table">
            <a:tbl>
              <a:tblPr/>
              <a:tblGrid>
                <a:gridCol w="354013">
                  <a:extLst>
                    <a:ext uri="{9D8B030D-6E8A-4147-A177-3AD203B41FA5}">
                      <a16:colId xmlns:a16="http://schemas.microsoft.com/office/drawing/2014/main" val="404056809"/>
                    </a:ext>
                  </a:extLst>
                </a:gridCol>
                <a:gridCol w="354012">
                  <a:extLst>
                    <a:ext uri="{9D8B030D-6E8A-4147-A177-3AD203B41FA5}">
                      <a16:colId xmlns:a16="http://schemas.microsoft.com/office/drawing/2014/main" val="2656573718"/>
                    </a:ext>
                  </a:extLst>
                </a:gridCol>
                <a:gridCol w="354013">
                  <a:extLst>
                    <a:ext uri="{9D8B030D-6E8A-4147-A177-3AD203B41FA5}">
                      <a16:colId xmlns:a16="http://schemas.microsoft.com/office/drawing/2014/main" val="565898681"/>
                    </a:ext>
                  </a:extLst>
                </a:gridCol>
                <a:gridCol w="354012">
                  <a:extLst>
                    <a:ext uri="{9D8B030D-6E8A-4147-A177-3AD203B41FA5}">
                      <a16:colId xmlns:a16="http://schemas.microsoft.com/office/drawing/2014/main" val="4111885378"/>
                    </a:ext>
                  </a:extLst>
                </a:gridCol>
                <a:gridCol w="354013">
                  <a:extLst>
                    <a:ext uri="{9D8B030D-6E8A-4147-A177-3AD203B41FA5}">
                      <a16:colId xmlns:a16="http://schemas.microsoft.com/office/drawing/2014/main" val="447516888"/>
                    </a:ext>
                  </a:extLst>
                </a:gridCol>
                <a:gridCol w="354012">
                  <a:extLst>
                    <a:ext uri="{9D8B030D-6E8A-4147-A177-3AD203B41FA5}">
                      <a16:colId xmlns:a16="http://schemas.microsoft.com/office/drawing/2014/main" val="1217015453"/>
                    </a:ext>
                  </a:extLst>
                </a:gridCol>
              </a:tblGrid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2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a</a:t>
                      </a:r>
                      <a:endParaRPr kumimoji="0" lang="en-US" altLang="en-US" sz="14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MS PGothic" panose="020B0600070205080204" pitchFamily="34" charset="-128"/>
                        <a:sym typeface="Times New Roman" panose="02020603050405020304" pitchFamily="18" charset="0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b</a:t>
                      </a:r>
                      <a:endParaRPr kumimoji="0" lang="en-US" altLang="en-US" sz="14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MS PGothic" panose="020B0600070205080204" pitchFamily="34" charset="-128"/>
                        <a:sym typeface="Times New Roman" panose="02020603050405020304" pitchFamily="18" charset="0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2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2927525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0148906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5861126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7587545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260665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rgbClr val="008000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2817123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rgbClr val="008000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3938991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rgbClr val="008000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7924746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rgbClr val="008000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9273359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185815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351955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06548011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7171869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27005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4405527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5556058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949492"/>
                  </a:ext>
                </a:extLst>
              </a:tr>
            </a:tbl>
          </a:graphicData>
        </a:graphic>
      </p:graphicFrame>
      <p:sp>
        <p:nvSpPr>
          <p:cNvPr id="71811" name="Rectangle 88">
            <a:extLst>
              <a:ext uri="{FF2B5EF4-FFF2-40B4-BE49-F238E27FC236}">
                <a16:creationId xmlns:a16="http://schemas.microsoft.com/office/drawing/2014/main" id="{5A0D9AED-8BE5-44A6-AAFE-E718417FA8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57400" y="2252663"/>
            <a:ext cx="293688" cy="121920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1812" name="Rectangle 90">
            <a:extLst>
              <a:ext uri="{FF2B5EF4-FFF2-40B4-BE49-F238E27FC236}">
                <a16:creationId xmlns:a16="http://schemas.microsoft.com/office/drawing/2014/main" id="{850254C0-B93D-49D6-9ABB-8959553EC3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7950" y="2263775"/>
            <a:ext cx="293688" cy="121920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1813" name="Rectangle 91">
            <a:extLst>
              <a:ext uri="{FF2B5EF4-FFF2-40B4-BE49-F238E27FC236}">
                <a16:creationId xmlns:a16="http://schemas.microsoft.com/office/drawing/2014/main" id="{04BB52A7-9DE3-4754-8D5A-D44C6EC765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9775" y="2260600"/>
            <a:ext cx="293688" cy="121920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1814" name="Rectangle 92">
            <a:extLst>
              <a:ext uri="{FF2B5EF4-FFF2-40B4-BE49-F238E27FC236}">
                <a16:creationId xmlns:a16="http://schemas.microsoft.com/office/drawing/2014/main" id="{79BA6F66-C5A3-4287-81D8-A682E5354F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79850" y="2257425"/>
            <a:ext cx="293688" cy="121920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1815" name="Rectangle 93">
            <a:extLst>
              <a:ext uri="{FF2B5EF4-FFF2-40B4-BE49-F238E27FC236}">
                <a16:creationId xmlns:a16="http://schemas.microsoft.com/office/drawing/2014/main" id="{FDF63582-7E09-4964-BBBF-B5BFED9C3F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1625" y="1766888"/>
            <a:ext cx="206375" cy="334962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705" name="Group 1">
            <a:extLst>
              <a:ext uri="{FF2B5EF4-FFF2-40B4-BE49-F238E27FC236}">
                <a16:creationId xmlns:a16="http://schemas.microsoft.com/office/drawing/2014/main" id="{BAD1952C-F2B9-445D-B11D-36799566108F}"/>
              </a:ext>
            </a:extLst>
          </p:cNvPr>
          <p:cNvGrpSpPr>
            <a:grpSpLocks/>
          </p:cNvGrpSpPr>
          <p:nvPr/>
        </p:nvGrpSpPr>
        <p:grpSpPr bwMode="auto">
          <a:xfrm>
            <a:off x="554038" y="762000"/>
            <a:ext cx="5008562" cy="2773363"/>
            <a:chOff x="2030413" y="1379538"/>
            <a:chExt cx="5008562" cy="2773362"/>
          </a:xfrm>
        </p:grpSpPr>
        <p:sp>
          <p:nvSpPr>
            <p:cNvPr id="72883" name="Rectangle 4">
              <a:extLst>
                <a:ext uri="{FF2B5EF4-FFF2-40B4-BE49-F238E27FC236}">
                  <a16:creationId xmlns:a16="http://schemas.microsoft.com/office/drawing/2014/main" id="{AC00BB6A-CE88-4710-AFF6-93062C0B79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1379538"/>
              <a:ext cx="4979987" cy="11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884" name="Rectangle 5">
              <a:extLst>
                <a:ext uri="{FF2B5EF4-FFF2-40B4-BE49-F238E27FC236}">
                  <a16:creationId xmlns:a16="http://schemas.microsoft.com/office/drawing/2014/main" id="{7B3F8C35-3AC3-4306-8A69-C6E7812751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1403350"/>
              <a:ext cx="11112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885" name="Rectangle 6">
              <a:extLst>
                <a:ext uri="{FF2B5EF4-FFF2-40B4-BE49-F238E27FC236}">
                  <a16:creationId xmlns:a16="http://schemas.microsoft.com/office/drawing/2014/main" id="{458435C2-4212-42DD-8577-98CF04C919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886" name="Rectangle 7">
              <a:extLst>
                <a:ext uri="{FF2B5EF4-FFF2-40B4-BE49-F238E27FC236}">
                  <a16:creationId xmlns:a16="http://schemas.microsoft.com/office/drawing/2014/main" id="{1C1F8968-3D9A-4C24-9F50-FEA98C767C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688" y="1649413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Present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887" name="Rectangle 8">
              <a:extLst>
                <a:ext uri="{FF2B5EF4-FFF2-40B4-BE49-F238E27FC236}">
                  <a16:creationId xmlns:a16="http://schemas.microsoft.com/office/drawing/2014/main" id="{E0AC8669-8E03-481F-8C72-19C60C70AE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888" name="Rectangle 9">
              <a:extLst>
                <a:ext uri="{FF2B5EF4-FFF2-40B4-BE49-F238E27FC236}">
                  <a16:creationId xmlns:a16="http://schemas.microsoft.com/office/drawing/2014/main" id="{31DE2DD7-6776-4A80-A823-134E672390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889" name="Rectangle 10">
              <a:extLst>
                <a:ext uri="{FF2B5EF4-FFF2-40B4-BE49-F238E27FC236}">
                  <a16:creationId xmlns:a16="http://schemas.microsoft.com/office/drawing/2014/main" id="{13DC5AFD-4654-428C-A709-9F4B4CBA47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858963"/>
              <a:ext cx="2925762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890" name="Rectangle 11">
              <a:extLst>
                <a:ext uri="{FF2B5EF4-FFF2-40B4-BE49-F238E27FC236}">
                  <a16:creationId xmlns:a16="http://schemas.microsoft.com/office/drawing/2014/main" id="{39AB6166-9789-451F-B6F0-2EDE0C9C31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1871663"/>
              <a:ext cx="11112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891" name="Rectangle 12">
              <a:extLst>
                <a:ext uri="{FF2B5EF4-FFF2-40B4-BE49-F238E27FC236}">
                  <a16:creationId xmlns:a16="http://schemas.microsoft.com/office/drawing/2014/main" id="{3D99E346-D453-467F-B221-508CE4774D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9713" y="1506538"/>
              <a:ext cx="10207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Nextstate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892" name="Rectangle 13">
              <a:extLst>
                <a:ext uri="{FF2B5EF4-FFF2-40B4-BE49-F238E27FC236}">
                  <a16:creationId xmlns:a16="http://schemas.microsoft.com/office/drawing/2014/main" id="{4B91C847-40C0-493C-9F53-F30028C9D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893" name="Rectangle 14">
              <a:extLst>
                <a:ext uri="{FF2B5EF4-FFF2-40B4-BE49-F238E27FC236}">
                  <a16:creationId xmlns:a16="http://schemas.microsoft.com/office/drawing/2014/main" id="{AE807C53-83EC-40B7-A872-F6874F1940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8388" y="1973263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894" name="Rectangle 15">
              <a:extLst>
                <a:ext uri="{FF2B5EF4-FFF2-40B4-BE49-F238E27FC236}">
                  <a16:creationId xmlns:a16="http://schemas.microsoft.com/office/drawing/2014/main" id="{F8AFA129-D28C-4D24-8FAD-34E0696C0A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6438" y="197167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ab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895" name="Rectangle 16">
              <a:extLst>
                <a:ext uri="{FF2B5EF4-FFF2-40B4-BE49-F238E27FC236}">
                  <a16:creationId xmlns:a16="http://schemas.microsoft.com/office/drawing/2014/main" id="{C40AABCB-5649-4F4A-8AFF-09B2159198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825" y="1973263"/>
              <a:ext cx="460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=00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896" name="Rectangle 17">
              <a:extLst>
                <a:ext uri="{FF2B5EF4-FFF2-40B4-BE49-F238E27FC236}">
                  <a16:creationId xmlns:a16="http://schemas.microsoft.com/office/drawing/2014/main" id="{AB8CCDA6-36FE-4816-AB0F-92C2FFF254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1813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897" name="Rectangle 18">
              <a:extLst>
                <a:ext uri="{FF2B5EF4-FFF2-40B4-BE49-F238E27FC236}">
                  <a16:creationId xmlns:a16="http://schemas.microsoft.com/office/drawing/2014/main" id="{BB8A7D1D-B664-4001-9762-1D559A168E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9350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898" name="Rectangle 19">
              <a:extLst>
                <a:ext uri="{FF2B5EF4-FFF2-40B4-BE49-F238E27FC236}">
                  <a16:creationId xmlns:a16="http://schemas.microsoft.com/office/drawing/2014/main" id="{55F53AC7-3E40-4C8B-AA3E-41D9E40300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899" name="Rectangle 20">
              <a:extLst>
                <a:ext uri="{FF2B5EF4-FFF2-40B4-BE49-F238E27FC236}">
                  <a16:creationId xmlns:a16="http://schemas.microsoft.com/office/drawing/2014/main" id="{0F80ABC0-7C05-4310-86A4-E70949CE4F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3713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00" name="Rectangle 21">
              <a:extLst>
                <a:ext uri="{FF2B5EF4-FFF2-40B4-BE49-F238E27FC236}">
                  <a16:creationId xmlns:a16="http://schemas.microsoft.com/office/drawing/2014/main" id="{D75916B8-97BB-464B-9854-21D5486597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01" name="Rectangle 22">
              <a:extLst>
                <a:ext uri="{FF2B5EF4-FFF2-40B4-BE49-F238E27FC236}">
                  <a16:creationId xmlns:a16="http://schemas.microsoft.com/office/drawing/2014/main" id="{25529671-D903-45E8-A631-C2974A3876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316163"/>
              <a:ext cx="2925762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02" name="Rectangle 23">
              <a:extLst>
                <a:ext uri="{FF2B5EF4-FFF2-40B4-BE49-F238E27FC236}">
                  <a16:creationId xmlns:a16="http://schemas.microsoft.com/office/drawing/2014/main" id="{3356C8DA-894A-4466-9237-2D7C7A8393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2328863"/>
              <a:ext cx="11112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03" name="Rectangle 24">
              <a:extLst>
                <a:ext uri="{FF2B5EF4-FFF2-40B4-BE49-F238E27FC236}">
                  <a16:creationId xmlns:a16="http://schemas.microsoft.com/office/drawing/2014/main" id="{AB956AF9-BD44-429F-A8F3-FBAF8CB78B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2200" y="1881188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Output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04" name="Rectangle 25">
              <a:extLst>
                <a:ext uri="{FF2B5EF4-FFF2-40B4-BE49-F238E27FC236}">
                  <a16:creationId xmlns:a16="http://schemas.microsoft.com/office/drawing/2014/main" id="{17A13C22-C05C-4BC4-A4C0-BF90340FEA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6800" y="22812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05" name="Rectangle 26">
              <a:extLst>
                <a:ext uri="{FF2B5EF4-FFF2-40B4-BE49-F238E27FC236}">
                  <a16:creationId xmlns:a16="http://schemas.microsoft.com/office/drawing/2014/main" id="{543983D8-91A5-43E7-9B2C-C5FDB3DD3D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0625" y="2379663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06" name="Rectangle 27">
              <a:extLst>
                <a:ext uri="{FF2B5EF4-FFF2-40B4-BE49-F238E27FC236}">
                  <a16:creationId xmlns:a16="http://schemas.microsoft.com/office/drawing/2014/main" id="{4AC8FB47-FD79-4B5A-8E97-326BFB6C92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281238"/>
              <a:ext cx="17621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07" name="Rectangle 28">
              <a:extLst>
                <a:ext uri="{FF2B5EF4-FFF2-40B4-BE49-F238E27FC236}">
                  <a16:creationId xmlns:a16="http://schemas.microsoft.com/office/drawing/2014/main" id="{3BA3AD32-8EE8-4239-9E23-CAD6CBBB3E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08" name="Rectangle 29">
              <a:extLst>
                <a:ext uri="{FF2B5EF4-FFF2-40B4-BE49-F238E27FC236}">
                  <a16:creationId xmlns:a16="http://schemas.microsoft.com/office/drawing/2014/main" id="{8973FF83-C08E-4C51-A465-ABECCD4A5E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8750" y="2379663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09" name="Rectangle 30">
              <a:extLst>
                <a:ext uri="{FF2B5EF4-FFF2-40B4-BE49-F238E27FC236}">
                  <a16:creationId xmlns:a16="http://schemas.microsoft.com/office/drawing/2014/main" id="{792C4389-623A-4331-9A65-3AA7849E32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7363" y="24272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10" name="Rectangle 31">
              <a:extLst>
                <a:ext uri="{FF2B5EF4-FFF2-40B4-BE49-F238E27FC236}">
                  <a16:creationId xmlns:a16="http://schemas.microsoft.com/office/drawing/2014/main" id="{F91F4610-4192-47AE-90AB-873D2C6B6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3413" y="25241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11" name="Rectangle 32">
              <a:extLst>
                <a:ext uri="{FF2B5EF4-FFF2-40B4-BE49-F238E27FC236}">
                  <a16:creationId xmlns:a16="http://schemas.microsoft.com/office/drawing/2014/main" id="{5ED8BC2B-C141-4517-969B-352A6B80D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7713" y="24272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12" name="Rectangle 33">
              <a:extLst>
                <a:ext uri="{FF2B5EF4-FFF2-40B4-BE49-F238E27FC236}">
                  <a16:creationId xmlns:a16="http://schemas.microsoft.com/office/drawing/2014/main" id="{4AA4C782-BDA5-487A-AE2E-274590074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13" name="Rectangle 34">
              <a:extLst>
                <a:ext uri="{FF2B5EF4-FFF2-40B4-BE49-F238E27FC236}">
                  <a16:creationId xmlns:a16="http://schemas.microsoft.com/office/drawing/2014/main" id="{4C523814-B774-4275-971F-D535B9A7D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3763" y="25241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14" name="Rectangle 35">
              <a:extLst>
                <a:ext uri="{FF2B5EF4-FFF2-40B4-BE49-F238E27FC236}">
                  <a16:creationId xmlns:a16="http://schemas.microsoft.com/office/drawing/2014/main" id="{100E5792-CC63-4FDE-8102-D8C0D220D0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15" name="Rectangle 36">
              <a:extLst>
                <a:ext uri="{FF2B5EF4-FFF2-40B4-BE49-F238E27FC236}">
                  <a16:creationId xmlns:a16="http://schemas.microsoft.com/office/drawing/2014/main" id="{A3A20838-6A6D-4958-A578-CB438B4C6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2771775"/>
              <a:ext cx="49799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16" name="Rectangle 37">
              <a:extLst>
                <a:ext uri="{FF2B5EF4-FFF2-40B4-BE49-F238E27FC236}">
                  <a16:creationId xmlns:a16="http://schemas.microsoft.com/office/drawing/2014/main" id="{BA560E54-21A7-4141-AAC3-11F03F545C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2787650"/>
              <a:ext cx="11112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17" name="Rectangle 38">
              <a:extLst>
                <a:ext uri="{FF2B5EF4-FFF2-40B4-BE49-F238E27FC236}">
                  <a16:creationId xmlns:a16="http://schemas.microsoft.com/office/drawing/2014/main" id="{5A94C5D6-84C6-4316-B17D-58208E5FD5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62713" y="2281238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18" name="Rectangle 39">
              <a:extLst>
                <a:ext uri="{FF2B5EF4-FFF2-40B4-BE49-F238E27FC236}">
                  <a16:creationId xmlns:a16="http://schemas.microsoft.com/office/drawing/2014/main" id="{794249F5-D250-4D0B-BD3F-C0B15E3972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19" name="Rectangle 40">
              <a:extLst>
                <a:ext uri="{FF2B5EF4-FFF2-40B4-BE49-F238E27FC236}">
                  <a16:creationId xmlns:a16="http://schemas.microsoft.com/office/drawing/2014/main" id="{08CA081E-4E8B-4053-B5EF-EDC6E822EF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20" name="Rectangle 41">
              <a:extLst>
                <a:ext uri="{FF2B5EF4-FFF2-40B4-BE49-F238E27FC236}">
                  <a16:creationId xmlns:a16="http://schemas.microsoft.com/office/drawing/2014/main" id="{3FCD1E94-711C-4C14-97CA-F10250C6C1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21" name="Rectangle 42">
              <a:extLst>
                <a:ext uri="{FF2B5EF4-FFF2-40B4-BE49-F238E27FC236}">
                  <a16:creationId xmlns:a16="http://schemas.microsoft.com/office/drawing/2014/main" id="{81A34D21-D2BD-4D81-A8B8-592C651D71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22" name="Rectangle 43">
              <a:extLst>
                <a:ext uri="{FF2B5EF4-FFF2-40B4-BE49-F238E27FC236}">
                  <a16:creationId xmlns:a16="http://schemas.microsoft.com/office/drawing/2014/main" id="{5DF59E54-CA34-4759-B61C-2E9F4C2C96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23" name="Rectangle 44">
              <a:extLst>
                <a:ext uri="{FF2B5EF4-FFF2-40B4-BE49-F238E27FC236}">
                  <a16:creationId xmlns:a16="http://schemas.microsoft.com/office/drawing/2014/main" id="{403205CC-3B17-4E20-B4A5-3C90F35853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24" name="Rectangle 45">
              <a:extLst>
                <a:ext uri="{FF2B5EF4-FFF2-40B4-BE49-F238E27FC236}">
                  <a16:creationId xmlns:a16="http://schemas.microsoft.com/office/drawing/2014/main" id="{E784D5B7-6F5C-40D6-9C43-3738B90E7D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25" name="Rectangle 46">
              <a:extLst>
                <a:ext uri="{FF2B5EF4-FFF2-40B4-BE49-F238E27FC236}">
                  <a16:creationId xmlns:a16="http://schemas.microsoft.com/office/drawing/2014/main" id="{D9F5B162-DC62-4402-A7CD-255BB58BA2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26" name="Rectangle 47">
              <a:extLst>
                <a:ext uri="{FF2B5EF4-FFF2-40B4-BE49-F238E27FC236}">
                  <a16:creationId xmlns:a16="http://schemas.microsoft.com/office/drawing/2014/main" id="{9921457D-ED5E-4F50-A9AB-C13BEDC859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27" name="Rectangle 48">
              <a:extLst>
                <a:ext uri="{FF2B5EF4-FFF2-40B4-BE49-F238E27FC236}">
                  <a16:creationId xmlns:a16="http://schemas.microsoft.com/office/drawing/2014/main" id="{276EEE55-3EB8-4253-9203-5506D7756A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28" name="Rectangle 49">
              <a:extLst>
                <a:ext uri="{FF2B5EF4-FFF2-40B4-BE49-F238E27FC236}">
                  <a16:creationId xmlns:a16="http://schemas.microsoft.com/office/drawing/2014/main" id="{CD31D8B7-88FF-47CA-97D2-122CCB1BCA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189288"/>
              <a:ext cx="11112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29" name="Rectangle 50">
              <a:extLst>
                <a:ext uri="{FF2B5EF4-FFF2-40B4-BE49-F238E27FC236}">
                  <a16:creationId xmlns:a16="http://schemas.microsoft.com/office/drawing/2014/main" id="{D5E45C49-6E64-4029-AF79-D5B751C1F1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30" name="Rectangle 51">
              <a:extLst>
                <a:ext uri="{FF2B5EF4-FFF2-40B4-BE49-F238E27FC236}">
                  <a16:creationId xmlns:a16="http://schemas.microsoft.com/office/drawing/2014/main" id="{83D18DDF-9C08-42E8-A021-30BFA470DB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31" name="Rectangle 52">
              <a:extLst>
                <a:ext uri="{FF2B5EF4-FFF2-40B4-BE49-F238E27FC236}">
                  <a16:creationId xmlns:a16="http://schemas.microsoft.com/office/drawing/2014/main" id="{9D146028-7D24-4300-9C8F-C3AD978034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32" name="Rectangle 53">
              <a:extLst>
                <a:ext uri="{FF2B5EF4-FFF2-40B4-BE49-F238E27FC236}">
                  <a16:creationId xmlns:a16="http://schemas.microsoft.com/office/drawing/2014/main" id="{EDD01460-6785-460E-B431-22EF4B1012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33" name="Rectangle 54">
              <a:extLst>
                <a:ext uri="{FF2B5EF4-FFF2-40B4-BE49-F238E27FC236}">
                  <a16:creationId xmlns:a16="http://schemas.microsoft.com/office/drawing/2014/main" id="{EFDB23DA-EAFD-464F-A983-AEF24BB816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34" name="Rectangle 55">
              <a:extLst>
                <a:ext uri="{FF2B5EF4-FFF2-40B4-BE49-F238E27FC236}">
                  <a16:creationId xmlns:a16="http://schemas.microsoft.com/office/drawing/2014/main" id="{7BA803F6-7C09-4D56-BEC5-3BCF046C2E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35" name="Rectangle 56">
              <a:extLst>
                <a:ext uri="{FF2B5EF4-FFF2-40B4-BE49-F238E27FC236}">
                  <a16:creationId xmlns:a16="http://schemas.microsoft.com/office/drawing/2014/main" id="{DDCFBA6B-AB18-447F-9CF9-9648A8C170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36" name="Rectangle 57">
              <a:extLst>
                <a:ext uri="{FF2B5EF4-FFF2-40B4-BE49-F238E27FC236}">
                  <a16:creationId xmlns:a16="http://schemas.microsoft.com/office/drawing/2014/main" id="{4C0B301C-BD13-458F-9B50-AFE828FEDA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37" name="Rectangle 58">
              <a:extLst>
                <a:ext uri="{FF2B5EF4-FFF2-40B4-BE49-F238E27FC236}">
                  <a16:creationId xmlns:a16="http://schemas.microsoft.com/office/drawing/2014/main" id="{633E3DBC-45B0-4888-915A-7B05D3DAB1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38" name="Rectangle 59">
              <a:extLst>
                <a:ext uri="{FF2B5EF4-FFF2-40B4-BE49-F238E27FC236}">
                  <a16:creationId xmlns:a16="http://schemas.microsoft.com/office/drawing/2014/main" id="{BCD89CC9-A4D8-41F6-AC8E-407A55E277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39" name="Rectangle 60">
              <a:extLst>
                <a:ext uri="{FF2B5EF4-FFF2-40B4-BE49-F238E27FC236}">
                  <a16:creationId xmlns:a16="http://schemas.microsoft.com/office/drawing/2014/main" id="{D4011770-D695-4219-A7FA-FA45F590FE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40" name="Rectangle 61">
              <a:extLst>
                <a:ext uri="{FF2B5EF4-FFF2-40B4-BE49-F238E27FC236}">
                  <a16:creationId xmlns:a16="http://schemas.microsoft.com/office/drawing/2014/main" id="{EA5FD966-5CB5-4307-B7FA-B60BA66089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494088"/>
              <a:ext cx="11112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41" name="Rectangle 62">
              <a:extLst>
                <a:ext uri="{FF2B5EF4-FFF2-40B4-BE49-F238E27FC236}">
                  <a16:creationId xmlns:a16="http://schemas.microsoft.com/office/drawing/2014/main" id="{98A1776C-6375-423A-838C-5420F3A03F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42" name="Rectangle 63">
              <a:extLst>
                <a:ext uri="{FF2B5EF4-FFF2-40B4-BE49-F238E27FC236}">
                  <a16:creationId xmlns:a16="http://schemas.microsoft.com/office/drawing/2014/main" id="{8F9DD9B9-863C-4EB3-A604-89433CC3D9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43" name="Rectangle 64">
              <a:extLst>
                <a:ext uri="{FF2B5EF4-FFF2-40B4-BE49-F238E27FC236}">
                  <a16:creationId xmlns:a16="http://schemas.microsoft.com/office/drawing/2014/main" id="{F3B38F62-F405-4FA5-AE2E-8213136779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44" name="Rectangle 65">
              <a:extLst>
                <a:ext uri="{FF2B5EF4-FFF2-40B4-BE49-F238E27FC236}">
                  <a16:creationId xmlns:a16="http://schemas.microsoft.com/office/drawing/2014/main" id="{E56A5D8D-E98C-4AB9-A1D1-DA48B61008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45" name="Rectangle 66">
              <a:extLst>
                <a:ext uri="{FF2B5EF4-FFF2-40B4-BE49-F238E27FC236}">
                  <a16:creationId xmlns:a16="http://schemas.microsoft.com/office/drawing/2014/main" id="{DC656E25-C6A5-4476-958C-59C2CE6DEC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46" name="Rectangle 67">
              <a:extLst>
                <a:ext uri="{FF2B5EF4-FFF2-40B4-BE49-F238E27FC236}">
                  <a16:creationId xmlns:a16="http://schemas.microsoft.com/office/drawing/2014/main" id="{699ECBC1-9EF2-4ADE-A12B-52B377D24C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47" name="Rectangle 68">
              <a:extLst>
                <a:ext uri="{FF2B5EF4-FFF2-40B4-BE49-F238E27FC236}">
                  <a16:creationId xmlns:a16="http://schemas.microsoft.com/office/drawing/2014/main" id="{FCED21AE-81D7-4165-917E-8AD1180677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48" name="Rectangle 69">
              <a:extLst>
                <a:ext uri="{FF2B5EF4-FFF2-40B4-BE49-F238E27FC236}">
                  <a16:creationId xmlns:a16="http://schemas.microsoft.com/office/drawing/2014/main" id="{AD8B4805-EB43-4C06-97E5-E88873B93F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49" name="Rectangle 70">
              <a:extLst>
                <a:ext uri="{FF2B5EF4-FFF2-40B4-BE49-F238E27FC236}">
                  <a16:creationId xmlns:a16="http://schemas.microsoft.com/office/drawing/2014/main" id="{B2EC49A2-9743-4638-BF98-FC438A8B33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50" name="Rectangle 71">
              <a:extLst>
                <a:ext uri="{FF2B5EF4-FFF2-40B4-BE49-F238E27FC236}">
                  <a16:creationId xmlns:a16="http://schemas.microsoft.com/office/drawing/2014/main" id="{EE76458B-F974-4929-A804-BA85650CE4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51" name="Rectangle 72">
              <a:extLst>
                <a:ext uri="{FF2B5EF4-FFF2-40B4-BE49-F238E27FC236}">
                  <a16:creationId xmlns:a16="http://schemas.microsoft.com/office/drawing/2014/main" id="{912DA4FD-E6A8-4104-BBD7-277058281B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52" name="Rectangle 73">
              <a:extLst>
                <a:ext uri="{FF2B5EF4-FFF2-40B4-BE49-F238E27FC236}">
                  <a16:creationId xmlns:a16="http://schemas.microsoft.com/office/drawing/2014/main" id="{454AA95B-C91E-4F03-95AD-5ECB0B9B07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803650"/>
              <a:ext cx="11112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53" name="Rectangle 74">
              <a:extLst>
                <a:ext uri="{FF2B5EF4-FFF2-40B4-BE49-F238E27FC236}">
                  <a16:creationId xmlns:a16="http://schemas.microsoft.com/office/drawing/2014/main" id="{50463104-888F-4C3E-AD5E-F24A753068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54" name="Rectangle 75">
              <a:extLst>
                <a:ext uri="{FF2B5EF4-FFF2-40B4-BE49-F238E27FC236}">
                  <a16:creationId xmlns:a16="http://schemas.microsoft.com/office/drawing/2014/main" id="{4AD4AA7E-22FE-4AB0-94FF-9ACF443564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55" name="Rectangle 76">
              <a:extLst>
                <a:ext uri="{FF2B5EF4-FFF2-40B4-BE49-F238E27FC236}">
                  <a16:creationId xmlns:a16="http://schemas.microsoft.com/office/drawing/2014/main" id="{B07DDD94-8023-43C3-B8D5-4E73EEE87D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56" name="Rectangle 77">
              <a:extLst>
                <a:ext uri="{FF2B5EF4-FFF2-40B4-BE49-F238E27FC236}">
                  <a16:creationId xmlns:a16="http://schemas.microsoft.com/office/drawing/2014/main" id="{56D035AE-EBD2-4CA3-B951-BEF3EED24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57" name="Rectangle 78">
              <a:extLst>
                <a:ext uri="{FF2B5EF4-FFF2-40B4-BE49-F238E27FC236}">
                  <a16:creationId xmlns:a16="http://schemas.microsoft.com/office/drawing/2014/main" id="{4DAF6693-1B5E-4B95-BAB1-069B0F0620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58" name="Rectangle 79">
              <a:extLst>
                <a:ext uri="{FF2B5EF4-FFF2-40B4-BE49-F238E27FC236}">
                  <a16:creationId xmlns:a16="http://schemas.microsoft.com/office/drawing/2014/main" id="{FD951F9F-0E0A-4CF0-A887-90B06CD8CA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59" name="Rectangle 80">
              <a:extLst>
                <a:ext uri="{FF2B5EF4-FFF2-40B4-BE49-F238E27FC236}">
                  <a16:creationId xmlns:a16="http://schemas.microsoft.com/office/drawing/2014/main" id="{7CC512B6-4BE7-45FB-B162-0702DD841B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60" name="Rectangle 81">
              <a:extLst>
                <a:ext uri="{FF2B5EF4-FFF2-40B4-BE49-F238E27FC236}">
                  <a16:creationId xmlns:a16="http://schemas.microsoft.com/office/drawing/2014/main" id="{33430872-B344-49D3-93D9-A26AA66596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61" name="Rectangle 82">
              <a:extLst>
                <a:ext uri="{FF2B5EF4-FFF2-40B4-BE49-F238E27FC236}">
                  <a16:creationId xmlns:a16="http://schemas.microsoft.com/office/drawing/2014/main" id="{95EB0584-E112-4C1B-93B3-CBE6E984AB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62" name="Rectangle 83">
              <a:extLst>
                <a:ext uri="{FF2B5EF4-FFF2-40B4-BE49-F238E27FC236}">
                  <a16:creationId xmlns:a16="http://schemas.microsoft.com/office/drawing/2014/main" id="{FF5D0B61-2C49-4A26-A1F6-2A7CE9CCC0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63" name="Rectangle 84">
              <a:extLst>
                <a:ext uri="{FF2B5EF4-FFF2-40B4-BE49-F238E27FC236}">
                  <a16:creationId xmlns:a16="http://schemas.microsoft.com/office/drawing/2014/main" id="{DE2BAFA6-DF64-4C9B-AB60-81F6CD3464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64" name="Rectangle 85">
              <a:extLst>
                <a:ext uri="{FF2B5EF4-FFF2-40B4-BE49-F238E27FC236}">
                  <a16:creationId xmlns:a16="http://schemas.microsoft.com/office/drawing/2014/main" id="{E2E6DFEE-793E-4847-9FE3-8791097790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4140200"/>
              <a:ext cx="49799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965" name="Rectangle 86">
              <a:extLst>
                <a:ext uri="{FF2B5EF4-FFF2-40B4-BE49-F238E27FC236}">
                  <a16:creationId xmlns:a16="http://schemas.microsoft.com/office/drawing/2014/main" id="{10FC1D9B-1352-425D-8EA0-F9AB482DAD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86" name="Rectangle 2">
            <a:extLst>
              <a:ext uri="{FF2B5EF4-FFF2-40B4-BE49-F238E27FC236}">
                <a16:creationId xmlns:a16="http://schemas.microsoft.com/office/drawing/2014/main" id="{F0F4A1FF-4561-2D45-845B-191AC000F45E}"/>
              </a:ext>
            </a:extLst>
          </p:cNvPr>
          <p:cNvSpPr txBox="1">
            <a:spLocks noChangeArrowheads="1"/>
          </p:cNvSpPr>
          <p:nvPr/>
        </p:nvSpPr>
        <p:spPr>
          <a:xfrm>
            <a:off x="790575" y="100013"/>
            <a:ext cx="4695825" cy="814387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Deriving Y</a:t>
            </a:r>
            <a:r>
              <a:rPr kumimoji="0" lang="en-US" sz="36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1</a:t>
            </a:r>
          </a:p>
        </p:txBody>
      </p:sp>
      <p:graphicFrame>
        <p:nvGraphicFramePr>
          <p:cNvPr id="88" name="Shape 730">
            <a:extLst>
              <a:ext uri="{FF2B5EF4-FFF2-40B4-BE49-F238E27FC236}">
                <a16:creationId xmlns:a16="http://schemas.microsoft.com/office/drawing/2014/main" id="{A4053BE1-DDCD-F04E-83F4-526F132AC742}"/>
              </a:ext>
            </a:extLst>
          </p:cNvPr>
          <p:cNvGraphicFramePr>
            <a:graphicFrameLocks noGrp="1"/>
          </p:cNvGraphicFramePr>
          <p:nvPr/>
        </p:nvGraphicFramePr>
        <p:xfrm>
          <a:off x="6791325" y="76200"/>
          <a:ext cx="2124075" cy="6746875"/>
        </p:xfrm>
        <a:graphic>
          <a:graphicData uri="http://schemas.openxmlformats.org/drawingml/2006/table">
            <a:tbl>
              <a:tblPr/>
              <a:tblGrid>
                <a:gridCol w="354013">
                  <a:extLst>
                    <a:ext uri="{9D8B030D-6E8A-4147-A177-3AD203B41FA5}">
                      <a16:colId xmlns:a16="http://schemas.microsoft.com/office/drawing/2014/main" val="1740294657"/>
                    </a:ext>
                  </a:extLst>
                </a:gridCol>
                <a:gridCol w="354012">
                  <a:extLst>
                    <a:ext uri="{9D8B030D-6E8A-4147-A177-3AD203B41FA5}">
                      <a16:colId xmlns:a16="http://schemas.microsoft.com/office/drawing/2014/main" val="3613028746"/>
                    </a:ext>
                  </a:extLst>
                </a:gridCol>
                <a:gridCol w="354013">
                  <a:extLst>
                    <a:ext uri="{9D8B030D-6E8A-4147-A177-3AD203B41FA5}">
                      <a16:colId xmlns:a16="http://schemas.microsoft.com/office/drawing/2014/main" val="2985136017"/>
                    </a:ext>
                  </a:extLst>
                </a:gridCol>
                <a:gridCol w="354012">
                  <a:extLst>
                    <a:ext uri="{9D8B030D-6E8A-4147-A177-3AD203B41FA5}">
                      <a16:colId xmlns:a16="http://schemas.microsoft.com/office/drawing/2014/main" val="4040300324"/>
                    </a:ext>
                  </a:extLst>
                </a:gridCol>
                <a:gridCol w="354013">
                  <a:extLst>
                    <a:ext uri="{9D8B030D-6E8A-4147-A177-3AD203B41FA5}">
                      <a16:colId xmlns:a16="http://schemas.microsoft.com/office/drawing/2014/main" val="3266963547"/>
                    </a:ext>
                  </a:extLst>
                </a:gridCol>
                <a:gridCol w="354012">
                  <a:extLst>
                    <a:ext uri="{9D8B030D-6E8A-4147-A177-3AD203B41FA5}">
                      <a16:colId xmlns:a16="http://schemas.microsoft.com/office/drawing/2014/main" val="4233866246"/>
                    </a:ext>
                  </a:extLst>
                </a:gridCol>
              </a:tblGrid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2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a</a:t>
                      </a:r>
                      <a:endParaRPr kumimoji="0" lang="en-US" altLang="en-US" sz="14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MS PGothic" panose="020B0600070205080204" pitchFamily="34" charset="-128"/>
                        <a:sym typeface="Times New Roman" panose="02020603050405020304" pitchFamily="18" charset="0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b</a:t>
                      </a:r>
                      <a:endParaRPr kumimoji="0" lang="en-US" altLang="en-US" sz="14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MS PGothic" panose="020B0600070205080204" pitchFamily="34" charset="-128"/>
                        <a:sym typeface="Times New Roman" panose="02020603050405020304" pitchFamily="18" charset="0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2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3539164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86336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111563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74710224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1201595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5829439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6616531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1804246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8477083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0659356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614705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8840010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4844053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99093746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52804587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3681726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3943364"/>
                  </a:ext>
                </a:extLst>
              </a:tr>
            </a:tbl>
          </a:graphicData>
        </a:graphic>
      </p:graphicFrame>
      <p:sp>
        <p:nvSpPr>
          <p:cNvPr id="72835" name="Rectangle 88">
            <a:extLst>
              <a:ext uri="{FF2B5EF4-FFF2-40B4-BE49-F238E27FC236}">
                <a16:creationId xmlns:a16="http://schemas.microsoft.com/office/drawing/2014/main" id="{C976D1E4-0399-4B60-880F-A4A153476D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57400" y="2252663"/>
            <a:ext cx="293688" cy="121920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2836" name="Rectangle 90">
            <a:extLst>
              <a:ext uri="{FF2B5EF4-FFF2-40B4-BE49-F238E27FC236}">
                <a16:creationId xmlns:a16="http://schemas.microsoft.com/office/drawing/2014/main" id="{6DC12B6A-6C6E-48BF-BD72-3FA0039EDD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7950" y="2263775"/>
            <a:ext cx="293688" cy="121920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2837" name="Rectangle 91">
            <a:extLst>
              <a:ext uri="{FF2B5EF4-FFF2-40B4-BE49-F238E27FC236}">
                <a16:creationId xmlns:a16="http://schemas.microsoft.com/office/drawing/2014/main" id="{BDF532AD-56A0-4450-A1F8-9CD336690E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9775" y="2260600"/>
            <a:ext cx="293688" cy="121920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2838" name="Rectangle 92">
            <a:extLst>
              <a:ext uri="{FF2B5EF4-FFF2-40B4-BE49-F238E27FC236}">
                <a16:creationId xmlns:a16="http://schemas.microsoft.com/office/drawing/2014/main" id="{72C8F8A9-191C-4535-803D-D586B5D105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79850" y="2257425"/>
            <a:ext cx="293688" cy="121920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2839" name="Rectangle 93">
            <a:extLst>
              <a:ext uri="{FF2B5EF4-FFF2-40B4-BE49-F238E27FC236}">
                <a16:creationId xmlns:a16="http://schemas.microsoft.com/office/drawing/2014/main" id="{9C169081-CDD3-49CF-B200-8D4AF7315D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1625" y="1766888"/>
            <a:ext cx="206375" cy="334962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72840" name="Group 221">
            <a:extLst>
              <a:ext uri="{FF2B5EF4-FFF2-40B4-BE49-F238E27FC236}">
                <a16:creationId xmlns:a16="http://schemas.microsoft.com/office/drawing/2014/main" id="{0B147BFA-8A9D-4620-9C46-C64E9D59FD2B}"/>
              </a:ext>
            </a:extLst>
          </p:cNvPr>
          <p:cNvGrpSpPr>
            <a:grpSpLocks/>
          </p:cNvGrpSpPr>
          <p:nvPr/>
        </p:nvGrpSpPr>
        <p:grpSpPr bwMode="auto">
          <a:xfrm>
            <a:off x="368300" y="3810000"/>
            <a:ext cx="2298700" cy="2232025"/>
            <a:chOff x="3189288" y="3813175"/>
            <a:chExt cx="2298700" cy="2232025"/>
          </a:xfrm>
        </p:grpSpPr>
        <p:sp>
          <p:nvSpPr>
            <p:cNvPr id="72841" name="Rectangle 91">
              <a:extLst>
                <a:ext uri="{FF2B5EF4-FFF2-40B4-BE49-F238E27FC236}">
                  <a16:creationId xmlns:a16="http://schemas.microsoft.com/office/drawing/2014/main" id="{77E94F20-5096-4C63-A02C-3A491DEA18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6513" y="4422775"/>
              <a:ext cx="820737" cy="820737"/>
            </a:xfrm>
            <a:prstGeom prst="rect">
              <a:avLst/>
            </a:prstGeom>
            <a:noFill/>
            <a:ln w="1746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842" name="Line 92">
              <a:extLst>
                <a:ext uri="{FF2B5EF4-FFF2-40B4-BE49-F238E27FC236}">
                  <a16:creationId xmlns:a16="http://schemas.microsoft.com/office/drawing/2014/main" id="{52B0F286-1754-4923-811C-9BEC7260C4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46513" y="4822825"/>
              <a:ext cx="820737" cy="1587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843" name="Line 93">
              <a:extLst>
                <a:ext uri="{FF2B5EF4-FFF2-40B4-BE49-F238E27FC236}">
                  <a16:creationId xmlns:a16="http://schemas.microsoft.com/office/drawing/2014/main" id="{6D6F08FD-CC1A-4C94-B554-51BD197690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67200" y="4422775"/>
              <a:ext cx="1588" cy="820737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844" name="Line 94">
              <a:extLst>
                <a:ext uri="{FF2B5EF4-FFF2-40B4-BE49-F238E27FC236}">
                  <a16:creationId xmlns:a16="http://schemas.microsoft.com/office/drawing/2014/main" id="{3692E87C-DE7E-40E2-AE94-DF6AFF112A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6463" y="4021137"/>
              <a:ext cx="400050" cy="401638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845" name="Rectangle 95">
              <a:extLst>
                <a:ext uri="{FF2B5EF4-FFF2-40B4-BE49-F238E27FC236}">
                  <a16:creationId xmlns:a16="http://schemas.microsoft.com/office/drawing/2014/main" id="{E910BDAF-DBBA-476A-8AFD-681EA70C9C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7250" y="4422775"/>
              <a:ext cx="820738" cy="820737"/>
            </a:xfrm>
            <a:prstGeom prst="rect">
              <a:avLst/>
            </a:prstGeom>
            <a:noFill/>
            <a:ln w="1746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846" name="Line 96">
              <a:extLst>
                <a:ext uri="{FF2B5EF4-FFF2-40B4-BE49-F238E27FC236}">
                  <a16:creationId xmlns:a16="http://schemas.microsoft.com/office/drawing/2014/main" id="{E8F5421C-8610-49FC-9E5E-06D0B7DAF0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67250" y="4822825"/>
              <a:ext cx="820738" cy="1587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847" name="Line 97">
              <a:extLst>
                <a:ext uri="{FF2B5EF4-FFF2-40B4-BE49-F238E27FC236}">
                  <a16:creationId xmlns:a16="http://schemas.microsoft.com/office/drawing/2014/main" id="{F0F5EC92-9E9E-44BB-B3D8-159354A0C8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68888" y="4422775"/>
              <a:ext cx="1587" cy="820737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848" name="Rectangle 99">
              <a:extLst>
                <a:ext uri="{FF2B5EF4-FFF2-40B4-BE49-F238E27FC236}">
                  <a16:creationId xmlns:a16="http://schemas.microsoft.com/office/drawing/2014/main" id="{37B35792-CDA6-486A-89A2-933B19BF0C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3513" y="4198937"/>
              <a:ext cx="249237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849" name="Rectangle 100">
              <a:extLst>
                <a:ext uri="{FF2B5EF4-FFF2-40B4-BE49-F238E27FC236}">
                  <a16:creationId xmlns:a16="http://schemas.microsoft.com/office/drawing/2014/main" id="{B73BE0E3-69C8-471F-9C1C-8D48F8E773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325" y="4198937"/>
              <a:ext cx="24923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850" name="Rectangle 101">
              <a:extLst>
                <a:ext uri="{FF2B5EF4-FFF2-40B4-BE49-F238E27FC236}">
                  <a16:creationId xmlns:a16="http://schemas.microsoft.com/office/drawing/2014/main" id="{5A252A7E-C503-4C0F-B7B5-A694BCBDCC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725" y="4198937"/>
              <a:ext cx="24923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851" name="Rectangle 102">
              <a:extLst>
                <a:ext uri="{FF2B5EF4-FFF2-40B4-BE49-F238E27FC236}">
                  <a16:creationId xmlns:a16="http://schemas.microsoft.com/office/drawing/2014/main" id="{BB6EABF8-9DD5-41B6-9840-1644C9431B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1125" y="4198937"/>
              <a:ext cx="24923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852" name="Rectangle 103">
              <a:extLst>
                <a:ext uri="{FF2B5EF4-FFF2-40B4-BE49-F238E27FC236}">
                  <a16:creationId xmlns:a16="http://schemas.microsoft.com/office/drawing/2014/main" id="{F57E1DDF-59A6-45DF-BA87-2C998EA17E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450" y="4537075"/>
              <a:ext cx="24923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853" name="Rectangle 104">
              <a:extLst>
                <a:ext uri="{FF2B5EF4-FFF2-40B4-BE49-F238E27FC236}">
                  <a16:creationId xmlns:a16="http://schemas.microsoft.com/office/drawing/2014/main" id="{408B0F70-660C-426A-AFEF-8595742BBA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3150" y="4983162"/>
              <a:ext cx="24923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854" name="Rectangle 105">
              <a:extLst>
                <a:ext uri="{FF2B5EF4-FFF2-40B4-BE49-F238E27FC236}">
                  <a16:creationId xmlns:a16="http://schemas.microsoft.com/office/drawing/2014/main" id="{DD41CBB8-359E-4340-B61C-5CF044EABE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5950" y="4545012"/>
              <a:ext cx="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855" name="Rectangle 106">
              <a:extLst>
                <a:ext uri="{FF2B5EF4-FFF2-40B4-BE49-F238E27FC236}">
                  <a16:creationId xmlns:a16="http://schemas.microsoft.com/office/drawing/2014/main" id="{F91035B8-C4FA-4673-8A74-7DEF78EE48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6375" y="4949825"/>
              <a:ext cx="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856" name="Rectangle 107">
              <a:extLst>
                <a:ext uri="{FF2B5EF4-FFF2-40B4-BE49-F238E27FC236}">
                  <a16:creationId xmlns:a16="http://schemas.microsoft.com/office/drawing/2014/main" id="{D5CEB772-9744-4C7F-A22E-D95D8BCB75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5950" y="4949825"/>
              <a:ext cx="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857" name="Rectangle 108">
              <a:extLst>
                <a:ext uri="{FF2B5EF4-FFF2-40B4-BE49-F238E27FC236}">
                  <a16:creationId xmlns:a16="http://schemas.microsoft.com/office/drawing/2014/main" id="{366C8226-FAFE-42DC-AF70-BD885998E0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3938" y="4545012"/>
              <a:ext cx="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858" name="Rectangle 109">
              <a:extLst>
                <a:ext uri="{FF2B5EF4-FFF2-40B4-BE49-F238E27FC236}">
                  <a16:creationId xmlns:a16="http://schemas.microsoft.com/office/drawing/2014/main" id="{9617CA83-B9CD-4F84-B61B-4AA13CF87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3938" y="4949825"/>
              <a:ext cx="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859" name="Rectangle 110">
              <a:extLst>
                <a:ext uri="{FF2B5EF4-FFF2-40B4-BE49-F238E27FC236}">
                  <a16:creationId xmlns:a16="http://schemas.microsoft.com/office/drawing/2014/main" id="{0E56D301-9F1B-4FB4-8706-FECBC2D701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9225" y="4545012"/>
              <a:ext cx="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860" name="Rectangle 111">
              <a:extLst>
                <a:ext uri="{FF2B5EF4-FFF2-40B4-BE49-F238E27FC236}">
                  <a16:creationId xmlns:a16="http://schemas.microsoft.com/office/drawing/2014/main" id="{E04CCC7B-A208-4502-BEDD-2DAE57AFD0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9225" y="4949825"/>
              <a:ext cx="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861" name="Rectangle 112">
              <a:extLst>
                <a:ext uri="{FF2B5EF4-FFF2-40B4-BE49-F238E27FC236}">
                  <a16:creationId xmlns:a16="http://schemas.microsoft.com/office/drawing/2014/main" id="{2E0B7B7F-5C3B-4072-813C-5FDABA52D3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6513" y="5243512"/>
              <a:ext cx="820737" cy="801688"/>
            </a:xfrm>
            <a:prstGeom prst="rect">
              <a:avLst/>
            </a:prstGeom>
            <a:noFill/>
            <a:ln w="1746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862" name="Line 113">
              <a:extLst>
                <a:ext uri="{FF2B5EF4-FFF2-40B4-BE49-F238E27FC236}">
                  <a16:creationId xmlns:a16="http://schemas.microsoft.com/office/drawing/2014/main" id="{F2D4B70C-C63D-414D-9012-D11AE867C4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46513" y="5643562"/>
              <a:ext cx="820737" cy="1588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863" name="Line 114">
              <a:extLst>
                <a:ext uri="{FF2B5EF4-FFF2-40B4-BE49-F238E27FC236}">
                  <a16:creationId xmlns:a16="http://schemas.microsoft.com/office/drawing/2014/main" id="{3E9304CE-18A3-42A4-BF64-2B66E3A78A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67200" y="5243512"/>
              <a:ext cx="1588" cy="801688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864" name="Rectangle 115">
              <a:extLst>
                <a:ext uri="{FF2B5EF4-FFF2-40B4-BE49-F238E27FC236}">
                  <a16:creationId xmlns:a16="http://schemas.microsoft.com/office/drawing/2014/main" id="{2C371BCE-FDAF-4D81-A5C4-EEB5CC7345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7250" y="5243512"/>
              <a:ext cx="820738" cy="801688"/>
            </a:xfrm>
            <a:prstGeom prst="rect">
              <a:avLst/>
            </a:prstGeom>
            <a:noFill/>
            <a:ln w="1746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865" name="Line 116">
              <a:extLst>
                <a:ext uri="{FF2B5EF4-FFF2-40B4-BE49-F238E27FC236}">
                  <a16:creationId xmlns:a16="http://schemas.microsoft.com/office/drawing/2014/main" id="{657C4590-D0D4-4683-B01E-E210315F88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67250" y="5643562"/>
              <a:ext cx="820738" cy="1588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866" name="Line 117">
              <a:extLst>
                <a:ext uri="{FF2B5EF4-FFF2-40B4-BE49-F238E27FC236}">
                  <a16:creationId xmlns:a16="http://schemas.microsoft.com/office/drawing/2014/main" id="{570482BD-00BA-4391-BA4F-E6CE9AD99D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68888" y="5243512"/>
              <a:ext cx="1587" cy="801688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867" name="Rectangle 118">
              <a:extLst>
                <a:ext uri="{FF2B5EF4-FFF2-40B4-BE49-F238E27FC236}">
                  <a16:creationId xmlns:a16="http://schemas.microsoft.com/office/drawing/2014/main" id="{0ACFB7A4-8415-4434-A3B1-F2DC7F9D21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6375" y="4545012"/>
              <a:ext cx="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868" name="Rectangle 119">
              <a:extLst>
                <a:ext uri="{FF2B5EF4-FFF2-40B4-BE49-F238E27FC236}">
                  <a16:creationId xmlns:a16="http://schemas.microsoft.com/office/drawing/2014/main" id="{AEE2E6C0-FA07-4F1A-8511-738F3CCC47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5950" y="5356225"/>
              <a:ext cx="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869" name="Rectangle 120">
              <a:extLst>
                <a:ext uri="{FF2B5EF4-FFF2-40B4-BE49-F238E27FC236}">
                  <a16:creationId xmlns:a16="http://schemas.microsoft.com/office/drawing/2014/main" id="{4CDA5E70-A852-4CC2-894B-CCF6039F18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6375" y="5761037"/>
              <a:ext cx="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870" name="Rectangle 121">
              <a:extLst>
                <a:ext uri="{FF2B5EF4-FFF2-40B4-BE49-F238E27FC236}">
                  <a16:creationId xmlns:a16="http://schemas.microsoft.com/office/drawing/2014/main" id="{C1FD7140-328C-442B-9DD8-779E988B4C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5950" y="5761037"/>
              <a:ext cx="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871" name="Rectangle 122">
              <a:extLst>
                <a:ext uri="{FF2B5EF4-FFF2-40B4-BE49-F238E27FC236}">
                  <a16:creationId xmlns:a16="http://schemas.microsoft.com/office/drawing/2014/main" id="{42CE189B-D3B6-43CC-8633-1D40D0297F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3938" y="5356225"/>
              <a:ext cx="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872" name="Rectangle 123">
              <a:extLst>
                <a:ext uri="{FF2B5EF4-FFF2-40B4-BE49-F238E27FC236}">
                  <a16:creationId xmlns:a16="http://schemas.microsoft.com/office/drawing/2014/main" id="{3ACC0919-7B35-43C1-ACF6-BFF0EBF806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3938" y="5761037"/>
              <a:ext cx="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873" name="Rectangle 124">
              <a:extLst>
                <a:ext uri="{FF2B5EF4-FFF2-40B4-BE49-F238E27FC236}">
                  <a16:creationId xmlns:a16="http://schemas.microsoft.com/office/drawing/2014/main" id="{DEE0BA70-3B2C-4F75-AE27-4166154C80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9225" y="5356225"/>
              <a:ext cx="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874" name="Rectangle 125">
              <a:extLst>
                <a:ext uri="{FF2B5EF4-FFF2-40B4-BE49-F238E27FC236}">
                  <a16:creationId xmlns:a16="http://schemas.microsoft.com/office/drawing/2014/main" id="{8EBA7DFD-C4D7-4050-8D6F-D64CC623A5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9225" y="5761037"/>
              <a:ext cx="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875" name="Rectangle 126">
              <a:extLst>
                <a:ext uri="{FF2B5EF4-FFF2-40B4-BE49-F238E27FC236}">
                  <a16:creationId xmlns:a16="http://schemas.microsoft.com/office/drawing/2014/main" id="{CF43551D-03C2-4C8B-BBD6-BC9C792478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6375" y="5356225"/>
              <a:ext cx="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876" name="Rectangle 127">
              <a:extLst>
                <a:ext uri="{FF2B5EF4-FFF2-40B4-BE49-F238E27FC236}">
                  <a16:creationId xmlns:a16="http://schemas.microsoft.com/office/drawing/2014/main" id="{046C95EF-54B0-459B-85E5-47A54C20C0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0925" y="5356225"/>
              <a:ext cx="24923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877" name="Rectangle 128">
              <a:extLst>
                <a:ext uri="{FF2B5EF4-FFF2-40B4-BE49-F238E27FC236}">
                  <a16:creationId xmlns:a16="http://schemas.microsoft.com/office/drawing/2014/main" id="{8F951AD2-EB43-4872-A7BD-99A1FD92AE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0925" y="5761037"/>
              <a:ext cx="24923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878" name="Rectangle 129">
              <a:extLst>
                <a:ext uri="{FF2B5EF4-FFF2-40B4-BE49-F238E27FC236}">
                  <a16:creationId xmlns:a16="http://schemas.microsoft.com/office/drawing/2014/main" id="{B499B1DA-7911-4DDE-88BF-F05FD079B2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7750" y="3813175"/>
              <a:ext cx="195263" cy="234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879" name="Rectangle 130">
              <a:extLst>
                <a:ext uri="{FF2B5EF4-FFF2-40B4-BE49-F238E27FC236}">
                  <a16:creationId xmlns:a16="http://schemas.microsoft.com/office/drawing/2014/main" id="{FA14EB87-E765-4CE9-AD39-4E5D4E2EC3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1888" y="3900487"/>
              <a:ext cx="70532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880" name="Rectangle 131">
              <a:extLst>
                <a:ext uri="{FF2B5EF4-FFF2-40B4-BE49-F238E27FC236}">
                  <a16:creationId xmlns:a16="http://schemas.microsoft.com/office/drawing/2014/main" id="{09360489-F38D-4271-A6FD-D0B58E1E1D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850" y="3813175"/>
              <a:ext cx="195263" cy="234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881" name="Rectangle 132">
              <a:extLst>
                <a:ext uri="{FF2B5EF4-FFF2-40B4-BE49-F238E27FC236}">
                  <a16:creationId xmlns:a16="http://schemas.microsoft.com/office/drawing/2014/main" id="{FB1937D9-480E-401F-AD84-E1E0D7EE67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5400" y="3900487"/>
              <a:ext cx="70532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882" name="Rectangle 133">
              <a:extLst>
                <a:ext uri="{FF2B5EF4-FFF2-40B4-BE49-F238E27FC236}">
                  <a16:creationId xmlns:a16="http://schemas.microsoft.com/office/drawing/2014/main" id="{06D1B9EC-1744-4FC3-B569-56EF682C90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9288" y="4059237"/>
              <a:ext cx="241145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a b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729" name="Group 1">
            <a:extLst>
              <a:ext uri="{FF2B5EF4-FFF2-40B4-BE49-F238E27FC236}">
                <a16:creationId xmlns:a16="http://schemas.microsoft.com/office/drawing/2014/main" id="{0E5E6A0C-1C85-4C6D-8DFD-DDDED0B9C230}"/>
              </a:ext>
            </a:extLst>
          </p:cNvPr>
          <p:cNvGrpSpPr>
            <a:grpSpLocks/>
          </p:cNvGrpSpPr>
          <p:nvPr/>
        </p:nvGrpSpPr>
        <p:grpSpPr bwMode="auto">
          <a:xfrm>
            <a:off x="554038" y="762000"/>
            <a:ext cx="5008562" cy="2773363"/>
            <a:chOff x="2030413" y="1379538"/>
            <a:chExt cx="5008562" cy="2773362"/>
          </a:xfrm>
        </p:grpSpPr>
        <p:sp>
          <p:nvSpPr>
            <p:cNvPr id="73907" name="Rectangle 4">
              <a:extLst>
                <a:ext uri="{FF2B5EF4-FFF2-40B4-BE49-F238E27FC236}">
                  <a16:creationId xmlns:a16="http://schemas.microsoft.com/office/drawing/2014/main" id="{B3A5E597-6CBE-4125-9C20-114EC2764E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1379538"/>
              <a:ext cx="4979987" cy="11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08" name="Rectangle 5">
              <a:extLst>
                <a:ext uri="{FF2B5EF4-FFF2-40B4-BE49-F238E27FC236}">
                  <a16:creationId xmlns:a16="http://schemas.microsoft.com/office/drawing/2014/main" id="{1928815E-1CD6-426B-947E-7E6B26BFA6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1403350"/>
              <a:ext cx="11112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09" name="Rectangle 6">
              <a:extLst>
                <a:ext uri="{FF2B5EF4-FFF2-40B4-BE49-F238E27FC236}">
                  <a16:creationId xmlns:a16="http://schemas.microsoft.com/office/drawing/2014/main" id="{6E971045-D0CD-4EEC-BDB2-35EB66C2A8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10" name="Rectangle 7">
              <a:extLst>
                <a:ext uri="{FF2B5EF4-FFF2-40B4-BE49-F238E27FC236}">
                  <a16:creationId xmlns:a16="http://schemas.microsoft.com/office/drawing/2014/main" id="{C72E7A4E-6670-4D33-80EF-B46B03D80E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688" y="1649413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Present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11" name="Rectangle 8">
              <a:extLst>
                <a:ext uri="{FF2B5EF4-FFF2-40B4-BE49-F238E27FC236}">
                  <a16:creationId xmlns:a16="http://schemas.microsoft.com/office/drawing/2014/main" id="{62F7507A-6F7F-4383-8646-4F564C0F62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12" name="Rectangle 9">
              <a:extLst>
                <a:ext uri="{FF2B5EF4-FFF2-40B4-BE49-F238E27FC236}">
                  <a16:creationId xmlns:a16="http://schemas.microsoft.com/office/drawing/2014/main" id="{6D60F0E4-084F-4A09-9A4C-2215600CA3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13" name="Rectangle 10">
              <a:extLst>
                <a:ext uri="{FF2B5EF4-FFF2-40B4-BE49-F238E27FC236}">
                  <a16:creationId xmlns:a16="http://schemas.microsoft.com/office/drawing/2014/main" id="{B0B5C879-233D-4D13-9681-85A0D8C6A6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858963"/>
              <a:ext cx="2925762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14" name="Rectangle 11">
              <a:extLst>
                <a:ext uri="{FF2B5EF4-FFF2-40B4-BE49-F238E27FC236}">
                  <a16:creationId xmlns:a16="http://schemas.microsoft.com/office/drawing/2014/main" id="{9747D86C-522E-4741-AFAE-E40182903F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1871663"/>
              <a:ext cx="11112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15" name="Rectangle 12">
              <a:extLst>
                <a:ext uri="{FF2B5EF4-FFF2-40B4-BE49-F238E27FC236}">
                  <a16:creationId xmlns:a16="http://schemas.microsoft.com/office/drawing/2014/main" id="{CE853457-B12D-4996-9EB8-80EF2E4CA0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9713" y="1506538"/>
              <a:ext cx="10207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Nextstate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16" name="Rectangle 13">
              <a:extLst>
                <a:ext uri="{FF2B5EF4-FFF2-40B4-BE49-F238E27FC236}">
                  <a16:creationId xmlns:a16="http://schemas.microsoft.com/office/drawing/2014/main" id="{80B08378-835B-4F38-8A77-371045CA4F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17" name="Rectangle 14">
              <a:extLst>
                <a:ext uri="{FF2B5EF4-FFF2-40B4-BE49-F238E27FC236}">
                  <a16:creationId xmlns:a16="http://schemas.microsoft.com/office/drawing/2014/main" id="{CA54BE72-EE13-48E2-B3F0-39A0FD94F1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8388" y="1973263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18" name="Rectangle 15">
              <a:extLst>
                <a:ext uri="{FF2B5EF4-FFF2-40B4-BE49-F238E27FC236}">
                  <a16:creationId xmlns:a16="http://schemas.microsoft.com/office/drawing/2014/main" id="{C93C0AA9-C59D-4C9C-BE88-274894EAFA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6438" y="197167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ab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19" name="Rectangle 16">
              <a:extLst>
                <a:ext uri="{FF2B5EF4-FFF2-40B4-BE49-F238E27FC236}">
                  <a16:creationId xmlns:a16="http://schemas.microsoft.com/office/drawing/2014/main" id="{D35DF065-D579-4E70-A6C3-B5C7CCC2C9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825" y="1973263"/>
              <a:ext cx="460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=00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20" name="Rectangle 17">
              <a:extLst>
                <a:ext uri="{FF2B5EF4-FFF2-40B4-BE49-F238E27FC236}">
                  <a16:creationId xmlns:a16="http://schemas.microsoft.com/office/drawing/2014/main" id="{4B8AF098-F9EB-4181-87B6-9318076B72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1813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21" name="Rectangle 18">
              <a:extLst>
                <a:ext uri="{FF2B5EF4-FFF2-40B4-BE49-F238E27FC236}">
                  <a16:creationId xmlns:a16="http://schemas.microsoft.com/office/drawing/2014/main" id="{EC24B1AD-EAED-45B8-8E51-11A111D9C4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9350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22" name="Rectangle 19">
              <a:extLst>
                <a:ext uri="{FF2B5EF4-FFF2-40B4-BE49-F238E27FC236}">
                  <a16:creationId xmlns:a16="http://schemas.microsoft.com/office/drawing/2014/main" id="{1C92EC68-3F2A-414F-9939-C38738986B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23" name="Rectangle 20">
              <a:extLst>
                <a:ext uri="{FF2B5EF4-FFF2-40B4-BE49-F238E27FC236}">
                  <a16:creationId xmlns:a16="http://schemas.microsoft.com/office/drawing/2014/main" id="{18836395-6E22-40CF-A174-683436D6ED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3713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24" name="Rectangle 21">
              <a:extLst>
                <a:ext uri="{FF2B5EF4-FFF2-40B4-BE49-F238E27FC236}">
                  <a16:creationId xmlns:a16="http://schemas.microsoft.com/office/drawing/2014/main" id="{2E6454FF-E81D-4316-9EBA-7BB0A4C2EF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25" name="Rectangle 22">
              <a:extLst>
                <a:ext uri="{FF2B5EF4-FFF2-40B4-BE49-F238E27FC236}">
                  <a16:creationId xmlns:a16="http://schemas.microsoft.com/office/drawing/2014/main" id="{BFA90EBD-3C7F-4C06-B91A-B20D1E9031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316163"/>
              <a:ext cx="2925762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26" name="Rectangle 23">
              <a:extLst>
                <a:ext uri="{FF2B5EF4-FFF2-40B4-BE49-F238E27FC236}">
                  <a16:creationId xmlns:a16="http://schemas.microsoft.com/office/drawing/2014/main" id="{08FBE3C9-CA11-4658-B0FE-2F3AEE1B93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2328863"/>
              <a:ext cx="11112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27" name="Rectangle 24">
              <a:extLst>
                <a:ext uri="{FF2B5EF4-FFF2-40B4-BE49-F238E27FC236}">
                  <a16:creationId xmlns:a16="http://schemas.microsoft.com/office/drawing/2014/main" id="{038F3E4C-25CE-4AFB-874E-5814DF5984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2200" y="1881188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Output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28" name="Rectangle 25">
              <a:extLst>
                <a:ext uri="{FF2B5EF4-FFF2-40B4-BE49-F238E27FC236}">
                  <a16:creationId xmlns:a16="http://schemas.microsoft.com/office/drawing/2014/main" id="{0C9EB325-8C87-4141-9CE2-14DFAF33D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6800" y="22812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29" name="Rectangle 26">
              <a:extLst>
                <a:ext uri="{FF2B5EF4-FFF2-40B4-BE49-F238E27FC236}">
                  <a16:creationId xmlns:a16="http://schemas.microsoft.com/office/drawing/2014/main" id="{31BFA4B6-2043-4D65-AB1B-CCFFD544C5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0625" y="2379663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30" name="Rectangle 27">
              <a:extLst>
                <a:ext uri="{FF2B5EF4-FFF2-40B4-BE49-F238E27FC236}">
                  <a16:creationId xmlns:a16="http://schemas.microsoft.com/office/drawing/2014/main" id="{4AF5B3CD-08B5-4731-983B-3AD12C23A2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281238"/>
              <a:ext cx="17621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31" name="Rectangle 28">
              <a:extLst>
                <a:ext uri="{FF2B5EF4-FFF2-40B4-BE49-F238E27FC236}">
                  <a16:creationId xmlns:a16="http://schemas.microsoft.com/office/drawing/2014/main" id="{8C6A59D0-2161-4E10-B5E8-78267A2A15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32" name="Rectangle 29">
              <a:extLst>
                <a:ext uri="{FF2B5EF4-FFF2-40B4-BE49-F238E27FC236}">
                  <a16:creationId xmlns:a16="http://schemas.microsoft.com/office/drawing/2014/main" id="{5D5C3121-E003-4DFB-9DA6-0B3B6EBC25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8750" y="2379663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33" name="Rectangle 30">
              <a:extLst>
                <a:ext uri="{FF2B5EF4-FFF2-40B4-BE49-F238E27FC236}">
                  <a16:creationId xmlns:a16="http://schemas.microsoft.com/office/drawing/2014/main" id="{01F61E79-3CF6-498D-9B4A-2C55620873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7363" y="24272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34" name="Rectangle 31">
              <a:extLst>
                <a:ext uri="{FF2B5EF4-FFF2-40B4-BE49-F238E27FC236}">
                  <a16:creationId xmlns:a16="http://schemas.microsoft.com/office/drawing/2014/main" id="{D8E6E1EC-8FF9-4F33-9383-AA548A19F3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3413" y="25241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35" name="Rectangle 32">
              <a:extLst>
                <a:ext uri="{FF2B5EF4-FFF2-40B4-BE49-F238E27FC236}">
                  <a16:creationId xmlns:a16="http://schemas.microsoft.com/office/drawing/2014/main" id="{4C4763B9-15E3-4C73-8FF9-26D2EDAEE1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7713" y="24272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36" name="Rectangle 33">
              <a:extLst>
                <a:ext uri="{FF2B5EF4-FFF2-40B4-BE49-F238E27FC236}">
                  <a16:creationId xmlns:a16="http://schemas.microsoft.com/office/drawing/2014/main" id="{AB0115A0-3A4D-483F-ACAA-526C8D9D99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37" name="Rectangle 34">
              <a:extLst>
                <a:ext uri="{FF2B5EF4-FFF2-40B4-BE49-F238E27FC236}">
                  <a16:creationId xmlns:a16="http://schemas.microsoft.com/office/drawing/2014/main" id="{835464F9-8C58-4C9A-895E-1B21B141E0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3763" y="25241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38" name="Rectangle 35">
              <a:extLst>
                <a:ext uri="{FF2B5EF4-FFF2-40B4-BE49-F238E27FC236}">
                  <a16:creationId xmlns:a16="http://schemas.microsoft.com/office/drawing/2014/main" id="{78A728C6-EA92-43CC-AF2B-FF9764E9E6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39" name="Rectangle 36">
              <a:extLst>
                <a:ext uri="{FF2B5EF4-FFF2-40B4-BE49-F238E27FC236}">
                  <a16:creationId xmlns:a16="http://schemas.microsoft.com/office/drawing/2014/main" id="{5C704348-0476-4112-B375-2FCB7431E3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2771775"/>
              <a:ext cx="49799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40" name="Rectangle 37">
              <a:extLst>
                <a:ext uri="{FF2B5EF4-FFF2-40B4-BE49-F238E27FC236}">
                  <a16:creationId xmlns:a16="http://schemas.microsoft.com/office/drawing/2014/main" id="{8B5EBC26-EC6D-44C3-B490-E8E08E77BA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2787650"/>
              <a:ext cx="11112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41" name="Rectangle 38">
              <a:extLst>
                <a:ext uri="{FF2B5EF4-FFF2-40B4-BE49-F238E27FC236}">
                  <a16:creationId xmlns:a16="http://schemas.microsoft.com/office/drawing/2014/main" id="{CC6A5A0B-48AB-43A1-83BB-1FD63DC7AB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62713" y="2281238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42" name="Rectangle 39">
              <a:extLst>
                <a:ext uri="{FF2B5EF4-FFF2-40B4-BE49-F238E27FC236}">
                  <a16:creationId xmlns:a16="http://schemas.microsoft.com/office/drawing/2014/main" id="{E30B7F08-C5C2-4DCD-AE4C-86BF70B464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43" name="Rectangle 40">
              <a:extLst>
                <a:ext uri="{FF2B5EF4-FFF2-40B4-BE49-F238E27FC236}">
                  <a16:creationId xmlns:a16="http://schemas.microsoft.com/office/drawing/2014/main" id="{AEAB7409-70CF-4A19-8444-C356EB00C7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44" name="Rectangle 41">
              <a:extLst>
                <a:ext uri="{FF2B5EF4-FFF2-40B4-BE49-F238E27FC236}">
                  <a16:creationId xmlns:a16="http://schemas.microsoft.com/office/drawing/2014/main" id="{4FE04C6B-643D-4A3C-A66A-E77C77E2DD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45" name="Rectangle 42">
              <a:extLst>
                <a:ext uri="{FF2B5EF4-FFF2-40B4-BE49-F238E27FC236}">
                  <a16:creationId xmlns:a16="http://schemas.microsoft.com/office/drawing/2014/main" id="{AA42D92A-A6D6-46C4-B1CB-E9E891D73D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46" name="Rectangle 43">
              <a:extLst>
                <a:ext uri="{FF2B5EF4-FFF2-40B4-BE49-F238E27FC236}">
                  <a16:creationId xmlns:a16="http://schemas.microsoft.com/office/drawing/2014/main" id="{72884115-C136-483C-842B-18F9853FCF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47" name="Rectangle 44">
              <a:extLst>
                <a:ext uri="{FF2B5EF4-FFF2-40B4-BE49-F238E27FC236}">
                  <a16:creationId xmlns:a16="http://schemas.microsoft.com/office/drawing/2014/main" id="{C7F2C0EF-A04D-40A1-AB12-AB5F354EAB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48" name="Rectangle 45">
              <a:extLst>
                <a:ext uri="{FF2B5EF4-FFF2-40B4-BE49-F238E27FC236}">
                  <a16:creationId xmlns:a16="http://schemas.microsoft.com/office/drawing/2014/main" id="{7B498526-5D5E-4FA1-ACD2-7E46A35690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49" name="Rectangle 46">
              <a:extLst>
                <a:ext uri="{FF2B5EF4-FFF2-40B4-BE49-F238E27FC236}">
                  <a16:creationId xmlns:a16="http://schemas.microsoft.com/office/drawing/2014/main" id="{B3ED8584-E61C-4E7D-B791-335E30711F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50" name="Rectangle 47">
              <a:extLst>
                <a:ext uri="{FF2B5EF4-FFF2-40B4-BE49-F238E27FC236}">
                  <a16:creationId xmlns:a16="http://schemas.microsoft.com/office/drawing/2014/main" id="{38BC1711-1BE7-4BD1-952B-A391F98B21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51" name="Rectangle 48">
              <a:extLst>
                <a:ext uri="{FF2B5EF4-FFF2-40B4-BE49-F238E27FC236}">
                  <a16:creationId xmlns:a16="http://schemas.microsoft.com/office/drawing/2014/main" id="{2CDF20F3-B3B7-4228-B66A-434E298CA8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52" name="Rectangle 49">
              <a:extLst>
                <a:ext uri="{FF2B5EF4-FFF2-40B4-BE49-F238E27FC236}">
                  <a16:creationId xmlns:a16="http://schemas.microsoft.com/office/drawing/2014/main" id="{FEE95C3B-7CFF-4FC7-8C61-716E57DDA0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189288"/>
              <a:ext cx="11112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53" name="Rectangle 50">
              <a:extLst>
                <a:ext uri="{FF2B5EF4-FFF2-40B4-BE49-F238E27FC236}">
                  <a16:creationId xmlns:a16="http://schemas.microsoft.com/office/drawing/2014/main" id="{510D49F6-8AF0-41FD-85D0-2CCD847C52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54" name="Rectangle 51">
              <a:extLst>
                <a:ext uri="{FF2B5EF4-FFF2-40B4-BE49-F238E27FC236}">
                  <a16:creationId xmlns:a16="http://schemas.microsoft.com/office/drawing/2014/main" id="{A36C8A3C-3184-4836-9A3F-EFAC8FA73C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55" name="Rectangle 52">
              <a:extLst>
                <a:ext uri="{FF2B5EF4-FFF2-40B4-BE49-F238E27FC236}">
                  <a16:creationId xmlns:a16="http://schemas.microsoft.com/office/drawing/2014/main" id="{C063519C-FD34-4187-9736-9AD94CC137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56" name="Rectangle 53">
              <a:extLst>
                <a:ext uri="{FF2B5EF4-FFF2-40B4-BE49-F238E27FC236}">
                  <a16:creationId xmlns:a16="http://schemas.microsoft.com/office/drawing/2014/main" id="{623DEAE5-D9AE-4C2A-8DEA-F8D08C88E2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57" name="Rectangle 54">
              <a:extLst>
                <a:ext uri="{FF2B5EF4-FFF2-40B4-BE49-F238E27FC236}">
                  <a16:creationId xmlns:a16="http://schemas.microsoft.com/office/drawing/2014/main" id="{7BFAB28E-249A-4DBA-9EE8-B9CA9E14D1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58" name="Rectangle 55">
              <a:extLst>
                <a:ext uri="{FF2B5EF4-FFF2-40B4-BE49-F238E27FC236}">
                  <a16:creationId xmlns:a16="http://schemas.microsoft.com/office/drawing/2014/main" id="{7B60B3BD-515C-463E-A93F-72D3A34B10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59" name="Rectangle 56">
              <a:extLst>
                <a:ext uri="{FF2B5EF4-FFF2-40B4-BE49-F238E27FC236}">
                  <a16:creationId xmlns:a16="http://schemas.microsoft.com/office/drawing/2014/main" id="{D67EE63B-E2C9-493F-86F1-10586CFB9A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60" name="Rectangle 57">
              <a:extLst>
                <a:ext uri="{FF2B5EF4-FFF2-40B4-BE49-F238E27FC236}">
                  <a16:creationId xmlns:a16="http://schemas.microsoft.com/office/drawing/2014/main" id="{08D016E1-CDF8-43AE-BFF0-EF8932CB63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61" name="Rectangle 58">
              <a:extLst>
                <a:ext uri="{FF2B5EF4-FFF2-40B4-BE49-F238E27FC236}">
                  <a16:creationId xmlns:a16="http://schemas.microsoft.com/office/drawing/2014/main" id="{EB01949F-110B-47A8-BF28-4AD86D80BB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62" name="Rectangle 59">
              <a:extLst>
                <a:ext uri="{FF2B5EF4-FFF2-40B4-BE49-F238E27FC236}">
                  <a16:creationId xmlns:a16="http://schemas.microsoft.com/office/drawing/2014/main" id="{43C66DE9-A322-44F3-8A17-6BFFF0AFDA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63" name="Rectangle 60">
              <a:extLst>
                <a:ext uri="{FF2B5EF4-FFF2-40B4-BE49-F238E27FC236}">
                  <a16:creationId xmlns:a16="http://schemas.microsoft.com/office/drawing/2014/main" id="{B2BD37B6-F8A6-41F8-A6D3-9675FDE049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64" name="Rectangle 61">
              <a:extLst>
                <a:ext uri="{FF2B5EF4-FFF2-40B4-BE49-F238E27FC236}">
                  <a16:creationId xmlns:a16="http://schemas.microsoft.com/office/drawing/2014/main" id="{9213153F-0A33-4960-A892-8AAD9C16EA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494088"/>
              <a:ext cx="11112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65" name="Rectangle 62">
              <a:extLst>
                <a:ext uri="{FF2B5EF4-FFF2-40B4-BE49-F238E27FC236}">
                  <a16:creationId xmlns:a16="http://schemas.microsoft.com/office/drawing/2014/main" id="{2F7E588F-6001-40F0-ACE6-F660F4761A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66" name="Rectangle 63">
              <a:extLst>
                <a:ext uri="{FF2B5EF4-FFF2-40B4-BE49-F238E27FC236}">
                  <a16:creationId xmlns:a16="http://schemas.microsoft.com/office/drawing/2014/main" id="{073BEDBA-6798-48BF-9DC6-EE95844B40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67" name="Rectangle 64">
              <a:extLst>
                <a:ext uri="{FF2B5EF4-FFF2-40B4-BE49-F238E27FC236}">
                  <a16:creationId xmlns:a16="http://schemas.microsoft.com/office/drawing/2014/main" id="{87E95922-2D2B-4EEC-BB0E-D2ED59E76F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68" name="Rectangle 65">
              <a:extLst>
                <a:ext uri="{FF2B5EF4-FFF2-40B4-BE49-F238E27FC236}">
                  <a16:creationId xmlns:a16="http://schemas.microsoft.com/office/drawing/2014/main" id="{57A0D0D4-504C-431A-AE8B-DB4E946AC0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69" name="Rectangle 66">
              <a:extLst>
                <a:ext uri="{FF2B5EF4-FFF2-40B4-BE49-F238E27FC236}">
                  <a16:creationId xmlns:a16="http://schemas.microsoft.com/office/drawing/2014/main" id="{DD1CD548-1904-4922-850C-2247E97B48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70" name="Rectangle 67">
              <a:extLst>
                <a:ext uri="{FF2B5EF4-FFF2-40B4-BE49-F238E27FC236}">
                  <a16:creationId xmlns:a16="http://schemas.microsoft.com/office/drawing/2014/main" id="{A819E566-02CF-4EE6-8101-CE45F6B5AE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71" name="Rectangle 68">
              <a:extLst>
                <a:ext uri="{FF2B5EF4-FFF2-40B4-BE49-F238E27FC236}">
                  <a16:creationId xmlns:a16="http://schemas.microsoft.com/office/drawing/2014/main" id="{8557A2D0-788C-4B07-85B2-DA1AEB7FE7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72" name="Rectangle 69">
              <a:extLst>
                <a:ext uri="{FF2B5EF4-FFF2-40B4-BE49-F238E27FC236}">
                  <a16:creationId xmlns:a16="http://schemas.microsoft.com/office/drawing/2014/main" id="{6D8227C0-6432-49CA-A19F-33F139E8E9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73" name="Rectangle 70">
              <a:extLst>
                <a:ext uri="{FF2B5EF4-FFF2-40B4-BE49-F238E27FC236}">
                  <a16:creationId xmlns:a16="http://schemas.microsoft.com/office/drawing/2014/main" id="{03763A5B-7ABE-44AF-82B6-9D10F8B47B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74" name="Rectangle 71">
              <a:extLst>
                <a:ext uri="{FF2B5EF4-FFF2-40B4-BE49-F238E27FC236}">
                  <a16:creationId xmlns:a16="http://schemas.microsoft.com/office/drawing/2014/main" id="{DF9CB4F0-A457-4C72-A742-AE5FB0AEDE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75" name="Rectangle 72">
              <a:extLst>
                <a:ext uri="{FF2B5EF4-FFF2-40B4-BE49-F238E27FC236}">
                  <a16:creationId xmlns:a16="http://schemas.microsoft.com/office/drawing/2014/main" id="{7A0E802D-A7B9-4A54-B6D0-5B27DFBCDE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76" name="Rectangle 73">
              <a:extLst>
                <a:ext uri="{FF2B5EF4-FFF2-40B4-BE49-F238E27FC236}">
                  <a16:creationId xmlns:a16="http://schemas.microsoft.com/office/drawing/2014/main" id="{1F106D8D-5C67-441C-B52C-479185EA7B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803650"/>
              <a:ext cx="11112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77" name="Rectangle 74">
              <a:extLst>
                <a:ext uri="{FF2B5EF4-FFF2-40B4-BE49-F238E27FC236}">
                  <a16:creationId xmlns:a16="http://schemas.microsoft.com/office/drawing/2014/main" id="{08828FAE-EA79-44C1-89E2-816A51A703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78" name="Rectangle 75">
              <a:extLst>
                <a:ext uri="{FF2B5EF4-FFF2-40B4-BE49-F238E27FC236}">
                  <a16:creationId xmlns:a16="http://schemas.microsoft.com/office/drawing/2014/main" id="{681A5812-8120-4C6C-BF8E-A13330A1D0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79" name="Rectangle 76">
              <a:extLst>
                <a:ext uri="{FF2B5EF4-FFF2-40B4-BE49-F238E27FC236}">
                  <a16:creationId xmlns:a16="http://schemas.microsoft.com/office/drawing/2014/main" id="{B302D6F9-DF00-4870-B7CB-8862097E67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80" name="Rectangle 77">
              <a:extLst>
                <a:ext uri="{FF2B5EF4-FFF2-40B4-BE49-F238E27FC236}">
                  <a16:creationId xmlns:a16="http://schemas.microsoft.com/office/drawing/2014/main" id="{705B9354-B14A-4F36-90B3-53CFA41E25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81" name="Rectangle 78">
              <a:extLst>
                <a:ext uri="{FF2B5EF4-FFF2-40B4-BE49-F238E27FC236}">
                  <a16:creationId xmlns:a16="http://schemas.microsoft.com/office/drawing/2014/main" id="{6157BFD5-9D9D-45FD-89CC-0F1DFAA462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82" name="Rectangle 79">
              <a:extLst>
                <a:ext uri="{FF2B5EF4-FFF2-40B4-BE49-F238E27FC236}">
                  <a16:creationId xmlns:a16="http://schemas.microsoft.com/office/drawing/2014/main" id="{58DBA49D-0DAB-4975-8FB0-4595ED35A2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83" name="Rectangle 80">
              <a:extLst>
                <a:ext uri="{FF2B5EF4-FFF2-40B4-BE49-F238E27FC236}">
                  <a16:creationId xmlns:a16="http://schemas.microsoft.com/office/drawing/2014/main" id="{A43C71D0-B899-47DF-B105-2CE81FCC23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84" name="Rectangle 81">
              <a:extLst>
                <a:ext uri="{FF2B5EF4-FFF2-40B4-BE49-F238E27FC236}">
                  <a16:creationId xmlns:a16="http://schemas.microsoft.com/office/drawing/2014/main" id="{1AD25D35-BADF-4D1B-8BAD-447FF265BE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85" name="Rectangle 82">
              <a:extLst>
                <a:ext uri="{FF2B5EF4-FFF2-40B4-BE49-F238E27FC236}">
                  <a16:creationId xmlns:a16="http://schemas.microsoft.com/office/drawing/2014/main" id="{7F0FDC33-4127-4621-89E1-5A69DC796B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86" name="Rectangle 83">
              <a:extLst>
                <a:ext uri="{FF2B5EF4-FFF2-40B4-BE49-F238E27FC236}">
                  <a16:creationId xmlns:a16="http://schemas.microsoft.com/office/drawing/2014/main" id="{B3CE086A-EC44-4D5B-B783-2E5060027F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87" name="Rectangle 84">
              <a:extLst>
                <a:ext uri="{FF2B5EF4-FFF2-40B4-BE49-F238E27FC236}">
                  <a16:creationId xmlns:a16="http://schemas.microsoft.com/office/drawing/2014/main" id="{40A4EC86-A7BE-48F0-9607-B9F026D943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88" name="Rectangle 85">
              <a:extLst>
                <a:ext uri="{FF2B5EF4-FFF2-40B4-BE49-F238E27FC236}">
                  <a16:creationId xmlns:a16="http://schemas.microsoft.com/office/drawing/2014/main" id="{0687DA25-20EF-4F8E-A0FB-B7C56B5B5F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4140200"/>
              <a:ext cx="49799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89" name="Rectangle 86">
              <a:extLst>
                <a:ext uri="{FF2B5EF4-FFF2-40B4-BE49-F238E27FC236}">
                  <a16:creationId xmlns:a16="http://schemas.microsoft.com/office/drawing/2014/main" id="{B49F2BAB-5E83-4F50-9B9E-908E4DD172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86" name="Rectangle 2">
            <a:extLst>
              <a:ext uri="{FF2B5EF4-FFF2-40B4-BE49-F238E27FC236}">
                <a16:creationId xmlns:a16="http://schemas.microsoft.com/office/drawing/2014/main" id="{F2BB544D-D073-CE48-8F86-F3B396E690DF}"/>
              </a:ext>
            </a:extLst>
          </p:cNvPr>
          <p:cNvSpPr txBox="1">
            <a:spLocks noChangeArrowheads="1"/>
          </p:cNvSpPr>
          <p:nvPr/>
        </p:nvSpPr>
        <p:spPr>
          <a:xfrm>
            <a:off x="790575" y="100013"/>
            <a:ext cx="4695825" cy="814387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Deriving Y</a:t>
            </a:r>
            <a:r>
              <a:rPr kumimoji="0" lang="en-US" sz="36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1</a:t>
            </a:r>
          </a:p>
        </p:txBody>
      </p:sp>
      <p:graphicFrame>
        <p:nvGraphicFramePr>
          <p:cNvPr id="88" name="Shape 730">
            <a:extLst>
              <a:ext uri="{FF2B5EF4-FFF2-40B4-BE49-F238E27FC236}">
                <a16:creationId xmlns:a16="http://schemas.microsoft.com/office/drawing/2014/main" id="{03C7CA47-3DF8-8542-9956-9CDE60B49AA4}"/>
              </a:ext>
            </a:extLst>
          </p:cNvPr>
          <p:cNvGraphicFramePr>
            <a:graphicFrameLocks noGrp="1"/>
          </p:cNvGraphicFramePr>
          <p:nvPr/>
        </p:nvGraphicFramePr>
        <p:xfrm>
          <a:off x="6791325" y="76200"/>
          <a:ext cx="2124075" cy="6746875"/>
        </p:xfrm>
        <a:graphic>
          <a:graphicData uri="http://schemas.openxmlformats.org/drawingml/2006/table">
            <a:tbl>
              <a:tblPr/>
              <a:tblGrid>
                <a:gridCol w="354013">
                  <a:extLst>
                    <a:ext uri="{9D8B030D-6E8A-4147-A177-3AD203B41FA5}">
                      <a16:colId xmlns:a16="http://schemas.microsoft.com/office/drawing/2014/main" val="413129749"/>
                    </a:ext>
                  </a:extLst>
                </a:gridCol>
                <a:gridCol w="354012">
                  <a:extLst>
                    <a:ext uri="{9D8B030D-6E8A-4147-A177-3AD203B41FA5}">
                      <a16:colId xmlns:a16="http://schemas.microsoft.com/office/drawing/2014/main" val="1586271298"/>
                    </a:ext>
                  </a:extLst>
                </a:gridCol>
                <a:gridCol w="354013">
                  <a:extLst>
                    <a:ext uri="{9D8B030D-6E8A-4147-A177-3AD203B41FA5}">
                      <a16:colId xmlns:a16="http://schemas.microsoft.com/office/drawing/2014/main" val="1698992130"/>
                    </a:ext>
                  </a:extLst>
                </a:gridCol>
                <a:gridCol w="354012">
                  <a:extLst>
                    <a:ext uri="{9D8B030D-6E8A-4147-A177-3AD203B41FA5}">
                      <a16:colId xmlns:a16="http://schemas.microsoft.com/office/drawing/2014/main" val="2211025772"/>
                    </a:ext>
                  </a:extLst>
                </a:gridCol>
                <a:gridCol w="354013">
                  <a:extLst>
                    <a:ext uri="{9D8B030D-6E8A-4147-A177-3AD203B41FA5}">
                      <a16:colId xmlns:a16="http://schemas.microsoft.com/office/drawing/2014/main" val="1451699530"/>
                    </a:ext>
                  </a:extLst>
                </a:gridCol>
                <a:gridCol w="354012">
                  <a:extLst>
                    <a:ext uri="{9D8B030D-6E8A-4147-A177-3AD203B41FA5}">
                      <a16:colId xmlns:a16="http://schemas.microsoft.com/office/drawing/2014/main" val="3356130640"/>
                    </a:ext>
                  </a:extLst>
                </a:gridCol>
              </a:tblGrid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2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a</a:t>
                      </a:r>
                      <a:endParaRPr kumimoji="0" lang="en-US" altLang="en-US" sz="14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MS PGothic" panose="020B0600070205080204" pitchFamily="34" charset="-128"/>
                        <a:sym typeface="Times New Roman" panose="02020603050405020304" pitchFamily="18" charset="0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b</a:t>
                      </a:r>
                      <a:endParaRPr kumimoji="0" lang="en-US" altLang="en-US" sz="14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MS PGothic" panose="020B0600070205080204" pitchFamily="34" charset="-128"/>
                        <a:sym typeface="Times New Roman" panose="02020603050405020304" pitchFamily="18" charset="0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2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1911219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6373216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5467561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000178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6958191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7234068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77491953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1185427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1188038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43273834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7600556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5741268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4196970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045623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0994108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7663514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4465463"/>
                  </a:ext>
                </a:extLst>
              </a:tr>
            </a:tbl>
          </a:graphicData>
        </a:graphic>
      </p:graphicFrame>
      <p:sp>
        <p:nvSpPr>
          <p:cNvPr id="73859" name="Rectangle 88">
            <a:extLst>
              <a:ext uri="{FF2B5EF4-FFF2-40B4-BE49-F238E27FC236}">
                <a16:creationId xmlns:a16="http://schemas.microsoft.com/office/drawing/2014/main" id="{812E75BA-EC6A-4276-8928-FF09357BC4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57400" y="2252663"/>
            <a:ext cx="293688" cy="121920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3860" name="Rectangle 90">
            <a:extLst>
              <a:ext uri="{FF2B5EF4-FFF2-40B4-BE49-F238E27FC236}">
                <a16:creationId xmlns:a16="http://schemas.microsoft.com/office/drawing/2014/main" id="{6D6EEA3A-FA34-4AF4-BCF9-38FA9562F9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7950" y="2263775"/>
            <a:ext cx="293688" cy="121920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3861" name="Rectangle 91">
            <a:extLst>
              <a:ext uri="{FF2B5EF4-FFF2-40B4-BE49-F238E27FC236}">
                <a16:creationId xmlns:a16="http://schemas.microsoft.com/office/drawing/2014/main" id="{A8E8204E-61EC-4909-82A2-F80553AB0F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9775" y="2260600"/>
            <a:ext cx="293688" cy="121920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3862" name="Rectangle 92">
            <a:extLst>
              <a:ext uri="{FF2B5EF4-FFF2-40B4-BE49-F238E27FC236}">
                <a16:creationId xmlns:a16="http://schemas.microsoft.com/office/drawing/2014/main" id="{6F96C809-37AA-42C8-A8D5-1ECDE4CE50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79850" y="2257425"/>
            <a:ext cx="293688" cy="121920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3863" name="Rectangle 93">
            <a:extLst>
              <a:ext uri="{FF2B5EF4-FFF2-40B4-BE49-F238E27FC236}">
                <a16:creationId xmlns:a16="http://schemas.microsoft.com/office/drawing/2014/main" id="{2FF7A3D7-2390-4AF5-8511-A8C3CCA4CF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1625" y="1766888"/>
            <a:ext cx="206375" cy="334962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73864" name="Group 221">
            <a:extLst>
              <a:ext uri="{FF2B5EF4-FFF2-40B4-BE49-F238E27FC236}">
                <a16:creationId xmlns:a16="http://schemas.microsoft.com/office/drawing/2014/main" id="{CA706C52-97C7-4699-AFC4-A90B54E721C0}"/>
              </a:ext>
            </a:extLst>
          </p:cNvPr>
          <p:cNvGrpSpPr>
            <a:grpSpLocks/>
          </p:cNvGrpSpPr>
          <p:nvPr/>
        </p:nvGrpSpPr>
        <p:grpSpPr bwMode="auto">
          <a:xfrm>
            <a:off x="368300" y="3810000"/>
            <a:ext cx="2298700" cy="2232025"/>
            <a:chOff x="3189288" y="3813175"/>
            <a:chExt cx="2298700" cy="2232025"/>
          </a:xfrm>
        </p:grpSpPr>
        <p:sp>
          <p:nvSpPr>
            <p:cNvPr id="73865" name="Rectangle 91">
              <a:extLst>
                <a:ext uri="{FF2B5EF4-FFF2-40B4-BE49-F238E27FC236}">
                  <a16:creationId xmlns:a16="http://schemas.microsoft.com/office/drawing/2014/main" id="{12DC15FC-DC32-430C-9727-5C826728CE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6513" y="4422775"/>
              <a:ext cx="820737" cy="820737"/>
            </a:xfrm>
            <a:prstGeom prst="rect">
              <a:avLst/>
            </a:prstGeom>
            <a:noFill/>
            <a:ln w="1746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866" name="Line 92">
              <a:extLst>
                <a:ext uri="{FF2B5EF4-FFF2-40B4-BE49-F238E27FC236}">
                  <a16:creationId xmlns:a16="http://schemas.microsoft.com/office/drawing/2014/main" id="{A584A81F-0159-4BF5-B6F9-50B790373B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46513" y="4822825"/>
              <a:ext cx="820737" cy="1587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867" name="Line 93">
              <a:extLst>
                <a:ext uri="{FF2B5EF4-FFF2-40B4-BE49-F238E27FC236}">
                  <a16:creationId xmlns:a16="http://schemas.microsoft.com/office/drawing/2014/main" id="{D3AFF6FD-5950-4FC1-9C23-F027065B32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67200" y="4422775"/>
              <a:ext cx="1588" cy="820737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868" name="Line 94">
              <a:extLst>
                <a:ext uri="{FF2B5EF4-FFF2-40B4-BE49-F238E27FC236}">
                  <a16:creationId xmlns:a16="http://schemas.microsoft.com/office/drawing/2014/main" id="{8BEA8B46-9530-40E3-A70F-2B03D005C9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6463" y="4021137"/>
              <a:ext cx="400050" cy="401638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869" name="Rectangle 95">
              <a:extLst>
                <a:ext uri="{FF2B5EF4-FFF2-40B4-BE49-F238E27FC236}">
                  <a16:creationId xmlns:a16="http://schemas.microsoft.com/office/drawing/2014/main" id="{26F705F5-3514-4D56-8A9C-2930A357A9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7250" y="4422775"/>
              <a:ext cx="820738" cy="820737"/>
            </a:xfrm>
            <a:prstGeom prst="rect">
              <a:avLst/>
            </a:prstGeom>
            <a:noFill/>
            <a:ln w="1746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870" name="Line 96">
              <a:extLst>
                <a:ext uri="{FF2B5EF4-FFF2-40B4-BE49-F238E27FC236}">
                  <a16:creationId xmlns:a16="http://schemas.microsoft.com/office/drawing/2014/main" id="{772109AC-6BB9-4F88-AEB4-087E4C6714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67250" y="4822825"/>
              <a:ext cx="820738" cy="1587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871" name="Line 97">
              <a:extLst>
                <a:ext uri="{FF2B5EF4-FFF2-40B4-BE49-F238E27FC236}">
                  <a16:creationId xmlns:a16="http://schemas.microsoft.com/office/drawing/2014/main" id="{3EAC9EE0-1BF2-4284-9008-B8210965ED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68888" y="4422775"/>
              <a:ext cx="1587" cy="820737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872" name="Rectangle 99">
              <a:extLst>
                <a:ext uri="{FF2B5EF4-FFF2-40B4-BE49-F238E27FC236}">
                  <a16:creationId xmlns:a16="http://schemas.microsoft.com/office/drawing/2014/main" id="{FF2FEB6B-BCCA-43B0-A471-0170F5395A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3513" y="4198937"/>
              <a:ext cx="249237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873" name="Rectangle 100">
              <a:extLst>
                <a:ext uri="{FF2B5EF4-FFF2-40B4-BE49-F238E27FC236}">
                  <a16:creationId xmlns:a16="http://schemas.microsoft.com/office/drawing/2014/main" id="{0CF36426-EB5A-4018-BDF3-AFFCF03732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325" y="4198937"/>
              <a:ext cx="24923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874" name="Rectangle 101">
              <a:extLst>
                <a:ext uri="{FF2B5EF4-FFF2-40B4-BE49-F238E27FC236}">
                  <a16:creationId xmlns:a16="http://schemas.microsoft.com/office/drawing/2014/main" id="{0B55C420-DBED-48B2-B80D-7609FEB219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725" y="4198937"/>
              <a:ext cx="24923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875" name="Rectangle 102">
              <a:extLst>
                <a:ext uri="{FF2B5EF4-FFF2-40B4-BE49-F238E27FC236}">
                  <a16:creationId xmlns:a16="http://schemas.microsoft.com/office/drawing/2014/main" id="{92F04ABF-6D7A-4D65-BA7A-806C5EBF39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1125" y="4198937"/>
              <a:ext cx="24923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876" name="Rectangle 103">
              <a:extLst>
                <a:ext uri="{FF2B5EF4-FFF2-40B4-BE49-F238E27FC236}">
                  <a16:creationId xmlns:a16="http://schemas.microsoft.com/office/drawing/2014/main" id="{A4DF3FF2-1C73-44DE-AC85-10A8A19209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450" y="4537075"/>
              <a:ext cx="24923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877" name="Rectangle 104">
              <a:extLst>
                <a:ext uri="{FF2B5EF4-FFF2-40B4-BE49-F238E27FC236}">
                  <a16:creationId xmlns:a16="http://schemas.microsoft.com/office/drawing/2014/main" id="{9F422C39-FB97-46D8-BEAF-B0C287A09C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3150" y="4983162"/>
              <a:ext cx="24923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878" name="Rectangle 105">
              <a:extLst>
                <a:ext uri="{FF2B5EF4-FFF2-40B4-BE49-F238E27FC236}">
                  <a16:creationId xmlns:a16="http://schemas.microsoft.com/office/drawing/2014/main" id="{1DF1C9F2-23B9-4FC1-8060-676ED22CC8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5950" y="4545012"/>
              <a:ext cx="20478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879" name="Rectangle 106">
              <a:extLst>
                <a:ext uri="{FF2B5EF4-FFF2-40B4-BE49-F238E27FC236}">
                  <a16:creationId xmlns:a16="http://schemas.microsoft.com/office/drawing/2014/main" id="{5624AC00-923A-477E-AF51-80D059DBE2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6375" y="4949825"/>
              <a:ext cx="20478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880" name="Rectangle 107">
              <a:extLst>
                <a:ext uri="{FF2B5EF4-FFF2-40B4-BE49-F238E27FC236}">
                  <a16:creationId xmlns:a16="http://schemas.microsoft.com/office/drawing/2014/main" id="{E6DDD84E-292B-40A3-A5BA-973A1DE037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5950" y="4949825"/>
              <a:ext cx="20478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881" name="Rectangle 108">
              <a:extLst>
                <a:ext uri="{FF2B5EF4-FFF2-40B4-BE49-F238E27FC236}">
                  <a16:creationId xmlns:a16="http://schemas.microsoft.com/office/drawing/2014/main" id="{AF86F463-D8D2-4894-B16C-E58A107F8F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3938" y="4545012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882" name="Rectangle 109">
              <a:extLst>
                <a:ext uri="{FF2B5EF4-FFF2-40B4-BE49-F238E27FC236}">
                  <a16:creationId xmlns:a16="http://schemas.microsoft.com/office/drawing/2014/main" id="{EAD5E151-4BDF-4A2A-8D5C-BB17401DFF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3938" y="4949825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883" name="Rectangle 110">
              <a:extLst>
                <a:ext uri="{FF2B5EF4-FFF2-40B4-BE49-F238E27FC236}">
                  <a16:creationId xmlns:a16="http://schemas.microsoft.com/office/drawing/2014/main" id="{D7828EB4-0DC1-41BE-A1BB-BCEEC2645C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9225" y="4545012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884" name="Rectangle 111">
              <a:extLst>
                <a:ext uri="{FF2B5EF4-FFF2-40B4-BE49-F238E27FC236}">
                  <a16:creationId xmlns:a16="http://schemas.microsoft.com/office/drawing/2014/main" id="{60C7D5F3-0C63-4038-8C9E-AA551C16A1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9225" y="4949825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885" name="Rectangle 112">
              <a:extLst>
                <a:ext uri="{FF2B5EF4-FFF2-40B4-BE49-F238E27FC236}">
                  <a16:creationId xmlns:a16="http://schemas.microsoft.com/office/drawing/2014/main" id="{ED94869E-5E3B-4830-A378-3D7EDF9F1C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6513" y="5243512"/>
              <a:ext cx="820737" cy="801688"/>
            </a:xfrm>
            <a:prstGeom prst="rect">
              <a:avLst/>
            </a:prstGeom>
            <a:noFill/>
            <a:ln w="1746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886" name="Line 113">
              <a:extLst>
                <a:ext uri="{FF2B5EF4-FFF2-40B4-BE49-F238E27FC236}">
                  <a16:creationId xmlns:a16="http://schemas.microsoft.com/office/drawing/2014/main" id="{3AE56D3E-6A7E-4CB7-A0AA-A0A07FB86E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46513" y="5643562"/>
              <a:ext cx="820737" cy="1588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887" name="Line 114">
              <a:extLst>
                <a:ext uri="{FF2B5EF4-FFF2-40B4-BE49-F238E27FC236}">
                  <a16:creationId xmlns:a16="http://schemas.microsoft.com/office/drawing/2014/main" id="{3D6B28BB-65DF-41B4-A018-897127DD97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67200" y="5243512"/>
              <a:ext cx="1588" cy="801688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888" name="Rectangle 115">
              <a:extLst>
                <a:ext uri="{FF2B5EF4-FFF2-40B4-BE49-F238E27FC236}">
                  <a16:creationId xmlns:a16="http://schemas.microsoft.com/office/drawing/2014/main" id="{0D7ECB9A-CB33-41AF-AE20-A07E3C9A27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7250" y="5243512"/>
              <a:ext cx="820738" cy="801688"/>
            </a:xfrm>
            <a:prstGeom prst="rect">
              <a:avLst/>
            </a:prstGeom>
            <a:noFill/>
            <a:ln w="1746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889" name="Line 116">
              <a:extLst>
                <a:ext uri="{FF2B5EF4-FFF2-40B4-BE49-F238E27FC236}">
                  <a16:creationId xmlns:a16="http://schemas.microsoft.com/office/drawing/2014/main" id="{484A748F-C413-4C8F-A403-D880CAF72D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67250" y="5643562"/>
              <a:ext cx="820738" cy="1588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890" name="Line 117">
              <a:extLst>
                <a:ext uri="{FF2B5EF4-FFF2-40B4-BE49-F238E27FC236}">
                  <a16:creationId xmlns:a16="http://schemas.microsoft.com/office/drawing/2014/main" id="{6F39EFB1-1FEA-4690-82EA-2068258266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68888" y="5243512"/>
              <a:ext cx="1587" cy="801688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891" name="Rectangle 118">
              <a:extLst>
                <a:ext uri="{FF2B5EF4-FFF2-40B4-BE49-F238E27FC236}">
                  <a16:creationId xmlns:a16="http://schemas.microsoft.com/office/drawing/2014/main" id="{9F082C9B-ADE1-4267-B9B5-57D63711A7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6375" y="4545012"/>
              <a:ext cx="20478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892" name="Rectangle 119">
              <a:extLst>
                <a:ext uri="{FF2B5EF4-FFF2-40B4-BE49-F238E27FC236}">
                  <a16:creationId xmlns:a16="http://schemas.microsoft.com/office/drawing/2014/main" id="{07A0BA22-CC63-4E84-B359-8659454038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5950" y="5356225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893" name="Rectangle 120">
              <a:extLst>
                <a:ext uri="{FF2B5EF4-FFF2-40B4-BE49-F238E27FC236}">
                  <a16:creationId xmlns:a16="http://schemas.microsoft.com/office/drawing/2014/main" id="{A3F832DA-E9D3-42E0-BE39-6B6F35DA02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6375" y="5761037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894" name="Rectangle 121">
              <a:extLst>
                <a:ext uri="{FF2B5EF4-FFF2-40B4-BE49-F238E27FC236}">
                  <a16:creationId xmlns:a16="http://schemas.microsoft.com/office/drawing/2014/main" id="{B1F88F7C-0327-49AA-98D4-3896F8AC6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5950" y="5761037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895" name="Rectangle 122">
              <a:extLst>
                <a:ext uri="{FF2B5EF4-FFF2-40B4-BE49-F238E27FC236}">
                  <a16:creationId xmlns:a16="http://schemas.microsoft.com/office/drawing/2014/main" id="{2B34148E-6392-4DA0-9487-61455A380A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3938" y="5356225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896" name="Rectangle 123">
              <a:extLst>
                <a:ext uri="{FF2B5EF4-FFF2-40B4-BE49-F238E27FC236}">
                  <a16:creationId xmlns:a16="http://schemas.microsoft.com/office/drawing/2014/main" id="{354D71E0-9EC3-428A-97FD-7DE89EE23E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3938" y="5761037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897" name="Rectangle 124">
              <a:extLst>
                <a:ext uri="{FF2B5EF4-FFF2-40B4-BE49-F238E27FC236}">
                  <a16:creationId xmlns:a16="http://schemas.microsoft.com/office/drawing/2014/main" id="{48C12D1C-E4A8-466C-9C17-C1717DC0BC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9225" y="5356225"/>
              <a:ext cx="20478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898" name="Rectangle 125">
              <a:extLst>
                <a:ext uri="{FF2B5EF4-FFF2-40B4-BE49-F238E27FC236}">
                  <a16:creationId xmlns:a16="http://schemas.microsoft.com/office/drawing/2014/main" id="{CFC7F880-BE19-41A5-85C1-BFAA81CC3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9225" y="5761037"/>
              <a:ext cx="20478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899" name="Rectangle 126">
              <a:extLst>
                <a:ext uri="{FF2B5EF4-FFF2-40B4-BE49-F238E27FC236}">
                  <a16:creationId xmlns:a16="http://schemas.microsoft.com/office/drawing/2014/main" id="{69BB0F44-4C08-4C35-A945-D84CB17235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6375" y="5356225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00" name="Rectangle 127">
              <a:extLst>
                <a:ext uri="{FF2B5EF4-FFF2-40B4-BE49-F238E27FC236}">
                  <a16:creationId xmlns:a16="http://schemas.microsoft.com/office/drawing/2014/main" id="{E120C292-2646-4D90-BA1C-4EF1FDC6C6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0925" y="5356225"/>
              <a:ext cx="24923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01" name="Rectangle 128">
              <a:extLst>
                <a:ext uri="{FF2B5EF4-FFF2-40B4-BE49-F238E27FC236}">
                  <a16:creationId xmlns:a16="http://schemas.microsoft.com/office/drawing/2014/main" id="{2F7C44EF-4D7B-45D5-87A1-1C65C16ECF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0925" y="5761037"/>
              <a:ext cx="24923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02" name="Rectangle 129">
              <a:extLst>
                <a:ext uri="{FF2B5EF4-FFF2-40B4-BE49-F238E27FC236}">
                  <a16:creationId xmlns:a16="http://schemas.microsoft.com/office/drawing/2014/main" id="{4EFE04C1-8E68-4C3E-8948-EBF94B28E1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7750" y="3813175"/>
              <a:ext cx="195263" cy="234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03" name="Rectangle 130">
              <a:extLst>
                <a:ext uri="{FF2B5EF4-FFF2-40B4-BE49-F238E27FC236}">
                  <a16:creationId xmlns:a16="http://schemas.microsoft.com/office/drawing/2014/main" id="{BDDC64E8-E5CF-4F71-BCA5-9E54284139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1888" y="3900487"/>
              <a:ext cx="70532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04" name="Rectangle 131">
              <a:extLst>
                <a:ext uri="{FF2B5EF4-FFF2-40B4-BE49-F238E27FC236}">
                  <a16:creationId xmlns:a16="http://schemas.microsoft.com/office/drawing/2014/main" id="{FAE39124-D630-41DB-B29D-98B368ABFD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850" y="3813175"/>
              <a:ext cx="195263" cy="234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05" name="Rectangle 132">
              <a:extLst>
                <a:ext uri="{FF2B5EF4-FFF2-40B4-BE49-F238E27FC236}">
                  <a16:creationId xmlns:a16="http://schemas.microsoft.com/office/drawing/2014/main" id="{5D9702AE-1ADF-4582-8E63-97EB4DAEF0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5400" y="3900487"/>
              <a:ext cx="70532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906" name="Rectangle 133">
              <a:extLst>
                <a:ext uri="{FF2B5EF4-FFF2-40B4-BE49-F238E27FC236}">
                  <a16:creationId xmlns:a16="http://schemas.microsoft.com/office/drawing/2014/main" id="{45A89A49-0680-4B6D-A7F6-E07046E46F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9288" y="4059237"/>
              <a:ext cx="241145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a b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4753" name="Group 1">
            <a:extLst>
              <a:ext uri="{FF2B5EF4-FFF2-40B4-BE49-F238E27FC236}">
                <a16:creationId xmlns:a16="http://schemas.microsoft.com/office/drawing/2014/main" id="{9222884A-DC9E-41E8-BCE9-02B5959543C1}"/>
              </a:ext>
            </a:extLst>
          </p:cNvPr>
          <p:cNvGrpSpPr>
            <a:grpSpLocks/>
          </p:cNvGrpSpPr>
          <p:nvPr/>
        </p:nvGrpSpPr>
        <p:grpSpPr bwMode="auto">
          <a:xfrm>
            <a:off x="554038" y="762000"/>
            <a:ext cx="5008562" cy="2773363"/>
            <a:chOff x="2030413" y="1379538"/>
            <a:chExt cx="5008562" cy="2773362"/>
          </a:xfrm>
        </p:grpSpPr>
        <p:sp>
          <p:nvSpPr>
            <p:cNvPr id="74939" name="Rectangle 4">
              <a:extLst>
                <a:ext uri="{FF2B5EF4-FFF2-40B4-BE49-F238E27FC236}">
                  <a16:creationId xmlns:a16="http://schemas.microsoft.com/office/drawing/2014/main" id="{7F871516-E5DA-4638-9377-3E456B7034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1379538"/>
              <a:ext cx="4979987" cy="11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40" name="Rectangle 5">
              <a:extLst>
                <a:ext uri="{FF2B5EF4-FFF2-40B4-BE49-F238E27FC236}">
                  <a16:creationId xmlns:a16="http://schemas.microsoft.com/office/drawing/2014/main" id="{476ABE27-1290-4E02-A024-B22FC65D61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1403350"/>
              <a:ext cx="11112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41" name="Rectangle 6">
              <a:extLst>
                <a:ext uri="{FF2B5EF4-FFF2-40B4-BE49-F238E27FC236}">
                  <a16:creationId xmlns:a16="http://schemas.microsoft.com/office/drawing/2014/main" id="{76D3DE91-9A22-4F4A-8192-9F89A712FD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42" name="Rectangle 7">
              <a:extLst>
                <a:ext uri="{FF2B5EF4-FFF2-40B4-BE49-F238E27FC236}">
                  <a16:creationId xmlns:a16="http://schemas.microsoft.com/office/drawing/2014/main" id="{D384ADB5-537F-462C-8FE9-0E78BC43E1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688" y="1649413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Present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43" name="Rectangle 8">
              <a:extLst>
                <a:ext uri="{FF2B5EF4-FFF2-40B4-BE49-F238E27FC236}">
                  <a16:creationId xmlns:a16="http://schemas.microsoft.com/office/drawing/2014/main" id="{5E5AD2F8-571C-4BA8-B7C7-4B678321C5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44" name="Rectangle 9">
              <a:extLst>
                <a:ext uri="{FF2B5EF4-FFF2-40B4-BE49-F238E27FC236}">
                  <a16:creationId xmlns:a16="http://schemas.microsoft.com/office/drawing/2014/main" id="{4A84FCE9-76A0-41AD-AF85-74632A9323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45" name="Rectangle 10">
              <a:extLst>
                <a:ext uri="{FF2B5EF4-FFF2-40B4-BE49-F238E27FC236}">
                  <a16:creationId xmlns:a16="http://schemas.microsoft.com/office/drawing/2014/main" id="{1AFF6B33-A223-440B-AF4F-E31C9B3C4D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858963"/>
              <a:ext cx="2925762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46" name="Rectangle 11">
              <a:extLst>
                <a:ext uri="{FF2B5EF4-FFF2-40B4-BE49-F238E27FC236}">
                  <a16:creationId xmlns:a16="http://schemas.microsoft.com/office/drawing/2014/main" id="{B821A275-0684-4034-B072-BB0CDA9E0F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1871663"/>
              <a:ext cx="11112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47" name="Rectangle 12">
              <a:extLst>
                <a:ext uri="{FF2B5EF4-FFF2-40B4-BE49-F238E27FC236}">
                  <a16:creationId xmlns:a16="http://schemas.microsoft.com/office/drawing/2014/main" id="{82207174-45CD-44CD-A5DB-47BEA4A0FA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9713" y="1506538"/>
              <a:ext cx="10207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Nextstate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48" name="Rectangle 13">
              <a:extLst>
                <a:ext uri="{FF2B5EF4-FFF2-40B4-BE49-F238E27FC236}">
                  <a16:creationId xmlns:a16="http://schemas.microsoft.com/office/drawing/2014/main" id="{A54A0A82-6EB1-4D57-BC81-2696D622D8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49" name="Rectangle 14">
              <a:extLst>
                <a:ext uri="{FF2B5EF4-FFF2-40B4-BE49-F238E27FC236}">
                  <a16:creationId xmlns:a16="http://schemas.microsoft.com/office/drawing/2014/main" id="{79A1BA87-2EA6-4742-889E-A1A67ADBC6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8388" y="1973263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50" name="Rectangle 15">
              <a:extLst>
                <a:ext uri="{FF2B5EF4-FFF2-40B4-BE49-F238E27FC236}">
                  <a16:creationId xmlns:a16="http://schemas.microsoft.com/office/drawing/2014/main" id="{ECDC74D7-1C58-44D2-A048-A17A1BA6D7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6438" y="197167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ab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51" name="Rectangle 16">
              <a:extLst>
                <a:ext uri="{FF2B5EF4-FFF2-40B4-BE49-F238E27FC236}">
                  <a16:creationId xmlns:a16="http://schemas.microsoft.com/office/drawing/2014/main" id="{3FC2A7AF-E7EE-4DE4-87D0-E1F8682E30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825" y="1973263"/>
              <a:ext cx="460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=00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52" name="Rectangle 17">
              <a:extLst>
                <a:ext uri="{FF2B5EF4-FFF2-40B4-BE49-F238E27FC236}">
                  <a16:creationId xmlns:a16="http://schemas.microsoft.com/office/drawing/2014/main" id="{D86BC109-1CEE-4766-A754-B98E0D1530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1813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53" name="Rectangle 18">
              <a:extLst>
                <a:ext uri="{FF2B5EF4-FFF2-40B4-BE49-F238E27FC236}">
                  <a16:creationId xmlns:a16="http://schemas.microsoft.com/office/drawing/2014/main" id="{6DE74B9A-BB7C-4CCB-BE33-EB973B96E0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9350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54" name="Rectangle 19">
              <a:extLst>
                <a:ext uri="{FF2B5EF4-FFF2-40B4-BE49-F238E27FC236}">
                  <a16:creationId xmlns:a16="http://schemas.microsoft.com/office/drawing/2014/main" id="{02266976-8B3D-4A3B-97E3-C5B17666BA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55" name="Rectangle 20">
              <a:extLst>
                <a:ext uri="{FF2B5EF4-FFF2-40B4-BE49-F238E27FC236}">
                  <a16:creationId xmlns:a16="http://schemas.microsoft.com/office/drawing/2014/main" id="{258D46C0-D334-4FFE-AAB8-C24F6F68F8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3713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56" name="Rectangle 21">
              <a:extLst>
                <a:ext uri="{FF2B5EF4-FFF2-40B4-BE49-F238E27FC236}">
                  <a16:creationId xmlns:a16="http://schemas.microsoft.com/office/drawing/2014/main" id="{572215A3-6BFA-4F96-9460-67C6428343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57" name="Rectangle 22">
              <a:extLst>
                <a:ext uri="{FF2B5EF4-FFF2-40B4-BE49-F238E27FC236}">
                  <a16:creationId xmlns:a16="http://schemas.microsoft.com/office/drawing/2014/main" id="{489E1B6D-0288-4C6E-8466-D02A49F403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316163"/>
              <a:ext cx="2925762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58" name="Rectangle 23">
              <a:extLst>
                <a:ext uri="{FF2B5EF4-FFF2-40B4-BE49-F238E27FC236}">
                  <a16:creationId xmlns:a16="http://schemas.microsoft.com/office/drawing/2014/main" id="{FCCE6DA9-86D5-4AB9-ABF2-B99CD17051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2328863"/>
              <a:ext cx="11112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59" name="Rectangle 24">
              <a:extLst>
                <a:ext uri="{FF2B5EF4-FFF2-40B4-BE49-F238E27FC236}">
                  <a16:creationId xmlns:a16="http://schemas.microsoft.com/office/drawing/2014/main" id="{85DFC201-38AB-4914-B7A8-380C9B3A42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2200" y="1881188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Output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60" name="Rectangle 25">
              <a:extLst>
                <a:ext uri="{FF2B5EF4-FFF2-40B4-BE49-F238E27FC236}">
                  <a16:creationId xmlns:a16="http://schemas.microsoft.com/office/drawing/2014/main" id="{3495E18E-DF0E-43FE-9648-3D4C216767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6800" y="22812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61" name="Rectangle 26">
              <a:extLst>
                <a:ext uri="{FF2B5EF4-FFF2-40B4-BE49-F238E27FC236}">
                  <a16:creationId xmlns:a16="http://schemas.microsoft.com/office/drawing/2014/main" id="{44B18353-8039-40B3-A8AF-62711C4CE5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0625" y="2379663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62" name="Rectangle 27">
              <a:extLst>
                <a:ext uri="{FF2B5EF4-FFF2-40B4-BE49-F238E27FC236}">
                  <a16:creationId xmlns:a16="http://schemas.microsoft.com/office/drawing/2014/main" id="{7CCB9EF5-D259-43D1-A3D7-BD381D3551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281238"/>
              <a:ext cx="17621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63" name="Rectangle 28">
              <a:extLst>
                <a:ext uri="{FF2B5EF4-FFF2-40B4-BE49-F238E27FC236}">
                  <a16:creationId xmlns:a16="http://schemas.microsoft.com/office/drawing/2014/main" id="{8879F61D-5AF3-4F11-947F-62C949C0D2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64" name="Rectangle 29">
              <a:extLst>
                <a:ext uri="{FF2B5EF4-FFF2-40B4-BE49-F238E27FC236}">
                  <a16:creationId xmlns:a16="http://schemas.microsoft.com/office/drawing/2014/main" id="{DAAA781D-5DC6-4873-8A57-DA4F5F5D0E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8750" y="2379663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65" name="Rectangle 30">
              <a:extLst>
                <a:ext uri="{FF2B5EF4-FFF2-40B4-BE49-F238E27FC236}">
                  <a16:creationId xmlns:a16="http://schemas.microsoft.com/office/drawing/2014/main" id="{EFD6A677-2E82-4D24-A1C8-E742247962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7363" y="24272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66" name="Rectangle 31">
              <a:extLst>
                <a:ext uri="{FF2B5EF4-FFF2-40B4-BE49-F238E27FC236}">
                  <a16:creationId xmlns:a16="http://schemas.microsoft.com/office/drawing/2014/main" id="{1F7BD2C9-1EE0-426C-9852-A699D79C8C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3413" y="25241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67" name="Rectangle 32">
              <a:extLst>
                <a:ext uri="{FF2B5EF4-FFF2-40B4-BE49-F238E27FC236}">
                  <a16:creationId xmlns:a16="http://schemas.microsoft.com/office/drawing/2014/main" id="{29B68240-9699-4B15-8F5F-B811842E76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7713" y="24272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68" name="Rectangle 33">
              <a:extLst>
                <a:ext uri="{FF2B5EF4-FFF2-40B4-BE49-F238E27FC236}">
                  <a16:creationId xmlns:a16="http://schemas.microsoft.com/office/drawing/2014/main" id="{28628191-7B44-4A63-AFD6-FEB6B0C191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69" name="Rectangle 34">
              <a:extLst>
                <a:ext uri="{FF2B5EF4-FFF2-40B4-BE49-F238E27FC236}">
                  <a16:creationId xmlns:a16="http://schemas.microsoft.com/office/drawing/2014/main" id="{FFB94589-3A43-414C-9064-E26AF3E096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3763" y="25241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70" name="Rectangle 35">
              <a:extLst>
                <a:ext uri="{FF2B5EF4-FFF2-40B4-BE49-F238E27FC236}">
                  <a16:creationId xmlns:a16="http://schemas.microsoft.com/office/drawing/2014/main" id="{3121B6E4-4FF6-4640-B35C-7F7A0F75C5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71" name="Rectangle 36">
              <a:extLst>
                <a:ext uri="{FF2B5EF4-FFF2-40B4-BE49-F238E27FC236}">
                  <a16:creationId xmlns:a16="http://schemas.microsoft.com/office/drawing/2014/main" id="{3AB34EEB-087C-4145-A55E-4EF82E3B0C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2771775"/>
              <a:ext cx="49799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72" name="Rectangle 37">
              <a:extLst>
                <a:ext uri="{FF2B5EF4-FFF2-40B4-BE49-F238E27FC236}">
                  <a16:creationId xmlns:a16="http://schemas.microsoft.com/office/drawing/2014/main" id="{CA5F2DB0-9CD5-46F7-9C42-2491488F9E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2787650"/>
              <a:ext cx="11112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73" name="Rectangle 38">
              <a:extLst>
                <a:ext uri="{FF2B5EF4-FFF2-40B4-BE49-F238E27FC236}">
                  <a16:creationId xmlns:a16="http://schemas.microsoft.com/office/drawing/2014/main" id="{B2658524-D094-41A9-85E9-A84AF0C0DE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62713" y="2281238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74" name="Rectangle 39">
              <a:extLst>
                <a:ext uri="{FF2B5EF4-FFF2-40B4-BE49-F238E27FC236}">
                  <a16:creationId xmlns:a16="http://schemas.microsoft.com/office/drawing/2014/main" id="{E3E6CAD9-66F3-42B9-AAD2-EBE8C7D40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75" name="Rectangle 40">
              <a:extLst>
                <a:ext uri="{FF2B5EF4-FFF2-40B4-BE49-F238E27FC236}">
                  <a16:creationId xmlns:a16="http://schemas.microsoft.com/office/drawing/2014/main" id="{279EA37C-EF29-4188-9C59-4E9DD080A6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76" name="Rectangle 41">
              <a:extLst>
                <a:ext uri="{FF2B5EF4-FFF2-40B4-BE49-F238E27FC236}">
                  <a16:creationId xmlns:a16="http://schemas.microsoft.com/office/drawing/2014/main" id="{D29F0F5F-C2CC-4567-9535-79105B8068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77" name="Rectangle 42">
              <a:extLst>
                <a:ext uri="{FF2B5EF4-FFF2-40B4-BE49-F238E27FC236}">
                  <a16:creationId xmlns:a16="http://schemas.microsoft.com/office/drawing/2014/main" id="{962CCE42-60A4-4CB7-98AE-06EE388A56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78" name="Rectangle 43">
              <a:extLst>
                <a:ext uri="{FF2B5EF4-FFF2-40B4-BE49-F238E27FC236}">
                  <a16:creationId xmlns:a16="http://schemas.microsoft.com/office/drawing/2014/main" id="{575C1CAF-31CD-47F9-81CF-F99AA71749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79" name="Rectangle 44">
              <a:extLst>
                <a:ext uri="{FF2B5EF4-FFF2-40B4-BE49-F238E27FC236}">
                  <a16:creationId xmlns:a16="http://schemas.microsoft.com/office/drawing/2014/main" id="{55CA2692-EF6A-495F-B341-CFE049C094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80" name="Rectangle 45">
              <a:extLst>
                <a:ext uri="{FF2B5EF4-FFF2-40B4-BE49-F238E27FC236}">
                  <a16:creationId xmlns:a16="http://schemas.microsoft.com/office/drawing/2014/main" id="{F84968E8-372E-4358-A69A-6B74F978F0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81" name="Rectangle 46">
              <a:extLst>
                <a:ext uri="{FF2B5EF4-FFF2-40B4-BE49-F238E27FC236}">
                  <a16:creationId xmlns:a16="http://schemas.microsoft.com/office/drawing/2014/main" id="{00E189C9-8985-464A-94FF-2E3CEA5B12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82" name="Rectangle 47">
              <a:extLst>
                <a:ext uri="{FF2B5EF4-FFF2-40B4-BE49-F238E27FC236}">
                  <a16:creationId xmlns:a16="http://schemas.microsoft.com/office/drawing/2014/main" id="{83BE703B-E176-422B-85E7-3CE1C287D1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83" name="Rectangle 48">
              <a:extLst>
                <a:ext uri="{FF2B5EF4-FFF2-40B4-BE49-F238E27FC236}">
                  <a16:creationId xmlns:a16="http://schemas.microsoft.com/office/drawing/2014/main" id="{6538E95A-2506-43D4-AE60-1113A2BBDE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84" name="Rectangle 49">
              <a:extLst>
                <a:ext uri="{FF2B5EF4-FFF2-40B4-BE49-F238E27FC236}">
                  <a16:creationId xmlns:a16="http://schemas.microsoft.com/office/drawing/2014/main" id="{343A9530-E7B7-415B-827D-FCA0BFAE89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189288"/>
              <a:ext cx="11112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85" name="Rectangle 50">
              <a:extLst>
                <a:ext uri="{FF2B5EF4-FFF2-40B4-BE49-F238E27FC236}">
                  <a16:creationId xmlns:a16="http://schemas.microsoft.com/office/drawing/2014/main" id="{FBF3E866-4D21-4C32-9C6F-FBF9A34BA0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86" name="Rectangle 51">
              <a:extLst>
                <a:ext uri="{FF2B5EF4-FFF2-40B4-BE49-F238E27FC236}">
                  <a16:creationId xmlns:a16="http://schemas.microsoft.com/office/drawing/2014/main" id="{4B709988-674C-46F9-95C0-CBE96734BE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87" name="Rectangle 52">
              <a:extLst>
                <a:ext uri="{FF2B5EF4-FFF2-40B4-BE49-F238E27FC236}">
                  <a16:creationId xmlns:a16="http://schemas.microsoft.com/office/drawing/2014/main" id="{346D1B5D-CF2F-45F0-B53D-BC4EF5B784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88" name="Rectangle 53">
              <a:extLst>
                <a:ext uri="{FF2B5EF4-FFF2-40B4-BE49-F238E27FC236}">
                  <a16:creationId xmlns:a16="http://schemas.microsoft.com/office/drawing/2014/main" id="{A1EDB886-208B-46A8-B3BD-5EB3E832C1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89" name="Rectangle 54">
              <a:extLst>
                <a:ext uri="{FF2B5EF4-FFF2-40B4-BE49-F238E27FC236}">
                  <a16:creationId xmlns:a16="http://schemas.microsoft.com/office/drawing/2014/main" id="{FECF585B-9C7A-47B7-8596-4E55CB1560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90" name="Rectangle 55">
              <a:extLst>
                <a:ext uri="{FF2B5EF4-FFF2-40B4-BE49-F238E27FC236}">
                  <a16:creationId xmlns:a16="http://schemas.microsoft.com/office/drawing/2014/main" id="{AC57E595-1AAD-4939-9B5E-066A766665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91" name="Rectangle 56">
              <a:extLst>
                <a:ext uri="{FF2B5EF4-FFF2-40B4-BE49-F238E27FC236}">
                  <a16:creationId xmlns:a16="http://schemas.microsoft.com/office/drawing/2014/main" id="{94AF5C5B-A7E9-468C-94B7-4C8F5C9F81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92" name="Rectangle 57">
              <a:extLst>
                <a:ext uri="{FF2B5EF4-FFF2-40B4-BE49-F238E27FC236}">
                  <a16:creationId xmlns:a16="http://schemas.microsoft.com/office/drawing/2014/main" id="{6EBF6E6F-DF3E-4959-9F61-C38B724DED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93" name="Rectangle 58">
              <a:extLst>
                <a:ext uri="{FF2B5EF4-FFF2-40B4-BE49-F238E27FC236}">
                  <a16:creationId xmlns:a16="http://schemas.microsoft.com/office/drawing/2014/main" id="{0FF16DD5-B08E-4B7B-B8A5-B3B7A50C0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94" name="Rectangle 59">
              <a:extLst>
                <a:ext uri="{FF2B5EF4-FFF2-40B4-BE49-F238E27FC236}">
                  <a16:creationId xmlns:a16="http://schemas.microsoft.com/office/drawing/2014/main" id="{22142AC1-4F90-4366-BC37-DA6C9FF0D1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95" name="Rectangle 60">
              <a:extLst>
                <a:ext uri="{FF2B5EF4-FFF2-40B4-BE49-F238E27FC236}">
                  <a16:creationId xmlns:a16="http://schemas.microsoft.com/office/drawing/2014/main" id="{76233F9C-73CE-474F-8B67-BC7C9FFE22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96" name="Rectangle 61">
              <a:extLst>
                <a:ext uri="{FF2B5EF4-FFF2-40B4-BE49-F238E27FC236}">
                  <a16:creationId xmlns:a16="http://schemas.microsoft.com/office/drawing/2014/main" id="{DBAFEA3A-6BA8-4871-9B38-CDC40DC568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494088"/>
              <a:ext cx="11112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97" name="Rectangle 62">
              <a:extLst>
                <a:ext uri="{FF2B5EF4-FFF2-40B4-BE49-F238E27FC236}">
                  <a16:creationId xmlns:a16="http://schemas.microsoft.com/office/drawing/2014/main" id="{0FD989BE-3367-41C5-B658-E14B0382B1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98" name="Rectangle 63">
              <a:extLst>
                <a:ext uri="{FF2B5EF4-FFF2-40B4-BE49-F238E27FC236}">
                  <a16:creationId xmlns:a16="http://schemas.microsoft.com/office/drawing/2014/main" id="{84F6D37D-CF8B-4E6C-A4A2-FFDE90F7FF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99" name="Rectangle 64">
              <a:extLst>
                <a:ext uri="{FF2B5EF4-FFF2-40B4-BE49-F238E27FC236}">
                  <a16:creationId xmlns:a16="http://schemas.microsoft.com/office/drawing/2014/main" id="{B25C8BD4-77F9-4AEC-B9A0-EC77FCA6DB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000" name="Rectangle 65">
              <a:extLst>
                <a:ext uri="{FF2B5EF4-FFF2-40B4-BE49-F238E27FC236}">
                  <a16:creationId xmlns:a16="http://schemas.microsoft.com/office/drawing/2014/main" id="{4ED01403-2466-4CAA-94E6-5011C0910A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001" name="Rectangle 66">
              <a:extLst>
                <a:ext uri="{FF2B5EF4-FFF2-40B4-BE49-F238E27FC236}">
                  <a16:creationId xmlns:a16="http://schemas.microsoft.com/office/drawing/2014/main" id="{AF3D092E-D1A7-48FB-A139-0BCFD42693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002" name="Rectangle 67">
              <a:extLst>
                <a:ext uri="{FF2B5EF4-FFF2-40B4-BE49-F238E27FC236}">
                  <a16:creationId xmlns:a16="http://schemas.microsoft.com/office/drawing/2014/main" id="{375E6517-6D00-4FE8-AAF1-D68D265DA5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003" name="Rectangle 68">
              <a:extLst>
                <a:ext uri="{FF2B5EF4-FFF2-40B4-BE49-F238E27FC236}">
                  <a16:creationId xmlns:a16="http://schemas.microsoft.com/office/drawing/2014/main" id="{8FB0A070-7D99-46B1-8064-620067E1C6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004" name="Rectangle 69">
              <a:extLst>
                <a:ext uri="{FF2B5EF4-FFF2-40B4-BE49-F238E27FC236}">
                  <a16:creationId xmlns:a16="http://schemas.microsoft.com/office/drawing/2014/main" id="{6EB58E9A-EA4B-44CB-A0E6-D48E1AEA79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005" name="Rectangle 70">
              <a:extLst>
                <a:ext uri="{FF2B5EF4-FFF2-40B4-BE49-F238E27FC236}">
                  <a16:creationId xmlns:a16="http://schemas.microsoft.com/office/drawing/2014/main" id="{F9CE8445-76F1-4228-AFDE-B0D4886077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006" name="Rectangle 71">
              <a:extLst>
                <a:ext uri="{FF2B5EF4-FFF2-40B4-BE49-F238E27FC236}">
                  <a16:creationId xmlns:a16="http://schemas.microsoft.com/office/drawing/2014/main" id="{E395B031-CB24-4B07-BEB4-FCF2BCEACC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007" name="Rectangle 72">
              <a:extLst>
                <a:ext uri="{FF2B5EF4-FFF2-40B4-BE49-F238E27FC236}">
                  <a16:creationId xmlns:a16="http://schemas.microsoft.com/office/drawing/2014/main" id="{9515E96F-7193-4AF6-901E-CFAA2D584A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008" name="Rectangle 73">
              <a:extLst>
                <a:ext uri="{FF2B5EF4-FFF2-40B4-BE49-F238E27FC236}">
                  <a16:creationId xmlns:a16="http://schemas.microsoft.com/office/drawing/2014/main" id="{57F2F245-89CF-4E67-A4CF-617E090282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803650"/>
              <a:ext cx="11112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009" name="Rectangle 74">
              <a:extLst>
                <a:ext uri="{FF2B5EF4-FFF2-40B4-BE49-F238E27FC236}">
                  <a16:creationId xmlns:a16="http://schemas.microsoft.com/office/drawing/2014/main" id="{17BB51A3-6C4B-46D6-BA1E-14893D8764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010" name="Rectangle 75">
              <a:extLst>
                <a:ext uri="{FF2B5EF4-FFF2-40B4-BE49-F238E27FC236}">
                  <a16:creationId xmlns:a16="http://schemas.microsoft.com/office/drawing/2014/main" id="{33FA1519-0C6C-4179-A006-D1D51D26C0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011" name="Rectangle 76">
              <a:extLst>
                <a:ext uri="{FF2B5EF4-FFF2-40B4-BE49-F238E27FC236}">
                  <a16:creationId xmlns:a16="http://schemas.microsoft.com/office/drawing/2014/main" id="{54E761F6-DB62-4977-9695-CBAF337A07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012" name="Rectangle 77">
              <a:extLst>
                <a:ext uri="{FF2B5EF4-FFF2-40B4-BE49-F238E27FC236}">
                  <a16:creationId xmlns:a16="http://schemas.microsoft.com/office/drawing/2014/main" id="{1DA260CC-C923-4EC7-B281-80C7E68C29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013" name="Rectangle 78">
              <a:extLst>
                <a:ext uri="{FF2B5EF4-FFF2-40B4-BE49-F238E27FC236}">
                  <a16:creationId xmlns:a16="http://schemas.microsoft.com/office/drawing/2014/main" id="{94DAB4AA-432A-4E05-B775-E0F2BC3905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014" name="Rectangle 79">
              <a:extLst>
                <a:ext uri="{FF2B5EF4-FFF2-40B4-BE49-F238E27FC236}">
                  <a16:creationId xmlns:a16="http://schemas.microsoft.com/office/drawing/2014/main" id="{5E0A25DA-7C70-455C-BA60-0FE8AE71F7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015" name="Rectangle 80">
              <a:extLst>
                <a:ext uri="{FF2B5EF4-FFF2-40B4-BE49-F238E27FC236}">
                  <a16:creationId xmlns:a16="http://schemas.microsoft.com/office/drawing/2014/main" id="{BCC81DE7-3D0C-49E8-A720-6D98955438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016" name="Rectangle 81">
              <a:extLst>
                <a:ext uri="{FF2B5EF4-FFF2-40B4-BE49-F238E27FC236}">
                  <a16:creationId xmlns:a16="http://schemas.microsoft.com/office/drawing/2014/main" id="{9267E620-6E0D-470E-A421-C83223333C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017" name="Rectangle 82">
              <a:extLst>
                <a:ext uri="{FF2B5EF4-FFF2-40B4-BE49-F238E27FC236}">
                  <a16:creationId xmlns:a16="http://schemas.microsoft.com/office/drawing/2014/main" id="{15183774-44EF-4FA1-81DC-4FCA1722D8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018" name="Rectangle 83">
              <a:extLst>
                <a:ext uri="{FF2B5EF4-FFF2-40B4-BE49-F238E27FC236}">
                  <a16:creationId xmlns:a16="http://schemas.microsoft.com/office/drawing/2014/main" id="{8E41A667-A1FD-4D3B-9B6A-1383B81154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019" name="Rectangle 84">
              <a:extLst>
                <a:ext uri="{FF2B5EF4-FFF2-40B4-BE49-F238E27FC236}">
                  <a16:creationId xmlns:a16="http://schemas.microsoft.com/office/drawing/2014/main" id="{63233633-1692-4573-AFF4-BD56703AEE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020" name="Rectangle 85">
              <a:extLst>
                <a:ext uri="{FF2B5EF4-FFF2-40B4-BE49-F238E27FC236}">
                  <a16:creationId xmlns:a16="http://schemas.microsoft.com/office/drawing/2014/main" id="{116DD703-4751-4FBE-8E74-FA2C402D25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4140200"/>
              <a:ext cx="49799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021" name="Rectangle 86">
              <a:extLst>
                <a:ext uri="{FF2B5EF4-FFF2-40B4-BE49-F238E27FC236}">
                  <a16:creationId xmlns:a16="http://schemas.microsoft.com/office/drawing/2014/main" id="{EB91C27C-D03D-42AA-964B-2D3279636F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86" name="Rectangle 2">
            <a:extLst>
              <a:ext uri="{FF2B5EF4-FFF2-40B4-BE49-F238E27FC236}">
                <a16:creationId xmlns:a16="http://schemas.microsoft.com/office/drawing/2014/main" id="{5D86744F-9862-4540-8BB1-5F978F9987E6}"/>
              </a:ext>
            </a:extLst>
          </p:cNvPr>
          <p:cNvSpPr txBox="1">
            <a:spLocks noChangeArrowheads="1"/>
          </p:cNvSpPr>
          <p:nvPr/>
        </p:nvSpPr>
        <p:spPr>
          <a:xfrm>
            <a:off x="790575" y="100013"/>
            <a:ext cx="4695825" cy="814387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Deriving Y</a:t>
            </a:r>
            <a:r>
              <a:rPr kumimoji="0" lang="en-US" sz="36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1</a:t>
            </a:r>
          </a:p>
        </p:txBody>
      </p:sp>
      <p:graphicFrame>
        <p:nvGraphicFramePr>
          <p:cNvPr id="88" name="Shape 730">
            <a:extLst>
              <a:ext uri="{FF2B5EF4-FFF2-40B4-BE49-F238E27FC236}">
                <a16:creationId xmlns:a16="http://schemas.microsoft.com/office/drawing/2014/main" id="{E249C744-7FD8-5C43-871B-3826495F2CA6}"/>
              </a:ext>
            </a:extLst>
          </p:cNvPr>
          <p:cNvGraphicFramePr>
            <a:graphicFrameLocks noGrp="1"/>
          </p:cNvGraphicFramePr>
          <p:nvPr/>
        </p:nvGraphicFramePr>
        <p:xfrm>
          <a:off x="6791325" y="76200"/>
          <a:ext cx="2124075" cy="6746875"/>
        </p:xfrm>
        <a:graphic>
          <a:graphicData uri="http://schemas.openxmlformats.org/drawingml/2006/table">
            <a:tbl>
              <a:tblPr/>
              <a:tblGrid>
                <a:gridCol w="354013">
                  <a:extLst>
                    <a:ext uri="{9D8B030D-6E8A-4147-A177-3AD203B41FA5}">
                      <a16:colId xmlns:a16="http://schemas.microsoft.com/office/drawing/2014/main" val="2985087448"/>
                    </a:ext>
                  </a:extLst>
                </a:gridCol>
                <a:gridCol w="354012">
                  <a:extLst>
                    <a:ext uri="{9D8B030D-6E8A-4147-A177-3AD203B41FA5}">
                      <a16:colId xmlns:a16="http://schemas.microsoft.com/office/drawing/2014/main" val="1443172950"/>
                    </a:ext>
                  </a:extLst>
                </a:gridCol>
                <a:gridCol w="354013">
                  <a:extLst>
                    <a:ext uri="{9D8B030D-6E8A-4147-A177-3AD203B41FA5}">
                      <a16:colId xmlns:a16="http://schemas.microsoft.com/office/drawing/2014/main" val="1079839225"/>
                    </a:ext>
                  </a:extLst>
                </a:gridCol>
                <a:gridCol w="354012">
                  <a:extLst>
                    <a:ext uri="{9D8B030D-6E8A-4147-A177-3AD203B41FA5}">
                      <a16:colId xmlns:a16="http://schemas.microsoft.com/office/drawing/2014/main" val="1993985841"/>
                    </a:ext>
                  </a:extLst>
                </a:gridCol>
                <a:gridCol w="354013">
                  <a:extLst>
                    <a:ext uri="{9D8B030D-6E8A-4147-A177-3AD203B41FA5}">
                      <a16:colId xmlns:a16="http://schemas.microsoft.com/office/drawing/2014/main" val="1547147189"/>
                    </a:ext>
                  </a:extLst>
                </a:gridCol>
                <a:gridCol w="354012">
                  <a:extLst>
                    <a:ext uri="{9D8B030D-6E8A-4147-A177-3AD203B41FA5}">
                      <a16:colId xmlns:a16="http://schemas.microsoft.com/office/drawing/2014/main" val="961835863"/>
                    </a:ext>
                  </a:extLst>
                </a:gridCol>
              </a:tblGrid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2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a</a:t>
                      </a:r>
                      <a:endParaRPr kumimoji="0" lang="en-US" altLang="en-US" sz="14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MS PGothic" panose="020B0600070205080204" pitchFamily="34" charset="-128"/>
                        <a:sym typeface="Times New Roman" panose="02020603050405020304" pitchFamily="18" charset="0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b</a:t>
                      </a:r>
                      <a:endParaRPr kumimoji="0" lang="en-US" altLang="en-US" sz="14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MS PGothic" panose="020B0600070205080204" pitchFamily="34" charset="-128"/>
                        <a:sym typeface="Times New Roman" panose="02020603050405020304" pitchFamily="18" charset="0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2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88757898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628985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2984568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040926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1138442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8547598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7296187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46724858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0889508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82586930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3187835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874019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1748641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5156322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7123336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6698664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6900560"/>
                  </a:ext>
                </a:extLst>
              </a:tr>
            </a:tbl>
          </a:graphicData>
        </a:graphic>
      </p:graphicFrame>
      <p:sp>
        <p:nvSpPr>
          <p:cNvPr id="74883" name="Rectangle 88">
            <a:extLst>
              <a:ext uri="{FF2B5EF4-FFF2-40B4-BE49-F238E27FC236}">
                <a16:creationId xmlns:a16="http://schemas.microsoft.com/office/drawing/2014/main" id="{B6B9B8C5-7A51-40C7-8B26-6326AA6A36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57400" y="2252663"/>
            <a:ext cx="293688" cy="121920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4884" name="Rectangle 90">
            <a:extLst>
              <a:ext uri="{FF2B5EF4-FFF2-40B4-BE49-F238E27FC236}">
                <a16:creationId xmlns:a16="http://schemas.microsoft.com/office/drawing/2014/main" id="{CAC3C0C4-C660-4FE2-9E8E-76696B91A7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7950" y="2263775"/>
            <a:ext cx="293688" cy="121920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4885" name="Rectangle 91">
            <a:extLst>
              <a:ext uri="{FF2B5EF4-FFF2-40B4-BE49-F238E27FC236}">
                <a16:creationId xmlns:a16="http://schemas.microsoft.com/office/drawing/2014/main" id="{29830142-3B5F-459C-9E31-221778A83E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9775" y="2260600"/>
            <a:ext cx="293688" cy="121920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4886" name="Rectangle 92">
            <a:extLst>
              <a:ext uri="{FF2B5EF4-FFF2-40B4-BE49-F238E27FC236}">
                <a16:creationId xmlns:a16="http://schemas.microsoft.com/office/drawing/2014/main" id="{9614D39B-031A-44C4-913F-35DF66DD02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79850" y="2257425"/>
            <a:ext cx="293688" cy="121920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4887" name="Rectangle 93">
            <a:extLst>
              <a:ext uri="{FF2B5EF4-FFF2-40B4-BE49-F238E27FC236}">
                <a16:creationId xmlns:a16="http://schemas.microsoft.com/office/drawing/2014/main" id="{97A67C8B-5384-42DE-897C-B2629812F4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1625" y="1766888"/>
            <a:ext cx="206375" cy="334962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74888" name="Group 221">
            <a:extLst>
              <a:ext uri="{FF2B5EF4-FFF2-40B4-BE49-F238E27FC236}">
                <a16:creationId xmlns:a16="http://schemas.microsoft.com/office/drawing/2014/main" id="{B2938180-8329-4586-908A-507C583D8575}"/>
              </a:ext>
            </a:extLst>
          </p:cNvPr>
          <p:cNvGrpSpPr>
            <a:grpSpLocks/>
          </p:cNvGrpSpPr>
          <p:nvPr/>
        </p:nvGrpSpPr>
        <p:grpSpPr bwMode="auto">
          <a:xfrm>
            <a:off x="368300" y="3810000"/>
            <a:ext cx="2298700" cy="2232025"/>
            <a:chOff x="3189288" y="3813175"/>
            <a:chExt cx="2298700" cy="2232025"/>
          </a:xfrm>
        </p:grpSpPr>
        <p:sp>
          <p:nvSpPr>
            <p:cNvPr id="74897" name="Rectangle 91">
              <a:extLst>
                <a:ext uri="{FF2B5EF4-FFF2-40B4-BE49-F238E27FC236}">
                  <a16:creationId xmlns:a16="http://schemas.microsoft.com/office/drawing/2014/main" id="{0B4B06B7-6F60-4632-8BDB-CAED01719A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6513" y="4422775"/>
              <a:ext cx="820737" cy="820737"/>
            </a:xfrm>
            <a:prstGeom prst="rect">
              <a:avLst/>
            </a:prstGeom>
            <a:noFill/>
            <a:ln w="1746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898" name="Line 92">
              <a:extLst>
                <a:ext uri="{FF2B5EF4-FFF2-40B4-BE49-F238E27FC236}">
                  <a16:creationId xmlns:a16="http://schemas.microsoft.com/office/drawing/2014/main" id="{FF1CC8ED-6309-4F61-A83F-5E31E9679A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46513" y="4822825"/>
              <a:ext cx="820737" cy="1587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899" name="Line 93">
              <a:extLst>
                <a:ext uri="{FF2B5EF4-FFF2-40B4-BE49-F238E27FC236}">
                  <a16:creationId xmlns:a16="http://schemas.microsoft.com/office/drawing/2014/main" id="{CA3F366C-71CA-4F24-AAC2-022472DC05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67200" y="4422775"/>
              <a:ext cx="1588" cy="820737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00" name="Line 94">
              <a:extLst>
                <a:ext uri="{FF2B5EF4-FFF2-40B4-BE49-F238E27FC236}">
                  <a16:creationId xmlns:a16="http://schemas.microsoft.com/office/drawing/2014/main" id="{23F4D38F-341B-4470-B828-0693A7CC50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6463" y="4021137"/>
              <a:ext cx="400050" cy="401638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01" name="Rectangle 95">
              <a:extLst>
                <a:ext uri="{FF2B5EF4-FFF2-40B4-BE49-F238E27FC236}">
                  <a16:creationId xmlns:a16="http://schemas.microsoft.com/office/drawing/2014/main" id="{CB331EAE-91DC-4461-9ACD-29F648BD32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7250" y="4422775"/>
              <a:ext cx="820738" cy="820737"/>
            </a:xfrm>
            <a:prstGeom prst="rect">
              <a:avLst/>
            </a:prstGeom>
            <a:noFill/>
            <a:ln w="1746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02" name="Line 96">
              <a:extLst>
                <a:ext uri="{FF2B5EF4-FFF2-40B4-BE49-F238E27FC236}">
                  <a16:creationId xmlns:a16="http://schemas.microsoft.com/office/drawing/2014/main" id="{2A0446B6-DAE7-4EE1-BB76-4168906E72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67250" y="4822825"/>
              <a:ext cx="820738" cy="1587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03" name="Line 97">
              <a:extLst>
                <a:ext uri="{FF2B5EF4-FFF2-40B4-BE49-F238E27FC236}">
                  <a16:creationId xmlns:a16="http://schemas.microsoft.com/office/drawing/2014/main" id="{B1CC4C8B-DAAA-479B-80A9-912C17FF0F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68888" y="4422775"/>
              <a:ext cx="1587" cy="820737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04" name="Rectangle 99">
              <a:extLst>
                <a:ext uri="{FF2B5EF4-FFF2-40B4-BE49-F238E27FC236}">
                  <a16:creationId xmlns:a16="http://schemas.microsoft.com/office/drawing/2014/main" id="{5FA357DA-FC8E-4838-8EF9-AA7203EB9A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3513" y="4198937"/>
              <a:ext cx="249237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05" name="Rectangle 100">
              <a:extLst>
                <a:ext uri="{FF2B5EF4-FFF2-40B4-BE49-F238E27FC236}">
                  <a16:creationId xmlns:a16="http://schemas.microsoft.com/office/drawing/2014/main" id="{1D18F392-B575-470A-9D25-8BA2548626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325" y="4198937"/>
              <a:ext cx="24923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06" name="Rectangle 101">
              <a:extLst>
                <a:ext uri="{FF2B5EF4-FFF2-40B4-BE49-F238E27FC236}">
                  <a16:creationId xmlns:a16="http://schemas.microsoft.com/office/drawing/2014/main" id="{825D0EF1-7369-41C5-9E45-1A3DA2A764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725" y="4198937"/>
              <a:ext cx="24923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07" name="Rectangle 102">
              <a:extLst>
                <a:ext uri="{FF2B5EF4-FFF2-40B4-BE49-F238E27FC236}">
                  <a16:creationId xmlns:a16="http://schemas.microsoft.com/office/drawing/2014/main" id="{380A1965-E40B-4A40-905A-02A3DC7A13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1125" y="4198937"/>
              <a:ext cx="24923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08" name="Rectangle 103">
              <a:extLst>
                <a:ext uri="{FF2B5EF4-FFF2-40B4-BE49-F238E27FC236}">
                  <a16:creationId xmlns:a16="http://schemas.microsoft.com/office/drawing/2014/main" id="{06A25F71-49C5-4AD0-9378-1BFA8C94E5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450" y="4537075"/>
              <a:ext cx="24923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09" name="Rectangle 104">
              <a:extLst>
                <a:ext uri="{FF2B5EF4-FFF2-40B4-BE49-F238E27FC236}">
                  <a16:creationId xmlns:a16="http://schemas.microsoft.com/office/drawing/2014/main" id="{E5EDA4DD-1CED-477D-9E4F-44C6156FFC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3150" y="4983162"/>
              <a:ext cx="24923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10" name="Rectangle 105">
              <a:extLst>
                <a:ext uri="{FF2B5EF4-FFF2-40B4-BE49-F238E27FC236}">
                  <a16:creationId xmlns:a16="http://schemas.microsoft.com/office/drawing/2014/main" id="{E3EB1785-D794-4BCF-82F2-122FF9FA9D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5950" y="4545012"/>
              <a:ext cx="20478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11" name="Rectangle 106">
              <a:extLst>
                <a:ext uri="{FF2B5EF4-FFF2-40B4-BE49-F238E27FC236}">
                  <a16:creationId xmlns:a16="http://schemas.microsoft.com/office/drawing/2014/main" id="{EE9E25C9-21DD-4C79-96BC-7C45CAD88D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6375" y="4949825"/>
              <a:ext cx="20478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12" name="Rectangle 107">
              <a:extLst>
                <a:ext uri="{FF2B5EF4-FFF2-40B4-BE49-F238E27FC236}">
                  <a16:creationId xmlns:a16="http://schemas.microsoft.com/office/drawing/2014/main" id="{8C8C5FD4-667B-4220-AEEF-994E06A090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5950" y="4949825"/>
              <a:ext cx="20478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13" name="Rectangle 108">
              <a:extLst>
                <a:ext uri="{FF2B5EF4-FFF2-40B4-BE49-F238E27FC236}">
                  <a16:creationId xmlns:a16="http://schemas.microsoft.com/office/drawing/2014/main" id="{8BAD9507-6581-429B-ABDE-340620CEB4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3938" y="4545012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14" name="Rectangle 109">
              <a:extLst>
                <a:ext uri="{FF2B5EF4-FFF2-40B4-BE49-F238E27FC236}">
                  <a16:creationId xmlns:a16="http://schemas.microsoft.com/office/drawing/2014/main" id="{D5CE3489-B628-4639-B03A-0FFADB7BC3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3938" y="4949825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15" name="Rectangle 110">
              <a:extLst>
                <a:ext uri="{FF2B5EF4-FFF2-40B4-BE49-F238E27FC236}">
                  <a16:creationId xmlns:a16="http://schemas.microsoft.com/office/drawing/2014/main" id="{7A1B6A00-4378-4AA5-8776-91ACA59E39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9225" y="4545012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16" name="Rectangle 111">
              <a:extLst>
                <a:ext uri="{FF2B5EF4-FFF2-40B4-BE49-F238E27FC236}">
                  <a16:creationId xmlns:a16="http://schemas.microsoft.com/office/drawing/2014/main" id="{740F88B5-006A-4AFA-B404-55A62773BA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9225" y="4949825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17" name="Rectangle 112">
              <a:extLst>
                <a:ext uri="{FF2B5EF4-FFF2-40B4-BE49-F238E27FC236}">
                  <a16:creationId xmlns:a16="http://schemas.microsoft.com/office/drawing/2014/main" id="{7D65E795-BAA1-4F2D-AD0E-1123D9E1E9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6513" y="5243512"/>
              <a:ext cx="820737" cy="801688"/>
            </a:xfrm>
            <a:prstGeom prst="rect">
              <a:avLst/>
            </a:prstGeom>
            <a:noFill/>
            <a:ln w="1746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18" name="Line 113">
              <a:extLst>
                <a:ext uri="{FF2B5EF4-FFF2-40B4-BE49-F238E27FC236}">
                  <a16:creationId xmlns:a16="http://schemas.microsoft.com/office/drawing/2014/main" id="{7F766A07-6DF7-45A8-A11B-43B192555D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46513" y="5643562"/>
              <a:ext cx="820737" cy="1588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19" name="Line 114">
              <a:extLst>
                <a:ext uri="{FF2B5EF4-FFF2-40B4-BE49-F238E27FC236}">
                  <a16:creationId xmlns:a16="http://schemas.microsoft.com/office/drawing/2014/main" id="{14D9F534-2A8C-4AE1-8E11-01B12A5344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67200" y="5243512"/>
              <a:ext cx="1588" cy="801688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20" name="Rectangle 115">
              <a:extLst>
                <a:ext uri="{FF2B5EF4-FFF2-40B4-BE49-F238E27FC236}">
                  <a16:creationId xmlns:a16="http://schemas.microsoft.com/office/drawing/2014/main" id="{ADBFC2E4-52F7-4BD2-9AD2-37AD486A0E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7250" y="5243512"/>
              <a:ext cx="820738" cy="801688"/>
            </a:xfrm>
            <a:prstGeom prst="rect">
              <a:avLst/>
            </a:prstGeom>
            <a:noFill/>
            <a:ln w="1746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21" name="Line 116">
              <a:extLst>
                <a:ext uri="{FF2B5EF4-FFF2-40B4-BE49-F238E27FC236}">
                  <a16:creationId xmlns:a16="http://schemas.microsoft.com/office/drawing/2014/main" id="{A5A767BF-4A10-4242-A0E8-D2EB5F9104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67250" y="5643562"/>
              <a:ext cx="820738" cy="1588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22" name="Line 117">
              <a:extLst>
                <a:ext uri="{FF2B5EF4-FFF2-40B4-BE49-F238E27FC236}">
                  <a16:creationId xmlns:a16="http://schemas.microsoft.com/office/drawing/2014/main" id="{255BA206-87D1-4998-A9C2-A877A09A98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68888" y="5243512"/>
              <a:ext cx="1587" cy="801688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23" name="Rectangle 118">
              <a:extLst>
                <a:ext uri="{FF2B5EF4-FFF2-40B4-BE49-F238E27FC236}">
                  <a16:creationId xmlns:a16="http://schemas.microsoft.com/office/drawing/2014/main" id="{CC4C77DB-4205-4459-A93A-514927DBA4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6375" y="4545012"/>
              <a:ext cx="20478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24" name="Rectangle 119">
              <a:extLst>
                <a:ext uri="{FF2B5EF4-FFF2-40B4-BE49-F238E27FC236}">
                  <a16:creationId xmlns:a16="http://schemas.microsoft.com/office/drawing/2014/main" id="{27670037-9E53-4736-AA64-A911A3E805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5950" y="5356225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25" name="Rectangle 120">
              <a:extLst>
                <a:ext uri="{FF2B5EF4-FFF2-40B4-BE49-F238E27FC236}">
                  <a16:creationId xmlns:a16="http://schemas.microsoft.com/office/drawing/2014/main" id="{B7899A8F-078D-40EA-B549-B226DEC42B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6375" y="5761037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26" name="Rectangle 121">
              <a:extLst>
                <a:ext uri="{FF2B5EF4-FFF2-40B4-BE49-F238E27FC236}">
                  <a16:creationId xmlns:a16="http://schemas.microsoft.com/office/drawing/2014/main" id="{0CA988D3-3EC2-4E95-A879-3A30059C89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5950" y="5761037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27" name="Rectangle 122">
              <a:extLst>
                <a:ext uri="{FF2B5EF4-FFF2-40B4-BE49-F238E27FC236}">
                  <a16:creationId xmlns:a16="http://schemas.microsoft.com/office/drawing/2014/main" id="{8DDCA23F-5ECB-4E19-96E3-E442231248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3938" y="5356225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28" name="Rectangle 123">
              <a:extLst>
                <a:ext uri="{FF2B5EF4-FFF2-40B4-BE49-F238E27FC236}">
                  <a16:creationId xmlns:a16="http://schemas.microsoft.com/office/drawing/2014/main" id="{B307B6BD-ED3B-41AC-B3DE-903D1E7EE6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3938" y="5761037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29" name="Rectangle 124">
              <a:extLst>
                <a:ext uri="{FF2B5EF4-FFF2-40B4-BE49-F238E27FC236}">
                  <a16:creationId xmlns:a16="http://schemas.microsoft.com/office/drawing/2014/main" id="{CB0147AE-F2E4-49A7-A47C-ADC50548A2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9225" y="5356225"/>
              <a:ext cx="20478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30" name="Rectangle 125">
              <a:extLst>
                <a:ext uri="{FF2B5EF4-FFF2-40B4-BE49-F238E27FC236}">
                  <a16:creationId xmlns:a16="http://schemas.microsoft.com/office/drawing/2014/main" id="{49A9A997-B486-439A-89AA-D8C0C2AFA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9225" y="5761037"/>
              <a:ext cx="20478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31" name="Rectangle 126">
              <a:extLst>
                <a:ext uri="{FF2B5EF4-FFF2-40B4-BE49-F238E27FC236}">
                  <a16:creationId xmlns:a16="http://schemas.microsoft.com/office/drawing/2014/main" id="{8E3959EF-6A1A-4B3E-B90C-DBAC4FD597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6375" y="5356225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32" name="Rectangle 127">
              <a:extLst>
                <a:ext uri="{FF2B5EF4-FFF2-40B4-BE49-F238E27FC236}">
                  <a16:creationId xmlns:a16="http://schemas.microsoft.com/office/drawing/2014/main" id="{EDE48D1D-6731-449C-8B4E-960E4F42BB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0925" y="5356225"/>
              <a:ext cx="24923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33" name="Rectangle 128">
              <a:extLst>
                <a:ext uri="{FF2B5EF4-FFF2-40B4-BE49-F238E27FC236}">
                  <a16:creationId xmlns:a16="http://schemas.microsoft.com/office/drawing/2014/main" id="{2F60AF84-BF4C-4B09-A224-C5665C1B77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0925" y="5761037"/>
              <a:ext cx="24923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34" name="Rectangle 129">
              <a:extLst>
                <a:ext uri="{FF2B5EF4-FFF2-40B4-BE49-F238E27FC236}">
                  <a16:creationId xmlns:a16="http://schemas.microsoft.com/office/drawing/2014/main" id="{4674E868-93E8-4CC3-8FCC-4CB678906B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7750" y="3813175"/>
              <a:ext cx="195263" cy="234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35" name="Rectangle 130">
              <a:extLst>
                <a:ext uri="{FF2B5EF4-FFF2-40B4-BE49-F238E27FC236}">
                  <a16:creationId xmlns:a16="http://schemas.microsoft.com/office/drawing/2014/main" id="{BED0FB4A-6044-4489-BA2A-C549DDC083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1888" y="3900487"/>
              <a:ext cx="70532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36" name="Rectangle 131">
              <a:extLst>
                <a:ext uri="{FF2B5EF4-FFF2-40B4-BE49-F238E27FC236}">
                  <a16:creationId xmlns:a16="http://schemas.microsoft.com/office/drawing/2014/main" id="{97448BFA-3319-4D98-8C7F-659D4AD9A3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850" y="3813175"/>
              <a:ext cx="195263" cy="234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37" name="Rectangle 132">
              <a:extLst>
                <a:ext uri="{FF2B5EF4-FFF2-40B4-BE49-F238E27FC236}">
                  <a16:creationId xmlns:a16="http://schemas.microsoft.com/office/drawing/2014/main" id="{89A9AA5B-9135-4BAA-ADB1-8414485331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5400" y="3900487"/>
              <a:ext cx="70532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938" name="Rectangle 133">
              <a:extLst>
                <a:ext uri="{FF2B5EF4-FFF2-40B4-BE49-F238E27FC236}">
                  <a16:creationId xmlns:a16="http://schemas.microsoft.com/office/drawing/2014/main" id="{224D830C-903D-455B-B627-E30E3B82EB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9288" y="4059237"/>
              <a:ext cx="241145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a b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74889" name="Freeform 46">
            <a:extLst>
              <a:ext uri="{FF2B5EF4-FFF2-40B4-BE49-F238E27FC236}">
                <a16:creationId xmlns:a16="http://schemas.microsoft.com/office/drawing/2014/main" id="{545992D6-188A-4245-993C-EAB35654F4BE}"/>
              </a:ext>
            </a:extLst>
          </p:cNvPr>
          <p:cNvSpPr>
            <a:spLocks/>
          </p:cNvSpPr>
          <p:nvPr/>
        </p:nvSpPr>
        <p:spPr bwMode="auto">
          <a:xfrm>
            <a:off x="1905000" y="4467225"/>
            <a:ext cx="677863" cy="304800"/>
          </a:xfrm>
          <a:custGeom>
            <a:avLst/>
            <a:gdLst>
              <a:gd name="T0" fmla="*/ 2147483646 w 852"/>
              <a:gd name="T1" fmla="*/ 0 h 853"/>
              <a:gd name="T2" fmla="*/ 2147483646 w 852"/>
              <a:gd name="T3" fmla="*/ 0 h 853"/>
              <a:gd name="T4" fmla="*/ 2147483646 w 852"/>
              <a:gd name="T5" fmla="*/ 0 h 853"/>
              <a:gd name="T6" fmla="*/ 2147483646 w 852"/>
              <a:gd name="T7" fmla="*/ 0 h 853"/>
              <a:gd name="T8" fmla="*/ 2147483646 w 852"/>
              <a:gd name="T9" fmla="*/ 2147483646 h 853"/>
              <a:gd name="T10" fmla="*/ 2147483646 w 852"/>
              <a:gd name="T11" fmla="*/ 2147483646 h 853"/>
              <a:gd name="T12" fmla="*/ 2147483646 w 852"/>
              <a:gd name="T13" fmla="*/ 2147483646 h 853"/>
              <a:gd name="T14" fmla="*/ 2147483646 w 852"/>
              <a:gd name="T15" fmla="*/ 2147483646 h 853"/>
              <a:gd name="T16" fmla="*/ 2147483646 w 852"/>
              <a:gd name="T17" fmla="*/ 2147483646 h 853"/>
              <a:gd name="T18" fmla="*/ 2147483646 w 852"/>
              <a:gd name="T19" fmla="*/ 2147483646 h 853"/>
              <a:gd name="T20" fmla="*/ 0 w 852"/>
              <a:gd name="T21" fmla="*/ 2147483646 h 853"/>
              <a:gd name="T22" fmla="*/ 0 w 852"/>
              <a:gd name="T23" fmla="*/ 2147483646 h 853"/>
              <a:gd name="T24" fmla="*/ 0 w 852"/>
              <a:gd name="T25" fmla="*/ 2147483646 h 853"/>
              <a:gd name="T26" fmla="*/ 0 w 852"/>
              <a:gd name="T27" fmla="*/ 2147483646 h 853"/>
              <a:gd name="T28" fmla="*/ 0 w 852"/>
              <a:gd name="T29" fmla="*/ 2147483646 h 853"/>
              <a:gd name="T30" fmla="*/ 0 w 852"/>
              <a:gd name="T31" fmla="*/ 2147483646 h 853"/>
              <a:gd name="T32" fmla="*/ 0 w 852"/>
              <a:gd name="T33" fmla="*/ 2147483646 h 853"/>
              <a:gd name="T34" fmla="*/ 0 w 852"/>
              <a:gd name="T35" fmla="*/ 2147483646 h 853"/>
              <a:gd name="T36" fmla="*/ 2147483646 w 852"/>
              <a:gd name="T37" fmla="*/ 2147483646 h 853"/>
              <a:gd name="T38" fmla="*/ 2147483646 w 852"/>
              <a:gd name="T39" fmla="*/ 2147483646 h 853"/>
              <a:gd name="T40" fmla="*/ 2147483646 w 852"/>
              <a:gd name="T41" fmla="*/ 2147483646 h 853"/>
              <a:gd name="T42" fmla="*/ 2147483646 w 852"/>
              <a:gd name="T43" fmla="*/ 2147483646 h 853"/>
              <a:gd name="T44" fmla="*/ 2147483646 w 852"/>
              <a:gd name="T45" fmla="*/ 2147483646 h 853"/>
              <a:gd name="T46" fmla="*/ 2147483646 w 852"/>
              <a:gd name="T47" fmla="*/ 2147483646 h 853"/>
              <a:gd name="T48" fmla="*/ 2147483646 w 852"/>
              <a:gd name="T49" fmla="*/ 2147483646 h 853"/>
              <a:gd name="T50" fmla="*/ 2147483646 w 852"/>
              <a:gd name="T51" fmla="*/ 2147483646 h 853"/>
              <a:gd name="T52" fmla="*/ 2147483646 w 852"/>
              <a:gd name="T53" fmla="*/ 2147483646 h 853"/>
              <a:gd name="T54" fmla="*/ 2147483646 w 852"/>
              <a:gd name="T55" fmla="*/ 2147483646 h 853"/>
              <a:gd name="T56" fmla="*/ 2147483646 w 852"/>
              <a:gd name="T57" fmla="*/ 2147483646 h 853"/>
              <a:gd name="T58" fmla="*/ 2147483646 w 852"/>
              <a:gd name="T59" fmla="*/ 2147483646 h 853"/>
              <a:gd name="T60" fmla="*/ 2147483646 w 852"/>
              <a:gd name="T61" fmla="*/ 2147483646 h 853"/>
              <a:gd name="T62" fmla="*/ 2147483646 w 852"/>
              <a:gd name="T63" fmla="*/ 2147483646 h 853"/>
              <a:gd name="T64" fmla="*/ 2147483646 w 852"/>
              <a:gd name="T65" fmla="*/ 2147483646 h 853"/>
              <a:gd name="T66" fmla="*/ 2147483646 w 852"/>
              <a:gd name="T67" fmla="*/ 2147483646 h 853"/>
              <a:gd name="T68" fmla="*/ 2147483646 w 852"/>
              <a:gd name="T69" fmla="*/ 2147483646 h 853"/>
              <a:gd name="T70" fmla="*/ 2147483646 w 852"/>
              <a:gd name="T71" fmla="*/ 2147483646 h 853"/>
              <a:gd name="T72" fmla="*/ 2147483646 w 852"/>
              <a:gd name="T73" fmla="*/ 2147483646 h 853"/>
              <a:gd name="T74" fmla="*/ 2147483646 w 852"/>
              <a:gd name="T75" fmla="*/ 2147483646 h 853"/>
              <a:gd name="T76" fmla="*/ 2147483646 w 852"/>
              <a:gd name="T77" fmla="*/ 2147483646 h 853"/>
              <a:gd name="T78" fmla="*/ 2147483646 w 852"/>
              <a:gd name="T79" fmla="*/ 2147483646 h 853"/>
              <a:gd name="T80" fmla="*/ 2147483646 w 852"/>
              <a:gd name="T81" fmla="*/ 2147483646 h 853"/>
              <a:gd name="T82" fmla="*/ 2147483646 w 852"/>
              <a:gd name="T83" fmla="*/ 2147483646 h 853"/>
              <a:gd name="T84" fmla="*/ 2147483646 w 852"/>
              <a:gd name="T85" fmla="*/ 2147483646 h 853"/>
              <a:gd name="T86" fmla="*/ 2147483646 w 852"/>
              <a:gd name="T87" fmla="*/ 2147483646 h 853"/>
              <a:gd name="T88" fmla="*/ 2147483646 w 852"/>
              <a:gd name="T89" fmla="*/ 2147483646 h 853"/>
              <a:gd name="T90" fmla="*/ 2147483646 w 852"/>
              <a:gd name="T91" fmla="*/ 2147483646 h 853"/>
              <a:gd name="T92" fmla="*/ 2147483646 w 852"/>
              <a:gd name="T93" fmla="*/ 2147483646 h 853"/>
              <a:gd name="T94" fmla="*/ 2147483646 w 852"/>
              <a:gd name="T95" fmla="*/ 2147483646 h 853"/>
              <a:gd name="T96" fmla="*/ 2147483646 w 852"/>
              <a:gd name="T97" fmla="*/ 2147483646 h 853"/>
              <a:gd name="T98" fmla="*/ 2147483646 w 852"/>
              <a:gd name="T99" fmla="*/ 2147483646 h 853"/>
              <a:gd name="T100" fmla="*/ 2147483646 w 852"/>
              <a:gd name="T101" fmla="*/ 2147483646 h 853"/>
              <a:gd name="T102" fmla="*/ 2147483646 w 852"/>
              <a:gd name="T103" fmla="*/ 2147483646 h 853"/>
              <a:gd name="T104" fmla="*/ 2147483646 w 852"/>
              <a:gd name="T105" fmla="*/ 2147483646 h 853"/>
              <a:gd name="T106" fmla="*/ 2147483646 w 852"/>
              <a:gd name="T107" fmla="*/ 2147483646 h 853"/>
              <a:gd name="T108" fmla="*/ 2147483646 w 852"/>
              <a:gd name="T109" fmla="*/ 0 h 853"/>
              <a:gd name="T110" fmla="*/ 2147483646 w 852"/>
              <a:gd name="T111" fmla="*/ 0 h 853"/>
              <a:gd name="T112" fmla="*/ 2147483646 w 852"/>
              <a:gd name="T113" fmla="*/ 0 h 853"/>
              <a:gd name="T114" fmla="*/ 2147483646 w 852"/>
              <a:gd name="T115" fmla="*/ 0 h 853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w 852"/>
              <a:gd name="T175" fmla="*/ 0 h 853"/>
              <a:gd name="T176" fmla="*/ 852 w 852"/>
              <a:gd name="T177" fmla="*/ 853 h 853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T174" t="T175" r="T176" b="T177"/>
            <a:pathLst>
              <a:path w="852" h="853">
                <a:moveTo>
                  <a:pt x="426" y="0"/>
                </a:moveTo>
                <a:lnTo>
                  <a:pt x="398" y="0"/>
                </a:lnTo>
                <a:lnTo>
                  <a:pt x="372" y="0"/>
                </a:lnTo>
                <a:lnTo>
                  <a:pt x="347" y="0"/>
                </a:lnTo>
                <a:lnTo>
                  <a:pt x="324" y="0"/>
                </a:lnTo>
                <a:lnTo>
                  <a:pt x="303" y="0"/>
                </a:lnTo>
                <a:lnTo>
                  <a:pt x="282" y="0"/>
                </a:lnTo>
                <a:lnTo>
                  <a:pt x="264" y="0"/>
                </a:lnTo>
                <a:lnTo>
                  <a:pt x="246" y="0"/>
                </a:lnTo>
                <a:lnTo>
                  <a:pt x="231" y="0"/>
                </a:lnTo>
                <a:lnTo>
                  <a:pt x="216" y="0"/>
                </a:lnTo>
                <a:lnTo>
                  <a:pt x="203" y="0"/>
                </a:lnTo>
                <a:lnTo>
                  <a:pt x="190" y="0"/>
                </a:lnTo>
                <a:lnTo>
                  <a:pt x="179" y="0"/>
                </a:lnTo>
                <a:lnTo>
                  <a:pt x="168" y="0"/>
                </a:lnTo>
                <a:lnTo>
                  <a:pt x="160" y="0"/>
                </a:lnTo>
                <a:lnTo>
                  <a:pt x="150" y="0"/>
                </a:lnTo>
                <a:lnTo>
                  <a:pt x="143" y="0"/>
                </a:lnTo>
                <a:lnTo>
                  <a:pt x="136" y="0"/>
                </a:lnTo>
                <a:lnTo>
                  <a:pt x="130" y="0"/>
                </a:lnTo>
                <a:lnTo>
                  <a:pt x="124" y="0"/>
                </a:lnTo>
                <a:lnTo>
                  <a:pt x="119" y="0"/>
                </a:lnTo>
                <a:lnTo>
                  <a:pt x="114" y="0"/>
                </a:lnTo>
                <a:lnTo>
                  <a:pt x="109" y="0"/>
                </a:lnTo>
                <a:lnTo>
                  <a:pt x="106" y="0"/>
                </a:lnTo>
                <a:lnTo>
                  <a:pt x="102" y="0"/>
                </a:lnTo>
                <a:lnTo>
                  <a:pt x="98" y="0"/>
                </a:lnTo>
                <a:lnTo>
                  <a:pt x="95" y="0"/>
                </a:lnTo>
                <a:lnTo>
                  <a:pt x="91" y="0"/>
                </a:lnTo>
                <a:lnTo>
                  <a:pt x="89" y="0"/>
                </a:lnTo>
                <a:lnTo>
                  <a:pt x="85" y="0"/>
                </a:lnTo>
                <a:lnTo>
                  <a:pt x="81" y="0"/>
                </a:lnTo>
                <a:lnTo>
                  <a:pt x="78" y="0"/>
                </a:lnTo>
                <a:lnTo>
                  <a:pt x="74" y="0"/>
                </a:lnTo>
                <a:lnTo>
                  <a:pt x="71" y="0"/>
                </a:lnTo>
                <a:lnTo>
                  <a:pt x="68" y="0"/>
                </a:lnTo>
                <a:lnTo>
                  <a:pt x="65" y="0"/>
                </a:lnTo>
                <a:lnTo>
                  <a:pt x="62" y="0"/>
                </a:lnTo>
                <a:lnTo>
                  <a:pt x="60" y="0"/>
                </a:lnTo>
                <a:lnTo>
                  <a:pt x="57" y="2"/>
                </a:lnTo>
                <a:lnTo>
                  <a:pt x="55" y="2"/>
                </a:lnTo>
                <a:lnTo>
                  <a:pt x="53" y="2"/>
                </a:lnTo>
                <a:lnTo>
                  <a:pt x="51" y="2"/>
                </a:lnTo>
                <a:lnTo>
                  <a:pt x="49" y="3"/>
                </a:lnTo>
                <a:lnTo>
                  <a:pt x="48" y="3"/>
                </a:lnTo>
                <a:lnTo>
                  <a:pt x="45" y="4"/>
                </a:lnTo>
                <a:lnTo>
                  <a:pt x="44" y="4"/>
                </a:lnTo>
                <a:lnTo>
                  <a:pt x="43" y="5"/>
                </a:lnTo>
                <a:lnTo>
                  <a:pt x="42" y="6"/>
                </a:lnTo>
                <a:lnTo>
                  <a:pt x="41" y="8"/>
                </a:lnTo>
                <a:lnTo>
                  <a:pt x="39" y="9"/>
                </a:lnTo>
                <a:lnTo>
                  <a:pt x="38" y="10"/>
                </a:lnTo>
                <a:lnTo>
                  <a:pt x="36" y="11"/>
                </a:lnTo>
                <a:lnTo>
                  <a:pt x="35" y="12"/>
                </a:lnTo>
                <a:lnTo>
                  <a:pt x="33" y="15"/>
                </a:lnTo>
                <a:lnTo>
                  <a:pt x="32" y="16"/>
                </a:lnTo>
                <a:lnTo>
                  <a:pt x="31" y="18"/>
                </a:lnTo>
                <a:lnTo>
                  <a:pt x="30" y="21"/>
                </a:lnTo>
                <a:lnTo>
                  <a:pt x="29" y="23"/>
                </a:lnTo>
                <a:lnTo>
                  <a:pt x="27" y="27"/>
                </a:lnTo>
                <a:lnTo>
                  <a:pt x="26" y="29"/>
                </a:lnTo>
                <a:lnTo>
                  <a:pt x="25" y="33"/>
                </a:lnTo>
                <a:lnTo>
                  <a:pt x="24" y="36"/>
                </a:lnTo>
                <a:lnTo>
                  <a:pt x="21" y="40"/>
                </a:lnTo>
                <a:lnTo>
                  <a:pt x="20" y="44"/>
                </a:lnTo>
                <a:lnTo>
                  <a:pt x="18" y="47"/>
                </a:lnTo>
                <a:lnTo>
                  <a:pt x="17" y="51"/>
                </a:lnTo>
                <a:lnTo>
                  <a:pt x="15" y="54"/>
                </a:lnTo>
                <a:lnTo>
                  <a:pt x="13" y="58"/>
                </a:lnTo>
                <a:lnTo>
                  <a:pt x="12" y="60"/>
                </a:lnTo>
                <a:lnTo>
                  <a:pt x="11" y="64"/>
                </a:lnTo>
                <a:lnTo>
                  <a:pt x="9" y="67"/>
                </a:lnTo>
                <a:lnTo>
                  <a:pt x="8" y="69"/>
                </a:lnTo>
                <a:lnTo>
                  <a:pt x="8" y="73"/>
                </a:lnTo>
                <a:lnTo>
                  <a:pt x="7" y="75"/>
                </a:lnTo>
                <a:lnTo>
                  <a:pt x="6" y="77"/>
                </a:lnTo>
                <a:lnTo>
                  <a:pt x="5" y="80"/>
                </a:lnTo>
                <a:lnTo>
                  <a:pt x="5" y="83"/>
                </a:lnTo>
                <a:lnTo>
                  <a:pt x="3" y="86"/>
                </a:lnTo>
                <a:lnTo>
                  <a:pt x="3" y="88"/>
                </a:lnTo>
                <a:lnTo>
                  <a:pt x="3" y="92"/>
                </a:lnTo>
                <a:lnTo>
                  <a:pt x="2" y="94"/>
                </a:lnTo>
                <a:lnTo>
                  <a:pt x="2" y="98"/>
                </a:lnTo>
                <a:lnTo>
                  <a:pt x="2" y="101"/>
                </a:lnTo>
                <a:lnTo>
                  <a:pt x="1" y="105"/>
                </a:lnTo>
                <a:lnTo>
                  <a:pt x="1" y="109"/>
                </a:lnTo>
                <a:lnTo>
                  <a:pt x="1" y="112"/>
                </a:lnTo>
                <a:lnTo>
                  <a:pt x="1" y="117"/>
                </a:lnTo>
                <a:lnTo>
                  <a:pt x="1" y="122"/>
                </a:lnTo>
                <a:lnTo>
                  <a:pt x="1" y="127"/>
                </a:lnTo>
                <a:lnTo>
                  <a:pt x="1" y="131"/>
                </a:lnTo>
                <a:lnTo>
                  <a:pt x="1" y="137"/>
                </a:lnTo>
                <a:lnTo>
                  <a:pt x="1" y="143"/>
                </a:lnTo>
                <a:lnTo>
                  <a:pt x="1" y="149"/>
                </a:lnTo>
                <a:lnTo>
                  <a:pt x="0" y="157"/>
                </a:lnTo>
                <a:lnTo>
                  <a:pt x="0" y="164"/>
                </a:lnTo>
                <a:lnTo>
                  <a:pt x="0" y="171"/>
                </a:lnTo>
                <a:lnTo>
                  <a:pt x="0" y="178"/>
                </a:lnTo>
                <a:lnTo>
                  <a:pt x="0" y="187"/>
                </a:lnTo>
                <a:lnTo>
                  <a:pt x="0" y="193"/>
                </a:lnTo>
                <a:lnTo>
                  <a:pt x="0" y="200"/>
                </a:lnTo>
                <a:lnTo>
                  <a:pt x="0" y="206"/>
                </a:lnTo>
                <a:lnTo>
                  <a:pt x="0" y="212"/>
                </a:lnTo>
                <a:lnTo>
                  <a:pt x="0" y="218"/>
                </a:lnTo>
                <a:lnTo>
                  <a:pt x="0" y="223"/>
                </a:lnTo>
                <a:lnTo>
                  <a:pt x="0" y="229"/>
                </a:lnTo>
                <a:lnTo>
                  <a:pt x="0" y="234"/>
                </a:lnTo>
                <a:lnTo>
                  <a:pt x="0" y="240"/>
                </a:lnTo>
                <a:lnTo>
                  <a:pt x="0" y="244"/>
                </a:lnTo>
                <a:lnTo>
                  <a:pt x="0" y="250"/>
                </a:lnTo>
                <a:lnTo>
                  <a:pt x="0" y="255"/>
                </a:lnTo>
                <a:lnTo>
                  <a:pt x="0" y="261"/>
                </a:lnTo>
                <a:lnTo>
                  <a:pt x="0" y="267"/>
                </a:lnTo>
                <a:lnTo>
                  <a:pt x="0" y="273"/>
                </a:lnTo>
                <a:lnTo>
                  <a:pt x="0" y="279"/>
                </a:lnTo>
                <a:lnTo>
                  <a:pt x="0" y="287"/>
                </a:lnTo>
                <a:lnTo>
                  <a:pt x="0" y="294"/>
                </a:lnTo>
                <a:lnTo>
                  <a:pt x="0" y="301"/>
                </a:lnTo>
                <a:lnTo>
                  <a:pt x="0" y="309"/>
                </a:lnTo>
                <a:lnTo>
                  <a:pt x="0" y="318"/>
                </a:lnTo>
                <a:lnTo>
                  <a:pt x="0" y="327"/>
                </a:lnTo>
                <a:lnTo>
                  <a:pt x="0" y="337"/>
                </a:lnTo>
                <a:lnTo>
                  <a:pt x="0" y="347"/>
                </a:lnTo>
                <a:lnTo>
                  <a:pt x="0" y="359"/>
                </a:lnTo>
                <a:lnTo>
                  <a:pt x="0" y="371"/>
                </a:lnTo>
                <a:lnTo>
                  <a:pt x="0" y="383"/>
                </a:lnTo>
                <a:lnTo>
                  <a:pt x="0" y="397"/>
                </a:lnTo>
                <a:lnTo>
                  <a:pt x="0" y="412"/>
                </a:lnTo>
                <a:lnTo>
                  <a:pt x="0" y="427"/>
                </a:lnTo>
                <a:lnTo>
                  <a:pt x="0" y="443"/>
                </a:lnTo>
                <a:lnTo>
                  <a:pt x="0" y="457"/>
                </a:lnTo>
                <a:lnTo>
                  <a:pt x="0" y="470"/>
                </a:lnTo>
                <a:lnTo>
                  <a:pt x="0" y="484"/>
                </a:lnTo>
                <a:lnTo>
                  <a:pt x="0" y="496"/>
                </a:lnTo>
                <a:lnTo>
                  <a:pt x="0" y="507"/>
                </a:lnTo>
                <a:lnTo>
                  <a:pt x="0" y="517"/>
                </a:lnTo>
                <a:lnTo>
                  <a:pt x="0" y="527"/>
                </a:lnTo>
                <a:lnTo>
                  <a:pt x="0" y="535"/>
                </a:lnTo>
                <a:lnTo>
                  <a:pt x="0" y="545"/>
                </a:lnTo>
                <a:lnTo>
                  <a:pt x="0" y="552"/>
                </a:lnTo>
                <a:lnTo>
                  <a:pt x="0" y="561"/>
                </a:lnTo>
                <a:lnTo>
                  <a:pt x="0" y="568"/>
                </a:lnTo>
                <a:lnTo>
                  <a:pt x="0" y="574"/>
                </a:lnTo>
                <a:lnTo>
                  <a:pt x="0" y="580"/>
                </a:lnTo>
                <a:lnTo>
                  <a:pt x="0" y="587"/>
                </a:lnTo>
                <a:lnTo>
                  <a:pt x="0" y="592"/>
                </a:lnTo>
                <a:lnTo>
                  <a:pt x="0" y="598"/>
                </a:lnTo>
                <a:lnTo>
                  <a:pt x="0" y="604"/>
                </a:lnTo>
                <a:lnTo>
                  <a:pt x="0" y="609"/>
                </a:lnTo>
                <a:lnTo>
                  <a:pt x="0" y="615"/>
                </a:lnTo>
                <a:lnTo>
                  <a:pt x="0" y="620"/>
                </a:lnTo>
                <a:lnTo>
                  <a:pt x="0" y="626"/>
                </a:lnTo>
                <a:lnTo>
                  <a:pt x="0" y="630"/>
                </a:lnTo>
                <a:lnTo>
                  <a:pt x="0" y="636"/>
                </a:lnTo>
                <a:lnTo>
                  <a:pt x="0" y="641"/>
                </a:lnTo>
                <a:lnTo>
                  <a:pt x="0" y="647"/>
                </a:lnTo>
                <a:lnTo>
                  <a:pt x="0" y="654"/>
                </a:lnTo>
                <a:lnTo>
                  <a:pt x="0" y="660"/>
                </a:lnTo>
                <a:lnTo>
                  <a:pt x="0" y="668"/>
                </a:lnTo>
                <a:lnTo>
                  <a:pt x="0" y="675"/>
                </a:lnTo>
                <a:lnTo>
                  <a:pt x="0" y="682"/>
                </a:lnTo>
                <a:lnTo>
                  <a:pt x="0" y="690"/>
                </a:lnTo>
                <a:lnTo>
                  <a:pt x="0" y="698"/>
                </a:lnTo>
                <a:lnTo>
                  <a:pt x="1" y="704"/>
                </a:lnTo>
                <a:lnTo>
                  <a:pt x="1" y="711"/>
                </a:lnTo>
                <a:lnTo>
                  <a:pt x="1" y="717"/>
                </a:lnTo>
                <a:lnTo>
                  <a:pt x="1" y="722"/>
                </a:lnTo>
                <a:lnTo>
                  <a:pt x="1" y="728"/>
                </a:lnTo>
                <a:lnTo>
                  <a:pt x="1" y="733"/>
                </a:lnTo>
                <a:lnTo>
                  <a:pt x="1" y="737"/>
                </a:lnTo>
                <a:lnTo>
                  <a:pt x="1" y="741"/>
                </a:lnTo>
                <a:lnTo>
                  <a:pt x="1" y="745"/>
                </a:lnTo>
                <a:lnTo>
                  <a:pt x="1" y="749"/>
                </a:lnTo>
                <a:lnTo>
                  <a:pt x="2" y="753"/>
                </a:lnTo>
                <a:lnTo>
                  <a:pt x="2" y="755"/>
                </a:lnTo>
                <a:lnTo>
                  <a:pt x="2" y="759"/>
                </a:lnTo>
                <a:lnTo>
                  <a:pt x="3" y="763"/>
                </a:lnTo>
                <a:lnTo>
                  <a:pt x="3" y="765"/>
                </a:lnTo>
                <a:lnTo>
                  <a:pt x="3" y="767"/>
                </a:lnTo>
                <a:lnTo>
                  <a:pt x="5" y="771"/>
                </a:lnTo>
                <a:lnTo>
                  <a:pt x="5" y="773"/>
                </a:lnTo>
                <a:lnTo>
                  <a:pt x="6" y="776"/>
                </a:lnTo>
                <a:lnTo>
                  <a:pt x="7" y="778"/>
                </a:lnTo>
                <a:lnTo>
                  <a:pt x="8" y="782"/>
                </a:lnTo>
                <a:lnTo>
                  <a:pt x="8" y="784"/>
                </a:lnTo>
                <a:lnTo>
                  <a:pt x="9" y="787"/>
                </a:lnTo>
                <a:lnTo>
                  <a:pt x="11" y="790"/>
                </a:lnTo>
                <a:lnTo>
                  <a:pt x="12" y="793"/>
                </a:lnTo>
                <a:lnTo>
                  <a:pt x="13" y="796"/>
                </a:lnTo>
                <a:lnTo>
                  <a:pt x="15" y="799"/>
                </a:lnTo>
                <a:lnTo>
                  <a:pt x="17" y="802"/>
                </a:lnTo>
                <a:lnTo>
                  <a:pt x="18" y="806"/>
                </a:lnTo>
                <a:lnTo>
                  <a:pt x="20" y="811"/>
                </a:lnTo>
                <a:lnTo>
                  <a:pt x="21" y="814"/>
                </a:lnTo>
                <a:lnTo>
                  <a:pt x="24" y="818"/>
                </a:lnTo>
                <a:lnTo>
                  <a:pt x="25" y="821"/>
                </a:lnTo>
                <a:lnTo>
                  <a:pt x="26" y="824"/>
                </a:lnTo>
                <a:lnTo>
                  <a:pt x="27" y="827"/>
                </a:lnTo>
                <a:lnTo>
                  <a:pt x="29" y="830"/>
                </a:lnTo>
                <a:lnTo>
                  <a:pt x="30" y="832"/>
                </a:lnTo>
                <a:lnTo>
                  <a:pt x="31" y="835"/>
                </a:lnTo>
                <a:lnTo>
                  <a:pt x="32" y="837"/>
                </a:lnTo>
                <a:lnTo>
                  <a:pt x="33" y="840"/>
                </a:lnTo>
                <a:lnTo>
                  <a:pt x="35" y="841"/>
                </a:lnTo>
                <a:lnTo>
                  <a:pt x="36" y="842"/>
                </a:lnTo>
                <a:lnTo>
                  <a:pt x="38" y="844"/>
                </a:lnTo>
                <a:lnTo>
                  <a:pt x="39" y="846"/>
                </a:lnTo>
                <a:lnTo>
                  <a:pt x="41" y="847"/>
                </a:lnTo>
                <a:lnTo>
                  <a:pt x="42" y="848"/>
                </a:lnTo>
                <a:lnTo>
                  <a:pt x="43" y="848"/>
                </a:lnTo>
                <a:lnTo>
                  <a:pt x="44" y="849"/>
                </a:lnTo>
                <a:lnTo>
                  <a:pt x="45" y="850"/>
                </a:lnTo>
                <a:lnTo>
                  <a:pt x="48" y="850"/>
                </a:lnTo>
                <a:lnTo>
                  <a:pt x="49" y="852"/>
                </a:lnTo>
                <a:lnTo>
                  <a:pt x="51" y="852"/>
                </a:lnTo>
                <a:lnTo>
                  <a:pt x="53" y="852"/>
                </a:lnTo>
                <a:lnTo>
                  <a:pt x="55" y="852"/>
                </a:lnTo>
                <a:lnTo>
                  <a:pt x="57" y="853"/>
                </a:lnTo>
                <a:lnTo>
                  <a:pt x="60" y="853"/>
                </a:lnTo>
                <a:lnTo>
                  <a:pt x="62" y="853"/>
                </a:lnTo>
                <a:lnTo>
                  <a:pt x="65" y="853"/>
                </a:lnTo>
                <a:lnTo>
                  <a:pt x="68" y="853"/>
                </a:lnTo>
                <a:lnTo>
                  <a:pt x="71" y="853"/>
                </a:lnTo>
                <a:lnTo>
                  <a:pt x="74" y="853"/>
                </a:lnTo>
                <a:lnTo>
                  <a:pt x="78" y="853"/>
                </a:lnTo>
                <a:lnTo>
                  <a:pt x="81" y="853"/>
                </a:lnTo>
                <a:lnTo>
                  <a:pt x="85" y="853"/>
                </a:lnTo>
                <a:lnTo>
                  <a:pt x="89" y="853"/>
                </a:lnTo>
                <a:lnTo>
                  <a:pt x="91" y="853"/>
                </a:lnTo>
                <a:lnTo>
                  <a:pt x="95" y="853"/>
                </a:lnTo>
                <a:lnTo>
                  <a:pt x="98" y="853"/>
                </a:lnTo>
                <a:lnTo>
                  <a:pt x="102" y="853"/>
                </a:lnTo>
                <a:lnTo>
                  <a:pt x="106" y="853"/>
                </a:lnTo>
                <a:lnTo>
                  <a:pt x="109" y="853"/>
                </a:lnTo>
                <a:lnTo>
                  <a:pt x="114" y="853"/>
                </a:lnTo>
                <a:lnTo>
                  <a:pt x="119" y="853"/>
                </a:lnTo>
                <a:lnTo>
                  <a:pt x="124" y="853"/>
                </a:lnTo>
                <a:lnTo>
                  <a:pt x="130" y="853"/>
                </a:lnTo>
                <a:lnTo>
                  <a:pt x="136" y="853"/>
                </a:lnTo>
                <a:lnTo>
                  <a:pt x="143" y="853"/>
                </a:lnTo>
                <a:lnTo>
                  <a:pt x="150" y="853"/>
                </a:lnTo>
                <a:lnTo>
                  <a:pt x="160" y="853"/>
                </a:lnTo>
                <a:lnTo>
                  <a:pt x="168" y="853"/>
                </a:lnTo>
                <a:lnTo>
                  <a:pt x="179" y="853"/>
                </a:lnTo>
                <a:lnTo>
                  <a:pt x="190" y="853"/>
                </a:lnTo>
                <a:lnTo>
                  <a:pt x="203" y="853"/>
                </a:lnTo>
                <a:lnTo>
                  <a:pt x="216" y="853"/>
                </a:lnTo>
                <a:lnTo>
                  <a:pt x="231" y="853"/>
                </a:lnTo>
                <a:lnTo>
                  <a:pt x="246" y="853"/>
                </a:lnTo>
                <a:lnTo>
                  <a:pt x="264" y="853"/>
                </a:lnTo>
                <a:lnTo>
                  <a:pt x="282" y="853"/>
                </a:lnTo>
                <a:lnTo>
                  <a:pt x="303" y="853"/>
                </a:lnTo>
                <a:lnTo>
                  <a:pt x="324" y="853"/>
                </a:lnTo>
                <a:lnTo>
                  <a:pt x="347" y="853"/>
                </a:lnTo>
                <a:lnTo>
                  <a:pt x="372" y="853"/>
                </a:lnTo>
                <a:lnTo>
                  <a:pt x="398" y="853"/>
                </a:lnTo>
                <a:lnTo>
                  <a:pt x="426" y="853"/>
                </a:lnTo>
                <a:lnTo>
                  <a:pt x="454" y="853"/>
                </a:lnTo>
                <a:lnTo>
                  <a:pt x="481" y="853"/>
                </a:lnTo>
                <a:lnTo>
                  <a:pt x="506" y="853"/>
                </a:lnTo>
                <a:lnTo>
                  <a:pt x="529" y="853"/>
                </a:lnTo>
                <a:lnTo>
                  <a:pt x="550" y="853"/>
                </a:lnTo>
                <a:lnTo>
                  <a:pt x="571" y="853"/>
                </a:lnTo>
                <a:lnTo>
                  <a:pt x="589" y="853"/>
                </a:lnTo>
                <a:lnTo>
                  <a:pt x="606" y="853"/>
                </a:lnTo>
                <a:lnTo>
                  <a:pt x="622" y="853"/>
                </a:lnTo>
                <a:lnTo>
                  <a:pt x="637" y="853"/>
                </a:lnTo>
                <a:lnTo>
                  <a:pt x="650" y="853"/>
                </a:lnTo>
                <a:lnTo>
                  <a:pt x="662" y="853"/>
                </a:lnTo>
                <a:lnTo>
                  <a:pt x="674" y="853"/>
                </a:lnTo>
                <a:lnTo>
                  <a:pt x="684" y="853"/>
                </a:lnTo>
                <a:lnTo>
                  <a:pt x="693" y="853"/>
                </a:lnTo>
                <a:lnTo>
                  <a:pt x="702" y="853"/>
                </a:lnTo>
                <a:lnTo>
                  <a:pt x="710" y="853"/>
                </a:lnTo>
                <a:lnTo>
                  <a:pt x="717" y="853"/>
                </a:lnTo>
                <a:lnTo>
                  <a:pt x="723" y="853"/>
                </a:lnTo>
                <a:lnTo>
                  <a:pt x="729" y="853"/>
                </a:lnTo>
                <a:lnTo>
                  <a:pt x="734" y="853"/>
                </a:lnTo>
                <a:lnTo>
                  <a:pt x="739" y="853"/>
                </a:lnTo>
                <a:lnTo>
                  <a:pt x="744" y="853"/>
                </a:lnTo>
                <a:lnTo>
                  <a:pt x="747" y="853"/>
                </a:lnTo>
                <a:lnTo>
                  <a:pt x="751" y="853"/>
                </a:lnTo>
                <a:lnTo>
                  <a:pt x="755" y="853"/>
                </a:lnTo>
                <a:lnTo>
                  <a:pt x="758" y="853"/>
                </a:lnTo>
                <a:lnTo>
                  <a:pt x="762" y="853"/>
                </a:lnTo>
                <a:lnTo>
                  <a:pt x="764" y="853"/>
                </a:lnTo>
                <a:lnTo>
                  <a:pt x="768" y="853"/>
                </a:lnTo>
                <a:lnTo>
                  <a:pt x="772" y="853"/>
                </a:lnTo>
                <a:lnTo>
                  <a:pt x="775" y="853"/>
                </a:lnTo>
                <a:lnTo>
                  <a:pt x="779" y="853"/>
                </a:lnTo>
                <a:lnTo>
                  <a:pt x="782" y="853"/>
                </a:lnTo>
                <a:lnTo>
                  <a:pt x="785" y="853"/>
                </a:lnTo>
                <a:lnTo>
                  <a:pt x="788" y="853"/>
                </a:lnTo>
                <a:lnTo>
                  <a:pt x="791" y="853"/>
                </a:lnTo>
                <a:lnTo>
                  <a:pt x="793" y="853"/>
                </a:lnTo>
                <a:lnTo>
                  <a:pt x="796" y="853"/>
                </a:lnTo>
                <a:lnTo>
                  <a:pt x="798" y="852"/>
                </a:lnTo>
                <a:lnTo>
                  <a:pt x="799" y="852"/>
                </a:lnTo>
                <a:lnTo>
                  <a:pt x="802" y="852"/>
                </a:lnTo>
                <a:lnTo>
                  <a:pt x="804" y="852"/>
                </a:lnTo>
                <a:lnTo>
                  <a:pt x="805" y="850"/>
                </a:lnTo>
                <a:lnTo>
                  <a:pt x="806" y="850"/>
                </a:lnTo>
                <a:lnTo>
                  <a:pt x="809" y="849"/>
                </a:lnTo>
                <a:lnTo>
                  <a:pt x="810" y="848"/>
                </a:lnTo>
                <a:lnTo>
                  <a:pt x="811" y="848"/>
                </a:lnTo>
                <a:lnTo>
                  <a:pt x="812" y="847"/>
                </a:lnTo>
                <a:lnTo>
                  <a:pt x="814" y="846"/>
                </a:lnTo>
                <a:lnTo>
                  <a:pt x="815" y="844"/>
                </a:lnTo>
                <a:lnTo>
                  <a:pt x="816" y="842"/>
                </a:lnTo>
                <a:lnTo>
                  <a:pt x="817" y="841"/>
                </a:lnTo>
                <a:lnTo>
                  <a:pt x="818" y="840"/>
                </a:lnTo>
                <a:lnTo>
                  <a:pt x="820" y="837"/>
                </a:lnTo>
                <a:lnTo>
                  <a:pt x="821" y="835"/>
                </a:lnTo>
                <a:lnTo>
                  <a:pt x="822" y="832"/>
                </a:lnTo>
                <a:lnTo>
                  <a:pt x="823" y="830"/>
                </a:lnTo>
                <a:lnTo>
                  <a:pt x="826" y="827"/>
                </a:lnTo>
                <a:lnTo>
                  <a:pt x="827" y="824"/>
                </a:lnTo>
                <a:lnTo>
                  <a:pt x="828" y="821"/>
                </a:lnTo>
                <a:lnTo>
                  <a:pt x="829" y="818"/>
                </a:lnTo>
                <a:lnTo>
                  <a:pt x="832" y="814"/>
                </a:lnTo>
                <a:lnTo>
                  <a:pt x="833" y="811"/>
                </a:lnTo>
                <a:lnTo>
                  <a:pt x="835" y="806"/>
                </a:lnTo>
                <a:lnTo>
                  <a:pt x="836" y="802"/>
                </a:lnTo>
                <a:lnTo>
                  <a:pt x="838" y="799"/>
                </a:lnTo>
                <a:lnTo>
                  <a:pt x="839" y="796"/>
                </a:lnTo>
                <a:lnTo>
                  <a:pt x="841" y="793"/>
                </a:lnTo>
                <a:lnTo>
                  <a:pt x="842" y="790"/>
                </a:lnTo>
                <a:lnTo>
                  <a:pt x="844" y="787"/>
                </a:lnTo>
                <a:lnTo>
                  <a:pt x="844" y="784"/>
                </a:lnTo>
                <a:lnTo>
                  <a:pt x="845" y="782"/>
                </a:lnTo>
                <a:lnTo>
                  <a:pt x="846" y="778"/>
                </a:lnTo>
                <a:lnTo>
                  <a:pt x="847" y="776"/>
                </a:lnTo>
                <a:lnTo>
                  <a:pt x="847" y="773"/>
                </a:lnTo>
                <a:lnTo>
                  <a:pt x="848" y="771"/>
                </a:lnTo>
                <a:lnTo>
                  <a:pt x="848" y="767"/>
                </a:lnTo>
                <a:lnTo>
                  <a:pt x="850" y="765"/>
                </a:lnTo>
                <a:lnTo>
                  <a:pt x="850" y="763"/>
                </a:lnTo>
                <a:lnTo>
                  <a:pt x="851" y="759"/>
                </a:lnTo>
                <a:lnTo>
                  <a:pt x="851" y="755"/>
                </a:lnTo>
                <a:lnTo>
                  <a:pt x="851" y="753"/>
                </a:lnTo>
                <a:lnTo>
                  <a:pt x="851" y="749"/>
                </a:lnTo>
                <a:lnTo>
                  <a:pt x="852" y="745"/>
                </a:lnTo>
                <a:lnTo>
                  <a:pt x="852" y="741"/>
                </a:lnTo>
                <a:lnTo>
                  <a:pt x="852" y="737"/>
                </a:lnTo>
                <a:lnTo>
                  <a:pt x="852" y="733"/>
                </a:lnTo>
                <a:lnTo>
                  <a:pt x="852" y="728"/>
                </a:lnTo>
                <a:lnTo>
                  <a:pt x="852" y="722"/>
                </a:lnTo>
                <a:lnTo>
                  <a:pt x="852" y="717"/>
                </a:lnTo>
                <a:lnTo>
                  <a:pt x="852" y="711"/>
                </a:lnTo>
                <a:lnTo>
                  <a:pt x="852" y="704"/>
                </a:lnTo>
                <a:lnTo>
                  <a:pt x="852" y="698"/>
                </a:lnTo>
                <a:lnTo>
                  <a:pt x="852" y="690"/>
                </a:lnTo>
                <a:lnTo>
                  <a:pt x="852" y="682"/>
                </a:lnTo>
                <a:lnTo>
                  <a:pt x="852" y="675"/>
                </a:lnTo>
                <a:lnTo>
                  <a:pt x="852" y="668"/>
                </a:lnTo>
                <a:lnTo>
                  <a:pt x="852" y="660"/>
                </a:lnTo>
                <a:lnTo>
                  <a:pt x="852" y="654"/>
                </a:lnTo>
                <a:lnTo>
                  <a:pt x="852" y="647"/>
                </a:lnTo>
                <a:lnTo>
                  <a:pt x="852" y="641"/>
                </a:lnTo>
                <a:lnTo>
                  <a:pt x="852" y="636"/>
                </a:lnTo>
                <a:lnTo>
                  <a:pt x="852" y="630"/>
                </a:lnTo>
                <a:lnTo>
                  <a:pt x="852" y="626"/>
                </a:lnTo>
                <a:lnTo>
                  <a:pt x="852" y="620"/>
                </a:lnTo>
                <a:lnTo>
                  <a:pt x="852" y="615"/>
                </a:lnTo>
                <a:lnTo>
                  <a:pt x="852" y="609"/>
                </a:lnTo>
                <a:lnTo>
                  <a:pt x="852" y="604"/>
                </a:lnTo>
                <a:lnTo>
                  <a:pt x="852" y="598"/>
                </a:lnTo>
                <a:lnTo>
                  <a:pt x="852" y="592"/>
                </a:lnTo>
                <a:lnTo>
                  <a:pt x="852" y="587"/>
                </a:lnTo>
                <a:lnTo>
                  <a:pt x="852" y="580"/>
                </a:lnTo>
                <a:lnTo>
                  <a:pt x="852" y="574"/>
                </a:lnTo>
                <a:lnTo>
                  <a:pt x="852" y="568"/>
                </a:lnTo>
                <a:lnTo>
                  <a:pt x="852" y="561"/>
                </a:lnTo>
                <a:lnTo>
                  <a:pt x="852" y="552"/>
                </a:lnTo>
                <a:lnTo>
                  <a:pt x="852" y="545"/>
                </a:lnTo>
                <a:lnTo>
                  <a:pt x="852" y="535"/>
                </a:lnTo>
                <a:lnTo>
                  <a:pt x="852" y="527"/>
                </a:lnTo>
                <a:lnTo>
                  <a:pt x="852" y="517"/>
                </a:lnTo>
                <a:lnTo>
                  <a:pt x="852" y="507"/>
                </a:lnTo>
                <a:lnTo>
                  <a:pt x="852" y="496"/>
                </a:lnTo>
                <a:lnTo>
                  <a:pt x="852" y="484"/>
                </a:lnTo>
                <a:lnTo>
                  <a:pt x="852" y="470"/>
                </a:lnTo>
                <a:lnTo>
                  <a:pt x="852" y="457"/>
                </a:lnTo>
                <a:lnTo>
                  <a:pt x="852" y="443"/>
                </a:lnTo>
                <a:lnTo>
                  <a:pt x="852" y="427"/>
                </a:lnTo>
                <a:lnTo>
                  <a:pt x="852" y="412"/>
                </a:lnTo>
                <a:lnTo>
                  <a:pt x="852" y="397"/>
                </a:lnTo>
                <a:lnTo>
                  <a:pt x="852" y="383"/>
                </a:lnTo>
                <a:lnTo>
                  <a:pt x="852" y="371"/>
                </a:lnTo>
                <a:lnTo>
                  <a:pt x="852" y="359"/>
                </a:lnTo>
                <a:lnTo>
                  <a:pt x="852" y="347"/>
                </a:lnTo>
                <a:lnTo>
                  <a:pt x="852" y="337"/>
                </a:lnTo>
                <a:lnTo>
                  <a:pt x="852" y="327"/>
                </a:lnTo>
                <a:lnTo>
                  <a:pt x="852" y="318"/>
                </a:lnTo>
                <a:lnTo>
                  <a:pt x="852" y="309"/>
                </a:lnTo>
                <a:lnTo>
                  <a:pt x="852" y="301"/>
                </a:lnTo>
                <a:lnTo>
                  <a:pt x="852" y="294"/>
                </a:lnTo>
                <a:lnTo>
                  <a:pt x="852" y="287"/>
                </a:lnTo>
                <a:lnTo>
                  <a:pt x="852" y="279"/>
                </a:lnTo>
                <a:lnTo>
                  <a:pt x="852" y="273"/>
                </a:lnTo>
                <a:lnTo>
                  <a:pt x="852" y="267"/>
                </a:lnTo>
                <a:lnTo>
                  <a:pt x="852" y="261"/>
                </a:lnTo>
                <a:lnTo>
                  <a:pt x="852" y="255"/>
                </a:lnTo>
                <a:lnTo>
                  <a:pt x="852" y="250"/>
                </a:lnTo>
                <a:lnTo>
                  <a:pt x="852" y="244"/>
                </a:lnTo>
                <a:lnTo>
                  <a:pt x="852" y="240"/>
                </a:lnTo>
                <a:lnTo>
                  <a:pt x="852" y="234"/>
                </a:lnTo>
                <a:lnTo>
                  <a:pt x="852" y="229"/>
                </a:lnTo>
                <a:lnTo>
                  <a:pt x="852" y="223"/>
                </a:lnTo>
                <a:lnTo>
                  <a:pt x="852" y="218"/>
                </a:lnTo>
                <a:lnTo>
                  <a:pt x="852" y="212"/>
                </a:lnTo>
                <a:lnTo>
                  <a:pt x="852" y="206"/>
                </a:lnTo>
                <a:lnTo>
                  <a:pt x="852" y="200"/>
                </a:lnTo>
                <a:lnTo>
                  <a:pt x="852" y="193"/>
                </a:lnTo>
                <a:lnTo>
                  <a:pt x="852" y="187"/>
                </a:lnTo>
                <a:lnTo>
                  <a:pt x="852" y="178"/>
                </a:lnTo>
                <a:lnTo>
                  <a:pt x="852" y="171"/>
                </a:lnTo>
                <a:lnTo>
                  <a:pt x="852" y="164"/>
                </a:lnTo>
                <a:lnTo>
                  <a:pt x="852" y="157"/>
                </a:lnTo>
                <a:lnTo>
                  <a:pt x="852" y="149"/>
                </a:lnTo>
                <a:lnTo>
                  <a:pt x="852" y="143"/>
                </a:lnTo>
                <a:lnTo>
                  <a:pt x="852" y="137"/>
                </a:lnTo>
                <a:lnTo>
                  <a:pt x="852" y="131"/>
                </a:lnTo>
                <a:lnTo>
                  <a:pt x="852" y="127"/>
                </a:lnTo>
                <a:lnTo>
                  <a:pt x="852" y="122"/>
                </a:lnTo>
                <a:lnTo>
                  <a:pt x="852" y="117"/>
                </a:lnTo>
                <a:lnTo>
                  <a:pt x="852" y="112"/>
                </a:lnTo>
                <a:lnTo>
                  <a:pt x="852" y="109"/>
                </a:lnTo>
                <a:lnTo>
                  <a:pt x="851" y="105"/>
                </a:lnTo>
                <a:lnTo>
                  <a:pt x="851" y="101"/>
                </a:lnTo>
                <a:lnTo>
                  <a:pt x="851" y="98"/>
                </a:lnTo>
                <a:lnTo>
                  <a:pt x="851" y="94"/>
                </a:lnTo>
                <a:lnTo>
                  <a:pt x="850" y="92"/>
                </a:lnTo>
                <a:lnTo>
                  <a:pt x="850" y="88"/>
                </a:lnTo>
                <a:lnTo>
                  <a:pt x="848" y="86"/>
                </a:lnTo>
                <a:lnTo>
                  <a:pt x="848" y="83"/>
                </a:lnTo>
                <a:lnTo>
                  <a:pt x="847" y="80"/>
                </a:lnTo>
                <a:lnTo>
                  <a:pt x="847" y="77"/>
                </a:lnTo>
                <a:lnTo>
                  <a:pt x="846" y="75"/>
                </a:lnTo>
                <a:lnTo>
                  <a:pt x="845" y="73"/>
                </a:lnTo>
                <a:lnTo>
                  <a:pt x="844" y="69"/>
                </a:lnTo>
                <a:lnTo>
                  <a:pt x="844" y="67"/>
                </a:lnTo>
                <a:lnTo>
                  <a:pt x="842" y="64"/>
                </a:lnTo>
                <a:lnTo>
                  <a:pt x="841" y="60"/>
                </a:lnTo>
                <a:lnTo>
                  <a:pt x="839" y="58"/>
                </a:lnTo>
                <a:lnTo>
                  <a:pt x="838" y="54"/>
                </a:lnTo>
                <a:lnTo>
                  <a:pt x="836" y="51"/>
                </a:lnTo>
                <a:lnTo>
                  <a:pt x="835" y="47"/>
                </a:lnTo>
                <a:lnTo>
                  <a:pt x="833" y="44"/>
                </a:lnTo>
                <a:lnTo>
                  <a:pt x="832" y="40"/>
                </a:lnTo>
                <a:lnTo>
                  <a:pt x="829" y="36"/>
                </a:lnTo>
                <a:lnTo>
                  <a:pt x="828" y="33"/>
                </a:lnTo>
                <a:lnTo>
                  <a:pt x="827" y="29"/>
                </a:lnTo>
                <a:lnTo>
                  <a:pt x="826" y="27"/>
                </a:lnTo>
                <a:lnTo>
                  <a:pt x="823" y="23"/>
                </a:lnTo>
                <a:lnTo>
                  <a:pt x="822" y="21"/>
                </a:lnTo>
                <a:lnTo>
                  <a:pt x="821" y="18"/>
                </a:lnTo>
                <a:lnTo>
                  <a:pt x="820" y="16"/>
                </a:lnTo>
                <a:lnTo>
                  <a:pt x="818" y="15"/>
                </a:lnTo>
                <a:lnTo>
                  <a:pt x="817" y="12"/>
                </a:lnTo>
                <a:lnTo>
                  <a:pt x="816" y="11"/>
                </a:lnTo>
                <a:lnTo>
                  <a:pt x="815" y="10"/>
                </a:lnTo>
                <a:lnTo>
                  <a:pt x="814" y="9"/>
                </a:lnTo>
                <a:lnTo>
                  <a:pt x="812" y="8"/>
                </a:lnTo>
                <a:lnTo>
                  <a:pt x="811" y="6"/>
                </a:lnTo>
                <a:lnTo>
                  <a:pt x="810" y="5"/>
                </a:lnTo>
                <a:lnTo>
                  <a:pt x="809" y="4"/>
                </a:lnTo>
                <a:lnTo>
                  <a:pt x="806" y="4"/>
                </a:lnTo>
                <a:lnTo>
                  <a:pt x="805" y="3"/>
                </a:lnTo>
                <a:lnTo>
                  <a:pt x="804" y="3"/>
                </a:lnTo>
                <a:lnTo>
                  <a:pt x="802" y="2"/>
                </a:lnTo>
                <a:lnTo>
                  <a:pt x="799" y="2"/>
                </a:lnTo>
                <a:lnTo>
                  <a:pt x="798" y="2"/>
                </a:lnTo>
                <a:lnTo>
                  <a:pt x="796" y="2"/>
                </a:lnTo>
                <a:lnTo>
                  <a:pt x="793" y="0"/>
                </a:lnTo>
                <a:lnTo>
                  <a:pt x="791" y="0"/>
                </a:lnTo>
                <a:lnTo>
                  <a:pt x="788" y="0"/>
                </a:lnTo>
                <a:lnTo>
                  <a:pt x="785" y="0"/>
                </a:lnTo>
                <a:lnTo>
                  <a:pt x="782" y="0"/>
                </a:lnTo>
                <a:lnTo>
                  <a:pt x="779" y="0"/>
                </a:lnTo>
                <a:lnTo>
                  <a:pt x="775" y="0"/>
                </a:lnTo>
                <a:lnTo>
                  <a:pt x="772" y="0"/>
                </a:lnTo>
                <a:lnTo>
                  <a:pt x="768" y="0"/>
                </a:lnTo>
                <a:lnTo>
                  <a:pt x="764" y="0"/>
                </a:lnTo>
                <a:lnTo>
                  <a:pt x="762" y="0"/>
                </a:lnTo>
                <a:lnTo>
                  <a:pt x="758" y="0"/>
                </a:lnTo>
                <a:lnTo>
                  <a:pt x="755" y="0"/>
                </a:lnTo>
                <a:lnTo>
                  <a:pt x="751" y="0"/>
                </a:lnTo>
                <a:lnTo>
                  <a:pt x="747" y="0"/>
                </a:lnTo>
                <a:lnTo>
                  <a:pt x="744" y="0"/>
                </a:lnTo>
                <a:lnTo>
                  <a:pt x="739" y="0"/>
                </a:lnTo>
                <a:lnTo>
                  <a:pt x="734" y="0"/>
                </a:lnTo>
                <a:lnTo>
                  <a:pt x="729" y="0"/>
                </a:lnTo>
                <a:lnTo>
                  <a:pt x="723" y="0"/>
                </a:lnTo>
                <a:lnTo>
                  <a:pt x="717" y="0"/>
                </a:lnTo>
                <a:lnTo>
                  <a:pt x="710" y="0"/>
                </a:lnTo>
                <a:lnTo>
                  <a:pt x="702" y="0"/>
                </a:lnTo>
                <a:lnTo>
                  <a:pt x="693" y="0"/>
                </a:lnTo>
                <a:lnTo>
                  <a:pt x="684" y="0"/>
                </a:lnTo>
                <a:lnTo>
                  <a:pt x="674" y="0"/>
                </a:lnTo>
                <a:lnTo>
                  <a:pt x="662" y="0"/>
                </a:lnTo>
                <a:lnTo>
                  <a:pt x="650" y="0"/>
                </a:lnTo>
                <a:lnTo>
                  <a:pt x="637" y="0"/>
                </a:lnTo>
                <a:lnTo>
                  <a:pt x="622" y="0"/>
                </a:lnTo>
                <a:lnTo>
                  <a:pt x="606" y="0"/>
                </a:lnTo>
                <a:lnTo>
                  <a:pt x="589" y="0"/>
                </a:lnTo>
                <a:lnTo>
                  <a:pt x="571" y="0"/>
                </a:lnTo>
                <a:lnTo>
                  <a:pt x="550" y="0"/>
                </a:lnTo>
                <a:lnTo>
                  <a:pt x="529" y="0"/>
                </a:lnTo>
                <a:lnTo>
                  <a:pt x="506" y="0"/>
                </a:lnTo>
                <a:lnTo>
                  <a:pt x="481" y="0"/>
                </a:lnTo>
                <a:lnTo>
                  <a:pt x="454" y="0"/>
                </a:lnTo>
                <a:lnTo>
                  <a:pt x="426" y="0"/>
                </a:lnTo>
                <a:close/>
              </a:path>
            </a:pathLst>
          </a:custGeom>
          <a:noFill/>
          <a:ln w="33401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4890" name="Freeform 46">
            <a:extLst>
              <a:ext uri="{FF2B5EF4-FFF2-40B4-BE49-F238E27FC236}">
                <a16:creationId xmlns:a16="http://schemas.microsoft.com/office/drawing/2014/main" id="{0926C7B0-5341-4104-A6D1-34EB96F5E874}"/>
              </a:ext>
            </a:extLst>
          </p:cNvPr>
          <p:cNvSpPr>
            <a:spLocks/>
          </p:cNvSpPr>
          <p:nvPr/>
        </p:nvSpPr>
        <p:spPr bwMode="auto">
          <a:xfrm>
            <a:off x="1081088" y="4876800"/>
            <a:ext cx="677862" cy="304800"/>
          </a:xfrm>
          <a:custGeom>
            <a:avLst/>
            <a:gdLst>
              <a:gd name="T0" fmla="*/ 2147483646 w 852"/>
              <a:gd name="T1" fmla="*/ 0 h 853"/>
              <a:gd name="T2" fmla="*/ 2147483646 w 852"/>
              <a:gd name="T3" fmla="*/ 0 h 853"/>
              <a:gd name="T4" fmla="*/ 2147483646 w 852"/>
              <a:gd name="T5" fmla="*/ 0 h 853"/>
              <a:gd name="T6" fmla="*/ 2147483646 w 852"/>
              <a:gd name="T7" fmla="*/ 0 h 853"/>
              <a:gd name="T8" fmla="*/ 2147483646 w 852"/>
              <a:gd name="T9" fmla="*/ 2147483646 h 853"/>
              <a:gd name="T10" fmla="*/ 2147483646 w 852"/>
              <a:gd name="T11" fmla="*/ 2147483646 h 853"/>
              <a:gd name="T12" fmla="*/ 2147483646 w 852"/>
              <a:gd name="T13" fmla="*/ 2147483646 h 853"/>
              <a:gd name="T14" fmla="*/ 2147483646 w 852"/>
              <a:gd name="T15" fmla="*/ 2147483646 h 853"/>
              <a:gd name="T16" fmla="*/ 2147483646 w 852"/>
              <a:gd name="T17" fmla="*/ 2147483646 h 853"/>
              <a:gd name="T18" fmla="*/ 2147483646 w 852"/>
              <a:gd name="T19" fmla="*/ 2147483646 h 853"/>
              <a:gd name="T20" fmla="*/ 0 w 852"/>
              <a:gd name="T21" fmla="*/ 2147483646 h 853"/>
              <a:gd name="T22" fmla="*/ 0 w 852"/>
              <a:gd name="T23" fmla="*/ 2147483646 h 853"/>
              <a:gd name="T24" fmla="*/ 0 w 852"/>
              <a:gd name="T25" fmla="*/ 2147483646 h 853"/>
              <a:gd name="T26" fmla="*/ 0 w 852"/>
              <a:gd name="T27" fmla="*/ 2147483646 h 853"/>
              <a:gd name="T28" fmla="*/ 0 w 852"/>
              <a:gd name="T29" fmla="*/ 2147483646 h 853"/>
              <a:gd name="T30" fmla="*/ 0 w 852"/>
              <a:gd name="T31" fmla="*/ 2147483646 h 853"/>
              <a:gd name="T32" fmla="*/ 0 w 852"/>
              <a:gd name="T33" fmla="*/ 2147483646 h 853"/>
              <a:gd name="T34" fmla="*/ 0 w 852"/>
              <a:gd name="T35" fmla="*/ 2147483646 h 853"/>
              <a:gd name="T36" fmla="*/ 2147483646 w 852"/>
              <a:gd name="T37" fmla="*/ 2147483646 h 853"/>
              <a:gd name="T38" fmla="*/ 2147483646 w 852"/>
              <a:gd name="T39" fmla="*/ 2147483646 h 853"/>
              <a:gd name="T40" fmla="*/ 2147483646 w 852"/>
              <a:gd name="T41" fmla="*/ 2147483646 h 853"/>
              <a:gd name="T42" fmla="*/ 2147483646 w 852"/>
              <a:gd name="T43" fmla="*/ 2147483646 h 853"/>
              <a:gd name="T44" fmla="*/ 2147483646 w 852"/>
              <a:gd name="T45" fmla="*/ 2147483646 h 853"/>
              <a:gd name="T46" fmla="*/ 2147483646 w 852"/>
              <a:gd name="T47" fmla="*/ 2147483646 h 853"/>
              <a:gd name="T48" fmla="*/ 2147483646 w 852"/>
              <a:gd name="T49" fmla="*/ 2147483646 h 853"/>
              <a:gd name="T50" fmla="*/ 2147483646 w 852"/>
              <a:gd name="T51" fmla="*/ 2147483646 h 853"/>
              <a:gd name="T52" fmla="*/ 2147483646 w 852"/>
              <a:gd name="T53" fmla="*/ 2147483646 h 853"/>
              <a:gd name="T54" fmla="*/ 2147483646 w 852"/>
              <a:gd name="T55" fmla="*/ 2147483646 h 853"/>
              <a:gd name="T56" fmla="*/ 2147483646 w 852"/>
              <a:gd name="T57" fmla="*/ 2147483646 h 853"/>
              <a:gd name="T58" fmla="*/ 2147483646 w 852"/>
              <a:gd name="T59" fmla="*/ 2147483646 h 853"/>
              <a:gd name="T60" fmla="*/ 2147483646 w 852"/>
              <a:gd name="T61" fmla="*/ 2147483646 h 853"/>
              <a:gd name="T62" fmla="*/ 2147483646 w 852"/>
              <a:gd name="T63" fmla="*/ 2147483646 h 853"/>
              <a:gd name="T64" fmla="*/ 2147483646 w 852"/>
              <a:gd name="T65" fmla="*/ 2147483646 h 853"/>
              <a:gd name="T66" fmla="*/ 2147483646 w 852"/>
              <a:gd name="T67" fmla="*/ 2147483646 h 853"/>
              <a:gd name="T68" fmla="*/ 2147483646 w 852"/>
              <a:gd name="T69" fmla="*/ 2147483646 h 853"/>
              <a:gd name="T70" fmla="*/ 2147483646 w 852"/>
              <a:gd name="T71" fmla="*/ 2147483646 h 853"/>
              <a:gd name="T72" fmla="*/ 2147483646 w 852"/>
              <a:gd name="T73" fmla="*/ 2147483646 h 853"/>
              <a:gd name="T74" fmla="*/ 2147483646 w 852"/>
              <a:gd name="T75" fmla="*/ 2147483646 h 853"/>
              <a:gd name="T76" fmla="*/ 2147483646 w 852"/>
              <a:gd name="T77" fmla="*/ 2147483646 h 853"/>
              <a:gd name="T78" fmla="*/ 2147483646 w 852"/>
              <a:gd name="T79" fmla="*/ 2147483646 h 853"/>
              <a:gd name="T80" fmla="*/ 2147483646 w 852"/>
              <a:gd name="T81" fmla="*/ 2147483646 h 853"/>
              <a:gd name="T82" fmla="*/ 2147483646 w 852"/>
              <a:gd name="T83" fmla="*/ 2147483646 h 853"/>
              <a:gd name="T84" fmla="*/ 2147483646 w 852"/>
              <a:gd name="T85" fmla="*/ 2147483646 h 853"/>
              <a:gd name="T86" fmla="*/ 2147483646 w 852"/>
              <a:gd name="T87" fmla="*/ 2147483646 h 853"/>
              <a:gd name="T88" fmla="*/ 2147483646 w 852"/>
              <a:gd name="T89" fmla="*/ 2147483646 h 853"/>
              <a:gd name="T90" fmla="*/ 2147483646 w 852"/>
              <a:gd name="T91" fmla="*/ 2147483646 h 853"/>
              <a:gd name="T92" fmla="*/ 2147483646 w 852"/>
              <a:gd name="T93" fmla="*/ 2147483646 h 853"/>
              <a:gd name="T94" fmla="*/ 2147483646 w 852"/>
              <a:gd name="T95" fmla="*/ 2147483646 h 853"/>
              <a:gd name="T96" fmla="*/ 2147483646 w 852"/>
              <a:gd name="T97" fmla="*/ 2147483646 h 853"/>
              <a:gd name="T98" fmla="*/ 2147483646 w 852"/>
              <a:gd name="T99" fmla="*/ 2147483646 h 853"/>
              <a:gd name="T100" fmla="*/ 2147483646 w 852"/>
              <a:gd name="T101" fmla="*/ 2147483646 h 853"/>
              <a:gd name="T102" fmla="*/ 2147483646 w 852"/>
              <a:gd name="T103" fmla="*/ 2147483646 h 853"/>
              <a:gd name="T104" fmla="*/ 2147483646 w 852"/>
              <a:gd name="T105" fmla="*/ 2147483646 h 853"/>
              <a:gd name="T106" fmla="*/ 2147483646 w 852"/>
              <a:gd name="T107" fmla="*/ 2147483646 h 853"/>
              <a:gd name="T108" fmla="*/ 2147483646 w 852"/>
              <a:gd name="T109" fmla="*/ 0 h 853"/>
              <a:gd name="T110" fmla="*/ 2147483646 w 852"/>
              <a:gd name="T111" fmla="*/ 0 h 853"/>
              <a:gd name="T112" fmla="*/ 2147483646 w 852"/>
              <a:gd name="T113" fmla="*/ 0 h 853"/>
              <a:gd name="T114" fmla="*/ 2147483646 w 852"/>
              <a:gd name="T115" fmla="*/ 0 h 853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w 852"/>
              <a:gd name="T175" fmla="*/ 0 h 853"/>
              <a:gd name="T176" fmla="*/ 852 w 852"/>
              <a:gd name="T177" fmla="*/ 853 h 853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T174" t="T175" r="T176" b="T177"/>
            <a:pathLst>
              <a:path w="852" h="853">
                <a:moveTo>
                  <a:pt x="426" y="0"/>
                </a:moveTo>
                <a:lnTo>
                  <a:pt x="398" y="0"/>
                </a:lnTo>
                <a:lnTo>
                  <a:pt x="372" y="0"/>
                </a:lnTo>
                <a:lnTo>
                  <a:pt x="347" y="0"/>
                </a:lnTo>
                <a:lnTo>
                  <a:pt x="324" y="0"/>
                </a:lnTo>
                <a:lnTo>
                  <a:pt x="303" y="0"/>
                </a:lnTo>
                <a:lnTo>
                  <a:pt x="282" y="0"/>
                </a:lnTo>
                <a:lnTo>
                  <a:pt x="264" y="0"/>
                </a:lnTo>
                <a:lnTo>
                  <a:pt x="246" y="0"/>
                </a:lnTo>
                <a:lnTo>
                  <a:pt x="231" y="0"/>
                </a:lnTo>
                <a:lnTo>
                  <a:pt x="216" y="0"/>
                </a:lnTo>
                <a:lnTo>
                  <a:pt x="203" y="0"/>
                </a:lnTo>
                <a:lnTo>
                  <a:pt x="190" y="0"/>
                </a:lnTo>
                <a:lnTo>
                  <a:pt x="179" y="0"/>
                </a:lnTo>
                <a:lnTo>
                  <a:pt x="168" y="0"/>
                </a:lnTo>
                <a:lnTo>
                  <a:pt x="160" y="0"/>
                </a:lnTo>
                <a:lnTo>
                  <a:pt x="150" y="0"/>
                </a:lnTo>
                <a:lnTo>
                  <a:pt x="143" y="0"/>
                </a:lnTo>
                <a:lnTo>
                  <a:pt x="136" y="0"/>
                </a:lnTo>
                <a:lnTo>
                  <a:pt x="130" y="0"/>
                </a:lnTo>
                <a:lnTo>
                  <a:pt x="124" y="0"/>
                </a:lnTo>
                <a:lnTo>
                  <a:pt x="119" y="0"/>
                </a:lnTo>
                <a:lnTo>
                  <a:pt x="114" y="0"/>
                </a:lnTo>
                <a:lnTo>
                  <a:pt x="109" y="0"/>
                </a:lnTo>
                <a:lnTo>
                  <a:pt x="106" y="0"/>
                </a:lnTo>
                <a:lnTo>
                  <a:pt x="102" y="0"/>
                </a:lnTo>
                <a:lnTo>
                  <a:pt x="98" y="0"/>
                </a:lnTo>
                <a:lnTo>
                  <a:pt x="95" y="0"/>
                </a:lnTo>
                <a:lnTo>
                  <a:pt x="91" y="0"/>
                </a:lnTo>
                <a:lnTo>
                  <a:pt x="89" y="0"/>
                </a:lnTo>
                <a:lnTo>
                  <a:pt x="85" y="0"/>
                </a:lnTo>
                <a:lnTo>
                  <a:pt x="81" y="0"/>
                </a:lnTo>
                <a:lnTo>
                  <a:pt x="78" y="0"/>
                </a:lnTo>
                <a:lnTo>
                  <a:pt x="74" y="0"/>
                </a:lnTo>
                <a:lnTo>
                  <a:pt x="71" y="0"/>
                </a:lnTo>
                <a:lnTo>
                  <a:pt x="68" y="0"/>
                </a:lnTo>
                <a:lnTo>
                  <a:pt x="65" y="0"/>
                </a:lnTo>
                <a:lnTo>
                  <a:pt x="62" y="0"/>
                </a:lnTo>
                <a:lnTo>
                  <a:pt x="60" y="0"/>
                </a:lnTo>
                <a:lnTo>
                  <a:pt x="57" y="2"/>
                </a:lnTo>
                <a:lnTo>
                  <a:pt x="55" y="2"/>
                </a:lnTo>
                <a:lnTo>
                  <a:pt x="53" y="2"/>
                </a:lnTo>
                <a:lnTo>
                  <a:pt x="51" y="2"/>
                </a:lnTo>
                <a:lnTo>
                  <a:pt x="49" y="3"/>
                </a:lnTo>
                <a:lnTo>
                  <a:pt x="48" y="3"/>
                </a:lnTo>
                <a:lnTo>
                  <a:pt x="45" y="4"/>
                </a:lnTo>
                <a:lnTo>
                  <a:pt x="44" y="4"/>
                </a:lnTo>
                <a:lnTo>
                  <a:pt x="43" y="5"/>
                </a:lnTo>
                <a:lnTo>
                  <a:pt x="42" y="6"/>
                </a:lnTo>
                <a:lnTo>
                  <a:pt x="41" y="8"/>
                </a:lnTo>
                <a:lnTo>
                  <a:pt x="39" y="9"/>
                </a:lnTo>
                <a:lnTo>
                  <a:pt x="38" y="10"/>
                </a:lnTo>
                <a:lnTo>
                  <a:pt x="36" y="11"/>
                </a:lnTo>
                <a:lnTo>
                  <a:pt x="35" y="12"/>
                </a:lnTo>
                <a:lnTo>
                  <a:pt x="33" y="15"/>
                </a:lnTo>
                <a:lnTo>
                  <a:pt x="32" y="16"/>
                </a:lnTo>
                <a:lnTo>
                  <a:pt x="31" y="18"/>
                </a:lnTo>
                <a:lnTo>
                  <a:pt x="30" y="21"/>
                </a:lnTo>
                <a:lnTo>
                  <a:pt x="29" y="23"/>
                </a:lnTo>
                <a:lnTo>
                  <a:pt x="27" y="27"/>
                </a:lnTo>
                <a:lnTo>
                  <a:pt x="26" y="29"/>
                </a:lnTo>
                <a:lnTo>
                  <a:pt x="25" y="33"/>
                </a:lnTo>
                <a:lnTo>
                  <a:pt x="24" y="36"/>
                </a:lnTo>
                <a:lnTo>
                  <a:pt x="21" y="40"/>
                </a:lnTo>
                <a:lnTo>
                  <a:pt x="20" y="44"/>
                </a:lnTo>
                <a:lnTo>
                  <a:pt x="18" y="47"/>
                </a:lnTo>
                <a:lnTo>
                  <a:pt x="17" y="51"/>
                </a:lnTo>
                <a:lnTo>
                  <a:pt x="15" y="54"/>
                </a:lnTo>
                <a:lnTo>
                  <a:pt x="13" y="58"/>
                </a:lnTo>
                <a:lnTo>
                  <a:pt x="12" y="60"/>
                </a:lnTo>
                <a:lnTo>
                  <a:pt x="11" y="64"/>
                </a:lnTo>
                <a:lnTo>
                  <a:pt x="9" y="67"/>
                </a:lnTo>
                <a:lnTo>
                  <a:pt x="8" y="69"/>
                </a:lnTo>
                <a:lnTo>
                  <a:pt x="8" y="73"/>
                </a:lnTo>
                <a:lnTo>
                  <a:pt x="7" y="75"/>
                </a:lnTo>
                <a:lnTo>
                  <a:pt x="6" y="77"/>
                </a:lnTo>
                <a:lnTo>
                  <a:pt x="5" y="80"/>
                </a:lnTo>
                <a:lnTo>
                  <a:pt x="5" y="83"/>
                </a:lnTo>
                <a:lnTo>
                  <a:pt x="3" y="86"/>
                </a:lnTo>
                <a:lnTo>
                  <a:pt x="3" y="88"/>
                </a:lnTo>
                <a:lnTo>
                  <a:pt x="3" y="92"/>
                </a:lnTo>
                <a:lnTo>
                  <a:pt x="2" y="94"/>
                </a:lnTo>
                <a:lnTo>
                  <a:pt x="2" y="98"/>
                </a:lnTo>
                <a:lnTo>
                  <a:pt x="2" y="101"/>
                </a:lnTo>
                <a:lnTo>
                  <a:pt x="1" y="105"/>
                </a:lnTo>
                <a:lnTo>
                  <a:pt x="1" y="109"/>
                </a:lnTo>
                <a:lnTo>
                  <a:pt x="1" y="112"/>
                </a:lnTo>
                <a:lnTo>
                  <a:pt x="1" y="117"/>
                </a:lnTo>
                <a:lnTo>
                  <a:pt x="1" y="122"/>
                </a:lnTo>
                <a:lnTo>
                  <a:pt x="1" y="127"/>
                </a:lnTo>
                <a:lnTo>
                  <a:pt x="1" y="131"/>
                </a:lnTo>
                <a:lnTo>
                  <a:pt x="1" y="137"/>
                </a:lnTo>
                <a:lnTo>
                  <a:pt x="1" y="143"/>
                </a:lnTo>
                <a:lnTo>
                  <a:pt x="1" y="149"/>
                </a:lnTo>
                <a:lnTo>
                  <a:pt x="0" y="157"/>
                </a:lnTo>
                <a:lnTo>
                  <a:pt x="0" y="164"/>
                </a:lnTo>
                <a:lnTo>
                  <a:pt x="0" y="171"/>
                </a:lnTo>
                <a:lnTo>
                  <a:pt x="0" y="178"/>
                </a:lnTo>
                <a:lnTo>
                  <a:pt x="0" y="187"/>
                </a:lnTo>
                <a:lnTo>
                  <a:pt x="0" y="193"/>
                </a:lnTo>
                <a:lnTo>
                  <a:pt x="0" y="200"/>
                </a:lnTo>
                <a:lnTo>
                  <a:pt x="0" y="206"/>
                </a:lnTo>
                <a:lnTo>
                  <a:pt x="0" y="212"/>
                </a:lnTo>
                <a:lnTo>
                  <a:pt x="0" y="218"/>
                </a:lnTo>
                <a:lnTo>
                  <a:pt x="0" y="223"/>
                </a:lnTo>
                <a:lnTo>
                  <a:pt x="0" y="229"/>
                </a:lnTo>
                <a:lnTo>
                  <a:pt x="0" y="234"/>
                </a:lnTo>
                <a:lnTo>
                  <a:pt x="0" y="240"/>
                </a:lnTo>
                <a:lnTo>
                  <a:pt x="0" y="244"/>
                </a:lnTo>
                <a:lnTo>
                  <a:pt x="0" y="250"/>
                </a:lnTo>
                <a:lnTo>
                  <a:pt x="0" y="255"/>
                </a:lnTo>
                <a:lnTo>
                  <a:pt x="0" y="261"/>
                </a:lnTo>
                <a:lnTo>
                  <a:pt x="0" y="267"/>
                </a:lnTo>
                <a:lnTo>
                  <a:pt x="0" y="273"/>
                </a:lnTo>
                <a:lnTo>
                  <a:pt x="0" y="279"/>
                </a:lnTo>
                <a:lnTo>
                  <a:pt x="0" y="287"/>
                </a:lnTo>
                <a:lnTo>
                  <a:pt x="0" y="294"/>
                </a:lnTo>
                <a:lnTo>
                  <a:pt x="0" y="301"/>
                </a:lnTo>
                <a:lnTo>
                  <a:pt x="0" y="309"/>
                </a:lnTo>
                <a:lnTo>
                  <a:pt x="0" y="318"/>
                </a:lnTo>
                <a:lnTo>
                  <a:pt x="0" y="327"/>
                </a:lnTo>
                <a:lnTo>
                  <a:pt x="0" y="337"/>
                </a:lnTo>
                <a:lnTo>
                  <a:pt x="0" y="347"/>
                </a:lnTo>
                <a:lnTo>
                  <a:pt x="0" y="359"/>
                </a:lnTo>
                <a:lnTo>
                  <a:pt x="0" y="371"/>
                </a:lnTo>
                <a:lnTo>
                  <a:pt x="0" y="383"/>
                </a:lnTo>
                <a:lnTo>
                  <a:pt x="0" y="397"/>
                </a:lnTo>
                <a:lnTo>
                  <a:pt x="0" y="412"/>
                </a:lnTo>
                <a:lnTo>
                  <a:pt x="0" y="427"/>
                </a:lnTo>
                <a:lnTo>
                  <a:pt x="0" y="443"/>
                </a:lnTo>
                <a:lnTo>
                  <a:pt x="0" y="457"/>
                </a:lnTo>
                <a:lnTo>
                  <a:pt x="0" y="470"/>
                </a:lnTo>
                <a:lnTo>
                  <a:pt x="0" y="484"/>
                </a:lnTo>
                <a:lnTo>
                  <a:pt x="0" y="496"/>
                </a:lnTo>
                <a:lnTo>
                  <a:pt x="0" y="507"/>
                </a:lnTo>
                <a:lnTo>
                  <a:pt x="0" y="517"/>
                </a:lnTo>
                <a:lnTo>
                  <a:pt x="0" y="527"/>
                </a:lnTo>
                <a:lnTo>
                  <a:pt x="0" y="535"/>
                </a:lnTo>
                <a:lnTo>
                  <a:pt x="0" y="545"/>
                </a:lnTo>
                <a:lnTo>
                  <a:pt x="0" y="552"/>
                </a:lnTo>
                <a:lnTo>
                  <a:pt x="0" y="561"/>
                </a:lnTo>
                <a:lnTo>
                  <a:pt x="0" y="568"/>
                </a:lnTo>
                <a:lnTo>
                  <a:pt x="0" y="574"/>
                </a:lnTo>
                <a:lnTo>
                  <a:pt x="0" y="580"/>
                </a:lnTo>
                <a:lnTo>
                  <a:pt x="0" y="587"/>
                </a:lnTo>
                <a:lnTo>
                  <a:pt x="0" y="592"/>
                </a:lnTo>
                <a:lnTo>
                  <a:pt x="0" y="598"/>
                </a:lnTo>
                <a:lnTo>
                  <a:pt x="0" y="604"/>
                </a:lnTo>
                <a:lnTo>
                  <a:pt x="0" y="609"/>
                </a:lnTo>
                <a:lnTo>
                  <a:pt x="0" y="615"/>
                </a:lnTo>
                <a:lnTo>
                  <a:pt x="0" y="620"/>
                </a:lnTo>
                <a:lnTo>
                  <a:pt x="0" y="626"/>
                </a:lnTo>
                <a:lnTo>
                  <a:pt x="0" y="630"/>
                </a:lnTo>
                <a:lnTo>
                  <a:pt x="0" y="636"/>
                </a:lnTo>
                <a:lnTo>
                  <a:pt x="0" y="641"/>
                </a:lnTo>
                <a:lnTo>
                  <a:pt x="0" y="647"/>
                </a:lnTo>
                <a:lnTo>
                  <a:pt x="0" y="654"/>
                </a:lnTo>
                <a:lnTo>
                  <a:pt x="0" y="660"/>
                </a:lnTo>
                <a:lnTo>
                  <a:pt x="0" y="668"/>
                </a:lnTo>
                <a:lnTo>
                  <a:pt x="0" y="675"/>
                </a:lnTo>
                <a:lnTo>
                  <a:pt x="0" y="682"/>
                </a:lnTo>
                <a:lnTo>
                  <a:pt x="0" y="690"/>
                </a:lnTo>
                <a:lnTo>
                  <a:pt x="0" y="698"/>
                </a:lnTo>
                <a:lnTo>
                  <a:pt x="1" y="704"/>
                </a:lnTo>
                <a:lnTo>
                  <a:pt x="1" y="711"/>
                </a:lnTo>
                <a:lnTo>
                  <a:pt x="1" y="717"/>
                </a:lnTo>
                <a:lnTo>
                  <a:pt x="1" y="722"/>
                </a:lnTo>
                <a:lnTo>
                  <a:pt x="1" y="728"/>
                </a:lnTo>
                <a:lnTo>
                  <a:pt x="1" y="733"/>
                </a:lnTo>
                <a:lnTo>
                  <a:pt x="1" y="737"/>
                </a:lnTo>
                <a:lnTo>
                  <a:pt x="1" y="741"/>
                </a:lnTo>
                <a:lnTo>
                  <a:pt x="1" y="745"/>
                </a:lnTo>
                <a:lnTo>
                  <a:pt x="1" y="749"/>
                </a:lnTo>
                <a:lnTo>
                  <a:pt x="2" y="753"/>
                </a:lnTo>
                <a:lnTo>
                  <a:pt x="2" y="755"/>
                </a:lnTo>
                <a:lnTo>
                  <a:pt x="2" y="759"/>
                </a:lnTo>
                <a:lnTo>
                  <a:pt x="3" y="763"/>
                </a:lnTo>
                <a:lnTo>
                  <a:pt x="3" y="765"/>
                </a:lnTo>
                <a:lnTo>
                  <a:pt x="3" y="767"/>
                </a:lnTo>
                <a:lnTo>
                  <a:pt x="5" y="771"/>
                </a:lnTo>
                <a:lnTo>
                  <a:pt x="5" y="773"/>
                </a:lnTo>
                <a:lnTo>
                  <a:pt x="6" y="776"/>
                </a:lnTo>
                <a:lnTo>
                  <a:pt x="7" y="778"/>
                </a:lnTo>
                <a:lnTo>
                  <a:pt x="8" y="782"/>
                </a:lnTo>
                <a:lnTo>
                  <a:pt x="8" y="784"/>
                </a:lnTo>
                <a:lnTo>
                  <a:pt x="9" y="787"/>
                </a:lnTo>
                <a:lnTo>
                  <a:pt x="11" y="790"/>
                </a:lnTo>
                <a:lnTo>
                  <a:pt x="12" y="793"/>
                </a:lnTo>
                <a:lnTo>
                  <a:pt x="13" y="796"/>
                </a:lnTo>
                <a:lnTo>
                  <a:pt x="15" y="799"/>
                </a:lnTo>
                <a:lnTo>
                  <a:pt x="17" y="802"/>
                </a:lnTo>
                <a:lnTo>
                  <a:pt x="18" y="806"/>
                </a:lnTo>
                <a:lnTo>
                  <a:pt x="20" y="811"/>
                </a:lnTo>
                <a:lnTo>
                  <a:pt x="21" y="814"/>
                </a:lnTo>
                <a:lnTo>
                  <a:pt x="24" y="818"/>
                </a:lnTo>
                <a:lnTo>
                  <a:pt x="25" y="821"/>
                </a:lnTo>
                <a:lnTo>
                  <a:pt x="26" y="824"/>
                </a:lnTo>
                <a:lnTo>
                  <a:pt x="27" y="827"/>
                </a:lnTo>
                <a:lnTo>
                  <a:pt x="29" y="830"/>
                </a:lnTo>
                <a:lnTo>
                  <a:pt x="30" y="832"/>
                </a:lnTo>
                <a:lnTo>
                  <a:pt x="31" y="835"/>
                </a:lnTo>
                <a:lnTo>
                  <a:pt x="32" y="837"/>
                </a:lnTo>
                <a:lnTo>
                  <a:pt x="33" y="840"/>
                </a:lnTo>
                <a:lnTo>
                  <a:pt x="35" y="841"/>
                </a:lnTo>
                <a:lnTo>
                  <a:pt x="36" y="842"/>
                </a:lnTo>
                <a:lnTo>
                  <a:pt x="38" y="844"/>
                </a:lnTo>
                <a:lnTo>
                  <a:pt x="39" y="846"/>
                </a:lnTo>
                <a:lnTo>
                  <a:pt x="41" y="847"/>
                </a:lnTo>
                <a:lnTo>
                  <a:pt x="42" y="848"/>
                </a:lnTo>
                <a:lnTo>
                  <a:pt x="43" y="848"/>
                </a:lnTo>
                <a:lnTo>
                  <a:pt x="44" y="849"/>
                </a:lnTo>
                <a:lnTo>
                  <a:pt x="45" y="850"/>
                </a:lnTo>
                <a:lnTo>
                  <a:pt x="48" y="850"/>
                </a:lnTo>
                <a:lnTo>
                  <a:pt x="49" y="852"/>
                </a:lnTo>
                <a:lnTo>
                  <a:pt x="51" y="852"/>
                </a:lnTo>
                <a:lnTo>
                  <a:pt x="53" y="852"/>
                </a:lnTo>
                <a:lnTo>
                  <a:pt x="55" y="852"/>
                </a:lnTo>
                <a:lnTo>
                  <a:pt x="57" y="853"/>
                </a:lnTo>
                <a:lnTo>
                  <a:pt x="60" y="853"/>
                </a:lnTo>
                <a:lnTo>
                  <a:pt x="62" y="853"/>
                </a:lnTo>
                <a:lnTo>
                  <a:pt x="65" y="853"/>
                </a:lnTo>
                <a:lnTo>
                  <a:pt x="68" y="853"/>
                </a:lnTo>
                <a:lnTo>
                  <a:pt x="71" y="853"/>
                </a:lnTo>
                <a:lnTo>
                  <a:pt x="74" y="853"/>
                </a:lnTo>
                <a:lnTo>
                  <a:pt x="78" y="853"/>
                </a:lnTo>
                <a:lnTo>
                  <a:pt x="81" y="853"/>
                </a:lnTo>
                <a:lnTo>
                  <a:pt x="85" y="853"/>
                </a:lnTo>
                <a:lnTo>
                  <a:pt x="89" y="853"/>
                </a:lnTo>
                <a:lnTo>
                  <a:pt x="91" y="853"/>
                </a:lnTo>
                <a:lnTo>
                  <a:pt x="95" y="853"/>
                </a:lnTo>
                <a:lnTo>
                  <a:pt x="98" y="853"/>
                </a:lnTo>
                <a:lnTo>
                  <a:pt x="102" y="853"/>
                </a:lnTo>
                <a:lnTo>
                  <a:pt x="106" y="853"/>
                </a:lnTo>
                <a:lnTo>
                  <a:pt x="109" y="853"/>
                </a:lnTo>
                <a:lnTo>
                  <a:pt x="114" y="853"/>
                </a:lnTo>
                <a:lnTo>
                  <a:pt x="119" y="853"/>
                </a:lnTo>
                <a:lnTo>
                  <a:pt x="124" y="853"/>
                </a:lnTo>
                <a:lnTo>
                  <a:pt x="130" y="853"/>
                </a:lnTo>
                <a:lnTo>
                  <a:pt x="136" y="853"/>
                </a:lnTo>
                <a:lnTo>
                  <a:pt x="143" y="853"/>
                </a:lnTo>
                <a:lnTo>
                  <a:pt x="150" y="853"/>
                </a:lnTo>
                <a:lnTo>
                  <a:pt x="160" y="853"/>
                </a:lnTo>
                <a:lnTo>
                  <a:pt x="168" y="853"/>
                </a:lnTo>
                <a:lnTo>
                  <a:pt x="179" y="853"/>
                </a:lnTo>
                <a:lnTo>
                  <a:pt x="190" y="853"/>
                </a:lnTo>
                <a:lnTo>
                  <a:pt x="203" y="853"/>
                </a:lnTo>
                <a:lnTo>
                  <a:pt x="216" y="853"/>
                </a:lnTo>
                <a:lnTo>
                  <a:pt x="231" y="853"/>
                </a:lnTo>
                <a:lnTo>
                  <a:pt x="246" y="853"/>
                </a:lnTo>
                <a:lnTo>
                  <a:pt x="264" y="853"/>
                </a:lnTo>
                <a:lnTo>
                  <a:pt x="282" y="853"/>
                </a:lnTo>
                <a:lnTo>
                  <a:pt x="303" y="853"/>
                </a:lnTo>
                <a:lnTo>
                  <a:pt x="324" y="853"/>
                </a:lnTo>
                <a:lnTo>
                  <a:pt x="347" y="853"/>
                </a:lnTo>
                <a:lnTo>
                  <a:pt x="372" y="853"/>
                </a:lnTo>
                <a:lnTo>
                  <a:pt x="398" y="853"/>
                </a:lnTo>
                <a:lnTo>
                  <a:pt x="426" y="853"/>
                </a:lnTo>
                <a:lnTo>
                  <a:pt x="454" y="853"/>
                </a:lnTo>
                <a:lnTo>
                  <a:pt x="481" y="853"/>
                </a:lnTo>
                <a:lnTo>
                  <a:pt x="506" y="853"/>
                </a:lnTo>
                <a:lnTo>
                  <a:pt x="529" y="853"/>
                </a:lnTo>
                <a:lnTo>
                  <a:pt x="550" y="853"/>
                </a:lnTo>
                <a:lnTo>
                  <a:pt x="571" y="853"/>
                </a:lnTo>
                <a:lnTo>
                  <a:pt x="589" y="853"/>
                </a:lnTo>
                <a:lnTo>
                  <a:pt x="606" y="853"/>
                </a:lnTo>
                <a:lnTo>
                  <a:pt x="622" y="853"/>
                </a:lnTo>
                <a:lnTo>
                  <a:pt x="637" y="853"/>
                </a:lnTo>
                <a:lnTo>
                  <a:pt x="650" y="853"/>
                </a:lnTo>
                <a:lnTo>
                  <a:pt x="662" y="853"/>
                </a:lnTo>
                <a:lnTo>
                  <a:pt x="674" y="853"/>
                </a:lnTo>
                <a:lnTo>
                  <a:pt x="684" y="853"/>
                </a:lnTo>
                <a:lnTo>
                  <a:pt x="693" y="853"/>
                </a:lnTo>
                <a:lnTo>
                  <a:pt x="702" y="853"/>
                </a:lnTo>
                <a:lnTo>
                  <a:pt x="710" y="853"/>
                </a:lnTo>
                <a:lnTo>
                  <a:pt x="717" y="853"/>
                </a:lnTo>
                <a:lnTo>
                  <a:pt x="723" y="853"/>
                </a:lnTo>
                <a:lnTo>
                  <a:pt x="729" y="853"/>
                </a:lnTo>
                <a:lnTo>
                  <a:pt x="734" y="853"/>
                </a:lnTo>
                <a:lnTo>
                  <a:pt x="739" y="853"/>
                </a:lnTo>
                <a:lnTo>
                  <a:pt x="744" y="853"/>
                </a:lnTo>
                <a:lnTo>
                  <a:pt x="747" y="853"/>
                </a:lnTo>
                <a:lnTo>
                  <a:pt x="751" y="853"/>
                </a:lnTo>
                <a:lnTo>
                  <a:pt x="755" y="853"/>
                </a:lnTo>
                <a:lnTo>
                  <a:pt x="758" y="853"/>
                </a:lnTo>
                <a:lnTo>
                  <a:pt x="762" y="853"/>
                </a:lnTo>
                <a:lnTo>
                  <a:pt x="764" y="853"/>
                </a:lnTo>
                <a:lnTo>
                  <a:pt x="768" y="853"/>
                </a:lnTo>
                <a:lnTo>
                  <a:pt x="772" y="853"/>
                </a:lnTo>
                <a:lnTo>
                  <a:pt x="775" y="853"/>
                </a:lnTo>
                <a:lnTo>
                  <a:pt x="779" y="853"/>
                </a:lnTo>
                <a:lnTo>
                  <a:pt x="782" y="853"/>
                </a:lnTo>
                <a:lnTo>
                  <a:pt x="785" y="853"/>
                </a:lnTo>
                <a:lnTo>
                  <a:pt x="788" y="853"/>
                </a:lnTo>
                <a:lnTo>
                  <a:pt x="791" y="853"/>
                </a:lnTo>
                <a:lnTo>
                  <a:pt x="793" y="853"/>
                </a:lnTo>
                <a:lnTo>
                  <a:pt x="796" y="853"/>
                </a:lnTo>
                <a:lnTo>
                  <a:pt x="798" y="852"/>
                </a:lnTo>
                <a:lnTo>
                  <a:pt x="799" y="852"/>
                </a:lnTo>
                <a:lnTo>
                  <a:pt x="802" y="852"/>
                </a:lnTo>
                <a:lnTo>
                  <a:pt x="804" y="852"/>
                </a:lnTo>
                <a:lnTo>
                  <a:pt x="805" y="850"/>
                </a:lnTo>
                <a:lnTo>
                  <a:pt x="806" y="850"/>
                </a:lnTo>
                <a:lnTo>
                  <a:pt x="809" y="849"/>
                </a:lnTo>
                <a:lnTo>
                  <a:pt x="810" y="848"/>
                </a:lnTo>
                <a:lnTo>
                  <a:pt x="811" y="848"/>
                </a:lnTo>
                <a:lnTo>
                  <a:pt x="812" y="847"/>
                </a:lnTo>
                <a:lnTo>
                  <a:pt x="814" y="846"/>
                </a:lnTo>
                <a:lnTo>
                  <a:pt x="815" y="844"/>
                </a:lnTo>
                <a:lnTo>
                  <a:pt x="816" y="842"/>
                </a:lnTo>
                <a:lnTo>
                  <a:pt x="817" y="841"/>
                </a:lnTo>
                <a:lnTo>
                  <a:pt x="818" y="840"/>
                </a:lnTo>
                <a:lnTo>
                  <a:pt x="820" y="837"/>
                </a:lnTo>
                <a:lnTo>
                  <a:pt x="821" y="835"/>
                </a:lnTo>
                <a:lnTo>
                  <a:pt x="822" y="832"/>
                </a:lnTo>
                <a:lnTo>
                  <a:pt x="823" y="830"/>
                </a:lnTo>
                <a:lnTo>
                  <a:pt x="826" y="827"/>
                </a:lnTo>
                <a:lnTo>
                  <a:pt x="827" y="824"/>
                </a:lnTo>
                <a:lnTo>
                  <a:pt x="828" y="821"/>
                </a:lnTo>
                <a:lnTo>
                  <a:pt x="829" y="818"/>
                </a:lnTo>
                <a:lnTo>
                  <a:pt x="832" y="814"/>
                </a:lnTo>
                <a:lnTo>
                  <a:pt x="833" y="811"/>
                </a:lnTo>
                <a:lnTo>
                  <a:pt x="835" y="806"/>
                </a:lnTo>
                <a:lnTo>
                  <a:pt x="836" y="802"/>
                </a:lnTo>
                <a:lnTo>
                  <a:pt x="838" y="799"/>
                </a:lnTo>
                <a:lnTo>
                  <a:pt x="839" y="796"/>
                </a:lnTo>
                <a:lnTo>
                  <a:pt x="841" y="793"/>
                </a:lnTo>
                <a:lnTo>
                  <a:pt x="842" y="790"/>
                </a:lnTo>
                <a:lnTo>
                  <a:pt x="844" y="787"/>
                </a:lnTo>
                <a:lnTo>
                  <a:pt x="844" y="784"/>
                </a:lnTo>
                <a:lnTo>
                  <a:pt x="845" y="782"/>
                </a:lnTo>
                <a:lnTo>
                  <a:pt x="846" y="778"/>
                </a:lnTo>
                <a:lnTo>
                  <a:pt x="847" y="776"/>
                </a:lnTo>
                <a:lnTo>
                  <a:pt x="847" y="773"/>
                </a:lnTo>
                <a:lnTo>
                  <a:pt x="848" y="771"/>
                </a:lnTo>
                <a:lnTo>
                  <a:pt x="848" y="767"/>
                </a:lnTo>
                <a:lnTo>
                  <a:pt x="850" y="765"/>
                </a:lnTo>
                <a:lnTo>
                  <a:pt x="850" y="763"/>
                </a:lnTo>
                <a:lnTo>
                  <a:pt x="851" y="759"/>
                </a:lnTo>
                <a:lnTo>
                  <a:pt x="851" y="755"/>
                </a:lnTo>
                <a:lnTo>
                  <a:pt x="851" y="753"/>
                </a:lnTo>
                <a:lnTo>
                  <a:pt x="851" y="749"/>
                </a:lnTo>
                <a:lnTo>
                  <a:pt x="852" y="745"/>
                </a:lnTo>
                <a:lnTo>
                  <a:pt x="852" y="741"/>
                </a:lnTo>
                <a:lnTo>
                  <a:pt x="852" y="737"/>
                </a:lnTo>
                <a:lnTo>
                  <a:pt x="852" y="733"/>
                </a:lnTo>
                <a:lnTo>
                  <a:pt x="852" y="728"/>
                </a:lnTo>
                <a:lnTo>
                  <a:pt x="852" y="722"/>
                </a:lnTo>
                <a:lnTo>
                  <a:pt x="852" y="717"/>
                </a:lnTo>
                <a:lnTo>
                  <a:pt x="852" y="711"/>
                </a:lnTo>
                <a:lnTo>
                  <a:pt x="852" y="704"/>
                </a:lnTo>
                <a:lnTo>
                  <a:pt x="852" y="698"/>
                </a:lnTo>
                <a:lnTo>
                  <a:pt x="852" y="690"/>
                </a:lnTo>
                <a:lnTo>
                  <a:pt x="852" y="682"/>
                </a:lnTo>
                <a:lnTo>
                  <a:pt x="852" y="675"/>
                </a:lnTo>
                <a:lnTo>
                  <a:pt x="852" y="668"/>
                </a:lnTo>
                <a:lnTo>
                  <a:pt x="852" y="660"/>
                </a:lnTo>
                <a:lnTo>
                  <a:pt x="852" y="654"/>
                </a:lnTo>
                <a:lnTo>
                  <a:pt x="852" y="647"/>
                </a:lnTo>
                <a:lnTo>
                  <a:pt x="852" y="641"/>
                </a:lnTo>
                <a:lnTo>
                  <a:pt x="852" y="636"/>
                </a:lnTo>
                <a:lnTo>
                  <a:pt x="852" y="630"/>
                </a:lnTo>
                <a:lnTo>
                  <a:pt x="852" y="626"/>
                </a:lnTo>
                <a:lnTo>
                  <a:pt x="852" y="620"/>
                </a:lnTo>
                <a:lnTo>
                  <a:pt x="852" y="615"/>
                </a:lnTo>
                <a:lnTo>
                  <a:pt x="852" y="609"/>
                </a:lnTo>
                <a:lnTo>
                  <a:pt x="852" y="604"/>
                </a:lnTo>
                <a:lnTo>
                  <a:pt x="852" y="598"/>
                </a:lnTo>
                <a:lnTo>
                  <a:pt x="852" y="592"/>
                </a:lnTo>
                <a:lnTo>
                  <a:pt x="852" y="587"/>
                </a:lnTo>
                <a:lnTo>
                  <a:pt x="852" y="580"/>
                </a:lnTo>
                <a:lnTo>
                  <a:pt x="852" y="574"/>
                </a:lnTo>
                <a:lnTo>
                  <a:pt x="852" y="568"/>
                </a:lnTo>
                <a:lnTo>
                  <a:pt x="852" y="561"/>
                </a:lnTo>
                <a:lnTo>
                  <a:pt x="852" y="552"/>
                </a:lnTo>
                <a:lnTo>
                  <a:pt x="852" y="545"/>
                </a:lnTo>
                <a:lnTo>
                  <a:pt x="852" y="535"/>
                </a:lnTo>
                <a:lnTo>
                  <a:pt x="852" y="527"/>
                </a:lnTo>
                <a:lnTo>
                  <a:pt x="852" y="517"/>
                </a:lnTo>
                <a:lnTo>
                  <a:pt x="852" y="507"/>
                </a:lnTo>
                <a:lnTo>
                  <a:pt x="852" y="496"/>
                </a:lnTo>
                <a:lnTo>
                  <a:pt x="852" y="484"/>
                </a:lnTo>
                <a:lnTo>
                  <a:pt x="852" y="470"/>
                </a:lnTo>
                <a:lnTo>
                  <a:pt x="852" y="457"/>
                </a:lnTo>
                <a:lnTo>
                  <a:pt x="852" y="443"/>
                </a:lnTo>
                <a:lnTo>
                  <a:pt x="852" y="427"/>
                </a:lnTo>
                <a:lnTo>
                  <a:pt x="852" y="412"/>
                </a:lnTo>
                <a:lnTo>
                  <a:pt x="852" y="397"/>
                </a:lnTo>
                <a:lnTo>
                  <a:pt x="852" y="383"/>
                </a:lnTo>
                <a:lnTo>
                  <a:pt x="852" y="371"/>
                </a:lnTo>
                <a:lnTo>
                  <a:pt x="852" y="359"/>
                </a:lnTo>
                <a:lnTo>
                  <a:pt x="852" y="347"/>
                </a:lnTo>
                <a:lnTo>
                  <a:pt x="852" y="337"/>
                </a:lnTo>
                <a:lnTo>
                  <a:pt x="852" y="327"/>
                </a:lnTo>
                <a:lnTo>
                  <a:pt x="852" y="318"/>
                </a:lnTo>
                <a:lnTo>
                  <a:pt x="852" y="309"/>
                </a:lnTo>
                <a:lnTo>
                  <a:pt x="852" y="301"/>
                </a:lnTo>
                <a:lnTo>
                  <a:pt x="852" y="294"/>
                </a:lnTo>
                <a:lnTo>
                  <a:pt x="852" y="287"/>
                </a:lnTo>
                <a:lnTo>
                  <a:pt x="852" y="279"/>
                </a:lnTo>
                <a:lnTo>
                  <a:pt x="852" y="273"/>
                </a:lnTo>
                <a:lnTo>
                  <a:pt x="852" y="267"/>
                </a:lnTo>
                <a:lnTo>
                  <a:pt x="852" y="261"/>
                </a:lnTo>
                <a:lnTo>
                  <a:pt x="852" y="255"/>
                </a:lnTo>
                <a:lnTo>
                  <a:pt x="852" y="250"/>
                </a:lnTo>
                <a:lnTo>
                  <a:pt x="852" y="244"/>
                </a:lnTo>
                <a:lnTo>
                  <a:pt x="852" y="240"/>
                </a:lnTo>
                <a:lnTo>
                  <a:pt x="852" y="234"/>
                </a:lnTo>
                <a:lnTo>
                  <a:pt x="852" y="229"/>
                </a:lnTo>
                <a:lnTo>
                  <a:pt x="852" y="223"/>
                </a:lnTo>
                <a:lnTo>
                  <a:pt x="852" y="218"/>
                </a:lnTo>
                <a:lnTo>
                  <a:pt x="852" y="212"/>
                </a:lnTo>
                <a:lnTo>
                  <a:pt x="852" y="206"/>
                </a:lnTo>
                <a:lnTo>
                  <a:pt x="852" y="200"/>
                </a:lnTo>
                <a:lnTo>
                  <a:pt x="852" y="193"/>
                </a:lnTo>
                <a:lnTo>
                  <a:pt x="852" y="187"/>
                </a:lnTo>
                <a:lnTo>
                  <a:pt x="852" y="178"/>
                </a:lnTo>
                <a:lnTo>
                  <a:pt x="852" y="171"/>
                </a:lnTo>
                <a:lnTo>
                  <a:pt x="852" y="164"/>
                </a:lnTo>
                <a:lnTo>
                  <a:pt x="852" y="157"/>
                </a:lnTo>
                <a:lnTo>
                  <a:pt x="852" y="149"/>
                </a:lnTo>
                <a:lnTo>
                  <a:pt x="852" y="143"/>
                </a:lnTo>
                <a:lnTo>
                  <a:pt x="852" y="137"/>
                </a:lnTo>
                <a:lnTo>
                  <a:pt x="852" y="131"/>
                </a:lnTo>
                <a:lnTo>
                  <a:pt x="852" y="127"/>
                </a:lnTo>
                <a:lnTo>
                  <a:pt x="852" y="122"/>
                </a:lnTo>
                <a:lnTo>
                  <a:pt x="852" y="117"/>
                </a:lnTo>
                <a:lnTo>
                  <a:pt x="852" y="112"/>
                </a:lnTo>
                <a:lnTo>
                  <a:pt x="852" y="109"/>
                </a:lnTo>
                <a:lnTo>
                  <a:pt x="851" y="105"/>
                </a:lnTo>
                <a:lnTo>
                  <a:pt x="851" y="101"/>
                </a:lnTo>
                <a:lnTo>
                  <a:pt x="851" y="98"/>
                </a:lnTo>
                <a:lnTo>
                  <a:pt x="851" y="94"/>
                </a:lnTo>
                <a:lnTo>
                  <a:pt x="850" y="92"/>
                </a:lnTo>
                <a:lnTo>
                  <a:pt x="850" y="88"/>
                </a:lnTo>
                <a:lnTo>
                  <a:pt x="848" y="86"/>
                </a:lnTo>
                <a:lnTo>
                  <a:pt x="848" y="83"/>
                </a:lnTo>
                <a:lnTo>
                  <a:pt x="847" y="80"/>
                </a:lnTo>
                <a:lnTo>
                  <a:pt x="847" y="77"/>
                </a:lnTo>
                <a:lnTo>
                  <a:pt x="846" y="75"/>
                </a:lnTo>
                <a:lnTo>
                  <a:pt x="845" y="73"/>
                </a:lnTo>
                <a:lnTo>
                  <a:pt x="844" y="69"/>
                </a:lnTo>
                <a:lnTo>
                  <a:pt x="844" y="67"/>
                </a:lnTo>
                <a:lnTo>
                  <a:pt x="842" y="64"/>
                </a:lnTo>
                <a:lnTo>
                  <a:pt x="841" y="60"/>
                </a:lnTo>
                <a:lnTo>
                  <a:pt x="839" y="58"/>
                </a:lnTo>
                <a:lnTo>
                  <a:pt x="838" y="54"/>
                </a:lnTo>
                <a:lnTo>
                  <a:pt x="836" y="51"/>
                </a:lnTo>
                <a:lnTo>
                  <a:pt x="835" y="47"/>
                </a:lnTo>
                <a:lnTo>
                  <a:pt x="833" y="44"/>
                </a:lnTo>
                <a:lnTo>
                  <a:pt x="832" y="40"/>
                </a:lnTo>
                <a:lnTo>
                  <a:pt x="829" y="36"/>
                </a:lnTo>
                <a:lnTo>
                  <a:pt x="828" y="33"/>
                </a:lnTo>
                <a:lnTo>
                  <a:pt x="827" y="29"/>
                </a:lnTo>
                <a:lnTo>
                  <a:pt x="826" y="27"/>
                </a:lnTo>
                <a:lnTo>
                  <a:pt x="823" y="23"/>
                </a:lnTo>
                <a:lnTo>
                  <a:pt x="822" y="21"/>
                </a:lnTo>
                <a:lnTo>
                  <a:pt x="821" y="18"/>
                </a:lnTo>
                <a:lnTo>
                  <a:pt x="820" y="16"/>
                </a:lnTo>
                <a:lnTo>
                  <a:pt x="818" y="15"/>
                </a:lnTo>
                <a:lnTo>
                  <a:pt x="817" y="12"/>
                </a:lnTo>
                <a:lnTo>
                  <a:pt x="816" y="11"/>
                </a:lnTo>
                <a:lnTo>
                  <a:pt x="815" y="10"/>
                </a:lnTo>
                <a:lnTo>
                  <a:pt x="814" y="9"/>
                </a:lnTo>
                <a:lnTo>
                  <a:pt x="812" y="8"/>
                </a:lnTo>
                <a:lnTo>
                  <a:pt x="811" y="6"/>
                </a:lnTo>
                <a:lnTo>
                  <a:pt x="810" y="5"/>
                </a:lnTo>
                <a:lnTo>
                  <a:pt x="809" y="4"/>
                </a:lnTo>
                <a:lnTo>
                  <a:pt x="806" y="4"/>
                </a:lnTo>
                <a:lnTo>
                  <a:pt x="805" y="3"/>
                </a:lnTo>
                <a:lnTo>
                  <a:pt x="804" y="3"/>
                </a:lnTo>
                <a:lnTo>
                  <a:pt x="802" y="2"/>
                </a:lnTo>
                <a:lnTo>
                  <a:pt x="799" y="2"/>
                </a:lnTo>
                <a:lnTo>
                  <a:pt x="798" y="2"/>
                </a:lnTo>
                <a:lnTo>
                  <a:pt x="796" y="2"/>
                </a:lnTo>
                <a:lnTo>
                  <a:pt x="793" y="0"/>
                </a:lnTo>
                <a:lnTo>
                  <a:pt x="791" y="0"/>
                </a:lnTo>
                <a:lnTo>
                  <a:pt x="788" y="0"/>
                </a:lnTo>
                <a:lnTo>
                  <a:pt x="785" y="0"/>
                </a:lnTo>
                <a:lnTo>
                  <a:pt x="782" y="0"/>
                </a:lnTo>
                <a:lnTo>
                  <a:pt x="779" y="0"/>
                </a:lnTo>
                <a:lnTo>
                  <a:pt x="775" y="0"/>
                </a:lnTo>
                <a:lnTo>
                  <a:pt x="772" y="0"/>
                </a:lnTo>
                <a:lnTo>
                  <a:pt x="768" y="0"/>
                </a:lnTo>
                <a:lnTo>
                  <a:pt x="764" y="0"/>
                </a:lnTo>
                <a:lnTo>
                  <a:pt x="762" y="0"/>
                </a:lnTo>
                <a:lnTo>
                  <a:pt x="758" y="0"/>
                </a:lnTo>
                <a:lnTo>
                  <a:pt x="755" y="0"/>
                </a:lnTo>
                <a:lnTo>
                  <a:pt x="751" y="0"/>
                </a:lnTo>
                <a:lnTo>
                  <a:pt x="747" y="0"/>
                </a:lnTo>
                <a:lnTo>
                  <a:pt x="744" y="0"/>
                </a:lnTo>
                <a:lnTo>
                  <a:pt x="739" y="0"/>
                </a:lnTo>
                <a:lnTo>
                  <a:pt x="734" y="0"/>
                </a:lnTo>
                <a:lnTo>
                  <a:pt x="729" y="0"/>
                </a:lnTo>
                <a:lnTo>
                  <a:pt x="723" y="0"/>
                </a:lnTo>
                <a:lnTo>
                  <a:pt x="717" y="0"/>
                </a:lnTo>
                <a:lnTo>
                  <a:pt x="710" y="0"/>
                </a:lnTo>
                <a:lnTo>
                  <a:pt x="702" y="0"/>
                </a:lnTo>
                <a:lnTo>
                  <a:pt x="693" y="0"/>
                </a:lnTo>
                <a:lnTo>
                  <a:pt x="684" y="0"/>
                </a:lnTo>
                <a:lnTo>
                  <a:pt x="674" y="0"/>
                </a:lnTo>
                <a:lnTo>
                  <a:pt x="662" y="0"/>
                </a:lnTo>
                <a:lnTo>
                  <a:pt x="650" y="0"/>
                </a:lnTo>
                <a:lnTo>
                  <a:pt x="637" y="0"/>
                </a:lnTo>
                <a:lnTo>
                  <a:pt x="622" y="0"/>
                </a:lnTo>
                <a:lnTo>
                  <a:pt x="606" y="0"/>
                </a:lnTo>
                <a:lnTo>
                  <a:pt x="589" y="0"/>
                </a:lnTo>
                <a:lnTo>
                  <a:pt x="571" y="0"/>
                </a:lnTo>
                <a:lnTo>
                  <a:pt x="550" y="0"/>
                </a:lnTo>
                <a:lnTo>
                  <a:pt x="529" y="0"/>
                </a:lnTo>
                <a:lnTo>
                  <a:pt x="506" y="0"/>
                </a:lnTo>
                <a:lnTo>
                  <a:pt x="481" y="0"/>
                </a:lnTo>
                <a:lnTo>
                  <a:pt x="454" y="0"/>
                </a:lnTo>
                <a:lnTo>
                  <a:pt x="426" y="0"/>
                </a:lnTo>
                <a:close/>
              </a:path>
            </a:pathLst>
          </a:custGeom>
          <a:noFill/>
          <a:ln w="33401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4891" name="Freeform 46">
            <a:extLst>
              <a:ext uri="{FF2B5EF4-FFF2-40B4-BE49-F238E27FC236}">
                <a16:creationId xmlns:a16="http://schemas.microsoft.com/office/drawing/2014/main" id="{4E7212EC-A9B4-4913-988D-4866C80F11C8}"/>
              </a:ext>
            </a:extLst>
          </p:cNvPr>
          <p:cNvSpPr>
            <a:spLocks/>
          </p:cNvSpPr>
          <p:nvPr/>
        </p:nvSpPr>
        <p:spPr bwMode="auto">
          <a:xfrm>
            <a:off x="1912938" y="5286375"/>
            <a:ext cx="677862" cy="304800"/>
          </a:xfrm>
          <a:custGeom>
            <a:avLst/>
            <a:gdLst>
              <a:gd name="T0" fmla="*/ 2147483646 w 852"/>
              <a:gd name="T1" fmla="*/ 0 h 853"/>
              <a:gd name="T2" fmla="*/ 2147483646 w 852"/>
              <a:gd name="T3" fmla="*/ 0 h 853"/>
              <a:gd name="T4" fmla="*/ 2147483646 w 852"/>
              <a:gd name="T5" fmla="*/ 0 h 853"/>
              <a:gd name="T6" fmla="*/ 2147483646 w 852"/>
              <a:gd name="T7" fmla="*/ 0 h 853"/>
              <a:gd name="T8" fmla="*/ 2147483646 w 852"/>
              <a:gd name="T9" fmla="*/ 2147483646 h 853"/>
              <a:gd name="T10" fmla="*/ 2147483646 w 852"/>
              <a:gd name="T11" fmla="*/ 2147483646 h 853"/>
              <a:gd name="T12" fmla="*/ 2147483646 w 852"/>
              <a:gd name="T13" fmla="*/ 2147483646 h 853"/>
              <a:gd name="T14" fmla="*/ 2147483646 w 852"/>
              <a:gd name="T15" fmla="*/ 2147483646 h 853"/>
              <a:gd name="T16" fmla="*/ 2147483646 w 852"/>
              <a:gd name="T17" fmla="*/ 2147483646 h 853"/>
              <a:gd name="T18" fmla="*/ 2147483646 w 852"/>
              <a:gd name="T19" fmla="*/ 2147483646 h 853"/>
              <a:gd name="T20" fmla="*/ 0 w 852"/>
              <a:gd name="T21" fmla="*/ 2147483646 h 853"/>
              <a:gd name="T22" fmla="*/ 0 w 852"/>
              <a:gd name="T23" fmla="*/ 2147483646 h 853"/>
              <a:gd name="T24" fmla="*/ 0 w 852"/>
              <a:gd name="T25" fmla="*/ 2147483646 h 853"/>
              <a:gd name="T26" fmla="*/ 0 w 852"/>
              <a:gd name="T27" fmla="*/ 2147483646 h 853"/>
              <a:gd name="T28" fmla="*/ 0 w 852"/>
              <a:gd name="T29" fmla="*/ 2147483646 h 853"/>
              <a:gd name="T30" fmla="*/ 0 w 852"/>
              <a:gd name="T31" fmla="*/ 2147483646 h 853"/>
              <a:gd name="T32" fmla="*/ 0 w 852"/>
              <a:gd name="T33" fmla="*/ 2147483646 h 853"/>
              <a:gd name="T34" fmla="*/ 0 w 852"/>
              <a:gd name="T35" fmla="*/ 2147483646 h 853"/>
              <a:gd name="T36" fmla="*/ 2147483646 w 852"/>
              <a:gd name="T37" fmla="*/ 2147483646 h 853"/>
              <a:gd name="T38" fmla="*/ 2147483646 w 852"/>
              <a:gd name="T39" fmla="*/ 2147483646 h 853"/>
              <a:gd name="T40" fmla="*/ 2147483646 w 852"/>
              <a:gd name="T41" fmla="*/ 2147483646 h 853"/>
              <a:gd name="T42" fmla="*/ 2147483646 w 852"/>
              <a:gd name="T43" fmla="*/ 2147483646 h 853"/>
              <a:gd name="T44" fmla="*/ 2147483646 w 852"/>
              <a:gd name="T45" fmla="*/ 2147483646 h 853"/>
              <a:gd name="T46" fmla="*/ 2147483646 w 852"/>
              <a:gd name="T47" fmla="*/ 2147483646 h 853"/>
              <a:gd name="T48" fmla="*/ 2147483646 w 852"/>
              <a:gd name="T49" fmla="*/ 2147483646 h 853"/>
              <a:gd name="T50" fmla="*/ 2147483646 w 852"/>
              <a:gd name="T51" fmla="*/ 2147483646 h 853"/>
              <a:gd name="T52" fmla="*/ 2147483646 w 852"/>
              <a:gd name="T53" fmla="*/ 2147483646 h 853"/>
              <a:gd name="T54" fmla="*/ 2147483646 w 852"/>
              <a:gd name="T55" fmla="*/ 2147483646 h 853"/>
              <a:gd name="T56" fmla="*/ 2147483646 w 852"/>
              <a:gd name="T57" fmla="*/ 2147483646 h 853"/>
              <a:gd name="T58" fmla="*/ 2147483646 w 852"/>
              <a:gd name="T59" fmla="*/ 2147483646 h 853"/>
              <a:gd name="T60" fmla="*/ 2147483646 w 852"/>
              <a:gd name="T61" fmla="*/ 2147483646 h 853"/>
              <a:gd name="T62" fmla="*/ 2147483646 w 852"/>
              <a:gd name="T63" fmla="*/ 2147483646 h 853"/>
              <a:gd name="T64" fmla="*/ 2147483646 w 852"/>
              <a:gd name="T65" fmla="*/ 2147483646 h 853"/>
              <a:gd name="T66" fmla="*/ 2147483646 w 852"/>
              <a:gd name="T67" fmla="*/ 2147483646 h 853"/>
              <a:gd name="T68" fmla="*/ 2147483646 w 852"/>
              <a:gd name="T69" fmla="*/ 2147483646 h 853"/>
              <a:gd name="T70" fmla="*/ 2147483646 w 852"/>
              <a:gd name="T71" fmla="*/ 2147483646 h 853"/>
              <a:gd name="T72" fmla="*/ 2147483646 w 852"/>
              <a:gd name="T73" fmla="*/ 2147483646 h 853"/>
              <a:gd name="T74" fmla="*/ 2147483646 w 852"/>
              <a:gd name="T75" fmla="*/ 2147483646 h 853"/>
              <a:gd name="T76" fmla="*/ 2147483646 w 852"/>
              <a:gd name="T77" fmla="*/ 2147483646 h 853"/>
              <a:gd name="T78" fmla="*/ 2147483646 w 852"/>
              <a:gd name="T79" fmla="*/ 2147483646 h 853"/>
              <a:gd name="T80" fmla="*/ 2147483646 w 852"/>
              <a:gd name="T81" fmla="*/ 2147483646 h 853"/>
              <a:gd name="T82" fmla="*/ 2147483646 w 852"/>
              <a:gd name="T83" fmla="*/ 2147483646 h 853"/>
              <a:gd name="T84" fmla="*/ 2147483646 w 852"/>
              <a:gd name="T85" fmla="*/ 2147483646 h 853"/>
              <a:gd name="T86" fmla="*/ 2147483646 w 852"/>
              <a:gd name="T87" fmla="*/ 2147483646 h 853"/>
              <a:gd name="T88" fmla="*/ 2147483646 w 852"/>
              <a:gd name="T89" fmla="*/ 2147483646 h 853"/>
              <a:gd name="T90" fmla="*/ 2147483646 w 852"/>
              <a:gd name="T91" fmla="*/ 2147483646 h 853"/>
              <a:gd name="T92" fmla="*/ 2147483646 w 852"/>
              <a:gd name="T93" fmla="*/ 2147483646 h 853"/>
              <a:gd name="T94" fmla="*/ 2147483646 w 852"/>
              <a:gd name="T95" fmla="*/ 2147483646 h 853"/>
              <a:gd name="T96" fmla="*/ 2147483646 w 852"/>
              <a:gd name="T97" fmla="*/ 2147483646 h 853"/>
              <a:gd name="T98" fmla="*/ 2147483646 w 852"/>
              <a:gd name="T99" fmla="*/ 2147483646 h 853"/>
              <a:gd name="T100" fmla="*/ 2147483646 w 852"/>
              <a:gd name="T101" fmla="*/ 2147483646 h 853"/>
              <a:gd name="T102" fmla="*/ 2147483646 w 852"/>
              <a:gd name="T103" fmla="*/ 2147483646 h 853"/>
              <a:gd name="T104" fmla="*/ 2147483646 w 852"/>
              <a:gd name="T105" fmla="*/ 2147483646 h 853"/>
              <a:gd name="T106" fmla="*/ 2147483646 w 852"/>
              <a:gd name="T107" fmla="*/ 2147483646 h 853"/>
              <a:gd name="T108" fmla="*/ 2147483646 w 852"/>
              <a:gd name="T109" fmla="*/ 0 h 853"/>
              <a:gd name="T110" fmla="*/ 2147483646 w 852"/>
              <a:gd name="T111" fmla="*/ 0 h 853"/>
              <a:gd name="T112" fmla="*/ 2147483646 w 852"/>
              <a:gd name="T113" fmla="*/ 0 h 853"/>
              <a:gd name="T114" fmla="*/ 2147483646 w 852"/>
              <a:gd name="T115" fmla="*/ 0 h 853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w 852"/>
              <a:gd name="T175" fmla="*/ 0 h 853"/>
              <a:gd name="T176" fmla="*/ 852 w 852"/>
              <a:gd name="T177" fmla="*/ 853 h 853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T174" t="T175" r="T176" b="T177"/>
            <a:pathLst>
              <a:path w="852" h="853">
                <a:moveTo>
                  <a:pt x="426" y="0"/>
                </a:moveTo>
                <a:lnTo>
                  <a:pt x="398" y="0"/>
                </a:lnTo>
                <a:lnTo>
                  <a:pt x="372" y="0"/>
                </a:lnTo>
                <a:lnTo>
                  <a:pt x="347" y="0"/>
                </a:lnTo>
                <a:lnTo>
                  <a:pt x="324" y="0"/>
                </a:lnTo>
                <a:lnTo>
                  <a:pt x="303" y="0"/>
                </a:lnTo>
                <a:lnTo>
                  <a:pt x="282" y="0"/>
                </a:lnTo>
                <a:lnTo>
                  <a:pt x="264" y="0"/>
                </a:lnTo>
                <a:lnTo>
                  <a:pt x="246" y="0"/>
                </a:lnTo>
                <a:lnTo>
                  <a:pt x="231" y="0"/>
                </a:lnTo>
                <a:lnTo>
                  <a:pt x="216" y="0"/>
                </a:lnTo>
                <a:lnTo>
                  <a:pt x="203" y="0"/>
                </a:lnTo>
                <a:lnTo>
                  <a:pt x="190" y="0"/>
                </a:lnTo>
                <a:lnTo>
                  <a:pt x="179" y="0"/>
                </a:lnTo>
                <a:lnTo>
                  <a:pt x="168" y="0"/>
                </a:lnTo>
                <a:lnTo>
                  <a:pt x="160" y="0"/>
                </a:lnTo>
                <a:lnTo>
                  <a:pt x="150" y="0"/>
                </a:lnTo>
                <a:lnTo>
                  <a:pt x="143" y="0"/>
                </a:lnTo>
                <a:lnTo>
                  <a:pt x="136" y="0"/>
                </a:lnTo>
                <a:lnTo>
                  <a:pt x="130" y="0"/>
                </a:lnTo>
                <a:lnTo>
                  <a:pt x="124" y="0"/>
                </a:lnTo>
                <a:lnTo>
                  <a:pt x="119" y="0"/>
                </a:lnTo>
                <a:lnTo>
                  <a:pt x="114" y="0"/>
                </a:lnTo>
                <a:lnTo>
                  <a:pt x="109" y="0"/>
                </a:lnTo>
                <a:lnTo>
                  <a:pt x="106" y="0"/>
                </a:lnTo>
                <a:lnTo>
                  <a:pt x="102" y="0"/>
                </a:lnTo>
                <a:lnTo>
                  <a:pt x="98" y="0"/>
                </a:lnTo>
                <a:lnTo>
                  <a:pt x="95" y="0"/>
                </a:lnTo>
                <a:lnTo>
                  <a:pt x="91" y="0"/>
                </a:lnTo>
                <a:lnTo>
                  <a:pt x="89" y="0"/>
                </a:lnTo>
                <a:lnTo>
                  <a:pt x="85" y="0"/>
                </a:lnTo>
                <a:lnTo>
                  <a:pt x="81" y="0"/>
                </a:lnTo>
                <a:lnTo>
                  <a:pt x="78" y="0"/>
                </a:lnTo>
                <a:lnTo>
                  <a:pt x="74" y="0"/>
                </a:lnTo>
                <a:lnTo>
                  <a:pt x="71" y="0"/>
                </a:lnTo>
                <a:lnTo>
                  <a:pt x="68" y="0"/>
                </a:lnTo>
                <a:lnTo>
                  <a:pt x="65" y="0"/>
                </a:lnTo>
                <a:lnTo>
                  <a:pt x="62" y="0"/>
                </a:lnTo>
                <a:lnTo>
                  <a:pt x="60" y="0"/>
                </a:lnTo>
                <a:lnTo>
                  <a:pt x="57" y="2"/>
                </a:lnTo>
                <a:lnTo>
                  <a:pt x="55" y="2"/>
                </a:lnTo>
                <a:lnTo>
                  <a:pt x="53" y="2"/>
                </a:lnTo>
                <a:lnTo>
                  <a:pt x="51" y="2"/>
                </a:lnTo>
                <a:lnTo>
                  <a:pt x="49" y="3"/>
                </a:lnTo>
                <a:lnTo>
                  <a:pt x="48" y="3"/>
                </a:lnTo>
                <a:lnTo>
                  <a:pt x="45" y="4"/>
                </a:lnTo>
                <a:lnTo>
                  <a:pt x="44" y="4"/>
                </a:lnTo>
                <a:lnTo>
                  <a:pt x="43" y="5"/>
                </a:lnTo>
                <a:lnTo>
                  <a:pt x="42" y="6"/>
                </a:lnTo>
                <a:lnTo>
                  <a:pt x="41" y="8"/>
                </a:lnTo>
                <a:lnTo>
                  <a:pt x="39" y="9"/>
                </a:lnTo>
                <a:lnTo>
                  <a:pt x="38" y="10"/>
                </a:lnTo>
                <a:lnTo>
                  <a:pt x="36" y="11"/>
                </a:lnTo>
                <a:lnTo>
                  <a:pt x="35" y="12"/>
                </a:lnTo>
                <a:lnTo>
                  <a:pt x="33" y="15"/>
                </a:lnTo>
                <a:lnTo>
                  <a:pt x="32" y="16"/>
                </a:lnTo>
                <a:lnTo>
                  <a:pt x="31" y="18"/>
                </a:lnTo>
                <a:lnTo>
                  <a:pt x="30" y="21"/>
                </a:lnTo>
                <a:lnTo>
                  <a:pt x="29" y="23"/>
                </a:lnTo>
                <a:lnTo>
                  <a:pt x="27" y="27"/>
                </a:lnTo>
                <a:lnTo>
                  <a:pt x="26" y="29"/>
                </a:lnTo>
                <a:lnTo>
                  <a:pt x="25" y="33"/>
                </a:lnTo>
                <a:lnTo>
                  <a:pt x="24" y="36"/>
                </a:lnTo>
                <a:lnTo>
                  <a:pt x="21" y="40"/>
                </a:lnTo>
                <a:lnTo>
                  <a:pt x="20" y="44"/>
                </a:lnTo>
                <a:lnTo>
                  <a:pt x="18" y="47"/>
                </a:lnTo>
                <a:lnTo>
                  <a:pt x="17" y="51"/>
                </a:lnTo>
                <a:lnTo>
                  <a:pt x="15" y="54"/>
                </a:lnTo>
                <a:lnTo>
                  <a:pt x="13" y="58"/>
                </a:lnTo>
                <a:lnTo>
                  <a:pt x="12" y="60"/>
                </a:lnTo>
                <a:lnTo>
                  <a:pt x="11" y="64"/>
                </a:lnTo>
                <a:lnTo>
                  <a:pt x="9" y="67"/>
                </a:lnTo>
                <a:lnTo>
                  <a:pt x="8" y="69"/>
                </a:lnTo>
                <a:lnTo>
                  <a:pt x="8" y="73"/>
                </a:lnTo>
                <a:lnTo>
                  <a:pt x="7" y="75"/>
                </a:lnTo>
                <a:lnTo>
                  <a:pt x="6" y="77"/>
                </a:lnTo>
                <a:lnTo>
                  <a:pt x="5" y="80"/>
                </a:lnTo>
                <a:lnTo>
                  <a:pt x="5" y="83"/>
                </a:lnTo>
                <a:lnTo>
                  <a:pt x="3" y="86"/>
                </a:lnTo>
                <a:lnTo>
                  <a:pt x="3" y="88"/>
                </a:lnTo>
                <a:lnTo>
                  <a:pt x="3" y="92"/>
                </a:lnTo>
                <a:lnTo>
                  <a:pt x="2" y="94"/>
                </a:lnTo>
                <a:lnTo>
                  <a:pt x="2" y="98"/>
                </a:lnTo>
                <a:lnTo>
                  <a:pt x="2" y="101"/>
                </a:lnTo>
                <a:lnTo>
                  <a:pt x="1" y="105"/>
                </a:lnTo>
                <a:lnTo>
                  <a:pt x="1" y="109"/>
                </a:lnTo>
                <a:lnTo>
                  <a:pt x="1" y="112"/>
                </a:lnTo>
                <a:lnTo>
                  <a:pt x="1" y="117"/>
                </a:lnTo>
                <a:lnTo>
                  <a:pt x="1" y="122"/>
                </a:lnTo>
                <a:lnTo>
                  <a:pt x="1" y="127"/>
                </a:lnTo>
                <a:lnTo>
                  <a:pt x="1" y="131"/>
                </a:lnTo>
                <a:lnTo>
                  <a:pt x="1" y="137"/>
                </a:lnTo>
                <a:lnTo>
                  <a:pt x="1" y="143"/>
                </a:lnTo>
                <a:lnTo>
                  <a:pt x="1" y="149"/>
                </a:lnTo>
                <a:lnTo>
                  <a:pt x="0" y="157"/>
                </a:lnTo>
                <a:lnTo>
                  <a:pt x="0" y="164"/>
                </a:lnTo>
                <a:lnTo>
                  <a:pt x="0" y="171"/>
                </a:lnTo>
                <a:lnTo>
                  <a:pt x="0" y="178"/>
                </a:lnTo>
                <a:lnTo>
                  <a:pt x="0" y="187"/>
                </a:lnTo>
                <a:lnTo>
                  <a:pt x="0" y="193"/>
                </a:lnTo>
                <a:lnTo>
                  <a:pt x="0" y="200"/>
                </a:lnTo>
                <a:lnTo>
                  <a:pt x="0" y="206"/>
                </a:lnTo>
                <a:lnTo>
                  <a:pt x="0" y="212"/>
                </a:lnTo>
                <a:lnTo>
                  <a:pt x="0" y="218"/>
                </a:lnTo>
                <a:lnTo>
                  <a:pt x="0" y="223"/>
                </a:lnTo>
                <a:lnTo>
                  <a:pt x="0" y="229"/>
                </a:lnTo>
                <a:lnTo>
                  <a:pt x="0" y="234"/>
                </a:lnTo>
                <a:lnTo>
                  <a:pt x="0" y="240"/>
                </a:lnTo>
                <a:lnTo>
                  <a:pt x="0" y="244"/>
                </a:lnTo>
                <a:lnTo>
                  <a:pt x="0" y="250"/>
                </a:lnTo>
                <a:lnTo>
                  <a:pt x="0" y="255"/>
                </a:lnTo>
                <a:lnTo>
                  <a:pt x="0" y="261"/>
                </a:lnTo>
                <a:lnTo>
                  <a:pt x="0" y="267"/>
                </a:lnTo>
                <a:lnTo>
                  <a:pt x="0" y="273"/>
                </a:lnTo>
                <a:lnTo>
                  <a:pt x="0" y="279"/>
                </a:lnTo>
                <a:lnTo>
                  <a:pt x="0" y="287"/>
                </a:lnTo>
                <a:lnTo>
                  <a:pt x="0" y="294"/>
                </a:lnTo>
                <a:lnTo>
                  <a:pt x="0" y="301"/>
                </a:lnTo>
                <a:lnTo>
                  <a:pt x="0" y="309"/>
                </a:lnTo>
                <a:lnTo>
                  <a:pt x="0" y="318"/>
                </a:lnTo>
                <a:lnTo>
                  <a:pt x="0" y="327"/>
                </a:lnTo>
                <a:lnTo>
                  <a:pt x="0" y="337"/>
                </a:lnTo>
                <a:lnTo>
                  <a:pt x="0" y="347"/>
                </a:lnTo>
                <a:lnTo>
                  <a:pt x="0" y="359"/>
                </a:lnTo>
                <a:lnTo>
                  <a:pt x="0" y="371"/>
                </a:lnTo>
                <a:lnTo>
                  <a:pt x="0" y="383"/>
                </a:lnTo>
                <a:lnTo>
                  <a:pt x="0" y="397"/>
                </a:lnTo>
                <a:lnTo>
                  <a:pt x="0" y="412"/>
                </a:lnTo>
                <a:lnTo>
                  <a:pt x="0" y="427"/>
                </a:lnTo>
                <a:lnTo>
                  <a:pt x="0" y="443"/>
                </a:lnTo>
                <a:lnTo>
                  <a:pt x="0" y="457"/>
                </a:lnTo>
                <a:lnTo>
                  <a:pt x="0" y="470"/>
                </a:lnTo>
                <a:lnTo>
                  <a:pt x="0" y="484"/>
                </a:lnTo>
                <a:lnTo>
                  <a:pt x="0" y="496"/>
                </a:lnTo>
                <a:lnTo>
                  <a:pt x="0" y="507"/>
                </a:lnTo>
                <a:lnTo>
                  <a:pt x="0" y="517"/>
                </a:lnTo>
                <a:lnTo>
                  <a:pt x="0" y="527"/>
                </a:lnTo>
                <a:lnTo>
                  <a:pt x="0" y="535"/>
                </a:lnTo>
                <a:lnTo>
                  <a:pt x="0" y="545"/>
                </a:lnTo>
                <a:lnTo>
                  <a:pt x="0" y="552"/>
                </a:lnTo>
                <a:lnTo>
                  <a:pt x="0" y="561"/>
                </a:lnTo>
                <a:lnTo>
                  <a:pt x="0" y="568"/>
                </a:lnTo>
                <a:lnTo>
                  <a:pt x="0" y="574"/>
                </a:lnTo>
                <a:lnTo>
                  <a:pt x="0" y="580"/>
                </a:lnTo>
                <a:lnTo>
                  <a:pt x="0" y="587"/>
                </a:lnTo>
                <a:lnTo>
                  <a:pt x="0" y="592"/>
                </a:lnTo>
                <a:lnTo>
                  <a:pt x="0" y="598"/>
                </a:lnTo>
                <a:lnTo>
                  <a:pt x="0" y="604"/>
                </a:lnTo>
                <a:lnTo>
                  <a:pt x="0" y="609"/>
                </a:lnTo>
                <a:lnTo>
                  <a:pt x="0" y="615"/>
                </a:lnTo>
                <a:lnTo>
                  <a:pt x="0" y="620"/>
                </a:lnTo>
                <a:lnTo>
                  <a:pt x="0" y="626"/>
                </a:lnTo>
                <a:lnTo>
                  <a:pt x="0" y="630"/>
                </a:lnTo>
                <a:lnTo>
                  <a:pt x="0" y="636"/>
                </a:lnTo>
                <a:lnTo>
                  <a:pt x="0" y="641"/>
                </a:lnTo>
                <a:lnTo>
                  <a:pt x="0" y="647"/>
                </a:lnTo>
                <a:lnTo>
                  <a:pt x="0" y="654"/>
                </a:lnTo>
                <a:lnTo>
                  <a:pt x="0" y="660"/>
                </a:lnTo>
                <a:lnTo>
                  <a:pt x="0" y="668"/>
                </a:lnTo>
                <a:lnTo>
                  <a:pt x="0" y="675"/>
                </a:lnTo>
                <a:lnTo>
                  <a:pt x="0" y="682"/>
                </a:lnTo>
                <a:lnTo>
                  <a:pt x="0" y="690"/>
                </a:lnTo>
                <a:lnTo>
                  <a:pt x="0" y="698"/>
                </a:lnTo>
                <a:lnTo>
                  <a:pt x="1" y="704"/>
                </a:lnTo>
                <a:lnTo>
                  <a:pt x="1" y="711"/>
                </a:lnTo>
                <a:lnTo>
                  <a:pt x="1" y="717"/>
                </a:lnTo>
                <a:lnTo>
                  <a:pt x="1" y="722"/>
                </a:lnTo>
                <a:lnTo>
                  <a:pt x="1" y="728"/>
                </a:lnTo>
                <a:lnTo>
                  <a:pt x="1" y="733"/>
                </a:lnTo>
                <a:lnTo>
                  <a:pt x="1" y="737"/>
                </a:lnTo>
                <a:lnTo>
                  <a:pt x="1" y="741"/>
                </a:lnTo>
                <a:lnTo>
                  <a:pt x="1" y="745"/>
                </a:lnTo>
                <a:lnTo>
                  <a:pt x="1" y="749"/>
                </a:lnTo>
                <a:lnTo>
                  <a:pt x="2" y="753"/>
                </a:lnTo>
                <a:lnTo>
                  <a:pt x="2" y="755"/>
                </a:lnTo>
                <a:lnTo>
                  <a:pt x="2" y="759"/>
                </a:lnTo>
                <a:lnTo>
                  <a:pt x="3" y="763"/>
                </a:lnTo>
                <a:lnTo>
                  <a:pt x="3" y="765"/>
                </a:lnTo>
                <a:lnTo>
                  <a:pt x="3" y="767"/>
                </a:lnTo>
                <a:lnTo>
                  <a:pt x="5" y="771"/>
                </a:lnTo>
                <a:lnTo>
                  <a:pt x="5" y="773"/>
                </a:lnTo>
                <a:lnTo>
                  <a:pt x="6" y="776"/>
                </a:lnTo>
                <a:lnTo>
                  <a:pt x="7" y="778"/>
                </a:lnTo>
                <a:lnTo>
                  <a:pt x="8" y="782"/>
                </a:lnTo>
                <a:lnTo>
                  <a:pt x="8" y="784"/>
                </a:lnTo>
                <a:lnTo>
                  <a:pt x="9" y="787"/>
                </a:lnTo>
                <a:lnTo>
                  <a:pt x="11" y="790"/>
                </a:lnTo>
                <a:lnTo>
                  <a:pt x="12" y="793"/>
                </a:lnTo>
                <a:lnTo>
                  <a:pt x="13" y="796"/>
                </a:lnTo>
                <a:lnTo>
                  <a:pt x="15" y="799"/>
                </a:lnTo>
                <a:lnTo>
                  <a:pt x="17" y="802"/>
                </a:lnTo>
                <a:lnTo>
                  <a:pt x="18" y="806"/>
                </a:lnTo>
                <a:lnTo>
                  <a:pt x="20" y="811"/>
                </a:lnTo>
                <a:lnTo>
                  <a:pt x="21" y="814"/>
                </a:lnTo>
                <a:lnTo>
                  <a:pt x="24" y="818"/>
                </a:lnTo>
                <a:lnTo>
                  <a:pt x="25" y="821"/>
                </a:lnTo>
                <a:lnTo>
                  <a:pt x="26" y="824"/>
                </a:lnTo>
                <a:lnTo>
                  <a:pt x="27" y="827"/>
                </a:lnTo>
                <a:lnTo>
                  <a:pt x="29" y="830"/>
                </a:lnTo>
                <a:lnTo>
                  <a:pt x="30" y="832"/>
                </a:lnTo>
                <a:lnTo>
                  <a:pt x="31" y="835"/>
                </a:lnTo>
                <a:lnTo>
                  <a:pt x="32" y="837"/>
                </a:lnTo>
                <a:lnTo>
                  <a:pt x="33" y="840"/>
                </a:lnTo>
                <a:lnTo>
                  <a:pt x="35" y="841"/>
                </a:lnTo>
                <a:lnTo>
                  <a:pt x="36" y="842"/>
                </a:lnTo>
                <a:lnTo>
                  <a:pt x="38" y="844"/>
                </a:lnTo>
                <a:lnTo>
                  <a:pt x="39" y="846"/>
                </a:lnTo>
                <a:lnTo>
                  <a:pt x="41" y="847"/>
                </a:lnTo>
                <a:lnTo>
                  <a:pt x="42" y="848"/>
                </a:lnTo>
                <a:lnTo>
                  <a:pt x="43" y="848"/>
                </a:lnTo>
                <a:lnTo>
                  <a:pt x="44" y="849"/>
                </a:lnTo>
                <a:lnTo>
                  <a:pt x="45" y="850"/>
                </a:lnTo>
                <a:lnTo>
                  <a:pt x="48" y="850"/>
                </a:lnTo>
                <a:lnTo>
                  <a:pt x="49" y="852"/>
                </a:lnTo>
                <a:lnTo>
                  <a:pt x="51" y="852"/>
                </a:lnTo>
                <a:lnTo>
                  <a:pt x="53" y="852"/>
                </a:lnTo>
                <a:lnTo>
                  <a:pt x="55" y="852"/>
                </a:lnTo>
                <a:lnTo>
                  <a:pt x="57" y="853"/>
                </a:lnTo>
                <a:lnTo>
                  <a:pt x="60" y="853"/>
                </a:lnTo>
                <a:lnTo>
                  <a:pt x="62" y="853"/>
                </a:lnTo>
                <a:lnTo>
                  <a:pt x="65" y="853"/>
                </a:lnTo>
                <a:lnTo>
                  <a:pt x="68" y="853"/>
                </a:lnTo>
                <a:lnTo>
                  <a:pt x="71" y="853"/>
                </a:lnTo>
                <a:lnTo>
                  <a:pt x="74" y="853"/>
                </a:lnTo>
                <a:lnTo>
                  <a:pt x="78" y="853"/>
                </a:lnTo>
                <a:lnTo>
                  <a:pt x="81" y="853"/>
                </a:lnTo>
                <a:lnTo>
                  <a:pt x="85" y="853"/>
                </a:lnTo>
                <a:lnTo>
                  <a:pt x="89" y="853"/>
                </a:lnTo>
                <a:lnTo>
                  <a:pt x="91" y="853"/>
                </a:lnTo>
                <a:lnTo>
                  <a:pt x="95" y="853"/>
                </a:lnTo>
                <a:lnTo>
                  <a:pt x="98" y="853"/>
                </a:lnTo>
                <a:lnTo>
                  <a:pt x="102" y="853"/>
                </a:lnTo>
                <a:lnTo>
                  <a:pt x="106" y="853"/>
                </a:lnTo>
                <a:lnTo>
                  <a:pt x="109" y="853"/>
                </a:lnTo>
                <a:lnTo>
                  <a:pt x="114" y="853"/>
                </a:lnTo>
                <a:lnTo>
                  <a:pt x="119" y="853"/>
                </a:lnTo>
                <a:lnTo>
                  <a:pt x="124" y="853"/>
                </a:lnTo>
                <a:lnTo>
                  <a:pt x="130" y="853"/>
                </a:lnTo>
                <a:lnTo>
                  <a:pt x="136" y="853"/>
                </a:lnTo>
                <a:lnTo>
                  <a:pt x="143" y="853"/>
                </a:lnTo>
                <a:lnTo>
                  <a:pt x="150" y="853"/>
                </a:lnTo>
                <a:lnTo>
                  <a:pt x="160" y="853"/>
                </a:lnTo>
                <a:lnTo>
                  <a:pt x="168" y="853"/>
                </a:lnTo>
                <a:lnTo>
                  <a:pt x="179" y="853"/>
                </a:lnTo>
                <a:lnTo>
                  <a:pt x="190" y="853"/>
                </a:lnTo>
                <a:lnTo>
                  <a:pt x="203" y="853"/>
                </a:lnTo>
                <a:lnTo>
                  <a:pt x="216" y="853"/>
                </a:lnTo>
                <a:lnTo>
                  <a:pt x="231" y="853"/>
                </a:lnTo>
                <a:lnTo>
                  <a:pt x="246" y="853"/>
                </a:lnTo>
                <a:lnTo>
                  <a:pt x="264" y="853"/>
                </a:lnTo>
                <a:lnTo>
                  <a:pt x="282" y="853"/>
                </a:lnTo>
                <a:lnTo>
                  <a:pt x="303" y="853"/>
                </a:lnTo>
                <a:lnTo>
                  <a:pt x="324" y="853"/>
                </a:lnTo>
                <a:lnTo>
                  <a:pt x="347" y="853"/>
                </a:lnTo>
                <a:lnTo>
                  <a:pt x="372" y="853"/>
                </a:lnTo>
                <a:lnTo>
                  <a:pt x="398" y="853"/>
                </a:lnTo>
                <a:lnTo>
                  <a:pt x="426" y="853"/>
                </a:lnTo>
                <a:lnTo>
                  <a:pt x="454" y="853"/>
                </a:lnTo>
                <a:lnTo>
                  <a:pt x="481" y="853"/>
                </a:lnTo>
                <a:lnTo>
                  <a:pt x="506" y="853"/>
                </a:lnTo>
                <a:lnTo>
                  <a:pt x="529" y="853"/>
                </a:lnTo>
                <a:lnTo>
                  <a:pt x="550" y="853"/>
                </a:lnTo>
                <a:lnTo>
                  <a:pt x="571" y="853"/>
                </a:lnTo>
                <a:lnTo>
                  <a:pt x="589" y="853"/>
                </a:lnTo>
                <a:lnTo>
                  <a:pt x="606" y="853"/>
                </a:lnTo>
                <a:lnTo>
                  <a:pt x="622" y="853"/>
                </a:lnTo>
                <a:lnTo>
                  <a:pt x="637" y="853"/>
                </a:lnTo>
                <a:lnTo>
                  <a:pt x="650" y="853"/>
                </a:lnTo>
                <a:lnTo>
                  <a:pt x="662" y="853"/>
                </a:lnTo>
                <a:lnTo>
                  <a:pt x="674" y="853"/>
                </a:lnTo>
                <a:lnTo>
                  <a:pt x="684" y="853"/>
                </a:lnTo>
                <a:lnTo>
                  <a:pt x="693" y="853"/>
                </a:lnTo>
                <a:lnTo>
                  <a:pt x="702" y="853"/>
                </a:lnTo>
                <a:lnTo>
                  <a:pt x="710" y="853"/>
                </a:lnTo>
                <a:lnTo>
                  <a:pt x="717" y="853"/>
                </a:lnTo>
                <a:lnTo>
                  <a:pt x="723" y="853"/>
                </a:lnTo>
                <a:lnTo>
                  <a:pt x="729" y="853"/>
                </a:lnTo>
                <a:lnTo>
                  <a:pt x="734" y="853"/>
                </a:lnTo>
                <a:lnTo>
                  <a:pt x="739" y="853"/>
                </a:lnTo>
                <a:lnTo>
                  <a:pt x="744" y="853"/>
                </a:lnTo>
                <a:lnTo>
                  <a:pt x="747" y="853"/>
                </a:lnTo>
                <a:lnTo>
                  <a:pt x="751" y="853"/>
                </a:lnTo>
                <a:lnTo>
                  <a:pt x="755" y="853"/>
                </a:lnTo>
                <a:lnTo>
                  <a:pt x="758" y="853"/>
                </a:lnTo>
                <a:lnTo>
                  <a:pt x="762" y="853"/>
                </a:lnTo>
                <a:lnTo>
                  <a:pt x="764" y="853"/>
                </a:lnTo>
                <a:lnTo>
                  <a:pt x="768" y="853"/>
                </a:lnTo>
                <a:lnTo>
                  <a:pt x="772" y="853"/>
                </a:lnTo>
                <a:lnTo>
                  <a:pt x="775" y="853"/>
                </a:lnTo>
                <a:lnTo>
                  <a:pt x="779" y="853"/>
                </a:lnTo>
                <a:lnTo>
                  <a:pt x="782" y="853"/>
                </a:lnTo>
                <a:lnTo>
                  <a:pt x="785" y="853"/>
                </a:lnTo>
                <a:lnTo>
                  <a:pt x="788" y="853"/>
                </a:lnTo>
                <a:lnTo>
                  <a:pt x="791" y="853"/>
                </a:lnTo>
                <a:lnTo>
                  <a:pt x="793" y="853"/>
                </a:lnTo>
                <a:lnTo>
                  <a:pt x="796" y="853"/>
                </a:lnTo>
                <a:lnTo>
                  <a:pt x="798" y="852"/>
                </a:lnTo>
                <a:lnTo>
                  <a:pt x="799" y="852"/>
                </a:lnTo>
                <a:lnTo>
                  <a:pt x="802" y="852"/>
                </a:lnTo>
                <a:lnTo>
                  <a:pt x="804" y="852"/>
                </a:lnTo>
                <a:lnTo>
                  <a:pt x="805" y="850"/>
                </a:lnTo>
                <a:lnTo>
                  <a:pt x="806" y="850"/>
                </a:lnTo>
                <a:lnTo>
                  <a:pt x="809" y="849"/>
                </a:lnTo>
                <a:lnTo>
                  <a:pt x="810" y="848"/>
                </a:lnTo>
                <a:lnTo>
                  <a:pt x="811" y="848"/>
                </a:lnTo>
                <a:lnTo>
                  <a:pt x="812" y="847"/>
                </a:lnTo>
                <a:lnTo>
                  <a:pt x="814" y="846"/>
                </a:lnTo>
                <a:lnTo>
                  <a:pt x="815" y="844"/>
                </a:lnTo>
                <a:lnTo>
                  <a:pt x="816" y="842"/>
                </a:lnTo>
                <a:lnTo>
                  <a:pt x="817" y="841"/>
                </a:lnTo>
                <a:lnTo>
                  <a:pt x="818" y="840"/>
                </a:lnTo>
                <a:lnTo>
                  <a:pt x="820" y="837"/>
                </a:lnTo>
                <a:lnTo>
                  <a:pt x="821" y="835"/>
                </a:lnTo>
                <a:lnTo>
                  <a:pt x="822" y="832"/>
                </a:lnTo>
                <a:lnTo>
                  <a:pt x="823" y="830"/>
                </a:lnTo>
                <a:lnTo>
                  <a:pt x="826" y="827"/>
                </a:lnTo>
                <a:lnTo>
                  <a:pt x="827" y="824"/>
                </a:lnTo>
                <a:lnTo>
                  <a:pt x="828" y="821"/>
                </a:lnTo>
                <a:lnTo>
                  <a:pt x="829" y="818"/>
                </a:lnTo>
                <a:lnTo>
                  <a:pt x="832" y="814"/>
                </a:lnTo>
                <a:lnTo>
                  <a:pt x="833" y="811"/>
                </a:lnTo>
                <a:lnTo>
                  <a:pt x="835" y="806"/>
                </a:lnTo>
                <a:lnTo>
                  <a:pt x="836" y="802"/>
                </a:lnTo>
                <a:lnTo>
                  <a:pt x="838" y="799"/>
                </a:lnTo>
                <a:lnTo>
                  <a:pt x="839" y="796"/>
                </a:lnTo>
                <a:lnTo>
                  <a:pt x="841" y="793"/>
                </a:lnTo>
                <a:lnTo>
                  <a:pt x="842" y="790"/>
                </a:lnTo>
                <a:lnTo>
                  <a:pt x="844" y="787"/>
                </a:lnTo>
                <a:lnTo>
                  <a:pt x="844" y="784"/>
                </a:lnTo>
                <a:lnTo>
                  <a:pt x="845" y="782"/>
                </a:lnTo>
                <a:lnTo>
                  <a:pt x="846" y="778"/>
                </a:lnTo>
                <a:lnTo>
                  <a:pt x="847" y="776"/>
                </a:lnTo>
                <a:lnTo>
                  <a:pt x="847" y="773"/>
                </a:lnTo>
                <a:lnTo>
                  <a:pt x="848" y="771"/>
                </a:lnTo>
                <a:lnTo>
                  <a:pt x="848" y="767"/>
                </a:lnTo>
                <a:lnTo>
                  <a:pt x="850" y="765"/>
                </a:lnTo>
                <a:lnTo>
                  <a:pt x="850" y="763"/>
                </a:lnTo>
                <a:lnTo>
                  <a:pt x="851" y="759"/>
                </a:lnTo>
                <a:lnTo>
                  <a:pt x="851" y="755"/>
                </a:lnTo>
                <a:lnTo>
                  <a:pt x="851" y="753"/>
                </a:lnTo>
                <a:lnTo>
                  <a:pt x="851" y="749"/>
                </a:lnTo>
                <a:lnTo>
                  <a:pt x="852" y="745"/>
                </a:lnTo>
                <a:lnTo>
                  <a:pt x="852" y="741"/>
                </a:lnTo>
                <a:lnTo>
                  <a:pt x="852" y="737"/>
                </a:lnTo>
                <a:lnTo>
                  <a:pt x="852" y="733"/>
                </a:lnTo>
                <a:lnTo>
                  <a:pt x="852" y="728"/>
                </a:lnTo>
                <a:lnTo>
                  <a:pt x="852" y="722"/>
                </a:lnTo>
                <a:lnTo>
                  <a:pt x="852" y="717"/>
                </a:lnTo>
                <a:lnTo>
                  <a:pt x="852" y="711"/>
                </a:lnTo>
                <a:lnTo>
                  <a:pt x="852" y="704"/>
                </a:lnTo>
                <a:lnTo>
                  <a:pt x="852" y="698"/>
                </a:lnTo>
                <a:lnTo>
                  <a:pt x="852" y="690"/>
                </a:lnTo>
                <a:lnTo>
                  <a:pt x="852" y="682"/>
                </a:lnTo>
                <a:lnTo>
                  <a:pt x="852" y="675"/>
                </a:lnTo>
                <a:lnTo>
                  <a:pt x="852" y="668"/>
                </a:lnTo>
                <a:lnTo>
                  <a:pt x="852" y="660"/>
                </a:lnTo>
                <a:lnTo>
                  <a:pt x="852" y="654"/>
                </a:lnTo>
                <a:lnTo>
                  <a:pt x="852" y="647"/>
                </a:lnTo>
                <a:lnTo>
                  <a:pt x="852" y="641"/>
                </a:lnTo>
                <a:lnTo>
                  <a:pt x="852" y="636"/>
                </a:lnTo>
                <a:lnTo>
                  <a:pt x="852" y="630"/>
                </a:lnTo>
                <a:lnTo>
                  <a:pt x="852" y="626"/>
                </a:lnTo>
                <a:lnTo>
                  <a:pt x="852" y="620"/>
                </a:lnTo>
                <a:lnTo>
                  <a:pt x="852" y="615"/>
                </a:lnTo>
                <a:lnTo>
                  <a:pt x="852" y="609"/>
                </a:lnTo>
                <a:lnTo>
                  <a:pt x="852" y="604"/>
                </a:lnTo>
                <a:lnTo>
                  <a:pt x="852" y="598"/>
                </a:lnTo>
                <a:lnTo>
                  <a:pt x="852" y="592"/>
                </a:lnTo>
                <a:lnTo>
                  <a:pt x="852" y="587"/>
                </a:lnTo>
                <a:lnTo>
                  <a:pt x="852" y="580"/>
                </a:lnTo>
                <a:lnTo>
                  <a:pt x="852" y="574"/>
                </a:lnTo>
                <a:lnTo>
                  <a:pt x="852" y="568"/>
                </a:lnTo>
                <a:lnTo>
                  <a:pt x="852" y="561"/>
                </a:lnTo>
                <a:lnTo>
                  <a:pt x="852" y="552"/>
                </a:lnTo>
                <a:lnTo>
                  <a:pt x="852" y="545"/>
                </a:lnTo>
                <a:lnTo>
                  <a:pt x="852" y="535"/>
                </a:lnTo>
                <a:lnTo>
                  <a:pt x="852" y="527"/>
                </a:lnTo>
                <a:lnTo>
                  <a:pt x="852" y="517"/>
                </a:lnTo>
                <a:lnTo>
                  <a:pt x="852" y="507"/>
                </a:lnTo>
                <a:lnTo>
                  <a:pt x="852" y="496"/>
                </a:lnTo>
                <a:lnTo>
                  <a:pt x="852" y="484"/>
                </a:lnTo>
                <a:lnTo>
                  <a:pt x="852" y="470"/>
                </a:lnTo>
                <a:lnTo>
                  <a:pt x="852" y="457"/>
                </a:lnTo>
                <a:lnTo>
                  <a:pt x="852" y="443"/>
                </a:lnTo>
                <a:lnTo>
                  <a:pt x="852" y="427"/>
                </a:lnTo>
                <a:lnTo>
                  <a:pt x="852" y="412"/>
                </a:lnTo>
                <a:lnTo>
                  <a:pt x="852" y="397"/>
                </a:lnTo>
                <a:lnTo>
                  <a:pt x="852" y="383"/>
                </a:lnTo>
                <a:lnTo>
                  <a:pt x="852" y="371"/>
                </a:lnTo>
                <a:lnTo>
                  <a:pt x="852" y="359"/>
                </a:lnTo>
                <a:lnTo>
                  <a:pt x="852" y="347"/>
                </a:lnTo>
                <a:lnTo>
                  <a:pt x="852" y="337"/>
                </a:lnTo>
                <a:lnTo>
                  <a:pt x="852" y="327"/>
                </a:lnTo>
                <a:lnTo>
                  <a:pt x="852" y="318"/>
                </a:lnTo>
                <a:lnTo>
                  <a:pt x="852" y="309"/>
                </a:lnTo>
                <a:lnTo>
                  <a:pt x="852" y="301"/>
                </a:lnTo>
                <a:lnTo>
                  <a:pt x="852" y="294"/>
                </a:lnTo>
                <a:lnTo>
                  <a:pt x="852" y="287"/>
                </a:lnTo>
                <a:lnTo>
                  <a:pt x="852" y="279"/>
                </a:lnTo>
                <a:lnTo>
                  <a:pt x="852" y="273"/>
                </a:lnTo>
                <a:lnTo>
                  <a:pt x="852" y="267"/>
                </a:lnTo>
                <a:lnTo>
                  <a:pt x="852" y="261"/>
                </a:lnTo>
                <a:lnTo>
                  <a:pt x="852" y="255"/>
                </a:lnTo>
                <a:lnTo>
                  <a:pt x="852" y="250"/>
                </a:lnTo>
                <a:lnTo>
                  <a:pt x="852" y="244"/>
                </a:lnTo>
                <a:lnTo>
                  <a:pt x="852" y="240"/>
                </a:lnTo>
                <a:lnTo>
                  <a:pt x="852" y="234"/>
                </a:lnTo>
                <a:lnTo>
                  <a:pt x="852" y="229"/>
                </a:lnTo>
                <a:lnTo>
                  <a:pt x="852" y="223"/>
                </a:lnTo>
                <a:lnTo>
                  <a:pt x="852" y="218"/>
                </a:lnTo>
                <a:lnTo>
                  <a:pt x="852" y="212"/>
                </a:lnTo>
                <a:lnTo>
                  <a:pt x="852" y="206"/>
                </a:lnTo>
                <a:lnTo>
                  <a:pt x="852" y="200"/>
                </a:lnTo>
                <a:lnTo>
                  <a:pt x="852" y="193"/>
                </a:lnTo>
                <a:lnTo>
                  <a:pt x="852" y="187"/>
                </a:lnTo>
                <a:lnTo>
                  <a:pt x="852" y="178"/>
                </a:lnTo>
                <a:lnTo>
                  <a:pt x="852" y="171"/>
                </a:lnTo>
                <a:lnTo>
                  <a:pt x="852" y="164"/>
                </a:lnTo>
                <a:lnTo>
                  <a:pt x="852" y="157"/>
                </a:lnTo>
                <a:lnTo>
                  <a:pt x="852" y="149"/>
                </a:lnTo>
                <a:lnTo>
                  <a:pt x="852" y="143"/>
                </a:lnTo>
                <a:lnTo>
                  <a:pt x="852" y="137"/>
                </a:lnTo>
                <a:lnTo>
                  <a:pt x="852" y="131"/>
                </a:lnTo>
                <a:lnTo>
                  <a:pt x="852" y="127"/>
                </a:lnTo>
                <a:lnTo>
                  <a:pt x="852" y="122"/>
                </a:lnTo>
                <a:lnTo>
                  <a:pt x="852" y="117"/>
                </a:lnTo>
                <a:lnTo>
                  <a:pt x="852" y="112"/>
                </a:lnTo>
                <a:lnTo>
                  <a:pt x="852" y="109"/>
                </a:lnTo>
                <a:lnTo>
                  <a:pt x="851" y="105"/>
                </a:lnTo>
                <a:lnTo>
                  <a:pt x="851" y="101"/>
                </a:lnTo>
                <a:lnTo>
                  <a:pt x="851" y="98"/>
                </a:lnTo>
                <a:lnTo>
                  <a:pt x="851" y="94"/>
                </a:lnTo>
                <a:lnTo>
                  <a:pt x="850" y="92"/>
                </a:lnTo>
                <a:lnTo>
                  <a:pt x="850" y="88"/>
                </a:lnTo>
                <a:lnTo>
                  <a:pt x="848" y="86"/>
                </a:lnTo>
                <a:lnTo>
                  <a:pt x="848" y="83"/>
                </a:lnTo>
                <a:lnTo>
                  <a:pt x="847" y="80"/>
                </a:lnTo>
                <a:lnTo>
                  <a:pt x="847" y="77"/>
                </a:lnTo>
                <a:lnTo>
                  <a:pt x="846" y="75"/>
                </a:lnTo>
                <a:lnTo>
                  <a:pt x="845" y="73"/>
                </a:lnTo>
                <a:lnTo>
                  <a:pt x="844" y="69"/>
                </a:lnTo>
                <a:lnTo>
                  <a:pt x="844" y="67"/>
                </a:lnTo>
                <a:lnTo>
                  <a:pt x="842" y="64"/>
                </a:lnTo>
                <a:lnTo>
                  <a:pt x="841" y="60"/>
                </a:lnTo>
                <a:lnTo>
                  <a:pt x="839" y="58"/>
                </a:lnTo>
                <a:lnTo>
                  <a:pt x="838" y="54"/>
                </a:lnTo>
                <a:lnTo>
                  <a:pt x="836" y="51"/>
                </a:lnTo>
                <a:lnTo>
                  <a:pt x="835" y="47"/>
                </a:lnTo>
                <a:lnTo>
                  <a:pt x="833" y="44"/>
                </a:lnTo>
                <a:lnTo>
                  <a:pt x="832" y="40"/>
                </a:lnTo>
                <a:lnTo>
                  <a:pt x="829" y="36"/>
                </a:lnTo>
                <a:lnTo>
                  <a:pt x="828" y="33"/>
                </a:lnTo>
                <a:lnTo>
                  <a:pt x="827" y="29"/>
                </a:lnTo>
                <a:lnTo>
                  <a:pt x="826" y="27"/>
                </a:lnTo>
                <a:lnTo>
                  <a:pt x="823" y="23"/>
                </a:lnTo>
                <a:lnTo>
                  <a:pt x="822" y="21"/>
                </a:lnTo>
                <a:lnTo>
                  <a:pt x="821" y="18"/>
                </a:lnTo>
                <a:lnTo>
                  <a:pt x="820" y="16"/>
                </a:lnTo>
                <a:lnTo>
                  <a:pt x="818" y="15"/>
                </a:lnTo>
                <a:lnTo>
                  <a:pt x="817" y="12"/>
                </a:lnTo>
                <a:lnTo>
                  <a:pt x="816" y="11"/>
                </a:lnTo>
                <a:lnTo>
                  <a:pt x="815" y="10"/>
                </a:lnTo>
                <a:lnTo>
                  <a:pt x="814" y="9"/>
                </a:lnTo>
                <a:lnTo>
                  <a:pt x="812" y="8"/>
                </a:lnTo>
                <a:lnTo>
                  <a:pt x="811" y="6"/>
                </a:lnTo>
                <a:lnTo>
                  <a:pt x="810" y="5"/>
                </a:lnTo>
                <a:lnTo>
                  <a:pt x="809" y="4"/>
                </a:lnTo>
                <a:lnTo>
                  <a:pt x="806" y="4"/>
                </a:lnTo>
                <a:lnTo>
                  <a:pt x="805" y="3"/>
                </a:lnTo>
                <a:lnTo>
                  <a:pt x="804" y="3"/>
                </a:lnTo>
                <a:lnTo>
                  <a:pt x="802" y="2"/>
                </a:lnTo>
                <a:lnTo>
                  <a:pt x="799" y="2"/>
                </a:lnTo>
                <a:lnTo>
                  <a:pt x="798" y="2"/>
                </a:lnTo>
                <a:lnTo>
                  <a:pt x="796" y="2"/>
                </a:lnTo>
                <a:lnTo>
                  <a:pt x="793" y="0"/>
                </a:lnTo>
                <a:lnTo>
                  <a:pt x="791" y="0"/>
                </a:lnTo>
                <a:lnTo>
                  <a:pt x="788" y="0"/>
                </a:lnTo>
                <a:lnTo>
                  <a:pt x="785" y="0"/>
                </a:lnTo>
                <a:lnTo>
                  <a:pt x="782" y="0"/>
                </a:lnTo>
                <a:lnTo>
                  <a:pt x="779" y="0"/>
                </a:lnTo>
                <a:lnTo>
                  <a:pt x="775" y="0"/>
                </a:lnTo>
                <a:lnTo>
                  <a:pt x="772" y="0"/>
                </a:lnTo>
                <a:lnTo>
                  <a:pt x="768" y="0"/>
                </a:lnTo>
                <a:lnTo>
                  <a:pt x="764" y="0"/>
                </a:lnTo>
                <a:lnTo>
                  <a:pt x="762" y="0"/>
                </a:lnTo>
                <a:lnTo>
                  <a:pt x="758" y="0"/>
                </a:lnTo>
                <a:lnTo>
                  <a:pt x="755" y="0"/>
                </a:lnTo>
                <a:lnTo>
                  <a:pt x="751" y="0"/>
                </a:lnTo>
                <a:lnTo>
                  <a:pt x="747" y="0"/>
                </a:lnTo>
                <a:lnTo>
                  <a:pt x="744" y="0"/>
                </a:lnTo>
                <a:lnTo>
                  <a:pt x="739" y="0"/>
                </a:lnTo>
                <a:lnTo>
                  <a:pt x="734" y="0"/>
                </a:lnTo>
                <a:lnTo>
                  <a:pt x="729" y="0"/>
                </a:lnTo>
                <a:lnTo>
                  <a:pt x="723" y="0"/>
                </a:lnTo>
                <a:lnTo>
                  <a:pt x="717" y="0"/>
                </a:lnTo>
                <a:lnTo>
                  <a:pt x="710" y="0"/>
                </a:lnTo>
                <a:lnTo>
                  <a:pt x="702" y="0"/>
                </a:lnTo>
                <a:lnTo>
                  <a:pt x="693" y="0"/>
                </a:lnTo>
                <a:lnTo>
                  <a:pt x="684" y="0"/>
                </a:lnTo>
                <a:lnTo>
                  <a:pt x="674" y="0"/>
                </a:lnTo>
                <a:lnTo>
                  <a:pt x="662" y="0"/>
                </a:lnTo>
                <a:lnTo>
                  <a:pt x="650" y="0"/>
                </a:lnTo>
                <a:lnTo>
                  <a:pt x="637" y="0"/>
                </a:lnTo>
                <a:lnTo>
                  <a:pt x="622" y="0"/>
                </a:lnTo>
                <a:lnTo>
                  <a:pt x="606" y="0"/>
                </a:lnTo>
                <a:lnTo>
                  <a:pt x="589" y="0"/>
                </a:lnTo>
                <a:lnTo>
                  <a:pt x="571" y="0"/>
                </a:lnTo>
                <a:lnTo>
                  <a:pt x="550" y="0"/>
                </a:lnTo>
                <a:lnTo>
                  <a:pt x="529" y="0"/>
                </a:lnTo>
                <a:lnTo>
                  <a:pt x="506" y="0"/>
                </a:lnTo>
                <a:lnTo>
                  <a:pt x="481" y="0"/>
                </a:lnTo>
                <a:lnTo>
                  <a:pt x="454" y="0"/>
                </a:lnTo>
                <a:lnTo>
                  <a:pt x="426" y="0"/>
                </a:lnTo>
                <a:close/>
              </a:path>
            </a:pathLst>
          </a:custGeom>
          <a:noFill/>
          <a:ln w="33401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4892" name="Freeform 46">
            <a:extLst>
              <a:ext uri="{FF2B5EF4-FFF2-40B4-BE49-F238E27FC236}">
                <a16:creationId xmlns:a16="http://schemas.microsoft.com/office/drawing/2014/main" id="{5167D4D5-3069-4B6C-B7C2-31C4B8286DE4}"/>
              </a:ext>
            </a:extLst>
          </p:cNvPr>
          <p:cNvSpPr>
            <a:spLocks/>
          </p:cNvSpPr>
          <p:nvPr/>
        </p:nvSpPr>
        <p:spPr bwMode="auto">
          <a:xfrm>
            <a:off x="1095375" y="5686425"/>
            <a:ext cx="677863" cy="304800"/>
          </a:xfrm>
          <a:custGeom>
            <a:avLst/>
            <a:gdLst>
              <a:gd name="T0" fmla="*/ 2147483646 w 852"/>
              <a:gd name="T1" fmla="*/ 0 h 853"/>
              <a:gd name="T2" fmla="*/ 2147483646 w 852"/>
              <a:gd name="T3" fmla="*/ 0 h 853"/>
              <a:gd name="T4" fmla="*/ 2147483646 w 852"/>
              <a:gd name="T5" fmla="*/ 0 h 853"/>
              <a:gd name="T6" fmla="*/ 2147483646 w 852"/>
              <a:gd name="T7" fmla="*/ 0 h 853"/>
              <a:gd name="T8" fmla="*/ 2147483646 w 852"/>
              <a:gd name="T9" fmla="*/ 2147483646 h 853"/>
              <a:gd name="T10" fmla="*/ 2147483646 w 852"/>
              <a:gd name="T11" fmla="*/ 2147483646 h 853"/>
              <a:gd name="T12" fmla="*/ 2147483646 w 852"/>
              <a:gd name="T13" fmla="*/ 2147483646 h 853"/>
              <a:gd name="T14" fmla="*/ 2147483646 w 852"/>
              <a:gd name="T15" fmla="*/ 2147483646 h 853"/>
              <a:gd name="T16" fmla="*/ 2147483646 w 852"/>
              <a:gd name="T17" fmla="*/ 2147483646 h 853"/>
              <a:gd name="T18" fmla="*/ 2147483646 w 852"/>
              <a:gd name="T19" fmla="*/ 2147483646 h 853"/>
              <a:gd name="T20" fmla="*/ 0 w 852"/>
              <a:gd name="T21" fmla="*/ 2147483646 h 853"/>
              <a:gd name="T22" fmla="*/ 0 w 852"/>
              <a:gd name="T23" fmla="*/ 2147483646 h 853"/>
              <a:gd name="T24" fmla="*/ 0 w 852"/>
              <a:gd name="T25" fmla="*/ 2147483646 h 853"/>
              <a:gd name="T26" fmla="*/ 0 w 852"/>
              <a:gd name="T27" fmla="*/ 2147483646 h 853"/>
              <a:gd name="T28" fmla="*/ 0 w 852"/>
              <a:gd name="T29" fmla="*/ 2147483646 h 853"/>
              <a:gd name="T30" fmla="*/ 0 w 852"/>
              <a:gd name="T31" fmla="*/ 2147483646 h 853"/>
              <a:gd name="T32" fmla="*/ 0 w 852"/>
              <a:gd name="T33" fmla="*/ 2147483646 h 853"/>
              <a:gd name="T34" fmla="*/ 0 w 852"/>
              <a:gd name="T35" fmla="*/ 2147483646 h 853"/>
              <a:gd name="T36" fmla="*/ 2147483646 w 852"/>
              <a:gd name="T37" fmla="*/ 2147483646 h 853"/>
              <a:gd name="T38" fmla="*/ 2147483646 w 852"/>
              <a:gd name="T39" fmla="*/ 2147483646 h 853"/>
              <a:gd name="T40" fmla="*/ 2147483646 w 852"/>
              <a:gd name="T41" fmla="*/ 2147483646 h 853"/>
              <a:gd name="T42" fmla="*/ 2147483646 w 852"/>
              <a:gd name="T43" fmla="*/ 2147483646 h 853"/>
              <a:gd name="T44" fmla="*/ 2147483646 w 852"/>
              <a:gd name="T45" fmla="*/ 2147483646 h 853"/>
              <a:gd name="T46" fmla="*/ 2147483646 w 852"/>
              <a:gd name="T47" fmla="*/ 2147483646 h 853"/>
              <a:gd name="T48" fmla="*/ 2147483646 w 852"/>
              <a:gd name="T49" fmla="*/ 2147483646 h 853"/>
              <a:gd name="T50" fmla="*/ 2147483646 w 852"/>
              <a:gd name="T51" fmla="*/ 2147483646 h 853"/>
              <a:gd name="T52" fmla="*/ 2147483646 w 852"/>
              <a:gd name="T53" fmla="*/ 2147483646 h 853"/>
              <a:gd name="T54" fmla="*/ 2147483646 w 852"/>
              <a:gd name="T55" fmla="*/ 2147483646 h 853"/>
              <a:gd name="T56" fmla="*/ 2147483646 w 852"/>
              <a:gd name="T57" fmla="*/ 2147483646 h 853"/>
              <a:gd name="T58" fmla="*/ 2147483646 w 852"/>
              <a:gd name="T59" fmla="*/ 2147483646 h 853"/>
              <a:gd name="T60" fmla="*/ 2147483646 w 852"/>
              <a:gd name="T61" fmla="*/ 2147483646 h 853"/>
              <a:gd name="T62" fmla="*/ 2147483646 w 852"/>
              <a:gd name="T63" fmla="*/ 2147483646 h 853"/>
              <a:gd name="T64" fmla="*/ 2147483646 w 852"/>
              <a:gd name="T65" fmla="*/ 2147483646 h 853"/>
              <a:gd name="T66" fmla="*/ 2147483646 w 852"/>
              <a:gd name="T67" fmla="*/ 2147483646 h 853"/>
              <a:gd name="T68" fmla="*/ 2147483646 w 852"/>
              <a:gd name="T69" fmla="*/ 2147483646 h 853"/>
              <a:gd name="T70" fmla="*/ 2147483646 w 852"/>
              <a:gd name="T71" fmla="*/ 2147483646 h 853"/>
              <a:gd name="T72" fmla="*/ 2147483646 w 852"/>
              <a:gd name="T73" fmla="*/ 2147483646 h 853"/>
              <a:gd name="T74" fmla="*/ 2147483646 w 852"/>
              <a:gd name="T75" fmla="*/ 2147483646 h 853"/>
              <a:gd name="T76" fmla="*/ 2147483646 w 852"/>
              <a:gd name="T77" fmla="*/ 2147483646 h 853"/>
              <a:gd name="T78" fmla="*/ 2147483646 w 852"/>
              <a:gd name="T79" fmla="*/ 2147483646 h 853"/>
              <a:gd name="T80" fmla="*/ 2147483646 w 852"/>
              <a:gd name="T81" fmla="*/ 2147483646 h 853"/>
              <a:gd name="T82" fmla="*/ 2147483646 w 852"/>
              <a:gd name="T83" fmla="*/ 2147483646 h 853"/>
              <a:gd name="T84" fmla="*/ 2147483646 w 852"/>
              <a:gd name="T85" fmla="*/ 2147483646 h 853"/>
              <a:gd name="T86" fmla="*/ 2147483646 w 852"/>
              <a:gd name="T87" fmla="*/ 2147483646 h 853"/>
              <a:gd name="T88" fmla="*/ 2147483646 w 852"/>
              <a:gd name="T89" fmla="*/ 2147483646 h 853"/>
              <a:gd name="T90" fmla="*/ 2147483646 w 852"/>
              <a:gd name="T91" fmla="*/ 2147483646 h 853"/>
              <a:gd name="T92" fmla="*/ 2147483646 w 852"/>
              <a:gd name="T93" fmla="*/ 2147483646 h 853"/>
              <a:gd name="T94" fmla="*/ 2147483646 w 852"/>
              <a:gd name="T95" fmla="*/ 2147483646 h 853"/>
              <a:gd name="T96" fmla="*/ 2147483646 w 852"/>
              <a:gd name="T97" fmla="*/ 2147483646 h 853"/>
              <a:gd name="T98" fmla="*/ 2147483646 w 852"/>
              <a:gd name="T99" fmla="*/ 2147483646 h 853"/>
              <a:gd name="T100" fmla="*/ 2147483646 w 852"/>
              <a:gd name="T101" fmla="*/ 2147483646 h 853"/>
              <a:gd name="T102" fmla="*/ 2147483646 w 852"/>
              <a:gd name="T103" fmla="*/ 2147483646 h 853"/>
              <a:gd name="T104" fmla="*/ 2147483646 w 852"/>
              <a:gd name="T105" fmla="*/ 2147483646 h 853"/>
              <a:gd name="T106" fmla="*/ 2147483646 w 852"/>
              <a:gd name="T107" fmla="*/ 2147483646 h 853"/>
              <a:gd name="T108" fmla="*/ 2147483646 w 852"/>
              <a:gd name="T109" fmla="*/ 0 h 853"/>
              <a:gd name="T110" fmla="*/ 2147483646 w 852"/>
              <a:gd name="T111" fmla="*/ 0 h 853"/>
              <a:gd name="T112" fmla="*/ 2147483646 w 852"/>
              <a:gd name="T113" fmla="*/ 0 h 853"/>
              <a:gd name="T114" fmla="*/ 2147483646 w 852"/>
              <a:gd name="T115" fmla="*/ 0 h 853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w 852"/>
              <a:gd name="T175" fmla="*/ 0 h 853"/>
              <a:gd name="T176" fmla="*/ 852 w 852"/>
              <a:gd name="T177" fmla="*/ 853 h 853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T174" t="T175" r="T176" b="T177"/>
            <a:pathLst>
              <a:path w="852" h="853">
                <a:moveTo>
                  <a:pt x="426" y="0"/>
                </a:moveTo>
                <a:lnTo>
                  <a:pt x="398" y="0"/>
                </a:lnTo>
                <a:lnTo>
                  <a:pt x="372" y="0"/>
                </a:lnTo>
                <a:lnTo>
                  <a:pt x="347" y="0"/>
                </a:lnTo>
                <a:lnTo>
                  <a:pt x="324" y="0"/>
                </a:lnTo>
                <a:lnTo>
                  <a:pt x="303" y="0"/>
                </a:lnTo>
                <a:lnTo>
                  <a:pt x="282" y="0"/>
                </a:lnTo>
                <a:lnTo>
                  <a:pt x="264" y="0"/>
                </a:lnTo>
                <a:lnTo>
                  <a:pt x="246" y="0"/>
                </a:lnTo>
                <a:lnTo>
                  <a:pt x="231" y="0"/>
                </a:lnTo>
                <a:lnTo>
                  <a:pt x="216" y="0"/>
                </a:lnTo>
                <a:lnTo>
                  <a:pt x="203" y="0"/>
                </a:lnTo>
                <a:lnTo>
                  <a:pt x="190" y="0"/>
                </a:lnTo>
                <a:lnTo>
                  <a:pt x="179" y="0"/>
                </a:lnTo>
                <a:lnTo>
                  <a:pt x="168" y="0"/>
                </a:lnTo>
                <a:lnTo>
                  <a:pt x="160" y="0"/>
                </a:lnTo>
                <a:lnTo>
                  <a:pt x="150" y="0"/>
                </a:lnTo>
                <a:lnTo>
                  <a:pt x="143" y="0"/>
                </a:lnTo>
                <a:lnTo>
                  <a:pt x="136" y="0"/>
                </a:lnTo>
                <a:lnTo>
                  <a:pt x="130" y="0"/>
                </a:lnTo>
                <a:lnTo>
                  <a:pt x="124" y="0"/>
                </a:lnTo>
                <a:lnTo>
                  <a:pt x="119" y="0"/>
                </a:lnTo>
                <a:lnTo>
                  <a:pt x="114" y="0"/>
                </a:lnTo>
                <a:lnTo>
                  <a:pt x="109" y="0"/>
                </a:lnTo>
                <a:lnTo>
                  <a:pt x="106" y="0"/>
                </a:lnTo>
                <a:lnTo>
                  <a:pt x="102" y="0"/>
                </a:lnTo>
                <a:lnTo>
                  <a:pt x="98" y="0"/>
                </a:lnTo>
                <a:lnTo>
                  <a:pt x="95" y="0"/>
                </a:lnTo>
                <a:lnTo>
                  <a:pt x="91" y="0"/>
                </a:lnTo>
                <a:lnTo>
                  <a:pt x="89" y="0"/>
                </a:lnTo>
                <a:lnTo>
                  <a:pt x="85" y="0"/>
                </a:lnTo>
                <a:lnTo>
                  <a:pt x="81" y="0"/>
                </a:lnTo>
                <a:lnTo>
                  <a:pt x="78" y="0"/>
                </a:lnTo>
                <a:lnTo>
                  <a:pt x="74" y="0"/>
                </a:lnTo>
                <a:lnTo>
                  <a:pt x="71" y="0"/>
                </a:lnTo>
                <a:lnTo>
                  <a:pt x="68" y="0"/>
                </a:lnTo>
                <a:lnTo>
                  <a:pt x="65" y="0"/>
                </a:lnTo>
                <a:lnTo>
                  <a:pt x="62" y="0"/>
                </a:lnTo>
                <a:lnTo>
                  <a:pt x="60" y="0"/>
                </a:lnTo>
                <a:lnTo>
                  <a:pt x="57" y="2"/>
                </a:lnTo>
                <a:lnTo>
                  <a:pt x="55" y="2"/>
                </a:lnTo>
                <a:lnTo>
                  <a:pt x="53" y="2"/>
                </a:lnTo>
                <a:lnTo>
                  <a:pt x="51" y="2"/>
                </a:lnTo>
                <a:lnTo>
                  <a:pt x="49" y="3"/>
                </a:lnTo>
                <a:lnTo>
                  <a:pt x="48" y="3"/>
                </a:lnTo>
                <a:lnTo>
                  <a:pt x="45" y="4"/>
                </a:lnTo>
                <a:lnTo>
                  <a:pt x="44" y="4"/>
                </a:lnTo>
                <a:lnTo>
                  <a:pt x="43" y="5"/>
                </a:lnTo>
                <a:lnTo>
                  <a:pt x="42" y="6"/>
                </a:lnTo>
                <a:lnTo>
                  <a:pt x="41" y="8"/>
                </a:lnTo>
                <a:lnTo>
                  <a:pt x="39" y="9"/>
                </a:lnTo>
                <a:lnTo>
                  <a:pt x="38" y="10"/>
                </a:lnTo>
                <a:lnTo>
                  <a:pt x="36" y="11"/>
                </a:lnTo>
                <a:lnTo>
                  <a:pt x="35" y="12"/>
                </a:lnTo>
                <a:lnTo>
                  <a:pt x="33" y="15"/>
                </a:lnTo>
                <a:lnTo>
                  <a:pt x="32" y="16"/>
                </a:lnTo>
                <a:lnTo>
                  <a:pt x="31" y="18"/>
                </a:lnTo>
                <a:lnTo>
                  <a:pt x="30" y="21"/>
                </a:lnTo>
                <a:lnTo>
                  <a:pt x="29" y="23"/>
                </a:lnTo>
                <a:lnTo>
                  <a:pt x="27" y="27"/>
                </a:lnTo>
                <a:lnTo>
                  <a:pt x="26" y="29"/>
                </a:lnTo>
                <a:lnTo>
                  <a:pt x="25" y="33"/>
                </a:lnTo>
                <a:lnTo>
                  <a:pt x="24" y="36"/>
                </a:lnTo>
                <a:lnTo>
                  <a:pt x="21" y="40"/>
                </a:lnTo>
                <a:lnTo>
                  <a:pt x="20" y="44"/>
                </a:lnTo>
                <a:lnTo>
                  <a:pt x="18" y="47"/>
                </a:lnTo>
                <a:lnTo>
                  <a:pt x="17" y="51"/>
                </a:lnTo>
                <a:lnTo>
                  <a:pt x="15" y="54"/>
                </a:lnTo>
                <a:lnTo>
                  <a:pt x="13" y="58"/>
                </a:lnTo>
                <a:lnTo>
                  <a:pt x="12" y="60"/>
                </a:lnTo>
                <a:lnTo>
                  <a:pt x="11" y="64"/>
                </a:lnTo>
                <a:lnTo>
                  <a:pt x="9" y="67"/>
                </a:lnTo>
                <a:lnTo>
                  <a:pt x="8" y="69"/>
                </a:lnTo>
                <a:lnTo>
                  <a:pt x="8" y="73"/>
                </a:lnTo>
                <a:lnTo>
                  <a:pt x="7" y="75"/>
                </a:lnTo>
                <a:lnTo>
                  <a:pt x="6" y="77"/>
                </a:lnTo>
                <a:lnTo>
                  <a:pt x="5" y="80"/>
                </a:lnTo>
                <a:lnTo>
                  <a:pt x="5" y="83"/>
                </a:lnTo>
                <a:lnTo>
                  <a:pt x="3" y="86"/>
                </a:lnTo>
                <a:lnTo>
                  <a:pt x="3" y="88"/>
                </a:lnTo>
                <a:lnTo>
                  <a:pt x="3" y="92"/>
                </a:lnTo>
                <a:lnTo>
                  <a:pt x="2" y="94"/>
                </a:lnTo>
                <a:lnTo>
                  <a:pt x="2" y="98"/>
                </a:lnTo>
                <a:lnTo>
                  <a:pt x="2" y="101"/>
                </a:lnTo>
                <a:lnTo>
                  <a:pt x="1" y="105"/>
                </a:lnTo>
                <a:lnTo>
                  <a:pt x="1" y="109"/>
                </a:lnTo>
                <a:lnTo>
                  <a:pt x="1" y="112"/>
                </a:lnTo>
                <a:lnTo>
                  <a:pt x="1" y="117"/>
                </a:lnTo>
                <a:lnTo>
                  <a:pt x="1" y="122"/>
                </a:lnTo>
                <a:lnTo>
                  <a:pt x="1" y="127"/>
                </a:lnTo>
                <a:lnTo>
                  <a:pt x="1" y="131"/>
                </a:lnTo>
                <a:lnTo>
                  <a:pt x="1" y="137"/>
                </a:lnTo>
                <a:lnTo>
                  <a:pt x="1" y="143"/>
                </a:lnTo>
                <a:lnTo>
                  <a:pt x="1" y="149"/>
                </a:lnTo>
                <a:lnTo>
                  <a:pt x="0" y="157"/>
                </a:lnTo>
                <a:lnTo>
                  <a:pt x="0" y="164"/>
                </a:lnTo>
                <a:lnTo>
                  <a:pt x="0" y="171"/>
                </a:lnTo>
                <a:lnTo>
                  <a:pt x="0" y="178"/>
                </a:lnTo>
                <a:lnTo>
                  <a:pt x="0" y="187"/>
                </a:lnTo>
                <a:lnTo>
                  <a:pt x="0" y="193"/>
                </a:lnTo>
                <a:lnTo>
                  <a:pt x="0" y="200"/>
                </a:lnTo>
                <a:lnTo>
                  <a:pt x="0" y="206"/>
                </a:lnTo>
                <a:lnTo>
                  <a:pt x="0" y="212"/>
                </a:lnTo>
                <a:lnTo>
                  <a:pt x="0" y="218"/>
                </a:lnTo>
                <a:lnTo>
                  <a:pt x="0" y="223"/>
                </a:lnTo>
                <a:lnTo>
                  <a:pt x="0" y="229"/>
                </a:lnTo>
                <a:lnTo>
                  <a:pt x="0" y="234"/>
                </a:lnTo>
                <a:lnTo>
                  <a:pt x="0" y="240"/>
                </a:lnTo>
                <a:lnTo>
                  <a:pt x="0" y="244"/>
                </a:lnTo>
                <a:lnTo>
                  <a:pt x="0" y="250"/>
                </a:lnTo>
                <a:lnTo>
                  <a:pt x="0" y="255"/>
                </a:lnTo>
                <a:lnTo>
                  <a:pt x="0" y="261"/>
                </a:lnTo>
                <a:lnTo>
                  <a:pt x="0" y="267"/>
                </a:lnTo>
                <a:lnTo>
                  <a:pt x="0" y="273"/>
                </a:lnTo>
                <a:lnTo>
                  <a:pt x="0" y="279"/>
                </a:lnTo>
                <a:lnTo>
                  <a:pt x="0" y="287"/>
                </a:lnTo>
                <a:lnTo>
                  <a:pt x="0" y="294"/>
                </a:lnTo>
                <a:lnTo>
                  <a:pt x="0" y="301"/>
                </a:lnTo>
                <a:lnTo>
                  <a:pt x="0" y="309"/>
                </a:lnTo>
                <a:lnTo>
                  <a:pt x="0" y="318"/>
                </a:lnTo>
                <a:lnTo>
                  <a:pt x="0" y="327"/>
                </a:lnTo>
                <a:lnTo>
                  <a:pt x="0" y="337"/>
                </a:lnTo>
                <a:lnTo>
                  <a:pt x="0" y="347"/>
                </a:lnTo>
                <a:lnTo>
                  <a:pt x="0" y="359"/>
                </a:lnTo>
                <a:lnTo>
                  <a:pt x="0" y="371"/>
                </a:lnTo>
                <a:lnTo>
                  <a:pt x="0" y="383"/>
                </a:lnTo>
                <a:lnTo>
                  <a:pt x="0" y="397"/>
                </a:lnTo>
                <a:lnTo>
                  <a:pt x="0" y="412"/>
                </a:lnTo>
                <a:lnTo>
                  <a:pt x="0" y="427"/>
                </a:lnTo>
                <a:lnTo>
                  <a:pt x="0" y="443"/>
                </a:lnTo>
                <a:lnTo>
                  <a:pt x="0" y="457"/>
                </a:lnTo>
                <a:lnTo>
                  <a:pt x="0" y="470"/>
                </a:lnTo>
                <a:lnTo>
                  <a:pt x="0" y="484"/>
                </a:lnTo>
                <a:lnTo>
                  <a:pt x="0" y="496"/>
                </a:lnTo>
                <a:lnTo>
                  <a:pt x="0" y="507"/>
                </a:lnTo>
                <a:lnTo>
                  <a:pt x="0" y="517"/>
                </a:lnTo>
                <a:lnTo>
                  <a:pt x="0" y="527"/>
                </a:lnTo>
                <a:lnTo>
                  <a:pt x="0" y="535"/>
                </a:lnTo>
                <a:lnTo>
                  <a:pt x="0" y="545"/>
                </a:lnTo>
                <a:lnTo>
                  <a:pt x="0" y="552"/>
                </a:lnTo>
                <a:lnTo>
                  <a:pt x="0" y="561"/>
                </a:lnTo>
                <a:lnTo>
                  <a:pt x="0" y="568"/>
                </a:lnTo>
                <a:lnTo>
                  <a:pt x="0" y="574"/>
                </a:lnTo>
                <a:lnTo>
                  <a:pt x="0" y="580"/>
                </a:lnTo>
                <a:lnTo>
                  <a:pt x="0" y="587"/>
                </a:lnTo>
                <a:lnTo>
                  <a:pt x="0" y="592"/>
                </a:lnTo>
                <a:lnTo>
                  <a:pt x="0" y="598"/>
                </a:lnTo>
                <a:lnTo>
                  <a:pt x="0" y="604"/>
                </a:lnTo>
                <a:lnTo>
                  <a:pt x="0" y="609"/>
                </a:lnTo>
                <a:lnTo>
                  <a:pt x="0" y="615"/>
                </a:lnTo>
                <a:lnTo>
                  <a:pt x="0" y="620"/>
                </a:lnTo>
                <a:lnTo>
                  <a:pt x="0" y="626"/>
                </a:lnTo>
                <a:lnTo>
                  <a:pt x="0" y="630"/>
                </a:lnTo>
                <a:lnTo>
                  <a:pt x="0" y="636"/>
                </a:lnTo>
                <a:lnTo>
                  <a:pt x="0" y="641"/>
                </a:lnTo>
                <a:lnTo>
                  <a:pt x="0" y="647"/>
                </a:lnTo>
                <a:lnTo>
                  <a:pt x="0" y="654"/>
                </a:lnTo>
                <a:lnTo>
                  <a:pt x="0" y="660"/>
                </a:lnTo>
                <a:lnTo>
                  <a:pt x="0" y="668"/>
                </a:lnTo>
                <a:lnTo>
                  <a:pt x="0" y="675"/>
                </a:lnTo>
                <a:lnTo>
                  <a:pt x="0" y="682"/>
                </a:lnTo>
                <a:lnTo>
                  <a:pt x="0" y="690"/>
                </a:lnTo>
                <a:lnTo>
                  <a:pt x="0" y="698"/>
                </a:lnTo>
                <a:lnTo>
                  <a:pt x="1" y="704"/>
                </a:lnTo>
                <a:lnTo>
                  <a:pt x="1" y="711"/>
                </a:lnTo>
                <a:lnTo>
                  <a:pt x="1" y="717"/>
                </a:lnTo>
                <a:lnTo>
                  <a:pt x="1" y="722"/>
                </a:lnTo>
                <a:lnTo>
                  <a:pt x="1" y="728"/>
                </a:lnTo>
                <a:lnTo>
                  <a:pt x="1" y="733"/>
                </a:lnTo>
                <a:lnTo>
                  <a:pt x="1" y="737"/>
                </a:lnTo>
                <a:lnTo>
                  <a:pt x="1" y="741"/>
                </a:lnTo>
                <a:lnTo>
                  <a:pt x="1" y="745"/>
                </a:lnTo>
                <a:lnTo>
                  <a:pt x="1" y="749"/>
                </a:lnTo>
                <a:lnTo>
                  <a:pt x="2" y="753"/>
                </a:lnTo>
                <a:lnTo>
                  <a:pt x="2" y="755"/>
                </a:lnTo>
                <a:lnTo>
                  <a:pt x="2" y="759"/>
                </a:lnTo>
                <a:lnTo>
                  <a:pt x="3" y="763"/>
                </a:lnTo>
                <a:lnTo>
                  <a:pt x="3" y="765"/>
                </a:lnTo>
                <a:lnTo>
                  <a:pt x="3" y="767"/>
                </a:lnTo>
                <a:lnTo>
                  <a:pt x="5" y="771"/>
                </a:lnTo>
                <a:lnTo>
                  <a:pt x="5" y="773"/>
                </a:lnTo>
                <a:lnTo>
                  <a:pt x="6" y="776"/>
                </a:lnTo>
                <a:lnTo>
                  <a:pt x="7" y="778"/>
                </a:lnTo>
                <a:lnTo>
                  <a:pt x="8" y="782"/>
                </a:lnTo>
                <a:lnTo>
                  <a:pt x="8" y="784"/>
                </a:lnTo>
                <a:lnTo>
                  <a:pt x="9" y="787"/>
                </a:lnTo>
                <a:lnTo>
                  <a:pt x="11" y="790"/>
                </a:lnTo>
                <a:lnTo>
                  <a:pt x="12" y="793"/>
                </a:lnTo>
                <a:lnTo>
                  <a:pt x="13" y="796"/>
                </a:lnTo>
                <a:lnTo>
                  <a:pt x="15" y="799"/>
                </a:lnTo>
                <a:lnTo>
                  <a:pt x="17" y="802"/>
                </a:lnTo>
                <a:lnTo>
                  <a:pt x="18" y="806"/>
                </a:lnTo>
                <a:lnTo>
                  <a:pt x="20" y="811"/>
                </a:lnTo>
                <a:lnTo>
                  <a:pt x="21" y="814"/>
                </a:lnTo>
                <a:lnTo>
                  <a:pt x="24" y="818"/>
                </a:lnTo>
                <a:lnTo>
                  <a:pt x="25" y="821"/>
                </a:lnTo>
                <a:lnTo>
                  <a:pt x="26" y="824"/>
                </a:lnTo>
                <a:lnTo>
                  <a:pt x="27" y="827"/>
                </a:lnTo>
                <a:lnTo>
                  <a:pt x="29" y="830"/>
                </a:lnTo>
                <a:lnTo>
                  <a:pt x="30" y="832"/>
                </a:lnTo>
                <a:lnTo>
                  <a:pt x="31" y="835"/>
                </a:lnTo>
                <a:lnTo>
                  <a:pt x="32" y="837"/>
                </a:lnTo>
                <a:lnTo>
                  <a:pt x="33" y="840"/>
                </a:lnTo>
                <a:lnTo>
                  <a:pt x="35" y="841"/>
                </a:lnTo>
                <a:lnTo>
                  <a:pt x="36" y="842"/>
                </a:lnTo>
                <a:lnTo>
                  <a:pt x="38" y="844"/>
                </a:lnTo>
                <a:lnTo>
                  <a:pt x="39" y="846"/>
                </a:lnTo>
                <a:lnTo>
                  <a:pt x="41" y="847"/>
                </a:lnTo>
                <a:lnTo>
                  <a:pt x="42" y="848"/>
                </a:lnTo>
                <a:lnTo>
                  <a:pt x="43" y="848"/>
                </a:lnTo>
                <a:lnTo>
                  <a:pt x="44" y="849"/>
                </a:lnTo>
                <a:lnTo>
                  <a:pt x="45" y="850"/>
                </a:lnTo>
                <a:lnTo>
                  <a:pt x="48" y="850"/>
                </a:lnTo>
                <a:lnTo>
                  <a:pt x="49" y="852"/>
                </a:lnTo>
                <a:lnTo>
                  <a:pt x="51" y="852"/>
                </a:lnTo>
                <a:lnTo>
                  <a:pt x="53" y="852"/>
                </a:lnTo>
                <a:lnTo>
                  <a:pt x="55" y="852"/>
                </a:lnTo>
                <a:lnTo>
                  <a:pt x="57" y="853"/>
                </a:lnTo>
                <a:lnTo>
                  <a:pt x="60" y="853"/>
                </a:lnTo>
                <a:lnTo>
                  <a:pt x="62" y="853"/>
                </a:lnTo>
                <a:lnTo>
                  <a:pt x="65" y="853"/>
                </a:lnTo>
                <a:lnTo>
                  <a:pt x="68" y="853"/>
                </a:lnTo>
                <a:lnTo>
                  <a:pt x="71" y="853"/>
                </a:lnTo>
                <a:lnTo>
                  <a:pt x="74" y="853"/>
                </a:lnTo>
                <a:lnTo>
                  <a:pt x="78" y="853"/>
                </a:lnTo>
                <a:lnTo>
                  <a:pt x="81" y="853"/>
                </a:lnTo>
                <a:lnTo>
                  <a:pt x="85" y="853"/>
                </a:lnTo>
                <a:lnTo>
                  <a:pt x="89" y="853"/>
                </a:lnTo>
                <a:lnTo>
                  <a:pt x="91" y="853"/>
                </a:lnTo>
                <a:lnTo>
                  <a:pt x="95" y="853"/>
                </a:lnTo>
                <a:lnTo>
                  <a:pt x="98" y="853"/>
                </a:lnTo>
                <a:lnTo>
                  <a:pt x="102" y="853"/>
                </a:lnTo>
                <a:lnTo>
                  <a:pt x="106" y="853"/>
                </a:lnTo>
                <a:lnTo>
                  <a:pt x="109" y="853"/>
                </a:lnTo>
                <a:lnTo>
                  <a:pt x="114" y="853"/>
                </a:lnTo>
                <a:lnTo>
                  <a:pt x="119" y="853"/>
                </a:lnTo>
                <a:lnTo>
                  <a:pt x="124" y="853"/>
                </a:lnTo>
                <a:lnTo>
                  <a:pt x="130" y="853"/>
                </a:lnTo>
                <a:lnTo>
                  <a:pt x="136" y="853"/>
                </a:lnTo>
                <a:lnTo>
                  <a:pt x="143" y="853"/>
                </a:lnTo>
                <a:lnTo>
                  <a:pt x="150" y="853"/>
                </a:lnTo>
                <a:lnTo>
                  <a:pt x="160" y="853"/>
                </a:lnTo>
                <a:lnTo>
                  <a:pt x="168" y="853"/>
                </a:lnTo>
                <a:lnTo>
                  <a:pt x="179" y="853"/>
                </a:lnTo>
                <a:lnTo>
                  <a:pt x="190" y="853"/>
                </a:lnTo>
                <a:lnTo>
                  <a:pt x="203" y="853"/>
                </a:lnTo>
                <a:lnTo>
                  <a:pt x="216" y="853"/>
                </a:lnTo>
                <a:lnTo>
                  <a:pt x="231" y="853"/>
                </a:lnTo>
                <a:lnTo>
                  <a:pt x="246" y="853"/>
                </a:lnTo>
                <a:lnTo>
                  <a:pt x="264" y="853"/>
                </a:lnTo>
                <a:lnTo>
                  <a:pt x="282" y="853"/>
                </a:lnTo>
                <a:lnTo>
                  <a:pt x="303" y="853"/>
                </a:lnTo>
                <a:lnTo>
                  <a:pt x="324" y="853"/>
                </a:lnTo>
                <a:lnTo>
                  <a:pt x="347" y="853"/>
                </a:lnTo>
                <a:lnTo>
                  <a:pt x="372" y="853"/>
                </a:lnTo>
                <a:lnTo>
                  <a:pt x="398" y="853"/>
                </a:lnTo>
                <a:lnTo>
                  <a:pt x="426" y="853"/>
                </a:lnTo>
                <a:lnTo>
                  <a:pt x="454" y="853"/>
                </a:lnTo>
                <a:lnTo>
                  <a:pt x="481" y="853"/>
                </a:lnTo>
                <a:lnTo>
                  <a:pt x="506" y="853"/>
                </a:lnTo>
                <a:lnTo>
                  <a:pt x="529" y="853"/>
                </a:lnTo>
                <a:lnTo>
                  <a:pt x="550" y="853"/>
                </a:lnTo>
                <a:lnTo>
                  <a:pt x="571" y="853"/>
                </a:lnTo>
                <a:lnTo>
                  <a:pt x="589" y="853"/>
                </a:lnTo>
                <a:lnTo>
                  <a:pt x="606" y="853"/>
                </a:lnTo>
                <a:lnTo>
                  <a:pt x="622" y="853"/>
                </a:lnTo>
                <a:lnTo>
                  <a:pt x="637" y="853"/>
                </a:lnTo>
                <a:lnTo>
                  <a:pt x="650" y="853"/>
                </a:lnTo>
                <a:lnTo>
                  <a:pt x="662" y="853"/>
                </a:lnTo>
                <a:lnTo>
                  <a:pt x="674" y="853"/>
                </a:lnTo>
                <a:lnTo>
                  <a:pt x="684" y="853"/>
                </a:lnTo>
                <a:lnTo>
                  <a:pt x="693" y="853"/>
                </a:lnTo>
                <a:lnTo>
                  <a:pt x="702" y="853"/>
                </a:lnTo>
                <a:lnTo>
                  <a:pt x="710" y="853"/>
                </a:lnTo>
                <a:lnTo>
                  <a:pt x="717" y="853"/>
                </a:lnTo>
                <a:lnTo>
                  <a:pt x="723" y="853"/>
                </a:lnTo>
                <a:lnTo>
                  <a:pt x="729" y="853"/>
                </a:lnTo>
                <a:lnTo>
                  <a:pt x="734" y="853"/>
                </a:lnTo>
                <a:lnTo>
                  <a:pt x="739" y="853"/>
                </a:lnTo>
                <a:lnTo>
                  <a:pt x="744" y="853"/>
                </a:lnTo>
                <a:lnTo>
                  <a:pt x="747" y="853"/>
                </a:lnTo>
                <a:lnTo>
                  <a:pt x="751" y="853"/>
                </a:lnTo>
                <a:lnTo>
                  <a:pt x="755" y="853"/>
                </a:lnTo>
                <a:lnTo>
                  <a:pt x="758" y="853"/>
                </a:lnTo>
                <a:lnTo>
                  <a:pt x="762" y="853"/>
                </a:lnTo>
                <a:lnTo>
                  <a:pt x="764" y="853"/>
                </a:lnTo>
                <a:lnTo>
                  <a:pt x="768" y="853"/>
                </a:lnTo>
                <a:lnTo>
                  <a:pt x="772" y="853"/>
                </a:lnTo>
                <a:lnTo>
                  <a:pt x="775" y="853"/>
                </a:lnTo>
                <a:lnTo>
                  <a:pt x="779" y="853"/>
                </a:lnTo>
                <a:lnTo>
                  <a:pt x="782" y="853"/>
                </a:lnTo>
                <a:lnTo>
                  <a:pt x="785" y="853"/>
                </a:lnTo>
                <a:lnTo>
                  <a:pt x="788" y="853"/>
                </a:lnTo>
                <a:lnTo>
                  <a:pt x="791" y="853"/>
                </a:lnTo>
                <a:lnTo>
                  <a:pt x="793" y="853"/>
                </a:lnTo>
                <a:lnTo>
                  <a:pt x="796" y="853"/>
                </a:lnTo>
                <a:lnTo>
                  <a:pt x="798" y="852"/>
                </a:lnTo>
                <a:lnTo>
                  <a:pt x="799" y="852"/>
                </a:lnTo>
                <a:lnTo>
                  <a:pt x="802" y="852"/>
                </a:lnTo>
                <a:lnTo>
                  <a:pt x="804" y="852"/>
                </a:lnTo>
                <a:lnTo>
                  <a:pt x="805" y="850"/>
                </a:lnTo>
                <a:lnTo>
                  <a:pt x="806" y="850"/>
                </a:lnTo>
                <a:lnTo>
                  <a:pt x="809" y="849"/>
                </a:lnTo>
                <a:lnTo>
                  <a:pt x="810" y="848"/>
                </a:lnTo>
                <a:lnTo>
                  <a:pt x="811" y="848"/>
                </a:lnTo>
                <a:lnTo>
                  <a:pt x="812" y="847"/>
                </a:lnTo>
                <a:lnTo>
                  <a:pt x="814" y="846"/>
                </a:lnTo>
                <a:lnTo>
                  <a:pt x="815" y="844"/>
                </a:lnTo>
                <a:lnTo>
                  <a:pt x="816" y="842"/>
                </a:lnTo>
                <a:lnTo>
                  <a:pt x="817" y="841"/>
                </a:lnTo>
                <a:lnTo>
                  <a:pt x="818" y="840"/>
                </a:lnTo>
                <a:lnTo>
                  <a:pt x="820" y="837"/>
                </a:lnTo>
                <a:lnTo>
                  <a:pt x="821" y="835"/>
                </a:lnTo>
                <a:lnTo>
                  <a:pt x="822" y="832"/>
                </a:lnTo>
                <a:lnTo>
                  <a:pt x="823" y="830"/>
                </a:lnTo>
                <a:lnTo>
                  <a:pt x="826" y="827"/>
                </a:lnTo>
                <a:lnTo>
                  <a:pt x="827" y="824"/>
                </a:lnTo>
                <a:lnTo>
                  <a:pt x="828" y="821"/>
                </a:lnTo>
                <a:lnTo>
                  <a:pt x="829" y="818"/>
                </a:lnTo>
                <a:lnTo>
                  <a:pt x="832" y="814"/>
                </a:lnTo>
                <a:lnTo>
                  <a:pt x="833" y="811"/>
                </a:lnTo>
                <a:lnTo>
                  <a:pt x="835" y="806"/>
                </a:lnTo>
                <a:lnTo>
                  <a:pt x="836" y="802"/>
                </a:lnTo>
                <a:lnTo>
                  <a:pt x="838" y="799"/>
                </a:lnTo>
                <a:lnTo>
                  <a:pt x="839" y="796"/>
                </a:lnTo>
                <a:lnTo>
                  <a:pt x="841" y="793"/>
                </a:lnTo>
                <a:lnTo>
                  <a:pt x="842" y="790"/>
                </a:lnTo>
                <a:lnTo>
                  <a:pt x="844" y="787"/>
                </a:lnTo>
                <a:lnTo>
                  <a:pt x="844" y="784"/>
                </a:lnTo>
                <a:lnTo>
                  <a:pt x="845" y="782"/>
                </a:lnTo>
                <a:lnTo>
                  <a:pt x="846" y="778"/>
                </a:lnTo>
                <a:lnTo>
                  <a:pt x="847" y="776"/>
                </a:lnTo>
                <a:lnTo>
                  <a:pt x="847" y="773"/>
                </a:lnTo>
                <a:lnTo>
                  <a:pt x="848" y="771"/>
                </a:lnTo>
                <a:lnTo>
                  <a:pt x="848" y="767"/>
                </a:lnTo>
                <a:lnTo>
                  <a:pt x="850" y="765"/>
                </a:lnTo>
                <a:lnTo>
                  <a:pt x="850" y="763"/>
                </a:lnTo>
                <a:lnTo>
                  <a:pt x="851" y="759"/>
                </a:lnTo>
                <a:lnTo>
                  <a:pt x="851" y="755"/>
                </a:lnTo>
                <a:lnTo>
                  <a:pt x="851" y="753"/>
                </a:lnTo>
                <a:lnTo>
                  <a:pt x="851" y="749"/>
                </a:lnTo>
                <a:lnTo>
                  <a:pt x="852" y="745"/>
                </a:lnTo>
                <a:lnTo>
                  <a:pt x="852" y="741"/>
                </a:lnTo>
                <a:lnTo>
                  <a:pt x="852" y="737"/>
                </a:lnTo>
                <a:lnTo>
                  <a:pt x="852" y="733"/>
                </a:lnTo>
                <a:lnTo>
                  <a:pt x="852" y="728"/>
                </a:lnTo>
                <a:lnTo>
                  <a:pt x="852" y="722"/>
                </a:lnTo>
                <a:lnTo>
                  <a:pt x="852" y="717"/>
                </a:lnTo>
                <a:lnTo>
                  <a:pt x="852" y="711"/>
                </a:lnTo>
                <a:lnTo>
                  <a:pt x="852" y="704"/>
                </a:lnTo>
                <a:lnTo>
                  <a:pt x="852" y="698"/>
                </a:lnTo>
                <a:lnTo>
                  <a:pt x="852" y="690"/>
                </a:lnTo>
                <a:lnTo>
                  <a:pt x="852" y="682"/>
                </a:lnTo>
                <a:lnTo>
                  <a:pt x="852" y="675"/>
                </a:lnTo>
                <a:lnTo>
                  <a:pt x="852" y="668"/>
                </a:lnTo>
                <a:lnTo>
                  <a:pt x="852" y="660"/>
                </a:lnTo>
                <a:lnTo>
                  <a:pt x="852" y="654"/>
                </a:lnTo>
                <a:lnTo>
                  <a:pt x="852" y="647"/>
                </a:lnTo>
                <a:lnTo>
                  <a:pt x="852" y="641"/>
                </a:lnTo>
                <a:lnTo>
                  <a:pt x="852" y="636"/>
                </a:lnTo>
                <a:lnTo>
                  <a:pt x="852" y="630"/>
                </a:lnTo>
                <a:lnTo>
                  <a:pt x="852" y="626"/>
                </a:lnTo>
                <a:lnTo>
                  <a:pt x="852" y="620"/>
                </a:lnTo>
                <a:lnTo>
                  <a:pt x="852" y="615"/>
                </a:lnTo>
                <a:lnTo>
                  <a:pt x="852" y="609"/>
                </a:lnTo>
                <a:lnTo>
                  <a:pt x="852" y="604"/>
                </a:lnTo>
                <a:lnTo>
                  <a:pt x="852" y="598"/>
                </a:lnTo>
                <a:lnTo>
                  <a:pt x="852" y="592"/>
                </a:lnTo>
                <a:lnTo>
                  <a:pt x="852" y="587"/>
                </a:lnTo>
                <a:lnTo>
                  <a:pt x="852" y="580"/>
                </a:lnTo>
                <a:lnTo>
                  <a:pt x="852" y="574"/>
                </a:lnTo>
                <a:lnTo>
                  <a:pt x="852" y="568"/>
                </a:lnTo>
                <a:lnTo>
                  <a:pt x="852" y="561"/>
                </a:lnTo>
                <a:lnTo>
                  <a:pt x="852" y="552"/>
                </a:lnTo>
                <a:lnTo>
                  <a:pt x="852" y="545"/>
                </a:lnTo>
                <a:lnTo>
                  <a:pt x="852" y="535"/>
                </a:lnTo>
                <a:lnTo>
                  <a:pt x="852" y="527"/>
                </a:lnTo>
                <a:lnTo>
                  <a:pt x="852" y="517"/>
                </a:lnTo>
                <a:lnTo>
                  <a:pt x="852" y="507"/>
                </a:lnTo>
                <a:lnTo>
                  <a:pt x="852" y="496"/>
                </a:lnTo>
                <a:lnTo>
                  <a:pt x="852" y="484"/>
                </a:lnTo>
                <a:lnTo>
                  <a:pt x="852" y="470"/>
                </a:lnTo>
                <a:lnTo>
                  <a:pt x="852" y="457"/>
                </a:lnTo>
                <a:lnTo>
                  <a:pt x="852" y="443"/>
                </a:lnTo>
                <a:lnTo>
                  <a:pt x="852" y="427"/>
                </a:lnTo>
                <a:lnTo>
                  <a:pt x="852" y="412"/>
                </a:lnTo>
                <a:lnTo>
                  <a:pt x="852" y="397"/>
                </a:lnTo>
                <a:lnTo>
                  <a:pt x="852" y="383"/>
                </a:lnTo>
                <a:lnTo>
                  <a:pt x="852" y="371"/>
                </a:lnTo>
                <a:lnTo>
                  <a:pt x="852" y="359"/>
                </a:lnTo>
                <a:lnTo>
                  <a:pt x="852" y="347"/>
                </a:lnTo>
                <a:lnTo>
                  <a:pt x="852" y="337"/>
                </a:lnTo>
                <a:lnTo>
                  <a:pt x="852" y="327"/>
                </a:lnTo>
                <a:lnTo>
                  <a:pt x="852" y="318"/>
                </a:lnTo>
                <a:lnTo>
                  <a:pt x="852" y="309"/>
                </a:lnTo>
                <a:lnTo>
                  <a:pt x="852" y="301"/>
                </a:lnTo>
                <a:lnTo>
                  <a:pt x="852" y="294"/>
                </a:lnTo>
                <a:lnTo>
                  <a:pt x="852" y="287"/>
                </a:lnTo>
                <a:lnTo>
                  <a:pt x="852" y="279"/>
                </a:lnTo>
                <a:lnTo>
                  <a:pt x="852" y="273"/>
                </a:lnTo>
                <a:lnTo>
                  <a:pt x="852" y="267"/>
                </a:lnTo>
                <a:lnTo>
                  <a:pt x="852" y="261"/>
                </a:lnTo>
                <a:lnTo>
                  <a:pt x="852" y="255"/>
                </a:lnTo>
                <a:lnTo>
                  <a:pt x="852" y="250"/>
                </a:lnTo>
                <a:lnTo>
                  <a:pt x="852" y="244"/>
                </a:lnTo>
                <a:lnTo>
                  <a:pt x="852" y="240"/>
                </a:lnTo>
                <a:lnTo>
                  <a:pt x="852" y="234"/>
                </a:lnTo>
                <a:lnTo>
                  <a:pt x="852" y="229"/>
                </a:lnTo>
                <a:lnTo>
                  <a:pt x="852" y="223"/>
                </a:lnTo>
                <a:lnTo>
                  <a:pt x="852" y="218"/>
                </a:lnTo>
                <a:lnTo>
                  <a:pt x="852" y="212"/>
                </a:lnTo>
                <a:lnTo>
                  <a:pt x="852" y="206"/>
                </a:lnTo>
                <a:lnTo>
                  <a:pt x="852" y="200"/>
                </a:lnTo>
                <a:lnTo>
                  <a:pt x="852" y="193"/>
                </a:lnTo>
                <a:lnTo>
                  <a:pt x="852" y="187"/>
                </a:lnTo>
                <a:lnTo>
                  <a:pt x="852" y="178"/>
                </a:lnTo>
                <a:lnTo>
                  <a:pt x="852" y="171"/>
                </a:lnTo>
                <a:lnTo>
                  <a:pt x="852" y="164"/>
                </a:lnTo>
                <a:lnTo>
                  <a:pt x="852" y="157"/>
                </a:lnTo>
                <a:lnTo>
                  <a:pt x="852" y="149"/>
                </a:lnTo>
                <a:lnTo>
                  <a:pt x="852" y="143"/>
                </a:lnTo>
                <a:lnTo>
                  <a:pt x="852" y="137"/>
                </a:lnTo>
                <a:lnTo>
                  <a:pt x="852" y="131"/>
                </a:lnTo>
                <a:lnTo>
                  <a:pt x="852" y="127"/>
                </a:lnTo>
                <a:lnTo>
                  <a:pt x="852" y="122"/>
                </a:lnTo>
                <a:lnTo>
                  <a:pt x="852" y="117"/>
                </a:lnTo>
                <a:lnTo>
                  <a:pt x="852" y="112"/>
                </a:lnTo>
                <a:lnTo>
                  <a:pt x="852" y="109"/>
                </a:lnTo>
                <a:lnTo>
                  <a:pt x="851" y="105"/>
                </a:lnTo>
                <a:lnTo>
                  <a:pt x="851" y="101"/>
                </a:lnTo>
                <a:lnTo>
                  <a:pt x="851" y="98"/>
                </a:lnTo>
                <a:lnTo>
                  <a:pt x="851" y="94"/>
                </a:lnTo>
                <a:lnTo>
                  <a:pt x="850" y="92"/>
                </a:lnTo>
                <a:lnTo>
                  <a:pt x="850" y="88"/>
                </a:lnTo>
                <a:lnTo>
                  <a:pt x="848" y="86"/>
                </a:lnTo>
                <a:lnTo>
                  <a:pt x="848" y="83"/>
                </a:lnTo>
                <a:lnTo>
                  <a:pt x="847" y="80"/>
                </a:lnTo>
                <a:lnTo>
                  <a:pt x="847" y="77"/>
                </a:lnTo>
                <a:lnTo>
                  <a:pt x="846" y="75"/>
                </a:lnTo>
                <a:lnTo>
                  <a:pt x="845" y="73"/>
                </a:lnTo>
                <a:lnTo>
                  <a:pt x="844" y="69"/>
                </a:lnTo>
                <a:lnTo>
                  <a:pt x="844" y="67"/>
                </a:lnTo>
                <a:lnTo>
                  <a:pt x="842" y="64"/>
                </a:lnTo>
                <a:lnTo>
                  <a:pt x="841" y="60"/>
                </a:lnTo>
                <a:lnTo>
                  <a:pt x="839" y="58"/>
                </a:lnTo>
                <a:lnTo>
                  <a:pt x="838" y="54"/>
                </a:lnTo>
                <a:lnTo>
                  <a:pt x="836" y="51"/>
                </a:lnTo>
                <a:lnTo>
                  <a:pt x="835" y="47"/>
                </a:lnTo>
                <a:lnTo>
                  <a:pt x="833" y="44"/>
                </a:lnTo>
                <a:lnTo>
                  <a:pt x="832" y="40"/>
                </a:lnTo>
                <a:lnTo>
                  <a:pt x="829" y="36"/>
                </a:lnTo>
                <a:lnTo>
                  <a:pt x="828" y="33"/>
                </a:lnTo>
                <a:lnTo>
                  <a:pt x="827" y="29"/>
                </a:lnTo>
                <a:lnTo>
                  <a:pt x="826" y="27"/>
                </a:lnTo>
                <a:lnTo>
                  <a:pt x="823" y="23"/>
                </a:lnTo>
                <a:lnTo>
                  <a:pt x="822" y="21"/>
                </a:lnTo>
                <a:lnTo>
                  <a:pt x="821" y="18"/>
                </a:lnTo>
                <a:lnTo>
                  <a:pt x="820" y="16"/>
                </a:lnTo>
                <a:lnTo>
                  <a:pt x="818" y="15"/>
                </a:lnTo>
                <a:lnTo>
                  <a:pt x="817" y="12"/>
                </a:lnTo>
                <a:lnTo>
                  <a:pt x="816" y="11"/>
                </a:lnTo>
                <a:lnTo>
                  <a:pt x="815" y="10"/>
                </a:lnTo>
                <a:lnTo>
                  <a:pt x="814" y="9"/>
                </a:lnTo>
                <a:lnTo>
                  <a:pt x="812" y="8"/>
                </a:lnTo>
                <a:lnTo>
                  <a:pt x="811" y="6"/>
                </a:lnTo>
                <a:lnTo>
                  <a:pt x="810" y="5"/>
                </a:lnTo>
                <a:lnTo>
                  <a:pt x="809" y="4"/>
                </a:lnTo>
                <a:lnTo>
                  <a:pt x="806" y="4"/>
                </a:lnTo>
                <a:lnTo>
                  <a:pt x="805" y="3"/>
                </a:lnTo>
                <a:lnTo>
                  <a:pt x="804" y="3"/>
                </a:lnTo>
                <a:lnTo>
                  <a:pt x="802" y="2"/>
                </a:lnTo>
                <a:lnTo>
                  <a:pt x="799" y="2"/>
                </a:lnTo>
                <a:lnTo>
                  <a:pt x="798" y="2"/>
                </a:lnTo>
                <a:lnTo>
                  <a:pt x="796" y="2"/>
                </a:lnTo>
                <a:lnTo>
                  <a:pt x="793" y="0"/>
                </a:lnTo>
                <a:lnTo>
                  <a:pt x="791" y="0"/>
                </a:lnTo>
                <a:lnTo>
                  <a:pt x="788" y="0"/>
                </a:lnTo>
                <a:lnTo>
                  <a:pt x="785" y="0"/>
                </a:lnTo>
                <a:lnTo>
                  <a:pt x="782" y="0"/>
                </a:lnTo>
                <a:lnTo>
                  <a:pt x="779" y="0"/>
                </a:lnTo>
                <a:lnTo>
                  <a:pt x="775" y="0"/>
                </a:lnTo>
                <a:lnTo>
                  <a:pt x="772" y="0"/>
                </a:lnTo>
                <a:lnTo>
                  <a:pt x="768" y="0"/>
                </a:lnTo>
                <a:lnTo>
                  <a:pt x="764" y="0"/>
                </a:lnTo>
                <a:lnTo>
                  <a:pt x="762" y="0"/>
                </a:lnTo>
                <a:lnTo>
                  <a:pt x="758" y="0"/>
                </a:lnTo>
                <a:lnTo>
                  <a:pt x="755" y="0"/>
                </a:lnTo>
                <a:lnTo>
                  <a:pt x="751" y="0"/>
                </a:lnTo>
                <a:lnTo>
                  <a:pt x="747" y="0"/>
                </a:lnTo>
                <a:lnTo>
                  <a:pt x="744" y="0"/>
                </a:lnTo>
                <a:lnTo>
                  <a:pt x="739" y="0"/>
                </a:lnTo>
                <a:lnTo>
                  <a:pt x="734" y="0"/>
                </a:lnTo>
                <a:lnTo>
                  <a:pt x="729" y="0"/>
                </a:lnTo>
                <a:lnTo>
                  <a:pt x="723" y="0"/>
                </a:lnTo>
                <a:lnTo>
                  <a:pt x="717" y="0"/>
                </a:lnTo>
                <a:lnTo>
                  <a:pt x="710" y="0"/>
                </a:lnTo>
                <a:lnTo>
                  <a:pt x="702" y="0"/>
                </a:lnTo>
                <a:lnTo>
                  <a:pt x="693" y="0"/>
                </a:lnTo>
                <a:lnTo>
                  <a:pt x="684" y="0"/>
                </a:lnTo>
                <a:lnTo>
                  <a:pt x="674" y="0"/>
                </a:lnTo>
                <a:lnTo>
                  <a:pt x="662" y="0"/>
                </a:lnTo>
                <a:lnTo>
                  <a:pt x="650" y="0"/>
                </a:lnTo>
                <a:lnTo>
                  <a:pt x="637" y="0"/>
                </a:lnTo>
                <a:lnTo>
                  <a:pt x="622" y="0"/>
                </a:lnTo>
                <a:lnTo>
                  <a:pt x="606" y="0"/>
                </a:lnTo>
                <a:lnTo>
                  <a:pt x="589" y="0"/>
                </a:lnTo>
                <a:lnTo>
                  <a:pt x="571" y="0"/>
                </a:lnTo>
                <a:lnTo>
                  <a:pt x="550" y="0"/>
                </a:lnTo>
                <a:lnTo>
                  <a:pt x="529" y="0"/>
                </a:lnTo>
                <a:lnTo>
                  <a:pt x="506" y="0"/>
                </a:lnTo>
                <a:lnTo>
                  <a:pt x="481" y="0"/>
                </a:lnTo>
                <a:lnTo>
                  <a:pt x="454" y="0"/>
                </a:lnTo>
                <a:lnTo>
                  <a:pt x="426" y="0"/>
                </a:lnTo>
                <a:close/>
              </a:path>
            </a:pathLst>
          </a:custGeom>
          <a:noFill/>
          <a:ln w="33401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74893" name="Group 141">
            <a:extLst>
              <a:ext uri="{FF2B5EF4-FFF2-40B4-BE49-F238E27FC236}">
                <a16:creationId xmlns:a16="http://schemas.microsoft.com/office/drawing/2014/main" id="{1B788D1F-1660-4D9D-9CB3-A63CC86B9978}"/>
              </a:ext>
            </a:extLst>
          </p:cNvPr>
          <p:cNvGrpSpPr>
            <a:grpSpLocks/>
          </p:cNvGrpSpPr>
          <p:nvPr/>
        </p:nvGrpSpPr>
        <p:grpSpPr bwMode="auto">
          <a:xfrm>
            <a:off x="781050" y="6248400"/>
            <a:ext cx="2038350" cy="461963"/>
            <a:chOff x="2963918" y="5029200"/>
            <a:chExt cx="2038889" cy="461665"/>
          </a:xfrm>
        </p:grpSpPr>
        <p:sp>
          <p:nvSpPr>
            <p:cNvPr id="74894" name="TextBox 142">
              <a:extLst>
                <a:ext uri="{FF2B5EF4-FFF2-40B4-BE49-F238E27FC236}">
                  <a16:creationId xmlns:a16="http://schemas.microsoft.com/office/drawing/2014/main" id="{84B248D2-FC52-43B1-9422-CA2450D316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63918" y="5029200"/>
              <a:ext cx="2038889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= a + b + 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</a:t>
              </a:r>
            </a:p>
          </p:txBody>
        </p:sp>
        <p:sp>
          <p:nvSpPr>
            <p:cNvPr id="74895" name="Oval 143">
              <a:extLst>
                <a:ext uri="{FF2B5EF4-FFF2-40B4-BE49-F238E27FC236}">
                  <a16:creationId xmlns:a16="http://schemas.microsoft.com/office/drawing/2014/main" id="{E71E1CC7-E582-4249-9299-E7CE2682DC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9445" y="5214172"/>
              <a:ext cx="152400" cy="152400"/>
            </a:xfrm>
            <a:prstGeom prst="ellips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896" name="Oval 144">
              <a:extLst>
                <a:ext uri="{FF2B5EF4-FFF2-40B4-BE49-F238E27FC236}">
                  <a16:creationId xmlns:a16="http://schemas.microsoft.com/office/drawing/2014/main" id="{17643F00-7B5C-43E9-A977-09BB5D3BC65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900000">
              <a:off x="4392701" y="5214171"/>
              <a:ext cx="152400" cy="152400"/>
            </a:xfrm>
            <a:prstGeom prst="ellips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5777" name="Group 1">
            <a:extLst>
              <a:ext uri="{FF2B5EF4-FFF2-40B4-BE49-F238E27FC236}">
                <a16:creationId xmlns:a16="http://schemas.microsoft.com/office/drawing/2014/main" id="{348E1565-8FB2-447A-B1E1-E252BC335DB3}"/>
              </a:ext>
            </a:extLst>
          </p:cNvPr>
          <p:cNvGrpSpPr>
            <a:grpSpLocks/>
          </p:cNvGrpSpPr>
          <p:nvPr/>
        </p:nvGrpSpPr>
        <p:grpSpPr bwMode="auto">
          <a:xfrm>
            <a:off x="554038" y="762000"/>
            <a:ext cx="5008562" cy="2773363"/>
            <a:chOff x="2030413" y="1379538"/>
            <a:chExt cx="5008562" cy="2773362"/>
          </a:xfrm>
        </p:grpSpPr>
        <p:sp>
          <p:nvSpPr>
            <p:cNvPr id="75912" name="Rectangle 4">
              <a:extLst>
                <a:ext uri="{FF2B5EF4-FFF2-40B4-BE49-F238E27FC236}">
                  <a16:creationId xmlns:a16="http://schemas.microsoft.com/office/drawing/2014/main" id="{A1979226-391B-44DC-9E20-BA3AD3952F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1379538"/>
              <a:ext cx="4979987" cy="11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13" name="Rectangle 5">
              <a:extLst>
                <a:ext uri="{FF2B5EF4-FFF2-40B4-BE49-F238E27FC236}">
                  <a16:creationId xmlns:a16="http://schemas.microsoft.com/office/drawing/2014/main" id="{52C9A071-E089-494C-A101-6426F3C024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1403350"/>
              <a:ext cx="11112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14" name="Rectangle 6">
              <a:extLst>
                <a:ext uri="{FF2B5EF4-FFF2-40B4-BE49-F238E27FC236}">
                  <a16:creationId xmlns:a16="http://schemas.microsoft.com/office/drawing/2014/main" id="{9C67820E-5ED8-4518-A1C4-8C15A803BD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15" name="Rectangle 7">
              <a:extLst>
                <a:ext uri="{FF2B5EF4-FFF2-40B4-BE49-F238E27FC236}">
                  <a16:creationId xmlns:a16="http://schemas.microsoft.com/office/drawing/2014/main" id="{A990DD20-C857-4493-8329-99BE322072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688" y="1649413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Present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16" name="Rectangle 8">
              <a:extLst>
                <a:ext uri="{FF2B5EF4-FFF2-40B4-BE49-F238E27FC236}">
                  <a16:creationId xmlns:a16="http://schemas.microsoft.com/office/drawing/2014/main" id="{8FAC3B5F-8764-4DBE-8E82-46DA90D0B4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17" name="Rectangle 9">
              <a:extLst>
                <a:ext uri="{FF2B5EF4-FFF2-40B4-BE49-F238E27FC236}">
                  <a16:creationId xmlns:a16="http://schemas.microsoft.com/office/drawing/2014/main" id="{9A3F9571-8EFC-4FF7-B3A5-33F508FF2D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18" name="Rectangle 10">
              <a:extLst>
                <a:ext uri="{FF2B5EF4-FFF2-40B4-BE49-F238E27FC236}">
                  <a16:creationId xmlns:a16="http://schemas.microsoft.com/office/drawing/2014/main" id="{38C415B0-27FB-45FC-BBCE-43249C1D8F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858963"/>
              <a:ext cx="2925762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19" name="Rectangle 11">
              <a:extLst>
                <a:ext uri="{FF2B5EF4-FFF2-40B4-BE49-F238E27FC236}">
                  <a16:creationId xmlns:a16="http://schemas.microsoft.com/office/drawing/2014/main" id="{0B4E6AE1-7880-4892-87E1-C2D021A2E8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1871663"/>
              <a:ext cx="11112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20" name="Rectangle 12">
              <a:extLst>
                <a:ext uri="{FF2B5EF4-FFF2-40B4-BE49-F238E27FC236}">
                  <a16:creationId xmlns:a16="http://schemas.microsoft.com/office/drawing/2014/main" id="{2F758BFB-01BC-476A-AFD0-03D014F131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9713" y="1506538"/>
              <a:ext cx="10207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Nextstate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21" name="Rectangle 13">
              <a:extLst>
                <a:ext uri="{FF2B5EF4-FFF2-40B4-BE49-F238E27FC236}">
                  <a16:creationId xmlns:a16="http://schemas.microsoft.com/office/drawing/2014/main" id="{B5DE5B50-F7B9-466F-8CF6-D65A288037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22" name="Rectangle 14">
              <a:extLst>
                <a:ext uri="{FF2B5EF4-FFF2-40B4-BE49-F238E27FC236}">
                  <a16:creationId xmlns:a16="http://schemas.microsoft.com/office/drawing/2014/main" id="{A042601C-18E3-4C33-9D19-1E7EBEA7EC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8388" y="1973263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23" name="Rectangle 15">
              <a:extLst>
                <a:ext uri="{FF2B5EF4-FFF2-40B4-BE49-F238E27FC236}">
                  <a16:creationId xmlns:a16="http://schemas.microsoft.com/office/drawing/2014/main" id="{CABE1759-3FFB-41DD-9B30-9457E004C3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6438" y="197167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ab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24" name="Rectangle 16">
              <a:extLst>
                <a:ext uri="{FF2B5EF4-FFF2-40B4-BE49-F238E27FC236}">
                  <a16:creationId xmlns:a16="http://schemas.microsoft.com/office/drawing/2014/main" id="{6E439AFD-65A2-480C-BACF-4AB09B4642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825" y="1973263"/>
              <a:ext cx="460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=00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25" name="Rectangle 17">
              <a:extLst>
                <a:ext uri="{FF2B5EF4-FFF2-40B4-BE49-F238E27FC236}">
                  <a16:creationId xmlns:a16="http://schemas.microsoft.com/office/drawing/2014/main" id="{C40A97C1-8B11-4095-B867-4F0D11AD56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1813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26" name="Rectangle 18">
              <a:extLst>
                <a:ext uri="{FF2B5EF4-FFF2-40B4-BE49-F238E27FC236}">
                  <a16:creationId xmlns:a16="http://schemas.microsoft.com/office/drawing/2014/main" id="{5F540F9F-1AFB-4419-B3DB-C4F1C20796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9350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27" name="Rectangle 19">
              <a:extLst>
                <a:ext uri="{FF2B5EF4-FFF2-40B4-BE49-F238E27FC236}">
                  <a16:creationId xmlns:a16="http://schemas.microsoft.com/office/drawing/2014/main" id="{232209FE-53F3-48D0-BA72-A41B5B3D6C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28" name="Rectangle 20">
              <a:extLst>
                <a:ext uri="{FF2B5EF4-FFF2-40B4-BE49-F238E27FC236}">
                  <a16:creationId xmlns:a16="http://schemas.microsoft.com/office/drawing/2014/main" id="{E0E1E45D-A614-4309-BCD2-999407F60F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3713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29" name="Rectangle 21">
              <a:extLst>
                <a:ext uri="{FF2B5EF4-FFF2-40B4-BE49-F238E27FC236}">
                  <a16:creationId xmlns:a16="http://schemas.microsoft.com/office/drawing/2014/main" id="{5CFC0B2E-C4B2-443C-9CBF-606632DBF0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30" name="Rectangle 22">
              <a:extLst>
                <a:ext uri="{FF2B5EF4-FFF2-40B4-BE49-F238E27FC236}">
                  <a16:creationId xmlns:a16="http://schemas.microsoft.com/office/drawing/2014/main" id="{726D4131-0ADB-432E-9258-59FE157348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316163"/>
              <a:ext cx="2925762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31" name="Rectangle 23">
              <a:extLst>
                <a:ext uri="{FF2B5EF4-FFF2-40B4-BE49-F238E27FC236}">
                  <a16:creationId xmlns:a16="http://schemas.microsoft.com/office/drawing/2014/main" id="{A163970D-6F5F-45E7-A834-AD98BC2953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2328863"/>
              <a:ext cx="11112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32" name="Rectangle 24">
              <a:extLst>
                <a:ext uri="{FF2B5EF4-FFF2-40B4-BE49-F238E27FC236}">
                  <a16:creationId xmlns:a16="http://schemas.microsoft.com/office/drawing/2014/main" id="{5886E718-CAF3-4AEB-AC91-BAC6747908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2200" y="1881188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Output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33" name="Rectangle 25">
              <a:extLst>
                <a:ext uri="{FF2B5EF4-FFF2-40B4-BE49-F238E27FC236}">
                  <a16:creationId xmlns:a16="http://schemas.microsoft.com/office/drawing/2014/main" id="{6ECE593F-CBCF-4CE3-AAC3-713137B73A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6800" y="22812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34" name="Rectangle 26">
              <a:extLst>
                <a:ext uri="{FF2B5EF4-FFF2-40B4-BE49-F238E27FC236}">
                  <a16:creationId xmlns:a16="http://schemas.microsoft.com/office/drawing/2014/main" id="{680637CE-3FC6-4CDE-9697-AE93B2D044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0625" y="2379663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35" name="Rectangle 27">
              <a:extLst>
                <a:ext uri="{FF2B5EF4-FFF2-40B4-BE49-F238E27FC236}">
                  <a16:creationId xmlns:a16="http://schemas.microsoft.com/office/drawing/2014/main" id="{3BD9F915-F3FA-4A8F-A24A-C0FE08515E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281238"/>
              <a:ext cx="17621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36" name="Rectangle 28">
              <a:extLst>
                <a:ext uri="{FF2B5EF4-FFF2-40B4-BE49-F238E27FC236}">
                  <a16:creationId xmlns:a16="http://schemas.microsoft.com/office/drawing/2014/main" id="{E5CD5F36-1DF8-4C6E-BCD7-EB300BC379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37" name="Rectangle 29">
              <a:extLst>
                <a:ext uri="{FF2B5EF4-FFF2-40B4-BE49-F238E27FC236}">
                  <a16:creationId xmlns:a16="http://schemas.microsoft.com/office/drawing/2014/main" id="{99DB8B84-F78D-46FD-A4BF-77DA11A8D7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8750" y="2379663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38" name="Rectangle 30">
              <a:extLst>
                <a:ext uri="{FF2B5EF4-FFF2-40B4-BE49-F238E27FC236}">
                  <a16:creationId xmlns:a16="http://schemas.microsoft.com/office/drawing/2014/main" id="{C9347D52-761F-453A-A611-F389AAF560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7363" y="24272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39" name="Rectangle 31">
              <a:extLst>
                <a:ext uri="{FF2B5EF4-FFF2-40B4-BE49-F238E27FC236}">
                  <a16:creationId xmlns:a16="http://schemas.microsoft.com/office/drawing/2014/main" id="{3CD11834-277C-4CE2-9E38-5ADBC07CE4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3413" y="25241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40" name="Rectangle 32">
              <a:extLst>
                <a:ext uri="{FF2B5EF4-FFF2-40B4-BE49-F238E27FC236}">
                  <a16:creationId xmlns:a16="http://schemas.microsoft.com/office/drawing/2014/main" id="{670F7EF8-405E-4CF0-9CBD-B1A5AB6716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7713" y="24272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41" name="Rectangle 33">
              <a:extLst>
                <a:ext uri="{FF2B5EF4-FFF2-40B4-BE49-F238E27FC236}">
                  <a16:creationId xmlns:a16="http://schemas.microsoft.com/office/drawing/2014/main" id="{9BFD711A-C984-45CB-8C90-8E1ED40B2C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42" name="Rectangle 34">
              <a:extLst>
                <a:ext uri="{FF2B5EF4-FFF2-40B4-BE49-F238E27FC236}">
                  <a16:creationId xmlns:a16="http://schemas.microsoft.com/office/drawing/2014/main" id="{7D4F19C4-9132-49BB-B506-7F7F063D45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3763" y="25241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43" name="Rectangle 35">
              <a:extLst>
                <a:ext uri="{FF2B5EF4-FFF2-40B4-BE49-F238E27FC236}">
                  <a16:creationId xmlns:a16="http://schemas.microsoft.com/office/drawing/2014/main" id="{DE36E8EB-0D6C-4E4E-92EB-4EE5247EDF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44" name="Rectangle 36">
              <a:extLst>
                <a:ext uri="{FF2B5EF4-FFF2-40B4-BE49-F238E27FC236}">
                  <a16:creationId xmlns:a16="http://schemas.microsoft.com/office/drawing/2014/main" id="{E187DBD9-313A-4D43-89E4-426A0C51D5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2771775"/>
              <a:ext cx="49799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45" name="Rectangle 37">
              <a:extLst>
                <a:ext uri="{FF2B5EF4-FFF2-40B4-BE49-F238E27FC236}">
                  <a16:creationId xmlns:a16="http://schemas.microsoft.com/office/drawing/2014/main" id="{E6571670-732B-4F68-84C0-97477FC0BC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2787650"/>
              <a:ext cx="11112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46" name="Rectangle 38">
              <a:extLst>
                <a:ext uri="{FF2B5EF4-FFF2-40B4-BE49-F238E27FC236}">
                  <a16:creationId xmlns:a16="http://schemas.microsoft.com/office/drawing/2014/main" id="{15F9012E-6071-4968-A9A3-51E3655855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62713" y="2281238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47" name="Rectangle 39">
              <a:extLst>
                <a:ext uri="{FF2B5EF4-FFF2-40B4-BE49-F238E27FC236}">
                  <a16:creationId xmlns:a16="http://schemas.microsoft.com/office/drawing/2014/main" id="{037BB5FE-0D4B-4B85-87F2-A39788D34B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48" name="Rectangle 40">
              <a:extLst>
                <a:ext uri="{FF2B5EF4-FFF2-40B4-BE49-F238E27FC236}">
                  <a16:creationId xmlns:a16="http://schemas.microsoft.com/office/drawing/2014/main" id="{FA8AF4ED-EF59-40C2-A01E-1196A6AA5A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49" name="Rectangle 41">
              <a:extLst>
                <a:ext uri="{FF2B5EF4-FFF2-40B4-BE49-F238E27FC236}">
                  <a16:creationId xmlns:a16="http://schemas.microsoft.com/office/drawing/2014/main" id="{F04961E7-B0E1-424E-8D66-F8CC515027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50" name="Rectangle 42">
              <a:extLst>
                <a:ext uri="{FF2B5EF4-FFF2-40B4-BE49-F238E27FC236}">
                  <a16:creationId xmlns:a16="http://schemas.microsoft.com/office/drawing/2014/main" id="{A28EE3BF-76F6-4A84-9D0E-FE5C8BDB12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51" name="Rectangle 43">
              <a:extLst>
                <a:ext uri="{FF2B5EF4-FFF2-40B4-BE49-F238E27FC236}">
                  <a16:creationId xmlns:a16="http://schemas.microsoft.com/office/drawing/2014/main" id="{1073C11F-1CB8-4862-87DB-9051FCBE1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52" name="Rectangle 44">
              <a:extLst>
                <a:ext uri="{FF2B5EF4-FFF2-40B4-BE49-F238E27FC236}">
                  <a16:creationId xmlns:a16="http://schemas.microsoft.com/office/drawing/2014/main" id="{613BC97C-3A8D-415A-8D24-D55B3A5FFD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53" name="Rectangle 45">
              <a:extLst>
                <a:ext uri="{FF2B5EF4-FFF2-40B4-BE49-F238E27FC236}">
                  <a16:creationId xmlns:a16="http://schemas.microsoft.com/office/drawing/2014/main" id="{59BCF2E2-EEE3-4702-833C-F9443FB496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54" name="Rectangle 46">
              <a:extLst>
                <a:ext uri="{FF2B5EF4-FFF2-40B4-BE49-F238E27FC236}">
                  <a16:creationId xmlns:a16="http://schemas.microsoft.com/office/drawing/2014/main" id="{6B4A32B7-B2B1-411E-A2C7-30648C16F9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55" name="Rectangle 47">
              <a:extLst>
                <a:ext uri="{FF2B5EF4-FFF2-40B4-BE49-F238E27FC236}">
                  <a16:creationId xmlns:a16="http://schemas.microsoft.com/office/drawing/2014/main" id="{43542D24-A717-4E29-8666-6A3A34ADD7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56" name="Rectangle 48">
              <a:extLst>
                <a:ext uri="{FF2B5EF4-FFF2-40B4-BE49-F238E27FC236}">
                  <a16:creationId xmlns:a16="http://schemas.microsoft.com/office/drawing/2014/main" id="{46A9E535-C0F8-4D12-BCD2-D254B2342B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57" name="Rectangle 49">
              <a:extLst>
                <a:ext uri="{FF2B5EF4-FFF2-40B4-BE49-F238E27FC236}">
                  <a16:creationId xmlns:a16="http://schemas.microsoft.com/office/drawing/2014/main" id="{438B6C8C-BB81-47AB-BEFA-CA6FA11054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189288"/>
              <a:ext cx="11112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58" name="Rectangle 50">
              <a:extLst>
                <a:ext uri="{FF2B5EF4-FFF2-40B4-BE49-F238E27FC236}">
                  <a16:creationId xmlns:a16="http://schemas.microsoft.com/office/drawing/2014/main" id="{153D017A-8441-4C89-BBA7-7F327FAC07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59" name="Rectangle 51">
              <a:extLst>
                <a:ext uri="{FF2B5EF4-FFF2-40B4-BE49-F238E27FC236}">
                  <a16:creationId xmlns:a16="http://schemas.microsoft.com/office/drawing/2014/main" id="{6461DEA9-ED70-4F12-95EF-96303402D9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60" name="Rectangle 52">
              <a:extLst>
                <a:ext uri="{FF2B5EF4-FFF2-40B4-BE49-F238E27FC236}">
                  <a16:creationId xmlns:a16="http://schemas.microsoft.com/office/drawing/2014/main" id="{B7EB4922-A08B-4070-9032-F5952D5AB3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61" name="Rectangle 53">
              <a:extLst>
                <a:ext uri="{FF2B5EF4-FFF2-40B4-BE49-F238E27FC236}">
                  <a16:creationId xmlns:a16="http://schemas.microsoft.com/office/drawing/2014/main" id="{36134177-7FFD-4C74-9357-3620EF142E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62" name="Rectangle 54">
              <a:extLst>
                <a:ext uri="{FF2B5EF4-FFF2-40B4-BE49-F238E27FC236}">
                  <a16:creationId xmlns:a16="http://schemas.microsoft.com/office/drawing/2014/main" id="{002EF88C-3E7E-4C3E-82B3-E387C22DE0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63" name="Rectangle 55">
              <a:extLst>
                <a:ext uri="{FF2B5EF4-FFF2-40B4-BE49-F238E27FC236}">
                  <a16:creationId xmlns:a16="http://schemas.microsoft.com/office/drawing/2014/main" id="{13356272-B72B-4BDE-A87E-57ACBEAC76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64" name="Rectangle 56">
              <a:extLst>
                <a:ext uri="{FF2B5EF4-FFF2-40B4-BE49-F238E27FC236}">
                  <a16:creationId xmlns:a16="http://schemas.microsoft.com/office/drawing/2014/main" id="{92774654-8FEF-4E12-B5E5-9C3D42FCD7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65" name="Rectangle 57">
              <a:extLst>
                <a:ext uri="{FF2B5EF4-FFF2-40B4-BE49-F238E27FC236}">
                  <a16:creationId xmlns:a16="http://schemas.microsoft.com/office/drawing/2014/main" id="{7CC9C58E-DCEB-4375-A0ED-AEA6339492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66" name="Rectangle 58">
              <a:extLst>
                <a:ext uri="{FF2B5EF4-FFF2-40B4-BE49-F238E27FC236}">
                  <a16:creationId xmlns:a16="http://schemas.microsoft.com/office/drawing/2014/main" id="{5384F47C-9606-431B-A20D-C75659DF13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67" name="Rectangle 59">
              <a:extLst>
                <a:ext uri="{FF2B5EF4-FFF2-40B4-BE49-F238E27FC236}">
                  <a16:creationId xmlns:a16="http://schemas.microsoft.com/office/drawing/2014/main" id="{D64BD0F9-C496-4D0F-82CB-C3B6DEA876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68" name="Rectangle 60">
              <a:extLst>
                <a:ext uri="{FF2B5EF4-FFF2-40B4-BE49-F238E27FC236}">
                  <a16:creationId xmlns:a16="http://schemas.microsoft.com/office/drawing/2014/main" id="{899752EB-E930-45DA-A792-4FA308D4FB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69" name="Rectangle 61">
              <a:extLst>
                <a:ext uri="{FF2B5EF4-FFF2-40B4-BE49-F238E27FC236}">
                  <a16:creationId xmlns:a16="http://schemas.microsoft.com/office/drawing/2014/main" id="{BD9CBC09-6507-491F-9110-871B50270C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494088"/>
              <a:ext cx="11112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70" name="Rectangle 62">
              <a:extLst>
                <a:ext uri="{FF2B5EF4-FFF2-40B4-BE49-F238E27FC236}">
                  <a16:creationId xmlns:a16="http://schemas.microsoft.com/office/drawing/2014/main" id="{B310DE73-5D36-42DB-AD41-948C474C25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71" name="Rectangle 63">
              <a:extLst>
                <a:ext uri="{FF2B5EF4-FFF2-40B4-BE49-F238E27FC236}">
                  <a16:creationId xmlns:a16="http://schemas.microsoft.com/office/drawing/2014/main" id="{9368B8A2-376E-4A0A-BE7E-055CDCB094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72" name="Rectangle 64">
              <a:extLst>
                <a:ext uri="{FF2B5EF4-FFF2-40B4-BE49-F238E27FC236}">
                  <a16:creationId xmlns:a16="http://schemas.microsoft.com/office/drawing/2014/main" id="{F0A3663A-8C0E-4176-AC1C-8CD244B03E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73" name="Rectangle 65">
              <a:extLst>
                <a:ext uri="{FF2B5EF4-FFF2-40B4-BE49-F238E27FC236}">
                  <a16:creationId xmlns:a16="http://schemas.microsoft.com/office/drawing/2014/main" id="{F336AE16-42D9-401D-92BA-6BA05C15CB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74" name="Rectangle 66">
              <a:extLst>
                <a:ext uri="{FF2B5EF4-FFF2-40B4-BE49-F238E27FC236}">
                  <a16:creationId xmlns:a16="http://schemas.microsoft.com/office/drawing/2014/main" id="{B18CD8FC-E0CC-44C7-ACA5-8CF51FE7AC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75" name="Rectangle 67">
              <a:extLst>
                <a:ext uri="{FF2B5EF4-FFF2-40B4-BE49-F238E27FC236}">
                  <a16:creationId xmlns:a16="http://schemas.microsoft.com/office/drawing/2014/main" id="{8F49A12F-D33B-4093-9FC5-709610B3DA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76" name="Rectangle 68">
              <a:extLst>
                <a:ext uri="{FF2B5EF4-FFF2-40B4-BE49-F238E27FC236}">
                  <a16:creationId xmlns:a16="http://schemas.microsoft.com/office/drawing/2014/main" id="{1CA772AC-68B0-4537-8CD7-6FF4ECCA8A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77" name="Rectangle 69">
              <a:extLst>
                <a:ext uri="{FF2B5EF4-FFF2-40B4-BE49-F238E27FC236}">
                  <a16:creationId xmlns:a16="http://schemas.microsoft.com/office/drawing/2014/main" id="{B06C3F9F-21FC-4144-9C55-409F673DAB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78" name="Rectangle 70">
              <a:extLst>
                <a:ext uri="{FF2B5EF4-FFF2-40B4-BE49-F238E27FC236}">
                  <a16:creationId xmlns:a16="http://schemas.microsoft.com/office/drawing/2014/main" id="{66212D13-744D-4160-80B3-FC3BC5097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79" name="Rectangle 71">
              <a:extLst>
                <a:ext uri="{FF2B5EF4-FFF2-40B4-BE49-F238E27FC236}">
                  <a16:creationId xmlns:a16="http://schemas.microsoft.com/office/drawing/2014/main" id="{B6807714-094C-4B49-B46B-4C6AFC9073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80" name="Rectangle 72">
              <a:extLst>
                <a:ext uri="{FF2B5EF4-FFF2-40B4-BE49-F238E27FC236}">
                  <a16:creationId xmlns:a16="http://schemas.microsoft.com/office/drawing/2014/main" id="{17F32665-DB10-4F20-B16A-830BE60BC9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81" name="Rectangle 73">
              <a:extLst>
                <a:ext uri="{FF2B5EF4-FFF2-40B4-BE49-F238E27FC236}">
                  <a16:creationId xmlns:a16="http://schemas.microsoft.com/office/drawing/2014/main" id="{8F16D633-AB95-42D7-BE74-452FEB1B88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803650"/>
              <a:ext cx="11112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82" name="Rectangle 74">
              <a:extLst>
                <a:ext uri="{FF2B5EF4-FFF2-40B4-BE49-F238E27FC236}">
                  <a16:creationId xmlns:a16="http://schemas.microsoft.com/office/drawing/2014/main" id="{69AA1F91-456D-4F5B-B25B-711A17E8E2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83" name="Rectangle 75">
              <a:extLst>
                <a:ext uri="{FF2B5EF4-FFF2-40B4-BE49-F238E27FC236}">
                  <a16:creationId xmlns:a16="http://schemas.microsoft.com/office/drawing/2014/main" id="{7F4D47F2-A003-4751-BF83-2ADA0B0873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84" name="Rectangle 76">
              <a:extLst>
                <a:ext uri="{FF2B5EF4-FFF2-40B4-BE49-F238E27FC236}">
                  <a16:creationId xmlns:a16="http://schemas.microsoft.com/office/drawing/2014/main" id="{5A5DD594-B3C8-4E68-8431-72B54A1A7D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85" name="Rectangle 77">
              <a:extLst>
                <a:ext uri="{FF2B5EF4-FFF2-40B4-BE49-F238E27FC236}">
                  <a16:creationId xmlns:a16="http://schemas.microsoft.com/office/drawing/2014/main" id="{6C0E6E03-19FB-42DE-A232-865C7CD3E9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86" name="Rectangle 78">
              <a:extLst>
                <a:ext uri="{FF2B5EF4-FFF2-40B4-BE49-F238E27FC236}">
                  <a16:creationId xmlns:a16="http://schemas.microsoft.com/office/drawing/2014/main" id="{BA210C9C-2F14-4855-992F-7C574EB160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87" name="Rectangle 79">
              <a:extLst>
                <a:ext uri="{FF2B5EF4-FFF2-40B4-BE49-F238E27FC236}">
                  <a16:creationId xmlns:a16="http://schemas.microsoft.com/office/drawing/2014/main" id="{46315924-0257-4CA0-9E49-96063B3619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88" name="Rectangle 80">
              <a:extLst>
                <a:ext uri="{FF2B5EF4-FFF2-40B4-BE49-F238E27FC236}">
                  <a16:creationId xmlns:a16="http://schemas.microsoft.com/office/drawing/2014/main" id="{44657C59-CE63-404B-8126-3F59B7C762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89" name="Rectangle 81">
              <a:extLst>
                <a:ext uri="{FF2B5EF4-FFF2-40B4-BE49-F238E27FC236}">
                  <a16:creationId xmlns:a16="http://schemas.microsoft.com/office/drawing/2014/main" id="{18946A5B-45C2-4A02-B0E6-6B48FD958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90" name="Rectangle 82">
              <a:extLst>
                <a:ext uri="{FF2B5EF4-FFF2-40B4-BE49-F238E27FC236}">
                  <a16:creationId xmlns:a16="http://schemas.microsoft.com/office/drawing/2014/main" id="{0B534752-B64E-4925-8C02-34B2A1650F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91" name="Rectangle 83">
              <a:extLst>
                <a:ext uri="{FF2B5EF4-FFF2-40B4-BE49-F238E27FC236}">
                  <a16:creationId xmlns:a16="http://schemas.microsoft.com/office/drawing/2014/main" id="{296BFFD4-F3E3-4CC4-86DC-2ACD0626DA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92" name="Rectangle 84">
              <a:extLst>
                <a:ext uri="{FF2B5EF4-FFF2-40B4-BE49-F238E27FC236}">
                  <a16:creationId xmlns:a16="http://schemas.microsoft.com/office/drawing/2014/main" id="{CC8AB2A4-0AB8-41B4-9312-AF9C2D6CA3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93" name="Rectangle 85">
              <a:extLst>
                <a:ext uri="{FF2B5EF4-FFF2-40B4-BE49-F238E27FC236}">
                  <a16:creationId xmlns:a16="http://schemas.microsoft.com/office/drawing/2014/main" id="{1026B765-B7FA-4039-AA3C-50BECA6DC7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4140200"/>
              <a:ext cx="49799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994" name="Rectangle 86">
              <a:extLst>
                <a:ext uri="{FF2B5EF4-FFF2-40B4-BE49-F238E27FC236}">
                  <a16:creationId xmlns:a16="http://schemas.microsoft.com/office/drawing/2014/main" id="{CE507A2B-C6A6-4BDE-888F-0D1B26BD3F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86" name="Rectangle 2">
            <a:extLst>
              <a:ext uri="{FF2B5EF4-FFF2-40B4-BE49-F238E27FC236}">
                <a16:creationId xmlns:a16="http://schemas.microsoft.com/office/drawing/2014/main" id="{E531096A-6AAC-984C-9E6F-026FD476B2CC}"/>
              </a:ext>
            </a:extLst>
          </p:cNvPr>
          <p:cNvSpPr txBox="1">
            <a:spLocks noChangeArrowheads="1"/>
          </p:cNvSpPr>
          <p:nvPr/>
        </p:nvSpPr>
        <p:spPr>
          <a:xfrm>
            <a:off x="790575" y="100013"/>
            <a:ext cx="4695825" cy="814387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Deriving Y</a:t>
            </a:r>
            <a:r>
              <a:rPr kumimoji="0" lang="en-US" sz="36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2</a:t>
            </a:r>
          </a:p>
        </p:txBody>
      </p:sp>
      <p:graphicFrame>
        <p:nvGraphicFramePr>
          <p:cNvPr id="88" name="Shape 730">
            <a:extLst>
              <a:ext uri="{FF2B5EF4-FFF2-40B4-BE49-F238E27FC236}">
                <a16:creationId xmlns:a16="http://schemas.microsoft.com/office/drawing/2014/main" id="{10542BDA-8016-764A-895B-54F4B4B90F6D}"/>
              </a:ext>
            </a:extLst>
          </p:cNvPr>
          <p:cNvGraphicFramePr>
            <a:graphicFrameLocks noGrp="1"/>
          </p:cNvGraphicFramePr>
          <p:nvPr/>
        </p:nvGraphicFramePr>
        <p:xfrm>
          <a:off x="6791325" y="76200"/>
          <a:ext cx="2124075" cy="6746875"/>
        </p:xfrm>
        <a:graphic>
          <a:graphicData uri="http://schemas.openxmlformats.org/drawingml/2006/table">
            <a:tbl>
              <a:tblPr/>
              <a:tblGrid>
                <a:gridCol w="354013">
                  <a:extLst>
                    <a:ext uri="{9D8B030D-6E8A-4147-A177-3AD203B41FA5}">
                      <a16:colId xmlns:a16="http://schemas.microsoft.com/office/drawing/2014/main" val="2526654105"/>
                    </a:ext>
                  </a:extLst>
                </a:gridCol>
                <a:gridCol w="354012">
                  <a:extLst>
                    <a:ext uri="{9D8B030D-6E8A-4147-A177-3AD203B41FA5}">
                      <a16:colId xmlns:a16="http://schemas.microsoft.com/office/drawing/2014/main" val="2072115312"/>
                    </a:ext>
                  </a:extLst>
                </a:gridCol>
                <a:gridCol w="354013">
                  <a:extLst>
                    <a:ext uri="{9D8B030D-6E8A-4147-A177-3AD203B41FA5}">
                      <a16:colId xmlns:a16="http://schemas.microsoft.com/office/drawing/2014/main" val="314737852"/>
                    </a:ext>
                  </a:extLst>
                </a:gridCol>
                <a:gridCol w="354012">
                  <a:extLst>
                    <a:ext uri="{9D8B030D-6E8A-4147-A177-3AD203B41FA5}">
                      <a16:colId xmlns:a16="http://schemas.microsoft.com/office/drawing/2014/main" val="4085871029"/>
                    </a:ext>
                  </a:extLst>
                </a:gridCol>
                <a:gridCol w="354013">
                  <a:extLst>
                    <a:ext uri="{9D8B030D-6E8A-4147-A177-3AD203B41FA5}">
                      <a16:colId xmlns:a16="http://schemas.microsoft.com/office/drawing/2014/main" val="2011911006"/>
                    </a:ext>
                  </a:extLst>
                </a:gridCol>
                <a:gridCol w="354012">
                  <a:extLst>
                    <a:ext uri="{9D8B030D-6E8A-4147-A177-3AD203B41FA5}">
                      <a16:colId xmlns:a16="http://schemas.microsoft.com/office/drawing/2014/main" val="3859303421"/>
                    </a:ext>
                  </a:extLst>
                </a:gridCol>
              </a:tblGrid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2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a</a:t>
                      </a:r>
                      <a:endParaRPr kumimoji="0" lang="en-US" altLang="en-US" sz="14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MS PGothic" panose="020B0600070205080204" pitchFamily="34" charset="-128"/>
                        <a:sym typeface="Times New Roman" panose="02020603050405020304" pitchFamily="18" charset="0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b</a:t>
                      </a:r>
                      <a:endParaRPr kumimoji="0" lang="en-US" altLang="en-US" sz="14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MS PGothic" panose="020B0600070205080204" pitchFamily="34" charset="-128"/>
                        <a:sym typeface="Times New Roman" panose="02020603050405020304" pitchFamily="18" charset="0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2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8239662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364114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6913093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2931998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2893229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2600973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0710298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0383800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6664614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80864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51225102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637190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1252821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908834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2165059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6471388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0971944"/>
                  </a:ext>
                </a:extLst>
              </a:tr>
            </a:tbl>
          </a:graphicData>
        </a:graphic>
      </p:graphicFrame>
      <p:sp>
        <p:nvSpPr>
          <p:cNvPr id="75907" name="Rectangle 88">
            <a:extLst>
              <a:ext uri="{FF2B5EF4-FFF2-40B4-BE49-F238E27FC236}">
                <a16:creationId xmlns:a16="http://schemas.microsoft.com/office/drawing/2014/main" id="{B77014C6-F426-4CC5-AF75-D514AFF416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1250" y="2252663"/>
            <a:ext cx="293688" cy="121920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5908" name="Rectangle 90">
            <a:extLst>
              <a:ext uri="{FF2B5EF4-FFF2-40B4-BE49-F238E27FC236}">
                <a16:creationId xmlns:a16="http://schemas.microsoft.com/office/drawing/2014/main" id="{27B2AD8B-5708-435E-951D-E65A683D79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62275" y="2263775"/>
            <a:ext cx="293688" cy="121920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5909" name="Rectangle 91">
            <a:extLst>
              <a:ext uri="{FF2B5EF4-FFF2-40B4-BE49-F238E27FC236}">
                <a16:creationId xmlns:a16="http://schemas.microsoft.com/office/drawing/2014/main" id="{2BE94B2C-0637-47EA-B3D0-598A845F69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03625" y="2260600"/>
            <a:ext cx="293688" cy="121920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5910" name="Rectangle 92">
            <a:extLst>
              <a:ext uri="{FF2B5EF4-FFF2-40B4-BE49-F238E27FC236}">
                <a16:creationId xmlns:a16="http://schemas.microsoft.com/office/drawing/2014/main" id="{BB7CA80C-2BD0-496F-8A9F-1ED6414C19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5763" y="2257425"/>
            <a:ext cx="293687" cy="121920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5911" name="Rectangle 93">
            <a:extLst>
              <a:ext uri="{FF2B5EF4-FFF2-40B4-BE49-F238E27FC236}">
                <a16:creationId xmlns:a16="http://schemas.microsoft.com/office/drawing/2014/main" id="{6EF50E2A-2C81-4381-A7DE-69F3B58B95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84513" y="1766888"/>
            <a:ext cx="206375" cy="334962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801" name="Group 1">
            <a:extLst>
              <a:ext uri="{FF2B5EF4-FFF2-40B4-BE49-F238E27FC236}">
                <a16:creationId xmlns:a16="http://schemas.microsoft.com/office/drawing/2014/main" id="{8756B07D-809C-4302-8C15-ED36D1C9582B}"/>
              </a:ext>
            </a:extLst>
          </p:cNvPr>
          <p:cNvGrpSpPr>
            <a:grpSpLocks/>
          </p:cNvGrpSpPr>
          <p:nvPr/>
        </p:nvGrpSpPr>
        <p:grpSpPr bwMode="auto">
          <a:xfrm>
            <a:off x="554038" y="762000"/>
            <a:ext cx="5008562" cy="2773363"/>
            <a:chOff x="2030413" y="1379538"/>
            <a:chExt cx="5008562" cy="2773362"/>
          </a:xfrm>
        </p:grpSpPr>
        <p:sp>
          <p:nvSpPr>
            <p:cNvPr id="76936" name="Rectangle 4">
              <a:extLst>
                <a:ext uri="{FF2B5EF4-FFF2-40B4-BE49-F238E27FC236}">
                  <a16:creationId xmlns:a16="http://schemas.microsoft.com/office/drawing/2014/main" id="{AC1514B4-C25D-41ED-8547-E2B274C73E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1379538"/>
              <a:ext cx="4979987" cy="11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37" name="Rectangle 5">
              <a:extLst>
                <a:ext uri="{FF2B5EF4-FFF2-40B4-BE49-F238E27FC236}">
                  <a16:creationId xmlns:a16="http://schemas.microsoft.com/office/drawing/2014/main" id="{A6269F33-7A87-4772-9D16-F3699ABADE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1403350"/>
              <a:ext cx="11112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38" name="Rectangle 6">
              <a:extLst>
                <a:ext uri="{FF2B5EF4-FFF2-40B4-BE49-F238E27FC236}">
                  <a16:creationId xmlns:a16="http://schemas.microsoft.com/office/drawing/2014/main" id="{3BAA1E82-1ABA-41C3-9370-50156364D0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39" name="Rectangle 7">
              <a:extLst>
                <a:ext uri="{FF2B5EF4-FFF2-40B4-BE49-F238E27FC236}">
                  <a16:creationId xmlns:a16="http://schemas.microsoft.com/office/drawing/2014/main" id="{A01D58F4-D5E6-4DDA-B20C-30160EC681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688" y="1649413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Present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40" name="Rectangle 8">
              <a:extLst>
                <a:ext uri="{FF2B5EF4-FFF2-40B4-BE49-F238E27FC236}">
                  <a16:creationId xmlns:a16="http://schemas.microsoft.com/office/drawing/2014/main" id="{E8FBD42C-7EEE-4FCA-BFB7-25B674F701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41" name="Rectangle 9">
              <a:extLst>
                <a:ext uri="{FF2B5EF4-FFF2-40B4-BE49-F238E27FC236}">
                  <a16:creationId xmlns:a16="http://schemas.microsoft.com/office/drawing/2014/main" id="{FC70F3AC-1453-4F51-A221-1760BB4F52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42" name="Rectangle 10">
              <a:extLst>
                <a:ext uri="{FF2B5EF4-FFF2-40B4-BE49-F238E27FC236}">
                  <a16:creationId xmlns:a16="http://schemas.microsoft.com/office/drawing/2014/main" id="{09F28161-87F5-4F53-BF3A-80023F1921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858963"/>
              <a:ext cx="2925762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43" name="Rectangle 11">
              <a:extLst>
                <a:ext uri="{FF2B5EF4-FFF2-40B4-BE49-F238E27FC236}">
                  <a16:creationId xmlns:a16="http://schemas.microsoft.com/office/drawing/2014/main" id="{8BE897E2-12BA-4ACC-8C10-FCD35ADAC0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1871663"/>
              <a:ext cx="11112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44" name="Rectangle 12">
              <a:extLst>
                <a:ext uri="{FF2B5EF4-FFF2-40B4-BE49-F238E27FC236}">
                  <a16:creationId xmlns:a16="http://schemas.microsoft.com/office/drawing/2014/main" id="{508B42DD-1B27-418E-BD2E-8C1A8B0797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9713" y="1506538"/>
              <a:ext cx="10207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Nextstate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45" name="Rectangle 13">
              <a:extLst>
                <a:ext uri="{FF2B5EF4-FFF2-40B4-BE49-F238E27FC236}">
                  <a16:creationId xmlns:a16="http://schemas.microsoft.com/office/drawing/2014/main" id="{6967BA40-29DC-4831-AB96-2BD1CB6A1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46" name="Rectangle 14">
              <a:extLst>
                <a:ext uri="{FF2B5EF4-FFF2-40B4-BE49-F238E27FC236}">
                  <a16:creationId xmlns:a16="http://schemas.microsoft.com/office/drawing/2014/main" id="{774EDB29-AEE6-4F38-B6BB-340D5216E9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8388" y="1973263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47" name="Rectangle 15">
              <a:extLst>
                <a:ext uri="{FF2B5EF4-FFF2-40B4-BE49-F238E27FC236}">
                  <a16:creationId xmlns:a16="http://schemas.microsoft.com/office/drawing/2014/main" id="{05636C94-78D3-45E3-9224-2F30ABB469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6438" y="197167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ab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48" name="Rectangle 16">
              <a:extLst>
                <a:ext uri="{FF2B5EF4-FFF2-40B4-BE49-F238E27FC236}">
                  <a16:creationId xmlns:a16="http://schemas.microsoft.com/office/drawing/2014/main" id="{64A9DBB8-B67A-4418-B464-4C99EB89C4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825" y="1973263"/>
              <a:ext cx="460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=00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49" name="Rectangle 17">
              <a:extLst>
                <a:ext uri="{FF2B5EF4-FFF2-40B4-BE49-F238E27FC236}">
                  <a16:creationId xmlns:a16="http://schemas.microsoft.com/office/drawing/2014/main" id="{A28D39FD-CEA3-4014-A962-BA6413202A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1813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50" name="Rectangle 18">
              <a:extLst>
                <a:ext uri="{FF2B5EF4-FFF2-40B4-BE49-F238E27FC236}">
                  <a16:creationId xmlns:a16="http://schemas.microsoft.com/office/drawing/2014/main" id="{B0ABD55B-C7EA-412F-AB8E-55F7B5DE2A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9350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51" name="Rectangle 19">
              <a:extLst>
                <a:ext uri="{FF2B5EF4-FFF2-40B4-BE49-F238E27FC236}">
                  <a16:creationId xmlns:a16="http://schemas.microsoft.com/office/drawing/2014/main" id="{A654359C-F0E4-46A2-A5F4-2A88099C57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52" name="Rectangle 20">
              <a:extLst>
                <a:ext uri="{FF2B5EF4-FFF2-40B4-BE49-F238E27FC236}">
                  <a16:creationId xmlns:a16="http://schemas.microsoft.com/office/drawing/2014/main" id="{D1998F09-4BE0-4D57-A3D0-37874698FD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3713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53" name="Rectangle 21">
              <a:extLst>
                <a:ext uri="{FF2B5EF4-FFF2-40B4-BE49-F238E27FC236}">
                  <a16:creationId xmlns:a16="http://schemas.microsoft.com/office/drawing/2014/main" id="{0557F31E-1212-4DF2-8704-A366311F7C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54" name="Rectangle 22">
              <a:extLst>
                <a:ext uri="{FF2B5EF4-FFF2-40B4-BE49-F238E27FC236}">
                  <a16:creationId xmlns:a16="http://schemas.microsoft.com/office/drawing/2014/main" id="{2CFE6336-CD39-4BB6-854B-2CD54A4958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316163"/>
              <a:ext cx="2925762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55" name="Rectangle 23">
              <a:extLst>
                <a:ext uri="{FF2B5EF4-FFF2-40B4-BE49-F238E27FC236}">
                  <a16:creationId xmlns:a16="http://schemas.microsoft.com/office/drawing/2014/main" id="{3E6967A3-D3E2-4B91-A8FC-D521F07D32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2328863"/>
              <a:ext cx="11112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56" name="Rectangle 24">
              <a:extLst>
                <a:ext uri="{FF2B5EF4-FFF2-40B4-BE49-F238E27FC236}">
                  <a16:creationId xmlns:a16="http://schemas.microsoft.com/office/drawing/2014/main" id="{395F3403-FC12-42C2-A1AA-99F1D2A03A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2200" y="1881188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Output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57" name="Rectangle 25">
              <a:extLst>
                <a:ext uri="{FF2B5EF4-FFF2-40B4-BE49-F238E27FC236}">
                  <a16:creationId xmlns:a16="http://schemas.microsoft.com/office/drawing/2014/main" id="{8A5BEDA1-E4F2-4328-B9B1-145C09EF71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6800" y="22812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58" name="Rectangle 26">
              <a:extLst>
                <a:ext uri="{FF2B5EF4-FFF2-40B4-BE49-F238E27FC236}">
                  <a16:creationId xmlns:a16="http://schemas.microsoft.com/office/drawing/2014/main" id="{50B60D98-EA8C-44FA-8107-A5B83D0F79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0625" y="2379663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59" name="Rectangle 27">
              <a:extLst>
                <a:ext uri="{FF2B5EF4-FFF2-40B4-BE49-F238E27FC236}">
                  <a16:creationId xmlns:a16="http://schemas.microsoft.com/office/drawing/2014/main" id="{B0ADCB6B-78DA-4A2E-BEBB-5A38E5F224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281238"/>
              <a:ext cx="17621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60" name="Rectangle 28">
              <a:extLst>
                <a:ext uri="{FF2B5EF4-FFF2-40B4-BE49-F238E27FC236}">
                  <a16:creationId xmlns:a16="http://schemas.microsoft.com/office/drawing/2014/main" id="{D49697BD-1C2D-4F7E-9657-B2D7694A5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61" name="Rectangle 29">
              <a:extLst>
                <a:ext uri="{FF2B5EF4-FFF2-40B4-BE49-F238E27FC236}">
                  <a16:creationId xmlns:a16="http://schemas.microsoft.com/office/drawing/2014/main" id="{5A1437DC-2A6D-4356-AFD3-A1B5FDEACC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8750" y="2379663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62" name="Rectangle 30">
              <a:extLst>
                <a:ext uri="{FF2B5EF4-FFF2-40B4-BE49-F238E27FC236}">
                  <a16:creationId xmlns:a16="http://schemas.microsoft.com/office/drawing/2014/main" id="{ACE83C4D-A0BE-4404-8EE0-27B0116028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7363" y="24272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63" name="Rectangle 31">
              <a:extLst>
                <a:ext uri="{FF2B5EF4-FFF2-40B4-BE49-F238E27FC236}">
                  <a16:creationId xmlns:a16="http://schemas.microsoft.com/office/drawing/2014/main" id="{7269A0AE-E794-4DFD-A6F8-D1ECBC4ECF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3413" y="25241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64" name="Rectangle 32">
              <a:extLst>
                <a:ext uri="{FF2B5EF4-FFF2-40B4-BE49-F238E27FC236}">
                  <a16:creationId xmlns:a16="http://schemas.microsoft.com/office/drawing/2014/main" id="{E67F6684-380B-49EE-82B0-3A0EA80437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7713" y="24272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65" name="Rectangle 33">
              <a:extLst>
                <a:ext uri="{FF2B5EF4-FFF2-40B4-BE49-F238E27FC236}">
                  <a16:creationId xmlns:a16="http://schemas.microsoft.com/office/drawing/2014/main" id="{A8D3B2AA-7CE9-4AF9-A0C7-21CE972AFA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66" name="Rectangle 34">
              <a:extLst>
                <a:ext uri="{FF2B5EF4-FFF2-40B4-BE49-F238E27FC236}">
                  <a16:creationId xmlns:a16="http://schemas.microsoft.com/office/drawing/2014/main" id="{10D618BC-B5E3-4F86-8A4C-36B427A110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3763" y="25241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67" name="Rectangle 35">
              <a:extLst>
                <a:ext uri="{FF2B5EF4-FFF2-40B4-BE49-F238E27FC236}">
                  <a16:creationId xmlns:a16="http://schemas.microsoft.com/office/drawing/2014/main" id="{53BA750D-52B8-4A19-8DAE-B100279742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68" name="Rectangle 36">
              <a:extLst>
                <a:ext uri="{FF2B5EF4-FFF2-40B4-BE49-F238E27FC236}">
                  <a16:creationId xmlns:a16="http://schemas.microsoft.com/office/drawing/2014/main" id="{E2B90B73-B7CA-4F66-A22E-1F20B89E7B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2771775"/>
              <a:ext cx="49799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69" name="Rectangle 37">
              <a:extLst>
                <a:ext uri="{FF2B5EF4-FFF2-40B4-BE49-F238E27FC236}">
                  <a16:creationId xmlns:a16="http://schemas.microsoft.com/office/drawing/2014/main" id="{781FDCDB-2C8E-4DB3-B8C0-B4E33ED494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2787650"/>
              <a:ext cx="11112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70" name="Rectangle 38">
              <a:extLst>
                <a:ext uri="{FF2B5EF4-FFF2-40B4-BE49-F238E27FC236}">
                  <a16:creationId xmlns:a16="http://schemas.microsoft.com/office/drawing/2014/main" id="{9E5F2633-EAC8-4852-98B7-486C702575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62713" y="2281238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71" name="Rectangle 39">
              <a:extLst>
                <a:ext uri="{FF2B5EF4-FFF2-40B4-BE49-F238E27FC236}">
                  <a16:creationId xmlns:a16="http://schemas.microsoft.com/office/drawing/2014/main" id="{103441BE-D78D-4577-9287-65C6E054DD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72" name="Rectangle 40">
              <a:extLst>
                <a:ext uri="{FF2B5EF4-FFF2-40B4-BE49-F238E27FC236}">
                  <a16:creationId xmlns:a16="http://schemas.microsoft.com/office/drawing/2014/main" id="{84E5ABEB-51B4-4B38-973D-A72F0B78C6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73" name="Rectangle 41">
              <a:extLst>
                <a:ext uri="{FF2B5EF4-FFF2-40B4-BE49-F238E27FC236}">
                  <a16:creationId xmlns:a16="http://schemas.microsoft.com/office/drawing/2014/main" id="{0C334972-D4D7-415C-BA2A-B777FBE5D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2887663"/>
              <a:ext cx="128240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74" name="Rectangle 42">
              <a:extLst>
                <a:ext uri="{FF2B5EF4-FFF2-40B4-BE49-F238E27FC236}">
                  <a16:creationId xmlns:a16="http://schemas.microsoft.com/office/drawing/2014/main" id="{4E1AA6A4-3FD8-4A45-9400-D01A29C561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75" name="Rectangle 43">
              <a:extLst>
                <a:ext uri="{FF2B5EF4-FFF2-40B4-BE49-F238E27FC236}">
                  <a16:creationId xmlns:a16="http://schemas.microsoft.com/office/drawing/2014/main" id="{D106AD17-9625-493E-A3AD-32FF6E17DD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76" name="Rectangle 44">
              <a:extLst>
                <a:ext uri="{FF2B5EF4-FFF2-40B4-BE49-F238E27FC236}">
                  <a16:creationId xmlns:a16="http://schemas.microsoft.com/office/drawing/2014/main" id="{AC4814F3-823A-4A56-8CF7-1EEBC5838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2887663"/>
              <a:ext cx="128240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77" name="Rectangle 45">
              <a:extLst>
                <a:ext uri="{FF2B5EF4-FFF2-40B4-BE49-F238E27FC236}">
                  <a16:creationId xmlns:a16="http://schemas.microsoft.com/office/drawing/2014/main" id="{C995A21B-03DB-4740-BC6D-AD1A7B43FD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78" name="Rectangle 46">
              <a:extLst>
                <a:ext uri="{FF2B5EF4-FFF2-40B4-BE49-F238E27FC236}">
                  <a16:creationId xmlns:a16="http://schemas.microsoft.com/office/drawing/2014/main" id="{D8ED8962-3004-484A-8537-9F74DA8A56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79" name="Rectangle 47">
              <a:extLst>
                <a:ext uri="{FF2B5EF4-FFF2-40B4-BE49-F238E27FC236}">
                  <a16:creationId xmlns:a16="http://schemas.microsoft.com/office/drawing/2014/main" id="{6249C205-B4D6-4A23-9491-0F6ED4427B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80" name="Rectangle 48">
              <a:extLst>
                <a:ext uri="{FF2B5EF4-FFF2-40B4-BE49-F238E27FC236}">
                  <a16:creationId xmlns:a16="http://schemas.microsoft.com/office/drawing/2014/main" id="{124C7EE6-134F-4577-8248-294AE35D19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81" name="Rectangle 49">
              <a:extLst>
                <a:ext uri="{FF2B5EF4-FFF2-40B4-BE49-F238E27FC236}">
                  <a16:creationId xmlns:a16="http://schemas.microsoft.com/office/drawing/2014/main" id="{AD65BEA2-0FC3-41FF-966D-307D9DD2B0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189288"/>
              <a:ext cx="11112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82" name="Rectangle 50">
              <a:extLst>
                <a:ext uri="{FF2B5EF4-FFF2-40B4-BE49-F238E27FC236}">
                  <a16:creationId xmlns:a16="http://schemas.microsoft.com/office/drawing/2014/main" id="{C3152CDA-2701-4DFF-A802-C38DCBA6CF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83" name="Rectangle 51">
              <a:extLst>
                <a:ext uri="{FF2B5EF4-FFF2-40B4-BE49-F238E27FC236}">
                  <a16:creationId xmlns:a16="http://schemas.microsoft.com/office/drawing/2014/main" id="{34F0DD4C-68C0-4C42-8F11-C1D27D5716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84" name="Rectangle 52">
              <a:extLst>
                <a:ext uri="{FF2B5EF4-FFF2-40B4-BE49-F238E27FC236}">
                  <a16:creationId xmlns:a16="http://schemas.microsoft.com/office/drawing/2014/main" id="{F9EF1CD9-DADC-4D69-9EAC-0DCA5ED753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85" name="Rectangle 53">
              <a:extLst>
                <a:ext uri="{FF2B5EF4-FFF2-40B4-BE49-F238E27FC236}">
                  <a16:creationId xmlns:a16="http://schemas.microsoft.com/office/drawing/2014/main" id="{AC49AE69-EE06-4821-8AFF-C91EB4355B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189288"/>
              <a:ext cx="128240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86" name="Rectangle 54">
              <a:extLst>
                <a:ext uri="{FF2B5EF4-FFF2-40B4-BE49-F238E27FC236}">
                  <a16:creationId xmlns:a16="http://schemas.microsoft.com/office/drawing/2014/main" id="{3C750949-555B-4DE2-A31D-4F5453D908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87" name="Rectangle 55">
              <a:extLst>
                <a:ext uri="{FF2B5EF4-FFF2-40B4-BE49-F238E27FC236}">
                  <a16:creationId xmlns:a16="http://schemas.microsoft.com/office/drawing/2014/main" id="{329B63E5-9981-48B8-AADF-D002C1598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88" name="Rectangle 56">
              <a:extLst>
                <a:ext uri="{FF2B5EF4-FFF2-40B4-BE49-F238E27FC236}">
                  <a16:creationId xmlns:a16="http://schemas.microsoft.com/office/drawing/2014/main" id="{D2EB7562-1D3D-4A09-91D3-2B362BE3D3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189288"/>
              <a:ext cx="128240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89" name="Rectangle 57">
              <a:extLst>
                <a:ext uri="{FF2B5EF4-FFF2-40B4-BE49-F238E27FC236}">
                  <a16:creationId xmlns:a16="http://schemas.microsoft.com/office/drawing/2014/main" id="{748BC71B-BB9B-4B9E-8135-4D5CC7755F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90" name="Rectangle 58">
              <a:extLst>
                <a:ext uri="{FF2B5EF4-FFF2-40B4-BE49-F238E27FC236}">
                  <a16:creationId xmlns:a16="http://schemas.microsoft.com/office/drawing/2014/main" id="{0816C834-F71D-4AA6-9C9E-4CB903C611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91" name="Rectangle 59">
              <a:extLst>
                <a:ext uri="{FF2B5EF4-FFF2-40B4-BE49-F238E27FC236}">
                  <a16:creationId xmlns:a16="http://schemas.microsoft.com/office/drawing/2014/main" id="{7B814E1F-1B0A-4269-9116-95B478AC97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92" name="Rectangle 60">
              <a:extLst>
                <a:ext uri="{FF2B5EF4-FFF2-40B4-BE49-F238E27FC236}">
                  <a16:creationId xmlns:a16="http://schemas.microsoft.com/office/drawing/2014/main" id="{4EB49DB8-1579-4DD5-A3C7-7DE81AC106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93" name="Rectangle 61">
              <a:extLst>
                <a:ext uri="{FF2B5EF4-FFF2-40B4-BE49-F238E27FC236}">
                  <a16:creationId xmlns:a16="http://schemas.microsoft.com/office/drawing/2014/main" id="{7922E829-0D44-4973-BF08-0030033031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494088"/>
              <a:ext cx="11112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94" name="Rectangle 62">
              <a:extLst>
                <a:ext uri="{FF2B5EF4-FFF2-40B4-BE49-F238E27FC236}">
                  <a16:creationId xmlns:a16="http://schemas.microsoft.com/office/drawing/2014/main" id="{32C46A8E-12D5-44DA-A029-5932D53664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95" name="Rectangle 63">
              <a:extLst>
                <a:ext uri="{FF2B5EF4-FFF2-40B4-BE49-F238E27FC236}">
                  <a16:creationId xmlns:a16="http://schemas.microsoft.com/office/drawing/2014/main" id="{28853EE4-BD0A-4544-9F03-03BCF27E48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96" name="Rectangle 64">
              <a:extLst>
                <a:ext uri="{FF2B5EF4-FFF2-40B4-BE49-F238E27FC236}">
                  <a16:creationId xmlns:a16="http://schemas.microsoft.com/office/drawing/2014/main" id="{85C75D11-3449-4588-8DF4-706204E50B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97" name="Rectangle 65">
              <a:extLst>
                <a:ext uri="{FF2B5EF4-FFF2-40B4-BE49-F238E27FC236}">
                  <a16:creationId xmlns:a16="http://schemas.microsoft.com/office/drawing/2014/main" id="{8F5AE486-525D-42F1-8EA2-7B32098D6B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492500"/>
              <a:ext cx="128240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98" name="Rectangle 66">
              <a:extLst>
                <a:ext uri="{FF2B5EF4-FFF2-40B4-BE49-F238E27FC236}">
                  <a16:creationId xmlns:a16="http://schemas.microsoft.com/office/drawing/2014/main" id="{8A893F91-817E-4ECC-86B4-464FE68718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999" name="Rectangle 67">
              <a:extLst>
                <a:ext uri="{FF2B5EF4-FFF2-40B4-BE49-F238E27FC236}">
                  <a16:creationId xmlns:a16="http://schemas.microsoft.com/office/drawing/2014/main" id="{685DC2C8-DDFD-4E57-A733-13C802CCB2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000" name="Rectangle 68">
              <a:extLst>
                <a:ext uri="{FF2B5EF4-FFF2-40B4-BE49-F238E27FC236}">
                  <a16:creationId xmlns:a16="http://schemas.microsoft.com/office/drawing/2014/main" id="{6992D81E-4FDC-4FEE-AA37-BF3E9BAF33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492500"/>
              <a:ext cx="128240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001" name="Rectangle 69">
              <a:extLst>
                <a:ext uri="{FF2B5EF4-FFF2-40B4-BE49-F238E27FC236}">
                  <a16:creationId xmlns:a16="http://schemas.microsoft.com/office/drawing/2014/main" id="{23A83999-B547-493A-A8CE-00F1542188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002" name="Rectangle 70">
              <a:extLst>
                <a:ext uri="{FF2B5EF4-FFF2-40B4-BE49-F238E27FC236}">
                  <a16:creationId xmlns:a16="http://schemas.microsoft.com/office/drawing/2014/main" id="{B4F4820E-C9F3-4605-88A3-807DFFEFB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003" name="Rectangle 71">
              <a:extLst>
                <a:ext uri="{FF2B5EF4-FFF2-40B4-BE49-F238E27FC236}">
                  <a16:creationId xmlns:a16="http://schemas.microsoft.com/office/drawing/2014/main" id="{F5B7E3D8-92C0-4251-9E53-C7F80E2356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004" name="Rectangle 72">
              <a:extLst>
                <a:ext uri="{FF2B5EF4-FFF2-40B4-BE49-F238E27FC236}">
                  <a16:creationId xmlns:a16="http://schemas.microsoft.com/office/drawing/2014/main" id="{54A2541A-3D81-4936-A3AD-18962B9072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005" name="Rectangle 73">
              <a:extLst>
                <a:ext uri="{FF2B5EF4-FFF2-40B4-BE49-F238E27FC236}">
                  <a16:creationId xmlns:a16="http://schemas.microsoft.com/office/drawing/2014/main" id="{478E46E8-D0B9-42E3-985E-7FFDFFDBB4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803650"/>
              <a:ext cx="11112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006" name="Rectangle 74">
              <a:extLst>
                <a:ext uri="{FF2B5EF4-FFF2-40B4-BE49-F238E27FC236}">
                  <a16:creationId xmlns:a16="http://schemas.microsoft.com/office/drawing/2014/main" id="{52ECA4BC-6A3D-46C6-9E44-8ADE3B4489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007" name="Rectangle 75">
              <a:extLst>
                <a:ext uri="{FF2B5EF4-FFF2-40B4-BE49-F238E27FC236}">
                  <a16:creationId xmlns:a16="http://schemas.microsoft.com/office/drawing/2014/main" id="{DA2463C2-6080-40A9-A603-E7DC374CBE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008" name="Rectangle 76">
              <a:extLst>
                <a:ext uri="{FF2B5EF4-FFF2-40B4-BE49-F238E27FC236}">
                  <a16:creationId xmlns:a16="http://schemas.microsoft.com/office/drawing/2014/main" id="{8E998DEE-ABF9-41F0-B809-0B5B7665B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009" name="Rectangle 77">
              <a:extLst>
                <a:ext uri="{FF2B5EF4-FFF2-40B4-BE49-F238E27FC236}">
                  <a16:creationId xmlns:a16="http://schemas.microsoft.com/office/drawing/2014/main" id="{3BFBBF6E-CFC9-4B17-8FD4-65C6F11140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010" name="Rectangle 78">
              <a:extLst>
                <a:ext uri="{FF2B5EF4-FFF2-40B4-BE49-F238E27FC236}">
                  <a16:creationId xmlns:a16="http://schemas.microsoft.com/office/drawing/2014/main" id="{9B90F45A-3895-45AB-99C2-4E408C4E9D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011" name="Rectangle 79">
              <a:extLst>
                <a:ext uri="{FF2B5EF4-FFF2-40B4-BE49-F238E27FC236}">
                  <a16:creationId xmlns:a16="http://schemas.microsoft.com/office/drawing/2014/main" id="{5468FF1F-365D-42DD-9C95-1393A8CF44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012" name="Rectangle 80">
              <a:extLst>
                <a:ext uri="{FF2B5EF4-FFF2-40B4-BE49-F238E27FC236}">
                  <a16:creationId xmlns:a16="http://schemas.microsoft.com/office/drawing/2014/main" id="{82464CF7-6293-438D-A34E-5618DAC394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013" name="Rectangle 81">
              <a:extLst>
                <a:ext uri="{FF2B5EF4-FFF2-40B4-BE49-F238E27FC236}">
                  <a16:creationId xmlns:a16="http://schemas.microsoft.com/office/drawing/2014/main" id="{B5D6D01A-6486-49A6-9147-088778FEF6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014" name="Rectangle 82">
              <a:extLst>
                <a:ext uri="{FF2B5EF4-FFF2-40B4-BE49-F238E27FC236}">
                  <a16:creationId xmlns:a16="http://schemas.microsoft.com/office/drawing/2014/main" id="{6B4C5148-A68D-42B3-87B0-A0E91180E3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015" name="Rectangle 83">
              <a:extLst>
                <a:ext uri="{FF2B5EF4-FFF2-40B4-BE49-F238E27FC236}">
                  <a16:creationId xmlns:a16="http://schemas.microsoft.com/office/drawing/2014/main" id="{DB6C0AC1-DE1C-442E-B659-2CB4B740A6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016" name="Rectangle 84">
              <a:extLst>
                <a:ext uri="{FF2B5EF4-FFF2-40B4-BE49-F238E27FC236}">
                  <a16:creationId xmlns:a16="http://schemas.microsoft.com/office/drawing/2014/main" id="{FB4BE9C1-FC61-48B3-A547-D8FA79AF26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017" name="Rectangle 85">
              <a:extLst>
                <a:ext uri="{FF2B5EF4-FFF2-40B4-BE49-F238E27FC236}">
                  <a16:creationId xmlns:a16="http://schemas.microsoft.com/office/drawing/2014/main" id="{C1C6064F-3037-4449-B2A2-70A0D45C9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4140200"/>
              <a:ext cx="49799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018" name="Rectangle 86">
              <a:extLst>
                <a:ext uri="{FF2B5EF4-FFF2-40B4-BE49-F238E27FC236}">
                  <a16:creationId xmlns:a16="http://schemas.microsoft.com/office/drawing/2014/main" id="{4F4C530E-1C84-4022-85ED-0538C26D5E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86" name="Rectangle 2">
            <a:extLst>
              <a:ext uri="{FF2B5EF4-FFF2-40B4-BE49-F238E27FC236}">
                <a16:creationId xmlns:a16="http://schemas.microsoft.com/office/drawing/2014/main" id="{4A5DAC43-FAE2-034E-8AC1-39951B15A803}"/>
              </a:ext>
            </a:extLst>
          </p:cNvPr>
          <p:cNvSpPr txBox="1">
            <a:spLocks noChangeArrowheads="1"/>
          </p:cNvSpPr>
          <p:nvPr/>
        </p:nvSpPr>
        <p:spPr>
          <a:xfrm>
            <a:off x="790575" y="100013"/>
            <a:ext cx="4695825" cy="814387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Deriving Y</a:t>
            </a:r>
            <a:r>
              <a:rPr kumimoji="0" lang="en-US" sz="36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2</a:t>
            </a:r>
          </a:p>
        </p:txBody>
      </p:sp>
      <p:graphicFrame>
        <p:nvGraphicFramePr>
          <p:cNvPr id="88" name="Shape 730">
            <a:extLst>
              <a:ext uri="{FF2B5EF4-FFF2-40B4-BE49-F238E27FC236}">
                <a16:creationId xmlns:a16="http://schemas.microsoft.com/office/drawing/2014/main" id="{07BA428A-17DD-5E46-9E76-7680A546063D}"/>
              </a:ext>
            </a:extLst>
          </p:cNvPr>
          <p:cNvGraphicFramePr>
            <a:graphicFrameLocks noGrp="1"/>
          </p:cNvGraphicFramePr>
          <p:nvPr/>
        </p:nvGraphicFramePr>
        <p:xfrm>
          <a:off x="6791325" y="76200"/>
          <a:ext cx="2124075" cy="6746875"/>
        </p:xfrm>
        <a:graphic>
          <a:graphicData uri="http://schemas.openxmlformats.org/drawingml/2006/table">
            <a:tbl>
              <a:tblPr/>
              <a:tblGrid>
                <a:gridCol w="3540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40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401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4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401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401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2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a</a:t>
                      </a:r>
                      <a:endParaRPr kumimoji="0" lang="en-US" altLang="en-US" sz="14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MS PGothic" charset="-128"/>
                        <a:sym typeface="Times New Roman" charset="0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b</a:t>
                      </a:r>
                      <a:endParaRPr kumimoji="0" lang="en-US" altLang="en-US" sz="14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MS PGothic" charset="-128"/>
                        <a:sym typeface="Times New Roman" charset="0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2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rgbClr val="008000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rgbClr val="008000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rgbClr val="008000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rgbClr val="008000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76931" name="Rectangle 88">
            <a:extLst>
              <a:ext uri="{FF2B5EF4-FFF2-40B4-BE49-F238E27FC236}">
                <a16:creationId xmlns:a16="http://schemas.microsoft.com/office/drawing/2014/main" id="{F9F31AD4-4088-48A9-A0D3-FE97302881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1250" y="2252663"/>
            <a:ext cx="293688" cy="121920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6932" name="Rectangle 90">
            <a:extLst>
              <a:ext uri="{FF2B5EF4-FFF2-40B4-BE49-F238E27FC236}">
                <a16:creationId xmlns:a16="http://schemas.microsoft.com/office/drawing/2014/main" id="{9C1AB6D4-DA06-48BE-965F-B110B8D7C8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62275" y="2263775"/>
            <a:ext cx="293688" cy="121920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6933" name="Rectangle 91">
            <a:extLst>
              <a:ext uri="{FF2B5EF4-FFF2-40B4-BE49-F238E27FC236}">
                <a16:creationId xmlns:a16="http://schemas.microsoft.com/office/drawing/2014/main" id="{14EDC4E2-EBC3-4A9A-B35A-F26178962A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03625" y="2260600"/>
            <a:ext cx="293688" cy="121920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6934" name="Rectangle 92">
            <a:extLst>
              <a:ext uri="{FF2B5EF4-FFF2-40B4-BE49-F238E27FC236}">
                <a16:creationId xmlns:a16="http://schemas.microsoft.com/office/drawing/2014/main" id="{8DE1DF00-B583-4E68-8DF6-4BF7F06527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5763" y="2257425"/>
            <a:ext cx="293687" cy="121920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6935" name="Rectangle 93">
            <a:extLst>
              <a:ext uri="{FF2B5EF4-FFF2-40B4-BE49-F238E27FC236}">
                <a16:creationId xmlns:a16="http://schemas.microsoft.com/office/drawing/2014/main" id="{05B5170E-F493-4A30-AE05-16EA76A2A4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84513" y="1766888"/>
            <a:ext cx="206375" cy="334962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7825" name="Group 1">
            <a:extLst>
              <a:ext uri="{FF2B5EF4-FFF2-40B4-BE49-F238E27FC236}">
                <a16:creationId xmlns:a16="http://schemas.microsoft.com/office/drawing/2014/main" id="{C718C798-24BB-4EC5-961A-2CB41C1F3841}"/>
              </a:ext>
            </a:extLst>
          </p:cNvPr>
          <p:cNvGrpSpPr>
            <a:grpSpLocks/>
          </p:cNvGrpSpPr>
          <p:nvPr/>
        </p:nvGrpSpPr>
        <p:grpSpPr bwMode="auto">
          <a:xfrm>
            <a:off x="554038" y="762000"/>
            <a:ext cx="5008562" cy="2773363"/>
            <a:chOff x="2030413" y="1379538"/>
            <a:chExt cx="5008562" cy="2773362"/>
          </a:xfrm>
        </p:grpSpPr>
        <p:sp>
          <p:nvSpPr>
            <p:cNvPr id="78003" name="Rectangle 4">
              <a:extLst>
                <a:ext uri="{FF2B5EF4-FFF2-40B4-BE49-F238E27FC236}">
                  <a16:creationId xmlns:a16="http://schemas.microsoft.com/office/drawing/2014/main" id="{70147A48-0989-4BA5-BEC3-8CDA8733B2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1379538"/>
              <a:ext cx="4979987" cy="11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04" name="Rectangle 5">
              <a:extLst>
                <a:ext uri="{FF2B5EF4-FFF2-40B4-BE49-F238E27FC236}">
                  <a16:creationId xmlns:a16="http://schemas.microsoft.com/office/drawing/2014/main" id="{50E0B5CB-7A36-4B69-96F4-BC2F30342F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1403350"/>
              <a:ext cx="11112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05" name="Rectangle 6">
              <a:extLst>
                <a:ext uri="{FF2B5EF4-FFF2-40B4-BE49-F238E27FC236}">
                  <a16:creationId xmlns:a16="http://schemas.microsoft.com/office/drawing/2014/main" id="{FD190290-6A81-4C0D-9CA9-CE3AF2069C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06" name="Rectangle 7">
              <a:extLst>
                <a:ext uri="{FF2B5EF4-FFF2-40B4-BE49-F238E27FC236}">
                  <a16:creationId xmlns:a16="http://schemas.microsoft.com/office/drawing/2014/main" id="{FB656712-11F0-4C63-B8AE-AFABDD005E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688" y="1649413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Present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07" name="Rectangle 8">
              <a:extLst>
                <a:ext uri="{FF2B5EF4-FFF2-40B4-BE49-F238E27FC236}">
                  <a16:creationId xmlns:a16="http://schemas.microsoft.com/office/drawing/2014/main" id="{EF3F461C-A975-4CE2-9053-4361DA0B9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08" name="Rectangle 9">
              <a:extLst>
                <a:ext uri="{FF2B5EF4-FFF2-40B4-BE49-F238E27FC236}">
                  <a16:creationId xmlns:a16="http://schemas.microsoft.com/office/drawing/2014/main" id="{6E183E01-0FE6-4D24-B1D8-D355F4937C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09" name="Rectangle 10">
              <a:extLst>
                <a:ext uri="{FF2B5EF4-FFF2-40B4-BE49-F238E27FC236}">
                  <a16:creationId xmlns:a16="http://schemas.microsoft.com/office/drawing/2014/main" id="{525DAE7B-56C9-4C98-BCE8-287BB9E4A2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858963"/>
              <a:ext cx="2925762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10" name="Rectangle 11">
              <a:extLst>
                <a:ext uri="{FF2B5EF4-FFF2-40B4-BE49-F238E27FC236}">
                  <a16:creationId xmlns:a16="http://schemas.microsoft.com/office/drawing/2014/main" id="{DC4720C9-D7D4-429A-8732-021911AB20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1871663"/>
              <a:ext cx="11112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11" name="Rectangle 12">
              <a:extLst>
                <a:ext uri="{FF2B5EF4-FFF2-40B4-BE49-F238E27FC236}">
                  <a16:creationId xmlns:a16="http://schemas.microsoft.com/office/drawing/2014/main" id="{2B15D952-7ECB-423F-8C8D-616D7D8FB9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9713" y="1506538"/>
              <a:ext cx="10207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Nextstate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12" name="Rectangle 13">
              <a:extLst>
                <a:ext uri="{FF2B5EF4-FFF2-40B4-BE49-F238E27FC236}">
                  <a16:creationId xmlns:a16="http://schemas.microsoft.com/office/drawing/2014/main" id="{A6A111A1-BB0F-4D23-AA46-746D203462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13" name="Rectangle 14">
              <a:extLst>
                <a:ext uri="{FF2B5EF4-FFF2-40B4-BE49-F238E27FC236}">
                  <a16:creationId xmlns:a16="http://schemas.microsoft.com/office/drawing/2014/main" id="{C49B9DF2-17E8-4E82-BBBB-C0F075253B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8388" y="1973263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14" name="Rectangle 15">
              <a:extLst>
                <a:ext uri="{FF2B5EF4-FFF2-40B4-BE49-F238E27FC236}">
                  <a16:creationId xmlns:a16="http://schemas.microsoft.com/office/drawing/2014/main" id="{C261599F-EE7C-4AC6-9B20-60AFC9A045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6438" y="197167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ab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15" name="Rectangle 16">
              <a:extLst>
                <a:ext uri="{FF2B5EF4-FFF2-40B4-BE49-F238E27FC236}">
                  <a16:creationId xmlns:a16="http://schemas.microsoft.com/office/drawing/2014/main" id="{791DBB0F-1B6C-418D-9147-D93F29EB6B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825" y="1973263"/>
              <a:ext cx="460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=00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16" name="Rectangle 17">
              <a:extLst>
                <a:ext uri="{FF2B5EF4-FFF2-40B4-BE49-F238E27FC236}">
                  <a16:creationId xmlns:a16="http://schemas.microsoft.com/office/drawing/2014/main" id="{C3653FE0-F28D-4017-AFEE-EFCA25D881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1813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17" name="Rectangle 18">
              <a:extLst>
                <a:ext uri="{FF2B5EF4-FFF2-40B4-BE49-F238E27FC236}">
                  <a16:creationId xmlns:a16="http://schemas.microsoft.com/office/drawing/2014/main" id="{B014013B-9D66-486F-9EDE-D22E6C0550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9350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18" name="Rectangle 19">
              <a:extLst>
                <a:ext uri="{FF2B5EF4-FFF2-40B4-BE49-F238E27FC236}">
                  <a16:creationId xmlns:a16="http://schemas.microsoft.com/office/drawing/2014/main" id="{8508B5E9-1D50-473C-84B1-9B72FA574E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19" name="Rectangle 20">
              <a:extLst>
                <a:ext uri="{FF2B5EF4-FFF2-40B4-BE49-F238E27FC236}">
                  <a16:creationId xmlns:a16="http://schemas.microsoft.com/office/drawing/2014/main" id="{57B7CC0F-6071-40E2-9F9E-45CBE9DC2E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3713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20" name="Rectangle 21">
              <a:extLst>
                <a:ext uri="{FF2B5EF4-FFF2-40B4-BE49-F238E27FC236}">
                  <a16:creationId xmlns:a16="http://schemas.microsoft.com/office/drawing/2014/main" id="{C77ED376-F24D-42D5-9C51-2889502E8C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21" name="Rectangle 22">
              <a:extLst>
                <a:ext uri="{FF2B5EF4-FFF2-40B4-BE49-F238E27FC236}">
                  <a16:creationId xmlns:a16="http://schemas.microsoft.com/office/drawing/2014/main" id="{16A3B15C-9728-4B85-96EA-97A3C8D806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316163"/>
              <a:ext cx="2925762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22" name="Rectangle 23">
              <a:extLst>
                <a:ext uri="{FF2B5EF4-FFF2-40B4-BE49-F238E27FC236}">
                  <a16:creationId xmlns:a16="http://schemas.microsoft.com/office/drawing/2014/main" id="{24213C4B-0086-4951-A858-A83EA045B3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2328863"/>
              <a:ext cx="11112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23" name="Rectangle 24">
              <a:extLst>
                <a:ext uri="{FF2B5EF4-FFF2-40B4-BE49-F238E27FC236}">
                  <a16:creationId xmlns:a16="http://schemas.microsoft.com/office/drawing/2014/main" id="{7F25D6E3-1AFC-445C-82B2-82DD267D9C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2200" y="1881188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Output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24" name="Rectangle 25">
              <a:extLst>
                <a:ext uri="{FF2B5EF4-FFF2-40B4-BE49-F238E27FC236}">
                  <a16:creationId xmlns:a16="http://schemas.microsoft.com/office/drawing/2014/main" id="{A72A5174-0C0A-4D3B-9D7F-E341C66ADF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6800" y="22812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25" name="Rectangle 26">
              <a:extLst>
                <a:ext uri="{FF2B5EF4-FFF2-40B4-BE49-F238E27FC236}">
                  <a16:creationId xmlns:a16="http://schemas.microsoft.com/office/drawing/2014/main" id="{54205CC4-5472-438F-BAF9-6163CA556F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0625" y="2379663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26" name="Rectangle 27">
              <a:extLst>
                <a:ext uri="{FF2B5EF4-FFF2-40B4-BE49-F238E27FC236}">
                  <a16:creationId xmlns:a16="http://schemas.microsoft.com/office/drawing/2014/main" id="{413D258F-9B58-41C4-956D-C9087E363B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281238"/>
              <a:ext cx="17621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27" name="Rectangle 28">
              <a:extLst>
                <a:ext uri="{FF2B5EF4-FFF2-40B4-BE49-F238E27FC236}">
                  <a16:creationId xmlns:a16="http://schemas.microsoft.com/office/drawing/2014/main" id="{F41178DE-6A25-4551-9EF8-8292708981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28" name="Rectangle 29">
              <a:extLst>
                <a:ext uri="{FF2B5EF4-FFF2-40B4-BE49-F238E27FC236}">
                  <a16:creationId xmlns:a16="http://schemas.microsoft.com/office/drawing/2014/main" id="{AB692B57-618A-4E12-8FAC-6F092760C9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8750" y="2379663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29" name="Rectangle 30">
              <a:extLst>
                <a:ext uri="{FF2B5EF4-FFF2-40B4-BE49-F238E27FC236}">
                  <a16:creationId xmlns:a16="http://schemas.microsoft.com/office/drawing/2014/main" id="{18CA30C8-190A-4981-97FC-DF282E8AA8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7363" y="24272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30" name="Rectangle 31">
              <a:extLst>
                <a:ext uri="{FF2B5EF4-FFF2-40B4-BE49-F238E27FC236}">
                  <a16:creationId xmlns:a16="http://schemas.microsoft.com/office/drawing/2014/main" id="{F880C38F-FBE3-4DE6-A61A-1882DBA8DA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3413" y="25241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31" name="Rectangle 32">
              <a:extLst>
                <a:ext uri="{FF2B5EF4-FFF2-40B4-BE49-F238E27FC236}">
                  <a16:creationId xmlns:a16="http://schemas.microsoft.com/office/drawing/2014/main" id="{AB16378B-DF6A-425B-82B9-33A0D4E8C5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7713" y="24272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32" name="Rectangle 33">
              <a:extLst>
                <a:ext uri="{FF2B5EF4-FFF2-40B4-BE49-F238E27FC236}">
                  <a16:creationId xmlns:a16="http://schemas.microsoft.com/office/drawing/2014/main" id="{B8E28EB0-5A15-4A25-9415-F593BFBC09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33" name="Rectangle 34">
              <a:extLst>
                <a:ext uri="{FF2B5EF4-FFF2-40B4-BE49-F238E27FC236}">
                  <a16:creationId xmlns:a16="http://schemas.microsoft.com/office/drawing/2014/main" id="{470FDA99-A641-4726-8A60-32C9040EC6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3763" y="25241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34" name="Rectangle 35">
              <a:extLst>
                <a:ext uri="{FF2B5EF4-FFF2-40B4-BE49-F238E27FC236}">
                  <a16:creationId xmlns:a16="http://schemas.microsoft.com/office/drawing/2014/main" id="{DA25E565-367B-4624-804B-721444F051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35" name="Rectangle 36">
              <a:extLst>
                <a:ext uri="{FF2B5EF4-FFF2-40B4-BE49-F238E27FC236}">
                  <a16:creationId xmlns:a16="http://schemas.microsoft.com/office/drawing/2014/main" id="{2720B37C-947A-4B12-B031-C0713BD5CA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2771775"/>
              <a:ext cx="49799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36" name="Rectangle 37">
              <a:extLst>
                <a:ext uri="{FF2B5EF4-FFF2-40B4-BE49-F238E27FC236}">
                  <a16:creationId xmlns:a16="http://schemas.microsoft.com/office/drawing/2014/main" id="{8C5E2DD2-8143-4FCC-ABDE-DC3B5A8CF2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2787650"/>
              <a:ext cx="11112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37" name="Rectangle 38">
              <a:extLst>
                <a:ext uri="{FF2B5EF4-FFF2-40B4-BE49-F238E27FC236}">
                  <a16:creationId xmlns:a16="http://schemas.microsoft.com/office/drawing/2014/main" id="{DCD2DFA9-651D-41F1-B27A-09D0F746C2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62713" y="2281238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38" name="Rectangle 39">
              <a:extLst>
                <a:ext uri="{FF2B5EF4-FFF2-40B4-BE49-F238E27FC236}">
                  <a16:creationId xmlns:a16="http://schemas.microsoft.com/office/drawing/2014/main" id="{FD33F140-E4F9-49A8-9EB6-C9739449A7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39" name="Rectangle 40">
              <a:extLst>
                <a:ext uri="{FF2B5EF4-FFF2-40B4-BE49-F238E27FC236}">
                  <a16:creationId xmlns:a16="http://schemas.microsoft.com/office/drawing/2014/main" id="{99C20593-C609-405F-ACD4-B965C22F13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40" name="Rectangle 41">
              <a:extLst>
                <a:ext uri="{FF2B5EF4-FFF2-40B4-BE49-F238E27FC236}">
                  <a16:creationId xmlns:a16="http://schemas.microsoft.com/office/drawing/2014/main" id="{2B28BB76-396E-455C-9C18-1B6DB783DD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41" name="Rectangle 42">
              <a:extLst>
                <a:ext uri="{FF2B5EF4-FFF2-40B4-BE49-F238E27FC236}">
                  <a16:creationId xmlns:a16="http://schemas.microsoft.com/office/drawing/2014/main" id="{8C030B99-DF3C-4506-BFED-53F9535672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42" name="Rectangle 43">
              <a:extLst>
                <a:ext uri="{FF2B5EF4-FFF2-40B4-BE49-F238E27FC236}">
                  <a16:creationId xmlns:a16="http://schemas.microsoft.com/office/drawing/2014/main" id="{BBDFE834-8024-486E-9208-2A5F5F0735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43" name="Rectangle 44">
              <a:extLst>
                <a:ext uri="{FF2B5EF4-FFF2-40B4-BE49-F238E27FC236}">
                  <a16:creationId xmlns:a16="http://schemas.microsoft.com/office/drawing/2014/main" id="{45013D51-DF45-48B2-A20B-7F7AB76D2B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44" name="Rectangle 45">
              <a:extLst>
                <a:ext uri="{FF2B5EF4-FFF2-40B4-BE49-F238E27FC236}">
                  <a16:creationId xmlns:a16="http://schemas.microsoft.com/office/drawing/2014/main" id="{27A652AE-F0A3-46DA-9C15-C8216F8C3A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45" name="Rectangle 46">
              <a:extLst>
                <a:ext uri="{FF2B5EF4-FFF2-40B4-BE49-F238E27FC236}">
                  <a16:creationId xmlns:a16="http://schemas.microsoft.com/office/drawing/2014/main" id="{DFAF084C-50EF-4E78-9201-97A8D011D2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46" name="Rectangle 47">
              <a:extLst>
                <a:ext uri="{FF2B5EF4-FFF2-40B4-BE49-F238E27FC236}">
                  <a16:creationId xmlns:a16="http://schemas.microsoft.com/office/drawing/2014/main" id="{34BB58BC-A86A-47E6-952E-B96747C99C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47" name="Rectangle 48">
              <a:extLst>
                <a:ext uri="{FF2B5EF4-FFF2-40B4-BE49-F238E27FC236}">
                  <a16:creationId xmlns:a16="http://schemas.microsoft.com/office/drawing/2014/main" id="{0679F534-6C6F-4C9C-A6CC-566A402755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48" name="Rectangle 49">
              <a:extLst>
                <a:ext uri="{FF2B5EF4-FFF2-40B4-BE49-F238E27FC236}">
                  <a16:creationId xmlns:a16="http://schemas.microsoft.com/office/drawing/2014/main" id="{01A24359-7C42-46EA-A533-E6DDAF6D5C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189288"/>
              <a:ext cx="11112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49" name="Rectangle 50">
              <a:extLst>
                <a:ext uri="{FF2B5EF4-FFF2-40B4-BE49-F238E27FC236}">
                  <a16:creationId xmlns:a16="http://schemas.microsoft.com/office/drawing/2014/main" id="{D2B4006E-E705-4608-BDC8-FB63791B31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50" name="Rectangle 51">
              <a:extLst>
                <a:ext uri="{FF2B5EF4-FFF2-40B4-BE49-F238E27FC236}">
                  <a16:creationId xmlns:a16="http://schemas.microsoft.com/office/drawing/2014/main" id="{04D66E2B-5EB5-4110-95C2-CA6C9644DA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51" name="Rectangle 52">
              <a:extLst>
                <a:ext uri="{FF2B5EF4-FFF2-40B4-BE49-F238E27FC236}">
                  <a16:creationId xmlns:a16="http://schemas.microsoft.com/office/drawing/2014/main" id="{FE81494A-204F-4F07-ADB5-2592BD1817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52" name="Rectangle 53">
              <a:extLst>
                <a:ext uri="{FF2B5EF4-FFF2-40B4-BE49-F238E27FC236}">
                  <a16:creationId xmlns:a16="http://schemas.microsoft.com/office/drawing/2014/main" id="{79F671EF-EC3A-4DF1-9B74-812EA6FD11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53" name="Rectangle 54">
              <a:extLst>
                <a:ext uri="{FF2B5EF4-FFF2-40B4-BE49-F238E27FC236}">
                  <a16:creationId xmlns:a16="http://schemas.microsoft.com/office/drawing/2014/main" id="{7E795ED0-B42D-4797-BDA1-8633EE7E9F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54" name="Rectangle 55">
              <a:extLst>
                <a:ext uri="{FF2B5EF4-FFF2-40B4-BE49-F238E27FC236}">
                  <a16:creationId xmlns:a16="http://schemas.microsoft.com/office/drawing/2014/main" id="{67DF2CCE-A329-40F8-9850-6C8EA8FC22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55" name="Rectangle 56">
              <a:extLst>
                <a:ext uri="{FF2B5EF4-FFF2-40B4-BE49-F238E27FC236}">
                  <a16:creationId xmlns:a16="http://schemas.microsoft.com/office/drawing/2014/main" id="{FA473F96-A6A8-402C-9813-8984C8D4D6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56" name="Rectangle 57">
              <a:extLst>
                <a:ext uri="{FF2B5EF4-FFF2-40B4-BE49-F238E27FC236}">
                  <a16:creationId xmlns:a16="http://schemas.microsoft.com/office/drawing/2014/main" id="{5CE201DC-A089-494C-86B5-E27E3E6FA2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57" name="Rectangle 58">
              <a:extLst>
                <a:ext uri="{FF2B5EF4-FFF2-40B4-BE49-F238E27FC236}">
                  <a16:creationId xmlns:a16="http://schemas.microsoft.com/office/drawing/2014/main" id="{5AE35D94-7214-4388-B6D4-9287FC1B9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58" name="Rectangle 59">
              <a:extLst>
                <a:ext uri="{FF2B5EF4-FFF2-40B4-BE49-F238E27FC236}">
                  <a16:creationId xmlns:a16="http://schemas.microsoft.com/office/drawing/2014/main" id="{64E486B8-6EAC-4573-B759-423AAB65F4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59" name="Rectangle 60">
              <a:extLst>
                <a:ext uri="{FF2B5EF4-FFF2-40B4-BE49-F238E27FC236}">
                  <a16:creationId xmlns:a16="http://schemas.microsoft.com/office/drawing/2014/main" id="{4AC44649-857A-4AD1-B6FF-0A814233BB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60" name="Rectangle 61">
              <a:extLst>
                <a:ext uri="{FF2B5EF4-FFF2-40B4-BE49-F238E27FC236}">
                  <a16:creationId xmlns:a16="http://schemas.microsoft.com/office/drawing/2014/main" id="{344BD30B-0B73-409C-80A5-E25958695E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494088"/>
              <a:ext cx="11112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61" name="Rectangle 62">
              <a:extLst>
                <a:ext uri="{FF2B5EF4-FFF2-40B4-BE49-F238E27FC236}">
                  <a16:creationId xmlns:a16="http://schemas.microsoft.com/office/drawing/2014/main" id="{75BA7396-59DB-4837-9427-9D0283CC77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62" name="Rectangle 63">
              <a:extLst>
                <a:ext uri="{FF2B5EF4-FFF2-40B4-BE49-F238E27FC236}">
                  <a16:creationId xmlns:a16="http://schemas.microsoft.com/office/drawing/2014/main" id="{38B84EFA-4A95-438D-8E28-7D8DC4C076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63" name="Rectangle 64">
              <a:extLst>
                <a:ext uri="{FF2B5EF4-FFF2-40B4-BE49-F238E27FC236}">
                  <a16:creationId xmlns:a16="http://schemas.microsoft.com/office/drawing/2014/main" id="{5D81D704-2FD7-4886-91A8-B31C4121C4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64" name="Rectangle 65">
              <a:extLst>
                <a:ext uri="{FF2B5EF4-FFF2-40B4-BE49-F238E27FC236}">
                  <a16:creationId xmlns:a16="http://schemas.microsoft.com/office/drawing/2014/main" id="{49303625-E0B7-4265-89BD-DF0FEE9E4E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65" name="Rectangle 66">
              <a:extLst>
                <a:ext uri="{FF2B5EF4-FFF2-40B4-BE49-F238E27FC236}">
                  <a16:creationId xmlns:a16="http://schemas.microsoft.com/office/drawing/2014/main" id="{434D3AA4-B177-4C51-A324-CBA3DF7CB9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66" name="Rectangle 67">
              <a:extLst>
                <a:ext uri="{FF2B5EF4-FFF2-40B4-BE49-F238E27FC236}">
                  <a16:creationId xmlns:a16="http://schemas.microsoft.com/office/drawing/2014/main" id="{706B7B52-7D02-495A-BF0E-501188C87C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67" name="Rectangle 68">
              <a:extLst>
                <a:ext uri="{FF2B5EF4-FFF2-40B4-BE49-F238E27FC236}">
                  <a16:creationId xmlns:a16="http://schemas.microsoft.com/office/drawing/2014/main" id="{95548D92-83B2-4CE3-84B0-BFC6E758F5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68" name="Rectangle 69">
              <a:extLst>
                <a:ext uri="{FF2B5EF4-FFF2-40B4-BE49-F238E27FC236}">
                  <a16:creationId xmlns:a16="http://schemas.microsoft.com/office/drawing/2014/main" id="{54DED7F5-68A0-4963-B48F-B4347ABDF2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69" name="Rectangle 70">
              <a:extLst>
                <a:ext uri="{FF2B5EF4-FFF2-40B4-BE49-F238E27FC236}">
                  <a16:creationId xmlns:a16="http://schemas.microsoft.com/office/drawing/2014/main" id="{AB8BEE64-D0AD-4518-8233-4F6751C161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70" name="Rectangle 71">
              <a:extLst>
                <a:ext uri="{FF2B5EF4-FFF2-40B4-BE49-F238E27FC236}">
                  <a16:creationId xmlns:a16="http://schemas.microsoft.com/office/drawing/2014/main" id="{F11C9F2C-1EAB-4B30-86AA-A4B1BA3B4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71" name="Rectangle 72">
              <a:extLst>
                <a:ext uri="{FF2B5EF4-FFF2-40B4-BE49-F238E27FC236}">
                  <a16:creationId xmlns:a16="http://schemas.microsoft.com/office/drawing/2014/main" id="{9B46DB59-D1B4-477F-B198-6B822E6778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72" name="Rectangle 73">
              <a:extLst>
                <a:ext uri="{FF2B5EF4-FFF2-40B4-BE49-F238E27FC236}">
                  <a16:creationId xmlns:a16="http://schemas.microsoft.com/office/drawing/2014/main" id="{BE58CFF0-9EEE-4DD7-8572-ABF6DCAD3A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803650"/>
              <a:ext cx="11112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73" name="Rectangle 74">
              <a:extLst>
                <a:ext uri="{FF2B5EF4-FFF2-40B4-BE49-F238E27FC236}">
                  <a16:creationId xmlns:a16="http://schemas.microsoft.com/office/drawing/2014/main" id="{E44C4E56-4203-4959-BBF8-C09B23C9B0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74" name="Rectangle 75">
              <a:extLst>
                <a:ext uri="{FF2B5EF4-FFF2-40B4-BE49-F238E27FC236}">
                  <a16:creationId xmlns:a16="http://schemas.microsoft.com/office/drawing/2014/main" id="{B019F196-EDF2-4CA1-AEBD-582A26BE0B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75" name="Rectangle 76">
              <a:extLst>
                <a:ext uri="{FF2B5EF4-FFF2-40B4-BE49-F238E27FC236}">
                  <a16:creationId xmlns:a16="http://schemas.microsoft.com/office/drawing/2014/main" id="{D17222B5-29E1-4B79-800B-E2E09655B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76" name="Rectangle 77">
              <a:extLst>
                <a:ext uri="{FF2B5EF4-FFF2-40B4-BE49-F238E27FC236}">
                  <a16:creationId xmlns:a16="http://schemas.microsoft.com/office/drawing/2014/main" id="{CD93447C-DEEB-49F3-BB2B-E2A2BAB358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77" name="Rectangle 78">
              <a:extLst>
                <a:ext uri="{FF2B5EF4-FFF2-40B4-BE49-F238E27FC236}">
                  <a16:creationId xmlns:a16="http://schemas.microsoft.com/office/drawing/2014/main" id="{D348106C-389C-4822-8F7F-C0B4F23176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78" name="Rectangle 79">
              <a:extLst>
                <a:ext uri="{FF2B5EF4-FFF2-40B4-BE49-F238E27FC236}">
                  <a16:creationId xmlns:a16="http://schemas.microsoft.com/office/drawing/2014/main" id="{977DB36C-3FEE-4517-A59A-112ADD3211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79" name="Rectangle 80">
              <a:extLst>
                <a:ext uri="{FF2B5EF4-FFF2-40B4-BE49-F238E27FC236}">
                  <a16:creationId xmlns:a16="http://schemas.microsoft.com/office/drawing/2014/main" id="{E5E9C532-1C35-4519-A138-B90650B68D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80" name="Rectangle 81">
              <a:extLst>
                <a:ext uri="{FF2B5EF4-FFF2-40B4-BE49-F238E27FC236}">
                  <a16:creationId xmlns:a16="http://schemas.microsoft.com/office/drawing/2014/main" id="{EBC6EB73-7719-450C-BA2B-B1FAE14B1B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81" name="Rectangle 82">
              <a:extLst>
                <a:ext uri="{FF2B5EF4-FFF2-40B4-BE49-F238E27FC236}">
                  <a16:creationId xmlns:a16="http://schemas.microsoft.com/office/drawing/2014/main" id="{8E257ED6-2542-462D-BB1C-E4F197D6F5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82" name="Rectangle 83">
              <a:extLst>
                <a:ext uri="{FF2B5EF4-FFF2-40B4-BE49-F238E27FC236}">
                  <a16:creationId xmlns:a16="http://schemas.microsoft.com/office/drawing/2014/main" id="{0B993E2F-6BC3-4C7E-BE29-4E63685437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83" name="Rectangle 84">
              <a:extLst>
                <a:ext uri="{FF2B5EF4-FFF2-40B4-BE49-F238E27FC236}">
                  <a16:creationId xmlns:a16="http://schemas.microsoft.com/office/drawing/2014/main" id="{8117CB2C-D725-4B0A-9E2B-B00CB1B49B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84" name="Rectangle 85">
              <a:extLst>
                <a:ext uri="{FF2B5EF4-FFF2-40B4-BE49-F238E27FC236}">
                  <a16:creationId xmlns:a16="http://schemas.microsoft.com/office/drawing/2014/main" id="{A4B1B7C6-EF9B-4B90-9A79-7A4DA68406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4140200"/>
              <a:ext cx="49799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85" name="Rectangle 86">
              <a:extLst>
                <a:ext uri="{FF2B5EF4-FFF2-40B4-BE49-F238E27FC236}">
                  <a16:creationId xmlns:a16="http://schemas.microsoft.com/office/drawing/2014/main" id="{AE3D1A51-BF6D-4B3C-88CE-706E81F11A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86" name="Rectangle 2">
            <a:extLst>
              <a:ext uri="{FF2B5EF4-FFF2-40B4-BE49-F238E27FC236}">
                <a16:creationId xmlns:a16="http://schemas.microsoft.com/office/drawing/2014/main" id="{A4544086-525A-6D43-A04A-E1F37E7BA79E}"/>
              </a:ext>
            </a:extLst>
          </p:cNvPr>
          <p:cNvSpPr txBox="1">
            <a:spLocks noChangeArrowheads="1"/>
          </p:cNvSpPr>
          <p:nvPr/>
        </p:nvSpPr>
        <p:spPr>
          <a:xfrm>
            <a:off x="790575" y="100013"/>
            <a:ext cx="4695825" cy="814387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Deriving Y</a:t>
            </a:r>
            <a:r>
              <a:rPr kumimoji="0" lang="en-US" sz="36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2</a:t>
            </a:r>
          </a:p>
        </p:txBody>
      </p:sp>
      <p:graphicFrame>
        <p:nvGraphicFramePr>
          <p:cNvPr id="88" name="Shape 730">
            <a:extLst>
              <a:ext uri="{FF2B5EF4-FFF2-40B4-BE49-F238E27FC236}">
                <a16:creationId xmlns:a16="http://schemas.microsoft.com/office/drawing/2014/main" id="{21699D34-2512-FC48-B09D-B5F314D640CA}"/>
              </a:ext>
            </a:extLst>
          </p:cNvPr>
          <p:cNvGraphicFramePr>
            <a:graphicFrameLocks noGrp="1"/>
          </p:cNvGraphicFramePr>
          <p:nvPr/>
        </p:nvGraphicFramePr>
        <p:xfrm>
          <a:off x="6791325" y="76200"/>
          <a:ext cx="2124075" cy="6746875"/>
        </p:xfrm>
        <a:graphic>
          <a:graphicData uri="http://schemas.openxmlformats.org/drawingml/2006/table">
            <a:tbl>
              <a:tblPr/>
              <a:tblGrid>
                <a:gridCol w="3540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40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401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4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401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401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2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a</a:t>
                      </a:r>
                      <a:endParaRPr kumimoji="0" lang="en-US" altLang="en-US" sz="14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MS PGothic" charset="-128"/>
                        <a:sym typeface="Times New Roman" charset="0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b</a:t>
                      </a:r>
                      <a:endParaRPr kumimoji="0" lang="en-US" altLang="en-US" sz="14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MS PGothic" charset="-128"/>
                        <a:sym typeface="Times New Roman" charset="0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2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77955" name="Rectangle 88">
            <a:extLst>
              <a:ext uri="{FF2B5EF4-FFF2-40B4-BE49-F238E27FC236}">
                <a16:creationId xmlns:a16="http://schemas.microsoft.com/office/drawing/2014/main" id="{7DD110DE-1203-419B-8F9B-FE1BEA4F6B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1250" y="2252663"/>
            <a:ext cx="293688" cy="121920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7956" name="Rectangle 90">
            <a:extLst>
              <a:ext uri="{FF2B5EF4-FFF2-40B4-BE49-F238E27FC236}">
                <a16:creationId xmlns:a16="http://schemas.microsoft.com/office/drawing/2014/main" id="{98763E97-21C4-4840-8B9E-60D0411D49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62275" y="2263775"/>
            <a:ext cx="293688" cy="121920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7957" name="Rectangle 91">
            <a:extLst>
              <a:ext uri="{FF2B5EF4-FFF2-40B4-BE49-F238E27FC236}">
                <a16:creationId xmlns:a16="http://schemas.microsoft.com/office/drawing/2014/main" id="{BAA77289-F8C7-4FA1-98E6-E358FB3039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03625" y="2260600"/>
            <a:ext cx="293688" cy="121920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7958" name="Rectangle 92">
            <a:extLst>
              <a:ext uri="{FF2B5EF4-FFF2-40B4-BE49-F238E27FC236}">
                <a16:creationId xmlns:a16="http://schemas.microsoft.com/office/drawing/2014/main" id="{38CEC3E9-B2B9-43DA-9ED1-8D18C3D1DF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5763" y="2257425"/>
            <a:ext cx="293687" cy="121920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7959" name="Rectangle 93">
            <a:extLst>
              <a:ext uri="{FF2B5EF4-FFF2-40B4-BE49-F238E27FC236}">
                <a16:creationId xmlns:a16="http://schemas.microsoft.com/office/drawing/2014/main" id="{6B091E6F-7977-467B-A8F8-5FAC5492D9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84513" y="1766888"/>
            <a:ext cx="206375" cy="334962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77960" name="Group 221">
            <a:extLst>
              <a:ext uri="{FF2B5EF4-FFF2-40B4-BE49-F238E27FC236}">
                <a16:creationId xmlns:a16="http://schemas.microsoft.com/office/drawing/2014/main" id="{2DA19356-22FD-49EF-B8BE-3C22AFBFE66A}"/>
              </a:ext>
            </a:extLst>
          </p:cNvPr>
          <p:cNvGrpSpPr>
            <a:grpSpLocks/>
          </p:cNvGrpSpPr>
          <p:nvPr/>
        </p:nvGrpSpPr>
        <p:grpSpPr bwMode="auto">
          <a:xfrm>
            <a:off x="3340100" y="3810000"/>
            <a:ext cx="2298700" cy="2232025"/>
            <a:chOff x="3189288" y="3813175"/>
            <a:chExt cx="2298700" cy="2232025"/>
          </a:xfrm>
        </p:grpSpPr>
        <p:sp>
          <p:nvSpPr>
            <p:cNvPr id="77961" name="Rectangle 91">
              <a:extLst>
                <a:ext uri="{FF2B5EF4-FFF2-40B4-BE49-F238E27FC236}">
                  <a16:creationId xmlns:a16="http://schemas.microsoft.com/office/drawing/2014/main" id="{41E14C52-3588-468D-9E13-069B82BD6A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6513" y="4422775"/>
              <a:ext cx="820737" cy="820737"/>
            </a:xfrm>
            <a:prstGeom prst="rect">
              <a:avLst/>
            </a:prstGeom>
            <a:noFill/>
            <a:ln w="1746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962" name="Line 92">
              <a:extLst>
                <a:ext uri="{FF2B5EF4-FFF2-40B4-BE49-F238E27FC236}">
                  <a16:creationId xmlns:a16="http://schemas.microsoft.com/office/drawing/2014/main" id="{06210B5C-E650-4F66-9318-3C1395C048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46513" y="4822825"/>
              <a:ext cx="820737" cy="1587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963" name="Line 93">
              <a:extLst>
                <a:ext uri="{FF2B5EF4-FFF2-40B4-BE49-F238E27FC236}">
                  <a16:creationId xmlns:a16="http://schemas.microsoft.com/office/drawing/2014/main" id="{25AC7690-6274-4C5B-AE62-621DA0CC13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67200" y="4422775"/>
              <a:ext cx="1588" cy="820737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964" name="Line 94">
              <a:extLst>
                <a:ext uri="{FF2B5EF4-FFF2-40B4-BE49-F238E27FC236}">
                  <a16:creationId xmlns:a16="http://schemas.microsoft.com/office/drawing/2014/main" id="{8A5BF4F1-766E-4C9C-8F3B-D1F7687603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6463" y="4021137"/>
              <a:ext cx="400050" cy="401638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965" name="Rectangle 95">
              <a:extLst>
                <a:ext uri="{FF2B5EF4-FFF2-40B4-BE49-F238E27FC236}">
                  <a16:creationId xmlns:a16="http://schemas.microsoft.com/office/drawing/2014/main" id="{5B6A03D3-5B8A-44EC-8381-A398166737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7250" y="4422775"/>
              <a:ext cx="820738" cy="820737"/>
            </a:xfrm>
            <a:prstGeom prst="rect">
              <a:avLst/>
            </a:prstGeom>
            <a:noFill/>
            <a:ln w="1746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966" name="Line 96">
              <a:extLst>
                <a:ext uri="{FF2B5EF4-FFF2-40B4-BE49-F238E27FC236}">
                  <a16:creationId xmlns:a16="http://schemas.microsoft.com/office/drawing/2014/main" id="{DA8176D5-1359-436C-BAE7-EEFBC64F27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67250" y="4822825"/>
              <a:ext cx="820738" cy="1587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967" name="Line 97">
              <a:extLst>
                <a:ext uri="{FF2B5EF4-FFF2-40B4-BE49-F238E27FC236}">
                  <a16:creationId xmlns:a16="http://schemas.microsoft.com/office/drawing/2014/main" id="{8DFA1DDF-A470-402F-AE95-4E1FA6432B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68888" y="4422775"/>
              <a:ext cx="1587" cy="820737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968" name="Rectangle 99">
              <a:extLst>
                <a:ext uri="{FF2B5EF4-FFF2-40B4-BE49-F238E27FC236}">
                  <a16:creationId xmlns:a16="http://schemas.microsoft.com/office/drawing/2014/main" id="{743CA726-50F9-47FE-8C64-42A4ABC45C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3513" y="4198937"/>
              <a:ext cx="249237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969" name="Rectangle 100">
              <a:extLst>
                <a:ext uri="{FF2B5EF4-FFF2-40B4-BE49-F238E27FC236}">
                  <a16:creationId xmlns:a16="http://schemas.microsoft.com/office/drawing/2014/main" id="{2ABCD937-9357-4A86-97AC-0C9ABE9DD7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325" y="4198937"/>
              <a:ext cx="24923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970" name="Rectangle 101">
              <a:extLst>
                <a:ext uri="{FF2B5EF4-FFF2-40B4-BE49-F238E27FC236}">
                  <a16:creationId xmlns:a16="http://schemas.microsoft.com/office/drawing/2014/main" id="{067387AD-1462-4509-A1CB-B628FA8614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725" y="4198937"/>
              <a:ext cx="24923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971" name="Rectangle 102">
              <a:extLst>
                <a:ext uri="{FF2B5EF4-FFF2-40B4-BE49-F238E27FC236}">
                  <a16:creationId xmlns:a16="http://schemas.microsoft.com/office/drawing/2014/main" id="{861E154A-086C-4411-B487-2E44B506A9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1125" y="4198937"/>
              <a:ext cx="24923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972" name="Rectangle 103">
              <a:extLst>
                <a:ext uri="{FF2B5EF4-FFF2-40B4-BE49-F238E27FC236}">
                  <a16:creationId xmlns:a16="http://schemas.microsoft.com/office/drawing/2014/main" id="{78B957DC-E5CE-452E-B4EE-BFB2982ECA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450" y="4537075"/>
              <a:ext cx="24923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973" name="Rectangle 104">
              <a:extLst>
                <a:ext uri="{FF2B5EF4-FFF2-40B4-BE49-F238E27FC236}">
                  <a16:creationId xmlns:a16="http://schemas.microsoft.com/office/drawing/2014/main" id="{E6C20A0A-DE4A-4C1A-8A37-835135B38E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3150" y="4983162"/>
              <a:ext cx="24923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974" name="Rectangle 105">
              <a:extLst>
                <a:ext uri="{FF2B5EF4-FFF2-40B4-BE49-F238E27FC236}">
                  <a16:creationId xmlns:a16="http://schemas.microsoft.com/office/drawing/2014/main" id="{96B81D8A-0072-47ED-877E-C7712E9136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5950" y="4545012"/>
              <a:ext cx="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975" name="Rectangle 106">
              <a:extLst>
                <a:ext uri="{FF2B5EF4-FFF2-40B4-BE49-F238E27FC236}">
                  <a16:creationId xmlns:a16="http://schemas.microsoft.com/office/drawing/2014/main" id="{D78F9000-4233-42A4-88EA-C27BC08BF6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6375" y="4949825"/>
              <a:ext cx="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976" name="Rectangle 107">
              <a:extLst>
                <a:ext uri="{FF2B5EF4-FFF2-40B4-BE49-F238E27FC236}">
                  <a16:creationId xmlns:a16="http://schemas.microsoft.com/office/drawing/2014/main" id="{0DF144FE-E96A-4040-8288-BBBCB66C93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5950" y="4949825"/>
              <a:ext cx="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977" name="Rectangle 108">
              <a:extLst>
                <a:ext uri="{FF2B5EF4-FFF2-40B4-BE49-F238E27FC236}">
                  <a16:creationId xmlns:a16="http://schemas.microsoft.com/office/drawing/2014/main" id="{3619515F-49F4-4136-ABC3-C58F6565BB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3938" y="4545012"/>
              <a:ext cx="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978" name="Rectangle 109">
              <a:extLst>
                <a:ext uri="{FF2B5EF4-FFF2-40B4-BE49-F238E27FC236}">
                  <a16:creationId xmlns:a16="http://schemas.microsoft.com/office/drawing/2014/main" id="{F697EDB2-1962-42E6-8717-153C9728F0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3938" y="4949825"/>
              <a:ext cx="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979" name="Rectangle 110">
              <a:extLst>
                <a:ext uri="{FF2B5EF4-FFF2-40B4-BE49-F238E27FC236}">
                  <a16:creationId xmlns:a16="http://schemas.microsoft.com/office/drawing/2014/main" id="{169CDF1C-9AEE-4E78-80E7-22FEDEE6CE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9225" y="4545012"/>
              <a:ext cx="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980" name="Rectangle 111">
              <a:extLst>
                <a:ext uri="{FF2B5EF4-FFF2-40B4-BE49-F238E27FC236}">
                  <a16:creationId xmlns:a16="http://schemas.microsoft.com/office/drawing/2014/main" id="{8C4B0B13-B239-4CB4-B63B-4347C4552A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9225" y="4949825"/>
              <a:ext cx="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981" name="Rectangle 112">
              <a:extLst>
                <a:ext uri="{FF2B5EF4-FFF2-40B4-BE49-F238E27FC236}">
                  <a16:creationId xmlns:a16="http://schemas.microsoft.com/office/drawing/2014/main" id="{7D8B782F-65EC-4D1C-BB94-4D4E452E94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6513" y="5243512"/>
              <a:ext cx="820737" cy="801688"/>
            </a:xfrm>
            <a:prstGeom prst="rect">
              <a:avLst/>
            </a:prstGeom>
            <a:noFill/>
            <a:ln w="1746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982" name="Line 113">
              <a:extLst>
                <a:ext uri="{FF2B5EF4-FFF2-40B4-BE49-F238E27FC236}">
                  <a16:creationId xmlns:a16="http://schemas.microsoft.com/office/drawing/2014/main" id="{47D6F22A-192D-4FC2-9B1C-970CC0136E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46513" y="5643562"/>
              <a:ext cx="820737" cy="1588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983" name="Line 114">
              <a:extLst>
                <a:ext uri="{FF2B5EF4-FFF2-40B4-BE49-F238E27FC236}">
                  <a16:creationId xmlns:a16="http://schemas.microsoft.com/office/drawing/2014/main" id="{0A2AAC53-041B-40A3-A10F-F301E00DEB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67200" y="5243512"/>
              <a:ext cx="1588" cy="801688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984" name="Rectangle 115">
              <a:extLst>
                <a:ext uri="{FF2B5EF4-FFF2-40B4-BE49-F238E27FC236}">
                  <a16:creationId xmlns:a16="http://schemas.microsoft.com/office/drawing/2014/main" id="{9030696C-9C50-425C-9FF3-F26B6AF7FA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7250" y="5243512"/>
              <a:ext cx="820738" cy="801688"/>
            </a:xfrm>
            <a:prstGeom prst="rect">
              <a:avLst/>
            </a:prstGeom>
            <a:noFill/>
            <a:ln w="1746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985" name="Line 116">
              <a:extLst>
                <a:ext uri="{FF2B5EF4-FFF2-40B4-BE49-F238E27FC236}">
                  <a16:creationId xmlns:a16="http://schemas.microsoft.com/office/drawing/2014/main" id="{C01ACAEE-7E75-4206-807B-A3244657A7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67250" y="5643562"/>
              <a:ext cx="820738" cy="1588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986" name="Line 117">
              <a:extLst>
                <a:ext uri="{FF2B5EF4-FFF2-40B4-BE49-F238E27FC236}">
                  <a16:creationId xmlns:a16="http://schemas.microsoft.com/office/drawing/2014/main" id="{370A7742-35CC-4E8B-A5E1-E8DA2EB16B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68888" y="5243512"/>
              <a:ext cx="1587" cy="801688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987" name="Rectangle 118">
              <a:extLst>
                <a:ext uri="{FF2B5EF4-FFF2-40B4-BE49-F238E27FC236}">
                  <a16:creationId xmlns:a16="http://schemas.microsoft.com/office/drawing/2014/main" id="{6753990F-A01C-4CED-A6AB-026BDD1659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6375" y="4545012"/>
              <a:ext cx="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988" name="Rectangle 119">
              <a:extLst>
                <a:ext uri="{FF2B5EF4-FFF2-40B4-BE49-F238E27FC236}">
                  <a16:creationId xmlns:a16="http://schemas.microsoft.com/office/drawing/2014/main" id="{BF59E1D9-5D38-49E1-84AA-4572DD44E3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5950" y="5356225"/>
              <a:ext cx="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989" name="Rectangle 120">
              <a:extLst>
                <a:ext uri="{FF2B5EF4-FFF2-40B4-BE49-F238E27FC236}">
                  <a16:creationId xmlns:a16="http://schemas.microsoft.com/office/drawing/2014/main" id="{D1801751-0A7D-474D-9BD9-DAC2285831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6375" y="5761037"/>
              <a:ext cx="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990" name="Rectangle 121">
              <a:extLst>
                <a:ext uri="{FF2B5EF4-FFF2-40B4-BE49-F238E27FC236}">
                  <a16:creationId xmlns:a16="http://schemas.microsoft.com/office/drawing/2014/main" id="{DF7F7E42-397A-465E-8047-DC56EB97FE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5950" y="5761037"/>
              <a:ext cx="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991" name="Rectangle 122">
              <a:extLst>
                <a:ext uri="{FF2B5EF4-FFF2-40B4-BE49-F238E27FC236}">
                  <a16:creationId xmlns:a16="http://schemas.microsoft.com/office/drawing/2014/main" id="{7746DCF0-7CC6-4DF2-A5B1-8D34873992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3938" y="5356225"/>
              <a:ext cx="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992" name="Rectangle 123">
              <a:extLst>
                <a:ext uri="{FF2B5EF4-FFF2-40B4-BE49-F238E27FC236}">
                  <a16:creationId xmlns:a16="http://schemas.microsoft.com/office/drawing/2014/main" id="{9DA46DE4-AC14-421B-97E8-61A1DF62FC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3938" y="5761037"/>
              <a:ext cx="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993" name="Rectangle 124">
              <a:extLst>
                <a:ext uri="{FF2B5EF4-FFF2-40B4-BE49-F238E27FC236}">
                  <a16:creationId xmlns:a16="http://schemas.microsoft.com/office/drawing/2014/main" id="{F5471ED6-C44B-4DB1-995E-0EBC263C55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9225" y="5356225"/>
              <a:ext cx="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994" name="Rectangle 125">
              <a:extLst>
                <a:ext uri="{FF2B5EF4-FFF2-40B4-BE49-F238E27FC236}">
                  <a16:creationId xmlns:a16="http://schemas.microsoft.com/office/drawing/2014/main" id="{8D3F6FE9-65A1-404A-B352-E868C253D3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9225" y="5761037"/>
              <a:ext cx="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995" name="Rectangle 126">
              <a:extLst>
                <a:ext uri="{FF2B5EF4-FFF2-40B4-BE49-F238E27FC236}">
                  <a16:creationId xmlns:a16="http://schemas.microsoft.com/office/drawing/2014/main" id="{BA5DA7C7-8742-4525-BC38-7AB18E523A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6375" y="5356225"/>
              <a:ext cx="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996" name="Rectangle 127">
              <a:extLst>
                <a:ext uri="{FF2B5EF4-FFF2-40B4-BE49-F238E27FC236}">
                  <a16:creationId xmlns:a16="http://schemas.microsoft.com/office/drawing/2014/main" id="{CDDD15D9-A886-4FD7-A461-EEF6720B33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0925" y="5356225"/>
              <a:ext cx="24923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997" name="Rectangle 128">
              <a:extLst>
                <a:ext uri="{FF2B5EF4-FFF2-40B4-BE49-F238E27FC236}">
                  <a16:creationId xmlns:a16="http://schemas.microsoft.com/office/drawing/2014/main" id="{5170B03B-7116-4412-9B72-AFC009E337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0925" y="5761037"/>
              <a:ext cx="24923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998" name="Rectangle 129">
              <a:extLst>
                <a:ext uri="{FF2B5EF4-FFF2-40B4-BE49-F238E27FC236}">
                  <a16:creationId xmlns:a16="http://schemas.microsoft.com/office/drawing/2014/main" id="{EFFEFAB2-45A5-436C-A0FA-34834D069E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7750" y="3813175"/>
              <a:ext cx="195263" cy="234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999" name="Rectangle 130">
              <a:extLst>
                <a:ext uri="{FF2B5EF4-FFF2-40B4-BE49-F238E27FC236}">
                  <a16:creationId xmlns:a16="http://schemas.microsoft.com/office/drawing/2014/main" id="{D83DEF7E-6FC6-40C3-942E-AB4D4624A1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1888" y="3900487"/>
              <a:ext cx="70532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00" name="Rectangle 131">
              <a:extLst>
                <a:ext uri="{FF2B5EF4-FFF2-40B4-BE49-F238E27FC236}">
                  <a16:creationId xmlns:a16="http://schemas.microsoft.com/office/drawing/2014/main" id="{2F2F7434-D149-48FA-8678-97C822B515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850" y="3813175"/>
              <a:ext cx="195263" cy="234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01" name="Rectangle 132">
              <a:extLst>
                <a:ext uri="{FF2B5EF4-FFF2-40B4-BE49-F238E27FC236}">
                  <a16:creationId xmlns:a16="http://schemas.microsoft.com/office/drawing/2014/main" id="{17F6D888-90A8-4134-828A-20B6ACB515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5400" y="3900487"/>
              <a:ext cx="70532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002" name="Rectangle 133">
              <a:extLst>
                <a:ext uri="{FF2B5EF4-FFF2-40B4-BE49-F238E27FC236}">
                  <a16:creationId xmlns:a16="http://schemas.microsoft.com/office/drawing/2014/main" id="{A028C26A-CEEA-4ABF-B061-C4CE644620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9288" y="4059237"/>
              <a:ext cx="241145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a b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849" name="Group 1">
            <a:extLst>
              <a:ext uri="{FF2B5EF4-FFF2-40B4-BE49-F238E27FC236}">
                <a16:creationId xmlns:a16="http://schemas.microsoft.com/office/drawing/2014/main" id="{F7161A75-8045-4CB1-A3BF-DD42C3A91ADC}"/>
              </a:ext>
            </a:extLst>
          </p:cNvPr>
          <p:cNvGrpSpPr>
            <a:grpSpLocks/>
          </p:cNvGrpSpPr>
          <p:nvPr/>
        </p:nvGrpSpPr>
        <p:grpSpPr bwMode="auto">
          <a:xfrm>
            <a:off x="554038" y="762000"/>
            <a:ext cx="5008562" cy="2773363"/>
            <a:chOff x="2030413" y="1379538"/>
            <a:chExt cx="5008562" cy="2773362"/>
          </a:xfrm>
        </p:grpSpPr>
        <p:sp>
          <p:nvSpPr>
            <p:cNvPr id="79027" name="Rectangle 4">
              <a:extLst>
                <a:ext uri="{FF2B5EF4-FFF2-40B4-BE49-F238E27FC236}">
                  <a16:creationId xmlns:a16="http://schemas.microsoft.com/office/drawing/2014/main" id="{085575DE-93C3-4A88-B8AF-28A8AECFC4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1379538"/>
              <a:ext cx="4979987" cy="11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28" name="Rectangle 5">
              <a:extLst>
                <a:ext uri="{FF2B5EF4-FFF2-40B4-BE49-F238E27FC236}">
                  <a16:creationId xmlns:a16="http://schemas.microsoft.com/office/drawing/2014/main" id="{697C31D7-262C-459B-8817-22CF42E40F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1403350"/>
              <a:ext cx="11112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29" name="Rectangle 6">
              <a:extLst>
                <a:ext uri="{FF2B5EF4-FFF2-40B4-BE49-F238E27FC236}">
                  <a16:creationId xmlns:a16="http://schemas.microsoft.com/office/drawing/2014/main" id="{44E71906-5675-411B-9740-098CBBB89E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30" name="Rectangle 7">
              <a:extLst>
                <a:ext uri="{FF2B5EF4-FFF2-40B4-BE49-F238E27FC236}">
                  <a16:creationId xmlns:a16="http://schemas.microsoft.com/office/drawing/2014/main" id="{79FF16F8-3D71-4BA5-9336-0AFA36C1BA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688" y="1649413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Present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31" name="Rectangle 8">
              <a:extLst>
                <a:ext uri="{FF2B5EF4-FFF2-40B4-BE49-F238E27FC236}">
                  <a16:creationId xmlns:a16="http://schemas.microsoft.com/office/drawing/2014/main" id="{25A8B1F5-7A75-4AB2-9BB7-158650083B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32" name="Rectangle 9">
              <a:extLst>
                <a:ext uri="{FF2B5EF4-FFF2-40B4-BE49-F238E27FC236}">
                  <a16:creationId xmlns:a16="http://schemas.microsoft.com/office/drawing/2014/main" id="{3B00C59C-D5C5-484D-A899-E74F3E220C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33" name="Rectangle 10">
              <a:extLst>
                <a:ext uri="{FF2B5EF4-FFF2-40B4-BE49-F238E27FC236}">
                  <a16:creationId xmlns:a16="http://schemas.microsoft.com/office/drawing/2014/main" id="{5896B56A-2BF1-419A-91B4-7F79B9265F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858963"/>
              <a:ext cx="2925762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34" name="Rectangle 11">
              <a:extLst>
                <a:ext uri="{FF2B5EF4-FFF2-40B4-BE49-F238E27FC236}">
                  <a16:creationId xmlns:a16="http://schemas.microsoft.com/office/drawing/2014/main" id="{EED2011C-3689-47B2-912C-5DBD5492E9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1871663"/>
              <a:ext cx="11112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35" name="Rectangle 12">
              <a:extLst>
                <a:ext uri="{FF2B5EF4-FFF2-40B4-BE49-F238E27FC236}">
                  <a16:creationId xmlns:a16="http://schemas.microsoft.com/office/drawing/2014/main" id="{47BE1EF3-94E9-4C35-A61C-DDF4DA38DE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9713" y="1506538"/>
              <a:ext cx="10207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Nextstate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36" name="Rectangle 13">
              <a:extLst>
                <a:ext uri="{FF2B5EF4-FFF2-40B4-BE49-F238E27FC236}">
                  <a16:creationId xmlns:a16="http://schemas.microsoft.com/office/drawing/2014/main" id="{F23C9605-C91C-489A-82FB-5BEF2EA569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37" name="Rectangle 14">
              <a:extLst>
                <a:ext uri="{FF2B5EF4-FFF2-40B4-BE49-F238E27FC236}">
                  <a16:creationId xmlns:a16="http://schemas.microsoft.com/office/drawing/2014/main" id="{3D215871-AB05-4318-9B1C-D8FC4C1ACF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8388" y="1973263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38" name="Rectangle 15">
              <a:extLst>
                <a:ext uri="{FF2B5EF4-FFF2-40B4-BE49-F238E27FC236}">
                  <a16:creationId xmlns:a16="http://schemas.microsoft.com/office/drawing/2014/main" id="{8E70F69C-B517-443B-ADC4-026ACD4710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6438" y="197167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ab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39" name="Rectangle 16">
              <a:extLst>
                <a:ext uri="{FF2B5EF4-FFF2-40B4-BE49-F238E27FC236}">
                  <a16:creationId xmlns:a16="http://schemas.microsoft.com/office/drawing/2014/main" id="{2D504FB7-1AB0-4CDF-9099-7B0ECBD3CA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825" y="1973263"/>
              <a:ext cx="460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=00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40" name="Rectangle 17">
              <a:extLst>
                <a:ext uri="{FF2B5EF4-FFF2-40B4-BE49-F238E27FC236}">
                  <a16:creationId xmlns:a16="http://schemas.microsoft.com/office/drawing/2014/main" id="{07A3E1DC-3DC6-4DA7-9D4B-F3D4D08926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1813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41" name="Rectangle 18">
              <a:extLst>
                <a:ext uri="{FF2B5EF4-FFF2-40B4-BE49-F238E27FC236}">
                  <a16:creationId xmlns:a16="http://schemas.microsoft.com/office/drawing/2014/main" id="{69937D7C-F7C9-4D0F-B58D-4AD6EF11E8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9350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42" name="Rectangle 19">
              <a:extLst>
                <a:ext uri="{FF2B5EF4-FFF2-40B4-BE49-F238E27FC236}">
                  <a16:creationId xmlns:a16="http://schemas.microsoft.com/office/drawing/2014/main" id="{C23C2EF4-6513-4036-88CC-25D26417E4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43" name="Rectangle 20">
              <a:extLst>
                <a:ext uri="{FF2B5EF4-FFF2-40B4-BE49-F238E27FC236}">
                  <a16:creationId xmlns:a16="http://schemas.microsoft.com/office/drawing/2014/main" id="{DC0A9E4F-F3DE-49F9-A0D0-6AE86EBA8A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3713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44" name="Rectangle 21">
              <a:extLst>
                <a:ext uri="{FF2B5EF4-FFF2-40B4-BE49-F238E27FC236}">
                  <a16:creationId xmlns:a16="http://schemas.microsoft.com/office/drawing/2014/main" id="{132B9D56-BDCE-4B6B-BC6E-1E64D405C4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45" name="Rectangle 22">
              <a:extLst>
                <a:ext uri="{FF2B5EF4-FFF2-40B4-BE49-F238E27FC236}">
                  <a16:creationId xmlns:a16="http://schemas.microsoft.com/office/drawing/2014/main" id="{EB230851-D1BB-4C4A-8394-DFAC9DBFC6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316163"/>
              <a:ext cx="2925762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46" name="Rectangle 23">
              <a:extLst>
                <a:ext uri="{FF2B5EF4-FFF2-40B4-BE49-F238E27FC236}">
                  <a16:creationId xmlns:a16="http://schemas.microsoft.com/office/drawing/2014/main" id="{2E4E47B4-F252-4A48-BF13-A0637A03CE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2328863"/>
              <a:ext cx="11112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47" name="Rectangle 24">
              <a:extLst>
                <a:ext uri="{FF2B5EF4-FFF2-40B4-BE49-F238E27FC236}">
                  <a16:creationId xmlns:a16="http://schemas.microsoft.com/office/drawing/2014/main" id="{DB530976-009B-4221-891C-8DB82CF975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2200" y="1881188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Output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48" name="Rectangle 25">
              <a:extLst>
                <a:ext uri="{FF2B5EF4-FFF2-40B4-BE49-F238E27FC236}">
                  <a16:creationId xmlns:a16="http://schemas.microsoft.com/office/drawing/2014/main" id="{3135ED93-B2A5-42B7-80DD-BD61898E6C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6800" y="22812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49" name="Rectangle 26">
              <a:extLst>
                <a:ext uri="{FF2B5EF4-FFF2-40B4-BE49-F238E27FC236}">
                  <a16:creationId xmlns:a16="http://schemas.microsoft.com/office/drawing/2014/main" id="{AA6666F0-6656-49E8-94CB-B634BADD31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0625" y="2379663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50" name="Rectangle 27">
              <a:extLst>
                <a:ext uri="{FF2B5EF4-FFF2-40B4-BE49-F238E27FC236}">
                  <a16:creationId xmlns:a16="http://schemas.microsoft.com/office/drawing/2014/main" id="{9F864A0C-DF06-43F1-9A43-7B679E151A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281238"/>
              <a:ext cx="17621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51" name="Rectangle 28">
              <a:extLst>
                <a:ext uri="{FF2B5EF4-FFF2-40B4-BE49-F238E27FC236}">
                  <a16:creationId xmlns:a16="http://schemas.microsoft.com/office/drawing/2014/main" id="{6B968354-EB2E-4B4C-8A09-67E9BB75C1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52" name="Rectangle 29">
              <a:extLst>
                <a:ext uri="{FF2B5EF4-FFF2-40B4-BE49-F238E27FC236}">
                  <a16:creationId xmlns:a16="http://schemas.microsoft.com/office/drawing/2014/main" id="{94B377AA-E821-414A-B1BD-A987146173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8750" y="2379663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53" name="Rectangle 30">
              <a:extLst>
                <a:ext uri="{FF2B5EF4-FFF2-40B4-BE49-F238E27FC236}">
                  <a16:creationId xmlns:a16="http://schemas.microsoft.com/office/drawing/2014/main" id="{50093F0F-77D1-431A-9BC9-834A8E926C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7363" y="24272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54" name="Rectangle 31">
              <a:extLst>
                <a:ext uri="{FF2B5EF4-FFF2-40B4-BE49-F238E27FC236}">
                  <a16:creationId xmlns:a16="http://schemas.microsoft.com/office/drawing/2014/main" id="{B101EBF1-536F-4086-846E-DD4F1D453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3413" y="25241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55" name="Rectangle 32">
              <a:extLst>
                <a:ext uri="{FF2B5EF4-FFF2-40B4-BE49-F238E27FC236}">
                  <a16:creationId xmlns:a16="http://schemas.microsoft.com/office/drawing/2014/main" id="{BEDE4454-B6C3-438F-80DD-FCA6E037C4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7713" y="24272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56" name="Rectangle 33">
              <a:extLst>
                <a:ext uri="{FF2B5EF4-FFF2-40B4-BE49-F238E27FC236}">
                  <a16:creationId xmlns:a16="http://schemas.microsoft.com/office/drawing/2014/main" id="{C0D1643F-BD83-4373-B233-721C506AC8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57" name="Rectangle 34">
              <a:extLst>
                <a:ext uri="{FF2B5EF4-FFF2-40B4-BE49-F238E27FC236}">
                  <a16:creationId xmlns:a16="http://schemas.microsoft.com/office/drawing/2014/main" id="{8DD110BF-ED8B-43AA-8CF0-EE8BA73A2C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3763" y="25241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58" name="Rectangle 35">
              <a:extLst>
                <a:ext uri="{FF2B5EF4-FFF2-40B4-BE49-F238E27FC236}">
                  <a16:creationId xmlns:a16="http://schemas.microsoft.com/office/drawing/2014/main" id="{B4AA2CD6-E698-4F07-B46A-3F68877439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59" name="Rectangle 36">
              <a:extLst>
                <a:ext uri="{FF2B5EF4-FFF2-40B4-BE49-F238E27FC236}">
                  <a16:creationId xmlns:a16="http://schemas.microsoft.com/office/drawing/2014/main" id="{D93A0759-03A9-450F-A3F8-68E94460F8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2771775"/>
              <a:ext cx="49799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60" name="Rectangle 37">
              <a:extLst>
                <a:ext uri="{FF2B5EF4-FFF2-40B4-BE49-F238E27FC236}">
                  <a16:creationId xmlns:a16="http://schemas.microsoft.com/office/drawing/2014/main" id="{759BEE7A-9250-4EC7-A434-BF7A1F79EA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2787650"/>
              <a:ext cx="11112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61" name="Rectangle 38">
              <a:extLst>
                <a:ext uri="{FF2B5EF4-FFF2-40B4-BE49-F238E27FC236}">
                  <a16:creationId xmlns:a16="http://schemas.microsoft.com/office/drawing/2014/main" id="{FC9F232E-30E5-49E3-8787-F9ED931B46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62713" y="2281238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62" name="Rectangle 39">
              <a:extLst>
                <a:ext uri="{FF2B5EF4-FFF2-40B4-BE49-F238E27FC236}">
                  <a16:creationId xmlns:a16="http://schemas.microsoft.com/office/drawing/2014/main" id="{39B18D35-C3B5-4D2D-8CC3-3A3F00891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63" name="Rectangle 40">
              <a:extLst>
                <a:ext uri="{FF2B5EF4-FFF2-40B4-BE49-F238E27FC236}">
                  <a16:creationId xmlns:a16="http://schemas.microsoft.com/office/drawing/2014/main" id="{CCB4744B-9F2E-4EC0-BE14-1F40FE1FB5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64" name="Rectangle 41">
              <a:extLst>
                <a:ext uri="{FF2B5EF4-FFF2-40B4-BE49-F238E27FC236}">
                  <a16:creationId xmlns:a16="http://schemas.microsoft.com/office/drawing/2014/main" id="{7A0396B8-D4A1-4E8B-B3FF-EF358DFC63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65" name="Rectangle 42">
              <a:extLst>
                <a:ext uri="{FF2B5EF4-FFF2-40B4-BE49-F238E27FC236}">
                  <a16:creationId xmlns:a16="http://schemas.microsoft.com/office/drawing/2014/main" id="{45814C64-68E5-47FF-B38A-35E3C06481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66" name="Rectangle 43">
              <a:extLst>
                <a:ext uri="{FF2B5EF4-FFF2-40B4-BE49-F238E27FC236}">
                  <a16:creationId xmlns:a16="http://schemas.microsoft.com/office/drawing/2014/main" id="{1E35702E-6778-424E-8864-9CCB641879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67" name="Rectangle 44">
              <a:extLst>
                <a:ext uri="{FF2B5EF4-FFF2-40B4-BE49-F238E27FC236}">
                  <a16:creationId xmlns:a16="http://schemas.microsoft.com/office/drawing/2014/main" id="{C088E606-A00F-424E-A5EE-9653026741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68" name="Rectangle 45">
              <a:extLst>
                <a:ext uri="{FF2B5EF4-FFF2-40B4-BE49-F238E27FC236}">
                  <a16:creationId xmlns:a16="http://schemas.microsoft.com/office/drawing/2014/main" id="{C008F94E-D8CA-4F6E-AA88-B9956964F7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69" name="Rectangle 46">
              <a:extLst>
                <a:ext uri="{FF2B5EF4-FFF2-40B4-BE49-F238E27FC236}">
                  <a16:creationId xmlns:a16="http://schemas.microsoft.com/office/drawing/2014/main" id="{C8F22C16-4D9E-420A-920F-D7D4CFE4DA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70" name="Rectangle 47">
              <a:extLst>
                <a:ext uri="{FF2B5EF4-FFF2-40B4-BE49-F238E27FC236}">
                  <a16:creationId xmlns:a16="http://schemas.microsoft.com/office/drawing/2014/main" id="{AEF32399-2F0F-464A-BB39-FF82CCE9EE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71" name="Rectangle 48">
              <a:extLst>
                <a:ext uri="{FF2B5EF4-FFF2-40B4-BE49-F238E27FC236}">
                  <a16:creationId xmlns:a16="http://schemas.microsoft.com/office/drawing/2014/main" id="{F65A5C16-4A70-43A3-9DDB-F94E6E5A05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72" name="Rectangle 49">
              <a:extLst>
                <a:ext uri="{FF2B5EF4-FFF2-40B4-BE49-F238E27FC236}">
                  <a16:creationId xmlns:a16="http://schemas.microsoft.com/office/drawing/2014/main" id="{09B0B265-EA68-4EC0-A3B0-FAC73C55DC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189288"/>
              <a:ext cx="11112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73" name="Rectangle 50">
              <a:extLst>
                <a:ext uri="{FF2B5EF4-FFF2-40B4-BE49-F238E27FC236}">
                  <a16:creationId xmlns:a16="http://schemas.microsoft.com/office/drawing/2014/main" id="{3A95B7F3-771D-4CF7-BC7E-81BBC578E1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74" name="Rectangle 51">
              <a:extLst>
                <a:ext uri="{FF2B5EF4-FFF2-40B4-BE49-F238E27FC236}">
                  <a16:creationId xmlns:a16="http://schemas.microsoft.com/office/drawing/2014/main" id="{62302100-1F96-433D-B884-69A5EC3107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75" name="Rectangle 52">
              <a:extLst>
                <a:ext uri="{FF2B5EF4-FFF2-40B4-BE49-F238E27FC236}">
                  <a16:creationId xmlns:a16="http://schemas.microsoft.com/office/drawing/2014/main" id="{DC942721-8E52-43F0-9749-59ED0705D9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76" name="Rectangle 53">
              <a:extLst>
                <a:ext uri="{FF2B5EF4-FFF2-40B4-BE49-F238E27FC236}">
                  <a16:creationId xmlns:a16="http://schemas.microsoft.com/office/drawing/2014/main" id="{D4AB29BC-A39F-49E6-9D83-98B9CBFDD2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77" name="Rectangle 54">
              <a:extLst>
                <a:ext uri="{FF2B5EF4-FFF2-40B4-BE49-F238E27FC236}">
                  <a16:creationId xmlns:a16="http://schemas.microsoft.com/office/drawing/2014/main" id="{10053A7C-9541-4FA1-8C2A-307B36833B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78" name="Rectangle 55">
              <a:extLst>
                <a:ext uri="{FF2B5EF4-FFF2-40B4-BE49-F238E27FC236}">
                  <a16:creationId xmlns:a16="http://schemas.microsoft.com/office/drawing/2014/main" id="{22038651-2524-4C58-932E-54396DB2F8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79" name="Rectangle 56">
              <a:extLst>
                <a:ext uri="{FF2B5EF4-FFF2-40B4-BE49-F238E27FC236}">
                  <a16:creationId xmlns:a16="http://schemas.microsoft.com/office/drawing/2014/main" id="{E1CC233C-72E5-46C7-ACAA-FE22E48926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80" name="Rectangle 57">
              <a:extLst>
                <a:ext uri="{FF2B5EF4-FFF2-40B4-BE49-F238E27FC236}">
                  <a16:creationId xmlns:a16="http://schemas.microsoft.com/office/drawing/2014/main" id="{46020AEA-E11D-4EEA-BE55-D21E51270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81" name="Rectangle 58">
              <a:extLst>
                <a:ext uri="{FF2B5EF4-FFF2-40B4-BE49-F238E27FC236}">
                  <a16:creationId xmlns:a16="http://schemas.microsoft.com/office/drawing/2014/main" id="{86C68E3B-32F9-4A54-97FE-C6B1411506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82" name="Rectangle 59">
              <a:extLst>
                <a:ext uri="{FF2B5EF4-FFF2-40B4-BE49-F238E27FC236}">
                  <a16:creationId xmlns:a16="http://schemas.microsoft.com/office/drawing/2014/main" id="{86AD6C51-A9D2-4EAB-BEFA-263C231F85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83" name="Rectangle 60">
              <a:extLst>
                <a:ext uri="{FF2B5EF4-FFF2-40B4-BE49-F238E27FC236}">
                  <a16:creationId xmlns:a16="http://schemas.microsoft.com/office/drawing/2014/main" id="{B27AF77D-57A0-4FB2-B7AA-3E1F307C15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84" name="Rectangle 61">
              <a:extLst>
                <a:ext uri="{FF2B5EF4-FFF2-40B4-BE49-F238E27FC236}">
                  <a16:creationId xmlns:a16="http://schemas.microsoft.com/office/drawing/2014/main" id="{9ED32F2D-A486-4A90-BAA9-706B7E3471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494088"/>
              <a:ext cx="11112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85" name="Rectangle 62">
              <a:extLst>
                <a:ext uri="{FF2B5EF4-FFF2-40B4-BE49-F238E27FC236}">
                  <a16:creationId xmlns:a16="http://schemas.microsoft.com/office/drawing/2014/main" id="{B5B719AA-677B-4934-A622-EB5C65E073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86" name="Rectangle 63">
              <a:extLst>
                <a:ext uri="{FF2B5EF4-FFF2-40B4-BE49-F238E27FC236}">
                  <a16:creationId xmlns:a16="http://schemas.microsoft.com/office/drawing/2014/main" id="{5155AA5B-5847-4C81-BE33-01B3B68750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87" name="Rectangle 64">
              <a:extLst>
                <a:ext uri="{FF2B5EF4-FFF2-40B4-BE49-F238E27FC236}">
                  <a16:creationId xmlns:a16="http://schemas.microsoft.com/office/drawing/2014/main" id="{DB07CB47-6E3D-4600-99C1-E687D4AFF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88" name="Rectangle 65">
              <a:extLst>
                <a:ext uri="{FF2B5EF4-FFF2-40B4-BE49-F238E27FC236}">
                  <a16:creationId xmlns:a16="http://schemas.microsoft.com/office/drawing/2014/main" id="{0920104F-1E99-40AF-9556-E693D76010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89" name="Rectangle 66">
              <a:extLst>
                <a:ext uri="{FF2B5EF4-FFF2-40B4-BE49-F238E27FC236}">
                  <a16:creationId xmlns:a16="http://schemas.microsoft.com/office/drawing/2014/main" id="{8A27105B-083B-4D60-8557-352682C735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90" name="Rectangle 67">
              <a:extLst>
                <a:ext uri="{FF2B5EF4-FFF2-40B4-BE49-F238E27FC236}">
                  <a16:creationId xmlns:a16="http://schemas.microsoft.com/office/drawing/2014/main" id="{B6F80E6E-3E84-4BE5-BACA-729932E3F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91" name="Rectangle 68">
              <a:extLst>
                <a:ext uri="{FF2B5EF4-FFF2-40B4-BE49-F238E27FC236}">
                  <a16:creationId xmlns:a16="http://schemas.microsoft.com/office/drawing/2014/main" id="{B7D8B16F-C8E0-4D61-97B5-189B740E4B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92" name="Rectangle 69">
              <a:extLst>
                <a:ext uri="{FF2B5EF4-FFF2-40B4-BE49-F238E27FC236}">
                  <a16:creationId xmlns:a16="http://schemas.microsoft.com/office/drawing/2014/main" id="{44E93A99-BB19-45A2-B192-3A2D65F399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93" name="Rectangle 70">
              <a:extLst>
                <a:ext uri="{FF2B5EF4-FFF2-40B4-BE49-F238E27FC236}">
                  <a16:creationId xmlns:a16="http://schemas.microsoft.com/office/drawing/2014/main" id="{735D7D49-3678-45EF-936B-C930D5BFDA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94" name="Rectangle 71">
              <a:extLst>
                <a:ext uri="{FF2B5EF4-FFF2-40B4-BE49-F238E27FC236}">
                  <a16:creationId xmlns:a16="http://schemas.microsoft.com/office/drawing/2014/main" id="{C3916169-1113-4B8C-8687-CE5AD836E3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95" name="Rectangle 72">
              <a:extLst>
                <a:ext uri="{FF2B5EF4-FFF2-40B4-BE49-F238E27FC236}">
                  <a16:creationId xmlns:a16="http://schemas.microsoft.com/office/drawing/2014/main" id="{4616C004-DB14-4018-BF73-81BF1AFBCF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96" name="Rectangle 73">
              <a:extLst>
                <a:ext uri="{FF2B5EF4-FFF2-40B4-BE49-F238E27FC236}">
                  <a16:creationId xmlns:a16="http://schemas.microsoft.com/office/drawing/2014/main" id="{D838E5BE-CC6C-4E9F-8535-F51B370630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803650"/>
              <a:ext cx="11112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97" name="Rectangle 74">
              <a:extLst>
                <a:ext uri="{FF2B5EF4-FFF2-40B4-BE49-F238E27FC236}">
                  <a16:creationId xmlns:a16="http://schemas.microsoft.com/office/drawing/2014/main" id="{0BC39AB5-46B7-422B-9D2A-07D7915AE4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98" name="Rectangle 75">
              <a:extLst>
                <a:ext uri="{FF2B5EF4-FFF2-40B4-BE49-F238E27FC236}">
                  <a16:creationId xmlns:a16="http://schemas.microsoft.com/office/drawing/2014/main" id="{52202D7D-D777-4281-9CF2-C60844EE6F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99" name="Rectangle 76">
              <a:extLst>
                <a:ext uri="{FF2B5EF4-FFF2-40B4-BE49-F238E27FC236}">
                  <a16:creationId xmlns:a16="http://schemas.microsoft.com/office/drawing/2014/main" id="{30B4CF8C-9ABA-4A37-9A9B-6DC6C1137E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100" name="Rectangle 77">
              <a:extLst>
                <a:ext uri="{FF2B5EF4-FFF2-40B4-BE49-F238E27FC236}">
                  <a16:creationId xmlns:a16="http://schemas.microsoft.com/office/drawing/2014/main" id="{AC04B811-4E88-41BF-B602-01955DA27D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101" name="Rectangle 78">
              <a:extLst>
                <a:ext uri="{FF2B5EF4-FFF2-40B4-BE49-F238E27FC236}">
                  <a16:creationId xmlns:a16="http://schemas.microsoft.com/office/drawing/2014/main" id="{D09D4C68-51D1-488B-A38F-242DA5D89B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102" name="Rectangle 79">
              <a:extLst>
                <a:ext uri="{FF2B5EF4-FFF2-40B4-BE49-F238E27FC236}">
                  <a16:creationId xmlns:a16="http://schemas.microsoft.com/office/drawing/2014/main" id="{A4228610-D8E7-422C-A632-79D49BA9F2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103" name="Rectangle 80">
              <a:extLst>
                <a:ext uri="{FF2B5EF4-FFF2-40B4-BE49-F238E27FC236}">
                  <a16:creationId xmlns:a16="http://schemas.microsoft.com/office/drawing/2014/main" id="{95AF5EBC-5B2E-47D5-BF3B-806C4030D8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104" name="Rectangle 81">
              <a:extLst>
                <a:ext uri="{FF2B5EF4-FFF2-40B4-BE49-F238E27FC236}">
                  <a16:creationId xmlns:a16="http://schemas.microsoft.com/office/drawing/2014/main" id="{203888E7-CC45-4DB9-B828-92894A8878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105" name="Rectangle 82">
              <a:extLst>
                <a:ext uri="{FF2B5EF4-FFF2-40B4-BE49-F238E27FC236}">
                  <a16:creationId xmlns:a16="http://schemas.microsoft.com/office/drawing/2014/main" id="{1AD1FFEB-BA54-4E06-BB7B-BE3FD93485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106" name="Rectangle 83">
              <a:extLst>
                <a:ext uri="{FF2B5EF4-FFF2-40B4-BE49-F238E27FC236}">
                  <a16:creationId xmlns:a16="http://schemas.microsoft.com/office/drawing/2014/main" id="{730C9070-6FB8-4F51-B438-1C4100996A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107" name="Rectangle 84">
              <a:extLst>
                <a:ext uri="{FF2B5EF4-FFF2-40B4-BE49-F238E27FC236}">
                  <a16:creationId xmlns:a16="http://schemas.microsoft.com/office/drawing/2014/main" id="{2536F510-31FD-407A-92B7-E207166E15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108" name="Rectangle 85">
              <a:extLst>
                <a:ext uri="{FF2B5EF4-FFF2-40B4-BE49-F238E27FC236}">
                  <a16:creationId xmlns:a16="http://schemas.microsoft.com/office/drawing/2014/main" id="{5310130A-1D9F-4708-9F1F-90E42DA9C1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4140200"/>
              <a:ext cx="49799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109" name="Rectangle 86">
              <a:extLst>
                <a:ext uri="{FF2B5EF4-FFF2-40B4-BE49-F238E27FC236}">
                  <a16:creationId xmlns:a16="http://schemas.microsoft.com/office/drawing/2014/main" id="{E5CCB6D7-87D3-41CE-A0A4-708EF0AB55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86" name="Rectangle 2">
            <a:extLst>
              <a:ext uri="{FF2B5EF4-FFF2-40B4-BE49-F238E27FC236}">
                <a16:creationId xmlns:a16="http://schemas.microsoft.com/office/drawing/2014/main" id="{87CC8532-8E74-1242-8338-A7160218B1F9}"/>
              </a:ext>
            </a:extLst>
          </p:cNvPr>
          <p:cNvSpPr txBox="1">
            <a:spLocks noChangeArrowheads="1"/>
          </p:cNvSpPr>
          <p:nvPr/>
        </p:nvSpPr>
        <p:spPr>
          <a:xfrm>
            <a:off x="790575" y="100013"/>
            <a:ext cx="4695825" cy="814387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Deriving Y</a:t>
            </a:r>
            <a:r>
              <a:rPr kumimoji="0" lang="en-US" sz="36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2</a:t>
            </a:r>
          </a:p>
        </p:txBody>
      </p:sp>
      <p:graphicFrame>
        <p:nvGraphicFramePr>
          <p:cNvPr id="88" name="Shape 730">
            <a:extLst>
              <a:ext uri="{FF2B5EF4-FFF2-40B4-BE49-F238E27FC236}">
                <a16:creationId xmlns:a16="http://schemas.microsoft.com/office/drawing/2014/main" id="{314826A0-DD2C-C443-A8D5-4BD55D09F097}"/>
              </a:ext>
            </a:extLst>
          </p:cNvPr>
          <p:cNvGraphicFramePr>
            <a:graphicFrameLocks noGrp="1"/>
          </p:cNvGraphicFramePr>
          <p:nvPr/>
        </p:nvGraphicFramePr>
        <p:xfrm>
          <a:off x="6791325" y="76200"/>
          <a:ext cx="2124075" cy="6746875"/>
        </p:xfrm>
        <a:graphic>
          <a:graphicData uri="http://schemas.openxmlformats.org/drawingml/2006/table">
            <a:tbl>
              <a:tblPr/>
              <a:tblGrid>
                <a:gridCol w="3540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40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401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4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401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401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2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a</a:t>
                      </a:r>
                      <a:endParaRPr kumimoji="0" lang="en-US" altLang="en-US" sz="14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MS PGothic" charset="-128"/>
                        <a:sym typeface="Times New Roman" charset="0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b</a:t>
                      </a:r>
                      <a:endParaRPr kumimoji="0" lang="en-US" altLang="en-US" sz="14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MS PGothic" charset="-128"/>
                        <a:sym typeface="Times New Roman" charset="0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2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78979" name="Rectangle 88">
            <a:extLst>
              <a:ext uri="{FF2B5EF4-FFF2-40B4-BE49-F238E27FC236}">
                <a16:creationId xmlns:a16="http://schemas.microsoft.com/office/drawing/2014/main" id="{D992738F-31A8-4895-9903-C83200BC3F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1250" y="2252663"/>
            <a:ext cx="293688" cy="121920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8980" name="Rectangle 90">
            <a:extLst>
              <a:ext uri="{FF2B5EF4-FFF2-40B4-BE49-F238E27FC236}">
                <a16:creationId xmlns:a16="http://schemas.microsoft.com/office/drawing/2014/main" id="{794D2167-05F4-4EC8-AEA8-B1A0C74179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62275" y="2263775"/>
            <a:ext cx="293688" cy="121920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8981" name="Rectangle 91">
            <a:extLst>
              <a:ext uri="{FF2B5EF4-FFF2-40B4-BE49-F238E27FC236}">
                <a16:creationId xmlns:a16="http://schemas.microsoft.com/office/drawing/2014/main" id="{A2A2C729-EB88-4699-AA99-50047AF63C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03625" y="2260600"/>
            <a:ext cx="293688" cy="121920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8982" name="Rectangle 92">
            <a:extLst>
              <a:ext uri="{FF2B5EF4-FFF2-40B4-BE49-F238E27FC236}">
                <a16:creationId xmlns:a16="http://schemas.microsoft.com/office/drawing/2014/main" id="{978B97CD-3DB9-40E7-AAD0-1195359141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5763" y="2257425"/>
            <a:ext cx="293687" cy="121920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8983" name="Rectangle 93">
            <a:extLst>
              <a:ext uri="{FF2B5EF4-FFF2-40B4-BE49-F238E27FC236}">
                <a16:creationId xmlns:a16="http://schemas.microsoft.com/office/drawing/2014/main" id="{D5AE6130-9867-4180-B9CC-82EFB6AEF0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84513" y="1766888"/>
            <a:ext cx="206375" cy="334962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78984" name="Group 221">
            <a:extLst>
              <a:ext uri="{FF2B5EF4-FFF2-40B4-BE49-F238E27FC236}">
                <a16:creationId xmlns:a16="http://schemas.microsoft.com/office/drawing/2014/main" id="{6EBBF3E6-D344-4592-89BC-6E61E7337939}"/>
              </a:ext>
            </a:extLst>
          </p:cNvPr>
          <p:cNvGrpSpPr>
            <a:grpSpLocks/>
          </p:cNvGrpSpPr>
          <p:nvPr/>
        </p:nvGrpSpPr>
        <p:grpSpPr bwMode="auto">
          <a:xfrm>
            <a:off x="3340100" y="3810000"/>
            <a:ext cx="2298700" cy="2232025"/>
            <a:chOff x="3189288" y="3813175"/>
            <a:chExt cx="2298700" cy="2232025"/>
          </a:xfrm>
        </p:grpSpPr>
        <p:sp>
          <p:nvSpPr>
            <p:cNvPr id="78985" name="Rectangle 91">
              <a:extLst>
                <a:ext uri="{FF2B5EF4-FFF2-40B4-BE49-F238E27FC236}">
                  <a16:creationId xmlns:a16="http://schemas.microsoft.com/office/drawing/2014/main" id="{65C4A27A-9BF3-4215-9C7C-B5E9504AC9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6513" y="4422775"/>
              <a:ext cx="820737" cy="820737"/>
            </a:xfrm>
            <a:prstGeom prst="rect">
              <a:avLst/>
            </a:prstGeom>
            <a:noFill/>
            <a:ln w="1746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986" name="Line 92">
              <a:extLst>
                <a:ext uri="{FF2B5EF4-FFF2-40B4-BE49-F238E27FC236}">
                  <a16:creationId xmlns:a16="http://schemas.microsoft.com/office/drawing/2014/main" id="{CBEF672A-8D03-4BC9-A667-71D2A0272B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46513" y="4822825"/>
              <a:ext cx="820737" cy="1587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987" name="Line 93">
              <a:extLst>
                <a:ext uri="{FF2B5EF4-FFF2-40B4-BE49-F238E27FC236}">
                  <a16:creationId xmlns:a16="http://schemas.microsoft.com/office/drawing/2014/main" id="{0ECA6009-1E61-4886-9D42-C0C8FAD18D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67200" y="4422775"/>
              <a:ext cx="1588" cy="820737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988" name="Line 94">
              <a:extLst>
                <a:ext uri="{FF2B5EF4-FFF2-40B4-BE49-F238E27FC236}">
                  <a16:creationId xmlns:a16="http://schemas.microsoft.com/office/drawing/2014/main" id="{EAA876C3-9FCF-40D0-8B8F-E785024EE2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6463" y="4021137"/>
              <a:ext cx="400050" cy="401638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989" name="Rectangle 95">
              <a:extLst>
                <a:ext uri="{FF2B5EF4-FFF2-40B4-BE49-F238E27FC236}">
                  <a16:creationId xmlns:a16="http://schemas.microsoft.com/office/drawing/2014/main" id="{F49A1F45-684C-46F6-9463-6327CB5BCA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7250" y="4422775"/>
              <a:ext cx="820738" cy="820737"/>
            </a:xfrm>
            <a:prstGeom prst="rect">
              <a:avLst/>
            </a:prstGeom>
            <a:noFill/>
            <a:ln w="1746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990" name="Line 96">
              <a:extLst>
                <a:ext uri="{FF2B5EF4-FFF2-40B4-BE49-F238E27FC236}">
                  <a16:creationId xmlns:a16="http://schemas.microsoft.com/office/drawing/2014/main" id="{00A05F76-36F3-40C2-8B8C-BDA91D3080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67250" y="4822825"/>
              <a:ext cx="820738" cy="1587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991" name="Line 97">
              <a:extLst>
                <a:ext uri="{FF2B5EF4-FFF2-40B4-BE49-F238E27FC236}">
                  <a16:creationId xmlns:a16="http://schemas.microsoft.com/office/drawing/2014/main" id="{F332B248-8B11-4AD7-A2D3-7F2A4C0F46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68888" y="4422775"/>
              <a:ext cx="1587" cy="820737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992" name="Rectangle 99">
              <a:extLst>
                <a:ext uri="{FF2B5EF4-FFF2-40B4-BE49-F238E27FC236}">
                  <a16:creationId xmlns:a16="http://schemas.microsoft.com/office/drawing/2014/main" id="{34CFE49A-6684-480A-9883-3C51147D33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3513" y="4198937"/>
              <a:ext cx="249237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993" name="Rectangle 100">
              <a:extLst>
                <a:ext uri="{FF2B5EF4-FFF2-40B4-BE49-F238E27FC236}">
                  <a16:creationId xmlns:a16="http://schemas.microsoft.com/office/drawing/2014/main" id="{BB43FD13-673F-4557-9A0E-786DE1CCD3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325" y="4198937"/>
              <a:ext cx="24923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994" name="Rectangle 101">
              <a:extLst>
                <a:ext uri="{FF2B5EF4-FFF2-40B4-BE49-F238E27FC236}">
                  <a16:creationId xmlns:a16="http://schemas.microsoft.com/office/drawing/2014/main" id="{8BDC4CEE-CE29-405B-A7C3-F7542E33AA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725" y="4198937"/>
              <a:ext cx="24923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995" name="Rectangle 102">
              <a:extLst>
                <a:ext uri="{FF2B5EF4-FFF2-40B4-BE49-F238E27FC236}">
                  <a16:creationId xmlns:a16="http://schemas.microsoft.com/office/drawing/2014/main" id="{DD8FFC2B-8946-49CE-A895-B4757C10A4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1125" y="4198937"/>
              <a:ext cx="24923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996" name="Rectangle 103">
              <a:extLst>
                <a:ext uri="{FF2B5EF4-FFF2-40B4-BE49-F238E27FC236}">
                  <a16:creationId xmlns:a16="http://schemas.microsoft.com/office/drawing/2014/main" id="{AC987D09-00F9-4119-A09C-D099E87750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450" y="4537075"/>
              <a:ext cx="24923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997" name="Rectangle 104">
              <a:extLst>
                <a:ext uri="{FF2B5EF4-FFF2-40B4-BE49-F238E27FC236}">
                  <a16:creationId xmlns:a16="http://schemas.microsoft.com/office/drawing/2014/main" id="{26000DAF-BB63-40DD-A432-87842D2DF8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3150" y="4983162"/>
              <a:ext cx="24923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998" name="Rectangle 105">
              <a:extLst>
                <a:ext uri="{FF2B5EF4-FFF2-40B4-BE49-F238E27FC236}">
                  <a16:creationId xmlns:a16="http://schemas.microsoft.com/office/drawing/2014/main" id="{41C5C5EA-AD9A-4468-9E35-6F681D1BDC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5950" y="4545012"/>
              <a:ext cx="20478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999" name="Rectangle 106">
              <a:extLst>
                <a:ext uri="{FF2B5EF4-FFF2-40B4-BE49-F238E27FC236}">
                  <a16:creationId xmlns:a16="http://schemas.microsoft.com/office/drawing/2014/main" id="{4A6DA5F5-561C-469F-BF34-DC84AD8B31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6375" y="4949825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00" name="Rectangle 107">
              <a:extLst>
                <a:ext uri="{FF2B5EF4-FFF2-40B4-BE49-F238E27FC236}">
                  <a16:creationId xmlns:a16="http://schemas.microsoft.com/office/drawing/2014/main" id="{D3BC40CF-3BD6-4F84-A686-774A9CDB7F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5950" y="4949825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01" name="Rectangle 108">
              <a:extLst>
                <a:ext uri="{FF2B5EF4-FFF2-40B4-BE49-F238E27FC236}">
                  <a16:creationId xmlns:a16="http://schemas.microsoft.com/office/drawing/2014/main" id="{7CB75E36-5069-47D2-ABD0-2B9BCEF915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3938" y="4545012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02" name="Rectangle 109">
              <a:extLst>
                <a:ext uri="{FF2B5EF4-FFF2-40B4-BE49-F238E27FC236}">
                  <a16:creationId xmlns:a16="http://schemas.microsoft.com/office/drawing/2014/main" id="{B11C4B86-07AE-42CA-8BDA-5C3652D710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3938" y="4949825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03" name="Rectangle 110">
              <a:extLst>
                <a:ext uri="{FF2B5EF4-FFF2-40B4-BE49-F238E27FC236}">
                  <a16:creationId xmlns:a16="http://schemas.microsoft.com/office/drawing/2014/main" id="{5CCDA934-5D1B-4722-9623-65BF19992B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9225" y="4545012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04" name="Rectangle 111">
              <a:extLst>
                <a:ext uri="{FF2B5EF4-FFF2-40B4-BE49-F238E27FC236}">
                  <a16:creationId xmlns:a16="http://schemas.microsoft.com/office/drawing/2014/main" id="{824856C2-6484-47C5-9233-6C9CA20267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9225" y="4949825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05" name="Rectangle 112">
              <a:extLst>
                <a:ext uri="{FF2B5EF4-FFF2-40B4-BE49-F238E27FC236}">
                  <a16:creationId xmlns:a16="http://schemas.microsoft.com/office/drawing/2014/main" id="{54C17DFF-11C9-4635-8857-0922B38749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6513" y="5243512"/>
              <a:ext cx="820737" cy="801688"/>
            </a:xfrm>
            <a:prstGeom prst="rect">
              <a:avLst/>
            </a:prstGeom>
            <a:noFill/>
            <a:ln w="1746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06" name="Line 113">
              <a:extLst>
                <a:ext uri="{FF2B5EF4-FFF2-40B4-BE49-F238E27FC236}">
                  <a16:creationId xmlns:a16="http://schemas.microsoft.com/office/drawing/2014/main" id="{40EE8BBD-469F-4A22-8767-5DEE30B593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46513" y="5643562"/>
              <a:ext cx="820737" cy="1588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07" name="Line 114">
              <a:extLst>
                <a:ext uri="{FF2B5EF4-FFF2-40B4-BE49-F238E27FC236}">
                  <a16:creationId xmlns:a16="http://schemas.microsoft.com/office/drawing/2014/main" id="{3F0BBE48-71B0-4333-A217-00FFC472DF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67200" y="5243512"/>
              <a:ext cx="1588" cy="801688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08" name="Rectangle 115">
              <a:extLst>
                <a:ext uri="{FF2B5EF4-FFF2-40B4-BE49-F238E27FC236}">
                  <a16:creationId xmlns:a16="http://schemas.microsoft.com/office/drawing/2014/main" id="{3CD2950A-63D3-47BE-97E5-1009FF7C7B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7250" y="5243512"/>
              <a:ext cx="820738" cy="801688"/>
            </a:xfrm>
            <a:prstGeom prst="rect">
              <a:avLst/>
            </a:prstGeom>
            <a:noFill/>
            <a:ln w="1746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09" name="Line 116">
              <a:extLst>
                <a:ext uri="{FF2B5EF4-FFF2-40B4-BE49-F238E27FC236}">
                  <a16:creationId xmlns:a16="http://schemas.microsoft.com/office/drawing/2014/main" id="{C5A0C2EF-147B-4320-8D1F-61DC490588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67250" y="5643562"/>
              <a:ext cx="820738" cy="1588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10" name="Line 117">
              <a:extLst>
                <a:ext uri="{FF2B5EF4-FFF2-40B4-BE49-F238E27FC236}">
                  <a16:creationId xmlns:a16="http://schemas.microsoft.com/office/drawing/2014/main" id="{8AAAADA4-5616-41C4-9CD4-4ED7088E52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68888" y="5243512"/>
              <a:ext cx="1587" cy="801688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11" name="Rectangle 118">
              <a:extLst>
                <a:ext uri="{FF2B5EF4-FFF2-40B4-BE49-F238E27FC236}">
                  <a16:creationId xmlns:a16="http://schemas.microsoft.com/office/drawing/2014/main" id="{E8B9FFF2-1752-4BF5-B67A-5F35D98D99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6375" y="4545012"/>
              <a:ext cx="20478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12" name="Rectangle 119">
              <a:extLst>
                <a:ext uri="{FF2B5EF4-FFF2-40B4-BE49-F238E27FC236}">
                  <a16:creationId xmlns:a16="http://schemas.microsoft.com/office/drawing/2014/main" id="{5C0FDE44-4532-4C62-B273-682DDEE83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5950" y="5356225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13" name="Rectangle 120">
              <a:extLst>
                <a:ext uri="{FF2B5EF4-FFF2-40B4-BE49-F238E27FC236}">
                  <a16:creationId xmlns:a16="http://schemas.microsoft.com/office/drawing/2014/main" id="{27B5521D-79A2-489E-B05A-20BA0D18AE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6375" y="5761037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14" name="Rectangle 121">
              <a:extLst>
                <a:ext uri="{FF2B5EF4-FFF2-40B4-BE49-F238E27FC236}">
                  <a16:creationId xmlns:a16="http://schemas.microsoft.com/office/drawing/2014/main" id="{99679C7F-B985-4E85-9612-8B3AFBB973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5950" y="5761037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15" name="Rectangle 122">
              <a:extLst>
                <a:ext uri="{FF2B5EF4-FFF2-40B4-BE49-F238E27FC236}">
                  <a16:creationId xmlns:a16="http://schemas.microsoft.com/office/drawing/2014/main" id="{81159077-C054-4856-852A-39430ED280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3938" y="5356225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16" name="Rectangle 123">
              <a:extLst>
                <a:ext uri="{FF2B5EF4-FFF2-40B4-BE49-F238E27FC236}">
                  <a16:creationId xmlns:a16="http://schemas.microsoft.com/office/drawing/2014/main" id="{3EA0BC99-9BA9-448E-BF63-B713F8695E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3938" y="5761037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17" name="Rectangle 124">
              <a:extLst>
                <a:ext uri="{FF2B5EF4-FFF2-40B4-BE49-F238E27FC236}">
                  <a16:creationId xmlns:a16="http://schemas.microsoft.com/office/drawing/2014/main" id="{4BB54691-E43B-47C7-816B-267EFB3FCC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9225" y="5356225"/>
              <a:ext cx="20478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18" name="Rectangle 125">
              <a:extLst>
                <a:ext uri="{FF2B5EF4-FFF2-40B4-BE49-F238E27FC236}">
                  <a16:creationId xmlns:a16="http://schemas.microsoft.com/office/drawing/2014/main" id="{5FA19311-0833-428F-B604-70A0DB0F54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9225" y="5761037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19" name="Rectangle 126">
              <a:extLst>
                <a:ext uri="{FF2B5EF4-FFF2-40B4-BE49-F238E27FC236}">
                  <a16:creationId xmlns:a16="http://schemas.microsoft.com/office/drawing/2014/main" id="{E5843F5C-CD90-43C8-9653-944F849A22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6375" y="5356225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20" name="Rectangle 127">
              <a:extLst>
                <a:ext uri="{FF2B5EF4-FFF2-40B4-BE49-F238E27FC236}">
                  <a16:creationId xmlns:a16="http://schemas.microsoft.com/office/drawing/2014/main" id="{4E004250-84F1-422A-815F-B2381DF975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0925" y="5356225"/>
              <a:ext cx="24923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21" name="Rectangle 128">
              <a:extLst>
                <a:ext uri="{FF2B5EF4-FFF2-40B4-BE49-F238E27FC236}">
                  <a16:creationId xmlns:a16="http://schemas.microsoft.com/office/drawing/2014/main" id="{91F63605-FD50-4AC2-A4D5-E1E1EF1404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0925" y="5761037"/>
              <a:ext cx="24923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22" name="Rectangle 129">
              <a:extLst>
                <a:ext uri="{FF2B5EF4-FFF2-40B4-BE49-F238E27FC236}">
                  <a16:creationId xmlns:a16="http://schemas.microsoft.com/office/drawing/2014/main" id="{28FDFBAF-7DD2-4483-B247-76CA5BE33A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7750" y="3813175"/>
              <a:ext cx="195263" cy="234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23" name="Rectangle 130">
              <a:extLst>
                <a:ext uri="{FF2B5EF4-FFF2-40B4-BE49-F238E27FC236}">
                  <a16:creationId xmlns:a16="http://schemas.microsoft.com/office/drawing/2014/main" id="{86BFAED0-8528-41AB-99E2-FC46FAF49B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1888" y="3900487"/>
              <a:ext cx="70532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24" name="Rectangle 131">
              <a:extLst>
                <a:ext uri="{FF2B5EF4-FFF2-40B4-BE49-F238E27FC236}">
                  <a16:creationId xmlns:a16="http://schemas.microsoft.com/office/drawing/2014/main" id="{5B63873E-F876-48E5-8F08-B434514E5C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850" y="3813175"/>
              <a:ext cx="195263" cy="234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25" name="Rectangle 132">
              <a:extLst>
                <a:ext uri="{FF2B5EF4-FFF2-40B4-BE49-F238E27FC236}">
                  <a16:creationId xmlns:a16="http://schemas.microsoft.com/office/drawing/2014/main" id="{04308C27-0569-4195-945E-98831FB65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5400" y="3900487"/>
              <a:ext cx="70532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26" name="Rectangle 133">
              <a:extLst>
                <a:ext uri="{FF2B5EF4-FFF2-40B4-BE49-F238E27FC236}">
                  <a16:creationId xmlns:a16="http://schemas.microsoft.com/office/drawing/2014/main" id="{44A8D0A2-2315-43E0-B891-64A430E16B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9288" y="4059237"/>
              <a:ext cx="241145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a b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873" name="Group 1">
            <a:extLst>
              <a:ext uri="{FF2B5EF4-FFF2-40B4-BE49-F238E27FC236}">
                <a16:creationId xmlns:a16="http://schemas.microsoft.com/office/drawing/2014/main" id="{5DD18744-1E03-4DE6-A489-3ECE8E25EC6C}"/>
              </a:ext>
            </a:extLst>
          </p:cNvPr>
          <p:cNvGrpSpPr>
            <a:grpSpLocks/>
          </p:cNvGrpSpPr>
          <p:nvPr/>
        </p:nvGrpSpPr>
        <p:grpSpPr bwMode="auto">
          <a:xfrm>
            <a:off x="554038" y="762000"/>
            <a:ext cx="5008562" cy="2773363"/>
            <a:chOff x="2030413" y="1379538"/>
            <a:chExt cx="5008562" cy="2773362"/>
          </a:xfrm>
        </p:grpSpPr>
        <p:sp>
          <p:nvSpPr>
            <p:cNvPr id="80054" name="Rectangle 4">
              <a:extLst>
                <a:ext uri="{FF2B5EF4-FFF2-40B4-BE49-F238E27FC236}">
                  <a16:creationId xmlns:a16="http://schemas.microsoft.com/office/drawing/2014/main" id="{C63AA155-7782-44CA-AB93-D9D39E6B40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1379538"/>
              <a:ext cx="4979987" cy="11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55" name="Rectangle 5">
              <a:extLst>
                <a:ext uri="{FF2B5EF4-FFF2-40B4-BE49-F238E27FC236}">
                  <a16:creationId xmlns:a16="http://schemas.microsoft.com/office/drawing/2014/main" id="{E9A854C4-E5E0-4C6E-BD15-DA5DE5FE14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1403350"/>
              <a:ext cx="11112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56" name="Rectangle 6">
              <a:extLst>
                <a:ext uri="{FF2B5EF4-FFF2-40B4-BE49-F238E27FC236}">
                  <a16:creationId xmlns:a16="http://schemas.microsoft.com/office/drawing/2014/main" id="{3E1936C7-EFE6-42D6-9ABD-C7DE6F57B4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57" name="Rectangle 7">
              <a:extLst>
                <a:ext uri="{FF2B5EF4-FFF2-40B4-BE49-F238E27FC236}">
                  <a16:creationId xmlns:a16="http://schemas.microsoft.com/office/drawing/2014/main" id="{B5D66029-CBD2-4698-8A78-6498150F19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688" y="1649413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Present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58" name="Rectangle 8">
              <a:extLst>
                <a:ext uri="{FF2B5EF4-FFF2-40B4-BE49-F238E27FC236}">
                  <a16:creationId xmlns:a16="http://schemas.microsoft.com/office/drawing/2014/main" id="{48F9553A-E7A5-45F2-8B5F-B76F2EA76F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59" name="Rectangle 9">
              <a:extLst>
                <a:ext uri="{FF2B5EF4-FFF2-40B4-BE49-F238E27FC236}">
                  <a16:creationId xmlns:a16="http://schemas.microsoft.com/office/drawing/2014/main" id="{5DCE2B5B-9B3C-4D8D-A602-C1CD252062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60" name="Rectangle 10">
              <a:extLst>
                <a:ext uri="{FF2B5EF4-FFF2-40B4-BE49-F238E27FC236}">
                  <a16:creationId xmlns:a16="http://schemas.microsoft.com/office/drawing/2014/main" id="{A4E9759B-5B05-4ECD-ADAB-BE226166D5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858963"/>
              <a:ext cx="2925762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61" name="Rectangle 11">
              <a:extLst>
                <a:ext uri="{FF2B5EF4-FFF2-40B4-BE49-F238E27FC236}">
                  <a16:creationId xmlns:a16="http://schemas.microsoft.com/office/drawing/2014/main" id="{CC1A100A-E2A1-429F-9DF0-0A01757EDF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1871663"/>
              <a:ext cx="11112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62" name="Rectangle 12">
              <a:extLst>
                <a:ext uri="{FF2B5EF4-FFF2-40B4-BE49-F238E27FC236}">
                  <a16:creationId xmlns:a16="http://schemas.microsoft.com/office/drawing/2014/main" id="{D4FEDF42-53F3-4B75-A894-DF3E24E356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9713" y="1506538"/>
              <a:ext cx="10207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Nextstate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63" name="Rectangle 13">
              <a:extLst>
                <a:ext uri="{FF2B5EF4-FFF2-40B4-BE49-F238E27FC236}">
                  <a16:creationId xmlns:a16="http://schemas.microsoft.com/office/drawing/2014/main" id="{3D3C2F85-A73F-4CD3-A65D-068D0F88A5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64" name="Rectangle 14">
              <a:extLst>
                <a:ext uri="{FF2B5EF4-FFF2-40B4-BE49-F238E27FC236}">
                  <a16:creationId xmlns:a16="http://schemas.microsoft.com/office/drawing/2014/main" id="{F3CD550D-63A9-4944-90D1-9679E65347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8388" y="1973263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65" name="Rectangle 15">
              <a:extLst>
                <a:ext uri="{FF2B5EF4-FFF2-40B4-BE49-F238E27FC236}">
                  <a16:creationId xmlns:a16="http://schemas.microsoft.com/office/drawing/2014/main" id="{D6A2EB8A-AFEF-4D47-812C-4910085525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6438" y="197167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ab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66" name="Rectangle 16">
              <a:extLst>
                <a:ext uri="{FF2B5EF4-FFF2-40B4-BE49-F238E27FC236}">
                  <a16:creationId xmlns:a16="http://schemas.microsoft.com/office/drawing/2014/main" id="{1706BC43-6A48-4194-91CD-45B8B474E5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825" y="1973263"/>
              <a:ext cx="460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=00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67" name="Rectangle 17">
              <a:extLst>
                <a:ext uri="{FF2B5EF4-FFF2-40B4-BE49-F238E27FC236}">
                  <a16:creationId xmlns:a16="http://schemas.microsoft.com/office/drawing/2014/main" id="{2BAB741D-E96C-457D-A5C9-AE65BFC72A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1813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68" name="Rectangle 18">
              <a:extLst>
                <a:ext uri="{FF2B5EF4-FFF2-40B4-BE49-F238E27FC236}">
                  <a16:creationId xmlns:a16="http://schemas.microsoft.com/office/drawing/2014/main" id="{55468BC8-7FBD-468F-8AA4-4641883499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9350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69" name="Rectangle 19">
              <a:extLst>
                <a:ext uri="{FF2B5EF4-FFF2-40B4-BE49-F238E27FC236}">
                  <a16:creationId xmlns:a16="http://schemas.microsoft.com/office/drawing/2014/main" id="{BA687CE1-EBDB-42BF-9689-4AE471EA36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70" name="Rectangle 20">
              <a:extLst>
                <a:ext uri="{FF2B5EF4-FFF2-40B4-BE49-F238E27FC236}">
                  <a16:creationId xmlns:a16="http://schemas.microsoft.com/office/drawing/2014/main" id="{B312123E-21F8-4F3F-B967-4E8D295E26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3713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71" name="Rectangle 21">
              <a:extLst>
                <a:ext uri="{FF2B5EF4-FFF2-40B4-BE49-F238E27FC236}">
                  <a16:creationId xmlns:a16="http://schemas.microsoft.com/office/drawing/2014/main" id="{FF20DB9B-DE26-4EB2-827D-82396A0822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72" name="Rectangle 22">
              <a:extLst>
                <a:ext uri="{FF2B5EF4-FFF2-40B4-BE49-F238E27FC236}">
                  <a16:creationId xmlns:a16="http://schemas.microsoft.com/office/drawing/2014/main" id="{D8CF2A6B-2D9C-44E2-BA7C-4939DF8D21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316163"/>
              <a:ext cx="2925762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73" name="Rectangle 23">
              <a:extLst>
                <a:ext uri="{FF2B5EF4-FFF2-40B4-BE49-F238E27FC236}">
                  <a16:creationId xmlns:a16="http://schemas.microsoft.com/office/drawing/2014/main" id="{EEA5777D-C306-447D-8FCA-2FF1FDB342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2328863"/>
              <a:ext cx="11112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74" name="Rectangle 24">
              <a:extLst>
                <a:ext uri="{FF2B5EF4-FFF2-40B4-BE49-F238E27FC236}">
                  <a16:creationId xmlns:a16="http://schemas.microsoft.com/office/drawing/2014/main" id="{505E30BB-876C-4515-A7E2-B15467E93C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2200" y="1881188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Output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75" name="Rectangle 25">
              <a:extLst>
                <a:ext uri="{FF2B5EF4-FFF2-40B4-BE49-F238E27FC236}">
                  <a16:creationId xmlns:a16="http://schemas.microsoft.com/office/drawing/2014/main" id="{4DCB16C6-F7A1-41D9-BA98-7C5C2452E4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6800" y="22812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76" name="Rectangle 26">
              <a:extLst>
                <a:ext uri="{FF2B5EF4-FFF2-40B4-BE49-F238E27FC236}">
                  <a16:creationId xmlns:a16="http://schemas.microsoft.com/office/drawing/2014/main" id="{4546D880-124A-47C3-9C7E-BB860B62AE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0625" y="2379663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77" name="Rectangle 27">
              <a:extLst>
                <a:ext uri="{FF2B5EF4-FFF2-40B4-BE49-F238E27FC236}">
                  <a16:creationId xmlns:a16="http://schemas.microsoft.com/office/drawing/2014/main" id="{F431659C-6871-41C1-B16E-872E1D956D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281238"/>
              <a:ext cx="17621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78" name="Rectangle 28">
              <a:extLst>
                <a:ext uri="{FF2B5EF4-FFF2-40B4-BE49-F238E27FC236}">
                  <a16:creationId xmlns:a16="http://schemas.microsoft.com/office/drawing/2014/main" id="{BEF6C38E-E8BE-4965-A166-712E25D2C5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79" name="Rectangle 29">
              <a:extLst>
                <a:ext uri="{FF2B5EF4-FFF2-40B4-BE49-F238E27FC236}">
                  <a16:creationId xmlns:a16="http://schemas.microsoft.com/office/drawing/2014/main" id="{BCD2B34E-ADCD-4358-907C-AF61B51F7A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8750" y="2379663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80" name="Rectangle 30">
              <a:extLst>
                <a:ext uri="{FF2B5EF4-FFF2-40B4-BE49-F238E27FC236}">
                  <a16:creationId xmlns:a16="http://schemas.microsoft.com/office/drawing/2014/main" id="{C507C8BF-FFF4-4086-9128-40025F699E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7363" y="24272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81" name="Rectangle 31">
              <a:extLst>
                <a:ext uri="{FF2B5EF4-FFF2-40B4-BE49-F238E27FC236}">
                  <a16:creationId xmlns:a16="http://schemas.microsoft.com/office/drawing/2014/main" id="{8B2426A0-33DB-4713-9A7F-D07A6DFBA0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3413" y="25241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82" name="Rectangle 32">
              <a:extLst>
                <a:ext uri="{FF2B5EF4-FFF2-40B4-BE49-F238E27FC236}">
                  <a16:creationId xmlns:a16="http://schemas.microsoft.com/office/drawing/2014/main" id="{19826442-0522-4E5F-B36C-79479CA4F3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7713" y="24272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83" name="Rectangle 33">
              <a:extLst>
                <a:ext uri="{FF2B5EF4-FFF2-40B4-BE49-F238E27FC236}">
                  <a16:creationId xmlns:a16="http://schemas.microsoft.com/office/drawing/2014/main" id="{3656B3B2-1099-4E11-BE67-3DB9EC689F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84" name="Rectangle 34">
              <a:extLst>
                <a:ext uri="{FF2B5EF4-FFF2-40B4-BE49-F238E27FC236}">
                  <a16:creationId xmlns:a16="http://schemas.microsoft.com/office/drawing/2014/main" id="{0D1C99C1-674E-4711-9E98-0AA17FEA51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3763" y="25241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85" name="Rectangle 35">
              <a:extLst>
                <a:ext uri="{FF2B5EF4-FFF2-40B4-BE49-F238E27FC236}">
                  <a16:creationId xmlns:a16="http://schemas.microsoft.com/office/drawing/2014/main" id="{3B08ABD6-DFD9-4238-A815-5366FCF8A1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86" name="Rectangle 36">
              <a:extLst>
                <a:ext uri="{FF2B5EF4-FFF2-40B4-BE49-F238E27FC236}">
                  <a16:creationId xmlns:a16="http://schemas.microsoft.com/office/drawing/2014/main" id="{07CA5FB6-3E6E-40E3-9A09-8B83CD96C6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2771775"/>
              <a:ext cx="49799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87" name="Rectangle 37">
              <a:extLst>
                <a:ext uri="{FF2B5EF4-FFF2-40B4-BE49-F238E27FC236}">
                  <a16:creationId xmlns:a16="http://schemas.microsoft.com/office/drawing/2014/main" id="{F7EB5D1F-F6C3-4B1B-92A5-749E82A89A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2787650"/>
              <a:ext cx="11112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88" name="Rectangle 38">
              <a:extLst>
                <a:ext uri="{FF2B5EF4-FFF2-40B4-BE49-F238E27FC236}">
                  <a16:creationId xmlns:a16="http://schemas.microsoft.com/office/drawing/2014/main" id="{7E6BB97A-1ED5-429B-BCD5-F990F3C6E4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62713" y="2281238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89" name="Rectangle 39">
              <a:extLst>
                <a:ext uri="{FF2B5EF4-FFF2-40B4-BE49-F238E27FC236}">
                  <a16:creationId xmlns:a16="http://schemas.microsoft.com/office/drawing/2014/main" id="{47171EB2-5D7A-4399-9398-1FBB885F7F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90" name="Rectangle 40">
              <a:extLst>
                <a:ext uri="{FF2B5EF4-FFF2-40B4-BE49-F238E27FC236}">
                  <a16:creationId xmlns:a16="http://schemas.microsoft.com/office/drawing/2014/main" id="{99B44C87-6754-4040-AC9F-9F12B21A52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91" name="Rectangle 41">
              <a:extLst>
                <a:ext uri="{FF2B5EF4-FFF2-40B4-BE49-F238E27FC236}">
                  <a16:creationId xmlns:a16="http://schemas.microsoft.com/office/drawing/2014/main" id="{E3AC0A5A-0697-4B03-A097-C627DF16BE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92" name="Rectangle 42">
              <a:extLst>
                <a:ext uri="{FF2B5EF4-FFF2-40B4-BE49-F238E27FC236}">
                  <a16:creationId xmlns:a16="http://schemas.microsoft.com/office/drawing/2014/main" id="{3CC21693-3761-4BC8-95C8-387D8B237E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93" name="Rectangle 43">
              <a:extLst>
                <a:ext uri="{FF2B5EF4-FFF2-40B4-BE49-F238E27FC236}">
                  <a16:creationId xmlns:a16="http://schemas.microsoft.com/office/drawing/2014/main" id="{F561F402-9AEF-4250-B1FA-8D89567279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94" name="Rectangle 44">
              <a:extLst>
                <a:ext uri="{FF2B5EF4-FFF2-40B4-BE49-F238E27FC236}">
                  <a16:creationId xmlns:a16="http://schemas.microsoft.com/office/drawing/2014/main" id="{F336D721-E3A0-4D1F-BA2E-94776067C7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95" name="Rectangle 45">
              <a:extLst>
                <a:ext uri="{FF2B5EF4-FFF2-40B4-BE49-F238E27FC236}">
                  <a16:creationId xmlns:a16="http://schemas.microsoft.com/office/drawing/2014/main" id="{8AD8241A-2AE2-4A0E-8301-FF48A08393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96" name="Rectangle 46">
              <a:extLst>
                <a:ext uri="{FF2B5EF4-FFF2-40B4-BE49-F238E27FC236}">
                  <a16:creationId xmlns:a16="http://schemas.microsoft.com/office/drawing/2014/main" id="{B6BCD113-E169-43D3-BE2F-5E4F2D939E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97" name="Rectangle 47">
              <a:extLst>
                <a:ext uri="{FF2B5EF4-FFF2-40B4-BE49-F238E27FC236}">
                  <a16:creationId xmlns:a16="http://schemas.microsoft.com/office/drawing/2014/main" id="{FE9236EB-5097-452F-A16D-9232C54AC2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98" name="Rectangle 48">
              <a:extLst>
                <a:ext uri="{FF2B5EF4-FFF2-40B4-BE49-F238E27FC236}">
                  <a16:creationId xmlns:a16="http://schemas.microsoft.com/office/drawing/2014/main" id="{31E24543-A7D0-4455-8F64-1E1D71DF63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99" name="Rectangle 49">
              <a:extLst>
                <a:ext uri="{FF2B5EF4-FFF2-40B4-BE49-F238E27FC236}">
                  <a16:creationId xmlns:a16="http://schemas.microsoft.com/office/drawing/2014/main" id="{E435499A-8AE5-41F0-B4B2-B9E422E82B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189288"/>
              <a:ext cx="11112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100" name="Rectangle 50">
              <a:extLst>
                <a:ext uri="{FF2B5EF4-FFF2-40B4-BE49-F238E27FC236}">
                  <a16:creationId xmlns:a16="http://schemas.microsoft.com/office/drawing/2014/main" id="{91538B01-0931-4F46-A218-12EB9C1938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101" name="Rectangle 51">
              <a:extLst>
                <a:ext uri="{FF2B5EF4-FFF2-40B4-BE49-F238E27FC236}">
                  <a16:creationId xmlns:a16="http://schemas.microsoft.com/office/drawing/2014/main" id="{BAA3A87A-5440-4D2D-B376-64BA690116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102" name="Rectangle 52">
              <a:extLst>
                <a:ext uri="{FF2B5EF4-FFF2-40B4-BE49-F238E27FC236}">
                  <a16:creationId xmlns:a16="http://schemas.microsoft.com/office/drawing/2014/main" id="{3852EA00-B7FE-4F71-A016-22551DA8C7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103" name="Rectangle 53">
              <a:extLst>
                <a:ext uri="{FF2B5EF4-FFF2-40B4-BE49-F238E27FC236}">
                  <a16:creationId xmlns:a16="http://schemas.microsoft.com/office/drawing/2014/main" id="{903FC53D-9F81-48EF-A9D5-6871BC3CAA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104" name="Rectangle 54">
              <a:extLst>
                <a:ext uri="{FF2B5EF4-FFF2-40B4-BE49-F238E27FC236}">
                  <a16:creationId xmlns:a16="http://schemas.microsoft.com/office/drawing/2014/main" id="{0A8C418B-1078-4F1E-929F-F9D1860CE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105" name="Rectangle 55">
              <a:extLst>
                <a:ext uri="{FF2B5EF4-FFF2-40B4-BE49-F238E27FC236}">
                  <a16:creationId xmlns:a16="http://schemas.microsoft.com/office/drawing/2014/main" id="{B4260C89-F542-4E70-ACD5-6A03F29527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106" name="Rectangle 56">
              <a:extLst>
                <a:ext uri="{FF2B5EF4-FFF2-40B4-BE49-F238E27FC236}">
                  <a16:creationId xmlns:a16="http://schemas.microsoft.com/office/drawing/2014/main" id="{3A95C51E-1023-4115-9CB2-334F6E7E1E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107" name="Rectangle 57">
              <a:extLst>
                <a:ext uri="{FF2B5EF4-FFF2-40B4-BE49-F238E27FC236}">
                  <a16:creationId xmlns:a16="http://schemas.microsoft.com/office/drawing/2014/main" id="{5AAD5E97-FA85-428C-A520-6392702847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108" name="Rectangle 58">
              <a:extLst>
                <a:ext uri="{FF2B5EF4-FFF2-40B4-BE49-F238E27FC236}">
                  <a16:creationId xmlns:a16="http://schemas.microsoft.com/office/drawing/2014/main" id="{6A9CA020-970D-426D-A63E-3975AC49F4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109" name="Rectangle 59">
              <a:extLst>
                <a:ext uri="{FF2B5EF4-FFF2-40B4-BE49-F238E27FC236}">
                  <a16:creationId xmlns:a16="http://schemas.microsoft.com/office/drawing/2014/main" id="{51AC31A7-0910-49C2-B4D5-B6BF628B31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110" name="Rectangle 60">
              <a:extLst>
                <a:ext uri="{FF2B5EF4-FFF2-40B4-BE49-F238E27FC236}">
                  <a16:creationId xmlns:a16="http://schemas.microsoft.com/office/drawing/2014/main" id="{DED36161-0674-48CC-9262-8E7E7E912E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111" name="Rectangle 61">
              <a:extLst>
                <a:ext uri="{FF2B5EF4-FFF2-40B4-BE49-F238E27FC236}">
                  <a16:creationId xmlns:a16="http://schemas.microsoft.com/office/drawing/2014/main" id="{C55E1DC7-0A52-4EF0-B18B-713B313EFA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494088"/>
              <a:ext cx="11112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112" name="Rectangle 62">
              <a:extLst>
                <a:ext uri="{FF2B5EF4-FFF2-40B4-BE49-F238E27FC236}">
                  <a16:creationId xmlns:a16="http://schemas.microsoft.com/office/drawing/2014/main" id="{400FB0EC-C6E5-4E86-BE32-2E7D9A5297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113" name="Rectangle 63">
              <a:extLst>
                <a:ext uri="{FF2B5EF4-FFF2-40B4-BE49-F238E27FC236}">
                  <a16:creationId xmlns:a16="http://schemas.microsoft.com/office/drawing/2014/main" id="{F3F728F3-4176-487A-99F7-7A4279275B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114" name="Rectangle 64">
              <a:extLst>
                <a:ext uri="{FF2B5EF4-FFF2-40B4-BE49-F238E27FC236}">
                  <a16:creationId xmlns:a16="http://schemas.microsoft.com/office/drawing/2014/main" id="{A52B31A1-45BA-4FAB-B8BA-B41705FA89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115" name="Rectangle 65">
              <a:extLst>
                <a:ext uri="{FF2B5EF4-FFF2-40B4-BE49-F238E27FC236}">
                  <a16:creationId xmlns:a16="http://schemas.microsoft.com/office/drawing/2014/main" id="{C0A17E98-CA06-4ACB-B697-002AB96905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116" name="Rectangle 66">
              <a:extLst>
                <a:ext uri="{FF2B5EF4-FFF2-40B4-BE49-F238E27FC236}">
                  <a16:creationId xmlns:a16="http://schemas.microsoft.com/office/drawing/2014/main" id="{DBFF42F8-E5DC-4B0E-B6EA-F1C6D2B4AC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117" name="Rectangle 67">
              <a:extLst>
                <a:ext uri="{FF2B5EF4-FFF2-40B4-BE49-F238E27FC236}">
                  <a16:creationId xmlns:a16="http://schemas.microsoft.com/office/drawing/2014/main" id="{E664A325-7383-4609-9511-C01EAB7B4D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118" name="Rectangle 68">
              <a:extLst>
                <a:ext uri="{FF2B5EF4-FFF2-40B4-BE49-F238E27FC236}">
                  <a16:creationId xmlns:a16="http://schemas.microsoft.com/office/drawing/2014/main" id="{53099280-3BAA-47D6-9EBC-ACFA33F50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119" name="Rectangle 69">
              <a:extLst>
                <a:ext uri="{FF2B5EF4-FFF2-40B4-BE49-F238E27FC236}">
                  <a16:creationId xmlns:a16="http://schemas.microsoft.com/office/drawing/2014/main" id="{9ECC9554-B05A-401D-ADB0-DB8DE3AEDD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120" name="Rectangle 70">
              <a:extLst>
                <a:ext uri="{FF2B5EF4-FFF2-40B4-BE49-F238E27FC236}">
                  <a16:creationId xmlns:a16="http://schemas.microsoft.com/office/drawing/2014/main" id="{5DAE33D6-1C8E-457B-B9AC-92ED9913CD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121" name="Rectangle 71">
              <a:extLst>
                <a:ext uri="{FF2B5EF4-FFF2-40B4-BE49-F238E27FC236}">
                  <a16:creationId xmlns:a16="http://schemas.microsoft.com/office/drawing/2014/main" id="{674D0296-3D5E-4443-8384-B6F54D93D6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122" name="Rectangle 72">
              <a:extLst>
                <a:ext uri="{FF2B5EF4-FFF2-40B4-BE49-F238E27FC236}">
                  <a16:creationId xmlns:a16="http://schemas.microsoft.com/office/drawing/2014/main" id="{369E46A2-E4C5-4CE9-9A53-5CA19BABB1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123" name="Rectangle 73">
              <a:extLst>
                <a:ext uri="{FF2B5EF4-FFF2-40B4-BE49-F238E27FC236}">
                  <a16:creationId xmlns:a16="http://schemas.microsoft.com/office/drawing/2014/main" id="{5831D30E-190B-4121-A83C-7EADBF4CE0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803650"/>
              <a:ext cx="11112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124" name="Rectangle 74">
              <a:extLst>
                <a:ext uri="{FF2B5EF4-FFF2-40B4-BE49-F238E27FC236}">
                  <a16:creationId xmlns:a16="http://schemas.microsoft.com/office/drawing/2014/main" id="{26698351-B670-40B0-87B6-FB16593FA9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125" name="Rectangle 75">
              <a:extLst>
                <a:ext uri="{FF2B5EF4-FFF2-40B4-BE49-F238E27FC236}">
                  <a16:creationId xmlns:a16="http://schemas.microsoft.com/office/drawing/2014/main" id="{7371826F-82D8-4440-96FA-901A30FAAC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126" name="Rectangle 76">
              <a:extLst>
                <a:ext uri="{FF2B5EF4-FFF2-40B4-BE49-F238E27FC236}">
                  <a16:creationId xmlns:a16="http://schemas.microsoft.com/office/drawing/2014/main" id="{2F08F08C-826B-417C-A2AA-9898946B4C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127" name="Rectangle 77">
              <a:extLst>
                <a:ext uri="{FF2B5EF4-FFF2-40B4-BE49-F238E27FC236}">
                  <a16:creationId xmlns:a16="http://schemas.microsoft.com/office/drawing/2014/main" id="{E8E4273C-97A8-44F2-87F6-8F6F2ACD4C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128" name="Rectangle 78">
              <a:extLst>
                <a:ext uri="{FF2B5EF4-FFF2-40B4-BE49-F238E27FC236}">
                  <a16:creationId xmlns:a16="http://schemas.microsoft.com/office/drawing/2014/main" id="{04A9D424-6793-4D88-B349-1536F7ECDC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129" name="Rectangle 79">
              <a:extLst>
                <a:ext uri="{FF2B5EF4-FFF2-40B4-BE49-F238E27FC236}">
                  <a16:creationId xmlns:a16="http://schemas.microsoft.com/office/drawing/2014/main" id="{6942B313-46E8-45CA-A405-8CB4B5C47F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130" name="Rectangle 80">
              <a:extLst>
                <a:ext uri="{FF2B5EF4-FFF2-40B4-BE49-F238E27FC236}">
                  <a16:creationId xmlns:a16="http://schemas.microsoft.com/office/drawing/2014/main" id="{43508D4B-E214-4659-A9B7-7EC50548F2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131" name="Rectangle 81">
              <a:extLst>
                <a:ext uri="{FF2B5EF4-FFF2-40B4-BE49-F238E27FC236}">
                  <a16:creationId xmlns:a16="http://schemas.microsoft.com/office/drawing/2014/main" id="{19543B65-C1D7-4AF2-B30C-84B1406DB6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132" name="Rectangle 82">
              <a:extLst>
                <a:ext uri="{FF2B5EF4-FFF2-40B4-BE49-F238E27FC236}">
                  <a16:creationId xmlns:a16="http://schemas.microsoft.com/office/drawing/2014/main" id="{B4157DD4-474D-4028-903D-CBA95D0DA3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133" name="Rectangle 83">
              <a:extLst>
                <a:ext uri="{FF2B5EF4-FFF2-40B4-BE49-F238E27FC236}">
                  <a16:creationId xmlns:a16="http://schemas.microsoft.com/office/drawing/2014/main" id="{34A4B606-C961-47B0-9AD3-6BAA5BD0F6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134" name="Rectangle 84">
              <a:extLst>
                <a:ext uri="{FF2B5EF4-FFF2-40B4-BE49-F238E27FC236}">
                  <a16:creationId xmlns:a16="http://schemas.microsoft.com/office/drawing/2014/main" id="{E8D82377-C887-4259-B8D1-B252E7CAE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135" name="Rectangle 85">
              <a:extLst>
                <a:ext uri="{FF2B5EF4-FFF2-40B4-BE49-F238E27FC236}">
                  <a16:creationId xmlns:a16="http://schemas.microsoft.com/office/drawing/2014/main" id="{DD674EC4-B9EF-4851-ACF5-80996390FC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4140200"/>
              <a:ext cx="49799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136" name="Rectangle 86">
              <a:extLst>
                <a:ext uri="{FF2B5EF4-FFF2-40B4-BE49-F238E27FC236}">
                  <a16:creationId xmlns:a16="http://schemas.microsoft.com/office/drawing/2014/main" id="{7BAEF55A-14F3-40CC-A921-AC7C0326EC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86" name="Rectangle 2">
            <a:extLst>
              <a:ext uri="{FF2B5EF4-FFF2-40B4-BE49-F238E27FC236}">
                <a16:creationId xmlns:a16="http://schemas.microsoft.com/office/drawing/2014/main" id="{049D2996-BE25-9D44-B270-D2446BA69B81}"/>
              </a:ext>
            </a:extLst>
          </p:cNvPr>
          <p:cNvSpPr txBox="1">
            <a:spLocks noChangeArrowheads="1"/>
          </p:cNvSpPr>
          <p:nvPr/>
        </p:nvSpPr>
        <p:spPr>
          <a:xfrm>
            <a:off x="790575" y="100013"/>
            <a:ext cx="4695825" cy="814387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Deriving Y</a:t>
            </a:r>
            <a:r>
              <a:rPr kumimoji="0" lang="en-US" sz="36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2</a:t>
            </a:r>
          </a:p>
        </p:txBody>
      </p:sp>
      <p:graphicFrame>
        <p:nvGraphicFramePr>
          <p:cNvPr id="88" name="Shape 730">
            <a:extLst>
              <a:ext uri="{FF2B5EF4-FFF2-40B4-BE49-F238E27FC236}">
                <a16:creationId xmlns:a16="http://schemas.microsoft.com/office/drawing/2014/main" id="{4A589297-D3E4-FC45-951C-24D030D4C07C}"/>
              </a:ext>
            </a:extLst>
          </p:cNvPr>
          <p:cNvGraphicFramePr>
            <a:graphicFrameLocks noGrp="1"/>
          </p:cNvGraphicFramePr>
          <p:nvPr/>
        </p:nvGraphicFramePr>
        <p:xfrm>
          <a:off x="6791325" y="76200"/>
          <a:ext cx="2124075" cy="6746875"/>
        </p:xfrm>
        <a:graphic>
          <a:graphicData uri="http://schemas.openxmlformats.org/drawingml/2006/table">
            <a:tbl>
              <a:tblPr/>
              <a:tblGrid>
                <a:gridCol w="3540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40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401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4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401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401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2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a</a:t>
                      </a:r>
                      <a:endParaRPr kumimoji="0" lang="en-US" altLang="en-US" sz="14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MS PGothic" charset="-128"/>
                        <a:sym typeface="Times New Roman" charset="0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b</a:t>
                      </a:r>
                      <a:endParaRPr kumimoji="0" lang="en-US" altLang="en-US" sz="14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MS PGothic" charset="-128"/>
                        <a:sym typeface="Times New Roman" charset="0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2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80003" name="Rectangle 88">
            <a:extLst>
              <a:ext uri="{FF2B5EF4-FFF2-40B4-BE49-F238E27FC236}">
                <a16:creationId xmlns:a16="http://schemas.microsoft.com/office/drawing/2014/main" id="{4CED75DA-87A6-4EAC-86A2-4EFFC451EF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1250" y="2252663"/>
            <a:ext cx="293688" cy="121920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0004" name="Rectangle 90">
            <a:extLst>
              <a:ext uri="{FF2B5EF4-FFF2-40B4-BE49-F238E27FC236}">
                <a16:creationId xmlns:a16="http://schemas.microsoft.com/office/drawing/2014/main" id="{58115B0E-0E33-4B19-B10F-5490D69B4F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62275" y="2263775"/>
            <a:ext cx="293688" cy="121920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0005" name="Rectangle 91">
            <a:extLst>
              <a:ext uri="{FF2B5EF4-FFF2-40B4-BE49-F238E27FC236}">
                <a16:creationId xmlns:a16="http://schemas.microsoft.com/office/drawing/2014/main" id="{648CEA0C-7B57-4263-AE13-94116D94E1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03625" y="2260600"/>
            <a:ext cx="293688" cy="121920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0006" name="Rectangle 92">
            <a:extLst>
              <a:ext uri="{FF2B5EF4-FFF2-40B4-BE49-F238E27FC236}">
                <a16:creationId xmlns:a16="http://schemas.microsoft.com/office/drawing/2014/main" id="{6A1E79BB-10BA-40A6-8A6B-C8F399077E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5763" y="2257425"/>
            <a:ext cx="293687" cy="121920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0007" name="Rectangle 93">
            <a:extLst>
              <a:ext uri="{FF2B5EF4-FFF2-40B4-BE49-F238E27FC236}">
                <a16:creationId xmlns:a16="http://schemas.microsoft.com/office/drawing/2014/main" id="{B070B3F0-5E62-4856-81A4-B7ECD937F0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84513" y="1766888"/>
            <a:ext cx="206375" cy="334962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80008" name="Group 221">
            <a:extLst>
              <a:ext uri="{FF2B5EF4-FFF2-40B4-BE49-F238E27FC236}">
                <a16:creationId xmlns:a16="http://schemas.microsoft.com/office/drawing/2014/main" id="{BF6069E1-5261-4E4B-93BA-A042534572AA}"/>
              </a:ext>
            </a:extLst>
          </p:cNvPr>
          <p:cNvGrpSpPr>
            <a:grpSpLocks/>
          </p:cNvGrpSpPr>
          <p:nvPr/>
        </p:nvGrpSpPr>
        <p:grpSpPr bwMode="auto">
          <a:xfrm>
            <a:off x="3340100" y="3810000"/>
            <a:ext cx="2298700" cy="2232025"/>
            <a:chOff x="3189288" y="3813175"/>
            <a:chExt cx="2298700" cy="2232025"/>
          </a:xfrm>
        </p:grpSpPr>
        <p:sp>
          <p:nvSpPr>
            <p:cNvPr id="80012" name="Rectangle 91">
              <a:extLst>
                <a:ext uri="{FF2B5EF4-FFF2-40B4-BE49-F238E27FC236}">
                  <a16:creationId xmlns:a16="http://schemas.microsoft.com/office/drawing/2014/main" id="{5626E614-C263-4159-9F9D-8DE4A84895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6513" y="4422775"/>
              <a:ext cx="820737" cy="820737"/>
            </a:xfrm>
            <a:prstGeom prst="rect">
              <a:avLst/>
            </a:prstGeom>
            <a:noFill/>
            <a:ln w="1746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13" name="Line 92">
              <a:extLst>
                <a:ext uri="{FF2B5EF4-FFF2-40B4-BE49-F238E27FC236}">
                  <a16:creationId xmlns:a16="http://schemas.microsoft.com/office/drawing/2014/main" id="{E863B917-14CD-4667-942B-372B703B13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46513" y="4822825"/>
              <a:ext cx="820737" cy="1587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14" name="Line 93">
              <a:extLst>
                <a:ext uri="{FF2B5EF4-FFF2-40B4-BE49-F238E27FC236}">
                  <a16:creationId xmlns:a16="http://schemas.microsoft.com/office/drawing/2014/main" id="{A89A759F-CF91-424A-91D2-FD5250DF14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67200" y="4422775"/>
              <a:ext cx="1588" cy="820737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15" name="Line 94">
              <a:extLst>
                <a:ext uri="{FF2B5EF4-FFF2-40B4-BE49-F238E27FC236}">
                  <a16:creationId xmlns:a16="http://schemas.microsoft.com/office/drawing/2014/main" id="{C944D3E8-57F1-4343-AD39-70CEB2113E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6463" y="4021137"/>
              <a:ext cx="400050" cy="401638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16" name="Rectangle 95">
              <a:extLst>
                <a:ext uri="{FF2B5EF4-FFF2-40B4-BE49-F238E27FC236}">
                  <a16:creationId xmlns:a16="http://schemas.microsoft.com/office/drawing/2014/main" id="{C9946296-8F96-4060-BC87-44589739A2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7250" y="4422775"/>
              <a:ext cx="820738" cy="820737"/>
            </a:xfrm>
            <a:prstGeom prst="rect">
              <a:avLst/>
            </a:prstGeom>
            <a:noFill/>
            <a:ln w="1746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17" name="Line 96">
              <a:extLst>
                <a:ext uri="{FF2B5EF4-FFF2-40B4-BE49-F238E27FC236}">
                  <a16:creationId xmlns:a16="http://schemas.microsoft.com/office/drawing/2014/main" id="{A5250BF4-F6F2-44C3-B48A-C1709735A8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67250" y="4822825"/>
              <a:ext cx="820738" cy="1587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18" name="Line 97">
              <a:extLst>
                <a:ext uri="{FF2B5EF4-FFF2-40B4-BE49-F238E27FC236}">
                  <a16:creationId xmlns:a16="http://schemas.microsoft.com/office/drawing/2014/main" id="{2AEBC7A0-AAA6-4DDB-A815-2AA0D462E1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68888" y="4422775"/>
              <a:ext cx="1587" cy="820737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19" name="Rectangle 99">
              <a:extLst>
                <a:ext uri="{FF2B5EF4-FFF2-40B4-BE49-F238E27FC236}">
                  <a16:creationId xmlns:a16="http://schemas.microsoft.com/office/drawing/2014/main" id="{C38B822C-299D-4787-914E-332BD5FB75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3513" y="4198937"/>
              <a:ext cx="249237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20" name="Rectangle 100">
              <a:extLst>
                <a:ext uri="{FF2B5EF4-FFF2-40B4-BE49-F238E27FC236}">
                  <a16:creationId xmlns:a16="http://schemas.microsoft.com/office/drawing/2014/main" id="{AF065E2E-AF5F-4626-AADB-1A1D0BFF4C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325" y="4198937"/>
              <a:ext cx="24923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21" name="Rectangle 101">
              <a:extLst>
                <a:ext uri="{FF2B5EF4-FFF2-40B4-BE49-F238E27FC236}">
                  <a16:creationId xmlns:a16="http://schemas.microsoft.com/office/drawing/2014/main" id="{42E548EE-257A-4611-B50C-2C1A2D0584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725" y="4198937"/>
              <a:ext cx="24923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22" name="Rectangle 102">
              <a:extLst>
                <a:ext uri="{FF2B5EF4-FFF2-40B4-BE49-F238E27FC236}">
                  <a16:creationId xmlns:a16="http://schemas.microsoft.com/office/drawing/2014/main" id="{27EDE376-D273-478B-BABC-59E36AF89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1125" y="4198937"/>
              <a:ext cx="24923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23" name="Rectangle 103">
              <a:extLst>
                <a:ext uri="{FF2B5EF4-FFF2-40B4-BE49-F238E27FC236}">
                  <a16:creationId xmlns:a16="http://schemas.microsoft.com/office/drawing/2014/main" id="{B9B7B5A3-A97E-4206-B559-27D3510E4A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450" y="4537075"/>
              <a:ext cx="24923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24" name="Rectangle 104">
              <a:extLst>
                <a:ext uri="{FF2B5EF4-FFF2-40B4-BE49-F238E27FC236}">
                  <a16:creationId xmlns:a16="http://schemas.microsoft.com/office/drawing/2014/main" id="{F0AAFBC0-BEE9-43A3-8941-A4165C63A3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3150" y="4983162"/>
              <a:ext cx="24923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25" name="Rectangle 105">
              <a:extLst>
                <a:ext uri="{FF2B5EF4-FFF2-40B4-BE49-F238E27FC236}">
                  <a16:creationId xmlns:a16="http://schemas.microsoft.com/office/drawing/2014/main" id="{DF76F1E7-BA6E-4A70-B6AC-1164C001A4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5950" y="4545012"/>
              <a:ext cx="20478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26" name="Rectangle 106">
              <a:extLst>
                <a:ext uri="{FF2B5EF4-FFF2-40B4-BE49-F238E27FC236}">
                  <a16:creationId xmlns:a16="http://schemas.microsoft.com/office/drawing/2014/main" id="{D771C946-2ECF-4C66-A9C7-540A477FE1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6375" y="4949825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27" name="Rectangle 107">
              <a:extLst>
                <a:ext uri="{FF2B5EF4-FFF2-40B4-BE49-F238E27FC236}">
                  <a16:creationId xmlns:a16="http://schemas.microsoft.com/office/drawing/2014/main" id="{59DC0C3C-0819-4261-AC45-D2B72F7BB3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5950" y="4949825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28" name="Rectangle 108">
              <a:extLst>
                <a:ext uri="{FF2B5EF4-FFF2-40B4-BE49-F238E27FC236}">
                  <a16:creationId xmlns:a16="http://schemas.microsoft.com/office/drawing/2014/main" id="{350A8CD2-C619-4B52-BD4E-879090F6AB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3938" y="4545012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29" name="Rectangle 109">
              <a:extLst>
                <a:ext uri="{FF2B5EF4-FFF2-40B4-BE49-F238E27FC236}">
                  <a16:creationId xmlns:a16="http://schemas.microsoft.com/office/drawing/2014/main" id="{88BBAF6B-6B66-4C3A-A978-603FEECCC7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3938" y="4949825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30" name="Rectangle 110">
              <a:extLst>
                <a:ext uri="{FF2B5EF4-FFF2-40B4-BE49-F238E27FC236}">
                  <a16:creationId xmlns:a16="http://schemas.microsoft.com/office/drawing/2014/main" id="{E41677A5-7959-4ADB-AEB4-A98CFEA123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9225" y="4545012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31" name="Rectangle 111">
              <a:extLst>
                <a:ext uri="{FF2B5EF4-FFF2-40B4-BE49-F238E27FC236}">
                  <a16:creationId xmlns:a16="http://schemas.microsoft.com/office/drawing/2014/main" id="{307C137A-4FB2-477D-B694-2A42AA74F2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9225" y="4949825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32" name="Rectangle 112">
              <a:extLst>
                <a:ext uri="{FF2B5EF4-FFF2-40B4-BE49-F238E27FC236}">
                  <a16:creationId xmlns:a16="http://schemas.microsoft.com/office/drawing/2014/main" id="{D7BB6BEA-DC46-4FD4-86A2-56117DA608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6513" y="5243512"/>
              <a:ext cx="820737" cy="801688"/>
            </a:xfrm>
            <a:prstGeom prst="rect">
              <a:avLst/>
            </a:prstGeom>
            <a:noFill/>
            <a:ln w="1746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33" name="Line 113">
              <a:extLst>
                <a:ext uri="{FF2B5EF4-FFF2-40B4-BE49-F238E27FC236}">
                  <a16:creationId xmlns:a16="http://schemas.microsoft.com/office/drawing/2014/main" id="{C416DBF6-8249-4786-9165-B1EE5E397B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46513" y="5643562"/>
              <a:ext cx="820737" cy="1588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34" name="Line 114">
              <a:extLst>
                <a:ext uri="{FF2B5EF4-FFF2-40B4-BE49-F238E27FC236}">
                  <a16:creationId xmlns:a16="http://schemas.microsoft.com/office/drawing/2014/main" id="{8288FBF5-5357-4046-9C78-6F3D592CDB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67200" y="5243512"/>
              <a:ext cx="1588" cy="801688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35" name="Rectangle 115">
              <a:extLst>
                <a:ext uri="{FF2B5EF4-FFF2-40B4-BE49-F238E27FC236}">
                  <a16:creationId xmlns:a16="http://schemas.microsoft.com/office/drawing/2014/main" id="{0F25C36E-2582-45D4-AE10-9E8EC1D9E0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7250" y="5243512"/>
              <a:ext cx="820738" cy="801688"/>
            </a:xfrm>
            <a:prstGeom prst="rect">
              <a:avLst/>
            </a:prstGeom>
            <a:noFill/>
            <a:ln w="1746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36" name="Line 116">
              <a:extLst>
                <a:ext uri="{FF2B5EF4-FFF2-40B4-BE49-F238E27FC236}">
                  <a16:creationId xmlns:a16="http://schemas.microsoft.com/office/drawing/2014/main" id="{0F6EF8B3-3A35-4146-A165-FA4563C998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67250" y="5643562"/>
              <a:ext cx="820738" cy="1588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37" name="Line 117">
              <a:extLst>
                <a:ext uri="{FF2B5EF4-FFF2-40B4-BE49-F238E27FC236}">
                  <a16:creationId xmlns:a16="http://schemas.microsoft.com/office/drawing/2014/main" id="{A7EA40BD-E326-4941-B170-03C0036A36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68888" y="5243512"/>
              <a:ext cx="1587" cy="801688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38" name="Rectangle 118">
              <a:extLst>
                <a:ext uri="{FF2B5EF4-FFF2-40B4-BE49-F238E27FC236}">
                  <a16:creationId xmlns:a16="http://schemas.microsoft.com/office/drawing/2014/main" id="{0CE15A6C-F2FF-461E-95CD-72C8552B7A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6375" y="4545012"/>
              <a:ext cx="20478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39" name="Rectangle 119">
              <a:extLst>
                <a:ext uri="{FF2B5EF4-FFF2-40B4-BE49-F238E27FC236}">
                  <a16:creationId xmlns:a16="http://schemas.microsoft.com/office/drawing/2014/main" id="{86C0EBDC-D6F3-4F9C-BD69-51ED2BDCED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5950" y="5356225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40" name="Rectangle 120">
              <a:extLst>
                <a:ext uri="{FF2B5EF4-FFF2-40B4-BE49-F238E27FC236}">
                  <a16:creationId xmlns:a16="http://schemas.microsoft.com/office/drawing/2014/main" id="{4DCFF8BE-B97B-4F23-9F5E-74252FF93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6375" y="5761037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41" name="Rectangle 121">
              <a:extLst>
                <a:ext uri="{FF2B5EF4-FFF2-40B4-BE49-F238E27FC236}">
                  <a16:creationId xmlns:a16="http://schemas.microsoft.com/office/drawing/2014/main" id="{84C09D98-CA5A-4130-8686-44DDB24857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5950" y="5761037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42" name="Rectangle 122">
              <a:extLst>
                <a:ext uri="{FF2B5EF4-FFF2-40B4-BE49-F238E27FC236}">
                  <a16:creationId xmlns:a16="http://schemas.microsoft.com/office/drawing/2014/main" id="{D20E0861-F82D-4D4F-B8A4-A3E283E6F2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3938" y="5356225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43" name="Rectangle 123">
              <a:extLst>
                <a:ext uri="{FF2B5EF4-FFF2-40B4-BE49-F238E27FC236}">
                  <a16:creationId xmlns:a16="http://schemas.microsoft.com/office/drawing/2014/main" id="{1EA0E0AA-3876-4D6F-B97B-43FAB69F19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3938" y="5761037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44" name="Rectangle 124">
              <a:extLst>
                <a:ext uri="{FF2B5EF4-FFF2-40B4-BE49-F238E27FC236}">
                  <a16:creationId xmlns:a16="http://schemas.microsoft.com/office/drawing/2014/main" id="{F2ABFC5E-D62F-4BD4-9AA5-C21BA6B549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9225" y="5356225"/>
              <a:ext cx="20478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45" name="Rectangle 125">
              <a:extLst>
                <a:ext uri="{FF2B5EF4-FFF2-40B4-BE49-F238E27FC236}">
                  <a16:creationId xmlns:a16="http://schemas.microsoft.com/office/drawing/2014/main" id="{32FAF087-5C1B-4EDA-8C33-DF9FA02D98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9225" y="5761037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46" name="Rectangle 126">
              <a:extLst>
                <a:ext uri="{FF2B5EF4-FFF2-40B4-BE49-F238E27FC236}">
                  <a16:creationId xmlns:a16="http://schemas.microsoft.com/office/drawing/2014/main" id="{AEF1D95B-0E5C-478D-A5CA-174613D837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6375" y="5356225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47" name="Rectangle 127">
              <a:extLst>
                <a:ext uri="{FF2B5EF4-FFF2-40B4-BE49-F238E27FC236}">
                  <a16:creationId xmlns:a16="http://schemas.microsoft.com/office/drawing/2014/main" id="{9743111D-2B48-460D-8026-7D23B76FB5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0925" y="5356225"/>
              <a:ext cx="24923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48" name="Rectangle 128">
              <a:extLst>
                <a:ext uri="{FF2B5EF4-FFF2-40B4-BE49-F238E27FC236}">
                  <a16:creationId xmlns:a16="http://schemas.microsoft.com/office/drawing/2014/main" id="{EBAEF396-D2F6-43EF-950F-79CBD086CB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0925" y="5761037"/>
              <a:ext cx="24923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49" name="Rectangle 129">
              <a:extLst>
                <a:ext uri="{FF2B5EF4-FFF2-40B4-BE49-F238E27FC236}">
                  <a16:creationId xmlns:a16="http://schemas.microsoft.com/office/drawing/2014/main" id="{811163B7-F837-4265-8791-C70FAFF344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7750" y="3813175"/>
              <a:ext cx="195263" cy="234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50" name="Rectangle 130">
              <a:extLst>
                <a:ext uri="{FF2B5EF4-FFF2-40B4-BE49-F238E27FC236}">
                  <a16:creationId xmlns:a16="http://schemas.microsoft.com/office/drawing/2014/main" id="{E20779AB-6A69-4F33-8613-662BF74A73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1888" y="3900487"/>
              <a:ext cx="70532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51" name="Rectangle 131">
              <a:extLst>
                <a:ext uri="{FF2B5EF4-FFF2-40B4-BE49-F238E27FC236}">
                  <a16:creationId xmlns:a16="http://schemas.microsoft.com/office/drawing/2014/main" id="{BF9BD4E4-2DC4-4280-964E-F32A1B774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850" y="3813175"/>
              <a:ext cx="195263" cy="234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52" name="Rectangle 132">
              <a:extLst>
                <a:ext uri="{FF2B5EF4-FFF2-40B4-BE49-F238E27FC236}">
                  <a16:creationId xmlns:a16="http://schemas.microsoft.com/office/drawing/2014/main" id="{18F37171-6058-47BB-8985-1B4CDC4B72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5400" y="3900487"/>
              <a:ext cx="70532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53" name="Rectangle 133">
              <a:extLst>
                <a:ext uri="{FF2B5EF4-FFF2-40B4-BE49-F238E27FC236}">
                  <a16:creationId xmlns:a16="http://schemas.microsoft.com/office/drawing/2014/main" id="{4ED8ABC1-E78B-42B7-8C12-3DA511D45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9288" y="4059237"/>
              <a:ext cx="241145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a b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80009" name="Freeform 46">
            <a:extLst>
              <a:ext uri="{FF2B5EF4-FFF2-40B4-BE49-F238E27FC236}">
                <a16:creationId xmlns:a16="http://schemas.microsoft.com/office/drawing/2014/main" id="{BB3EF56C-A847-4CB0-A45A-2CAC88A2C203}"/>
              </a:ext>
            </a:extLst>
          </p:cNvPr>
          <p:cNvSpPr>
            <a:spLocks/>
          </p:cNvSpPr>
          <p:nvPr/>
        </p:nvSpPr>
        <p:spPr bwMode="auto">
          <a:xfrm>
            <a:off x="4883150" y="4919663"/>
            <a:ext cx="677863" cy="668337"/>
          </a:xfrm>
          <a:custGeom>
            <a:avLst/>
            <a:gdLst>
              <a:gd name="T0" fmla="*/ 2147483646 w 852"/>
              <a:gd name="T1" fmla="*/ 0 h 853"/>
              <a:gd name="T2" fmla="*/ 2147483646 w 852"/>
              <a:gd name="T3" fmla="*/ 0 h 853"/>
              <a:gd name="T4" fmla="*/ 2147483646 w 852"/>
              <a:gd name="T5" fmla="*/ 0 h 853"/>
              <a:gd name="T6" fmla="*/ 2147483646 w 852"/>
              <a:gd name="T7" fmla="*/ 0 h 853"/>
              <a:gd name="T8" fmla="*/ 2147483646 w 852"/>
              <a:gd name="T9" fmla="*/ 2147483646 h 853"/>
              <a:gd name="T10" fmla="*/ 2147483646 w 852"/>
              <a:gd name="T11" fmla="*/ 2147483646 h 853"/>
              <a:gd name="T12" fmla="*/ 2147483646 w 852"/>
              <a:gd name="T13" fmla="*/ 2147483646 h 853"/>
              <a:gd name="T14" fmla="*/ 2147483646 w 852"/>
              <a:gd name="T15" fmla="*/ 2147483646 h 853"/>
              <a:gd name="T16" fmla="*/ 2147483646 w 852"/>
              <a:gd name="T17" fmla="*/ 2147483646 h 853"/>
              <a:gd name="T18" fmla="*/ 2147483646 w 852"/>
              <a:gd name="T19" fmla="*/ 2147483646 h 853"/>
              <a:gd name="T20" fmla="*/ 0 w 852"/>
              <a:gd name="T21" fmla="*/ 2147483646 h 853"/>
              <a:gd name="T22" fmla="*/ 0 w 852"/>
              <a:gd name="T23" fmla="*/ 2147483646 h 853"/>
              <a:gd name="T24" fmla="*/ 0 w 852"/>
              <a:gd name="T25" fmla="*/ 2147483646 h 853"/>
              <a:gd name="T26" fmla="*/ 0 w 852"/>
              <a:gd name="T27" fmla="*/ 2147483646 h 853"/>
              <a:gd name="T28" fmla="*/ 0 w 852"/>
              <a:gd name="T29" fmla="*/ 2147483646 h 853"/>
              <a:gd name="T30" fmla="*/ 0 w 852"/>
              <a:gd name="T31" fmla="*/ 2147483646 h 853"/>
              <a:gd name="T32" fmla="*/ 0 w 852"/>
              <a:gd name="T33" fmla="*/ 2147483646 h 853"/>
              <a:gd name="T34" fmla="*/ 0 w 852"/>
              <a:gd name="T35" fmla="*/ 2147483646 h 853"/>
              <a:gd name="T36" fmla="*/ 2147483646 w 852"/>
              <a:gd name="T37" fmla="*/ 2147483646 h 853"/>
              <a:gd name="T38" fmla="*/ 2147483646 w 852"/>
              <a:gd name="T39" fmla="*/ 2147483646 h 853"/>
              <a:gd name="T40" fmla="*/ 2147483646 w 852"/>
              <a:gd name="T41" fmla="*/ 2147483646 h 853"/>
              <a:gd name="T42" fmla="*/ 2147483646 w 852"/>
              <a:gd name="T43" fmla="*/ 2147483646 h 853"/>
              <a:gd name="T44" fmla="*/ 2147483646 w 852"/>
              <a:gd name="T45" fmla="*/ 2147483646 h 853"/>
              <a:gd name="T46" fmla="*/ 2147483646 w 852"/>
              <a:gd name="T47" fmla="*/ 2147483646 h 853"/>
              <a:gd name="T48" fmla="*/ 2147483646 w 852"/>
              <a:gd name="T49" fmla="*/ 2147483646 h 853"/>
              <a:gd name="T50" fmla="*/ 2147483646 w 852"/>
              <a:gd name="T51" fmla="*/ 2147483646 h 853"/>
              <a:gd name="T52" fmla="*/ 2147483646 w 852"/>
              <a:gd name="T53" fmla="*/ 2147483646 h 853"/>
              <a:gd name="T54" fmla="*/ 2147483646 w 852"/>
              <a:gd name="T55" fmla="*/ 2147483646 h 853"/>
              <a:gd name="T56" fmla="*/ 2147483646 w 852"/>
              <a:gd name="T57" fmla="*/ 2147483646 h 853"/>
              <a:gd name="T58" fmla="*/ 2147483646 w 852"/>
              <a:gd name="T59" fmla="*/ 2147483646 h 853"/>
              <a:gd name="T60" fmla="*/ 2147483646 w 852"/>
              <a:gd name="T61" fmla="*/ 2147483646 h 853"/>
              <a:gd name="T62" fmla="*/ 2147483646 w 852"/>
              <a:gd name="T63" fmla="*/ 2147483646 h 853"/>
              <a:gd name="T64" fmla="*/ 2147483646 w 852"/>
              <a:gd name="T65" fmla="*/ 2147483646 h 853"/>
              <a:gd name="T66" fmla="*/ 2147483646 w 852"/>
              <a:gd name="T67" fmla="*/ 2147483646 h 853"/>
              <a:gd name="T68" fmla="*/ 2147483646 w 852"/>
              <a:gd name="T69" fmla="*/ 2147483646 h 853"/>
              <a:gd name="T70" fmla="*/ 2147483646 w 852"/>
              <a:gd name="T71" fmla="*/ 2147483646 h 853"/>
              <a:gd name="T72" fmla="*/ 2147483646 w 852"/>
              <a:gd name="T73" fmla="*/ 2147483646 h 853"/>
              <a:gd name="T74" fmla="*/ 2147483646 w 852"/>
              <a:gd name="T75" fmla="*/ 2147483646 h 853"/>
              <a:gd name="T76" fmla="*/ 2147483646 w 852"/>
              <a:gd name="T77" fmla="*/ 2147483646 h 853"/>
              <a:gd name="T78" fmla="*/ 2147483646 w 852"/>
              <a:gd name="T79" fmla="*/ 2147483646 h 853"/>
              <a:gd name="T80" fmla="*/ 2147483646 w 852"/>
              <a:gd name="T81" fmla="*/ 2147483646 h 853"/>
              <a:gd name="T82" fmla="*/ 2147483646 w 852"/>
              <a:gd name="T83" fmla="*/ 2147483646 h 853"/>
              <a:gd name="T84" fmla="*/ 2147483646 w 852"/>
              <a:gd name="T85" fmla="*/ 2147483646 h 853"/>
              <a:gd name="T86" fmla="*/ 2147483646 w 852"/>
              <a:gd name="T87" fmla="*/ 2147483646 h 853"/>
              <a:gd name="T88" fmla="*/ 2147483646 w 852"/>
              <a:gd name="T89" fmla="*/ 2147483646 h 853"/>
              <a:gd name="T90" fmla="*/ 2147483646 w 852"/>
              <a:gd name="T91" fmla="*/ 2147483646 h 853"/>
              <a:gd name="T92" fmla="*/ 2147483646 w 852"/>
              <a:gd name="T93" fmla="*/ 2147483646 h 853"/>
              <a:gd name="T94" fmla="*/ 2147483646 w 852"/>
              <a:gd name="T95" fmla="*/ 2147483646 h 853"/>
              <a:gd name="T96" fmla="*/ 2147483646 w 852"/>
              <a:gd name="T97" fmla="*/ 2147483646 h 853"/>
              <a:gd name="T98" fmla="*/ 2147483646 w 852"/>
              <a:gd name="T99" fmla="*/ 2147483646 h 853"/>
              <a:gd name="T100" fmla="*/ 2147483646 w 852"/>
              <a:gd name="T101" fmla="*/ 2147483646 h 853"/>
              <a:gd name="T102" fmla="*/ 2147483646 w 852"/>
              <a:gd name="T103" fmla="*/ 2147483646 h 853"/>
              <a:gd name="T104" fmla="*/ 2147483646 w 852"/>
              <a:gd name="T105" fmla="*/ 2147483646 h 853"/>
              <a:gd name="T106" fmla="*/ 2147483646 w 852"/>
              <a:gd name="T107" fmla="*/ 2147483646 h 853"/>
              <a:gd name="T108" fmla="*/ 2147483646 w 852"/>
              <a:gd name="T109" fmla="*/ 0 h 853"/>
              <a:gd name="T110" fmla="*/ 2147483646 w 852"/>
              <a:gd name="T111" fmla="*/ 0 h 853"/>
              <a:gd name="T112" fmla="*/ 2147483646 w 852"/>
              <a:gd name="T113" fmla="*/ 0 h 853"/>
              <a:gd name="T114" fmla="*/ 2147483646 w 852"/>
              <a:gd name="T115" fmla="*/ 0 h 853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w 852"/>
              <a:gd name="T175" fmla="*/ 0 h 853"/>
              <a:gd name="T176" fmla="*/ 852 w 852"/>
              <a:gd name="T177" fmla="*/ 853 h 853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T174" t="T175" r="T176" b="T177"/>
            <a:pathLst>
              <a:path w="852" h="853">
                <a:moveTo>
                  <a:pt x="426" y="0"/>
                </a:moveTo>
                <a:lnTo>
                  <a:pt x="398" y="0"/>
                </a:lnTo>
                <a:lnTo>
                  <a:pt x="372" y="0"/>
                </a:lnTo>
                <a:lnTo>
                  <a:pt x="347" y="0"/>
                </a:lnTo>
                <a:lnTo>
                  <a:pt x="324" y="0"/>
                </a:lnTo>
                <a:lnTo>
                  <a:pt x="303" y="0"/>
                </a:lnTo>
                <a:lnTo>
                  <a:pt x="282" y="0"/>
                </a:lnTo>
                <a:lnTo>
                  <a:pt x="264" y="0"/>
                </a:lnTo>
                <a:lnTo>
                  <a:pt x="246" y="0"/>
                </a:lnTo>
                <a:lnTo>
                  <a:pt x="231" y="0"/>
                </a:lnTo>
                <a:lnTo>
                  <a:pt x="216" y="0"/>
                </a:lnTo>
                <a:lnTo>
                  <a:pt x="203" y="0"/>
                </a:lnTo>
                <a:lnTo>
                  <a:pt x="190" y="0"/>
                </a:lnTo>
                <a:lnTo>
                  <a:pt x="179" y="0"/>
                </a:lnTo>
                <a:lnTo>
                  <a:pt x="168" y="0"/>
                </a:lnTo>
                <a:lnTo>
                  <a:pt x="160" y="0"/>
                </a:lnTo>
                <a:lnTo>
                  <a:pt x="150" y="0"/>
                </a:lnTo>
                <a:lnTo>
                  <a:pt x="143" y="0"/>
                </a:lnTo>
                <a:lnTo>
                  <a:pt x="136" y="0"/>
                </a:lnTo>
                <a:lnTo>
                  <a:pt x="130" y="0"/>
                </a:lnTo>
                <a:lnTo>
                  <a:pt x="124" y="0"/>
                </a:lnTo>
                <a:lnTo>
                  <a:pt x="119" y="0"/>
                </a:lnTo>
                <a:lnTo>
                  <a:pt x="114" y="0"/>
                </a:lnTo>
                <a:lnTo>
                  <a:pt x="109" y="0"/>
                </a:lnTo>
                <a:lnTo>
                  <a:pt x="106" y="0"/>
                </a:lnTo>
                <a:lnTo>
                  <a:pt x="102" y="0"/>
                </a:lnTo>
                <a:lnTo>
                  <a:pt x="98" y="0"/>
                </a:lnTo>
                <a:lnTo>
                  <a:pt x="95" y="0"/>
                </a:lnTo>
                <a:lnTo>
                  <a:pt x="91" y="0"/>
                </a:lnTo>
                <a:lnTo>
                  <a:pt x="89" y="0"/>
                </a:lnTo>
                <a:lnTo>
                  <a:pt x="85" y="0"/>
                </a:lnTo>
                <a:lnTo>
                  <a:pt x="81" y="0"/>
                </a:lnTo>
                <a:lnTo>
                  <a:pt x="78" y="0"/>
                </a:lnTo>
                <a:lnTo>
                  <a:pt x="74" y="0"/>
                </a:lnTo>
                <a:lnTo>
                  <a:pt x="71" y="0"/>
                </a:lnTo>
                <a:lnTo>
                  <a:pt x="68" y="0"/>
                </a:lnTo>
                <a:lnTo>
                  <a:pt x="65" y="0"/>
                </a:lnTo>
                <a:lnTo>
                  <a:pt x="62" y="0"/>
                </a:lnTo>
                <a:lnTo>
                  <a:pt x="60" y="0"/>
                </a:lnTo>
                <a:lnTo>
                  <a:pt x="57" y="2"/>
                </a:lnTo>
                <a:lnTo>
                  <a:pt x="55" y="2"/>
                </a:lnTo>
                <a:lnTo>
                  <a:pt x="53" y="2"/>
                </a:lnTo>
                <a:lnTo>
                  <a:pt x="51" y="2"/>
                </a:lnTo>
                <a:lnTo>
                  <a:pt x="49" y="3"/>
                </a:lnTo>
                <a:lnTo>
                  <a:pt x="48" y="3"/>
                </a:lnTo>
                <a:lnTo>
                  <a:pt x="45" y="4"/>
                </a:lnTo>
                <a:lnTo>
                  <a:pt x="44" y="4"/>
                </a:lnTo>
                <a:lnTo>
                  <a:pt x="43" y="5"/>
                </a:lnTo>
                <a:lnTo>
                  <a:pt x="42" y="6"/>
                </a:lnTo>
                <a:lnTo>
                  <a:pt x="41" y="8"/>
                </a:lnTo>
                <a:lnTo>
                  <a:pt x="39" y="9"/>
                </a:lnTo>
                <a:lnTo>
                  <a:pt x="38" y="10"/>
                </a:lnTo>
                <a:lnTo>
                  <a:pt x="36" y="11"/>
                </a:lnTo>
                <a:lnTo>
                  <a:pt x="35" y="12"/>
                </a:lnTo>
                <a:lnTo>
                  <a:pt x="33" y="15"/>
                </a:lnTo>
                <a:lnTo>
                  <a:pt x="32" y="16"/>
                </a:lnTo>
                <a:lnTo>
                  <a:pt x="31" y="18"/>
                </a:lnTo>
                <a:lnTo>
                  <a:pt x="30" y="21"/>
                </a:lnTo>
                <a:lnTo>
                  <a:pt x="29" y="23"/>
                </a:lnTo>
                <a:lnTo>
                  <a:pt x="27" y="27"/>
                </a:lnTo>
                <a:lnTo>
                  <a:pt x="26" y="29"/>
                </a:lnTo>
                <a:lnTo>
                  <a:pt x="25" y="33"/>
                </a:lnTo>
                <a:lnTo>
                  <a:pt x="24" y="36"/>
                </a:lnTo>
                <a:lnTo>
                  <a:pt x="21" y="40"/>
                </a:lnTo>
                <a:lnTo>
                  <a:pt x="20" y="44"/>
                </a:lnTo>
                <a:lnTo>
                  <a:pt x="18" y="47"/>
                </a:lnTo>
                <a:lnTo>
                  <a:pt x="17" y="51"/>
                </a:lnTo>
                <a:lnTo>
                  <a:pt x="15" y="54"/>
                </a:lnTo>
                <a:lnTo>
                  <a:pt x="13" y="58"/>
                </a:lnTo>
                <a:lnTo>
                  <a:pt x="12" y="60"/>
                </a:lnTo>
                <a:lnTo>
                  <a:pt x="11" y="64"/>
                </a:lnTo>
                <a:lnTo>
                  <a:pt x="9" y="67"/>
                </a:lnTo>
                <a:lnTo>
                  <a:pt x="8" y="69"/>
                </a:lnTo>
                <a:lnTo>
                  <a:pt x="8" y="73"/>
                </a:lnTo>
                <a:lnTo>
                  <a:pt x="7" y="75"/>
                </a:lnTo>
                <a:lnTo>
                  <a:pt x="6" y="77"/>
                </a:lnTo>
                <a:lnTo>
                  <a:pt x="5" y="80"/>
                </a:lnTo>
                <a:lnTo>
                  <a:pt x="5" y="83"/>
                </a:lnTo>
                <a:lnTo>
                  <a:pt x="3" y="86"/>
                </a:lnTo>
                <a:lnTo>
                  <a:pt x="3" y="88"/>
                </a:lnTo>
                <a:lnTo>
                  <a:pt x="3" y="92"/>
                </a:lnTo>
                <a:lnTo>
                  <a:pt x="2" y="94"/>
                </a:lnTo>
                <a:lnTo>
                  <a:pt x="2" y="98"/>
                </a:lnTo>
                <a:lnTo>
                  <a:pt x="2" y="101"/>
                </a:lnTo>
                <a:lnTo>
                  <a:pt x="1" y="105"/>
                </a:lnTo>
                <a:lnTo>
                  <a:pt x="1" y="109"/>
                </a:lnTo>
                <a:lnTo>
                  <a:pt x="1" y="112"/>
                </a:lnTo>
                <a:lnTo>
                  <a:pt x="1" y="117"/>
                </a:lnTo>
                <a:lnTo>
                  <a:pt x="1" y="122"/>
                </a:lnTo>
                <a:lnTo>
                  <a:pt x="1" y="127"/>
                </a:lnTo>
                <a:lnTo>
                  <a:pt x="1" y="131"/>
                </a:lnTo>
                <a:lnTo>
                  <a:pt x="1" y="137"/>
                </a:lnTo>
                <a:lnTo>
                  <a:pt x="1" y="143"/>
                </a:lnTo>
                <a:lnTo>
                  <a:pt x="1" y="149"/>
                </a:lnTo>
                <a:lnTo>
                  <a:pt x="0" y="157"/>
                </a:lnTo>
                <a:lnTo>
                  <a:pt x="0" y="164"/>
                </a:lnTo>
                <a:lnTo>
                  <a:pt x="0" y="171"/>
                </a:lnTo>
                <a:lnTo>
                  <a:pt x="0" y="178"/>
                </a:lnTo>
                <a:lnTo>
                  <a:pt x="0" y="187"/>
                </a:lnTo>
                <a:lnTo>
                  <a:pt x="0" y="193"/>
                </a:lnTo>
                <a:lnTo>
                  <a:pt x="0" y="200"/>
                </a:lnTo>
                <a:lnTo>
                  <a:pt x="0" y="206"/>
                </a:lnTo>
                <a:lnTo>
                  <a:pt x="0" y="212"/>
                </a:lnTo>
                <a:lnTo>
                  <a:pt x="0" y="218"/>
                </a:lnTo>
                <a:lnTo>
                  <a:pt x="0" y="223"/>
                </a:lnTo>
                <a:lnTo>
                  <a:pt x="0" y="229"/>
                </a:lnTo>
                <a:lnTo>
                  <a:pt x="0" y="234"/>
                </a:lnTo>
                <a:lnTo>
                  <a:pt x="0" y="240"/>
                </a:lnTo>
                <a:lnTo>
                  <a:pt x="0" y="244"/>
                </a:lnTo>
                <a:lnTo>
                  <a:pt x="0" y="250"/>
                </a:lnTo>
                <a:lnTo>
                  <a:pt x="0" y="255"/>
                </a:lnTo>
                <a:lnTo>
                  <a:pt x="0" y="261"/>
                </a:lnTo>
                <a:lnTo>
                  <a:pt x="0" y="267"/>
                </a:lnTo>
                <a:lnTo>
                  <a:pt x="0" y="273"/>
                </a:lnTo>
                <a:lnTo>
                  <a:pt x="0" y="279"/>
                </a:lnTo>
                <a:lnTo>
                  <a:pt x="0" y="287"/>
                </a:lnTo>
                <a:lnTo>
                  <a:pt x="0" y="294"/>
                </a:lnTo>
                <a:lnTo>
                  <a:pt x="0" y="301"/>
                </a:lnTo>
                <a:lnTo>
                  <a:pt x="0" y="309"/>
                </a:lnTo>
                <a:lnTo>
                  <a:pt x="0" y="318"/>
                </a:lnTo>
                <a:lnTo>
                  <a:pt x="0" y="327"/>
                </a:lnTo>
                <a:lnTo>
                  <a:pt x="0" y="337"/>
                </a:lnTo>
                <a:lnTo>
                  <a:pt x="0" y="347"/>
                </a:lnTo>
                <a:lnTo>
                  <a:pt x="0" y="359"/>
                </a:lnTo>
                <a:lnTo>
                  <a:pt x="0" y="371"/>
                </a:lnTo>
                <a:lnTo>
                  <a:pt x="0" y="383"/>
                </a:lnTo>
                <a:lnTo>
                  <a:pt x="0" y="397"/>
                </a:lnTo>
                <a:lnTo>
                  <a:pt x="0" y="412"/>
                </a:lnTo>
                <a:lnTo>
                  <a:pt x="0" y="427"/>
                </a:lnTo>
                <a:lnTo>
                  <a:pt x="0" y="443"/>
                </a:lnTo>
                <a:lnTo>
                  <a:pt x="0" y="457"/>
                </a:lnTo>
                <a:lnTo>
                  <a:pt x="0" y="470"/>
                </a:lnTo>
                <a:lnTo>
                  <a:pt x="0" y="484"/>
                </a:lnTo>
                <a:lnTo>
                  <a:pt x="0" y="496"/>
                </a:lnTo>
                <a:lnTo>
                  <a:pt x="0" y="507"/>
                </a:lnTo>
                <a:lnTo>
                  <a:pt x="0" y="517"/>
                </a:lnTo>
                <a:lnTo>
                  <a:pt x="0" y="527"/>
                </a:lnTo>
                <a:lnTo>
                  <a:pt x="0" y="535"/>
                </a:lnTo>
                <a:lnTo>
                  <a:pt x="0" y="545"/>
                </a:lnTo>
                <a:lnTo>
                  <a:pt x="0" y="552"/>
                </a:lnTo>
                <a:lnTo>
                  <a:pt x="0" y="561"/>
                </a:lnTo>
                <a:lnTo>
                  <a:pt x="0" y="568"/>
                </a:lnTo>
                <a:lnTo>
                  <a:pt x="0" y="574"/>
                </a:lnTo>
                <a:lnTo>
                  <a:pt x="0" y="580"/>
                </a:lnTo>
                <a:lnTo>
                  <a:pt x="0" y="587"/>
                </a:lnTo>
                <a:lnTo>
                  <a:pt x="0" y="592"/>
                </a:lnTo>
                <a:lnTo>
                  <a:pt x="0" y="598"/>
                </a:lnTo>
                <a:lnTo>
                  <a:pt x="0" y="604"/>
                </a:lnTo>
                <a:lnTo>
                  <a:pt x="0" y="609"/>
                </a:lnTo>
                <a:lnTo>
                  <a:pt x="0" y="615"/>
                </a:lnTo>
                <a:lnTo>
                  <a:pt x="0" y="620"/>
                </a:lnTo>
                <a:lnTo>
                  <a:pt x="0" y="626"/>
                </a:lnTo>
                <a:lnTo>
                  <a:pt x="0" y="630"/>
                </a:lnTo>
                <a:lnTo>
                  <a:pt x="0" y="636"/>
                </a:lnTo>
                <a:lnTo>
                  <a:pt x="0" y="641"/>
                </a:lnTo>
                <a:lnTo>
                  <a:pt x="0" y="647"/>
                </a:lnTo>
                <a:lnTo>
                  <a:pt x="0" y="654"/>
                </a:lnTo>
                <a:lnTo>
                  <a:pt x="0" y="660"/>
                </a:lnTo>
                <a:lnTo>
                  <a:pt x="0" y="668"/>
                </a:lnTo>
                <a:lnTo>
                  <a:pt x="0" y="675"/>
                </a:lnTo>
                <a:lnTo>
                  <a:pt x="0" y="682"/>
                </a:lnTo>
                <a:lnTo>
                  <a:pt x="0" y="690"/>
                </a:lnTo>
                <a:lnTo>
                  <a:pt x="0" y="698"/>
                </a:lnTo>
                <a:lnTo>
                  <a:pt x="1" y="704"/>
                </a:lnTo>
                <a:lnTo>
                  <a:pt x="1" y="711"/>
                </a:lnTo>
                <a:lnTo>
                  <a:pt x="1" y="717"/>
                </a:lnTo>
                <a:lnTo>
                  <a:pt x="1" y="722"/>
                </a:lnTo>
                <a:lnTo>
                  <a:pt x="1" y="728"/>
                </a:lnTo>
                <a:lnTo>
                  <a:pt x="1" y="733"/>
                </a:lnTo>
                <a:lnTo>
                  <a:pt x="1" y="737"/>
                </a:lnTo>
                <a:lnTo>
                  <a:pt x="1" y="741"/>
                </a:lnTo>
                <a:lnTo>
                  <a:pt x="1" y="745"/>
                </a:lnTo>
                <a:lnTo>
                  <a:pt x="1" y="749"/>
                </a:lnTo>
                <a:lnTo>
                  <a:pt x="2" y="753"/>
                </a:lnTo>
                <a:lnTo>
                  <a:pt x="2" y="755"/>
                </a:lnTo>
                <a:lnTo>
                  <a:pt x="2" y="759"/>
                </a:lnTo>
                <a:lnTo>
                  <a:pt x="3" y="763"/>
                </a:lnTo>
                <a:lnTo>
                  <a:pt x="3" y="765"/>
                </a:lnTo>
                <a:lnTo>
                  <a:pt x="3" y="767"/>
                </a:lnTo>
                <a:lnTo>
                  <a:pt x="5" y="771"/>
                </a:lnTo>
                <a:lnTo>
                  <a:pt x="5" y="773"/>
                </a:lnTo>
                <a:lnTo>
                  <a:pt x="6" y="776"/>
                </a:lnTo>
                <a:lnTo>
                  <a:pt x="7" y="778"/>
                </a:lnTo>
                <a:lnTo>
                  <a:pt x="8" y="782"/>
                </a:lnTo>
                <a:lnTo>
                  <a:pt x="8" y="784"/>
                </a:lnTo>
                <a:lnTo>
                  <a:pt x="9" y="787"/>
                </a:lnTo>
                <a:lnTo>
                  <a:pt x="11" y="790"/>
                </a:lnTo>
                <a:lnTo>
                  <a:pt x="12" y="793"/>
                </a:lnTo>
                <a:lnTo>
                  <a:pt x="13" y="796"/>
                </a:lnTo>
                <a:lnTo>
                  <a:pt x="15" y="799"/>
                </a:lnTo>
                <a:lnTo>
                  <a:pt x="17" y="802"/>
                </a:lnTo>
                <a:lnTo>
                  <a:pt x="18" y="806"/>
                </a:lnTo>
                <a:lnTo>
                  <a:pt x="20" y="811"/>
                </a:lnTo>
                <a:lnTo>
                  <a:pt x="21" y="814"/>
                </a:lnTo>
                <a:lnTo>
                  <a:pt x="24" y="818"/>
                </a:lnTo>
                <a:lnTo>
                  <a:pt x="25" y="821"/>
                </a:lnTo>
                <a:lnTo>
                  <a:pt x="26" y="824"/>
                </a:lnTo>
                <a:lnTo>
                  <a:pt x="27" y="827"/>
                </a:lnTo>
                <a:lnTo>
                  <a:pt x="29" y="830"/>
                </a:lnTo>
                <a:lnTo>
                  <a:pt x="30" y="832"/>
                </a:lnTo>
                <a:lnTo>
                  <a:pt x="31" y="835"/>
                </a:lnTo>
                <a:lnTo>
                  <a:pt x="32" y="837"/>
                </a:lnTo>
                <a:lnTo>
                  <a:pt x="33" y="840"/>
                </a:lnTo>
                <a:lnTo>
                  <a:pt x="35" y="841"/>
                </a:lnTo>
                <a:lnTo>
                  <a:pt x="36" y="842"/>
                </a:lnTo>
                <a:lnTo>
                  <a:pt x="38" y="844"/>
                </a:lnTo>
                <a:lnTo>
                  <a:pt x="39" y="846"/>
                </a:lnTo>
                <a:lnTo>
                  <a:pt x="41" y="847"/>
                </a:lnTo>
                <a:lnTo>
                  <a:pt x="42" y="848"/>
                </a:lnTo>
                <a:lnTo>
                  <a:pt x="43" y="848"/>
                </a:lnTo>
                <a:lnTo>
                  <a:pt x="44" y="849"/>
                </a:lnTo>
                <a:lnTo>
                  <a:pt x="45" y="850"/>
                </a:lnTo>
                <a:lnTo>
                  <a:pt x="48" y="850"/>
                </a:lnTo>
                <a:lnTo>
                  <a:pt x="49" y="852"/>
                </a:lnTo>
                <a:lnTo>
                  <a:pt x="51" y="852"/>
                </a:lnTo>
                <a:lnTo>
                  <a:pt x="53" y="852"/>
                </a:lnTo>
                <a:lnTo>
                  <a:pt x="55" y="852"/>
                </a:lnTo>
                <a:lnTo>
                  <a:pt x="57" y="853"/>
                </a:lnTo>
                <a:lnTo>
                  <a:pt x="60" y="853"/>
                </a:lnTo>
                <a:lnTo>
                  <a:pt x="62" y="853"/>
                </a:lnTo>
                <a:lnTo>
                  <a:pt x="65" y="853"/>
                </a:lnTo>
                <a:lnTo>
                  <a:pt x="68" y="853"/>
                </a:lnTo>
                <a:lnTo>
                  <a:pt x="71" y="853"/>
                </a:lnTo>
                <a:lnTo>
                  <a:pt x="74" y="853"/>
                </a:lnTo>
                <a:lnTo>
                  <a:pt x="78" y="853"/>
                </a:lnTo>
                <a:lnTo>
                  <a:pt x="81" y="853"/>
                </a:lnTo>
                <a:lnTo>
                  <a:pt x="85" y="853"/>
                </a:lnTo>
                <a:lnTo>
                  <a:pt x="89" y="853"/>
                </a:lnTo>
                <a:lnTo>
                  <a:pt x="91" y="853"/>
                </a:lnTo>
                <a:lnTo>
                  <a:pt x="95" y="853"/>
                </a:lnTo>
                <a:lnTo>
                  <a:pt x="98" y="853"/>
                </a:lnTo>
                <a:lnTo>
                  <a:pt x="102" y="853"/>
                </a:lnTo>
                <a:lnTo>
                  <a:pt x="106" y="853"/>
                </a:lnTo>
                <a:lnTo>
                  <a:pt x="109" y="853"/>
                </a:lnTo>
                <a:lnTo>
                  <a:pt x="114" y="853"/>
                </a:lnTo>
                <a:lnTo>
                  <a:pt x="119" y="853"/>
                </a:lnTo>
                <a:lnTo>
                  <a:pt x="124" y="853"/>
                </a:lnTo>
                <a:lnTo>
                  <a:pt x="130" y="853"/>
                </a:lnTo>
                <a:lnTo>
                  <a:pt x="136" y="853"/>
                </a:lnTo>
                <a:lnTo>
                  <a:pt x="143" y="853"/>
                </a:lnTo>
                <a:lnTo>
                  <a:pt x="150" y="853"/>
                </a:lnTo>
                <a:lnTo>
                  <a:pt x="160" y="853"/>
                </a:lnTo>
                <a:lnTo>
                  <a:pt x="168" y="853"/>
                </a:lnTo>
                <a:lnTo>
                  <a:pt x="179" y="853"/>
                </a:lnTo>
                <a:lnTo>
                  <a:pt x="190" y="853"/>
                </a:lnTo>
                <a:lnTo>
                  <a:pt x="203" y="853"/>
                </a:lnTo>
                <a:lnTo>
                  <a:pt x="216" y="853"/>
                </a:lnTo>
                <a:lnTo>
                  <a:pt x="231" y="853"/>
                </a:lnTo>
                <a:lnTo>
                  <a:pt x="246" y="853"/>
                </a:lnTo>
                <a:lnTo>
                  <a:pt x="264" y="853"/>
                </a:lnTo>
                <a:lnTo>
                  <a:pt x="282" y="853"/>
                </a:lnTo>
                <a:lnTo>
                  <a:pt x="303" y="853"/>
                </a:lnTo>
                <a:lnTo>
                  <a:pt x="324" y="853"/>
                </a:lnTo>
                <a:lnTo>
                  <a:pt x="347" y="853"/>
                </a:lnTo>
                <a:lnTo>
                  <a:pt x="372" y="853"/>
                </a:lnTo>
                <a:lnTo>
                  <a:pt x="398" y="853"/>
                </a:lnTo>
                <a:lnTo>
                  <a:pt x="426" y="853"/>
                </a:lnTo>
                <a:lnTo>
                  <a:pt x="454" y="853"/>
                </a:lnTo>
                <a:lnTo>
                  <a:pt x="481" y="853"/>
                </a:lnTo>
                <a:lnTo>
                  <a:pt x="506" y="853"/>
                </a:lnTo>
                <a:lnTo>
                  <a:pt x="529" y="853"/>
                </a:lnTo>
                <a:lnTo>
                  <a:pt x="550" y="853"/>
                </a:lnTo>
                <a:lnTo>
                  <a:pt x="571" y="853"/>
                </a:lnTo>
                <a:lnTo>
                  <a:pt x="589" y="853"/>
                </a:lnTo>
                <a:lnTo>
                  <a:pt x="606" y="853"/>
                </a:lnTo>
                <a:lnTo>
                  <a:pt x="622" y="853"/>
                </a:lnTo>
                <a:lnTo>
                  <a:pt x="637" y="853"/>
                </a:lnTo>
                <a:lnTo>
                  <a:pt x="650" y="853"/>
                </a:lnTo>
                <a:lnTo>
                  <a:pt x="662" y="853"/>
                </a:lnTo>
                <a:lnTo>
                  <a:pt x="674" y="853"/>
                </a:lnTo>
                <a:lnTo>
                  <a:pt x="684" y="853"/>
                </a:lnTo>
                <a:lnTo>
                  <a:pt x="693" y="853"/>
                </a:lnTo>
                <a:lnTo>
                  <a:pt x="702" y="853"/>
                </a:lnTo>
                <a:lnTo>
                  <a:pt x="710" y="853"/>
                </a:lnTo>
                <a:lnTo>
                  <a:pt x="717" y="853"/>
                </a:lnTo>
                <a:lnTo>
                  <a:pt x="723" y="853"/>
                </a:lnTo>
                <a:lnTo>
                  <a:pt x="729" y="853"/>
                </a:lnTo>
                <a:lnTo>
                  <a:pt x="734" y="853"/>
                </a:lnTo>
                <a:lnTo>
                  <a:pt x="739" y="853"/>
                </a:lnTo>
                <a:lnTo>
                  <a:pt x="744" y="853"/>
                </a:lnTo>
                <a:lnTo>
                  <a:pt x="747" y="853"/>
                </a:lnTo>
                <a:lnTo>
                  <a:pt x="751" y="853"/>
                </a:lnTo>
                <a:lnTo>
                  <a:pt x="755" y="853"/>
                </a:lnTo>
                <a:lnTo>
                  <a:pt x="758" y="853"/>
                </a:lnTo>
                <a:lnTo>
                  <a:pt x="762" y="853"/>
                </a:lnTo>
                <a:lnTo>
                  <a:pt x="764" y="853"/>
                </a:lnTo>
                <a:lnTo>
                  <a:pt x="768" y="853"/>
                </a:lnTo>
                <a:lnTo>
                  <a:pt x="772" y="853"/>
                </a:lnTo>
                <a:lnTo>
                  <a:pt x="775" y="853"/>
                </a:lnTo>
                <a:lnTo>
                  <a:pt x="779" y="853"/>
                </a:lnTo>
                <a:lnTo>
                  <a:pt x="782" y="853"/>
                </a:lnTo>
                <a:lnTo>
                  <a:pt x="785" y="853"/>
                </a:lnTo>
                <a:lnTo>
                  <a:pt x="788" y="853"/>
                </a:lnTo>
                <a:lnTo>
                  <a:pt x="791" y="853"/>
                </a:lnTo>
                <a:lnTo>
                  <a:pt x="793" y="853"/>
                </a:lnTo>
                <a:lnTo>
                  <a:pt x="796" y="853"/>
                </a:lnTo>
                <a:lnTo>
                  <a:pt x="798" y="852"/>
                </a:lnTo>
                <a:lnTo>
                  <a:pt x="799" y="852"/>
                </a:lnTo>
                <a:lnTo>
                  <a:pt x="802" y="852"/>
                </a:lnTo>
                <a:lnTo>
                  <a:pt x="804" y="852"/>
                </a:lnTo>
                <a:lnTo>
                  <a:pt x="805" y="850"/>
                </a:lnTo>
                <a:lnTo>
                  <a:pt x="806" y="850"/>
                </a:lnTo>
                <a:lnTo>
                  <a:pt x="809" y="849"/>
                </a:lnTo>
                <a:lnTo>
                  <a:pt x="810" y="848"/>
                </a:lnTo>
                <a:lnTo>
                  <a:pt x="811" y="848"/>
                </a:lnTo>
                <a:lnTo>
                  <a:pt x="812" y="847"/>
                </a:lnTo>
                <a:lnTo>
                  <a:pt x="814" y="846"/>
                </a:lnTo>
                <a:lnTo>
                  <a:pt x="815" y="844"/>
                </a:lnTo>
                <a:lnTo>
                  <a:pt x="816" y="842"/>
                </a:lnTo>
                <a:lnTo>
                  <a:pt x="817" y="841"/>
                </a:lnTo>
                <a:lnTo>
                  <a:pt x="818" y="840"/>
                </a:lnTo>
                <a:lnTo>
                  <a:pt x="820" y="837"/>
                </a:lnTo>
                <a:lnTo>
                  <a:pt x="821" y="835"/>
                </a:lnTo>
                <a:lnTo>
                  <a:pt x="822" y="832"/>
                </a:lnTo>
                <a:lnTo>
                  <a:pt x="823" y="830"/>
                </a:lnTo>
                <a:lnTo>
                  <a:pt x="826" y="827"/>
                </a:lnTo>
                <a:lnTo>
                  <a:pt x="827" y="824"/>
                </a:lnTo>
                <a:lnTo>
                  <a:pt x="828" y="821"/>
                </a:lnTo>
                <a:lnTo>
                  <a:pt x="829" y="818"/>
                </a:lnTo>
                <a:lnTo>
                  <a:pt x="832" y="814"/>
                </a:lnTo>
                <a:lnTo>
                  <a:pt x="833" y="811"/>
                </a:lnTo>
                <a:lnTo>
                  <a:pt x="835" y="806"/>
                </a:lnTo>
                <a:lnTo>
                  <a:pt x="836" y="802"/>
                </a:lnTo>
                <a:lnTo>
                  <a:pt x="838" y="799"/>
                </a:lnTo>
                <a:lnTo>
                  <a:pt x="839" y="796"/>
                </a:lnTo>
                <a:lnTo>
                  <a:pt x="841" y="793"/>
                </a:lnTo>
                <a:lnTo>
                  <a:pt x="842" y="790"/>
                </a:lnTo>
                <a:lnTo>
                  <a:pt x="844" y="787"/>
                </a:lnTo>
                <a:lnTo>
                  <a:pt x="844" y="784"/>
                </a:lnTo>
                <a:lnTo>
                  <a:pt x="845" y="782"/>
                </a:lnTo>
                <a:lnTo>
                  <a:pt x="846" y="778"/>
                </a:lnTo>
                <a:lnTo>
                  <a:pt x="847" y="776"/>
                </a:lnTo>
                <a:lnTo>
                  <a:pt x="847" y="773"/>
                </a:lnTo>
                <a:lnTo>
                  <a:pt x="848" y="771"/>
                </a:lnTo>
                <a:lnTo>
                  <a:pt x="848" y="767"/>
                </a:lnTo>
                <a:lnTo>
                  <a:pt x="850" y="765"/>
                </a:lnTo>
                <a:lnTo>
                  <a:pt x="850" y="763"/>
                </a:lnTo>
                <a:lnTo>
                  <a:pt x="851" y="759"/>
                </a:lnTo>
                <a:lnTo>
                  <a:pt x="851" y="755"/>
                </a:lnTo>
                <a:lnTo>
                  <a:pt x="851" y="753"/>
                </a:lnTo>
                <a:lnTo>
                  <a:pt x="851" y="749"/>
                </a:lnTo>
                <a:lnTo>
                  <a:pt x="852" y="745"/>
                </a:lnTo>
                <a:lnTo>
                  <a:pt x="852" y="741"/>
                </a:lnTo>
                <a:lnTo>
                  <a:pt x="852" y="737"/>
                </a:lnTo>
                <a:lnTo>
                  <a:pt x="852" y="733"/>
                </a:lnTo>
                <a:lnTo>
                  <a:pt x="852" y="728"/>
                </a:lnTo>
                <a:lnTo>
                  <a:pt x="852" y="722"/>
                </a:lnTo>
                <a:lnTo>
                  <a:pt x="852" y="717"/>
                </a:lnTo>
                <a:lnTo>
                  <a:pt x="852" y="711"/>
                </a:lnTo>
                <a:lnTo>
                  <a:pt x="852" y="704"/>
                </a:lnTo>
                <a:lnTo>
                  <a:pt x="852" y="698"/>
                </a:lnTo>
                <a:lnTo>
                  <a:pt x="852" y="690"/>
                </a:lnTo>
                <a:lnTo>
                  <a:pt x="852" y="682"/>
                </a:lnTo>
                <a:lnTo>
                  <a:pt x="852" y="675"/>
                </a:lnTo>
                <a:lnTo>
                  <a:pt x="852" y="668"/>
                </a:lnTo>
                <a:lnTo>
                  <a:pt x="852" y="660"/>
                </a:lnTo>
                <a:lnTo>
                  <a:pt x="852" y="654"/>
                </a:lnTo>
                <a:lnTo>
                  <a:pt x="852" y="647"/>
                </a:lnTo>
                <a:lnTo>
                  <a:pt x="852" y="641"/>
                </a:lnTo>
                <a:lnTo>
                  <a:pt x="852" y="636"/>
                </a:lnTo>
                <a:lnTo>
                  <a:pt x="852" y="630"/>
                </a:lnTo>
                <a:lnTo>
                  <a:pt x="852" y="626"/>
                </a:lnTo>
                <a:lnTo>
                  <a:pt x="852" y="620"/>
                </a:lnTo>
                <a:lnTo>
                  <a:pt x="852" y="615"/>
                </a:lnTo>
                <a:lnTo>
                  <a:pt x="852" y="609"/>
                </a:lnTo>
                <a:lnTo>
                  <a:pt x="852" y="604"/>
                </a:lnTo>
                <a:lnTo>
                  <a:pt x="852" y="598"/>
                </a:lnTo>
                <a:lnTo>
                  <a:pt x="852" y="592"/>
                </a:lnTo>
                <a:lnTo>
                  <a:pt x="852" y="587"/>
                </a:lnTo>
                <a:lnTo>
                  <a:pt x="852" y="580"/>
                </a:lnTo>
                <a:lnTo>
                  <a:pt x="852" y="574"/>
                </a:lnTo>
                <a:lnTo>
                  <a:pt x="852" y="568"/>
                </a:lnTo>
                <a:lnTo>
                  <a:pt x="852" y="561"/>
                </a:lnTo>
                <a:lnTo>
                  <a:pt x="852" y="552"/>
                </a:lnTo>
                <a:lnTo>
                  <a:pt x="852" y="545"/>
                </a:lnTo>
                <a:lnTo>
                  <a:pt x="852" y="535"/>
                </a:lnTo>
                <a:lnTo>
                  <a:pt x="852" y="527"/>
                </a:lnTo>
                <a:lnTo>
                  <a:pt x="852" y="517"/>
                </a:lnTo>
                <a:lnTo>
                  <a:pt x="852" y="507"/>
                </a:lnTo>
                <a:lnTo>
                  <a:pt x="852" y="496"/>
                </a:lnTo>
                <a:lnTo>
                  <a:pt x="852" y="484"/>
                </a:lnTo>
                <a:lnTo>
                  <a:pt x="852" y="470"/>
                </a:lnTo>
                <a:lnTo>
                  <a:pt x="852" y="457"/>
                </a:lnTo>
                <a:lnTo>
                  <a:pt x="852" y="443"/>
                </a:lnTo>
                <a:lnTo>
                  <a:pt x="852" y="427"/>
                </a:lnTo>
                <a:lnTo>
                  <a:pt x="852" y="412"/>
                </a:lnTo>
                <a:lnTo>
                  <a:pt x="852" y="397"/>
                </a:lnTo>
                <a:lnTo>
                  <a:pt x="852" y="383"/>
                </a:lnTo>
                <a:lnTo>
                  <a:pt x="852" y="371"/>
                </a:lnTo>
                <a:lnTo>
                  <a:pt x="852" y="359"/>
                </a:lnTo>
                <a:lnTo>
                  <a:pt x="852" y="347"/>
                </a:lnTo>
                <a:lnTo>
                  <a:pt x="852" y="337"/>
                </a:lnTo>
                <a:lnTo>
                  <a:pt x="852" y="327"/>
                </a:lnTo>
                <a:lnTo>
                  <a:pt x="852" y="318"/>
                </a:lnTo>
                <a:lnTo>
                  <a:pt x="852" y="309"/>
                </a:lnTo>
                <a:lnTo>
                  <a:pt x="852" y="301"/>
                </a:lnTo>
                <a:lnTo>
                  <a:pt x="852" y="294"/>
                </a:lnTo>
                <a:lnTo>
                  <a:pt x="852" y="287"/>
                </a:lnTo>
                <a:lnTo>
                  <a:pt x="852" y="279"/>
                </a:lnTo>
                <a:lnTo>
                  <a:pt x="852" y="273"/>
                </a:lnTo>
                <a:lnTo>
                  <a:pt x="852" y="267"/>
                </a:lnTo>
                <a:lnTo>
                  <a:pt x="852" y="261"/>
                </a:lnTo>
                <a:lnTo>
                  <a:pt x="852" y="255"/>
                </a:lnTo>
                <a:lnTo>
                  <a:pt x="852" y="250"/>
                </a:lnTo>
                <a:lnTo>
                  <a:pt x="852" y="244"/>
                </a:lnTo>
                <a:lnTo>
                  <a:pt x="852" y="240"/>
                </a:lnTo>
                <a:lnTo>
                  <a:pt x="852" y="234"/>
                </a:lnTo>
                <a:lnTo>
                  <a:pt x="852" y="229"/>
                </a:lnTo>
                <a:lnTo>
                  <a:pt x="852" y="223"/>
                </a:lnTo>
                <a:lnTo>
                  <a:pt x="852" y="218"/>
                </a:lnTo>
                <a:lnTo>
                  <a:pt x="852" y="212"/>
                </a:lnTo>
                <a:lnTo>
                  <a:pt x="852" y="206"/>
                </a:lnTo>
                <a:lnTo>
                  <a:pt x="852" y="200"/>
                </a:lnTo>
                <a:lnTo>
                  <a:pt x="852" y="193"/>
                </a:lnTo>
                <a:lnTo>
                  <a:pt x="852" y="187"/>
                </a:lnTo>
                <a:lnTo>
                  <a:pt x="852" y="178"/>
                </a:lnTo>
                <a:lnTo>
                  <a:pt x="852" y="171"/>
                </a:lnTo>
                <a:lnTo>
                  <a:pt x="852" y="164"/>
                </a:lnTo>
                <a:lnTo>
                  <a:pt x="852" y="157"/>
                </a:lnTo>
                <a:lnTo>
                  <a:pt x="852" y="149"/>
                </a:lnTo>
                <a:lnTo>
                  <a:pt x="852" y="143"/>
                </a:lnTo>
                <a:lnTo>
                  <a:pt x="852" y="137"/>
                </a:lnTo>
                <a:lnTo>
                  <a:pt x="852" y="131"/>
                </a:lnTo>
                <a:lnTo>
                  <a:pt x="852" y="127"/>
                </a:lnTo>
                <a:lnTo>
                  <a:pt x="852" y="122"/>
                </a:lnTo>
                <a:lnTo>
                  <a:pt x="852" y="117"/>
                </a:lnTo>
                <a:lnTo>
                  <a:pt x="852" y="112"/>
                </a:lnTo>
                <a:lnTo>
                  <a:pt x="852" y="109"/>
                </a:lnTo>
                <a:lnTo>
                  <a:pt x="851" y="105"/>
                </a:lnTo>
                <a:lnTo>
                  <a:pt x="851" y="101"/>
                </a:lnTo>
                <a:lnTo>
                  <a:pt x="851" y="98"/>
                </a:lnTo>
                <a:lnTo>
                  <a:pt x="851" y="94"/>
                </a:lnTo>
                <a:lnTo>
                  <a:pt x="850" y="92"/>
                </a:lnTo>
                <a:lnTo>
                  <a:pt x="850" y="88"/>
                </a:lnTo>
                <a:lnTo>
                  <a:pt x="848" y="86"/>
                </a:lnTo>
                <a:lnTo>
                  <a:pt x="848" y="83"/>
                </a:lnTo>
                <a:lnTo>
                  <a:pt x="847" y="80"/>
                </a:lnTo>
                <a:lnTo>
                  <a:pt x="847" y="77"/>
                </a:lnTo>
                <a:lnTo>
                  <a:pt x="846" y="75"/>
                </a:lnTo>
                <a:lnTo>
                  <a:pt x="845" y="73"/>
                </a:lnTo>
                <a:lnTo>
                  <a:pt x="844" y="69"/>
                </a:lnTo>
                <a:lnTo>
                  <a:pt x="844" y="67"/>
                </a:lnTo>
                <a:lnTo>
                  <a:pt x="842" y="64"/>
                </a:lnTo>
                <a:lnTo>
                  <a:pt x="841" y="60"/>
                </a:lnTo>
                <a:lnTo>
                  <a:pt x="839" y="58"/>
                </a:lnTo>
                <a:lnTo>
                  <a:pt x="838" y="54"/>
                </a:lnTo>
                <a:lnTo>
                  <a:pt x="836" y="51"/>
                </a:lnTo>
                <a:lnTo>
                  <a:pt x="835" y="47"/>
                </a:lnTo>
                <a:lnTo>
                  <a:pt x="833" y="44"/>
                </a:lnTo>
                <a:lnTo>
                  <a:pt x="832" y="40"/>
                </a:lnTo>
                <a:lnTo>
                  <a:pt x="829" y="36"/>
                </a:lnTo>
                <a:lnTo>
                  <a:pt x="828" y="33"/>
                </a:lnTo>
                <a:lnTo>
                  <a:pt x="827" y="29"/>
                </a:lnTo>
                <a:lnTo>
                  <a:pt x="826" y="27"/>
                </a:lnTo>
                <a:lnTo>
                  <a:pt x="823" y="23"/>
                </a:lnTo>
                <a:lnTo>
                  <a:pt x="822" y="21"/>
                </a:lnTo>
                <a:lnTo>
                  <a:pt x="821" y="18"/>
                </a:lnTo>
                <a:lnTo>
                  <a:pt x="820" y="16"/>
                </a:lnTo>
                <a:lnTo>
                  <a:pt x="818" y="15"/>
                </a:lnTo>
                <a:lnTo>
                  <a:pt x="817" y="12"/>
                </a:lnTo>
                <a:lnTo>
                  <a:pt x="816" y="11"/>
                </a:lnTo>
                <a:lnTo>
                  <a:pt x="815" y="10"/>
                </a:lnTo>
                <a:lnTo>
                  <a:pt x="814" y="9"/>
                </a:lnTo>
                <a:lnTo>
                  <a:pt x="812" y="8"/>
                </a:lnTo>
                <a:lnTo>
                  <a:pt x="811" y="6"/>
                </a:lnTo>
                <a:lnTo>
                  <a:pt x="810" y="5"/>
                </a:lnTo>
                <a:lnTo>
                  <a:pt x="809" y="4"/>
                </a:lnTo>
                <a:lnTo>
                  <a:pt x="806" y="4"/>
                </a:lnTo>
                <a:lnTo>
                  <a:pt x="805" y="3"/>
                </a:lnTo>
                <a:lnTo>
                  <a:pt x="804" y="3"/>
                </a:lnTo>
                <a:lnTo>
                  <a:pt x="802" y="2"/>
                </a:lnTo>
                <a:lnTo>
                  <a:pt x="799" y="2"/>
                </a:lnTo>
                <a:lnTo>
                  <a:pt x="798" y="2"/>
                </a:lnTo>
                <a:lnTo>
                  <a:pt x="796" y="2"/>
                </a:lnTo>
                <a:lnTo>
                  <a:pt x="793" y="0"/>
                </a:lnTo>
                <a:lnTo>
                  <a:pt x="791" y="0"/>
                </a:lnTo>
                <a:lnTo>
                  <a:pt x="788" y="0"/>
                </a:lnTo>
                <a:lnTo>
                  <a:pt x="785" y="0"/>
                </a:lnTo>
                <a:lnTo>
                  <a:pt x="782" y="0"/>
                </a:lnTo>
                <a:lnTo>
                  <a:pt x="779" y="0"/>
                </a:lnTo>
                <a:lnTo>
                  <a:pt x="775" y="0"/>
                </a:lnTo>
                <a:lnTo>
                  <a:pt x="772" y="0"/>
                </a:lnTo>
                <a:lnTo>
                  <a:pt x="768" y="0"/>
                </a:lnTo>
                <a:lnTo>
                  <a:pt x="764" y="0"/>
                </a:lnTo>
                <a:lnTo>
                  <a:pt x="762" y="0"/>
                </a:lnTo>
                <a:lnTo>
                  <a:pt x="758" y="0"/>
                </a:lnTo>
                <a:lnTo>
                  <a:pt x="755" y="0"/>
                </a:lnTo>
                <a:lnTo>
                  <a:pt x="751" y="0"/>
                </a:lnTo>
                <a:lnTo>
                  <a:pt x="747" y="0"/>
                </a:lnTo>
                <a:lnTo>
                  <a:pt x="744" y="0"/>
                </a:lnTo>
                <a:lnTo>
                  <a:pt x="739" y="0"/>
                </a:lnTo>
                <a:lnTo>
                  <a:pt x="734" y="0"/>
                </a:lnTo>
                <a:lnTo>
                  <a:pt x="729" y="0"/>
                </a:lnTo>
                <a:lnTo>
                  <a:pt x="723" y="0"/>
                </a:lnTo>
                <a:lnTo>
                  <a:pt x="717" y="0"/>
                </a:lnTo>
                <a:lnTo>
                  <a:pt x="710" y="0"/>
                </a:lnTo>
                <a:lnTo>
                  <a:pt x="702" y="0"/>
                </a:lnTo>
                <a:lnTo>
                  <a:pt x="693" y="0"/>
                </a:lnTo>
                <a:lnTo>
                  <a:pt x="684" y="0"/>
                </a:lnTo>
                <a:lnTo>
                  <a:pt x="674" y="0"/>
                </a:lnTo>
                <a:lnTo>
                  <a:pt x="662" y="0"/>
                </a:lnTo>
                <a:lnTo>
                  <a:pt x="650" y="0"/>
                </a:lnTo>
                <a:lnTo>
                  <a:pt x="637" y="0"/>
                </a:lnTo>
                <a:lnTo>
                  <a:pt x="622" y="0"/>
                </a:lnTo>
                <a:lnTo>
                  <a:pt x="606" y="0"/>
                </a:lnTo>
                <a:lnTo>
                  <a:pt x="589" y="0"/>
                </a:lnTo>
                <a:lnTo>
                  <a:pt x="571" y="0"/>
                </a:lnTo>
                <a:lnTo>
                  <a:pt x="550" y="0"/>
                </a:lnTo>
                <a:lnTo>
                  <a:pt x="529" y="0"/>
                </a:lnTo>
                <a:lnTo>
                  <a:pt x="506" y="0"/>
                </a:lnTo>
                <a:lnTo>
                  <a:pt x="481" y="0"/>
                </a:lnTo>
                <a:lnTo>
                  <a:pt x="454" y="0"/>
                </a:lnTo>
                <a:lnTo>
                  <a:pt x="426" y="0"/>
                </a:lnTo>
                <a:close/>
              </a:path>
            </a:pathLst>
          </a:custGeom>
          <a:noFill/>
          <a:ln w="33401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0010" name="Freeform 46">
            <a:extLst>
              <a:ext uri="{FF2B5EF4-FFF2-40B4-BE49-F238E27FC236}">
                <a16:creationId xmlns:a16="http://schemas.microsoft.com/office/drawing/2014/main" id="{E7C71373-A005-471D-960B-31C790925FC8}"/>
              </a:ext>
            </a:extLst>
          </p:cNvPr>
          <p:cNvSpPr>
            <a:spLocks/>
          </p:cNvSpPr>
          <p:nvPr/>
        </p:nvSpPr>
        <p:spPr bwMode="auto">
          <a:xfrm>
            <a:off x="4883150" y="5351463"/>
            <a:ext cx="677863" cy="668337"/>
          </a:xfrm>
          <a:custGeom>
            <a:avLst/>
            <a:gdLst>
              <a:gd name="T0" fmla="*/ 2147483646 w 852"/>
              <a:gd name="T1" fmla="*/ 0 h 853"/>
              <a:gd name="T2" fmla="*/ 2147483646 w 852"/>
              <a:gd name="T3" fmla="*/ 0 h 853"/>
              <a:gd name="T4" fmla="*/ 2147483646 w 852"/>
              <a:gd name="T5" fmla="*/ 0 h 853"/>
              <a:gd name="T6" fmla="*/ 2147483646 w 852"/>
              <a:gd name="T7" fmla="*/ 0 h 853"/>
              <a:gd name="T8" fmla="*/ 2147483646 w 852"/>
              <a:gd name="T9" fmla="*/ 2147483646 h 853"/>
              <a:gd name="T10" fmla="*/ 2147483646 w 852"/>
              <a:gd name="T11" fmla="*/ 2147483646 h 853"/>
              <a:gd name="T12" fmla="*/ 2147483646 w 852"/>
              <a:gd name="T13" fmla="*/ 2147483646 h 853"/>
              <a:gd name="T14" fmla="*/ 2147483646 w 852"/>
              <a:gd name="T15" fmla="*/ 2147483646 h 853"/>
              <a:gd name="T16" fmla="*/ 2147483646 w 852"/>
              <a:gd name="T17" fmla="*/ 2147483646 h 853"/>
              <a:gd name="T18" fmla="*/ 2147483646 w 852"/>
              <a:gd name="T19" fmla="*/ 2147483646 h 853"/>
              <a:gd name="T20" fmla="*/ 0 w 852"/>
              <a:gd name="T21" fmla="*/ 2147483646 h 853"/>
              <a:gd name="T22" fmla="*/ 0 w 852"/>
              <a:gd name="T23" fmla="*/ 2147483646 h 853"/>
              <a:gd name="T24" fmla="*/ 0 w 852"/>
              <a:gd name="T25" fmla="*/ 2147483646 h 853"/>
              <a:gd name="T26" fmla="*/ 0 w 852"/>
              <a:gd name="T27" fmla="*/ 2147483646 h 853"/>
              <a:gd name="T28" fmla="*/ 0 w 852"/>
              <a:gd name="T29" fmla="*/ 2147483646 h 853"/>
              <a:gd name="T30" fmla="*/ 0 w 852"/>
              <a:gd name="T31" fmla="*/ 2147483646 h 853"/>
              <a:gd name="T32" fmla="*/ 0 w 852"/>
              <a:gd name="T33" fmla="*/ 2147483646 h 853"/>
              <a:gd name="T34" fmla="*/ 0 w 852"/>
              <a:gd name="T35" fmla="*/ 2147483646 h 853"/>
              <a:gd name="T36" fmla="*/ 2147483646 w 852"/>
              <a:gd name="T37" fmla="*/ 2147483646 h 853"/>
              <a:gd name="T38" fmla="*/ 2147483646 w 852"/>
              <a:gd name="T39" fmla="*/ 2147483646 h 853"/>
              <a:gd name="T40" fmla="*/ 2147483646 w 852"/>
              <a:gd name="T41" fmla="*/ 2147483646 h 853"/>
              <a:gd name="T42" fmla="*/ 2147483646 w 852"/>
              <a:gd name="T43" fmla="*/ 2147483646 h 853"/>
              <a:gd name="T44" fmla="*/ 2147483646 w 852"/>
              <a:gd name="T45" fmla="*/ 2147483646 h 853"/>
              <a:gd name="T46" fmla="*/ 2147483646 w 852"/>
              <a:gd name="T47" fmla="*/ 2147483646 h 853"/>
              <a:gd name="T48" fmla="*/ 2147483646 w 852"/>
              <a:gd name="T49" fmla="*/ 2147483646 h 853"/>
              <a:gd name="T50" fmla="*/ 2147483646 w 852"/>
              <a:gd name="T51" fmla="*/ 2147483646 h 853"/>
              <a:gd name="T52" fmla="*/ 2147483646 w 852"/>
              <a:gd name="T53" fmla="*/ 2147483646 h 853"/>
              <a:gd name="T54" fmla="*/ 2147483646 w 852"/>
              <a:gd name="T55" fmla="*/ 2147483646 h 853"/>
              <a:gd name="T56" fmla="*/ 2147483646 w 852"/>
              <a:gd name="T57" fmla="*/ 2147483646 h 853"/>
              <a:gd name="T58" fmla="*/ 2147483646 w 852"/>
              <a:gd name="T59" fmla="*/ 2147483646 h 853"/>
              <a:gd name="T60" fmla="*/ 2147483646 w 852"/>
              <a:gd name="T61" fmla="*/ 2147483646 h 853"/>
              <a:gd name="T62" fmla="*/ 2147483646 w 852"/>
              <a:gd name="T63" fmla="*/ 2147483646 h 853"/>
              <a:gd name="T64" fmla="*/ 2147483646 w 852"/>
              <a:gd name="T65" fmla="*/ 2147483646 h 853"/>
              <a:gd name="T66" fmla="*/ 2147483646 w 852"/>
              <a:gd name="T67" fmla="*/ 2147483646 h 853"/>
              <a:gd name="T68" fmla="*/ 2147483646 w 852"/>
              <a:gd name="T69" fmla="*/ 2147483646 h 853"/>
              <a:gd name="T70" fmla="*/ 2147483646 w 852"/>
              <a:gd name="T71" fmla="*/ 2147483646 h 853"/>
              <a:gd name="T72" fmla="*/ 2147483646 w 852"/>
              <a:gd name="T73" fmla="*/ 2147483646 h 853"/>
              <a:gd name="T74" fmla="*/ 2147483646 w 852"/>
              <a:gd name="T75" fmla="*/ 2147483646 h 853"/>
              <a:gd name="T76" fmla="*/ 2147483646 w 852"/>
              <a:gd name="T77" fmla="*/ 2147483646 h 853"/>
              <a:gd name="T78" fmla="*/ 2147483646 w 852"/>
              <a:gd name="T79" fmla="*/ 2147483646 h 853"/>
              <a:gd name="T80" fmla="*/ 2147483646 w 852"/>
              <a:gd name="T81" fmla="*/ 2147483646 h 853"/>
              <a:gd name="T82" fmla="*/ 2147483646 w 852"/>
              <a:gd name="T83" fmla="*/ 2147483646 h 853"/>
              <a:gd name="T84" fmla="*/ 2147483646 w 852"/>
              <a:gd name="T85" fmla="*/ 2147483646 h 853"/>
              <a:gd name="T86" fmla="*/ 2147483646 w 852"/>
              <a:gd name="T87" fmla="*/ 2147483646 h 853"/>
              <a:gd name="T88" fmla="*/ 2147483646 w 852"/>
              <a:gd name="T89" fmla="*/ 2147483646 h 853"/>
              <a:gd name="T90" fmla="*/ 2147483646 w 852"/>
              <a:gd name="T91" fmla="*/ 2147483646 h 853"/>
              <a:gd name="T92" fmla="*/ 2147483646 w 852"/>
              <a:gd name="T93" fmla="*/ 2147483646 h 853"/>
              <a:gd name="T94" fmla="*/ 2147483646 w 852"/>
              <a:gd name="T95" fmla="*/ 2147483646 h 853"/>
              <a:gd name="T96" fmla="*/ 2147483646 w 852"/>
              <a:gd name="T97" fmla="*/ 2147483646 h 853"/>
              <a:gd name="T98" fmla="*/ 2147483646 w 852"/>
              <a:gd name="T99" fmla="*/ 2147483646 h 853"/>
              <a:gd name="T100" fmla="*/ 2147483646 w 852"/>
              <a:gd name="T101" fmla="*/ 2147483646 h 853"/>
              <a:gd name="T102" fmla="*/ 2147483646 w 852"/>
              <a:gd name="T103" fmla="*/ 2147483646 h 853"/>
              <a:gd name="T104" fmla="*/ 2147483646 w 852"/>
              <a:gd name="T105" fmla="*/ 2147483646 h 853"/>
              <a:gd name="T106" fmla="*/ 2147483646 w 852"/>
              <a:gd name="T107" fmla="*/ 2147483646 h 853"/>
              <a:gd name="T108" fmla="*/ 2147483646 w 852"/>
              <a:gd name="T109" fmla="*/ 0 h 853"/>
              <a:gd name="T110" fmla="*/ 2147483646 w 852"/>
              <a:gd name="T111" fmla="*/ 0 h 853"/>
              <a:gd name="T112" fmla="*/ 2147483646 w 852"/>
              <a:gd name="T113" fmla="*/ 0 h 853"/>
              <a:gd name="T114" fmla="*/ 2147483646 w 852"/>
              <a:gd name="T115" fmla="*/ 0 h 853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w 852"/>
              <a:gd name="T175" fmla="*/ 0 h 853"/>
              <a:gd name="T176" fmla="*/ 852 w 852"/>
              <a:gd name="T177" fmla="*/ 853 h 853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T174" t="T175" r="T176" b="T177"/>
            <a:pathLst>
              <a:path w="852" h="853">
                <a:moveTo>
                  <a:pt x="426" y="0"/>
                </a:moveTo>
                <a:lnTo>
                  <a:pt x="398" y="0"/>
                </a:lnTo>
                <a:lnTo>
                  <a:pt x="372" y="0"/>
                </a:lnTo>
                <a:lnTo>
                  <a:pt x="347" y="0"/>
                </a:lnTo>
                <a:lnTo>
                  <a:pt x="324" y="0"/>
                </a:lnTo>
                <a:lnTo>
                  <a:pt x="303" y="0"/>
                </a:lnTo>
                <a:lnTo>
                  <a:pt x="282" y="0"/>
                </a:lnTo>
                <a:lnTo>
                  <a:pt x="264" y="0"/>
                </a:lnTo>
                <a:lnTo>
                  <a:pt x="246" y="0"/>
                </a:lnTo>
                <a:lnTo>
                  <a:pt x="231" y="0"/>
                </a:lnTo>
                <a:lnTo>
                  <a:pt x="216" y="0"/>
                </a:lnTo>
                <a:lnTo>
                  <a:pt x="203" y="0"/>
                </a:lnTo>
                <a:lnTo>
                  <a:pt x="190" y="0"/>
                </a:lnTo>
                <a:lnTo>
                  <a:pt x="179" y="0"/>
                </a:lnTo>
                <a:lnTo>
                  <a:pt x="168" y="0"/>
                </a:lnTo>
                <a:lnTo>
                  <a:pt x="160" y="0"/>
                </a:lnTo>
                <a:lnTo>
                  <a:pt x="150" y="0"/>
                </a:lnTo>
                <a:lnTo>
                  <a:pt x="143" y="0"/>
                </a:lnTo>
                <a:lnTo>
                  <a:pt x="136" y="0"/>
                </a:lnTo>
                <a:lnTo>
                  <a:pt x="130" y="0"/>
                </a:lnTo>
                <a:lnTo>
                  <a:pt x="124" y="0"/>
                </a:lnTo>
                <a:lnTo>
                  <a:pt x="119" y="0"/>
                </a:lnTo>
                <a:lnTo>
                  <a:pt x="114" y="0"/>
                </a:lnTo>
                <a:lnTo>
                  <a:pt x="109" y="0"/>
                </a:lnTo>
                <a:lnTo>
                  <a:pt x="106" y="0"/>
                </a:lnTo>
                <a:lnTo>
                  <a:pt x="102" y="0"/>
                </a:lnTo>
                <a:lnTo>
                  <a:pt x="98" y="0"/>
                </a:lnTo>
                <a:lnTo>
                  <a:pt x="95" y="0"/>
                </a:lnTo>
                <a:lnTo>
                  <a:pt x="91" y="0"/>
                </a:lnTo>
                <a:lnTo>
                  <a:pt x="89" y="0"/>
                </a:lnTo>
                <a:lnTo>
                  <a:pt x="85" y="0"/>
                </a:lnTo>
                <a:lnTo>
                  <a:pt x="81" y="0"/>
                </a:lnTo>
                <a:lnTo>
                  <a:pt x="78" y="0"/>
                </a:lnTo>
                <a:lnTo>
                  <a:pt x="74" y="0"/>
                </a:lnTo>
                <a:lnTo>
                  <a:pt x="71" y="0"/>
                </a:lnTo>
                <a:lnTo>
                  <a:pt x="68" y="0"/>
                </a:lnTo>
                <a:lnTo>
                  <a:pt x="65" y="0"/>
                </a:lnTo>
                <a:lnTo>
                  <a:pt x="62" y="0"/>
                </a:lnTo>
                <a:lnTo>
                  <a:pt x="60" y="0"/>
                </a:lnTo>
                <a:lnTo>
                  <a:pt x="57" y="2"/>
                </a:lnTo>
                <a:lnTo>
                  <a:pt x="55" y="2"/>
                </a:lnTo>
                <a:lnTo>
                  <a:pt x="53" y="2"/>
                </a:lnTo>
                <a:lnTo>
                  <a:pt x="51" y="2"/>
                </a:lnTo>
                <a:lnTo>
                  <a:pt x="49" y="3"/>
                </a:lnTo>
                <a:lnTo>
                  <a:pt x="48" y="3"/>
                </a:lnTo>
                <a:lnTo>
                  <a:pt x="45" y="4"/>
                </a:lnTo>
                <a:lnTo>
                  <a:pt x="44" y="4"/>
                </a:lnTo>
                <a:lnTo>
                  <a:pt x="43" y="5"/>
                </a:lnTo>
                <a:lnTo>
                  <a:pt x="42" y="6"/>
                </a:lnTo>
                <a:lnTo>
                  <a:pt x="41" y="8"/>
                </a:lnTo>
                <a:lnTo>
                  <a:pt x="39" y="9"/>
                </a:lnTo>
                <a:lnTo>
                  <a:pt x="38" y="10"/>
                </a:lnTo>
                <a:lnTo>
                  <a:pt x="36" y="11"/>
                </a:lnTo>
                <a:lnTo>
                  <a:pt x="35" y="12"/>
                </a:lnTo>
                <a:lnTo>
                  <a:pt x="33" y="15"/>
                </a:lnTo>
                <a:lnTo>
                  <a:pt x="32" y="16"/>
                </a:lnTo>
                <a:lnTo>
                  <a:pt x="31" y="18"/>
                </a:lnTo>
                <a:lnTo>
                  <a:pt x="30" y="21"/>
                </a:lnTo>
                <a:lnTo>
                  <a:pt x="29" y="23"/>
                </a:lnTo>
                <a:lnTo>
                  <a:pt x="27" y="27"/>
                </a:lnTo>
                <a:lnTo>
                  <a:pt x="26" y="29"/>
                </a:lnTo>
                <a:lnTo>
                  <a:pt x="25" y="33"/>
                </a:lnTo>
                <a:lnTo>
                  <a:pt x="24" y="36"/>
                </a:lnTo>
                <a:lnTo>
                  <a:pt x="21" y="40"/>
                </a:lnTo>
                <a:lnTo>
                  <a:pt x="20" y="44"/>
                </a:lnTo>
                <a:lnTo>
                  <a:pt x="18" y="47"/>
                </a:lnTo>
                <a:lnTo>
                  <a:pt x="17" y="51"/>
                </a:lnTo>
                <a:lnTo>
                  <a:pt x="15" y="54"/>
                </a:lnTo>
                <a:lnTo>
                  <a:pt x="13" y="58"/>
                </a:lnTo>
                <a:lnTo>
                  <a:pt x="12" y="60"/>
                </a:lnTo>
                <a:lnTo>
                  <a:pt x="11" y="64"/>
                </a:lnTo>
                <a:lnTo>
                  <a:pt x="9" y="67"/>
                </a:lnTo>
                <a:lnTo>
                  <a:pt x="8" y="69"/>
                </a:lnTo>
                <a:lnTo>
                  <a:pt x="8" y="73"/>
                </a:lnTo>
                <a:lnTo>
                  <a:pt x="7" y="75"/>
                </a:lnTo>
                <a:lnTo>
                  <a:pt x="6" y="77"/>
                </a:lnTo>
                <a:lnTo>
                  <a:pt x="5" y="80"/>
                </a:lnTo>
                <a:lnTo>
                  <a:pt x="5" y="83"/>
                </a:lnTo>
                <a:lnTo>
                  <a:pt x="3" y="86"/>
                </a:lnTo>
                <a:lnTo>
                  <a:pt x="3" y="88"/>
                </a:lnTo>
                <a:lnTo>
                  <a:pt x="3" y="92"/>
                </a:lnTo>
                <a:lnTo>
                  <a:pt x="2" y="94"/>
                </a:lnTo>
                <a:lnTo>
                  <a:pt x="2" y="98"/>
                </a:lnTo>
                <a:lnTo>
                  <a:pt x="2" y="101"/>
                </a:lnTo>
                <a:lnTo>
                  <a:pt x="1" y="105"/>
                </a:lnTo>
                <a:lnTo>
                  <a:pt x="1" y="109"/>
                </a:lnTo>
                <a:lnTo>
                  <a:pt x="1" y="112"/>
                </a:lnTo>
                <a:lnTo>
                  <a:pt x="1" y="117"/>
                </a:lnTo>
                <a:lnTo>
                  <a:pt x="1" y="122"/>
                </a:lnTo>
                <a:lnTo>
                  <a:pt x="1" y="127"/>
                </a:lnTo>
                <a:lnTo>
                  <a:pt x="1" y="131"/>
                </a:lnTo>
                <a:lnTo>
                  <a:pt x="1" y="137"/>
                </a:lnTo>
                <a:lnTo>
                  <a:pt x="1" y="143"/>
                </a:lnTo>
                <a:lnTo>
                  <a:pt x="1" y="149"/>
                </a:lnTo>
                <a:lnTo>
                  <a:pt x="0" y="157"/>
                </a:lnTo>
                <a:lnTo>
                  <a:pt x="0" y="164"/>
                </a:lnTo>
                <a:lnTo>
                  <a:pt x="0" y="171"/>
                </a:lnTo>
                <a:lnTo>
                  <a:pt x="0" y="178"/>
                </a:lnTo>
                <a:lnTo>
                  <a:pt x="0" y="187"/>
                </a:lnTo>
                <a:lnTo>
                  <a:pt x="0" y="193"/>
                </a:lnTo>
                <a:lnTo>
                  <a:pt x="0" y="200"/>
                </a:lnTo>
                <a:lnTo>
                  <a:pt x="0" y="206"/>
                </a:lnTo>
                <a:lnTo>
                  <a:pt x="0" y="212"/>
                </a:lnTo>
                <a:lnTo>
                  <a:pt x="0" y="218"/>
                </a:lnTo>
                <a:lnTo>
                  <a:pt x="0" y="223"/>
                </a:lnTo>
                <a:lnTo>
                  <a:pt x="0" y="229"/>
                </a:lnTo>
                <a:lnTo>
                  <a:pt x="0" y="234"/>
                </a:lnTo>
                <a:lnTo>
                  <a:pt x="0" y="240"/>
                </a:lnTo>
                <a:lnTo>
                  <a:pt x="0" y="244"/>
                </a:lnTo>
                <a:lnTo>
                  <a:pt x="0" y="250"/>
                </a:lnTo>
                <a:lnTo>
                  <a:pt x="0" y="255"/>
                </a:lnTo>
                <a:lnTo>
                  <a:pt x="0" y="261"/>
                </a:lnTo>
                <a:lnTo>
                  <a:pt x="0" y="267"/>
                </a:lnTo>
                <a:lnTo>
                  <a:pt x="0" y="273"/>
                </a:lnTo>
                <a:lnTo>
                  <a:pt x="0" y="279"/>
                </a:lnTo>
                <a:lnTo>
                  <a:pt x="0" y="287"/>
                </a:lnTo>
                <a:lnTo>
                  <a:pt x="0" y="294"/>
                </a:lnTo>
                <a:lnTo>
                  <a:pt x="0" y="301"/>
                </a:lnTo>
                <a:lnTo>
                  <a:pt x="0" y="309"/>
                </a:lnTo>
                <a:lnTo>
                  <a:pt x="0" y="318"/>
                </a:lnTo>
                <a:lnTo>
                  <a:pt x="0" y="327"/>
                </a:lnTo>
                <a:lnTo>
                  <a:pt x="0" y="337"/>
                </a:lnTo>
                <a:lnTo>
                  <a:pt x="0" y="347"/>
                </a:lnTo>
                <a:lnTo>
                  <a:pt x="0" y="359"/>
                </a:lnTo>
                <a:lnTo>
                  <a:pt x="0" y="371"/>
                </a:lnTo>
                <a:lnTo>
                  <a:pt x="0" y="383"/>
                </a:lnTo>
                <a:lnTo>
                  <a:pt x="0" y="397"/>
                </a:lnTo>
                <a:lnTo>
                  <a:pt x="0" y="412"/>
                </a:lnTo>
                <a:lnTo>
                  <a:pt x="0" y="427"/>
                </a:lnTo>
                <a:lnTo>
                  <a:pt x="0" y="443"/>
                </a:lnTo>
                <a:lnTo>
                  <a:pt x="0" y="457"/>
                </a:lnTo>
                <a:lnTo>
                  <a:pt x="0" y="470"/>
                </a:lnTo>
                <a:lnTo>
                  <a:pt x="0" y="484"/>
                </a:lnTo>
                <a:lnTo>
                  <a:pt x="0" y="496"/>
                </a:lnTo>
                <a:lnTo>
                  <a:pt x="0" y="507"/>
                </a:lnTo>
                <a:lnTo>
                  <a:pt x="0" y="517"/>
                </a:lnTo>
                <a:lnTo>
                  <a:pt x="0" y="527"/>
                </a:lnTo>
                <a:lnTo>
                  <a:pt x="0" y="535"/>
                </a:lnTo>
                <a:lnTo>
                  <a:pt x="0" y="545"/>
                </a:lnTo>
                <a:lnTo>
                  <a:pt x="0" y="552"/>
                </a:lnTo>
                <a:lnTo>
                  <a:pt x="0" y="561"/>
                </a:lnTo>
                <a:lnTo>
                  <a:pt x="0" y="568"/>
                </a:lnTo>
                <a:lnTo>
                  <a:pt x="0" y="574"/>
                </a:lnTo>
                <a:lnTo>
                  <a:pt x="0" y="580"/>
                </a:lnTo>
                <a:lnTo>
                  <a:pt x="0" y="587"/>
                </a:lnTo>
                <a:lnTo>
                  <a:pt x="0" y="592"/>
                </a:lnTo>
                <a:lnTo>
                  <a:pt x="0" y="598"/>
                </a:lnTo>
                <a:lnTo>
                  <a:pt x="0" y="604"/>
                </a:lnTo>
                <a:lnTo>
                  <a:pt x="0" y="609"/>
                </a:lnTo>
                <a:lnTo>
                  <a:pt x="0" y="615"/>
                </a:lnTo>
                <a:lnTo>
                  <a:pt x="0" y="620"/>
                </a:lnTo>
                <a:lnTo>
                  <a:pt x="0" y="626"/>
                </a:lnTo>
                <a:lnTo>
                  <a:pt x="0" y="630"/>
                </a:lnTo>
                <a:lnTo>
                  <a:pt x="0" y="636"/>
                </a:lnTo>
                <a:lnTo>
                  <a:pt x="0" y="641"/>
                </a:lnTo>
                <a:lnTo>
                  <a:pt x="0" y="647"/>
                </a:lnTo>
                <a:lnTo>
                  <a:pt x="0" y="654"/>
                </a:lnTo>
                <a:lnTo>
                  <a:pt x="0" y="660"/>
                </a:lnTo>
                <a:lnTo>
                  <a:pt x="0" y="668"/>
                </a:lnTo>
                <a:lnTo>
                  <a:pt x="0" y="675"/>
                </a:lnTo>
                <a:lnTo>
                  <a:pt x="0" y="682"/>
                </a:lnTo>
                <a:lnTo>
                  <a:pt x="0" y="690"/>
                </a:lnTo>
                <a:lnTo>
                  <a:pt x="0" y="698"/>
                </a:lnTo>
                <a:lnTo>
                  <a:pt x="1" y="704"/>
                </a:lnTo>
                <a:lnTo>
                  <a:pt x="1" y="711"/>
                </a:lnTo>
                <a:lnTo>
                  <a:pt x="1" y="717"/>
                </a:lnTo>
                <a:lnTo>
                  <a:pt x="1" y="722"/>
                </a:lnTo>
                <a:lnTo>
                  <a:pt x="1" y="728"/>
                </a:lnTo>
                <a:lnTo>
                  <a:pt x="1" y="733"/>
                </a:lnTo>
                <a:lnTo>
                  <a:pt x="1" y="737"/>
                </a:lnTo>
                <a:lnTo>
                  <a:pt x="1" y="741"/>
                </a:lnTo>
                <a:lnTo>
                  <a:pt x="1" y="745"/>
                </a:lnTo>
                <a:lnTo>
                  <a:pt x="1" y="749"/>
                </a:lnTo>
                <a:lnTo>
                  <a:pt x="2" y="753"/>
                </a:lnTo>
                <a:lnTo>
                  <a:pt x="2" y="755"/>
                </a:lnTo>
                <a:lnTo>
                  <a:pt x="2" y="759"/>
                </a:lnTo>
                <a:lnTo>
                  <a:pt x="3" y="763"/>
                </a:lnTo>
                <a:lnTo>
                  <a:pt x="3" y="765"/>
                </a:lnTo>
                <a:lnTo>
                  <a:pt x="3" y="767"/>
                </a:lnTo>
                <a:lnTo>
                  <a:pt x="5" y="771"/>
                </a:lnTo>
                <a:lnTo>
                  <a:pt x="5" y="773"/>
                </a:lnTo>
                <a:lnTo>
                  <a:pt x="6" y="776"/>
                </a:lnTo>
                <a:lnTo>
                  <a:pt x="7" y="778"/>
                </a:lnTo>
                <a:lnTo>
                  <a:pt x="8" y="782"/>
                </a:lnTo>
                <a:lnTo>
                  <a:pt x="8" y="784"/>
                </a:lnTo>
                <a:lnTo>
                  <a:pt x="9" y="787"/>
                </a:lnTo>
                <a:lnTo>
                  <a:pt x="11" y="790"/>
                </a:lnTo>
                <a:lnTo>
                  <a:pt x="12" y="793"/>
                </a:lnTo>
                <a:lnTo>
                  <a:pt x="13" y="796"/>
                </a:lnTo>
                <a:lnTo>
                  <a:pt x="15" y="799"/>
                </a:lnTo>
                <a:lnTo>
                  <a:pt x="17" y="802"/>
                </a:lnTo>
                <a:lnTo>
                  <a:pt x="18" y="806"/>
                </a:lnTo>
                <a:lnTo>
                  <a:pt x="20" y="811"/>
                </a:lnTo>
                <a:lnTo>
                  <a:pt x="21" y="814"/>
                </a:lnTo>
                <a:lnTo>
                  <a:pt x="24" y="818"/>
                </a:lnTo>
                <a:lnTo>
                  <a:pt x="25" y="821"/>
                </a:lnTo>
                <a:lnTo>
                  <a:pt x="26" y="824"/>
                </a:lnTo>
                <a:lnTo>
                  <a:pt x="27" y="827"/>
                </a:lnTo>
                <a:lnTo>
                  <a:pt x="29" y="830"/>
                </a:lnTo>
                <a:lnTo>
                  <a:pt x="30" y="832"/>
                </a:lnTo>
                <a:lnTo>
                  <a:pt x="31" y="835"/>
                </a:lnTo>
                <a:lnTo>
                  <a:pt x="32" y="837"/>
                </a:lnTo>
                <a:lnTo>
                  <a:pt x="33" y="840"/>
                </a:lnTo>
                <a:lnTo>
                  <a:pt x="35" y="841"/>
                </a:lnTo>
                <a:lnTo>
                  <a:pt x="36" y="842"/>
                </a:lnTo>
                <a:lnTo>
                  <a:pt x="38" y="844"/>
                </a:lnTo>
                <a:lnTo>
                  <a:pt x="39" y="846"/>
                </a:lnTo>
                <a:lnTo>
                  <a:pt x="41" y="847"/>
                </a:lnTo>
                <a:lnTo>
                  <a:pt x="42" y="848"/>
                </a:lnTo>
                <a:lnTo>
                  <a:pt x="43" y="848"/>
                </a:lnTo>
                <a:lnTo>
                  <a:pt x="44" y="849"/>
                </a:lnTo>
                <a:lnTo>
                  <a:pt x="45" y="850"/>
                </a:lnTo>
                <a:lnTo>
                  <a:pt x="48" y="850"/>
                </a:lnTo>
                <a:lnTo>
                  <a:pt x="49" y="852"/>
                </a:lnTo>
                <a:lnTo>
                  <a:pt x="51" y="852"/>
                </a:lnTo>
                <a:lnTo>
                  <a:pt x="53" y="852"/>
                </a:lnTo>
                <a:lnTo>
                  <a:pt x="55" y="852"/>
                </a:lnTo>
                <a:lnTo>
                  <a:pt x="57" y="853"/>
                </a:lnTo>
                <a:lnTo>
                  <a:pt x="60" y="853"/>
                </a:lnTo>
                <a:lnTo>
                  <a:pt x="62" y="853"/>
                </a:lnTo>
                <a:lnTo>
                  <a:pt x="65" y="853"/>
                </a:lnTo>
                <a:lnTo>
                  <a:pt x="68" y="853"/>
                </a:lnTo>
                <a:lnTo>
                  <a:pt x="71" y="853"/>
                </a:lnTo>
                <a:lnTo>
                  <a:pt x="74" y="853"/>
                </a:lnTo>
                <a:lnTo>
                  <a:pt x="78" y="853"/>
                </a:lnTo>
                <a:lnTo>
                  <a:pt x="81" y="853"/>
                </a:lnTo>
                <a:lnTo>
                  <a:pt x="85" y="853"/>
                </a:lnTo>
                <a:lnTo>
                  <a:pt x="89" y="853"/>
                </a:lnTo>
                <a:lnTo>
                  <a:pt x="91" y="853"/>
                </a:lnTo>
                <a:lnTo>
                  <a:pt x="95" y="853"/>
                </a:lnTo>
                <a:lnTo>
                  <a:pt x="98" y="853"/>
                </a:lnTo>
                <a:lnTo>
                  <a:pt x="102" y="853"/>
                </a:lnTo>
                <a:lnTo>
                  <a:pt x="106" y="853"/>
                </a:lnTo>
                <a:lnTo>
                  <a:pt x="109" y="853"/>
                </a:lnTo>
                <a:lnTo>
                  <a:pt x="114" y="853"/>
                </a:lnTo>
                <a:lnTo>
                  <a:pt x="119" y="853"/>
                </a:lnTo>
                <a:lnTo>
                  <a:pt x="124" y="853"/>
                </a:lnTo>
                <a:lnTo>
                  <a:pt x="130" y="853"/>
                </a:lnTo>
                <a:lnTo>
                  <a:pt x="136" y="853"/>
                </a:lnTo>
                <a:lnTo>
                  <a:pt x="143" y="853"/>
                </a:lnTo>
                <a:lnTo>
                  <a:pt x="150" y="853"/>
                </a:lnTo>
                <a:lnTo>
                  <a:pt x="160" y="853"/>
                </a:lnTo>
                <a:lnTo>
                  <a:pt x="168" y="853"/>
                </a:lnTo>
                <a:lnTo>
                  <a:pt x="179" y="853"/>
                </a:lnTo>
                <a:lnTo>
                  <a:pt x="190" y="853"/>
                </a:lnTo>
                <a:lnTo>
                  <a:pt x="203" y="853"/>
                </a:lnTo>
                <a:lnTo>
                  <a:pt x="216" y="853"/>
                </a:lnTo>
                <a:lnTo>
                  <a:pt x="231" y="853"/>
                </a:lnTo>
                <a:lnTo>
                  <a:pt x="246" y="853"/>
                </a:lnTo>
                <a:lnTo>
                  <a:pt x="264" y="853"/>
                </a:lnTo>
                <a:lnTo>
                  <a:pt x="282" y="853"/>
                </a:lnTo>
                <a:lnTo>
                  <a:pt x="303" y="853"/>
                </a:lnTo>
                <a:lnTo>
                  <a:pt x="324" y="853"/>
                </a:lnTo>
                <a:lnTo>
                  <a:pt x="347" y="853"/>
                </a:lnTo>
                <a:lnTo>
                  <a:pt x="372" y="853"/>
                </a:lnTo>
                <a:lnTo>
                  <a:pt x="398" y="853"/>
                </a:lnTo>
                <a:lnTo>
                  <a:pt x="426" y="853"/>
                </a:lnTo>
                <a:lnTo>
                  <a:pt x="454" y="853"/>
                </a:lnTo>
                <a:lnTo>
                  <a:pt x="481" y="853"/>
                </a:lnTo>
                <a:lnTo>
                  <a:pt x="506" y="853"/>
                </a:lnTo>
                <a:lnTo>
                  <a:pt x="529" y="853"/>
                </a:lnTo>
                <a:lnTo>
                  <a:pt x="550" y="853"/>
                </a:lnTo>
                <a:lnTo>
                  <a:pt x="571" y="853"/>
                </a:lnTo>
                <a:lnTo>
                  <a:pt x="589" y="853"/>
                </a:lnTo>
                <a:lnTo>
                  <a:pt x="606" y="853"/>
                </a:lnTo>
                <a:lnTo>
                  <a:pt x="622" y="853"/>
                </a:lnTo>
                <a:lnTo>
                  <a:pt x="637" y="853"/>
                </a:lnTo>
                <a:lnTo>
                  <a:pt x="650" y="853"/>
                </a:lnTo>
                <a:lnTo>
                  <a:pt x="662" y="853"/>
                </a:lnTo>
                <a:lnTo>
                  <a:pt x="674" y="853"/>
                </a:lnTo>
                <a:lnTo>
                  <a:pt x="684" y="853"/>
                </a:lnTo>
                <a:lnTo>
                  <a:pt x="693" y="853"/>
                </a:lnTo>
                <a:lnTo>
                  <a:pt x="702" y="853"/>
                </a:lnTo>
                <a:lnTo>
                  <a:pt x="710" y="853"/>
                </a:lnTo>
                <a:lnTo>
                  <a:pt x="717" y="853"/>
                </a:lnTo>
                <a:lnTo>
                  <a:pt x="723" y="853"/>
                </a:lnTo>
                <a:lnTo>
                  <a:pt x="729" y="853"/>
                </a:lnTo>
                <a:lnTo>
                  <a:pt x="734" y="853"/>
                </a:lnTo>
                <a:lnTo>
                  <a:pt x="739" y="853"/>
                </a:lnTo>
                <a:lnTo>
                  <a:pt x="744" y="853"/>
                </a:lnTo>
                <a:lnTo>
                  <a:pt x="747" y="853"/>
                </a:lnTo>
                <a:lnTo>
                  <a:pt x="751" y="853"/>
                </a:lnTo>
                <a:lnTo>
                  <a:pt x="755" y="853"/>
                </a:lnTo>
                <a:lnTo>
                  <a:pt x="758" y="853"/>
                </a:lnTo>
                <a:lnTo>
                  <a:pt x="762" y="853"/>
                </a:lnTo>
                <a:lnTo>
                  <a:pt x="764" y="853"/>
                </a:lnTo>
                <a:lnTo>
                  <a:pt x="768" y="853"/>
                </a:lnTo>
                <a:lnTo>
                  <a:pt x="772" y="853"/>
                </a:lnTo>
                <a:lnTo>
                  <a:pt x="775" y="853"/>
                </a:lnTo>
                <a:lnTo>
                  <a:pt x="779" y="853"/>
                </a:lnTo>
                <a:lnTo>
                  <a:pt x="782" y="853"/>
                </a:lnTo>
                <a:lnTo>
                  <a:pt x="785" y="853"/>
                </a:lnTo>
                <a:lnTo>
                  <a:pt x="788" y="853"/>
                </a:lnTo>
                <a:lnTo>
                  <a:pt x="791" y="853"/>
                </a:lnTo>
                <a:lnTo>
                  <a:pt x="793" y="853"/>
                </a:lnTo>
                <a:lnTo>
                  <a:pt x="796" y="853"/>
                </a:lnTo>
                <a:lnTo>
                  <a:pt x="798" y="852"/>
                </a:lnTo>
                <a:lnTo>
                  <a:pt x="799" y="852"/>
                </a:lnTo>
                <a:lnTo>
                  <a:pt x="802" y="852"/>
                </a:lnTo>
                <a:lnTo>
                  <a:pt x="804" y="852"/>
                </a:lnTo>
                <a:lnTo>
                  <a:pt x="805" y="850"/>
                </a:lnTo>
                <a:lnTo>
                  <a:pt x="806" y="850"/>
                </a:lnTo>
                <a:lnTo>
                  <a:pt x="809" y="849"/>
                </a:lnTo>
                <a:lnTo>
                  <a:pt x="810" y="848"/>
                </a:lnTo>
                <a:lnTo>
                  <a:pt x="811" y="848"/>
                </a:lnTo>
                <a:lnTo>
                  <a:pt x="812" y="847"/>
                </a:lnTo>
                <a:lnTo>
                  <a:pt x="814" y="846"/>
                </a:lnTo>
                <a:lnTo>
                  <a:pt x="815" y="844"/>
                </a:lnTo>
                <a:lnTo>
                  <a:pt x="816" y="842"/>
                </a:lnTo>
                <a:lnTo>
                  <a:pt x="817" y="841"/>
                </a:lnTo>
                <a:lnTo>
                  <a:pt x="818" y="840"/>
                </a:lnTo>
                <a:lnTo>
                  <a:pt x="820" y="837"/>
                </a:lnTo>
                <a:lnTo>
                  <a:pt x="821" y="835"/>
                </a:lnTo>
                <a:lnTo>
                  <a:pt x="822" y="832"/>
                </a:lnTo>
                <a:lnTo>
                  <a:pt x="823" y="830"/>
                </a:lnTo>
                <a:lnTo>
                  <a:pt x="826" y="827"/>
                </a:lnTo>
                <a:lnTo>
                  <a:pt x="827" y="824"/>
                </a:lnTo>
                <a:lnTo>
                  <a:pt x="828" y="821"/>
                </a:lnTo>
                <a:lnTo>
                  <a:pt x="829" y="818"/>
                </a:lnTo>
                <a:lnTo>
                  <a:pt x="832" y="814"/>
                </a:lnTo>
                <a:lnTo>
                  <a:pt x="833" y="811"/>
                </a:lnTo>
                <a:lnTo>
                  <a:pt x="835" y="806"/>
                </a:lnTo>
                <a:lnTo>
                  <a:pt x="836" y="802"/>
                </a:lnTo>
                <a:lnTo>
                  <a:pt x="838" y="799"/>
                </a:lnTo>
                <a:lnTo>
                  <a:pt x="839" y="796"/>
                </a:lnTo>
                <a:lnTo>
                  <a:pt x="841" y="793"/>
                </a:lnTo>
                <a:lnTo>
                  <a:pt x="842" y="790"/>
                </a:lnTo>
                <a:lnTo>
                  <a:pt x="844" y="787"/>
                </a:lnTo>
                <a:lnTo>
                  <a:pt x="844" y="784"/>
                </a:lnTo>
                <a:lnTo>
                  <a:pt x="845" y="782"/>
                </a:lnTo>
                <a:lnTo>
                  <a:pt x="846" y="778"/>
                </a:lnTo>
                <a:lnTo>
                  <a:pt x="847" y="776"/>
                </a:lnTo>
                <a:lnTo>
                  <a:pt x="847" y="773"/>
                </a:lnTo>
                <a:lnTo>
                  <a:pt x="848" y="771"/>
                </a:lnTo>
                <a:lnTo>
                  <a:pt x="848" y="767"/>
                </a:lnTo>
                <a:lnTo>
                  <a:pt x="850" y="765"/>
                </a:lnTo>
                <a:lnTo>
                  <a:pt x="850" y="763"/>
                </a:lnTo>
                <a:lnTo>
                  <a:pt x="851" y="759"/>
                </a:lnTo>
                <a:lnTo>
                  <a:pt x="851" y="755"/>
                </a:lnTo>
                <a:lnTo>
                  <a:pt x="851" y="753"/>
                </a:lnTo>
                <a:lnTo>
                  <a:pt x="851" y="749"/>
                </a:lnTo>
                <a:lnTo>
                  <a:pt x="852" y="745"/>
                </a:lnTo>
                <a:lnTo>
                  <a:pt x="852" y="741"/>
                </a:lnTo>
                <a:lnTo>
                  <a:pt x="852" y="737"/>
                </a:lnTo>
                <a:lnTo>
                  <a:pt x="852" y="733"/>
                </a:lnTo>
                <a:lnTo>
                  <a:pt x="852" y="728"/>
                </a:lnTo>
                <a:lnTo>
                  <a:pt x="852" y="722"/>
                </a:lnTo>
                <a:lnTo>
                  <a:pt x="852" y="717"/>
                </a:lnTo>
                <a:lnTo>
                  <a:pt x="852" y="711"/>
                </a:lnTo>
                <a:lnTo>
                  <a:pt x="852" y="704"/>
                </a:lnTo>
                <a:lnTo>
                  <a:pt x="852" y="698"/>
                </a:lnTo>
                <a:lnTo>
                  <a:pt x="852" y="690"/>
                </a:lnTo>
                <a:lnTo>
                  <a:pt x="852" y="682"/>
                </a:lnTo>
                <a:lnTo>
                  <a:pt x="852" y="675"/>
                </a:lnTo>
                <a:lnTo>
                  <a:pt x="852" y="668"/>
                </a:lnTo>
                <a:lnTo>
                  <a:pt x="852" y="660"/>
                </a:lnTo>
                <a:lnTo>
                  <a:pt x="852" y="654"/>
                </a:lnTo>
                <a:lnTo>
                  <a:pt x="852" y="647"/>
                </a:lnTo>
                <a:lnTo>
                  <a:pt x="852" y="641"/>
                </a:lnTo>
                <a:lnTo>
                  <a:pt x="852" y="636"/>
                </a:lnTo>
                <a:lnTo>
                  <a:pt x="852" y="630"/>
                </a:lnTo>
                <a:lnTo>
                  <a:pt x="852" y="626"/>
                </a:lnTo>
                <a:lnTo>
                  <a:pt x="852" y="620"/>
                </a:lnTo>
                <a:lnTo>
                  <a:pt x="852" y="615"/>
                </a:lnTo>
                <a:lnTo>
                  <a:pt x="852" y="609"/>
                </a:lnTo>
                <a:lnTo>
                  <a:pt x="852" y="604"/>
                </a:lnTo>
                <a:lnTo>
                  <a:pt x="852" y="598"/>
                </a:lnTo>
                <a:lnTo>
                  <a:pt x="852" y="592"/>
                </a:lnTo>
                <a:lnTo>
                  <a:pt x="852" y="587"/>
                </a:lnTo>
                <a:lnTo>
                  <a:pt x="852" y="580"/>
                </a:lnTo>
                <a:lnTo>
                  <a:pt x="852" y="574"/>
                </a:lnTo>
                <a:lnTo>
                  <a:pt x="852" y="568"/>
                </a:lnTo>
                <a:lnTo>
                  <a:pt x="852" y="561"/>
                </a:lnTo>
                <a:lnTo>
                  <a:pt x="852" y="552"/>
                </a:lnTo>
                <a:lnTo>
                  <a:pt x="852" y="545"/>
                </a:lnTo>
                <a:lnTo>
                  <a:pt x="852" y="535"/>
                </a:lnTo>
                <a:lnTo>
                  <a:pt x="852" y="527"/>
                </a:lnTo>
                <a:lnTo>
                  <a:pt x="852" y="517"/>
                </a:lnTo>
                <a:lnTo>
                  <a:pt x="852" y="507"/>
                </a:lnTo>
                <a:lnTo>
                  <a:pt x="852" y="496"/>
                </a:lnTo>
                <a:lnTo>
                  <a:pt x="852" y="484"/>
                </a:lnTo>
                <a:lnTo>
                  <a:pt x="852" y="470"/>
                </a:lnTo>
                <a:lnTo>
                  <a:pt x="852" y="457"/>
                </a:lnTo>
                <a:lnTo>
                  <a:pt x="852" y="443"/>
                </a:lnTo>
                <a:lnTo>
                  <a:pt x="852" y="427"/>
                </a:lnTo>
                <a:lnTo>
                  <a:pt x="852" y="412"/>
                </a:lnTo>
                <a:lnTo>
                  <a:pt x="852" y="397"/>
                </a:lnTo>
                <a:lnTo>
                  <a:pt x="852" y="383"/>
                </a:lnTo>
                <a:lnTo>
                  <a:pt x="852" y="371"/>
                </a:lnTo>
                <a:lnTo>
                  <a:pt x="852" y="359"/>
                </a:lnTo>
                <a:lnTo>
                  <a:pt x="852" y="347"/>
                </a:lnTo>
                <a:lnTo>
                  <a:pt x="852" y="337"/>
                </a:lnTo>
                <a:lnTo>
                  <a:pt x="852" y="327"/>
                </a:lnTo>
                <a:lnTo>
                  <a:pt x="852" y="318"/>
                </a:lnTo>
                <a:lnTo>
                  <a:pt x="852" y="309"/>
                </a:lnTo>
                <a:lnTo>
                  <a:pt x="852" y="301"/>
                </a:lnTo>
                <a:lnTo>
                  <a:pt x="852" y="294"/>
                </a:lnTo>
                <a:lnTo>
                  <a:pt x="852" y="287"/>
                </a:lnTo>
                <a:lnTo>
                  <a:pt x="852" y="279"/>
                </a:lnTo>
                <a:lnTo>
                  <a:pt x="852" y="273"/>
                </a:lnTo>
                <a:lnTo>
                  <a:pt x="852" y="267"/>
                </a:lnTo>
                <a:lnTo>
                  <a:pt x="852" y="261"/>
                </a:lnTo>
                <a:lnTo>
                  <a:pt x="852" y="255"/>
                </a:lnTo>
                <a:lnTo>
                  <a:pt x="852" y="250"/>
                </a:lnTo>
                <a:lnTo>
                  <a:pt x="852" y="244"/>
                </a:lnTo>
                <a:lnTo>
                  <a:pt x="852" y="240"/>
                </a:lnTo>
                <a:lnTo>
                  <a:pt x="852" y="234"/>
                </a:lnTo>
                <a:lnTo>
                  <a:pt x="852" y="229"/>
                </a:lnTo>
                <a:lnTo>
                  <a:pt x="852" y="223"/>
                </a:lnTo>
                <a:lnTo>
                  <a:pt x="852" y="218"/>
                </a:lnTo>
                <a:lnTo>
                  <a:pt x="852" y="212"/>
                </a:lnTo>
                <a:lnTo>
                  <a:pt x="852" y="206"/>
                </a:lnTo>
                <a:lnTo>
                  <a:pt x="852" y="200"/>
                </a:lnTo>
                <a:lnTo>
                  <a:pt x="852" y="193"/>
                </a:lnTo>
                <a:lnTo>
                  <a:pt x="852" y="187"/>
                </a:lnTo>
                <a:lnTo>
                  <a:pt x="852" y="178"/>
                </a:lnTo>
                <a:lnTo>
                  <a:pt x="852" y="171"/>
                </a:lnTo>
                <a:lnTo>
                  <a:pt x="852" y="164"/>
                </a:lnTo>
                <a:lnTo>
                  <a:pt x="852" y="157"/>
                </a:lnTo>
                <a:lnTo>
                  <a:pt x="852" y="149"/>
                </a:lnTo>
                <a:lnTo>
                  <a:pt x="852" y="143"/>
                </a:lnTo>
                <a:lnTo>
                  <a:pt x="852" y="137"/>
                </a:lnTo>
                <a:lnTo>
                  <a:pt x="852" y="131"/>
                </a:lnTo>
                <a:lnTo>
                  <a:pt x="852" y="127"/>
                </a:lnTo>
                <a:lnTo>
                  <a:pt x="852" y="122"/>
                </a:lnTo>
                <a:lnTo>
                  <a:pt x="852" y="117"/>
                </a:lnTo>
                <a:lnTo>
                  <a:pt x="852" y="112"/>
                </a:lnTo>
                <a:lnTo>
                  <a:pt x="852" y="109"/>
                </a:lnTo>
                <a:lnTo>
                  <a:pt x="851" y="105"/>
                </a:lnTo>
                <a:lnTo>
                  <a:pt x="851" y="101"/>
                </a:lnTo>
                <a:lnTo>
                  <a:pt x="851" y="98"/>
                </a:lnTo>
                <a:lnTo>
                  <a:pt x="851" y="94"/>
                </a:lnTo>
                <a:lnTo>
                  <a:pt x="850" y="92"/>
                </a:lnTo>
                <a:lnTo>
                  <a:pt x="850" y="88"/>
                </a:lnTo>
                <a:lnTo>
                  <a:pt x="848" y="86"/>
                </a:lnTo>
                <a:lnTo>
                  <a:pt x="848" y="83"/>
                </a:lnTo>
                <a:lnTo>
                  <a:pt x="847" y="80"/>
                </a:lnTo>
                <a:lnTo>
                  <a:pt x="847" y="77"/>
                </a:lnTo>
                <a:lnTo>
                  <a:pt x="846" y="75"/>
                </a:lnTo>
                <a:lnTo>
                  <a:pt x="845" y="73"/>
                </a:lnTo>
                <a:lnTo>
                  <a:pt x="844" y="69"/>
                </a:lnTo>
                <a:lnTo>
                  <a:pt x="844" y="67"/>
                </a:lnTo>
                <a:lnTo>
                  <a:pt x="842" y="64"/>
                </a:lnTo>
                <a:lnTo>
                  <a:pt x="841" y="60"/>
                </a:lnTo>
                <a:lnTo>
                  <a:pt x="839" y="58"/>
                </a:lnTo>
                <a:lnTo>
                  <a:pt x="838" y="54"/>
                </a:lnTo>
                <a:lnTo>
                  <a:pt x="836" y="51"/>
                </a:lnTo>
                <a:lnTo>
                  <a:pt x="835" y="47"/>
                </a:lnTo>
                <a:lnTo>
                  <a:pt x="833" y="44"/>
                </a:lnTo>
                <a:lnTo>
                  <a:pt x="832" y="40"/>
                </a:lnTo>
                <a:lnTo>
                  <a:pt x="829" y="36"/>
                </a:lnTo>
                <a:lnTo>
                  <a:pt x="828" y="33"/>
                </a:lnTo>
                <a:lnTo>
                  <a:pt x="827" y="29"/>
                </a:lnTo>
                <a:lnTo>
                  <a:pt x="826" y="27"/>
                </a:lnTo>
                <a:lnTo>
                  <a:pt x="823" y="23"/>
                </a:lnTo>
                <a:lnTo>
                  <a:pt x="822" y="21"/>
                </a:lnTo>
                <a:lnTo>
                  <a:pt x="821" y="18"/>
                </a:lnTo>
                <a:lnTo>
                  <a:pt x="820" y="16"/>
                </a:lnTo>
                <a:lnTo>
                  <a:pt x="818" y="15"/>
                </a:lnTo>
                <a:lnTo>
                  <a:pt x="817" y="12"/>
                </a:lnTo>
                <a:lnTo>
                  <a:pt x="816" y="11"/>
                </a:lnTo>
                <a:lnTo>
                  <a:pt x="815" y="10"/>
                </a:lnTo>
                <a:lnTo>
                  <a:pt x="814" y="9"/>
                </a:lnTo>
                <a:lnTo>
                  <a:pt x="812" y="8"/>
                </a:lnTo>
                <a:lnTo>
                  <a:pt x="811" y="6"/>
                </a:lnTo>
                <a:lnTo>
                  <a:pt x="810" y="5"/>
                </a:lnTo>
                <a:lnTo>
                  <a:pt x="809" y="4"/>
                </a:lnTo>
                <a:lnTo>
                  <a:pt x="806" y="4"/>
                </a:lnTo>
                <a:lnTo>
                  <a:pt x="805" y="3"/>
                </a:lnTo>
                <a:lnTo>
                  <a:pt x="804" y="3"/>
                </a:lnTo>
                <a:lnTo>
                  <a:pt x="802" y="2"/>
                </a:lnTo>
                <a:lnTo>
                  <a:pt x="799" y="2"/>
                </a:lnTo>
                <a:lnTo>
                  <a:pt x="798" y="2"/>
                </a:lnTo>
                <a:lnTo>
                  <a:pt x="796" y="2"/>
                </a:lnTo>
                <a:lnTo>
                  <a:pt x="793" y="0"/>
                </a:lnTo>
                <a:lnTo>
                  <a:pt x="791" y="0"/>
                </a:lnTo>
                <a:lnTo>
                  <a:pt x="788" y="0"/>
                </a:lnTo>
                <a:lnTo>
                  <a:pt x="785" y="0"/>
                </a:lnTo>
                <a:lnTo>
                  <a:pt x="782" y="0"/>
                </a:lnTo>
                <a:lnTo>
                  <a:pt x="779" y="0"/>
                </a:lnTo>
                <a:lnTo>
                  <a:pt x="775" y="0"/>
                </a:lnTo>
                <a:lnTo>
                  <a:pt x="772" y="0"/>
                </a:lnTo>
                <a:lnTo>
                  <a:pt x="768" y="0"/>
                </a:lnTo>
                <a:lnTo>
                  <a:pt x="764" y="0"/>
                </a:lnTo>
                <a:lnTo>
                  <a:pt x="762" y="0"/>
                </a:lnTo>
                <a:lnTo>
                  <a:pt x="758" y="0"/>
                </a:lnTo>
                <a:lnTo>
                  <a:pt x="755" y="0"/>
                </a:lnTo>
                <a:lnTo>
                  <a:pt x="751" y="0"/>
                </a:lnTo>
                <a:lnTo>
                  <a:pt x="747" y="0"/>
                </a:lnTo>
                <a:lnTo>
                  <a:pt x="744" y="0"/>
                </a:lnTo>
                <a:lnTo>
                  <a:pt x="739" y="0"/>
                </a:lnTo>
                <a:lnTo>
                  <a:pt x="734" y="0"/>
                </a:lnTo>
                <a:lnTo>
                  <a:pt x="729" y="0"/>
                </a:lnTo>
                <a:lnTo>
                  <a:pt x="723" y="0"/>
                </a:lnTo>
                <a:lnTo>
                  <a:pt x="717" y="0"/>
                </a:lnTo>
                <a:lnTo>
                  <a:pt x="710" y="0"/>
                </a:lnTo>
                <a:lnTo>
                  <a:pt x="702" y="0"/>
                </a:lnTo>
                <a:lnTo>
                  <a:pt x="693" y="0"/>
                </a:lnTo>
                <a:lnTo>
                  <a:pt x="684" y="0"/>
                </a:lnTo>
                <a:lnTo>
                  <a:pt x="674" y="0"/>
                </a:lnTo>
                <a:lnTo>
                  <a:pt x="662" y="0"/>
                </a:lnTo>
                <a:lnTo>
                  <a:pt x="650" y="0"/>
                </a:lnTo>
                <a:lnTo>
                  <a:pt x="637" y="0"/>
                </a:lnTo>
                <a:lnTo>
                  <a:pt x="622" y="0"/>
                </a:lnTo>
                <a:lnTo>
                  <a:pt x="606" y="0"/>
                </a:lnTo>
                <a:lnTo>
                  <a:pt x="589" y="0"/>
                </a:lnTo>
                <a:lnTo>
                  <a:pt x="571" y="0"/>
                </a:lnTo>
                <a:lnTo>
                  <a:pt x="550" y="0"/>
                </a:lnTo>
                <a:lnTo>
                  <a:pt x="529" y="0"/>
                </a:lnTo>
                <a:lnTo>
                  <a:pt x="506" y="0"/>
                </a:lnTo>
                <a:lnTo>
                  <a:pt x="481" y="0"/>
                </a:lnTo>
                <a:lnTo>
                  <a:pt x="454" y="0"/>
                </a:lnTo>
                <a:lnTo>
                  <a:pt x="426" y="0"/>
                </a:lnTo>
                <a:close/>
              </a:path>
            </a:pathLst>
          </a:custGeom>
          <a:noFill/>
          <a:ln w="33401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0011" name="Freeform 46">
            <a:extLst>
              <a:ext uri="{FF2B5EF4-FFF2-40B4-BE49-F238E27FC236}">
                <a16:creationId xmlns:a16="http://schemas.microsoft.com/office/drawing/2014/main" id="{71913DAB-618D-49AC-B383-409187BD3AFA}"/>
              </a:ext>
            </a:extLst>
          </p:cNvPr>
          <p:cNvSpPr>
            <a:spLocks/>
          </p:cNvSpPr>
          <p:nvPr/>
        </p:nvSpPr>
        <p:spPr bwMode="auto">
          <a:xfrm>
            <a:off x="4038600" y="5257800"/>
            <a:ext cx="1592263" cy="363538"/>
          </a:xfrm>
          <a:custGeom>
            <a:avLst/>
            <a:gdLst>
              <a:gd name="T0" fmla="*/ 2147483646 w 852"/>
              <a:gd name="T1" fmla="*/ 0 h 853"/>
              <a:gd name="T2" fmla="*/ 2147483646 w 852"/>
              <a:gd name="T3" fmla="*/ 0 h 853"/>
              <a:gd name="T4" fmla="*/ 2147483646 w 852"/>
              <a:gd name="T5" fmla="*/ 0 h 853"/>
              <a:gd name="T6" fmla="*/ 2147483646 w 852"/>
              <a:gd name="T7" fmla="*/ 0 h 853"/>
              <a:gd name="T8" fmla="*/ 2147483646 w 852"/>
              <a:gd name="T9" fmla="*/ 2147483646 h 853"/>
              <a:gd name="T10" fmla="*/ 2147483646 w 852"/>
              <a:gd name="T11" fmla="*/ 2147483646 h 853"/>
              <a:gd name="T12" fmla="*/ 2147483646 w 852"/>
              <a:gd name="T13" fmla="*/ 2147483646 h 853"/>
              <a:gd name="T14" fmla="*/ 2147483646 w 852"/>
              <a:gd name="T15" fmla="*/ 2147483646 h 853"/>
              <a:gd name="T16" fmla="*/ 2147483646 w 852"/>
              <a:gd name="T17" fmla="*/ 2147483646 h 853"/>
              <a:gd name="T18" fmla="*/ 2147483646 w 852"/>
              <a:gd name="T19" fmla="*/ 2147483646 h 853"/>
              <a:gd name="T20" fmla="*/ 0 w 852"/>
              <a:gd name="T21" fmla="*/ 2147483646 h 853"/>
              <a:gd name="T22" fmla="*/ 0 w 852"/>
              <a:gd name="T23" fmla="*/ 2147483646 h 853"/>
              <a:gd name="T24" fmla="*/ 0 w 852"/>
              <a:gd name="T25" fmla="*/ 2147483646 h 853"/>
              <a:gd name="T26" fmla="*/ 0 w 852"/>
              <a:gd name="T27" fmla="*/ 2147483646 h 853"/>
              <a:gd name="T28" fmla="*/ 0 w 852"/>
              <a:gd name="T29" fmla="*/ 2147483646 h 853"/>
              <a:gd name="T30" fmla="*/ 0 w 852"/>
              <a:gd name="T31" fmla="*/ 2147483646 h 853"/>
              <a:gd name="T32" fmla="*/ 0 w 852"/>
              <a:gd name="T33" fmla="*/ 2147483646 h 853"/>
              <a:gd name="T34" fmla="*/ 0 w 852"/>
              <a:gd name="T35" fmla="*/ 2147483646 h 853"/>
              <a:gd name="T36" fmla="*/ 2147483646 w 852"/>
              <a:gd name="T37" fmla="*/ 2147483646 h 853"/>
              <a:gd name="T38" fmla="*/ 2147483646 w 852"/>
              <a:gd name="T39" fmla="*/ 2147483646 h 853"/>
              <a:gd name="T40" fmla="*/ 2147483646 w 852"/>
              <a:gd name="T41" fmla="*/ 2147483646 h 853"/>
              <a:gd name="T42" fmla="*/ 2147483646 w 852"/>
              <a:gd name="T43" fmla="*/ 2147483646 h 853"/>
              <a:gd name="T44" fmla="*/ 2147483646 w 852"/>
              <a:gd name="T45" fmla="*/ 2147483646 h 853"/>
              <a:gd name="T46" fmla="*/ 2147483646 w 852"/>
              <a:gd name="T47" fmla="*/ 2147483646 h 853"/>
              <a:gd name="T48" fmla="*/ 2147483646 w 852"/>
              <a:gd name="T49" fmla="*/ 2147483646 h 853"/>
              <a:gd name="T50" fmla="*/ 2147483646 w 852"/>
              <a:gd name="T51" fmla="*/ 2147483646 h 853"/>
              <a:gd name="T52" fmla="*/ 2147483646 w 852"/>
              <a:gd name="T53" fmla="*/ 2147483646 h 853"/>
              <a:gd name="T54" fmla="*/ 2147483646 w 852"/>
              <a:gd name="T55" fmla="*/ 2147483646 h 853"/>
              <a:gd name="T56" fmla="*/ 2147483646 w 852"/>
              <a:gd name="T57" fmla="*/ 2147483646 h 853"/>
              <a:gd name="T58" fmla="*/ 2147483646 w 852"/>
              <a:gd name="T59" fmla="*/ 2147483646 h 853"/>
              <a:gd name="T60" fmla="*/ 2147483646 w 852"/>
              <a:gd name="T61" fmla="*/ 2147483646 h 853"/>
              <a:gd name="T62" fmla="*/ 2147483646 w 852"/>
              <a:gd name="T63" fmla="*/ 2147483646 h 853"/>
              <a:gd name="T64" fmla="*/ 2147483646 w 852"/>
              <a:gd name="T65" fmla="*/ 2147483646 h 853"/>
              <a:gd name="T66" fmla="*/ 2147483646 w 852"/>
              <a:gd name="T67" fmla="*/ 2147483646 h 853"/>
              <a:gd name="T68" fmla="*/ 2147483646 w 852"/>
              <a:gd name="T69" fmla="*/ 2147483646 h 853"/>
              <a:gd name="T70" fmla="*/ 2147483646 w 852"/>
              <a:gd name="T71" fmla="*/ 2147483646 h 853"/>
              <a:gd name="T72" fmla="*/ 2147483646 w 852"/>
              <a:gd name="T73" fmla="*/ 2147483646 h 853"/>
              <a:gd name="T74" fmla="*/ 2147483646 w 852"/>
              <a:gd name="T75" fmla="*/ 2147483646 h 853"/>
              <a:gd name="T76" fmla="*/ 2147483646 w 852"/>
              <a:gd name="T77" fmla="*/ 2147483646 h 853"/>
              <a:gd name="T78" fmla="*/ 2147483646 w 852"/>
              <a:gd name="T79" fmla="*/ 2147483646 h 853"/>
              <a:gd name="T80" fmla="*/ 2147483646 w 852"/>
              <a:gd name="T81" fmla="*/ 2147483646 h 853"/>
              <a:gd name="T82" fmla="*/ 2147483646 w 852"/>
              <a:gd name="T83" fmla="*/ 2147483646 h 853"/>
              <a:gd name="T84" fmla="*/ 2147483646 w 852"/>
              <a:gd name="T85" fmla="*/ 2147483646 h 853"/>
              <a:gd name="T86" fmla="*/ 2147483646 w 852"/>
              <a:gd name="T87" fmla="*/ 2147483646 h 853"/>
              <a:gd name="T88" fmla="*/ 2147483646 w 852"/>
              <a:gd name="T89" fmla="*/ 2147483646 h 853"/>
              <a:gd name="T90" fmla="*/ 2147483646 w 852"/>
              <a:gd name="T91" fmla="*/ 2147483646 h 853"/>
              <a:gd name="T92" fmla="*/ 2147483646 w 852"/>
              <a:gd name="T93" fmla="*/ 2147483646 h 853"/>
              <a:gd name="T94" fmla="*/ 2147483646 w 852"/>
              <a:gd name="T95" fmla="*/ 2147483646 h 853"/>
              <a:gd name="T96" fmla="*/ 2147483646 w 852"/>
              <a:gd name="T97" fmla="*/ 2147483646 h 853"/>
              <a:gd name="T98" fmla="*/ 2147483646 w 852"/>
              <a:gd name="T99" fmla="*/ 2147483646 h 853"/>
              <a:gd name="T100" fmla="*/ 2147483646 w 852"/>
              <a:gd name="T101" fmla="*/ 2147483646 h 853"/>
              <a:gd name="T102" fmla="*/ 2147483646 w 852"/>
              <a:gd name="T103" fmla="*/ 2147483646 h 853"/>
              <a:gd name="T104" fmla="*/ 2147483646 w 852"/>
              <a:gd name="T105" fmla="*/ 2147483646 h 853"/>
              <a:gd name="T106" fmla="*/ 2147483646 w 852"/>
              <a:gd name="T107" fmla="*/ 2147483646 h 853"/>
              <a:gd name="T108" fmla="*/ 2147483646 w 852"/>
              <a:gd name="T109" fmla="*/ 0 h 853"/>
              <a:gd name="T110" fmla="*/ 2147483646 w 852"/>
              <a:gd name="T111" fmla="*/ 0 h 853"/>
              <a:gd name="T112" fmla="*/ 2147483646 w 852"/>
              <a:gd name="T113" fmla="*/ 0 h 853"/>
              <a:gd name="T114" fmla="*/ 2147483646 w 852"/>
              <a:gd name="T115" fmla="*/ 0 h 853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w 852"/>
              <a:gd name="T175" fmla="*/ 0 h 853"/>
              <a:gd name="T176" fmla="*/ 852 w 852"/>
              <a:gd name="T177" fmla="*/ 853 h 853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T174" t="T175" r="T176" b="T177"/>
            <a:pathLst>
              <a:path w="852" h="853">
                <a:moveTo>
                  <a:pt x="426" y="0"/>
                </a:moveTo>
                <a:lnTo>
                  <a:pt x="398" y="0"/>
                </a:lnTo>
                <a:lnTo>
                  <a:pt x="372" y="0"/>
                </a:lnTo>
                <a:lnTo>
                  <a:pt x="347" y="0"/>
                </a:lnTo>
                <a:lnTo>
                  <a:pt x="324" y="0"/>
                </a:lnTo>
                <a:lnTo>
                  <a:pt x="303" y="0"/>
                </a:lnTo>
                <a:lnTo>
                  <a:pt x="282" y="0"/>
                </a:lnTo>
                <a:lnTo>
                  <a:pt x="264" y="0"/>
                </a:lnTo>
                <a:lnTo>
                  <a:pt x="246" y="0"/>
                </a:lnTo>
                <a:lnTo>
                  <a:pt x="231" y="0"/>
                </a:lnTo>
                <a:lnTo>
                  <a:pt x="216" y="0"/>
                </a:lnTo>
                <a:lnTo>
                  <a:pt x="203" y="0"/>
                </a:lnTo>
                <a:lnTo>
                  <a:pt x="190" y="0"/>
                </a:lnTo>
                <a:lnTo>
                  <a:pt x="179" y="0"/>
                </a:lnTo>
                <a:lnTo>
                  <a:pt x="168" y="0"/>
                </a:lnTo>
                <a:lnTo>
                  <a:pt x="160" y="0"/>
                </a:lnTo>
                <a:lnTo>
                  <a:pt x="150" y="0"/>
                </a:lnTo>
                <a:lnTo>
                  <a:pt x="143" y="0"/>
                </a:lnTo>
                <a:lnTo>
                  <a:pt x="136" y="0"/>
                </a:lnTo>
                <a:lnTo>
                  <a:pt x="130" y="0"/>
                </a:lnTo>
                <a:lnTo>
                  <a:pt x="124" y="0"/>
                </a:lnTo>
                <a:lnTo>
                  <a:pt x="119" y="0"/>
                </a:lnTo>
                <a:lnTo>
                  <a:pt x="114" y="0"/>
                </a:lnTo>
                <a:lnTo>
                  <a:pt x="109" y="0"/>
                </a:lnTo>
                <a:lnTo>
                  <a:pt x="106" y="0"/>
                </a:lnTo>
                <a:lnTo>
                  <a:pt x="102" y="0"/>
                </a:lnTo>
                <a:lnTo>
                  <a:pt x="98" y="0"/>
                </a:lnTo>
                <a:lnTo>
                  <a:pt x="95" y="0"/>
                </a:lnTo>
                <a:lnTo>
                  <a:pt x="91" y="0"/>
                </a:lnTo>
                <a:lnTo>
                  <a:pt x="89" y="0"/>
                </a:lnTo>
                <a:lnTo>
                  <a:pt x="85" y="0"/>
                </a:lnTo>
                <a:lnTo>
                  <a:pt x="81" y="0"/>
                </a:lnTo>
                <a:lnTo>
                  <a:pt x="78" y="0"/>
                </a:lnTo>
                <a:lnTo>
                  <a:pt x="74" y="0"/>
                </a:lnTo>
                <a:lnTo>
                  <a:pt x="71" y="0"/>
                </a:lnTo>
                <a:lnTo>
                  <a:pt x="68" y="0"/>
                </a:lnTo>
                <a:lnTo>
                  <a:pt x="65" y="0"/>
                </a:lnTo>
                <a:lnTo>
                  <a:pt x="62" y="0"/>
                </a:lnTo>
                <a:lnTo>
                  <a:pt x="60" y="0"/>
                </a:lnTo>
                <a:lnTo>
                  <a:pt x="57" y="2"/>
                </a:lnTo>
                <a:lnTo>
                  <a:pt x="55" y="2"/>
                </a:lnTo>
                <a:lnTo>
                  <a:pt x="53" y="2"/>
                </a:lnTo>
                <a:lnTo>
                  <a:pt x="51" y="2"/>
                </a:lnTo>
                <a:lnTo>
                  <a:pt x="49" y="3"/>
                </a:lnTo>
                <a:lnTo>
                  <a:pt x="48" y="3"/>
                </a:lnTo>
                <a:lnTo>
                  <a:pt x="45" y="4"/>
                </a:lnTo>
                <a:lnTo>
                  <a:pt x="44" y="4"/>
                </a:lnTo>
                <a:lnTo>
                  <a:pt x="43" y="5"/>
                </a:lnTo>
                <a:lnTo>
                  <a:pt x="42" y="6"/>
                </a:lnTo>
                <a:lnTo>
                  <a:pt x="41" y="8"/>
                </a:lnTo>
                <a:lnTo>
                  <a:pt x="39" y="9"/>
                </a:lnTo>
                <a:lnTo>
                  <a:pt x="38" y="10"/>
                </a:lnTo>
                <a:lnTo>
                  <a:pt x="36" y="11"/>
                </a:lnTo>
                <a:lnTo>
                  <a:pt x="35" y="12"/>
                </a:lnTo>
                <a:lnTo>
                  <a:pt x="33" y="15"/>
                </a:lnTo>
                <a:lnTo>
                  <a:pt x="32" y="16"/>
                </a:lnTo>
                <a:lnTo>
                  <a:pt x="31" y="18"/>
                </a:lnTo>
                <a:lnTo>
                  <a:pt x="30" y="21"/>
                </a:lnTo>
                <a:lnTo>
                  <a:pt x="29" y="23"/>
                </a:lnTo>
                <a:lnTo>
                  <a:pt x="27" y="27"/>
                </a:lnTo>
                <a:lnTo>
                  <a:pt x="26" y="29"/>
                </a:lnTo>
                <a:lnTo>
                  <a:pt x="25" y="33"/>
                </a:lnTo>
                <a:lnTo>
                  <a:pt x="24" y="36"/>
                </a:lnTo>
                <a:lnTo>
                  <a:pt x="21" y="40"/>
                </a:lnTo>
                <a:lnTo>
                  <a:pt x="20" y="44"/>
                </a:lnTo>
                <a:lnTo>
                  <a:pt x="18" y="47"/>
                </a:lnTo>
                <a:lnTo>
                  <a:pt x="17" y="51"/>
                </a:lnTo>
                <a:lnTo>
                  <a:pt x="15" y="54"/>
                </a:lnTo>
                <a:lnTo>
                  <a:pt x="13" y="58"/>
                </a:lnTo>
                <a:lnTo>
                  <a:pt x="12" y="60"/>
                </a:lnTo>
                <a:lnTo>
                  <a:pt x="11" y="64"/>
                </a:lnTo>
                <a:lnTo>
                  <a:pt x="9" y="67"/>
                </a:lnTo>
                <a:lnTo>
                  <a:pt x="8" y="69"/>
                </a:lnTo>
                <a:lnTo>
                  <a:pt x="8" y="73"/>
                </a:lnTo>
                <a:lnTo>
                  <a:pt x="7" y="75"/>
                </a:lnTo>
                <a:lnTo>
                  <a:pt x="6" y="77"/>
                </a:lnTo>
                <a:lnTo>
                  <a:pt x="5" y="80"/>
                </a:lnTo>
                <a:lnTo>
                  <a:pt x="5" y="83"/>
                </a:lnTo>
                <a:lnTo>
                  <a:pt x="3" y="86"/>
                </a:lnTo>
                <a:lnTo>
                  <a:pt x="3" y="88"/>
                </a:lnTo>
                <a:lnTo>
                  <a:pt x="3" y="92"/>
                </a:lnTo>
                <a:lnTo>
                  <a:pt x="2" y="94"/>
                </a:lnTo>
                <a:lnTo>
                  <a:pt x="2" y="98"/>
                </a:lnTo>
                <a:lnTo>
                  <a:pt x="2" y="101"/>
                </a:lnTo>
                <a:lnTo>
                  <a:pt x="1" y="105"/>
                </a:lnTo>
                <a:lnTo>
                  <a:pt x="1" y="109"/>
                </a:lnTo>
                <a:lnTo>
                  <a:pt x="1" y="112"/>
                </a:lnTo>
                <a:lnTo>
                  <a:pt x="1" y="117"/>
                </a:lnTo>
                <a:lnTo>
                  <a:pt x="1" y="122"/>
                </a:lnTo>
                <a:lnTo>
                  <a:pt x="1" y="127"/>
                </a:lnTo>
                <a:lnTo>
                  <a:pt x="1" y="131"/>
                </a:lnTo>
                <a:lnTo>
                  <a:pt x="1" y="137"/>
                </a:lnTo>
                <a:lnTo>
                  <a:pt x="1" y="143"/>
                </a:lnTo>
                <a:lnTo>
                  <a:pt x="1" y="149"/>
                </a:lnTo>
                <a:lnTo>
                  <a:pt x="0" y="157"/>
                </a:lnTo>
                <a:lnTo>
                  <a:pt x="0" y="164"/>
                </a:lnTo>
                <a:lnTo>
                  <a:pt x="0" y="171"/>
                </a:lnTo>
                <a:lnTo>
                  <a:pt x="0" y="178"/>
                </a:lnTo>
                <a:lnTo>
                  <a:pt x="0" y="187"/>
                </a:lnTo>
                <a:lnTo>
                  <a:pt x="0" y="193"/>
                </a:lnTo>
                <a:lnTo>
                  <a:pt x="0" y="200"/>
                </a:lnTo>
                <a:lnTo>
                  <a:pt x="0" y="206"/>
                </a:lnTo>
                <a:lnTo>
                  <a:pt x="0" y="212"/>
                </a:lnTo>
                <a:lnTo>
                  <a:pt x="0" y="218"/>
                </a:lnTo>
                <a:lnTo>
                  <a:pt x="0" y="223"/>
                </a:lnTo>
                <a:lnTo>
                  <a:pt x="0" y="229"/>
                </a:lnTo>
                <a:lnTo>
                  <a:pt x="0" y="234"/>
                </a:lnTo>
                <a:lnTo>
                  <a:pt x="0" y="240"/>
                </a:lnTo>
                <a:lnTo>
                  <a:pt x="0" y="244"/>
                </a:lnTo>
                <a:lnTo>
                  <a:pt x="0" y="250"/>
                </a:lnTo>
                <a:lnTo>
                  <a:pt x="0" y="255"/>
                </a:lnTo>
                <a:lnTo>
                  <a:pt x="0" y="261"/>
                </a:lnTo>
                <a:lnTo>
                  <a:pt x="0" y="267"/>
                </a:lnTo>
                <a:lnTo>
                  <a:pt x="0" y="273"/>
                </a:lnTo>
                <a:lnTo>
                  <a:pt x="0" y="279"/>
                </a:lnTo>
                <a:lnTo>
                  <a:pt x="0" y="287"/>
                </a:lnTo>
                <a:lnTo>
                  <a:pt x="0" y="294"/>
                </a:lnTo>
                <a:lnTo>
                  <a:pt x="0" y="301"/>
                </a:lnTo>
                <a:lnTo>
                  <a:pt x="0" y="309"/>
                </a:lnTo>
                <a:lnTo>
                  <a:pt x="0" y="318"/>
                </a:lnTo>
                <a:lnTo>
                  <a:pt x="0" y="327"/>
                </a:lnTo>
                <a:lnTo>
                  <a:pt x="0" y="337"/>
                </a:lnTo>
                <a:lnTo>
                  <a:pt x="0" y="347"/>
                </a:lnTo>
                <a:lnTo>
                  <a:pt x="0" y="359"/>
                </a:lnTo>
                <a:lnTo>
                  <a:pt x="0" y="371"/>
                </a:lnTo>
                <a:lnTo>
                  <a:pt x="0" y="383"/>
                </a:lnTo>
                <a:lnTo>
                  <a:pt x="0" y="397"/>
                </a:lnTo>
                <a:lnTo>
                  <a:pt x="0" y="412"/>
                </a:lnTo>
                <a:lnTo>
                  <a:pt x="0" y="427"/>
                </a:lnTo>
                <a:lnTo>
                  <a:pt x="0" y="443"/>
                </a:lnTo>
                <a:lnTo>
                  <a:pt x="0" y="457"/>
                </a:lnTo>
                <a:lnTo>
                  <a:pt x="0" y="470"/>
                </a:lnTo>
                <a:lnTo>
                  <a:pt x="0" y="484"/>
                </a:lnTo>
                <a:lnTo>
                  <a:pt x="0" y="496"/>
                </a:lnTo>
                <a:lnTo>
                  <a:pt x="0" y="507"/>
                </a:lnTo>
                <a:lnTo>
                  <a:pt x="0" y="517"/>
                </a:lnTo>
                <a:lnTo>
                  <a:pt x="0" y="527"/>
                </a:lnTo>
                <a:lnTo>
                  <a:pt x="0" y="535"/>
                </a:lnTo>
                <a:lnTo>
                  <a:pt x="0" y="545"/>
                </a:lnTo>
                <a:lnTo>
                  <a:pt x="0" y="552"/>
                </a:lnTo>
                <a:lnTo>
                  <a:pt x="0" y="561"/>
                </a:lnTo>
                <a:lnTo>
                  <a:pt x="0" y="568"/>
                </a:lnTo>
                <a:lnTo>
                  <a:pt x="0" y="574"/>
                </a:lnTo>
                <a:lnTo>
                  <a:pt x="0" y="580"/>
                </a:lnTo>
                <a:lnTo>
                  <a:pt x="0" y="587"/>
                </a:lnTo>
                <a:lnTo>
                  <a:pt x="0" y="592"/>
                </a:lnTo>
                <a:lnTo>
                  <a:pt x="0" y="598"/>
                </a:lnTo>
                <a:lnTo>
                  <a:pt x="0" y="604"/>
                </a:lnTo>
                <a:lnTo>
                  <a:pt x="0" y="609"/>
                </a:lnTo>
                <a:lnTo>
                  <a:pt x="0" y="615"/>
                </a:lnTo>
                <a:lnTo>
                  <a:pt x="0" y="620"/>
                </a:lnTo>
                <a:lnTo>
                  <a:pt x="0" y="626"/>
                </a:lnTo>
                <a:lnTo>
                  <a:pt x="0" y="630"/>
                </a:lnTo>
                <a:lnTo>
                  <a:pt x="0" y="636"/>
                </a:lnTo>
                <a:lnTo>
                  <a:pt x="0" y="641"/>
                </a:lnTo>
                <a:lnTo>
                  <a:pt x="0" y="647"/>
                </a:lnTo>
                <a:lnTo>
                  <a:pt x="0" y="654"/>
                </a:lnTo>
                <a:lnTo>
                  <a:pt x="0" y="660"/>
                </a:lnTo>
                <a:lnTo>
                  <a:pt x="0" y="668"/>
                </a:lnTo>
                <a:lnTo>
                  <a:pt x="0" y="675"/>
                </a:lnTo>
                <a:lnTo>
                  <a:pt x="0" y="682"/>
                </a:lnTo>
                <a:lnTo>
                  <a:pt x="0" y="690"/>
                </a:lnTo>
                <a:lnTo>
                  <a:pt x="0" y="698"/>
                </a:lnTo>
                <a:lnTo>
                  <a:pt x="1" y="704"/>
                </a:lnTo>
                <a:lnTo>
                  <a:pt x="1" y="711"/>
                </a:lnTo>
                <a:lnTo>
                  <a:pt x="1" y="717"/>
                </a:lnTo>
                <a:lnTo>
                  <a:pt x="1" y="722"/>
                </a:lnTo>
                <a:lnTo>
                  <a:pt x="1" y="728"/>
                </a:lnTo>
                <a:lnTo>
                  <a:pt x="1" y="733"/>
                </a:lnTo>
                <a:lnTo>
                  <a:pt x="1" y="737"/>
                </a:lnTo>
                <a:lnTo>
                  <a:pt x="1" y="741"/>
                </a:lnTo>
                <a:lnTo>
                  <a:pt x="1" y="745"/>
                </a:lnTo>
                <a:lnTo>
                  <a:pt x="1" y="749"/>
                </a:lnTo>
                <a:lnTo>
                  <a:pt x="2" y="753"/>
                </a:lnTo>
                <a:lnTo>
                  <a:pt x="2" y="755"/>
                </a:lnTo>
                <a:lnTo>
                  <a:pt x="2" y="759"/>
                </a:lnTo>
                <a:lnTo>
                  <a:pt x="3" y="763"/>
                </a:lnTo>
                <a:lnTo>
                  <a:pt x="3" y="765"/>
                </a:lnTo>
                <a:lnTo>
                  <a:pt x="3" y="767"/>
                </a:lnTo>
                <a:lnTo>
                  <a:pt x="5" y="771"/>
                </a:lnTo>
                <a:lnTo>
                  <a:pt x="5" y="773"/>
                </a:lnTo>
                <a:lnTo>
                  <a:pt x="6" y="776"/>
                </a:lnTo>
                <a:lnTo>
                  <a:pt x="7" y="778"/>
                </a:lnTo>
                <a:lnTo>
                  <a:pt x="8" y="782"/>
                </a:lnTo>
                <a:lnTo>
                  <a:pt x="8" y="784"/>
                </a:lnTo>
                <a:lnTo>
                  <a:pt x="9" y="787"/>
                </a:lnTo>
                <a:lnTo>
                  <a:pt x="11" y="790"/>
                </a:lnTo>
                <a:lnTo>
                  <a:pt x="12" y="793"/>
                </a:lnTo>
                <a:lnTo>
                  <a:pt x="13" y="796"/>
                </a:lnTo>
                <a:lnTo>
                  <a:pt x="15" y="799"/>
                </a:lnTo>
                <a:lnTo>
                  <a:pt x="17" y="802"/>
                </a:lnTo>
                <a:lnTo>
                  <a:pt x="18" y="806"/>
                </a:lnTo>
                <a:lnTo>
                  <a:pt x="20" y="811"/>
                </a:lnTo>
                <a:lnTo>
                  <a:pt x="21" y="814"/>
                </a:lnTo>
                <a:lnTo>
                  <a:pt x="24" y="818"/>
                </a:lnTo>
                <a:lnTo>
                  <a:pt x="25" y="821"/>
                </a:lnTo>
                <a:lnTo>
                  <a:pt x="26" y="824"/>
                </a:lnTo>
                <a:lnTo>
                  <a:pt x="27" y="827"/>
                </a:lnTo>
                <a:lnTo>
                  <a:pt x="29" y="830"/>
                </a:lnTo>
                <a:lnTo>
                  <a:pt x="30" y="832"/>
                </a:lnTo>
                <a:lnTo>
                  <a:pt x="31" y="835"/>
                </a:lnTo>
                <a:lnTo>
                  <a:pt x="32" y="837"/>
                </a:lnTo>
                <a:lnTo>
                  <a:pt x="33" y="840"/>
                </a:lnTo>
                <a:lnTo>
                  <a:pt x="35" y="841"/>
                </a:lnTo>
                <a:lnTo>
                  <a:pt x="36" y="842"/>
                </a:lnTo>
                <a:lnTo>
                  <a:pt x="38" y="844"/>
                </a:lnTo>
                <a:lnTo>
                  <a:pt x="39" y="846"/>
                </a:lnTo>
                <a:lnTo>
                  <a:pt x="41" y="847"/>
                </a:lnTo>
                <a:lnTo>
                  <a:pt x="42" y="848"/>
                </a:lnTo>
                <a:lnTo>
                  <a:pt x="43" y="848"/>
                </a:lnTo>
                <a:lnTo>
                  <a:pt x="44" y="849"/>
                </a:lnTo>
                <a:lnTo>
                  <a:pt x="45" y="850"/>
                </a:lnTo>
                <a:lnTo>
                  <a:pt x="48" y="850"/>
                </a:lnTo>
                <a:lnTo>
                  <a:pt x="49" y="852"/>
                </a:lnTo>
                <a:lnTo>
                  <a:pt x="51" y="852"/>
                </a:lnTo>
                <a:lnTo>
                  <a:pt x="53" y="852"/>
                </a:lnTo>
                <a:lnTo>
                  <a:pt x="55" y="852"/>
                </a:lnTo>
                <a:lnTo>
                  <a:pt x="57" y="853"/>
                </a:lnTo>
                <a:lnTo>
                  <a:pt x="60" y="853"/>
                </a:lnTo>
                <a:lnTo>
                  <a:pt x="62" y="853"/>
                </a:lnTo>
                <a:lnTo>
                  <a:pt x="65" y="853"/>
                </a:lnTo>
                <a:lnTo>
                  <a:pt x="68" y="853"/>
                </a:lnTo>
                <a:lnTo>
                  <a:pt x="71" y="853"/>
                </a:lnTo>
                <a:lnTo>
                  <a:pt x="74" y="853"/>
                </a:lnTo>
                <a:lnTo>
                  <a:pt x="78" y="853"/>
                </a:lnTo>
                <a:lnTo>
                  <a:pt x="81" y="853"/>
                </a:lnTo>
                <a:lnTo>
                  <a:pt x="85" y="853"/>
                </a:lnTo>
                <a:lnTo>
                  <a:pt x="89" y="853"/>
                </a:lnTo>
                <a:lnTo>
                  <a:pt x="91" y="853"/>
                </a:lnTo>
                <a:lnTo>
                  <a:pt x="95" y="853"/>
                </a:lnTo>
                <a:lnTo>
                  <a:pt x="98" y="853"/>
                </a:lnTo>
                <a:lnTo>
                  <a:pt x="102" y="853"/>
                </a:lnTo>
                <a:lnTo>
                  <a:pt x="106" y="853"/>
                </a:lnTo>
                <a:lnTo>
                  <a:pt x="109" y="853"/>
                </a:lnTo>
                <a:lnTo>
                  <a:pt x="114" y="853"/>
                </a:lnTo>
                <a:lnTo>
                  <a:pt x="119" y="853"/>
                </a:lnTo>
                <a:lnTo>
                  <a:pt x="124" y="853"/>
                </a:lnTo>
                <a:lnTo>
                  <a:pt x="130" y="853"/>
                </a:lnTo>
                <a:lnTo>
                  <a:pt x="136" y="853"/>
                </a:lnTo>
                <a:lnTo>
                  <a:pt x="143" y="853"/>
                </a:lnTo>
                <a:lnTo>
                  <a:pt x="150" y="853"/>
                </a:lnTo>
                <a:lnTo>
                  <a:pt x="160" y="853"/>
                </a:lnTo>
                <a:lnTo>
                  <a:pt x="168" y="853"/>
                </a:lnTo>
                <a:lnTo>
                  <a:pt x="179" y="853"/>
                </a:lnTo>
                <a:lnTo>
                  <a:pt x="190" y="853"/>
                </a:lnTo>
                <a:lnTo>
                  <a:pt x="203" y="853"/>
                </a:lnTo>
                <a:lnTo>
                  <a:pt x="216" y="853"/>
                </a:lnTo>
                <a:lnTo>
                  <a:pt x="231" y="853"/>
                </a:lnTo>
                <a:lnTo>
                  <a:pt x="246" y="853"/>
                </a:lnTo>
                <a:lnTo>
                  <a:pt x="264" y="853"/>
                </a:lnTo>
                <a:lnTo>
                  <a:pt x="282" y="853"/>
                </a:lnTo>
                <a:lnTo>
                  <a:pt x="303" y="853"/>
                </a:lnTo>
                <a:lnTo>
                  <a:pt x="324" y="853"/>
                </a:lnTo>
                <a:lnTo>
                  <a:pt x="347" y="853"/>
                </a:lnTo>
                <a:lnTo>
                  <a:pt x="372" y="853"/>
                </a:lnTo>
                <a:lnTo>
                  <a:pt x="398" y="853"/>
                </a:lnTo>
                <a:lnTo>
                  <a:pt x="426" y="853"/>
                </a:lnTo>
                <a:lnTo>
                  <a:pt x="454" y="853"/>
                </a:lnTo>
                <a:lnTo>
                  <a:pt x="481" y="853"/>
                </a:lnTo>
                <a:lnTo>
                  <a:pt x="506" y="853"/>
                </a:lnTo>
                <a:lnTo>
                  <a:pt x="529" y="853"/>
                </a:lnTo>
                <a:lnTo>
                  <a:pt x="550" y="853"/>
                </a:lnTo>
                <a:lnTo>
                  <a:pt x="571" y="853"/>
                </a:lnTo>
                <a:lnTo>
                  <a:pt x="589" y="853"/>
                </a:lnTo>
                <a:lnTo>
                  <a:pt x="606" y="853"/>
                </a:lnTo>
                <a:lnTo>
                  <a:pt x="622" y="853"/>
                </a:lnTo>
                <a:lnTo>
                  <a:pt x="637" y="853"/>
                </a:lnTo>
                <a:lnTo>
                  <a:pt x="650" y="853"/>
                </a:lnTo>
                <a:lnTo>
                  <a:pt x="662" y="853"/>
                </a:lnTo>
                <a:lnTo>
                  <a:pt x="674" y="853"/>
                </a:lnTo>
                <a:lnTo>
                  <a:pt x="684" y="853"/>
                </a:lnTo>
                <a:lnTo>
                  <a:pt x="693" y="853"/>
                </a:lnTo>
                <a:lnTo>
                  <a:pt x="702" y="853"/>
                </a:lnTo>
                <a:lnTo>
                  <a:pt x="710" y="853"/>
                </a:lnTo>
                <a:lnTo>
                  <a:pt x="717" y="853"/>
                </a:lnTo>
                <a:lnTo>
                  <a:pt x="723" y="853"/>
                </a:lnTo>
                <a:lnTo>
                  <a:pt x="729" y="853"/>
                </a:lnTo>
                <a:lnTo>
                  <a:pt x="734" y="853"/>
                </a:lnTo>
                <a:lnTo>
                  <a:pt x="739" y="853"/>
                </a:lnTo>
                <a:lnTo>
                  <a:pt x="744" y="853"/>
                </a:lnTo>
                <a:lnTo>
                  <a:pt x="747" y="853"/>
                </a:lnTo>
                <a:lnTo>
                  <a:pt x="751" y="853"/>
                </a:lnTo>
                <a:lnTo>
                  <a:pt x="755" y="853"/>
                </a:lnTo>
                <a:lnTo>
                  <a:pt x="758" y="853"/>
                </a:lnTo>
                <a:lnTo>
                  <a:pt x="762" y="853"/>
                </a:lnTo>
                <a:lnTo>
                  <a:pt x="764" y="853"/>
                </a:lnTo>
                <a:lnTo>
                  <a:pt x="768" y="853"/>
                </a:lnTo>
                <a:lnTo>
                  <a:pt x="772" y="853"/>
                </a:lnTo>
                <a:lnTo>
                  <a:pt x="775" y="853"/>
                </a:lnTo>
                <a:lnTo>
                  <a:pt x="779" y="853"/>
                </a:lnTo>
                <a:lnTo>
                  <a:pt x="782" y="853"/>
                </a:lnTo>
                <a:lnTo>
                  <a:pt x="785" y="853"/>
                </a:lnTo>
                <a:lnTo>
                  <a:pt x="788" y="853"/>
                </a:lnTo>
                <a:lnTo>
                  <a:pt x="791" y="853"/>
                </a:lnTo>
                <a:lnTo>
                  <a:pt x="793" y="853"/>
                </a:lnTo>
                <a:lnTo>
                  <a:pt x="796" y="853"/>
                </a:lnTo>
                <a:lnTo>
                  <a:pt x="798" y="852"/>
                </a:lnTo>
                <a:lnTo>
                  <a:pt x="799" y="852"/>
                </a:lnTo>
                <a:lnTo>
                  <a:pt x="802" y="852"/>
                </a:lnTo>
                <a:lnTo>
                  <a:pt x="804" y="852"/>
                </a:lnTo>
                <a:lnTo>
                  <a:pt x="805" y="850"/>
                </a:lnTo>
                <a:lnTo>
                  <a:pt x="806" y="850"/>
                </a:lnTo>
                <a:lnTo>
                  <a:pt x="809" y="849"/>
                </a:lnTo>
                <a:lnTo>
                  <a:pt x="810" y="848"/>
                </a:lnTo>
                <a:lnTo>
                  <a:pt x="811" y="848"/>
                </a:lnTo>
                <a:lnTo>
                  <a:pt x="812" y="847"/>
                </a:lnTo>
                <a:lnTo>
                  <a:pt x="814" y="846"/>
                </a:lnTo>
                <a:lnTo>
                  <a:pt x="815" y="844"/>
                </a:lnTo>
                <a:lnTo>
                  <a:pt x="816" y="842"/>
                </a:lnTo>
                <a:lnTo>
                  <a:pt x="817" y="841"/>
                </a:lnTo>
                <a:lnTo>
                  <a:pt x="818" y="840"/>
                </a:lnTo>
                <a:lnTo>
                  <a:pt x="820" y="837"/>
                </a:lnTo>
                <a:lnTo>
                  <a:pt x="821" y="835"/>
                </a:lnTo>
                <a:lnTo>
                  <a:pt x="822" y="832"/>
                </a:lnTo>
                <a:lnTo>
                  <a:pt x="823" y="830"/>
                </a:lnTo>
                <a:lnTo>
                  <a:pt x="826" y="827"/>
                </a:lnTo>
                <a:lnTo>
                  <a:pt x="827" y="824"/>
                </a:lnTo>
                <a:lnTo>
                  <a:pt x="828" y="821"/>
                </a:lnTo>
                <a:lnTo>
                  <a:pt x="829" y="818"/>
                </a:lnTo>
                <a:lnTo>
                  <a:pt x="832" y="814"/>
                </a:lnTo>
                <a:lnTo>
                  <a:pt x="833" y="811"/>
                </a:lnTo>
                <a:lnTo>
                  <a:pt x="835" y="806"/>
                </a:lnTo>
                <a:lnTo>
                  <a:pt x="836" y="802"/>
                </a:lnTo>
                <a:lnTo>
                  <a:pt x="838" y="799"/>
                </a:lnTo>
                <a:lnTo>
                  <a:pt x="839" y="796"/>
                </a:lnTo>
                <a:lnTo>
                  <a:pt x="841" y="793"/>
                </a:lnTo>
                <a:lnTo>
                  <a:pt x="842" y="790"/>
                </a:lnTo>
                <a:lnTo>
                  <a:pt x="844" y="787"/>
                </a:lnTo>
                <a:lnTo>
                  <a:pt x="844" y="784"/>
                </a:lnTo>
                <a:lnTo>
                  <a:pt x="845" y="782"/>
                </a:lnTo>
                <a:lnTo>
                  <a:pt x="846" y="778"/>
                </a:lnTo>
                <a:lnTo>
                  <a:pt x="847" y="776"/>
                </a:lnTo>
                <a:lnTo>
                  <a:pt x="847" y="773"/>
                </a:lnTo>
                <a:lnTo>
                  <a:pt x="848" y="771"/>
                </a:lnTo>
                <a:lnTo>
                  <a:pt x="848" y="767"/>
                </a:lnTo>
                <a:lnTo>
                  <a:pt x="850" y="765"/>
                </a:lnTo>
                <a:lnTo>
                  <a:pt x="850" y="763"/>
                </a:lnTo>
                <a:lnTo>
                  <a:pt x="851" y="759"/>
                </a:lnTo>
                <a:lnTo>
                  <a:pt x="851" y="755"/>
                </a:lnTo>
                <a:lnTo>
                  <a:pt x="851" y="753"/>
                </a:lnTo>
                <a:lnTo>
                  <a:pt x="851" y="749"/>
                </a:lnTo>
                <a:lnTo>
                  <a:pt x="852" y="745"/>
                </a:lnTo>
                <a:lnTo>
                  <a:pt x="852" y="741"/>
                </a:lnTo>
                <a:lnTo>
                  <a:pt x="852" y="737"/>
                </a:lnTo>
                <a:lnTo>
                  <a:pt x="852" y="733"/>
                </a:lnTo>
                <a:lnTo>
                  <a:pt x="852" y="728"/>
                </a:lnTo>
                <a:lnTo>
                  <a:pt x="852" y="722"/>
                </a:lnTo>
                <a:lnTo>
                  <a:pt x="852" y="717"/>
                </a:lnTo>
                <a:lnTo>
                  <a:pt x="852" y="711"/>
                </a:lnTo>
                <a:lnTo>
                  <a:pt x="852" y="704"/>
                </a:lnTo>
                <a:lnTo>
                  <a:pt x="852" y="698"/>
                </a:lnTo>
                <a:lnTo>
                  <a:pt x="852" y="690"/>
                </a:lnTo>
                <a:lnTo>
                  <a:pt x="852" y="682"/>
                </a:lnTo>
                <a:lnTo>
                  <a:pt x="852" y="675"/>
                </a:lnTo>
                <a:lnTo>
                  <a:pt x="852" y="668"/>
                </a:lnTo>
                <a:lnTo>
                  <a:pt x="852" y="660"/>
                </a:lnTo>
                <a:lnTo>
                  <a:pt x="852" y="654"/>
                </a:lnTo>
                <a:lnTo>
                  <a:pt x="852" y="647"/>
                </a:lnTo>
                <a:lnTo>
                  <a:pt x="852" y="641"/>
                </a:lnTo>
                <a:lnTo>
                  <a:pt x="852" y="636"/>
                </a:lnTo>
                <a:lnTo>
                  <a:pt x="852" y="630"/>
                </a:lnTo>
                <a:lnTo>
                  <a:pt x="852" y="626"/>
                </a:lnTo>
                <a:lnTo>
                  <a:pt x="852" y="620"/>
                </a:lnTo>
                <a:lnTo>
                  <a:pt x="852" y="615"/>
                </a:lnTo>
                <a:lnTo>
                  <a:pt x="852" y="609"/>
                </a:lnTo>
                <a:lnTo>
                  <a:pt x="852" y="604"/>
                </a:lnTo>
                <a:lnTo>
                  <a:pt x="852" y="598"/>
                </a:lnTo>
                <a:lnTo>
                  <a:pt x="852" y="592"/>
                </a:lnTo>
                <a:lnTo>
                  <a:pt x="852" y="587"/>
                </a:lnTo>
                <a:lnTo>
                  <a:pt x="852" y="580"/>
                </a:lnTo>
                <a:lnTo>
                  <a:pt x="852" y="574"/>
                </a:lnTo>
                <a:lnTo>
                  <a:pt x="852" y="568"/>
                </a:lnTo>
                <a:lnTo>
                  <a:pt x="852" y="561"/>
                </a:lnTo>
                <a:lnTo>
                  <a:pt x="852" y="552"/>
                </a:lnTo>
                <a:lnTo>
                  <a:pt x="852" y="545"/>
                </a:lnTo>
                <a:lnTo>
                  <a:pt x="852" y="535"/>
                </a:lnTo>
                <a:lnTo>
                  <a:pt x="852" y="527"/>
                </a:lnTo>
                <a:lnTo>
                  <a:pt x="852" y="517"/>
                </a:lnTo>
                <a:lnTo>
                  <a:pt x="852" y="507"/>
                </a:lnTo>
                <a:lnTo>
                  <a:pt x="852" y="496"/>
                </a:lnTo>
                <a:lnTo>
                  <a:pt x="852" y="484"/>
                </a:lnTo>
                <a:lnTo>
                  <a:pt x="852" y="470"/>
                </a:lnTo>
                <a:lnTo>
                  <a:pt x="852" y="457"/>
                </a:lnTo>
                <a:lnTo>
                  <a:pt x="852" y="443"/>
                </a:lnTo>
                <a:lnTo>
                  <a:pt x="852" y="427"/>
                </a:lnTo>
                <a:lnTo>
                  <a:pt x="852" y="412"/>
                </a:lnTo>
                <a:lnTo>
                  <a:pt x="852" y="397"/>
                </a:lnTo>
                <a:lnTo>
                  <a:pt x="852" y="383"/>
                </a:lnTo>
                <a:lnTo>
                  <a:pt x="852" y="371"/>
                </a:lnTo>
                <a:lnTo>
                  <a:pt x="852" y="359"/>
                </a:lnTo>
                <a:lnTo>
                  <a:pt x="852" y="347"/>
                </a:lnTo>
                <a:lnTo>
                  <a:pt x="852" y="337"/>
                </a:lnTo>
                <a:lnTo>
                  <a:pt x="852" y="327"/>
                </a:lnTo>
                <a:lnTo>
                  <a:pt x="852" y="318"/>
                </a:lnTo>
                <a:lnTo>
                  <a:pt x="852" y="309"/>
                </a:lnTo>
                <a:lnTo>
                  <a:pt x="852" y="301"/>
                </a:lnTo>
                <a:lnTo>
                  <a:pt x="852" y="294"/>
                </a:lnTo>
                <a:lnTo>
                  <a:pt x="852" y="287"/>
                </a:lnTo>
                <a:lnTo>
                  <a:pt x="852" y="279"/>
                </a:lnTo>
                <a:lnTo>
                  <a:pt x="852" y="273"/>
                </a:lnTo>
                <a:lnTo>
                  <a:pt x="852" y="267"/>
                </a:lnTo>
                <a:lnTo>
                  <a:pt x="852" y="261"/>
                </a:lnTo>
                <a:lnTo>
                  <a:pt x="852" y="255"/>
                </a:lnTo>
                <a:lnTo>
                  <a:pt x="852" y="250"/>
                </a:lnTo>
                <a:lnTo>
                  <a:pt x="852" y="244"/>
                </a:lnTo>
                <a:lnTo>
                  <a:pt x="852" y="240"/>
                </a:lnTo>
                <a:lnTo>
                  <a:pt x="852" y="234"/>
                </a:lnTo>
                <a:lnTo>
                  <a:pt x="852" y="229"/>
                </a:lnTo>
                <a:lnTo>
                  <a:pt x="852" y="223"/>
                </a:lnTo>
                <a:lnTo>
                  <a:pt x="852" y="218"/>
                </a:lnTo>
                <a:lnTo>
                  <a:pt x="852" y="212"/>
                </a:lnTo>
                <a:lnTo>
                  <a:pt x="852" y="206"/>
                </a:lnTo>
                <a:lnTo>
                  <a:pt x="852" y="200"/>
                </a:lnTo>
                <a:lnTo>
                  <a:pt x="852" y="193"/>
                </a:lnTo>
                <a:lnTo>
                  <a:pt x="852" y="187"/>
                </a:lnTo>
                <a:lnTo>
                  <a:pt x="852" y="178"/>
                </a:lnTo>
                <a:lnTo>
                  <a:pt x="852" y="171"/>
                </a:lnTo>
                <a:lnTo>
                  <a:pt x="852" y="164"/>
                </a:lnTo>
                <a:lnTo>
                  <a:pt x="852" y="157"/>
                </a:lnTo>
                <a:lnTo>
                  <a:pt x="852" y="149"/>
                </a:lnTo>
                <a:lnTo>
                  <a:pt x="852" y="143"/>
                </a:lnTo>
                <a:lnTo>
                  <a:pt x="852" y="137"/>
                </a:lnTo>
                <a:lnTo>
                  <a:pt x="852" y="131"/>
                </a:lnTo>
                <a:lnTo>
                  <a:pt x="852" y="127"/>
                </a:lnTo>
                <a:lnTo>
                  <a:pt x="852" y="122"/>
                </a:lnTo>
                <a:lnTo>
                  <a:pt x="852" y="117"/>
                </a:lnTo>
                <a:lnTo>
                  <a:pt x="852" y="112"/>
                </a:lnTo>
                <a:lnTo>
                  <a:pt x="852" y="109"/>
                </a:lnTo>
                <a:lnTo>
                  <a:pt x="851" y="105"/>
                </a:lnTo>
                <a:lnTo>
                  <a:pt x="851" y="101"/>
                </a:lnTo>
                <a:lnTo>
                  <a:pt x="851" y="98"/>
                </a:lnTo>
                <a:lnTo>
                  <a:pt x="851" y="94"/>
                </a:lnTo>
                <a:lnTo>
                  <a:pt x="850" y="92"/>
                </a:lnTo>
                <a:lnTo>
                  <a:pt x="850" y="88"/>
                </a:lnTo>
                <a:lnTo>
                  <a:pt x="848" y="86"/>
                </a:lnTo>
                <a:lnTo>
                  <a:pt x="848" y="83"/>
                </a:lnTo>
                <a:lnTo>
                  <a:pt x="847" y="80"/>
                </a:lnTo>
                <a:lnTo>
                  <a:pt x="847" y="77"/>
                </a:lnTo>
                <a:lnTo>
                  <a:pt x="846" y="75"/>
                </a:lnTo>
                <a:lnTo>
                  <a:pt x="845" y="73"/>
                </a:lnTo>
                <a:lnTo>
                  <a:pt x="844" y="69"/>
                </a:lnTo>
                <a:lnTo>
                  <a:pt x="844" y="67"/>
                </a:lnTo>
                <a:lnTo>
                  <a:pt x="842" y="64"/>
                </a:lnTo>
                <a:lnTo>
                  <a:pt x="841" y="60"/>
                </a:lnTo>
                <a:lnTo>
                  <a:pt x="839" y="58"/>
                </a:lnTo>
                <a:lnTo>
                  <a:pt x="838" y="54"/>
                </a:lnTo>
                <a:lnTo>
                  <a:pt x="836" y="51"/>
                </a:lnTo>
                <a:lnTo>
                  <a:pt x="835" y="47"/>
                </a:lnTo>
                <a:lnTo>
                  <a:pt x="833" y="44"/>
                </a:lnTo>
                <a:lnTo>
                  <a:pt x="832" y="40"/>
                </a:lnTo>
                <a:lnTo>
                  <a:pt x="829" y="36"/>
                </a:lnTo>
                <a:lnTo>
                  <a:pt x="828" y="33"/>
                </a:lnTo>
                <a:lnTo>
                  <a:pt x="827" y="29"/>
                </a:lnTo>
                <a:lnTo>
                  <a:pt x="826" y="27"/>
                </a:lnTo>
                <a:lnTo>
                  <a:pt x="823" y="23"/>
                </a:lnTo>
                <a:lnTo>
                  <a:pt x="822" y="21"/>
                </a:lnTo>
                <a:lnTo>
                  <a:pt x="821" y="18"/>
                </a:lnTo>
                <a:lnTo>
                  <a:pt x="820" y="16"/>
                </a:lnTo>
                <a:lnTo>
                  <a:pt x="818" y="15"/>
                </a:lnTo>
                <a:lnTo>
                  <a:pt x="817" y="12"/>
                </a:lnTo>
                <a:lnTo>
                  <a:pt x="816" y="11"/>
                </a:lnTo>
                <a:lnTo>
                  <a:pt x="815" y="10"/>
                </a:lnTo>
                <a:lnTo>
                  <a:pt x="814" y="9"/>
                </a:lnTo>
                <a:lnTo>
                  <a:pt x="812" y="8"/>
                </a:lnTo>
                <a:lnTo>
                  <a:pt x="811" y="6"/>
                </a:lnTo>
                <a:lnTo>
                  <a:pt x="810" y="5"/>
                </a:lnTo>
                <a:lnTo>
                  <a:pt x="809" y="4"/>
                </a:lnTo>
                <a:lnTo>
                  <a:pt x="806" y="4"/>
                </a:lnTo>
                <a:lnTo>
                  <a:pt x="805" y="3"/>
                </a:lnTo>
                <a:lnTo>
                  <a:pt x="804" y="3"/>
                </a:lnTo>
                <a:lnTo>
                  <a:pt x="802" y="2"/>
                </a:lnTo>
                <a:lnTo>
                  <a:pt x="799" y="2"/>
                </a:lnTo>
                <a:lnTo>
                  <a:pt x="798" y="2"/>
                </a:lnTo>
                <a:lnTo>
                  <a:pt x="796" y="2"/>
                </a:lnTo>
                <a:lnTo>
                  <a:pt x="793" y="0"/>
                </a:lnTo>
                <a:lnTo>
                  <a:pt x="791" y="0"/>
                </a:lnTo>
                <a:lnTo>
                  <a:pt x="788" y="0"/>
                </a:lnTo>
                <a:lnTo>
                  <a:pt x="785" y="0"/>
                </a:lnTo>
                <a:lnTo>
                  <a:pt x="782" y="0"/>
                </a:lnTo>
                <a:lnTo>
                  <a:pt x="779" y="0"/>
                </a:lnTo>
                <a:lnTo>
                  <a:pt x="775" y="0"/>
                </a:lnTo>
                <a:lnTo>
                  <a:pt x="772" y="0"/>
                </a:lnTo>
                <a:lnTo>
                  <a:pt x="768" y="0"/>
                </a:lnTo>
                <a:lnTo>
                  <a:pt x="764" y="0"/>
                </a:lnTo>
                <a:lnTo>
                  <a:pt x="762" y="0"/>
                </a:lnTo>
                <a:lnTo>
                  <a:pt x="758" y="0"/>
                </a:lnTo>
                <a:lnTo>
                  <a:pt x="755" y="0"/>
                </a:lnTo>
                <a:lnTo>
                  <a:pt x="751" y="0"/>
                </a:lnTo>
                <a:lnTo>
                  <a:pt x="747" y="0"/>
                </a:lnTo>
                <a:lnTo>
                  <a:pt x="744" y="0"/>
                </a:lnTo>
                <a:lnTo>
                  <a:pt x="739" y="0"/>
                </a:lnTo>
                <a:lnTo>
                  <a:pt x="734" y="0"/>
                </a:lnTo>
                <a:lnTo>
                  <a:pt x="729" y="0"/>
                </a:lnTo>
                <a:lnTo>
                  <a:pt x="723" y="0"/>
                </a:lnTo>
                <a:lnTo>
                  <a:pt x="717" y="0"/>
                </a:lnTo>
                <a:lnTo>
                  <a:pt x="710" y="0"/>
                </a:lnTo>
                <a:lnTo>
                  <a:pt x="702" y="0"/>
                </a:lnTo>
                <a:lnTo>
                  <a:pt x="693" y="0"/>
                </a:lnTo>
                <a:lnTo>
                  <a:pt x="684" y="0"/>
                </a:lnTo>
                <a:lnTo>
                  <a:pt x="674" y="0"/>
                </a:lnTo>
                <a:lnTo>
                  <a:pt x="662" y="0"/>
                </a:lnTo>
                <a:lnTo>
                  <a:pt x="650" y="0"/>
                </a:lnTo>
                <a:lnTo>
                  <a:pt x="637" y="0"/>
                </a:lnTo>
                <a:lnTo>
                  <a:pt x="622" y="0"/>
                </a:lnTo>
                <a:lnTo>
                  <a:pt x="606" y="0"/>
                </a:lnTo>
                <a:lnTo>
                  <a:pt x="589" y="0"/>
                </a:lnTo>
                <a:lnTo>
                  <a:pt x="571" y="0"/>
                </a:lnTo>
                <a:lnTo>
                  <a:pt x="550" y="0"/>
                </a:lnTo>
                <a:lnTo>
                  <a:pt x="529" y="0"/>
                </a:lnTo>
                <a:lnTo>
                  <a:pt x="506" y="0"/>
                </a:lnTo>
                <a:lnTo>
                  <a:pt x="481" y="0"/>
                </a:lnTo>
                <a:lnTo>
                  <a:pt x="454" y="0"/>
                </a:lnTo>
                <a:lnTo>
                  <a:pt x="426" y="0"/>
                </a:lnTo>
                <a:close/>
              </a:path>
            </a:pathLst>
          </a:custGeom>
          <a:noFill/>
          <a:ln w="33401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897" name="Group 1">
            <a:extLst>
              <a:ext uri="{FF2B5EF4-FFF2-40B4-BE49-F238E27FC236}">
                <a16:creationId xmlns:a16="http://schemas.microsoft.com/office/drawing/2014/main" id="{9A73FAAC-CD9E-4CBB-8177-446DD25DB80A}"/>
              </a:ext>
            </a:extLst>
          </p:cNvPr>
          <p:cNvGrpSpPr>
            <a:grpSpLocks/>
          </p:cNvGrpSpPr>
          <p:nvPr/>
        </p:nvGrpSpPr>
        <p:grpSpPr bwMode="auto">
          <a:xfrm>
            <a:off x="554038" y="762000"/>
            <a:ext cx="5008562" cy="2773363"/>
            <a:chOff x="2030413" y="1379538"/>
            <a:chExt cx="5008562" cy="2773362"/>
          </a:xfrm>
        </p:grpSpPr>
        <p:sp>
          <p:nvSpPr>
            <p:cNvPr id="81079" name="Rectangle 4">
              <a:extLst>
                <a:ext uri="{FF2B5EF4-FFF2-40B4-BE49-F238E27FC236}">
                  <a16:creationId xmlns:a16="http://schemas.microsoft.com/office/drawing/2014/main" id="{9082CE27-A89A-4B7A-8242-475129422B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1379538"/>
              <a:ext cx="4979987" cy="11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80" name="Rectangle 5">
              <a:extLst>
                <a:ext uri="{FF2B5EF4-FFF2-40B4-BE49-F238E27FC236}">
                  <a16:creationId xmlns:a16="http://schemas.microsoft.com/office/drawing/2014/main" id="{372E1BF1-85D5-4093-84B5-66485B198C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1403350"/>
              <a:ext cx="11112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81" name="Rectangle 6">
              <a:extLst>
                <a:ext uri="{FF2B5EF4-FFF2-40B4-BE49-F238E27FC236}">
                  <a16:creationId xmlns:a16="http://schemas.microsoft.com/office/drawing/2014/main" id="{7A7520A2-7DE5-48A6-84B1-1FECC98525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82" name="Rectangle 7">
              <a:extLst>
                <a:ext uri="{FF2B5EF4-FFF2-40B4-BE49-F238E27FC236}">
                  <a16:creationId xmlns:a16="http://schemas.microsoft.com/office/drawing/2014/main" id="{B5DD7386-9B29-40D3-B240-D45C6ED661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688" y="1649413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Present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83" name="Rectangle 8">
              <a:extLst>
                <a:ext uri="{FF2B5EF4-FFF2-40B4-BE49-F238E27FC236}">
                  <a16:creationId xmlns:a16="http://schemas.microsoft.com/office/drawing/2014/main" id="{399C335B-A836-47DB-ABDE-ABE0819902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84" name="Rectangle 9">
              <a:extLst>
                <a:ext uri="{FF2B5EF4-FFF2-40B4-BE49-F238E27FC236}">
                  <a16:creationId xmlns:a16="http://schemas.microsoft.com/office/drawing/2014/main" id="{E32E09D5-B95E-46D7-8791-6B5D29496E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85" name="Rectangle 10">
              <a:extLst>
                <a:ext uri="{FF2B5EF4-FFF2-40B4-BE49-F238E27FC236}">
                  <a16:creationId xmlns:a16="http://schemas.microsoft.com/office/drawing/2014/main" id="{55527821-8AF9-456F-81C3-7E7F1B2A86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858963"/>
              <a:ext cx="2925762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86" name="Rectangle 11">
              <a:extLst>
                <a:ext uri="{FF2B5EF4-FFF2-40B4-BE49-F238E27FC236}">
                  <a16:creationId xmlns:a16="http://schemas.microsoft.com/office/drawing/2014/main" id="{11CF8CDF-CA02-487F-BCE2-6C64552092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1871663"/>
              <a:ext cx="11112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87" name="Rectangle 12">
              <a:extLst>
                <a:ext uri="{FF2B5EF4-FFF2-40B4-BE49-F238E27FC236}">
                  <a16:creationId xmlns:a16="http://schemas.microsoft.com/office/drawing/2014/main" id="{F51F2025-391E-43B9-A284-81169FD88F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9713" y="1506538"/>
              <a:ext cx="10207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Nextstate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88" name="Rectangle 13">
              <a:extLst>
                <a:ext uri="{FF2B5EF4-FFF2-40B4-BE49-F238E27FC236}">
                  <a16:creationId xmlns:a16="http://schemas.microsoft.com/office/drawing/2014/main" id="{40A7ACE5-8453-4A93-BF65-626E55884B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89" name="Rectangle 14">
              <a:extLst>
                <a:ext uri="{FF2B5EF4-FFF2-40B4-BE49-F238E27FC236}">
                  <a16:creationId xmlns:a16="http://schemas.microsoft.com/office/drawing/2014/main" id="{0E79FD5D-F474-4E38-976F-630B0F3F13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8388" y="1973263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90" name="Rectangle 15">
              <a:extLst>
                <a:ext uri="{FF2B5EF4-FFF2-40B4-BE49-F238E27FC236}">
                  <a16:creationId xmlns:a16="http://schemas.microsoft.com/office/drawing/2014/main" id="{05AADAD8-6D77-4126-AA01-B869222552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6438" y="197167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ab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91" name="Rectangle 16">
              <a:extLst>
                <a:ext uri="{FF2B5EF4-FFF2-40B4-BE49-F238E27FC236}">
                  <a16:creationId xmlns:a16="http://schemas.microsoft.com/office/drawing/2014/main" id="{C1023B7A-D3F4-4C2B-9540-BD3F8E31E4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825" y="1973263"/>
              <a:ext cx="460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=00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92" name="Rectangle 17">
              <a:extLst>
                <a:ext uri="{FF2B5EF4-FFF2-40B4-BE49-F238E27FC236}">
                  <a16:creationId xmlns:a16="http://schemas.microsoft.com/office/drawing/2014/main" id="{DC500E61-B10B-4306-B2DF-2942B6D5C6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1813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93" name="Rectangle 18">
              <a:extLst>
                <a:ext uri="{FF2B5EF4-FFF2-40B4-BE49-F238E27FC236}">
                  <a16:creationId xmlns:a16="http://schemas.microsoft.com/office/drawing/2014/main" id="{178DAE05-A0C5-41A2-85A8-5664EA08B3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9350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94" name="Rectangle 19">
              <a:extLst>
                <a:ext uri="{FF2B5EF4-FFF2-40B4-BE49-F238E27FC236}">
                  <a16:creationId xmlns:a16="http://schemas.microsoft.com/office/drawing/2014/main" id="{2125A04F-358D-4DF1-AC05-EC3AB48E9E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95" name="Rectangle 20">
              <a:extLst>
                <a:ext uri="{FF2B5EF4-FFF2-40B4-BE49-F238E27FC236}">
                  <a16:creationId xmlns:a16="http://schemas.microsoft.com/office/drawing/2014/main" id="{AFCFF723-7BDB-457C-B98B-7A3A8C1E70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3713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96" name="Rectangle 21">
              <a:extLst>
                <a:ext uri="{FF2B5EF4-FFF2-40B4-BE49-F238E27FC236}">
                  <a16:creationId xmlns:a16="http://schemas.microsoft.com/office/drawing/2014/main" id="{372DFC68-6CE8-4F2A-95D0-D4838FE2B1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97" name="Rectangle 22">
              <a:extLst>
                <a:ext uri="{FF2B5EF4-FFF2-40B4-BE49-F238E27FC236}">
                  <a16:creationId xmlns:a16="http://schemas.microsoft.com/office/drawing/2014/main" id="{107BE6F6-FF3B-495E-9D0D-AC15C1AE20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316163"/>
              <a:ext cx="2925762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98" name="Rectangle 23">
              <a:extLst>
                <a:ext uri="{FF2B5EF4-FFF2-40B4-BE49-F238E27FC236}">
                  <a16:creationId xmlns:a16="http://schemas.microsoft.com/office/drawing/2014/main" id="{00199E22-95A5-47B2-B4F1-8406B52927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2328863"/>
              <a:ext cx="11112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99" name="Rectangle 24">
              <a:extLst>
                <a:ext uri="{FF2B5EF4-FFF2-40B4-BE49-F238E27FC236}">
                  <a16:creationId xmlns:a16="http://schemas.microsoft.com/office/drawing/2014/main" id="{B96E45B6-DC86-4728-B778-E8F416BC5A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2200" y="1881188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Output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00" name="Rectangle 25">
              <a:extLst>
                <a:ext uri="{FF2B5EF4-FFF2-40B4-BE49-F238E27FC236}">
                  <a16:creationId xmlns:a16="http://schemas.microsoft.com/office/drawing/2014/main" id="{20C03469-F902-4EEA-85AA-98C66A047E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6800" y="22812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01" name="Rectangle 26">
              <a:extLst>
                <a:ext uri="{FF2B5EF4-FFF2-40B4-BE49-F238E27FC236}">
                  <a16:creationId xmlns:a16="http://schemas.microsoft.com/office/drawing/2014/main" id="{65D417E1-AE62-4263-B56C-4077232D12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0625" y="2379663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02" name="Rectangle 27">
              <a:extLst>
                <a:ext uri="{FF2B5EF4-FFF2-40B4-BE49-F238E27FC236}">
                  <a16:creationId xmlns:a16="http://schemas.microsoft.com/office/drawing/2014/main" id="{22D374DB-A3A5-419B-A627-E6AB790DC4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281238"/>
              <a:ext cx="17621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03" name="Rectangle 28">
              <a:extLst>
                <a:ext uri="{FF2B5EF4-FFF2-40B4-BE49-F238E27FC236}">
                  <a16:creationId xmlns:a16="http://schemas.microsoft.com/office/drawing/2014/main" id="{C1F84D82-9936-438C-8554-E763D3B127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04" name="Rectangle 29">
              <a:extLst>
                <a:ext uri="{FF2B5EF4-FFF2-40B4-BE49-F238E27FC236}">
                  <a16:creationId xmlns:a16="http://schemas.microsoft.com/office/drawing/2014/main" id="{A7455BD9-2ACE-4BCD-B1D1-3F66BB7BA5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8750" y="2379663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05" name="Rectangle 30">
              <a:extLst>
                <a:ext uri="{FF2B5EF4-FFF2-40B4-BE49-F238E27FC236}">
                  <a16:creationId xmlns:a16="http://schemas.microsoft.com/office/drawing/2014/main" id="{980D39B3-0145-4AC5-86CD-DBECAB7B49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7363" y="24272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06" name="Rectangle 31">
              <a:extLst>
                <a:ext uri="{FF2B5EF4-FFF2-40B4-BE49-F238E27FC236}">
                  <a16:creationId xmlns:a16="http://schemas.microsoft.com/office/drawing/2014/main" id="{15E0BAEF-311D-4855-9D9D-541F7953C5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3413" y="25241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07" name="Rectangle 32">
              <a:extLst>
                <a:ext uri="{FF2B5EF4-FFF2-40B4-BE49-F238E27FC236}">
                  <a16:creationId xmlns:a16="http://schemas.microsoft.com/office/drawing/2014/main" id="{AE78F979-486F-4702-828B-48A538E952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7713" y="24272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08" name="Rectangle 33">
              <a:extLst>
                <a:ext uri="{FF2B5EF4-FFF2-40B4-BE49-F238E27FC236}">
                  <a16:creationId xmlns:a16="http://schemas.microsoft.com/office/drawing/2014/main" id="{005D591F-7D6A-41D6-9E56-0047959126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09" name="Rectangle 34">
              <a:extLst>
                <a:ext uri="{FF2B5EF4-FFF2-40B4-BE49-F238E27FC236}">
                  <a16:creationId xmlns:a16="http://schemas.microsoft.com/office/drawing/2014/main" id="{005D49CA-8BEC-4A00-9927-FA1D082461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3763" y="25241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10" name="Rectangle 35">
              <a:extLst>
                <a:ext uri="{FF2B5EF4-FFF2-40B4-BE49-F238E27FC236}">
                  <a16:creationId xmlns:a16="http://schemas.microsoft.com/office/drawing/2014/main" id="{DD2F3056-CBF4-49E9-8448-2685FF9398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11" name="Rectangle 36">
              <a:extLst>
                <a:ext uri="{FF2B5EF4-FFF2-40B4-BE49-F238E27FC236}">
                  <a16:creationId xmlns:a16="http://schemas.microsoft.com/office/drawing/2014/main" id="{7C97428C-7DE4-4274-9F36-3C14F010CC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2771775"/>
              <a:ext cx="49799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12" name="Rectangle 37">
              <a:extLst>
                <a:ext uri="{FF2B5EF4-FFF2-40B4-BE49-F238E27FC236}">
                  <a16:creationId xmlns:a16="http://schemas.microsoft.com/office/drawing/2014/main" id="{F8851351-EC9F-4220-A988-E35065D894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2787650"/>
              <a:ext cx="11112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13" name="Rectangle 38">
              <a:extLst>
                <a:ext uri="{FF2B5EF4-FFF2-40B4-BE49-F238E27FC236}">
                  <a16:creationId xmlns:a16="http://schemas.microsoft.com/office/drawing/2014/main" id="{74A50FE0-83BF-4935-B47C-A63744D703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62713" y="2281238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14" name="Rectangle 39">
              <a:extLst>
                <a:ext uri="{FF2B5EF4-FFF2-40B4-BE49-F238E27FC236}">
                  <a16:creationId xmlns:a16="http://schemas.microsoft.com/office/drawing/2014/main" id="{95D1045B-CD3C-448C-A1E1-24C221C8D2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15" name="Rectangle 40">
              <a:extLst>
                <a:ext uri="{FF2B5EF4-FFF2-40B4-BE49-F238E27FC236}">
                  <a16:creationId xmlns:a16="http://schemas.microsoft.com/office/drawing/2014/main" id="{56458E0E-9FE9-4F2E-B165-E3A3B4690C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16" name="Rectangle 41">
              <a:extLst>
                <a:ext uri="{FF2B5EF4-FFF2-40B4-BE49-F238E27FC236}">
                  <a16:creationId xmlns:a16="http://schemas.microsoft.com/office/drawing/2014/main" id="{770F9D35-B4E6-48F1-BC3F-22F7719131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17" name="Rectangle 42">
              <a:extLst>
                <a:ext uri="{FF2B5EF4-FFF2-40B4-BE49-F238E27FC236}">
                  <a16:creationId xmlns:a16="http://schemas.microsoft.com/office/drawing/2014/main" id="{733E847D-29E1-4742-BDF9-D48308C10A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18" name="Rectangle 43">
              <a:extLst>
                <a:ext uri="{FF2B5EF4-FFF2-40B4-BE49-F238E27FC236}">
                  <a16:creationId xmlns:a16="http://schemas.microsoft.com/office/drawing/2014/main" id="{07B12129-B52C-437C-AB02-D6DCF36BA3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19" name="Rectangle 44">
              <a:extLst>
                <a:ext uri="{FF2B5EF4-FFF2-40B4-BE49-F238E27FC236}">
                  <a16:creationId xmlns:a16="http://schemas.microsoft.com/office/drawing/2014/main" id="{74102047-1A1F-41A0-98BC-990A5B5230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20" name="Rectangle 45">
              <a:extLst>
                <a:ext uri="{FF2B5EF4-FFF2-40B4-BE49-F238E27FC236}">
                  <a16:creationId xmlns:a16="http://schemas.microsoft.com/office/drawing/2014/main" id="{6DDEF8B6-86D6-41BE-802F-C4619DC091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21" name="Rectangle 46">
              <a:extLst>
                <a:ext uri="{FF2B5EF4-FFF2-40B4-BE49-F238E27FC236}">
                  <a16:creationId xmlns:a16="http://schemas.microsoft.com/office/drawing/2014/main" id="{6D0B09D7-724B-4047-986F-1C043EBCB4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22" name="Rectangle 47">
              <a:extLst>
                <a:ext uri="{FF2B5EF4-FFF2-40B4-BE49-F238E27FC236}">
                  <a16:creationId xmlns:a16="http://schemas.microsoft.com/office/drawing/2014/main" id="{3A58B7AF-235D-4411-8FB3-5B39EA40C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23" name="Rectangle 48">
              <a:extLst>
                <a:ext uri="{FF2B5EF4-FFF2-40B4-BE49-F238E27FC236}">
                  <a16:creationId xmlns:a16="http://schemas.microsoft.com/office/drawing/2014/main" id="{87FE80B6-0664-4E1A-83AA-97C929A5F1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24" name="Rectangle 49">
              <a:extLst>
                <a:ext uri="{FF2B5EF4-FFF2-40B4-BE49-F238E27FC236}">
                  <a16:creationId xmlns:a16="http://schemas.microsoft.com/office/drawing/2014/main" id="{0F17E3CB-47F3-4F4B-B6A9-B322BDB5CB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189288"/>
              <a:ext cx="11112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25" name="Rectangle 50">
              <a:extLst>
                <a:ext uri="{FF2B5EF4-FFF2-40B4-BE49-F238E27FC236}">
                  <a16:creationId xmlns:a16="http://schemas.microsoft.com/office/drawing/2014/main" id="{74A08E5F-68F1-42B9-8761-50F4304355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26" name="Rectangle 51">
              <a:extLst>
                <a:ext uri="{FF2B5EF4-FFF2-40B4-BE49-F238E27FC236}">
                  <a16:creationId xmlns:a16="http://schemas.microsoft.com/office/drawing/2014/main" id="{EFE59324-8B39-41E8-A5B1-15FADBA8AF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27" name="Rectangle 52">
              <a:extLst>
                <a:ext uri="{FF2B5EF4-FFF2-40B4-BE49-F238E27FC236}">
                  <a16:creationId xmlns:a16="http://schemas.microsoft.com/office/drawing/2014/main" id="{5CBF8F9C-4796-4A78-B2DD-D15E6A415B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28" name="Rectangle 53">
              <a:extLst>
                <a:ext uri="{FF2B5EF4-FFF2-40B4-BE49-F238E27FC236}">
                  <a16:creationId xmlns:a16="http://schemas.microsoft.com/office/drawing/2014/main" id="{ABC88322-9FDD-4EDB-86E6-2028CEC420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29" name="Rectangle 54">
              <a:extLst>
                <a:ext uri="{FF2B5EF4-FFF2-40B4-BE49-F238E27FC236}">
                  <a16:creationId xmlns:a16="http://schemas.microsoft.com/office/drawing/2014/main" id="{4A879FE0-79D2-4A95-A3F6-A749BA572A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30" name="Rectangle 55">
              <a:extLst>
                <a:ext uri="{FF2B5EF4-FFF2-40B4-BE49-F238E27FC236}">
                  <a16:creationId xmlns:a16="http://schemas.microsoft.com/office/drawing/2014/main" id="{6C3F66A5-3F61-4FF1-96DE-1FA987A37E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31" name="Rectangle 56">
              <a:extLst>
                <a:ext uri="{FF2B5EF4-FFF2-40B4-BE49-F238E27FC236}">
                  <a16:creationId xmlns:a16="http://schemas.microsoft.com/office/drawing/2014/main" id="{1E36E5E0-0DBD-4DA8-ABB4-D29EFEE57C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32" name="Rectangle 57">
              <a:extLst>
                <a:ext uri="{FF2B5EF4-FFF2-40B4-BE49-F238E27FC236}">
                  <a16:creationId xmlns:a16="http://schemas.microsoft.com/office/drawing/2014/main" id="{078D8C38-8F80-4E5F-84A8-33457F6AF0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33" name="Rectangle 58">
              <a:extLst>
                <a:ext uri="{FF2B5EF4-FFF2-40B4-BE49-F238E27FC236}">
                  <a16:creationId xmlns:a16="http://schemas.microsoft.com/office/drawing/2014/main" id="{ECC02EB6-A829-4981-9E8D-482448B00B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34" name="Rectangle 59">
              <a:extLst>
                <a:ext uri="{FF2B5EF4-FFF2-40B4-BE49-F238E27FC236}">
                  <a16:creationId xmlns:a16="http://schemas.microsoft.com/office/drawing/2014/main" id="{B8E63DFE-F030-4ABD-A36B-D0F2A5A514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35" name="Rectangle 60">
              <a:extLst>
                <a:ext uri="{FF2B5EF4-FFF2-40B4-BE49-F238E27FC236}">
                  <a16:creationId xmlns:a16="http://schemas.microsoft.com/office/drawing/2014/main" id="{3D6B50BA-744B-4C11-9DA1-2F0CE53C90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36" name="Rectangle 61">
              <a:extLst>
                <a:ext uri="{FF2B5EF4-FFF2-40B4-BE49-F238E27FC236}">
                  <a16:creationId xmlns:a16="http://schemas.microsoft.com/office/drawing/2014/main" id="{5C2089AD-5318-4158-8705-5B2589363C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494088"/>
              <a:ext cx="11112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37" name="Rectangle 62">
              <a:extLst>
                <a:ext uri="{FF2B5EF4-FFF2-40B4-BE49-F238E27FC236}">
                  <a16:creationId xmlns:a16="http://schemas.microsoft.com/office/drawing/2014/main" id="{C6E807DD-DD3C-4168-843B-F3154CE6F3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38" name="Rectangle 63">
              <a:extLst>
                <a:ext uri="{FF2B5EF4-FFF2-40B4-BE49-F238E27FC236}">
                  <a16:creationId xmlns:a16="http://schemas.microsoft.com/office/drawing/2014/main" id="{F30B35AB-469C-4BFC-85D7-A23E5EF4BD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39" name="Rectangle 64">
              <a:extLst>
                <a:ext uri="{FF2B5EF4-FFF2-40B4-BE49-F238E27FC236}">
                  <a16:creationId xmlns:a16="http://schemas.microsoft.com/office/drawing/2014/main" id="{0FC9102E-8D27-42F3-BAEA-C2EC733D55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40" name="Rectangle 65">
              <a:extLst>
                <a:ext uri="{FF2B5EF4-FFF2-40B4-BE49-F238E27FC236}">
                  <a16:creationId xmlns:a16="http://schemas.microsoft.com/office/drawing/2014/main" id="{007D6245-C1F4-46B5-B944-2DC9FECF65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41" name="Rectangle 66">
              <a:extLst>
                <a:ext uri="{FF2B5EF4-FFF2-40B4-BE49-F238E27FC236}">
                  <a16:creationId xmlns:a16="http://schemas.microsoft.com/office/drawing/2014/main" id="{3B228C39-BA6F-4A51-88F7-AD40BF9836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42" name="Rectangle 67">
              <a:extLst>
                <a:ext uri="{FF2B5EF4-FFF2-40B4-BE49-F238E27FC236}">
                  <a16:creationId xmlns:a16="http://schemas.microsoft.com/office/drawing/2014/main" id="{E4F8007E-6F8B-477A-BB03-30706C98B8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43" name="Rectangle 68">
              <a:extLst>
                <a:ext uri="{FF2B5EF4-FFF2-40B4-BE49-F238E27FC236}">
                  <a16:creationId xmlns:a16="http://schemas.microsoft.com/office/drawing/2014/main" id="{05668B59-5023-4341-B6AD-18239951A8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44" name="Rectangle 69">
              <a:extLst>
                <a:ext uri="{FF2B5EF4-FFF2-40B4-BE49-F238E27FC236}">
                  <a16:creationId xmlns:a16="http://schemas.microsoft.com/office/drawing/2014/main" id="{FC048E28-BDF3-4639-AA02-FD905A273D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45" name="Rectangle 70">
              <a:extLst>
                <a:ext uri="{FF2B5EF4-FFF2-40B4-BE49-F238E27FC236}">
                  <a16:creationId xmlns:a16="http://schemas.microsoft.com/office/drawing/2014/main" id="{70F317E1-C952-4378-8E63-C45EECE539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46" name="Rectangle 71">
              <a:extLst>
                <a:ext uri="{FF2B5EF4-FFF2-40B4-BE49-F238E27FC236}">
                  <a16:creationId xmlns:a16="http://schemas.microsoft.com/office/drawing/2014/main" id="{880E6859-DAC9-4A52-9E19-8866996A3D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47" name="Rectangle 72">
              <a:extLst>
                <a:ext uri="{FF2B5EF4-FFF2-40B4-BE49-F238E27FC236}">
                  <a16:creationId xmlns:a16="http://schemas.microsoft.com/office/drawing/2014/main" id="{194298E5-8DEF-4018-BFD6-DF846897E6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48" name="Rectangle 73">
              <a:extLst>
                <a:ext uri="{FF2B5EF4-FFF2-40B4-BE49-F238E27FC236}">
                  <a16:creationId xmlns:a16="http://schemas.microsoft.com/office/drawing/2014/main" id="{6D0C0516-8323-4F70-BA4B-3AB96A19BF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803650"/>
              <a:ext cx="11112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49" name="Rectangle 74">
              <a:extLst>
                <a:ext uri="{FF2B5EF4-FFF2-40B4-BE49-F238E27FC236}">
                  <a16:creationId xmlns:a16="http://schemas.microsoft.com/office/drawing/2014/main" id="{8E124646-E35E-4E58-A6F2-BDC7F3027B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50" name="Rectangle 75">
              <a:extLst>
                <a:ext uri="{FF2B5EF4-FFF2-40B4-BE49-F238E27FC236}">
                  <a16:creationId xmlns:a16="http://schemas.microsoft.com/office/drawing/2014/main" id="{B171014E-E68E-4B1E-9F1C-637904C887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51" name="Rectangle 76">
              <a:extLst>
                <a:ext uri="{FF2B5EF4-FFF2-40B4-BE49-F238E27FC236}">
                  <a16:creationId xmlns:a16="http://schemas.microsoft.com/office/drawing/2014/main" id="{947A0CC3-CB5B-4180-9264-B49175E3CE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52" name="Rectangle 77">
              <a:extLst>
                <a:ext uri="{FF2B5EF4-FFF2-40B4-BE49-F238E27FC236}">
                  <a16:creationId xmlns:a16="http://schemas.microsoft.com/office/drawing/2014/main" id="{DDC88B0F-8567-4B5E-81B1-73BB5A77BD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53" name="Rectangle 78">
              <a:extLst>
                <a:ext uri="{FF2B5EF4-FFF2-40B4-BE49-F238E27FC236}">
                  <a16:creationId xmlns:a16="http://schemas.microsoft.com/office/drawing/2014/main" id="{EA672F1D-7D61-4487-AEB0-43CE7C450A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54" name="Rectangle 79">
              <a:extLst>
                <a:ext uri="{FF2B5EF4-FFF2-40B4-BE49-F238E27FC236}">
                  <a16:creationId xmlns:a16="http://schemas.microsoft.com/office/drawing/2014/main" id="{5693D0AF-56CB-4DD6-BE31-642DAA4B00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55" name="Rectangle 80">
              <a:extLst>
                <a:ext uri="{FF2B5EF4-FFF2-40B4-BE49-F238E27FC236}">
                  <a16:creationId xmlns:a16="http://schemas.microsoft.com/office/drawing/2014/main" id="{94877BD2-1B54-41F8-88C1-1F95D11C56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56" name="Rectangle 81">
              <a:extLst>
                <a:ext uri="{FF2B5EF4-FFF2-40B4-BE49-F238E27FC236}">
                  <a16:creationId xmlns:a16="http://schemas.microsoft.com/office/drawing/2014/main" id="{58F476E8-911E-4F3E-86DC-78380CF431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57" name="Rectangle 82">
              <a:extLst>
                <a:ext uri="{FF2B5EF4-FFF2-40B4-BE49-F238E27FC236}">
                  <a16:creationId xmlns:a16="http://schemas.microsoft.com/office/drawing/2014/main" id="{7CE5C71A-1843-463A-9F49-7C8028D672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58" name="Rectangle 83">
              <a:extLst>
                <a:ext uri="{FF2B5EF4-FFF2-40B4-BE49-F238E27FC236}">
                  <a16:creationId xmlns:a16="http://schemas.microsoft.com/office/drawing/2014/main" id="{07982AD9-CFE7-43FF-8D9D-EA6D133628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59" name="Rectangle 84">
              <a:extLst>
                <a:ext uri="{FF2B5EF4-FFF2-40B4-BE49-F238E27FC236}">
                  <a16:creationId xmlns:a16="http://schemas.microsoft.com/office/drawing/2014/main" id="{CFF3078A-DAB8-497A-8D8D-CF28F607CC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60" name="Rectangle 85">
              <a:extLst>
                <a:ext uri="{FF2B5EF4-FFF2-40B4-BE49-F238E27FC236}">
                  <a16:creationId xmlns:a16="http://schemas.microsoft.com/office/drawing/2014/main" id="{F883C3D1-82EC-457A-9FB1-90BA375C0E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4140200"/>
              <a:ext cx="49799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161" name="Rectangle 86">
              <a:extLst>
                <a:ext uri="{FF2B5EF4-FFF2-40B4-BE49-F238E27FC236}">
                  <a16:creationId xmlns:a16="http://schemas.microsoft.com/office/drawing/2014/main" id="{82C365E0-9380-4350-BBE0-4D46879AAC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86" name="Rectangle 2">
            <a:extLst>
              <a:ext uri="{FF2B5EF4-FFF2-40B4-BE49-F238E27FC236}">
                <a16:creationId xmlns:a16="http://schemas.microsoft.com/office/drawing/2014/main" id="{E5A0172A-64B1-CF4E-8532-82D1DBDB6F4E}"/>
              </a:ext>
            </a:extLst>
          </p:cNvPr>
          <p:cNvSpPr txBox="1">
            <a:spLocks noChangeArrowheads="1"/>
          </p:cNvSpPr>
          <p:nvPr/>
        </p:nvSpPr>
        <p:spPr>
          <a:xfrm>
            <a:off x="790575" y="100013"/>
            <a:ext cx="4695825" cy="814387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Deriving Y</a:t>
            </a:r>
            <a:r>
              <a:rPr kumimoji="0" lang="en-US" sz="36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2</a:t>
            </a:r>
          </a:p>
        </p:txBody>
      </p:sp>
      <p:graphicFrame>
        <p:nvGraphicFramePr>
          <p:cNvPr id="88" name="Shape 730">
            <a:extLst>
              <a:ext uri="{FF2B5EF4-FFF2-40B4-BE49-F238E27FC236}">
                <a16:creationId xmlns:a16="http://schemas.microsoft.com/office/drawing/2014/main" id="{6AC04E83-26D3-0542-889D-8FF1DB77366D}"/>
              </a:ext>
            </a:extLst>
          </p:cNvPr>
          <p:cNvGraphicFramePr>
            <a:graphicFrameLocks noGrp="1"/>
          </p:cNvGraphicFramePr>
          <p:nvPr/>
        </p:nvGraphicFramePr>
        <p:xfrm>
          <a:off x="6791325" y="76200"/>
          <a:ext cx="2124075" cy="6746875"/>
        </p:xfrm>
        <a:graphic>
          <a:graphicData uri="http://schemas.openxmlformats.org/drawingml/2006/table">
            <a:tbl>
              <a:tblPr/>
              <a:tblGrid>
                <a:gridCol w="3540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40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401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4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401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401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2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a</a:t>
                      </a:r>
                      <a:endParaRPr kumimoji="0" lang="en-US" altLang="en-US" sz="14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MS PGothic" charset="-128"/>
                        <a:sym typeface="Times New Roman" charset="0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b</a:t>
                      </a:r>
                      <a:endParaRPr kumimoji="0" lang="en-US" altLang="en-US" sz="14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MS PGothic" charset="-128"/>
                        <a:sym typeface="Times New Roman" charset="0"/>
                      </a:endParaRP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2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MS PGothic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charset="2"/>
                        <a:defRPr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charset="0"/>
                          <a:ea typeface="MS PGothic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91" marR="91391" marT="91390" marB="9139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81027" name="Rectangle 88">
            <a:extLst>
              <a:ext uri="{FF2B5EF4-FFF2-40B4-BE49-F238E27FC236}">
                <a16:creationId xmlns:a16="http://schemas.microsoft.com/office/drawing/2014/main" id="{82489620-774F-4333-8B6C-9B46962655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1250" y="2252663"/>
            <a:ext cx="293688" cy="121920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1028" name="Rectangle 90">
            <a:extLst>
              <a:ext uri="{FF2B5EF4-FFF2-40B4-BE49-F238E27FC236}">
                <a16:creationId xmlns:a16="http://schemas.microsoft.com/office/drawing/2014/main" id="{CC2CE97B-2A09-4A96-A1B3-F938A21827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62275" y="2263775"/>
            <a:ext cx="293688" cy="121920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1029" name="Rectangle 91">
            <a:extLst>
              <a:ext uri="{FF2B5EF4-FFF2-40B4-BE49-F238E27FC236}">
                <a16:creationId xmlns:a16="http://schemas.microsoft.com/office/drawing/2014/main" id="{BEBA7A37-183C-458D-9C58-B0DE6F2398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03625" y="2260600"/>
            <a:ext cx="293688" cy="121920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1030" name="Rectangle 92">
            <a:extLst>
              <a:ext uri="{FF2B5EF4-FFF2-40B4-BE49-F238E27FC236}">
                <a16:creationId xmlns:a16="http://schemas.microsoft.com/office/drawing/2014/main" id="{66D368E3-3C2D-494A-A6E6-11ECF02F90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5763" y="2257425"/>
            <a:ext cx="293687" cy="121920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1031" name="Rectangle 93">
            <a:extLst>
              <a:ext uri="{FF2B5EF4-FFF2-40B4-BE49-F238E27FC236}">
                <a16:creationId xmlns:a16="http://schemas.microsoft.com/office/drawing/2014/main" id="{F54B5947-4427-4AB7-B1A5-A58F266755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84513" y="1766888"/>
            <a:ext cx="206375" cy="334962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81032" name="Group 221">
            <a:extLst>
              <a:ext uri="{FF2B5EF4-FFF2-40B4-BE49-F238E27FC236}">
                <a16:creationId xmlns:a16="http://schemas.microsoft.com/office/drawing/2014/main" id="{4DA8CA62-AD33-47F2-BFC4-A300C304FF85}"/>
              </a:ext>
            </a:extLst>
          </p:cNvPr>
          <p:cNvGrpSpPr>
            <a:grpSpLocks/>
          </p:cNvGrpSpPr>
          <p:nvPr/>
        </p:nvGrpSpPr>
        <p:grpSpPr bwMode="auto">
          <a:xfrm>
            <a:off x="3340100" y="3810000"/>
            <a:ext cx="2298700" cy="2232025"/>
            <a:chOff x="3189288" y="3813175"/>
            <a:chExt cx="2298700" cy="2232025"/>
          </a:xfrm>
        </p:grpSpPr>
        <p:sp>
          <p:nvSpPr>
            <p:cNvPr id="81037" name="Rectangle 91">
              <a:extLst>
                <a:ext uri="{FF2B5EF4-FFF2-40B4-BE49-F238E27FC236}">
                  <a16:creationId xmlns:a16="http://schemas.microsoft.com/office/drawing/2014/main" id="{738351AB-41E1-4B75-9340-066FF28724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6513" y="4422775"/>
              <a:ext cx="820737" cy="820737"/>
            </a:xfrm>
            <a:prstGeom prst="rect">
              <a:avLst/>
            </a:prstGeom>
            <a:noFill/>
            <a:ln w="1746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38" name="Line 92">
              <a:extLst>
                <a:ext uri="{FF2B5EF4-FFF2-40B4-BE49-F238E27FC236}">
                  <a16:creationId xmlns:a16="http://schemas.microsoft.com/office/drawing/2014/main" id="{990197E7-F490-40F4-8900-C251D5473C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46513" y="4822825"/>
              <a:ext cx="820737" cy="1587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39" name="Line 93">
              <a:extLst>
                <a:ext uri="{FF2B5EF4-FFF2-40B4-BE49-F238E27FC236}">
                  <a16:creationId xmlns:a16="http://schemas.microsoft.com/office/drawing/2014/main" id="{D869F7C5-1EC5-4CA7-8CD4-98B977B8F9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67200" y="4422775"/>
              <a:ext cx="1588" cy="820737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40" name="Line 94">
              <a:extLst>
                <a:ext uri="{FF2B5EF4-FFF2-40B4-BE49-F238E27FC236}">
                  <a16:creationId xmlns:a16="http://schemas.microsoft.com/office/drawing/2014/main" id="{2DAD7411-9C71-4FA2-B69F-DFB07A40CA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6463" y="4021137"/>
              <a:ext cx="400050" cy="401638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41" name="Rectangle 95">
              <a:extLst>
                <a:ext uri="{FF2B5EF4-FFF2-40B4-BE49-F238E27FC236}">
                  <a16:creationId xmlns:a16="http://schemas.microsoft.com/office/drawing/2014/main" id="{4C0CDF77-59D9-4FCC-ADBE-B96DDAA0F4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7250" y="4422775"/>
              <a:ext cx="820738" cy="820737"/>
            </a:xfrm>
            <a:prstGeom prst="rect">
              <a:avLst/>
            </a:prstGeom>
            <a:noFill/>
            <a:ln w="1746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42" name="Line 96">
              <a:extLst>
                <a:ext uri="{FF2B5EF4-FFF2-40B4-BE49-F238E27FC236}">
                  <a16:creationId xmlns:a16="http://schemas.microsoft.com/office/drawing/2014/main" id="{C032A72F-6971-4D0E-880D-32933A8EF8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67250" y="4822825"/>
              <a:ext cx="820738" cy="1587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43" name="Line 97">
              <a:extLst>
                <a:ext uri="{FF2B5EF4-FFF2-40B4-BE49-F238E27FC236}">
                  <a16:creationId xmlns:a16="http://schemas.microsoft.com/office/drawing/2014/main" id="{2389F7CD-70CE-4F99-AC3C-94BEAAC14D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68888" y="4422775"/>
              <a:ext cx="1587" cy="820737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44" name="Rectangle 99">
              <a:extLst>
                <a:ext uri="{FF2B5EF4-FFF2-40B4-BE49-F238E27FC236}">
                  <a16:creationId xmlns:a16="http://schemas.microsoft.com/office/drawing/2014/main" id="{3C25CB74-06FB-4188-BCFC-004F31DD6D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3513" y="4198937"/>
              <a:ext cx="249237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45" name="Rectangle 100">
              <a:extLst>
                <a:ext uri="{FF2B5EF4-FFF2-40B4-BE49-F238E27FC236}">
                  <a16:creationId xmlns:a16="http://schemas.microsoft.com/office/drawing/2014/main" id="{D50DB50F-E091-4345-BB3A-473EE0B9A3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325" y="4198937"/>
              <a:ext cx="24923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46" name="Rectangle 101">
              <a:extLst>
                <a:ext uri="{FF2B5EF4-FFF2-40B4-BE49-F238E27FC236}">
                  <a16:creationId xmlns:a16="http://schemas.microsoft.com/office/drawing/2014/main" id="{F75D4E69-2A8C-4A7D-9D07-AECB42EB1B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725" y="4198937"/>
              <a:ext cx="24923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47" name="Rectangle 102">
              <a:extLst>
                <a:ext uri="{FF2B5EF4-FFF2-40B4-BE49-F238E27FC236}">
                  <a16:creationId xmlns:a16="http://schemas.microsoft.com/office/drawing/2014/main" id="{E4D4478A-11F5-44DB-80B9-D14F103EF4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1125" y="4198937"/>
              <a:ext cx="24923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48" name="Rectangle 103">
              <a:extLst>
                <a:ext uri="{FF2B5EF4-FFF2-40B4-BE49-F238E27FC236}">
                  <a16:creationId xmlns:a16="http://schemas.microsoft.com/office/drawing/2014/main" id="{367B1ED8-3664-46C1-B257-988778541E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450" y="4537075"/>
              <a:ext cx="24923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49" name="Rectangle 104">
              <a:extLst>
                <a:ext uri="{FF2B5EF4-FFF2-40B4-BE49-F238E27FC236}">
                  <a16:creationId xmlns:a16="http://schemas.microsoft.com/office/drawing/2014/main" id="{6DBACEEA-2A51-4382-9DA3-93EC8618BC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3150" y="4983162"/>
              <a:ext cx="24923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50" name="Rectangle 105">
              <a:extLst>
                <a:ext uri="{FF2B5EF4-FFF2-40B4-BE49-F238E27FC236}">
                  <a16:creationId xmlns:a16="http://schemas.microsoft.com/office/drawing/2014/main" id="{9FDC9F8E-BFAE-44B6-B4D4-51484CDF12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5950" y="4545012"/>
              <a:ext cx="20478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51" name="Rectangle 106">
              <a:extLst>
                <a:ext uri="{FF2B5EF4-FFF2-40B4-BE49-F238E27FC236}">
                  <a16:creationId xmlns:a16="http://schemas.microsoft.com/office/drawing/2014/main" id="{77EEB1FC-FA1F-4009-946A-9110410CA6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6375" y="4949825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52" name="Rectangle 107">
              <a:extLst>
                <a:ext uri="{FF2B5EF4-FFF2-40B4-BE49-F238E27FC236}">
                  <a16:creationId xmlns:a16="http://schemas.microsoft.com/office/drawing/2014/main" id="{7CE7B85B-8F58-4517-AC9D-41E35ECAC6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5950" y="4949825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53" name="Rectangle 108">
              <a:extLst>
                <a:ext uri="{FF2B5EF4-FFF2-40B4-BE49-F238E27FC236}">
                  <a16:creationId xmlns:a16="http://schemas.microsoft.com/office/drawing/2014/main" id="{414642A2-BC65-4945-9A60-D5D527B8E3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3938" y="4545012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54" name="Rectangle 109">
              <a:extLst>
                <a:ext uri="{FF2B5EF4-FFF2-40B4-BE49-F238E27FC236}">
                  <a16:creationId xmlns:a16="http://schemas.microsoft.com/office/drawing/2014/main" id="{C29B3BBD-E07F-4FA2-BDEE-71A91E0ACD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3938" y="4949825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55" name="Rectangle 110">
              <a:extLst>
                <a:ext uri="{FF2B5EF4-FFF2-40B4-BE49-F238E27FC236}">
                  <a16:creationId xmlns:a16="http://schemas.microsoft.com/office/drawing/2014/main" id="{45914219-B302-425E-AD81-72517A48C4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9225" y="4545012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56" name="Rectangle 111">
              <a:extLst>
                <a:ext uri="{FF2B5EF4-FFF2-40B4-BE49-F238E27FC236}">
                  <a16:creationId xmlns:a16="http://schemas.microsoft.com/office/drawing/2014/main" id="{1B55F4BD-F9D2-47BE-BEAE-79D38D77C4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9225" y="4949825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57" name="Rectangle 112">
              <a:extLst>
                <a:ext uri="{FF2B5EF4-FFF2-40B4-BE49-F238E27FC236}">
                  <a16:creationId xmlns:a16="http://schemas.microsoft.com/office/drawing/2014/main" id="{AA426B75-886F-44AD-89CB-91C1CCBBAC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6513" y="5243512"/>
              <a:ext cx="820737" cy="801688"/>
            </a:xfrm>
            <a:prstGeom prst="rect">
              <a:avLst/>
            </a:prstGeom>
            <a:noFill/>
            <a:ln w="1746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58" name="Line 113">
              <a:extLst>
                <a:ext uri="{FF2B5EF4-FFF2-40B4-BE49-F238E27FC236}">
                  <a16:creationId xmlns:a16="http://schemas.microsoft.com/office/drawing/2014/main" id="{F51356C7-5999-448F-8276-BBB113E489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46513" y="5643562"/>
              <a:ext cx="820737" cy="1588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59" name="Line 114">
              <a:extLst>
                <a:ext uri="{FF2B5EF4-FFF2-40B4-BE49-F238E27FC236}">
                  <a16:creationId xmlns:a16="http://schemas.microsoft.com/office/drawing/2014/main" id="{753135F7-8083-4EE6-BA6E-90543B7085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67200" y="5243512"/>
              <a:ext cx="1588" cy="801688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60" name="Rectangle 115">
              <a:extLst>
                <a:ext uri="{FF2B5EF4-FFF2-40B4-BE49-F238E27FC236}">
                  <a16:creationId xmlns:a16="http://schemas.microsoft.com/office/drawing/2014/main" id="{8FAECEE4-C564-4F6C-96F7-077672B587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7250" y="5243512"/>
              <a:ext cx="820738" cy="801688"/>
            </a:xfrm>
            <a:prstGeom prst="rect">
              <a:avLst/>
            </a:prstGeom>
            <a:noFill/>
            <a:ln w="1746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61" name="Line 116">
              <a:extLst>
                <a:ext uri="{FF2B5EF4-FFF2-40B4-BE49-F238E27FC236}">
                  <a16:creationId xmlns:a16="http://schemas.microsoft.com/office/drawing/2014/main" id="{5B27F68D-A13A-4019-9310-68DC351966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67250" y="5643562"/>
              <a:ext cx="820738" cy="1588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62" name="Line 117">
              <a:extLst>
                <a:ext uri="{FF2B5EF4-FFF2-40B4-BE49-F238E27FC236}">
                  <a16:creationId xmlns:a16="http://schemas.microsoft.com/office/drawing/2014/main" id="{0F2F1368-7B54-4250-8D71-3EA40846E8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68888" y="5243512"/>
              <a:ext cx="1587" cy="801688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63" name="Rectangle 118">
              <a:extLst>
                <a:ext uri="{FF2B5EF4-FFF2-40B4-BE49-F238E27FC236}">
                  <a16:creationId xmlns:a16="http://schemas.microsoft.com/office/drawing/2014/main" id="{62B78363-A664-4F9C-BD7C-FFCA3F16CA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6375" y="4545012"/>
              <a:ext cx="20478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64" name="Rectangle 119">
              <a:extLst>
                <a:ext uri="{FF2B5EF4-FFF2-40B4-BE49-F238E27FC236}">
                  <a16:creationId xmlns:a16="http://schemas.microsoft.com/office/drawing/2014/main" id="{00F150D3-A33E-4A1D-A7CE-DBC0FA5E31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5950" y="5356225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65" name="Rectangle 120">
              <a:extLst>
                <a:ext uri="{FF2B5EF4-FFF2-40B4-BE49-F238E27FC236}">
                  <a16:creationId xmlns:a16="http://schemas.microsoft.com/office/drawing/2014/main" id="{80BD2F9A-F393-4D33-89BA-8584653BDA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6375" y="5761037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66" name="Rectangle 121">
              <a:extLst>
                <a:ext uri="{FF2B5EF4-FFF2-40B4-BE49-F238E27FC236}">
                  <a16:creationId xmlns:a16="http://schemas.microsoft.com/office/drawing/2014/main" id="{9610DCCF-719F-49DC-868C-7FD3E241D3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5950" y="5761037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67" name="Rectangle 122">
              <a:extLst>
                <a:ext uri="{FF2B5EF4-FFF2-40B4-BE49-F238E27FC236}">
                  <a16:creationId xmlns:a16="http://schemas.microsoft.com/office/drawing/2014/main" id="{483AB896-69E7-4A0B-B912-C3E2F50A46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3938" y="5356225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68" name="Rectangle 123">
              <a:extLst>
                <a:ext uri="{FF2B5EF4-FFF2-40B4-BE49-F238E27FC236}">
                  <a16:creationId xmlns:a16="http://schemas.microsoft.com/office/drawing/2014/main" id="{13B0008C-D474-40B2-A3C0-2566AE4704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3938" y="5761037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69" name="Rectangle 124">
              <a:extLst>
                <a:ext uri="{FF2B5EF4-FFF2-40B4-BE49-F238E27FC236}">
                  <a16:creationId xmlns:a16="http://schemas.microsoft.com/office/drawing/2014/main" id="{4EB3A19F-67B1-498D-950B-01B773428D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9225" y="5356225"/>
              <a:ext cx="20478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70" name="Rectangle 125">
              <a:extLst>
                <a:ext uri="{FF2B5EF4-FFF2-40B4-BE49-F238E27FC236}">
                  <a16:creationId xmlns:a16="http://schemas.microsoft.com/office/drawing/2014/main" id="{B0747A71-0556-4704-8B8F-3542CBF03B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9225" y="5761037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71" name="Rectangle 126">
              <a:extLst>
                <a:ext uri="{FF2B5EF4-FFF2-40B4-BE49-F238E27FC236}">
                  <a16:creationId xmlns:a16="http://schemas.microsoft.com/office/drawing/2014/main" id="{39B72BCB-5499-4E73-B74F-62A56A9DD5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6375" y="5356225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72" name="Rectangle 127">
              <a:extLst>
                <a:ext uri="{FF2B5EF4-FFF2-40B4-BE49-F238E27FC236}">
                  <a16:creationId xmlns:a16="http://schemas.microsoft.com/office/drawing/2014/main" id="{9E44EF9A-C10B-44D0-9AAA-ACF2BAABF2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0925" y="5356225"/>
              <a:ext cx="24923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73" name="Rectangle 128">
              <a:extLst>
                <a:ext uri="{FF2B5EF4-FFF2-40B4-BE49-F238E27FC236}">
                  <a16:creationId xmlns:a16="http://schemas.microsoft.com/office/drawing/2014/main" id="{9ACB2BDF-04F6-4AB9-8D84-6C2E216FE6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0925" y="5761037"/>
              <a:ext cx="249238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74" name="Rectangle 129">
              <a:extLst>
                <a:ext uri="{FF2B5EF4-FFF2-40B4-BE49-F238E27FC236}">
                  <a16:creationId xmlns:a16="http://schemas.microsoft.com/office/drawing/2014/main" id="{057B3690-4825-45C8-8218-F862EAEA0F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7750" y="3813175"/>
              <a:ext cx="195263" cy="234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75" name="Rectangle 130">
              <a:extLst>
                <a:ext uri="{FF2B5EF4-FFF2-40B4-BE49-F238E27FC236}">
                  <a16:creationId xmlns:a16="http://schemas.microsoft.com/office/drawing/2014/main" id="{39D38B5A-3738-4113-B582-2F3EBC1A09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1888" y="3900487"/>
              <a:ext cx="70532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76" name="Rectangle 131">
              <a:extLst>
                <a:ext uri="{FF2B5EF4-FFF2-40B4-BE49-F238E27FC236}">
                  <a16:creationId xmlns:a16="http://schemas.microsoft.com/office/drawing/2014/main" id="{F97B987E-1CF4-400A-93CD-E067885DA2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850" y="3813175"/>
              <a:ext cx="195263" cy="234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77" name="Rectangle 132">
              <a:extLst>
                <a:ext uri="{FF2B5EF4-FFF2-40B4-BE49-F238E27FC236}">
                  <a16:creationId xmlns:a16="http://schemas.microsoft.com/office/drawing/2014/main" id="{7922F56F-EA36-4F2F-A050-AB28E10C7B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5400" y="3900487"/>
              <a:ext cx="70532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078" name="Rectangle 133">
              <a:extLst>
                <a:ext uri="{FF2B5EF4-FFF2-40B4-BE49-F238E27FC236}">
                  <a16:creationId xmlns:a16="http://schemas.microsoft.com/office/drawing/2014/main" id="{8F62B3E2-A608-4830-9A1D-B5E8467EFB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9288" y="4059237"/>
              <a:ext cx="241145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a b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81033" name="Freeform 46">
            <a:extLst>
              <a:ext uri="{FF2B5EF4-FFF2-40B4-BE49-F238E27FC236}">
                <a16:creationId xmlns:a16="http://schemas.microsoft.com/office/drawing/2014/main" id="{8816C22D-49D2-4BB6-97F4-4C81467F6A97}"/>
              </a:ext>
            </a:extLst>
          </p:cNvPr>
          <p:cNvSpPr>
            <a:spLocks/>
          </p:cNvSpPr>
          <p:nvPr/>
        </p:nvSpPr>
        <p:spPr bwMode="auto">
          <a:xfrm>
            <a:off x="4883150" y="4919663"/>
            <a:ext cx="677863" cy="668337"/>
          </a:xfrm>
          <a:custGeom>
            <a:avLst/>
            <a:gdLst>
              <a:gd name="T0" fmla="*/ 2147483646 w 852"/>
              <a:gd name="T1" fmla="*/ 0 h 853"/>
              <a:gd name="T2" fmla="*/ 2147483646 w 852"/>
              <a:gd name="T3" fmla="*/ 0 h 853"/>
              <a:gd name="T4" fmla="*/ 2147483646 w 852"/>
              <a:gd name="T5" fmla="*/ 0 h 853"/>
              <a:gd name="T6" fmla="*/ 2147483646 w 852"/>
              <a:gd name="T7" fmla="*/ 0 h 853"/>
              <a:gd name="T8" fmla="*/ 2147483646 w 852"/>
              <a:gd name="T9" fmla="*/ 2147483646 h 853"/>
              <a:gd name="T10" fmla="*/ 2147483646 w 852"/>
              <a:gd name="T11" fmla="*/ 2147483646 h 853"/>
              <a:gd name="T12" fmla="*/ 2147483646 w 852"/>
              <a:gd name="T13" fmla="*/ 2147483646 h 853"/>
              <a:gd name="T14" fmla="*/ 2147483646 w 852"/>
              <a:gd name="T15" fmla="*/ 2147483646 h 853"/>
              <a:gd name="T16" fmla="*/ 2147483646 w 852"/>
              <a:gd name="T17" fmla="*/ 2147483646 h 853"/>
              <a:gd name="T18" fmla="*/ 2147483646 w 852"/>
              <a:gd name="T19" fmla="*/ 2147483646 h 853"/>
              <a:gd name="T20" fmla="*/ 0 w 852"/>
              <a:gd name="T21" fmla="*/ 2147483646 h 853"/>
              <a:gd name="T22" fmla="*/ 0 w 852"/>
              <a:gd name="T23" fmla="*/ 2147483646 h 853"/>
              <a:gd name="T24" fmla="*/ 0 w 852"/>
              <a:gd name="T25" fmla="*/ 2147483646 h 853"/>
              <a:gd name="T26" fmla="*/ 0 w 852"/>
              <a:gd name="T27" fmla="*/ 2147483646 h 853"/>
              <a:gd name="T28" fmla="*/ 0 w 852"/>
              <a:gd name="T29" fmla="*/ 2147483646 h 853"/>
              <a:gd name="T30" fmla="*/ 0 w 852"/>
              <a:gd name="T31" fmla="*/ 2147483646 h 853"/>
              <a:gd name="T32" fmla="*/ 0 w 852"/>
              <a:gd name="T33" fmla="*/ 2147483646 h 853"/>
              <a:gd name="T34" fmla="*/ 0 w 852"/>
              <a:gd name="T35" fmla="*/ 2147483646 h 853"/>
              <a:gd name="T36" fmla="*/ 2147483646 w 852"/>
              <a:gd name="T37" fmla="*/ 2147483646 h 853"/>
              <a:gd name="T38" fmla="*/ 2147483646 w 852"/>
              <a:gd name="T39" fmla="*/ 2147483646 h 853"/>
              <a:gd name="T40" fmla="*/ 2147483646 w 852"/>
              <a:gd name="T41" fmla="*/ 2147483646 h 853"/>
              <a:gd name="T42" fmla="*/ 2147483646 w 852"/>
              <a:gd name="T43" fmla="*/ 2147483646 h 853"/>
              <a:gd name="T44" fmla="*/ 2147483646 w 852"/>
              <a:gd name="T45" fmla="*/ 2147483646 h 853"/>
              <a:gd name="T46" fmla="*/ 2147483646 w 852"/>
              <a:gd name="T47" fmla="*/ 2147483646 h 853"/>
              <a:gd name="T48" fmla="*/ 2147483646 w 852"/>
              <a:gd name="T49" fmla="*/ 2147483646 h 853"/>
              <a:gd name="T50" fmla="*/ 2147483646 w 852"/>
              <a:gd name="T51" fmla="*/ 2147483646 h 853"/>
              <a:gd name="T52" fmla="*/ 2147483646 w 852"/>
              <a:gd name="T53" fmla="*/ 2147483646 h 853"/>
              <a:gd name="T54" fmla="*/ 2147483646 w 852"/>
              <a:gd name="T55" fmla="*/ 2147483646 h 853"/>
              <a:gd name="T56" fmla="*/ 2147483646 w 852"/>
              <a:gd name="T57" fmla="*/ 2147483646 h 853"/>
              <a:gd name="T58" fmla="*/ 2147483646 w 852"/>
              <a:gd name="T59" fmla="*/ 2147483646 h 853"/>
              <a:gd name="T60" fmla="*/ 2147483646 w 852"/>
              <a:gd name="T61" fmla="*/ 2147483646 h 853"/>
              <a:gd name="T62" fmla="*/ 2147483646 w 852"/>
              <a:gd name="T63" fmla="*/ 2147483646 h 853"/>
              <a:gd name="T64" fmla="*/ 2147483646 w 852"/>
              <a:gd name="T65" fmla="*/ 2147483646 h 853"/>
              <a:gd name="T66" fmla="*/ 2147483646 w 852"/>
              <a:gd name="T67" fmla="*/ 2147483646 h 853"/>
              <a:gd name="T68" fmla="*/ 2147483646 w 852"/>
              <a:gd name="T69" fmla="*/ 2147483646 h 853"/>
              <a:gd name="T70" fmla="*/ 2147483646 w 852"/>
              <a:gd name="T71" fmla="*/ 2147483646 h 853"/>
              <a:gd name="T72" fmla="*/ 2147483646 w 852"/>
              <a:gd name="T73" fmla="*/ 2147483646 h 853"/>
              <a:gd name="T74" fmla="*/ 2147483646 w 852"/>
              <a:gd name="T75" fmla="*/ 2147483646 h 853"/>
              <a:gd name="T76" fmla="*/ 2147483646 w 852"/>
              <a:gd name="T77" fmla="*/ 2147483646 h 853"/>
              <a:gd name="T78" fmla="*/ 2147483646 w 852"/>
              <a:gd name="T79" fmla="*/ 2147483646 h 853"/>
              <a:gd name="T80" fmla="*/ 2147483646 w 852"/>
              <a:gd name="T81" fmla="*/ 2147483646 h 853"/>
              <a:gd name="T82" fmla="*/ 2147483646 w 852"/>
              <a:gd name="T83" fmla="*/ 2147483646 h 853"/>
              <a:gd name="T84" fmla="*/ 2147483646 w 852"/>
              <a:gd name="T85" fmla="*/ 2147483646 h 853"/>
              <a:gd name="T86" fmla="*/ 2147483646 w 852"/>
              <a:gd name="T87" fmla="*/ 2147483646 h 853"/>
              <a:gd name="T88" fmla="*/ 2147483646 w 852"/>
              <a:gd name="T89" fmla="*/ 2147483646 h 853"/>
              <a:gd name="T90" fmla="*/ 2147483646 w 852"/>
              <a:gd name="T91" fmla="*/ 2147483646 h 853"/>
              <a:gd name="T92" fmla="*/ 2147483646 w 852"/>
              <a:gd name="T93" fmla="*/ 2147483646 h 853"/>
              <a:gd name="T94" fmla="*/ 2147483646 w 852"/>
              <a:gd name="T95" fmla="*/ 2147483646 h 853"/>
              <a:gd name="T96" fmla="*/ 2147483646 w 852"/>
              <a:gd name="T97" fmla="*/ 2147483646 h 853"/>
              <a:gd name="T98" fmla="*/ 2147483646 w 852"/>
              <a:gd name="T99" fmla="*/ 2147483646 h 853"/>
              <a:gd name="T100" fmla="*/ 2147483646 w 852"/>
              <a:gd name="T101" fmla="*/ 2147483646 h 853"/>
              <a:gd name="T102" fmla="*/ 2147483646 w 852"/>
              <a:gd name="T103" fmla="*/ 2147483646 h 853"/>
              <a:gd name="T104" fmla="*/ 2147483646 w 852"/>
              <a:gd name="T105" fmla="*/ 2147483646 h 853"/>
              <a:gd name="T106" fmla="*/ 2147483646 w 852"/>
              <a:gd name="T107" fmla="*/ 2147483646 h 853"/>
              <a:gd name="T108" fmla="*/ 2147483646 w 852"/>
              <a:gd name="T109" fmla="*/ 0 h 853"/>
              <a:gd name="T110" fmla="*/ 2147483646 w 852"/>
              <a:gd name="T111" fmla="*/ 0 h 853"/>
              <a:gd name="T112" fmla="*/ 2147483646 w 852"/>
              <a:gd name="T113" fmla="*/ 0 h 853"/>
              <a:gd name="T114" fmla="*/ 2147483646 w 852"/>
              <a:gd name="T115" fmla="*/ 0 h 853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w 852"/>
              <a:gd name="T175" fmla="*/ 0 h 853"/>
              <a:gd name="T176" fmla="*/ 852 w 852"/>
              <a:gd name="T177" fmla="*/ 853 h 853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T174" t="T175" r="T176" b="T177"/>
            <a:pathLst>
              <a:path w="852" h="853">
                <a:moveTo>
                  <a:pt x="426" y="0"/>
                </a:moveTo>
                <a:lnTo>
                  <a:pt x="398" y="0"/>
                </a:lnTo>
                <a:lnTo>
                  <a:pt x="372" y="0"/>
                </a:lnTo>
                <a:lnTo>
                  <a:pt x="347" y="0"/>
                </a:lnTo>
                <a:lnTo>
                  <a:pt x="324" y="0"/>
                </a:lnTo>
                <a:lnTo>
                  <a:pt x="303" y="0"/>
                </a:lnTo>
                <a:lnTo>
                  <a:pt x="282" y="0"/>
                </a:lnTo>
                <a:lnTo>
                  <a:pt x="264" y="0"/>
                </a:lnTo>
                <a:lnTo>
                  <a:pt x="246" y="0"/>
                </a:lnTo>
                <a:lnTo>
                  <a:pt x="231" y="0"/>
                </a:lnTo>
                <a:lnTo>
                  <a:pt x="216" y="0"/>
                </a:lnTo>
                <a:lnTo>
                  <a:pt x="203" y="0"/>
                </a:lnTo>
                <a:lnTo>
                  <a:pt x="190" y="0"/>
                </a:lnTo>
                <a:lnTo>
                  <a:pt x="179" y="0"/>
                </a:lnTo>
                <a:lnTo>
                  <a:pt x="168" y="0"/>
                </a:lnTo>
                <a:lnTo>
                  <a:pt x="160" y="0"/>
                </a:lnTo>
                <a:lnTo>
                  <a:pt x="150" y="0"/>
                </a:lnTo>
                <a:lnTo>
                  <a:pt x="143" y="0"/>
                </a:lnTo>
                <a:lnTo>
                  <a:pt x="136" y="0"/>
                </a:lnTo>
                <a:lnTo>
                  <a:pt x="130" y="0"/>
                </a:lnTo>
                <a:lnTo>
                  <a:pt x="124" y="0"/>
                </a:lnTo>
                <a:lnTo>
                  <a:pt x="119" y="0"/>
                </a:lnTo>
                <a:lnTo>
                  <a:pt x="114" y="0"/>
                </a:lnTo>
                <a:lnTo>
                  <a:pt x="109" y="0"/>
                </a:lnTo>
                <a:lnTo>
                  <a:pt x="106" y="0"/>
                </a:lnTo>
                <a:lnTo>
                  <a:pt x="102" y="0"/>
                </a:lnTo>
                <a:lnTo>
                  <a:pt x="98" y="0"/>
                </a:lnTo>
                <a:lnTo>
                  <a:pt x="95" y="0"/>
                </a:lnTo>
                <a:lnTo>
                  <a:pt x="91" y="0"/>
                </a:lnTo>
                <a:lnTo>
                  <a:pt x="89" y="0"/>
                </a:lnTo>
                <a:lnTo>
                  <a:pt x="85" y="0"/>
                </a:lnTo>
                <a:lnTo>
                  <a:pt x="81" y="0"/>
                </a:lnTo>
                <a:lnTo>
                  <a:pt x="78" y="0"/>
                </a:lnTo>
                <a:lnTo>
                  <a:pt x="74" y="0"/>
                </a:lnTo>
                <a:lnTo>
                  <a:pt x="71" y="0"/>
                </a:lnTo>
                <a:lnTo>
                  <a:pt x="68" y="0"/>
                </a:lnTo>
                <a:lnTo>
                  <a:pt x="65" y="0"/>
                </a:lnTo>
                <a:lnTo>
                  <a:pt x="62" y="0"/>
                </a:lnTo>
                <a:lnTo>
                  <a:pt x="60" y="0"/>
                </a:lnTo>
                <a:lnTo>
                  <a:pt x="57" y="2"/>
                </a:lnTo>
                <a:lnTo>
                  <a:pt x="55" y="2"/>
                </a:lnTo>
                <a:lnTo>
                  <a:pt x="53" y="2"/>
                </a:lnTo>
                <a:lnTo>
                  <a:pt x="51" y="2"/>
                </a:lnTo>
                <a:lnTo>
                  <a:pt x="49" y="3"/>
                </a:lnTo>
                <a:lnTo>
                  <a:pt x="48" y="3"/>
                </a:lnTo>
                <a:lnTo>
                  <a:pt x="45" y="4"/>
                </a:lnTo>
                <a:lnTo>
                  <a:pt x="44" y="4"/>
                </a:lnTo>
                <a:lnTo>
                  <a:pt x="43" y="5"/>
                </a:lnTo>
                <a:lnTo>
                  <a:pt x="42" y="6"/>
                </a:lnTo>
                <a:lnTo>
                  <a:pt x="41" y="8"/>
                </a:lnTo>
                <a:lnTo>
                  <a:pt x="39" y="9"/>
                </a:lnTo>
                <a:lnTo>
                  <a:pt x="38" y="10"/>
                </a:lnTo>
                <a:lnTo>
                  <a:pt x="36" y="11"/>
                </a:lnTo>
                <a:lnTo>
                  <a:pt x="35" y="12"/>
                </a:lnTo>
                <a:lnTo>
                  <a:pt x="33" y="15"/>
                </a:lnTo>
                <a:lnTo>
                  <a:pt x="32" y="16"/>
                </a:lnTo>
                <a:lnTo>
                  <a:pt x="31" y="18"/>
                </a:lnTo>
                <a:lnTo>
                  <a:pt x="30" y="21"/>
                </a:lnTo>
                <a:lnTo>
                  <a:pt x="29" y="23"/>
                </a:lnTo>
                <a:lnTo>
                  <a:pt x="27" y="27"/>
                </a:lnTo>
                <a:lnTo>
                  <a:pt x="26" y="29"/>
                </a:lnTo>
                <a:lnTo>
                  <a:pt x="25" y="33"/>
                </a:lnTo>
                <a:lnTo>
                  <a:pt x="24" y="36"/>
                </a:lnTo>
                <a:lnTo>
                  <a:pt x="21" y="40"/>
                </a:lnTo>
                <a:lnTo>
                  <a:pt x="20" y="44"/>
                </a:lnTo>
                <a:lnTo>
                  <a:pt x="18" y="47"/>
                </a:lnTo>
                <a:lnTo>
                  <a:pt x="17" y="51"/>
                </a:lnTo>
                <a:lnTo>
                  <a:pt x="15" y="54"/>
                </a:lnTo>
                <a:lnTo>
                  <a:pt x="13" y="58"/>
                </a:lnTo>
                <a:lnTo>
                  <a:pt x="12" y="60"/>
                </a:lnTo>
                <a:lnTo>
                  <a:pt x="11" y="64"/>
                </a:lnTo>
                <a:lnTo>
                  <a:pt x="9" y="67"/>
                </a:lnTo>
                <a:lnTo>
                  <a:pt x="8" y="69"/>
                </a:lnTo>
                <a:lnTo>
                  <a:pt x="8" y="73"/>
                </a:lnTo>
                <a:lnTo>
                  <a:pt x="7" y="75"/>
                </a:lnTo>
                <a:lnTo>
                  <a:pt x="6" y="77"/>
                </a:lnTo>
                <a:lnTo>
                  <a:pt x="5" y="80"/>
                </a:lnTo>
                <a:lnTo>
                  <a:pt x="5" y="83"/>
                </a:lnTo>
                <a:lnTo>
                  <a:pt x="3" y="86"/>
                </a:lnTo>
                <a:lnTo>
                  <a:pt x="3" y="88"/>
                </a:lnTo>
                <a:lnTo>
                  <a:pt x="3" y="92"/>
                </a:lnTo>
                <a:lnTo>
                  <a:pt x="2" y="94"/>
                </a:lnTo>
                <a:lnTo>
                  <a:pt x="2" y="98"/>
                </a:lnTo>
                <a:lnTo>
                  <a:pt x="2" y="101"/>
                </a:lnTo>
                <a:lnTo>
                  <a:pt x="1" y="105"/>
                </a:lnTo>
                <a:lnTo>
                  <a:pt x="1" y="109"/>
                </a:lnTo>
                <a:lnTo>
                  <a:pt x="1" y="112"/>
                </a:lnTo>
                <a:lnTo>
                  <a:pt x="1" y="117"/>
                </a:lnTo>
                <a:lnTo>
                  <a:pt x="1" y="122"/>
                </a:lnTo>
                <a:lnTo>
                  <a:pt x="1" y="127"/>
                </a:lnTo>
                <a:lnTo>
                  <a:pt x="1" y="131"/>
                </a:lnTo>
                <a:lnTo>
                  <a:pt x="1" y="137"/>
                </a:lnTo>
                <a:lnTo>
                  <a:pt x="1" y="143"/>
                </a:lnTo>
                <a:lnTo>
                  <a:pt x="1" y="149"/>
                </a:lnTo>
                <a:lnTo>
                  <a:pt x="0" y="157"/>
                </a:lnTo>
                <a:lnTo>
                  <a:pt x="0" y="164"/>
                </a:lnTo>
                <a:lnTo>
                  <a:pt x="0" y="171"/>
                </a:lnTo>
                <a:lnTo>
                  <a:pt x="0" y="178"/>
                </a:lnTo>
                <a:lnTo>
                  <a:pt x="0" y="187"/>
                </a:lnTo>
                <a:lnTo>
                  <a:pt x="0" y="193"/>
                </a:lnTo>
                <a:lnTo>
                  <a:pt x="0" y="200"/>
                </a:lnTo>
                <a:lnTo>
                  <a:pt x="0" y="206"/>
                </a:lnTo>
                <a:lnTo>
                  <a:pt x="0" y="212"/>
                </a:lnTo>
                <a:lnTo>
                  <a:pt x="0" y="218"/>
                </a:lnTo>
                <a:lnTo>
                  <a:pt x="0" y="223"/>
                </a:lnTo>
                <a:lnTo>
                  <a:pt x="0" y="229"/>
                </a:lnTo>
                <a:lnTo>
                  <a:pt x="0" y="234"/>
                </a:lnTo>
                <a:lnTo>
                  <a:pt x="0" y="240"/>
                </a:lnTo>
                <a:lnTo>
                  <a:pt x="0" y="244"/>
                </a:lnTo>
                <a:lnTo>
                  <a:pt x="0" y="250"/>
                </a:lnTo>
                <a:lnTo>
                  <a:pt x="0" y="255"/>
                </a:lnTo>
                <a:lnTo>
                  <a:pt x="0" y="261"/>
                </a:lnTo>
                <a:lnTo>
                  <a:pt x="0" y="267"/>
                </a:lnTo>
                <a:lnTo>
                  <a:pt x="0" y="273"/>
                </a:lnTo>
                <a:lnTo>
                  <a:pt x="0" y="279"/>
                </a:lnTo>
                <a:lnTo>
                  <a:pt x="0" y="287"/>
                </a:lnTo>
                <a:lnTo>
                  <a:pt x="0" y="294"/>
                </a:lnTo>
                <a:lnTo>
                  <a:pt x="0" y="301"/>
                </a:lnTo>
                <a:lnTo>
                  <a:pt x="0" y="309"/>
                </a:lnTo>
                <a:lnTo>
                  <a:pt x="0" y="318"/>
                </a:lnTo>
                <a:lnTo>
                  <a:pt x="0" y="327"/>
                </a:lnTo>
                <a:lnTo>
                  <a:pt x="0" y="337"/>
                </a:lnTo>
                <a:lnTo>
                  <a:pt x="0" y="347"/>
                </a:lnTo>
                <a:lnTo>
                  <a:pt x="0" y="359"/>
                </a:lnTo>
                <a:lnTo>
                  <a:pt x="0" y="371"/>
                </a:lnTo>
                <a:lnTo>
                  <a:pt x="0" y="383"/>
                </a:lnTo>
                <a:lnTo>
                  <a:pt x="0" y="397"/>
                </a:lnTo>
                <a:lnTo>
                  <a:pt x="0" y="412"/>
                </a:lnTo>
                <a:lnTo>
                  <a:pt x="0" y="427"/>
                </a:lnTo>
                <a:lnTo>
                  <a:pt x="0" y="443"/>
                </a:lnTo>
                <a:lnTo>
                  <a:pt x="0" y="457"/>
                </a:lnTo>
                <a:lnTo>
                  <a:pt x="0" y="470"/>
                </a:lnTo>
                <a:lnTo>
                  <a:pt x="0" y="484"/>
                </a:lnTo>
                <a:lnTo>
                  <a:pt x="0" y="496"/>
                </a:lnTo>
                <a:lnTo>
                  <a:pt x="0" y="507"/>
                </a:lnTo>
                <a:lnTo>
                  <a:pt x="0" y="517"/>
                </a:lnTo>
                <a:lnTo>
                  <a:pt x="0" y="527"/>
                </a:lnTo>
                <a:lnTo>
                  <a:pt x="0" y="535"/>
                </a:lnTo>
                <a:lnTo>
                  <a:pt x="0" y="545"/>
                </a:lnTo>
                <a:lnTo>
                  <a:pt x="0" y="552"/>
                </a:lnTo>
                <a:lnTo>
                  <a:pt x="0" y="561"/>
                </a:lnTo>
                <a:lnTo>
                  <a:pt x="0" y="568"/>
                </a:lnTo>
                <a:lnTo>
                  <a:pt x="0" y="574"/>
                </a:lnTo>
                <a:lnTo>
                  <a:pt x="0" y="580"/>
                </a:lnTo>
                <a:lnTo>
                  <a:pt x="0" y="587"/>
                </a:lnTo>
                <a:lnTo>
                  <a:pt x="0" y="592"/>
                </a:lnTo>
                <a:lnTo>
                  <a:pt x="0" y="598"/>
                </a:lnTo>
                <a:lnTo>
                  <a:pt x="0" y="604"/>
                </a:lnTo>
                <a:lnTo>
                  <a:pt x="0" y="609"/>
                </a:lnTo>
                <a:lnTo>
                  <a:pt x="0" y="615"/>
                </a:lnTo>
                <a:lnTo>
                  <a:pt x="0" y="620"/>
                </a:lnTo>
                <a:lnTo>
                  <a:pt x="0" y="626"/>
                </a:lnTo>
                <a:lnTo>
                  <a:pt x="0" y="630"/>
                </a:lnTo>
                <a:lnTo>
                  <a:pt x="0" y="636"/>
                </a:lnTo>
                <a:lnTo>
                  <a:pt x="0" y="641"/>
                </a:lnTo>
                <a:lnTo>
                  <a:pt x="0" y="647"/>
                </a:lnTo>
                <a:lnTo>
                  <a:pt x="0" y="654"/>
                </a:lnTo>
                <a:lnTo>
                  <a:pt x="0" y="660"/>
                </a:lnTo>
                <a:lnTo>
                  <a:pt x="0" y="668"/>
                </a:lnTo>
                <a:lnTo>
                  <a:pt x="0" y="675"/>
                </a:lnTo>
                <a:lnTo>
                  <a:pt x="0" y="682"/>
                </a:lnTo>
                <a:lnTo>
                  <a:pt x="0" y="690"/>
                </a:lnTo>
                <a:lnTo>
                  <a:pt x="0" y="698"/>
                </a:lnTo>
                <a:lnTo>
                  <a:pt x="1" y="704"/>
                </a:lnTo>
                <a:lnTo>
                  <a:pt x="1" y="711"/>
                </a:lnTo>
                <a:lnTo>
                  <a:pt x="1" y="717"/>
                </a:lnTo>
                <a:lnTo>
                  <a:pt x="1" y="722"/>
                </a:lnTo>
                <a:lnTo>
                  <a:pt x="1" y="728"/>
                </a:lnTo>
                <a:lnTo>
                  <a:pt x="1" y="733"/>
                </a:lnTo>
                <a:lnTo>
                  <a:pt x="1" y="737"/>
                </a:lnTo>
                <a:lnTo>
                  <a:pt x="1" y="741"/>
                </a:lnTo>
                <a:lnTo>
                  <a:pt x="1" y="745"/>
                </a:lnTo>
                <a:lnTo>
                  <a:pt x="1" y="749"/>
                </a:lnTo>
                <a:lnTo>
                  <a:pt x="2" y="753"/>
                </a:lnTo>
                <a:lnTo>
                  <a:pt x="2" y="755"/>
                </a:lnTo>
                <a:lnTo>
                  <a:pt x="2" y="759"/>
                </a:lnTo>
                <a:lnTo>
                  <a:pt x="3" y="763"/>
                </a:lnTo>
                <a:lnTo>
                  <a:pt x="3" y="765"/>
                </a:lnTo>
                <a:lnTo>
                  <a:pt x="3" y="767"/>
                </a:lnTo>
                <a:lnTo>
                  <a:pt x="5" y="771"/>
                </a:lnTo>
                <a:lnTo>
                  <a:pt x="5" y="773"/>
                </a:lnTo>
                <a:lnTo>
                  <a:pt x="6" y="776"/>
                </a:lnTo>
                <a:lnTo>
                  <a:pt x="7" y="778"/>
                </a:lnTo>
                <a:lnTo>
                  <a:pt x="8" y="782"/>
                </a:lnTo>
                <a:lnTo>
                  <a:pt x="8" y="784"/>
                </a:lnTo>
                <a:lnTo>
                  <a:pt x="9" y="787"/>
                </a:lnTo>
                <a:lnTo>
                  <a:pt x="11" y="790"/>
                </a:lnTo>
                <a:lnTo>
                  <a:pt x="12" y="793"/>
                </a:lnTo>
                <a:lnTo>
                  <a:pt x="13" y="796"/>
                </a:lnTo>
                <a:lnTo>
                  <a:pt x="15" y="799"/>
                </a:lnTo>
                <a:lnTo>
                  <a:pt x="17" y="802"/>
                </a:lnTo>
                <a:lnTo>
                  <a:pt x="18" y="806"/>
                </a:lnTo>
                <a:lnTo>
                  <a:pt x="20" y="811"/>
                </a:lnTo>
                <a:lnTo>
                  <a:pt x="21" y="814"/>
                </a:lnTo>
                <a:lnTo>
                  <a:pt x="24" y="818"/>
                </a:lnTo>
                <a:lnTo>
                  <a:pt x="25" y="821"/>
                </a:lnTo>
                <a:lnTo>
                  <a:pt x="26" y="824"/>
                </a:lnTo>
                <a:lnTo>
                  <a:pt x="27" y="827"/>
                </a:lnTo>
                <a:lnTo>
                  <a:pt x="29" y="830"/>
                </a:lnTo>
                <a:lnTo>
                  <a:pt x="30" y="832"/>
                </a:lnTo>
                <a:lnTo>
                  <a:pt x="31" y="835"/>
                </a:lnTo>
                <a:lnTo>
                  <a:pt x="32" y="837"/>
                </a:lnTo>
                <a:lnTo>
                  <a:pt x="33" y="840"/>
                </a:lnTo>
                <a:lnTo>
                  <a:pt x="35" y="841"/>
                </a:lnTo>
                <a:lnTo>
                  <a:pt x="36" y="842"/>
                </a:lnTo>
                <a:lnTo>
                  <a:pt x="38" y="844"/>
                </a:lnTo>
                <a:lnTo>
                  <a:pt x="39" y="846"/>
                </a:lnTo>
                <a:lnTo>
                  <a:pt x="41" y="847"/>
                </a:lnTo>
                <a:lnTo>
                  <a:pt x="42" y="848"/>
                </a:lnTo>
                <a:lnTo>
                  <a:pt x="43" y="848"/>
                </a:lnTo>
                <a:lnTo>
                  <a:pt x="44" y="849"/>
                </a:lnTo>
                <a:lnTo>
                  <a:pt x="45" y="850"/>
                </a:lnTo>
                <a:lnTo>
                  <a:pt x="48" y="850"/>
                </a:lnTo>
                <a:lnTo>
                  <a:pt x="49" y="852"/>
                </a:lnTo>
                <a:lnTo>
                  <a:pt x="51" y="852"/>
                </a:lnTo>
                <a:lnTo>
                  <a:pt x="53" y="852"/>
                </a:lnTo>
                <a:lnTo>
                  <a:pt x="55" y="852"/>
                </a:lnTo>
                <a:lnTo>
                  <a:pt x="57" y="853"/>
                </a:lnTo>
                <a:lnTo>
                  <a:pt x="60" y="853"/>
                </a:lnTo>
                <a:lnTo>
                  <a:pt x="62" y="853"/>
                </a:lnTo>
                <a:lnTo>
                  <a:pt x="65" y="853"/>
                </a:lnTo>
                <a:lnTo>
                  <a:pt x="68" y="853"/>
                </a:lnTo>
                <a:lnTo>
                  <a:pt x="71" y="853"/>
                </a:lnTo>
                <a:lnTo>
                  <a:pt x="74" y="853"/>
                </a:lnTo>
                <a:lnTo>
                  <a:pt x="78" y="853"/>
                </a:lnTo>
                <a:lnTo>
                  <a:pt x="81" y="853"/>
                </a:lnTo>
                <a:lnTo>
                  <a:pt x="85" y="853"/>
                </a:lnTo>
                <a:lnTo>
                  <a:pt x="89" y="853"/>
                </a:lnTo>
                <a:lnTo>
                  <a:pt x="91" y="853"/>
                </a:lnTo>
                <a:lnTo>
                  <a:pt x="95" y="853"/>
                </a:lnTo>
                <a:lnTo>
                  <a:pt x="98" y="853"/>
                </a:lnTo>
                <a:lnTo>
                  <a:pt x="102" y="853"/>
                </a:lnTo>
                <a:lnTo>
                  <a:pt x="106" y="853"/>
                </a:lnTo>
                <a:lnTo>
                  <a:pt x="109" y="853"/>
                </a:lnTo>
                <a:lnTo>
                  <a:pt x="114" y="853"/>
                </a:lnTo>
                <a:lnTo>
                  <a:pt x="119" y="853"/>
                </a:lnTo>
                <a:lnTo>
                  <a:pt x="124" y="853"/>
                </a:lnTo>
                <a:lnTo>
                  <a:pt x="130" y="853"/>
                </a:lnTo>
                <a:lnTo>
                  <a:pt x="136" y="853"/>
                </a:lnTo>
                <a:lnTo>
                  <a:pt x="143" y="853"/>
                </a:lnTo>
                <a:lnTo>
                  <a:pt x="150" y="853"/>
                </a:lnTo>
                <a:lnTo>
                  <a:pt x="160" y="853"/>
                </a:lnTo>
                <a:lnTo>
                  <a:pt x="168" y="853"/>
                </a:lnTo>
                <a:lnTo>
                  <a:pt x="179" y="853"/>
                </a:lnTo>
                <a:lnTo>
                  <a:pt x="190" y="853"/>
                </a:lnTo>
                <a:lnTo>
                  <a:pt x="203" y="853"/>
                </a:lnTo>
                <a:lnTo>
                  <a:pt x="216" y="853"/>
                </a:lnTo>
                <a:lnTo>
                  <a:pt x="231" y="853"/>
                </a:lnTo>
                <a:lnTo>
                  <a:pt x="246" y="853"/>
                </a:lnTo>
                <a:lnTo>
                  <a:pt x="264" y="853"/>
                </a:lnTo>
                <a:lnTo>
                  <a:pt x="282" y="853"/>
                </a:lnTo>
                <a:lnTo>
                  <a:pt x="303" y="853"/>
                </a:lnTo>
                <a:lnTo>
                  <a:pt x="324" y="853"/>
                </a:lnTo>
                <a:lnTo>
                  <a:pt x="347" y="853"/>
                </a:lnTo>
                <a:lnTo>
                  <a:pt x="372" y="853"/>
                </a:lnTo>
                <a:lnTo>
                  <a:pt x="398" y="853"/>
                </a:lnTo>
                <a:lnTo>
                  <a:pt x="426" y="853"/>
                </a:lnTo>
                <a:lnTo>
                  <a:pt x="454" y="853"/>
                </a:lnTo>
                <a:lnTo>
                  <a:pt x="481" y="853"/>
                </a:lnTo>
                <a:lnTo>
                  <a:pt x="506" y="853"/>
                </a:lnTo>
                <a:lnTo>
                  <a:pt x="529" y="853"/>
                </a:lnTo>
                <a:lnTo>
                  <a:pt x="550" y="853"/>
                </a:lnTo>
                <a:lnTo>
                  <a:pt x="571" y="853"/>
                </a:lnTo>
                <a:lnTo>
                  <a:pt x="589" y="853"/>
                </a:lnTo>
                <a:lnTo>
                  <a:pt x="606" y="853"/>
                </a:lnTo>
                <a:lnTo>
                  <a:pt x="622" y="853"/>
                </a:lnTo>
                <a:lnTo>
                  <a:pt x="637" y="853"/>
                </a:lnTo>
                <a:lnTo>
                  <a:pt x="650" y="853"/>
                </a:lnTo>
                <a:lnTo>
                  <a:pt x="662" y="853"/>
                </a:lnTo>
                <a:lnTo>
                  <a:pt x="674" y="853"/>
                </a:lnTo>
                <a:lnTo>
                  <a:pt x="684" y="853"/>
                </a:lnTo>
                <a:lnTo>
                  <a:pt x="693" y="853"/>
                </a:lnTo>
                <a:lnTo>
                  <a:pt x="702" y="853"/>
                </a:lnTo>
                <a:lnTo>
                  <a:pt x="710" y="853"/>
                </a:lnTo>
                <a:lnTo>
                  <a:pt x="717" y="853"/>
                </a:lnTo>
                <a:lnTo>
                  <a:pt x="723" y="853"/>
                </a:lnTo>
                <a:lnTo>
                  <a:pt x="729" y="853"/>
                </a:lnTo>
                <a:lnTo>
                  <a:pt x="734" y="853"/>
                </a:lnTo>
                <a:lnTo>
                  <a:pt x="739" y="853"/>
                </a:lnTo>
                <a:lnTo>
                  <a:pt x="744" y="853"/>
                </a:lnTo>
                <a:lnTo>
                  <a:pt x="747" y="853"/>
                </a:lnTo>
                <a:lnTo>
                  <a:pt x="751" y="853"/>
                </a:lnTo>
                <a:lnTo>
                  <a:pt x="755" y="853"/>
                </a:lnTo>
                <a:lnTo>
                  <a:pt x="758" y="853"/>
                </a:lnTo>
                <a:lnTo>
                  <a:pt x="762" y="853"/>
                </a:lnTo>
                <a:lnTo>
                  <a:pt x="764" y="853"/>
                </a:lnTo>
                <a:lnTo>
                  <a:pt x="768" y="853"/>
                </a:lnTo>
                <a:lnTo>
                  <a:pt x="772" y="853"/>
                </a:lnTo>
                <a:lnTo>
                  <a:pt x="775" y="853"/>
                </a:lnTo>
                <a:lnTo>
                  <a:pt x="779" y="853"/>
                </a:lnTo>
                <a:lnTo>
                  <a:pt x="782" y="853"/>
                </a:lnTo>
                <a:lnTo>
                  <a:pt x="785" y="853"/>
                </a:lnTo>
                <a:lnTo>
                  <a:pt x="788" y="853"/>
                </a:lnTo>
                <a:lnTo>
                  <a:pt x="791" y="853"/>
                </a:lnTo>
                <a:lnTo>
                  <a:pt x="793" y="853"/>
                </a:lnTo>
                <a:lnTo>
                  <a:pt x="796" y="853"/>
                </a:lnTo>
                <a:lnTo>
                  <a:pt x="798" y="852"/>
                </a:lnTo>
                <a:lnTo>
                  <a:pt x="799" y="852"/>
                </a:lnTo>
                <a:lnTo>
                  <a:pt x="802" y="852"/>
                </a:lnTo>
                <a:lnTo>
                  <a:pt x="804" y="852"/>
                </a:lnTo>
                <a:lnTo>
                  <a:pt x="805" y="850"/>
                </a:lnTo>
                <a:lnTo>
                  <a:pt x="806" y="850"/>
                </a:lnTo>
                <a:lnTo>
                  <a:pt x="809" y="849"/>
                </a:lnTo>
                <a:lnTo>
                  <a:pt x="810" y="848"/>
                </a:lnTo>
                <a:lnTo>
                  <a:pt x="811" y="848"/>
                </a:lnTo>
                <a:lnTo>
                  <a:pt x="812" y="847"/>
                </a:lnTo>
                <a:lnTo>
                  <a:pt x="814" y="846"/>
                </a:lnTo>
                <a:lnTo>
                  <a:pt x="815" y="844"/>
                </a:lnTo>
                <a:lnTo>
                  <a:pt x="816" y="842"/>
                </a:lnTo>
                <a:lnTo>
                  <a:pt x="817" y="841"/>
                </a:lnTo>
                <a:lnTo>
                  <a:pt x="818" y="840"/>
                </a:lnTo>
                <a:lnTo>
                  <a:pt x="820" y="837"/>
                </a:lnTo>
                <a:lnTo>
                  <a:pt x="821" y="835"/>
                </a:lnTo>
                <a:lnTo>
                  <a:pt x="822" y="832"/>
                </a:lnTo>
                <a:lnTo>
                  <a:pt x="823" y="830"/>
                </a:lnTo>
                <a:lnTo>
                  <a:pt x="826" y="827"/>
                </a:lnTo>
                <a:lnTo>
                  <a:pt x="827" y="824"/>
                </a:lnTo>
                <a:lnTo>
                  <a:pt x="828" y="821"/>
                </a:lnTo>
                <a:lnTo>
                  <a:pt x="829" y="818"/>
                </a:lnTo>
                <a:lnTo>
                  <a:pt x="832" y="814"/>
                </a:lnTo>
                <a:lnTo>
                  <a:pt x="833" y="811"/>
                </a:lnTo>
                <a:lnTo>
                  <a:pt x="835" y="806"/>
                </a:lnTo>
                <a:lnTo>
                  <a:pt x="836" y="802"/>
                </a:lnTo>
                <a:lnTo>
                  <a:pt x="838" y="799"/>
                </a:lnTo>
                <a:lnTo>
                  <a:pt x="839" y="796"/>
                </a:lnTo>
                <a:lnTo>
                  <a:pt x="841" y="793"/>
                </a:lnTo>
                <a:lnTo>
                  <a:pt x="842" y="790"/>
                </a:lnTo>
                <a:lnTo>
                  <a:pt x="844" y="787"/>
                </a:lnTo>
                <a:lnTo>
                  <a:pt x="844" y="784"/>
                </a:lnTo>
                <a:lnTo>
                  <a:pt x="845" y="782"/>
                </a:lnTo>
                <a:lnTo>
                  <a:pt x="846" y="778"/>
                </a:lnTo>
                <a:lnTo>
                  <a:pt x="847" y="776"/>
                </a:lnTo>
                <a:lnTo>
                  <a:pt x="847" y="773"/>
                </a:lnTo>
                <a:lnTo>
                  <a:pt x="848" y="771"/>
                </a:lnTo>
                <a:lnTo>
                  <a:pt x="848" y="767"/>
                </a:lnTo>
                <a:lnTo>
                  <a:pt x="850" y="765"/>
                </a:lnTo>
                <a:lnTo>
                  <a:pt x="850" y="763"/>
                </a:lnTo>
                <a:lnTo>
                  <a:pt x="851" y="759"/>
                </a:lnTo>
                <a:lnTo>
                  <a:pt x="851" y="755"/>
                </a:lnTo>
                <a:lnTo>
                  <a:pt x="851" y="753"/>
                </a:lnTo>
                <a:lnTo>
                  <a:pt x="851" y="749"/>
                </a:lnTo>
                <a:lnTo>
                  <a:pt x="852" y="745"/>
                </a:lnTo>
                <a:lnTo>
                  <a:pt x="852" y="741"/>
                </a:lnTo>
                <a:lnTo>
                  <a:pt x="852" y="737"/>
                </a:lnTo>
                <a:lnTo>
                  <a:pt x="852" y="733"/>
                </a:lnTo>
                <a:lnTo>
                  <a:pt x="852" y="728"/>
                </a:lnTo>
                <a:lnTo>
                  <a:pt x="852" y="722"/>
                </a:lnTo>
                <a:lnTo>
                  <a:pt x="852" y="717"/>
                </a:lnTo>
                <a:lnTo>
                  <a:pt x="852" y="711"/>
                </a:lnTo>
                <a:lnTo>
                  <a:pt x="852" y="704"/>
                </a:lnTo>
                <a:lnTo>
                  <a:pt x="852" y="698"/>
                </a:lnTo>
                <a:lnTo>
                  <a:pt x="852" y="690"/>
                </a:lnTo>
                <a:lnTo>
                  <a:pt x="852" y="682"/>
                </a:lnTo>
                <a:lnTo>
                  <a:pt x="852" y="675"/>
                </a:lnTo>
                <a:lnTo>
                  <a:pt x="852" y="668"/>
                </a:lnTo>
                <a:lnTo>
                  <a:pt x="852" y="660"/>
                </a:lnTo>
                <a:lnTo>
                  <a:pt x="852" y="654"/>
                </a:lnTo>
                <a:lnTo>
                  <a:pt x="852" y="647"/>
                </a:lnTo>
                <a:lnTo>
                  <a:pt x="852" y="641"/>
                </a:lnTo>
                <a:lnTo>
                  <a:pt x="852" y="636"/>
                </a:lnTo>
                <a:lnTo>
                  <a:pt x="852" y="630"/>
                </a:lnTo>
                <a:lnTo>
                  <a:pt x="852" y="626"/>
                </a:lnTo>
                <a:lnTo>
                  <a:pt x="852" y="620"/>
                </a:lnTo>
                <a:lnTo>
                  <a:pt x="852" y="615"/>
                </a:lnTo>
                <a:lnTo>
                  <a:pt x="852" y="609"/>
                </a:lnTo>
                <a:lnTo>
                  <a:pt x="852" y="604"/>
                </a:lnTo>
                <a:lnTo>
                  <a:pt x="852" y="598"/>
                </a:lnTo>
                <a:lnTo>
                  <a:pt x="852" y="592"/>
                </a:lnTo>
                <a:lnTo>
                  <a:pt x="852" y="587"/>
                </a:lnTo>
                <a:lnTo>
                  <a:pt x="852" y="580"/>
                </a:lnTo>
                <a:lnTo>
                  <a:pt x="852" y="574"/>
                </a:lnTo>
                <a:lnTo>
                  <a:pt x="852" y="568"/>
                </a:lnTo>
                <a:lnTo>
                  <a:pt x="852" y="561"/>
                </a:lnTo>
                <a:lnTo>
                  <a:pt x="852" y="552"/>
                </a:lnTo>
                <a:lnTo>
                  <a:pt x="852" y="545"/>
                </a:lnTo>
                <a:lnTo>
                  <a:pt x="852" y="535"/>
                </a:lnTo>
                <a:lnTo>
                  <a:pt x="852" y="527"/>
                </a:lnTo>
                <a:lnTo>
                  <a:pt x="852" y="517"/>
                </a:lnTo>
                <a:lnTo>
                  <a:pt x="852" y="507"/>
                </a:lnTo>
                <a:lnTo>
                  <a:pt x="852" y="496"/>
                </a:lnTo>
                <a:lnTo>
                  <a:pt x="852" y="484"/>
                </a:lnTo>
                <a:lnTo>
                  <a:pt x="852" y="470"/>
                </a:lnTo>
                <a:lnTo>
                  <a:pt x="852" y="457"/>
                </a:lnTo>
                <a:lnTo>
                  <a:pt x="852" y="443"/>
                </a:lnTo>
                <a:lnTo>
                  <a:pt x="852" y="427"/>
                </a:lnTo>
                <a:lnTo>
                  <a:pt x="852" y="412"/>
                </a:lnTo>
                <a:lnTo>
                  <a:pt x="852" y="397"/>
                </a:lnTo>
                <a:lnTo>
                  <a:pt x="852" y="383"/>
                </a:lnTo>
                <a:lnTo>
                  <a:pt x="852" y="371"/>
                </a:lnTo>
                <a:lnTo>
                  <a:pt x="852" y="359"/>
                </a:lnTo>
                <a:lnTo>
                  <a:pt x="852" y="347"/>
                </a:lnTo>
                <a:lnTo>
                  <a:pt x="852" y="337"/>
                </a:lnTo>
                <a:lnTo>
                  <a:pt x="852" y="327"/>
                </a:lnTo>
                <a:lnTo>
                  <a:pt x="852" y="318"/>
                </a:lnTo>
                <a:lnTo>
                  <a:pt x="852" y="309"/>
                </a:lnTo>
                <a:lnTo>
                  <a:pt x="852" y="301"/>
                </a:lnTo>
                <a:lnTo>
                  <a:pt x="852" y="294"/>
                </a:lnTo>
                <a:lnTo>
                  <a:pt x="852" y="287"/>
                </a:lnTo>
                <a:lnTo>
                  <a:pt x="852" y="279"/>
                </a:lnTo>
                <a:lnTo>
                  <a:pt x="852" y="273"/>
                </a:lnTo>
                <a:lnTo>
                  <a:pt x="852" y="267"/>
                </a:lnTo>
                <a:lnTo>
                  <a:pt x="852" y="261"/>
                </a:lnTo>
                <a:lnTo>
                  <a:pt x="852" y="255"/>
                </a:lnTo>
                <a:lnTo>
                  <a:pt x="852" y="250"/>
                </a:lnTo>
                <a:lnTo>
                  <a:pt x="852" y="244"/>
                </a:lnTo>
                <a:lnTo>
                  <a:pt x="852" y="240"/>
                </a:lnTo>
                <a:lnTo>
                  <a:pt x="852" y="234"/>
                </a:lnTo>
                <a:lnTo>
                  <a:pt x="852" y="229"/>
                </a:lnTo>
                <a:lnTo>
                  <a:pt x="852" y="223"/>
                </a:lnTo>
                <a:lnTo>
                  <a:pt x="852" y="218"/>
                </a:lnTo>
                <a:lnTo>
                  <a:pt x="852" y="212"/>
                </a:lnTo>
                <a:lnTo>
                  <a:pt x="852" y="206"/>
                </a:lnTo>
                <a:lnTo>
                  <a:pt x="852" y="200"/>
                </a:lnTo>
                <a:lnTo>
                  <a:pt x="852" y="193"/>
                </a:lnTo>
                <a:lnTo>
                  <a:pt x="852" y="187"/>
                </a:lnTo>
                <a:lnTo>
                  <a:pt x="852" y="178"/>
                </a:lnTo>
                <a:lnTo>
                  <a:pt x="852" y="171"/>
                </a:lnTo>
                <a:lnTo>
                  <a:pt x="852" y="164"/>
                </a:lnTo>
                <a:lnTo>
                  <a:pt x="852" y="157"/>
                </a:lnTo>
                <a:lnTo>
                  <a:pt x="852" y="149"/>
                </a:lnTo>
                <a:lnTo>
                  <a:pt x="852" y="143"/>
                </a:lnTo>
                <a:lnTo>
                  <a:pt x="852" y="137"/>
                </a:lnTo>
                <a:lnTo>
                  <a:pt x="852" y="131"/>
                </a:lnTo>
                <a:lnTo>
                  <a:pt x="852" y="127"/>
                </a:lnTo>
                <a:lnTo>
                  <a:pt x="852" y="122"/>
                </a:lnTo>
                <a:lnTo>
                  <a:pt x="852" y="117"/>
                </a:lnTo>
                <a:lnTo>
                  <a:pt x="852" y="112"/>
                </a:lnTo>
                <a:lnTo>
                  <a:pt x="852" y="109"/>
                </a:lnTo>
                <a:lnTo>
                  <a:pt x="851" y="105"/>
                </a:lnTo>
                <a:lnTo>
                  <a:pt x="851" y="101"/>
                </a:lnTo>
                <a:lnTo>
                  <a:pt x="851" y="98"/>
                </a:lnTo>
                <a:lnTo>
                  <a:pt x="851" y="94"/>
                </a:lnTo>
                <a:lnTo>
                  <a:pt x="850" y="92"/>
                </a:lnTo>
                <a:lnTo>
                  <a:pt x="850" y="88"/>
                </a:lnTo>
                <a:lnTo>
                  <a:pt x="848" y="86"/>
                </a:lnTo>
                <a:lnTo>
                  <a:pt x="848" y="83"/>
                </a:lnTo>
                <a:lnTo>
                  <a:pt x="847" y="80"/>
                </a:lnTo>
                <a:lnTo>
                  <a:pt x="847" y="77"/>
                </a:lnTo>
                <a:lnTo>
                  <a:pt x="846" y="75"/>
                </a:lnTo>
                <a:lnTo>
                  <a:pt x="845" y="73"/>
                </a:lnTo>
                <a:lnTo>
                  <a:pt x="844" y="69"/>
                </a:lnTo>
                <a:lnTo>
                  <a:pt x="844" y="67"/>
                </a:lnTo>
                <a:lnTo>
                  <a:pt x="842" y="64"/>
                </a:lnTo>
                <a:lnTo>
                  <a:pt x="841" y="60"/>
                </a:lnTo>
                <a:lnTo>
                  <a:pt x="839" y="58"/>
                </a:lnTo>
                <a:lnTo>
                  <a:pt x="838" y="54"/>
                </a:lnTo>
                <a:lnTo>
                  <a:pt x="836" y="51"/>
                </a:lnTo>
                <a:lnTo>
                  <a:pt x="835" y="47"/>
                </a:lnTo>
                <a:lnTo>
                  <a:pt x="833" y="44"/>
                </a:lnTo>
                <a:lnTo>
                  <a:pt x="832" y="40"/>
                </a:lnTo>
                <a:lnTo>
                  <a:pt x="829" y="36"/>
                </a:lnTo>
                <a:lnTo>
                  <a:pt x="828" y="33"/>
                </a:lnTo>
                <a:lnTo>
                  <a:pt x="827" y="29"/>
                </a:lnTo>
                <a:lnTo>
                  <a:pt x="826" y="27"/>
                </a:lnTo>
                <a:lnTo>
                  <a:pt x="823" y="23"/>
                </a:lnTo>
                <a:lnTo>
                  <a:pt x="822" y="21"/>
                </a:lnTo>
                <a:lnTo>
                  <a:pt x="821" y="18"/>
                </a:lnTo>
                <a:lnTo>
                  <a:pt x="820" y="16"/>
                </a:lnTo>
                <a:lnTo>
                  <a:pt x="818" y="15"/>
                </a:lnTo>
                <a:lnTo>
                  <a:pt x="817" y="12"/>
                </a:lnTo>
                <a:lnTo>
                  <a:pt x="816" y="11"/>
                </a:lnTo>
                <a:lnTo>
                  <a:pt x="815" y="10"/>
                </a:lnTo>
                <a:lnTo>
                  <a:pt x="814" y="9"/>
                </a:lnTo>
                <a:lnTo>
                  <a:pt x="812" y="8"/>
                </a:lnTo>
                <a:lnTo>
                  <a:pt x="811" y="6"/>
                </a:lnTo>
                <a:lnTo>
                  <a:pt x="810" y="5"/>
                </a:lnTo>
                <a:lnTo>
                  <a:pt x="809" y="4"/>
                </a:lnTo>
                <a:lnTo>
                  <a:pt x="806" y="4"/>
                </a:lnTo>
                <a:lnTo>
                  <a:pt x="805" y="3"/>
                </a:lnTo>
                <a:lnTo>
                  <a:pt x="804" y="3"/>
                </a:lnTo>
                <a:lnTo>
                  <a:pt x="802" y="2"/>
                </a:lnTo>
                <a:lnTo>
                  <a:pt x="799" y="2"/>
                </a:lnTo>
                <a:lnTo>
                  <a:pt x="798" y="2"/>
                </a:lnTo>
                <a:lnTo>
                  <a:pt x="796" y="2"/>
                </a:lnTo>
                <a:lnTo>
                  <a:pt x="793" y="0"/>
                </a:lnTo>
                <a:lnTo>
                  <a:pt x="791" y="0"/>
                </a:lnTo>
                <a:lnTo>
                  <a:pt x="788" y="0"/>
                </a:lnTo>
                <a:lnTo>
                  <a:pt x="785" y="0"/>
                </a:lnTo>
                <a:lnTo>
                  <a:pt x="782" y="0"/>
                </a:lnTo>
                <a:lnTo>
                  <a:pt x="779" y="0"/>
                </a:lnTo>
                <a:lnTo>
                  <a:pt x="775" y="0"/>
                </a:lnTo>
                <a:lnTo>
                  <a:pt x="772" y="0"/>
                </a:lnTo>
                <a:lnTo>
                  <a:pt x="768" y="0"/>
                </a:lnTo>
                <a:lnTo>
                  <a:pt x="764" y="0"/>
                </a:lnTo>
                <a:lnTo>
                  <a:pt x="762" y="0"/>
                </a:lnTo>
                <a:lnTo>
                  <a:pt x="758" y="0"/>
                </a:lnTo>
                <a:lnTo>
                  <a:pt x="755" y="0"/>
                </a:lnTo>
                <a:lnTo>
                  <a:pt x="751" y="0"/>
                </a:lnTo>
                <a:lnTo>
                  <a:pt x="747" y="0"/>
                </a:lnTo>
                <a:lnTo>
                  <a:pt x="744" y="0"/>
                </a:lnTo>
                <a:lnTo>
                  <a:pt x="739" y="0"/>
                </a:lnTo>
                <a:lnTo>
                  <a:pt x="734" y="0"/>
                </a:lnTo>
                <a:lnTo>
                  <a:pt x="729" y="0"/>
                </a:lnTo>
                <a:lnTo>
                  <a:pt x="723" y="0"/>
                </a:lnTo>
                <a:lnTo>
                  <a:pt x="717" y="0"/>
                </a:lnTo>
                <a:lnTo>
                  <a:pt x="710" y="0"/>
                </a:lnTo>
                <a:lnTo>
                  <a:pt x="702" y="0"/>
                </a:lnTo>
                <a:lnTo>
                  <a:pt x="693" y="0"/>
                </a:lnTo>
                <a:lnTo>
                  <a:pt x="684" y="0"/>
                </a:lnTo>
                <a:lnTo>
                  <a:pt x="674" y="0"/>
                </a:lnTo>
                <a:lnTo>
                  <a:pt x="662" y="0"/>
                </a:lnTo>
                <a:lnTo>
                  <a:pt x="650" y="0"/>
                </a:lnTo>
                <a:lnTo>
                  <a:pt x="637" y="0"/>
                </a:lnTo>
                <a:lnTo>
                  <a:pt x="622" y="0"/>
                </a:lnTo>
                <a:lnTo>
                  <a:pt x="606" y="0"/>
                </a:lnTo>
                <a:lnTo>
                  <a:pt x="589" y="0"/>
                </a:lnTo>
                <a:lnTo>
                  <a:pt x="571" y="0"/>
                </a:lnTo>
                <a:lnTo>
                  <a:pt x="550" y="0"/>
                </a:lnTo>
                <a:lnTo>
                  <a:pt x="529" y="0"/>
                </a:lnTo>
                <a:lnTo>
                  <a:pt x="506" y="0"/>
                </a:lnTo>
                <a:lnTo>
                  <a:pt x="481" y="0"/>
                </a:lnTo>
                <a:lnTo>
                  <a:pt x="454" y="0"/>
                </a:lnTo>
                <a:lnTo>
                  <a:pt x="426" y="0"/>
                </a:lnTo>
                <a:close/>
              </a:path>
            </a:pathLst>
          </a:custGeom>
          <a:noFill/>
          <a:ln w="33401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1034" name="Freeform 46">
            <a:extLst>
              <a:ext uri="{FF2B5EF4-FFF2-40B4-BE49-F238E27FC236}">
                <a16:creationId xmlns:a16="http://schemas.microsoft.com/office/drawing/2014/main" id="{7A1DED41-1CAE-40A9-B655-C1310A2F7372}"/>
              </a:ext>
            </a:extLst>
          </p:cNvPr>
          <p:cNvSpPr>
            <a:spLocks/>
          </p:cNvSpPr>
          <p:nvPr/>
        </p:nvSpPr>
        <p:spPr bwMode="auto">
          <a:xfrm>
            <a:off x="4883150" y="5351463"/>
            <a:ext cx="677863" cy="668337"/>
          </a:xfrm>
          <a:custGeom>
            <a:avLst/>
            <a:gdLst>
              <a:gd name="T0" fmla="*/ 2147483646 w 852"/>
              <a:gd name="T1" fmla="*/ 0 h 853"/>
              <a:gd name="T2" fmla="*/ 2147483646 w 852"/>
              <a:gd name="T3" fmla="*/ 0 h 853"/>
              <a:gd name="T4" fmla="*/ 2147483646 w 852"/>
              <a:gd name="T5" fmla="*/ 0 h 853"/>
              <a:gd name="T6" fmla="*/ 2147483646 w 852"/>
              <a:gd name="T7" fmla="*/ 0 h 853"/>
              <a:gd name="T8" fmla="*/ 2147483646 w 852"/>
              <a:gd name="T9" fmla="*/ 2147483646 h 853"/>
              <a:gd name="T10" fmla="*/ 2147483646 w 852"/>
              <a:gd name="T11" fmla="*/ 2147483646 h 853"/>
              <a:gd name="T12" fmla="*/ 2147483646 w 852"/>
              <a:gd name="T13" fmla="*/ 2147483646 h 853"/>
              <a:gd name="T14" fmla="*/ 2147483646 w 852"/>
              <a:gd name="T15" fmla="*/ 2147483646 h 853"/>
              <a:gd name="T16" fmla="*/ 2147483646 w 852"/>
              <a:gd name="T17" fmla="*/ 2147483646 h 853"/>
              <a:gd name="T18" fmla="*/ 2147483646 w 852"/>
              <a:gd name="T19" fmla="*/ 2147483646 h 853"/>
              <a:gd name="T20" fmla="*/ 0 w 852"/>
              <a:gd name="T21" fmla="*/ 2147483646 h 853"/>
              <a:gd name="T22" fmla="*/ 0 w 852"/>
              <a:gd name="T23" fmla="*/ 2147483646 h 853"/>
              <a:gd name="T24" fmla="*/ 0 w 852"/>
              <a:gd name="T25" fmla="*/ 2147483646 h 853"/>
              <a:gd name="T26" fmla="*/ 0 w 852"/>
              <a:gd name="T27" fmla="*/ 2147483646 h 853"/>
              <a:gd name="T28" fmla="*/ 0 w 852"/>
              <a:gd name="T29" fmla="*/ 2147483646 h 853"/>
              <a:gd name="T30" fmla="*/ 0 w 852"/>
              <a:gd name="T31" fmla="*/ 2147483646 h 853"/>
              <a:gd name="T32" fmla="*/ 0 w 852"/>
              <a:gd name="T33" fmla="*/ 2147483646 h 853"/>
              <a:gd name="T34" fmla="*/ 0 w 852"/>
              <a:gd name="T35" fmla="*/ 2147483646 h 853"/>
              <a:gd name="T36" fmla="*/ 2147483646 w 852"/>
              <a:gd name="T37" fmla="*/ 2147483646 h 853"/>
              <a:gd name="T38" fmla="*/ 2147483646 w 852"/>
              <a:gd name="T39" fmla="*/ 2147483646 h 853"/>
              <a:gd name="T40" fmla="*/ 2147483646 w 852"/>
              <a:gd name="T41" fmla="*/ 2147483646 h 853"/>
              <a:gd name="T42" fmla="*/ 2147483646 w 852"/>
              <a:gd name="T43" fmla="*/ 2147483646 h 853"/>
              <a:gd name="T44" fmla="*/ 2147483646 w 852"/>
              <a:gd name="T45" fmla="*/ 2147483646 h 853"/>
              <a:gd name="T46" fmla="*/ 2147483646 w 852"/>
              <a:gd name="T47" fmla="*/ 2147483646 h 853"/>
              <a:gd name="T48" fmla="*/ 2147483646 w 852"/>
              <a:gd name="T49" fmla="*/ 2147483646 h 853"/>
              <a:gd name="T50" fmla="*/ 2147483646 w 852"/>
              <a:gd name="T51" fmla="*/ 2147483646 h 853"/>
              <a:gd name="T52" fmla="*/ 2147483646 w 852"/>
              <a:gd name="T53" fmla="*/ 2147483646 h 853"/>
              <a:gd name="T54" fmla="*/ 2147483646 w 852"/>
              <a:gd name="T55" fmla="*/ 2147483646 h 853"/>
              <a:gd name="T56" fmla="*/ 2147483646 w 852"/>
              <a:gd name="T57" fmla="*/ 2147483646 h 853"/>
              <a:gd name="T58" fmla="*/ 2147483646 w 852"/>
              <a:gd name="T59" fmla="*/ 2147483646 h 853"/>
              <a:gd name="T60" fmla="*/ 2147483646 w 852"/>
              <a:gd name="T61" fmla="*/ 2147483646 h 853"/>
              <a:gd name="T62" fmla="*/ 2147483646 w 852"/>
              <a:gd name="T63" fmla="*/ 2147483646 h 853"/>
              <a:gd name="T64" fmla="*/ 2147483646 w 852"/>
              <a:gd name="T65" fmla="*/ 2147483646 h 853"/>
              <a:gd name="T66" fmla="*/ 2147483646 w 852"/>
              <a:gd name="T67" fmla="*/ 2147483646 h 853"/>
              <a:gd name="T68" fmla="*/ 2147483646 w 852"/>
              <a:gd name="T69" fmla="*/ 2147483646 h 853"/>
              <a:gd name="T70" fmla="*/ 2147483646 w 852"/>
              <a:gd name="T71" fmla="*/ 2147483646 h 853"/>
              <a:gd name="T72" fmla="*/ 2147483646 w 852"/>
              <a:gd name="T73" fmla="*/ 2147483646 h 853"/>
              <a:gd name="T74" fmla="*/ 2147483646 w 852"/>
              <a:gd name="T75" fmla="*/ 2147483646 h 853"/>
              <a:gd name="T76" fmla="*/ 2147483646 w 852"/>
              <a:gd name="T77" fmla="*/ 2147483646 h 853"/>
              <a:gd name="T78" fmla="*/ 2147483646 w 852"/>
              <a:gd name="T79" fmla="*/ 2147483646 h 853"/>
              <a:gd name="T80" fmla="*/ 2147483646 w 852"/>
              <a:gd name="T81" fmla="*/ 2147483646 h 853"/>
              <a:gd name="T82" fmla="*/ 2147483646 w 852"/>
              <a:gd name="T83" fmla="*/ 2147483646 h 853"/>
              <a:gd name="T84" fmla="*/ 2147483646 w 852"/>
              <a:gd name="T85" fmla="*/ 2147483646 h 853"/>
              <a:gd name="T86" fmla="*/ 2147483646 w 852"/>
              <a:gd name="T87" fmla="*/ 2147483646 h 853"/>
              <a:gd name="T88" fmla="*/ 2147483646 w 852"/>
              <a:gd name="T89" fmla="*/ 2147483646 h 853"/>
              <a:gd name="T90" fmla="*/ 2147483646 w 852"/>
              <a:gd name="T91" fmla="*/ 2147483646 h 853"/>
              <a:gd name="T92" fmla="*/ 2147483646 w 852"/>
              <a:gd name="T93" fmla="*/ 2147483646 h 853"/>
              <a:gd name="T94" fmla="*/ 2147483646 w 852"/>
              <a:gd name="T95" fmla="*/ 2147483646 h 853"/>
              <a:gd name="T96" fmla="*/ 2147483646 w 852"/>
              <a:gd name="T97" fmla="*/ 2147483646 h 853"/>
              <a:gd name="T98" fmla="*/ 2147483646 w 852"/>
              <a:gd name="T99" fmla="*/ 2147483646 h 853"/>
              <a:gd name="T100" fmla="*/ 2147483646 w 852"/>
              <a:gd name="T101" fmla="*/ 2147483646 h 853"/>
              <a:gd name="T102" fmla="*/ 2147483646 w 852"/>
              <a:gd name="T103" fmla="*/ 2147483646 h 853"/>
              <a:gd name="T104" fmla="*/ 2147483646 w 852"/>
              <a:gd name="T105" fmla="*/ 2147483646 h 853"/>
              <a:gd name="T106" fmla="*/ 2147483646 w 852"/>
              <a:gd name="T107" fmla="*/ 2147483646 h 853"/>
              <a:gd name="T108" fmla="*/ 2147483646 w 852"/>
              <a:gd name="T109" fmla="*/ 0 h 853"/>
              <a:gd name="T110" fmla="*/ 2147483646 w 852"/>
              <a:gd name="T111" fmla="*/ 0 h 853"/>
              <a:gd name="T112" fmla="*/ 2147483646 w 852"/>
              <a:gd name="T113" fmla="*/ 0 h 853"/>
              <a:gd name="T114" fmla="*/ 2147483646 w 852"/>
              <a:gd name="T115" fmla="*/ 0 h 853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w 852"/>
              <a:gd name="T175" fmla="*/ 0 h 853"/>
              <a:gd name="T176" fmla="*/ 852 w 852"/>
              <a:gd name="T177" fmla="*/ 853 h 853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T174" t="T175" r="T176" b="T177"/>
            <a:pathLst>
              <a:path w="852" h="853">
                <a:moveTo>
                  <a:pt x="426" y="0"/>
                </a:moveTo>
                <a:lnTo>
                  <a:pt x="398" y="0"/>
                </a:lnTo>
                <a:lnTo>
                  <a:pt x="372" y="0"/>
                </a:lnTo>
                <a:lnTo>
                  <a:pt x="347" y="0"/>
                </a:lnTo>
                <a:lnTo>
                  <a:pt x="324" y="0"/>
                </a:lnTo>
                <a:lnTo>
                  <a:pt x="303" y="0"/>
                </a:lnTo>
                <a:lnTo>
                  <a:pt x="282" y="0"/>
                </a:lnTo>
                <a:lnTo>
                  <a:pt x="264" y="0"/>
                </a:lnTo>
                <a:lnTo>
                  <a:pt x="246" y="0"/>
                </a:lnTo>
                <a:lnTo>
                  <a:pt x="231" y="0"/>
                </a:lnTo>
                <a:lnTo>
                  <a:pt x="216" y="0"/>
                </a:lnTo>
                <a:lnTo>
                  <a:pt x="203" y="0"/>
                </a:lnTo>
                <a:lnTo>
                  <a:pt x="190" y="0"/>
                </a:lnTo>
                <a:lnTo>
                  <a:pt x="179" y="0"/>
                </a:lnTo>
                <a:lnTo>
                  <a:pt x="168" y="0"/>
                </a:lnTo>
                <a:lnTo>
                  <a:pt x="160" y="0"/>
                </a:lnTo>
                <a:lnTo>
                  <a:pt x="150" y="0"/>
                </a:lnTo>
                <a:lnTo>
                  <a:pt x="143" y="0"/>
                </a:lnTo>
                <a:lnTo>
                  <a:pt x="136" y="0"/>
                </a:lnTo>
                <a:lnTo>
                  <a:pt x="130" y="0"/>
                </a:lnTo>
                <a:lnTo>
                  <a:pt x="124" y="0"/>
                </a:lnTo>
                <a:lnTo>
                  <a:pt x="119" y="0"/>
                </a:lnTo>
                <a:lnTo>
                  <a:pt x="114" y="0"/>
                </a:lnTo>
                <a:lnTo>
                  <a:pt x="109" y="0"/>
                </a:lnTo>
                <a:lnTo>
                  <a:pt x="106" y="0"/>
                </a:lnTo>
                <a:lnTo>
                  <a:pt x="102" y="0"/>
                </a:lnTo>
                <a:lnTo>
                  <a:pt x="98" y="0"/>
                </a:lnTo>
                <a:lnTo>
                  <a:pt x="95" y="0"/>
                </a:lnTo>
                <a:lnTo>
                  <a:pt x="91" y="0"/>
                </a:lnTo>
                <a:lnTo>
                  <a:pt x="89" y="0"/>
                </a:lnTo>
                <a:lnTo>
                  <a:pt x="85" y="0"/>
                </a:lnTo>
                <a:lnTo>
                  <a:pt x="81" y="0"/>
                </a:lnTo>
                <a:lnTo>
                  <a:pt x="78" y="0"/>
                </a:lnTo>
                <a:lnTo>
                  <a:pt x="74" y="0"/>
                </a:lnTo>
                <a:lnTo>
                  <a:pt x="71" y="0"/>
                </a:lnTo>
                <a:lnTo>
                  <a:pt x="68" y="0"/>
                </a:lnTo>
                <a:lnTo>
                  <a:pt x="65" y="0"/>
                </a:lnTo>
                <a:lnTo>
                  <a:pt x="62" y="0"/>
                </a:lnTo>
                <a:lnTo>
                  <a:pt x="60" y="0"/>
                </a:lnTo>
                <a:lnTo>
                  <a:pt x="57" y="2"/>
                </a:lnTo>
                <a:lnTo>
                  <a:pt x="55" y="2"/>
                </a:lnTo>
                <a:lnTo>
                  <a:pt x="53" y="2"/>
                </a:lnTo>
                <a:lnTo>
                  <a:pt x="51" y="2"/>
                </a:lnTo>
                <a:lnTo>
                  <a:pt x="49" y="3"/>
                </a:lnTo>
                <a:lnTo>
                  <a:pt x="48" y="3"/>
                </a:lnTo>
                <a:lnTo>
                  <a:pt x="45" y="4"/>
                </a:lnTo>
                <a:lnTo>
                  <a:pt x="44" y="4"/>
                </a:lnTo>
                <a:lnTo>
                  <a:pt x="43" y="5"/>
                </a:lnTo>
                <a:lnTo>
                  <a:pt x="42" y="6"/>
                </a:lnTo>
                <a:lnTo>
                  <a:pt x="41" y="8"/>
                </a:lnTo>
                <a:lnTo>
                  <a:pt x="39" y="9"/>
                </a:lnTo>
                <a:lnTo>
                  <a:pt x="38" y="10"/>
                </a:lnTo>
                <a:lnTo>
                  <a:pt x="36" y="11"/>
                </a:lnTo>
                <a:lnTo>
                  <a:pt x="35" y="12"/>
                </a:lnTo>
                <a:lnTo>
                  <a:pt x="33" y="15"/>
                </a:lnTo>
                <a:lnTo>
                  <a:pt x="32" y="16"/>
                </a:lnTo>
                <a:lnTo>
                  <a:pt x="31" y="18"/>
                </a:lnTo>
                <a:lnTo>
                  <a:pt x="30" y="21"/>
                </a:lnTo>
                <a:lnTo>
                  <a:pt x="29" y="23"/>
                </a:lnTo>
                <a:lnTo>
                  <a:pt x="27" y="27"/>
                </a:lnTo>
                <a:lnTo>
                  <a:pt x="26" y="29"/>
                </a:lnTo>
                <a:lnTo>
                  <a:pt x="25" y="33"/>
                </a:lnTo>
                <a:lnTo>
                  <a:pt x="24" y="36"/>
                </a:lnTo>
                <a:lnTo>
                  <a:pt x="21" y="40"/>
                </a:lnTo>
                <a:lnTo>
                  <a:pt x="20" y="44"/>
                </a:lnTo>
                <a:lnTo>
                  <a:pt x="18" y="47"/>
                </a:lnTo>
                <a:lnTo>
                  <a:pt x="17" y="51"/>
                </a:lnTo>
                <a:lnTo>
                  <a:pt x="15" y="54"/>
                </a:lnTo>
                <a:lnTo>
                  <a:pt x="13" y="58"/>
                </a:lnTo>
                <a:lnTo>
                  <a:pt x="12" y="60"/>
                </a:lnTo>
                <a:lnTo>
                  <a:pt x="11" y="64"/>
                </a:lnTo>
                <a:lnTo>
                  <a:pt x="9" y="67"/>
                </a:lnTo>
                <a:lnTo>
                  <a:pt x="8" y="69"/>
                </a:lnTo>
                <a:lnTo>
                  <a:pt x="8" y="73"/>
                </a:lnTo>
                <a:lnTo>
                  <a:pt x="7" y="75"/>
                </a:lnTo>
                <a:lnTo>
                  <a:pt x="6" y="77"/>
                </a:lnTo>
                <a:lnTo>
                  <a:pt x="5" y="80"/>
                </a:lnTo>
                <a:lnTo>
                  <a:pt x="5" y="83"/>
                </a:lnTo>
                <a:lnTo>
                  <a:pt x="3" y="86"/>
                </a:lnTo>
                <a:lnTo>
                  <a:pt x="3" y="88"/>
                </a:lnTo>
                <a:lnTo>
                  <a:pt x="3" y="92"/>
                </a:lnTo>
                <a:lnTo>
                  <a:pt x="2" y="94"/>
                </a:lnTo>
                <a:lnTo>
                  <a:pt x="2" y="98"/>
                </a:lnTo>
                <a:lnTo>
                  <a:pt x="2" y="101"/>
                </a:lnTo>
                <a:lnTo>
                  <a:pt x="1" y="105"/>
                </a:lnTo>
                <a:lnTo>
                  <a:pt x="1" y="109"/>
                </a:lnTo>
                <a:lnTo>
                  <a:pt x="1" y="112"/>
                </a:lnTo>
                <a:lnTo>
                  <a:pt x="1" y="117"/>
                </a:lnTo>
                <a:lnTo>
                  <a:pt x="1" y="122"/>
                </a:lnTo>
                <a:lnTo>
                  <a:pt x="1" y="127"/>
                </a:lnTo>
                <a:lnTo>
                  <a:pt x="1" y="131"/>
                </a:lnTo>
                <a:lnTo>
                  <a:pt x="1" y="137"/>
                </a:lnTo>
                <a:lnTo>
                  <a:pt x="1" y="143"/>
                </a:lnTo>
                <a:lnTo>
                  <a:pt x="1" y="149"/>
                </a:lnTo>
                <a:lnTo>
                  <a:pt x="0" y="157"/>
                </a:lnTo>
                <a:lnTo>
                  <a:pt x="0" y="164"/>
                </a:lnTo>
                <a:lnTo>
                  <a:pt x="0" y="171"/>
                </a:lnTo>
                <a:lnTo>
                  <a:pt x="0" y="178"/>
                </a:lnTo>
                <a:lnTo>
                  <a:pt x="0" y="187"/>
                </a:lnTo>
                <a:lnTo>
                  <a:pt x="0" y="193"/>
                </a:lnTo>
                <a:lnTo>
                  <a:pt x="0" y="200"/>
                </a:lnTo>
                <a:lnTo>
                  <a:pt x="0" y="206"/>
                </a:lnTo>
                <a:lnTo>
                  <a:pt x="0" y="212"/>
                </a:lnTo>
                <a:lnTo>
                  <a:pt x="0" y="218"/>
                </a:lnTo>
                <a:lnTo>
                  <a:pt x="0" y="223"/>
                </a:lnTo>
                <a:lnTo>
                  <a:pt x="0" y="229"/>
                </a:lnTo>
                <a:lnTo>
                  <a:pt x="0" y="234"/>
                </a:lnTo>
                <a:lnTo>
                  <a:pt x="0" y="240"/>
                </a:lnTo>
                <a:lnTo>
                  <a:pt x="0" y="244"/>
                </a:lnTo>
                <a:lnTo>
                  <a:pt x="0" y="250"/>
                </a:lnTo>
                <a:lnTo>
                  <a:pt x="0" y="255"/>
                </a:lnTo>
                <a:lnTo>
                  <a:pt x="0" y="261"/>
                </a:lnTo>
                <a:lnTo>
                  <a:pt x="0" y="267"/>
                </a:lnTo>
                <a:lnTo>
                  <a:pt x="0" y="273"/>
                </a:lnTo>
                <a:lnTo>
                  <a:pt x="0" y="279"/>
                </a:lnTo>
                <a:lnTo>
                  <a:pt x="0" y="287"/>
                </a:lnTo>
                <a:lnTo>
                  <a:pt x="0" y="294"/>
                </a:lnTo>
                <a:lnTo>
                  <a:pt x="0" y="301"/>
                </a:lnTo>
                <a:lnTo>
                  <a:pt x="0" y="309"/>
                </a:lnTo>
                <a:lnTo>
                  <a:pt x="0" y="318"/>
                </a:lnTo>
                <a:lnTo>
                  <a:pt x="0" y="327"/>
                </a:lnTo>
                <a:lnTo>
                  <a:pt x="0" y="337"/>
                </a:lnTo>
                <a:lnTo>
                  <a:pt x="0" y="347"/>
                </a:lnTo>
                <a:lnTo>
                  <a:pt x="0" y="359"/>
                </a:lnTo>
                <a:lnTo>
                  <a:pt x="0" y="371"/>
                </a:lnTo>
                <a:lnTo>
                  <a:pt x="0" y="383"/>
                </a:lnTo>
                <a:lnTo>
                  <a:pt x="0" y="397"/>
                </a:lnTo>
                <a:lnTo>
                  <a:pt x="0" y="412"/>
                </a:lnTo>
                <a:lnTo>
                  <a:pt x="0" y="427"/>
                </a:lnTo>
                <a:lnTo>
                  <a:pt x="0" y="443"/>
                </a:lnTo>
                <a:lnTo>
                  <a:pt x="0" y="457"/>
                </a:lnTo>
                <a:lnTo>
                  <a:pt x="0" y="470"/>
                </a:lnTo>
                <a:lnTo>
                  <a:pt x="0" y="484"/>
                </a:lnTo>
                <a:lnTo>
                  <a:pt x="0" y="496"/>
                </a:lnTo>
                <a:lnTo>
                  <a:pt x="0" y="507"/>
                </a:lnTo>
                <a:lnTo>
                  <a:pt x="0" y="517"/>
                </a:lnTo>
                <a:lnTo>
                  <a:pt x="0" y="527"/>
                </a:lnTo>
                <a:lnTo>
                  <a:pt x="0" y="535"/>
                </a:lnTo>
                <a:lnTo>
                  <a:pt x="0" y="545"/>
                </a:lnTo>
                <a:lnTo>
                  <a:pt x="0" y="552"/>
                </a:lnTo>
                <a:lnTo>
                  <a:pt x="0" y="561"/>
                </a:lnTo>
                <a:lnTo>
                  <a:pt x="0" y="568"/>
                </a:lnTo>
                <a:lnTo>
                  <a:pt x="0" y="574"/>
                </a:lnTo>
                <a:lnTo>
                  <a:pt x="0" y="580"/>
                </a:lnTo>
                <a:lnTo>
                  <a:pt x="0" y="587"/>
                </a:lnTo>
                <a:lnTo>
                  <a:pt x="0" y="592"/>
                </a:lnTo>
                <a:lnTo>
                  <a:pt x="0" y="598"/>
                </a:lnTo>
                <a:lnTo>
                  <a:pt x="0" y="604"/>
                </a:lnTo>
                <a:lnTo>
                  <a:pt x="0" y="609"/>
                </a:lnTo>
                <a:lnTo>
                  <a:pt x="0" y="615"/>
                </a:lnTo>
                <a:lnTo>
                  <a:pt x="0" y="620"/>
                </a:lnTo>
                <a:lnTo>
                  <a:pt x="0" y="626"/>
                </a:lnTo>
                <a:lnTo>
                  <a:pt x="0" y="630"/>
                </a:lnTo>
                <a:lnTo>
                  <a:pt x="0" y="636"/>
                </a:lnTo>
                <a:lnTo>
                  <a:pt x="0" y="641"/>
                </a:lnTo>
                <a:lnTo>
                  <a:pt x="0" y="647"/>
                </a:lnTo>
                <a:lnTo>
                  <a:pt x="0" y="654"/>
                </a:lnTo>
                <a:lnTo>
                  <a:pt x="0" y="660"/>
                </a:lnTo>
                <a:lnTo>
                  <a:pt x="0" y="668"/>
                </a:lnTo>
                <a:lnTo>
                  <a:pt x="0" y="675"/>
                </a:lnTo>
                <a:lnTo>
                  <a:pt x="0" y="682"/>
                </a:lnTo>
                <a:lnTo>
                  <a:pt x="0" y="690"/>
                </a:lnTo>
                <a:lnTo>
                  <a:pt x="0" y="698"/>
                </a:lnTo>
                <a:lnTo>
                  <a:pt x="1" y="704"/>
                </a:lnTo>
                <a:lnTo>
                  <a:pt x="1" y="711"/>
                </a:lnTo>
                <a:lnTo>
                  <a:pt x="1" y="717"/>
                </a:lnTo>
                <a:lnTo>
                  <a:pt x="1" y="722"/>
                </a:lnTo>
                <a:lnTo>
                  <a:pt x="1" y="728"/>
                </a:lnTo>
                <a:lnTo>
                  <a:pt x="1" y="733"/>
                </a:lnTo>
                <a:lnTo>
                  <a:pt x="1" y="737"/>
                </a:lnTo>
                <a:lnTo>
                  <a:pt x="1" y="741"/>
                </a:lnTo>
                <a:lnTo>
                  <a:pt x="1" y="745"/>
                </a:lnTo>
                <a:lnTo>
                  <a:pt x="1" y="749"/>
                </a:lnTo>
                <a:lnTo>
                  <a:pt x="2" y="753"/>
                </a:lnTo>
                <a:lnTo>
                  <a:pt x="2" y="755"/>
                </a:lnTo>
                <a:lnTo>
                  <a:pt x="2" y="759"/>
                </a:lnTo>
                <a:lnTo>
                  <a:pt x="3" y="763"/>
                </a:lnTo>
                <a:lnTo>
                  <a:pt x="3" y="765"/>
                </a:lnTo>
                <a:lnTo>
                  <a:pt x="3" y="767"/>
                </a:lnTo>
                <a:lnTo>
                  <a:pt x="5" y="771"/>
                </a:lnTo>
                <a:lnTo>
                  <a:pt x="5" y="773"/>
                </a:lnTo>
                <a:lnTo>
                  <a:pt x="6" y="776"/>
                </a:lnTo>
                <a:lnTo>
                  <a:pt x="7" y="778"/>
                </a:lnTo>
                <a:lnTo>
                  <a:pt x="8" y="782"/>
                </a:lnTo>
                <a:lnTo>
                  <a:pt x="8" y="784"/>
                </a:lnTo>
                <a:lnTo>
                  <a:pt x="9" y="787"/>
                </a:lnTo>
                <a:lnTo>
                  <a:pt x="11" y="790"/>
                </a:lnTo>
                <a:lnTo>
                  <a:pt x="12" y="793"/>
                </a:lnTo>
                <a:lnTo>
                  <a:pt x="13" y="796"/>
                </a:lnTo>
                <a:lnTo>
                  <a:pt x="15" y="799"/>
                </a:lnTo>
                <a:lnTo>
                  <a:pt x="17" y="802"/>
                </a:lnTo>
                <a:lnTo>
                  <a:pt x="18" y="806"/>
                </a:lnTo>
                <a:lnTo>
                  <a:pt x="20" y="811"/>
                </a:lnTo>
                <a:lnTo>
                  <a:pt x="21" y="814"/>
                </a:lnTo>
                <a:lnTo>
                  <a:pt x="24" y="818"/>
                </a:lnTo>
                <a:lnTo>
                  <a:pt x="25" y="821"/>
                </a:lnTo>
                <a:lnTo>
                  <a:pt x="26" y="824"/>
                </a:lnTo>
                <a:lnTo>
                  <a:pt x="27" y="827"/>
                </a:lnTo>
                <a:lnTo>
                  <a:pt x="29" y="830"/>
                </a:lnTo>
                <a:lnTo>
                  <a:pt x="30" y="832"/>
                </a:lnTo>
                <a:lnTo>
                  <a:pt x="31" y="835"/>
                </a:lnTo>
                <a:lnTo>
                  <a:pt x="32" y="837"/>
                </a:lnTo>
                <a:lnTo>
                  <a:pt x="33" y="840"/>
                </a:lnTo>
                <a:lnTo>
                  <a:pt x="35" y="841"/>
                </a:lnTo>
                <a:lnTo>
                  <a:pt x="36" y="842"/>
                </a:lnTo>
                <a:lnTo>
                  <a:pt x="38" y="844"/>
                </a:lnTo>
                <a:lnTo>
                  <a:pt x="39" y="846"/>
                </a:lnTo>
                <a:lnTo>
                  <a:pt x="41" y="847"/>
                </a:lnTo>
                <a:lnTo>
                  <a:pt x="42" y="848"/>
                </a:lnTo>
                <a:lnTo>
                  <a:pt x="43" y="848"/>
                </a:lnTo>
                <a:lnTo>
                  <a:pt x="44" y="849"/>
                </a:lnTo>
                <a:lnTo>
                  <a:pt x="45" y="850"/>
                </a:lnTo>
                <a:lnTo>
                  <a:pt x="48" y="850"/>
                </a:lnTo>
                <a:lnTo>
                  <a:pt x="49" y="852"/>
                </a:lnTo>
                <a:lnTo>
                  <a:pt x="51" y="852"/>
                </a:lnTo>
                <a:lnTo>
                  <a:pt x="53" y="852"/>
                </a:lnTo>
                <a:lnTo>
                  <a:pt x="55" y="852"/>
                </a:lnTo>
                <a:lnTo>
                  <a:pt x="57" y="853"/>
                </a:lnTo>
                <a:lnTo>
                  <a:pt x="60" y="853"/>
                </a:lnTo>
                <a:lnTo>
                  <a:pt x="62" y="853"/>
                </a:lnTo>
                <a:lnTo>
                  <a:pt x="65" y="853"/>
                </a:lnTo>
                <a:lnTo>
                  <a:pt x="68" y="853"/>
                </a:lnTo>
                <a:lnTo>
                  <a:pt x="71" y="853"/>
                </a:lnTo>
                <a:lnTo>
                  <a:pt x="74" y="853"/>
                </a:lnTo>
                <a:lnTo>
                  <a:pt x="78" y="853"/>
                </a:lnTo>
                <a:lnTo>
                  <a:pt x="81" y="853"/>
                </a:lnTo>
                <a:lnTo>
                  <a:pt x="85" y="853"/>
                </a:lnTo>
                <a:lnTo>
                  <a:pt x="89" y="853"/>
                </a:lnTo>
                <a:lnTo>
                  <a:pt x="91" y="853"/>
                </a:lnTo>
                <a:lnTo>
                  <a:pt x="95" y="853"/>
                </a:lnTo>
                <a:lnTo>
                  <a:pt x="98" y="853"/>
                </a:lnTo>
                <a:lnTo>
                  <a:pt x="102" y="853"/>
                </a:lnTo>
                <a:lnTo>
                  <a:pt x="106" y="853"/>
                </a:lnTo>
                <a:lnTo>
                  <a:pt x="109" y="853"/>
                </a:lnTo>
                <a:lnTo>
                  <a:pt x="114" y="853"/>
                </a:lnTo>
                <a:lnTo>
                  <a:pt x="119" y="853"/>
                </a:lnTo>
                <a:lnTo>
                  <a:pt x="124" y="853"/>
                </a:lnTo>
                <a:lnTo>
                  <a:pt x="130" y="853"/>
                </a:lnTo>
                <a:lnTo>
                  <a:pt x="136" y="853"/>
                </a:lnTo>
                <a:lnTo>
                  <a:pt x="143" y="853"/>
                </a:lnTo>
                <a:lnTo>
                  <a:pt x="150" y="853"/>
                </a:lnTo>
                <a:lnTo>
                  <a:pt x="160" y="853"/>
                </a:lnTo>
                <a:lnTo>
                  <a:pt x="168" y="853"/>
                </a:lnTo>
                <a:lnTo>
                  <a:pt x="179" y="853"/>
                </a:lnTo>
                <a:lnTo>
                  <a:pt x="190" y="853"/>
                </a:lnTo>
                <a:lnTo>
                  <a:pt x="203" y="853"/>
                </a:lnTo>
                <a:lnTo>
                  <a:pt x="216" y="853"/>
                </a:lnTo>
                <a:lnTo>
                  <a:pt x="231" y="853"/>
                </a:lnTo>
                <a:lnTo>
                  <a:pt x="246" y="853"/>
                </a:lnTo>
                <a:lnTo>
                  <a:pt x="264" y="853"/>
                </a:lnTo>
                <a:lnTo>
                  <a:pt x="282" y="853"/>
                </a:lnTo>
                <a:lnTo>
                  <a:pt x="303" y="853"/>
                </a:lnTo>
                <a:lnTo>
                  <a:pt x="324" y="853"/>
                </a:lnTo>
                <a:lnTo>
                  <a:pt x="347" y="853"/>
                </a:lnTo>
                <a:lnTo>
                  <a:pt x="372" y="853"/>
                </a:lnTo>
                <a:lnTo>
                  <a:pt x="398" y="853"/>
                </a:lnTo>
                <a:lnTo>
                  <a:pt x="426" y="853"/>
                </a:lnTo>
                <a:lnTo>
                  <a:pt x="454" y="853"/>
                </a:lnTo>
                <a:lnTo>
                  <a:pt x="481" y="853"/>
                </a:lnTo>
                <a:lnTo>
                  <a:pt x="506" y="853"/>
                </a:lnTo>
                <a:lnTo>
                  <a:pt x="529" y="853"/>
                </a:lnTo>
                <a:lnTo>
                  <a:pt x="550" y="853"/>
                </a:lnTo>
                <a:lnTo>
                  <a:pt x="571" y="853"/>
                </a:lnTo>
                <a:lnTo>
                  <a:pt x="589" y="853"/>
                </a:lnTo>
                <a:lnTo>
                  <a:pt x="606" y="853"/>
                </a:lnTo>
                <a:lnTo>
                  <a:pt x="622" y="853"/>
                </a:lnTo>
                <a:lnTo>
                  <a:pt x="637" y="853"/>
                </a:lnTo>
                <a:lnTo>
                  <a:pt x="650" y="853"/>
                </a:lnTo>
                <a:lnTo>
                  <a:pt x="662" y="853"/>
                </a:lnTo>
                <a:lnTo>
                  <a:pt x="674" y="853"/>
                </a:lnTo>
                <a:lnTo>
                  <a:pt x="684" y="853"/>
                </a:lnTo>
                <a:lnTo>
                  <a:pt x="693" y="853"/>
                </a:lnTo>
                <a:lnTo>
                  <a:pt x="702" y="853"/>
                </a:lnTo>
                <a:lnTo>
                  <a:pt x="710" y="853"/>
                </a:lnTo>
                <a:lnTo>
                  <a:pt x="717" y="853"/>
                </a:lnTo>
                <a:lnTo>
                  <a:pt x="723" y="853"/>
                </a:lnTo>
                <a:lnTo>
                  <a:pt x="729" y="853"/>
                </a:lnTo>
                <a:lnTo>
                  <a:pt x="734" y="853"/>
                </a:lnTo>
                <a:lnTo>
                  <a:pt x="739" y="853"/>
                </a:lnTo>
                <a:lnTo>
                  <a:pt x="744" y="853"/>
                </a:lnTo>
                <a:lnTo>
                  <a:pt x="747" y="853"/>
                </a:lnTo>
                <a:lnTo>
                  <a:pt x="751" y="853"/>
                </a:lnTo>
                <a:lnTo>
                  <a:pt x="755" y="853"/>
                </a:lnTo>
                <a:lnTo>
                  <a:pt x="758" y="853"/>
                </a:lnTo>
                <a:lnTo>
                  <a:pt x="762" y="853"/>
                </a:lnTo>
                <a:lnTo>
                  <a:pt x="764" y="853"/>
                </a:lnTo>
                <a:lnTo>
                  <a:pt x="768" y="853"/>
                </a:lnTo>
                <a:lnTo>
                  <a:pt x="772" y="853"/>
                </a:lnTo>
                <a:lnTo>
                  <a:pt x="775" y="853"/>
                </a:lnTo>
                <a:lnTo>
                  <a:pt x="779" y="853"/>
                </a:lnTo>
                <a:lnTo>
                  <a:pt x="782" y="853"/>
                </a:lnTo>
                <a:lnTo>
                  <a:pt x="785" y="853"/>
                </a:lnTo>
                <a:lnTo>
                  <a:pt x="788" y="853"/>
                </a:lnTo>
                <a:lnTo>
                  <a:pt x="791" y="853"/>
                </a:lnTo>
                <a:lnTo>
                  <a:pt x="793" y="853"/>
                </a:lnTo>
                <a:lnTo>
                  <a:pt x="796" y="853"/>
                </a:lnTo>
                <a:lnTo>
                  <a:pt x="798" y="852"/>
                </a:lnTo>
                <a:lnTo>
                  <a:pt x="799" y="852"/>
                </a:lnTo>
                <a:lnTo>
                  <a:pt x="802" y="852"/>
                </a:lnTo>
                <a:lnTo>
                  <a:pt x="804" y="852"/>
                </a:lnTo>
                <a:lnTo>
                  <a:pt x="805" y="850"/>
                </a:lnTo>
                <a:lnTo>
                  <a:pt x="806" y="850"/>
                </a:lnTo>
                <a:lnTo>
                  <a:pt x="809" y="849"/>
                </a:lnTo>
                <a:lnTo>
                  <a:pt x="810" y="848"/>
                </a:lnTo>
                <a:lnTo>
                  <a:pt x="811" y="848"/>
                </a:lnTo>
                <a:lnTo>
                  <a:pt x="812" y="847"/>
                </a:lnTo>
                <a:lnTo>
                  <a:pt x="814" y="846"/>
                </a:lnTo>
                <a:lnTo>
                  <a:pt x="815" y="844"/>
                </a:lnTo>
                <a:lnTo>
                  <a:pt x="816" y="842"/>
                </a:lnTo>
                <a:lnTo>
                  <a:pt x="817" y="841"/>
                </a:lnTo>
                <a:lnTo>
                  <a:pt x="818" y="840"/>
                </a:lnTo>
                <a:lnTo>
                  <a:pt x="820" y="837"/>
                </a:lnTo>
                <a:lnTo>
                  <a:pt x="821" y="835"/>
                </a:lnTo>
                <a:lnTo>
                  <a:pt x="822" y="832"/>
                </a:lnTo>
                <a:lnTo>
                  <a:pt x="823" y="830"/>
                </a:lnTo>
                <a:lnTo>
                  <a:pt x="826" y="827"/>
                </a:lnTo>
                <a:lnTo>
                  <a:pt x="827" y="824"/>
                </a:lnTo>
                <a:lnTo>
                  <a:pt x="828" y="821"/>
                </a:lnTo>
                <a:lnTo>
                  <a:pt x="829" y="818"/>
                </a:lnTo>
                <a:lnTo>
                  <a:pt x="832" y="814"/>
                </a:lnTo>
                <a:lnTo>
                  <a:pt x="833" y="811"/>
                </a:lnTo>
                <a:lnTo>
                  <a:pt x="835" y="806"/>
                </a:lnTo>
                <a:lnTo>
                  <a:pt x="836" y="802"/>
                </a:lnTo>
                <a:lnTo>
                  <a:pt x="838" y="799"/>
                </a:lnTo>
                <a:lnTo>
                  <a:pt x="839" y="796"/>
                </a:lnTo>
                <a:lnTo>
                  <a:pt x="841" y="793"/>
                </a:lnTo>
                <a:lnTo>
                  <a:pt x="842" y="790"/>
                </a:lnTo>
                <a:lnTo>
                  <a:pt x="844" y="787"/>
                </a:lnTo>
                <a:lnTo>
                  <a:pt x="844" y="784"/>
                </a:lnTo>
                <a:lnTo>
                  <a:pt x="845" y="782"/>
                </a:lnTo>
                <a:lnTo>
                  <a:pt x="846" y="778"/>
                </a:lnTo>
                <a:lnTo>
                  <a:pt x="847" y="776"/>
                </a:lnTo>
                <a:lnTo>
                  <a:pt x="847" y="773"/>
                </a:lnTo>
                <a:lnTo>
                  <a:pt x="848" y="771"/>
                </a:lnTo>
                <a:lnTo>
                  <a:pt x="848" y="767"/>
                </a:lnTo>
                <a:lnTo>
                  <a:pt x="850" y="765"/>
                </a:lnTo>
                <a:lnTo>
                  <a:pt x="850" y="763"/>
                </a:lnTo>
                <a:lnTo>
                  <a:pt x="851" y="759"/>
                </a:lnTo>
                <a:lnTo>
                  <a:pt x="851" y="755"/>
                </a:lnTo>
                <a:lnTo>
                  <a:pt x="851" y="753"/>
                </a:lnTo>
                <a:lnTo>
                  <a:pt x="851" y="749"/>
                </a:lnTo>
                <a:lnTo>
                  <a:pt x="852" y="745"/>
                </a:lnTo>
                <a:lnTo>
                  <a:pt x="852" y="741"/>
                </a:lnTo>
                <a:lnTo>
                  <a:pt x="852" y="737"/>
                </a:lnTo>
                <a:lnTo>
                  <a:pt x="852" y="733"/>
                </a:lnTo>
                <a:lnTo>
                  <a:pt x="852" y="728"/>
                </a:lnTo>
                <a:lnTo>
                  <a:pt x="852" y="722"/>
                </a:lnTo>
                <a:lnTo>
                  <a:pt x="852" y="717"/>
                </a:lnTo>
                <a:lnTo>
                  <a:pt x="852" y="711"/>
                </a:lnTo>
                <a:lnTo>
                  <a:pt x="852" y="704"/>
                </a:lnTo>
                <a:lnTo>
                  <a:pt x="852" y="698"/>
                </a:lnTo>
                <a:lnTo>
                  <a:pt x="852" y="690"/>
                </a:lnTo>
                <a:lnTo>
                  <a:pt x="852" y="682"/>
                </a:lnTo>
                <a:lnTo>
                  <a:pt x="852" y="675"/>
                </a:lnTo>
                <a:lnTo>
                  <a:pt x="852" y="668"/>
                </a:lnTo>
                <a:lnTo>
                  <a:pt x="852" y="660"/>
                </a:lnTo>
                <a:lnTo>
                  <a:pt x="852" y="654"/>
                </a:lnTo>
                <a:lnTo>
                  <a:pt x="852" y="647"/>
                </a:lnTo>
                <a:lnTo>
                  <a:pt x="852" y="641"/>
                </a:lnTo>
                <a:lnTo>
                  <a:pt x="852" y="636"/>
                </a:lnTo>
                <a:lnTo>
                  <a:pt x="852" y="630"/>
                </a:lnTo>
                <a:lnTo>
                  <a:pt x="852" y="626"/>
                </a:lnTo>
                <a:lnTo>
                  <a:pt x="852" y="620"/>
                </a:lnTo>
                <a:lnTo>
                  <a:pt x="852" y="615"/>
                </a:lnTo>
                <a:lnTo>
                  <a:pt x="852" y="609"/>
                </a:lnTo>
                <a:lnTo>
                  <a:pt x="852" y="604"/>
                </a:lnTo>
                <a:lnTo>
                  <a:pt x="852" y="598"/>
                </a:lnTo>
                <a:lnTo>
                  <a:pt x="852" y="592"/>
                </a:lnTo>
                <a:lnTo>
                  <a:pt x="852" y="587"/>
                </a:lnTo>
                <a:lnTo>
                  <a:pt x="852" y="580"/>
                </a:lnTo>
                <a:lnTo>
                  <a:pt x="852" y="574"/>
                </a:lnTo>
                <a:lnTo>
                  <a:pt x="852" y="568"/>
                </a:lnTo>
                <a:lnTo>
                  <a:pt x="852" y="561"/>
                </a:lnTo>
                <a:lnTo>
                  <a:pt x="852" y="552"/>
                </a:lnTo>
                <a:lnTo>
                  <a:pt x="852" y="545"/>
                </a:lnTo>
                <a:lnTo>
                  <a:pt x="852" y="535"/>
                </a:lnTo>
                <a:lnTo>
                  <a:pt x="852" y="527"/>
                </a:lnTo>
                <a:lnTo>
                  <a:pt x="852" y="517"/>
                </a:lnTo>
                <a:lnTo>
                  <a:pt x="852" y="507"/>
                </a:lnTo>
                <a:lnTo>
                  <a:pt x="852" y="496"/>
                </a:lnTo>
                <a:lnTo>
                  <a:pt x="852" y="484"/>
                </a:lnTo>
                <a:lnTo>
                  <a:pt x="852" y="470"/>
                </a:lnTo>
                <a:lnTo>
                  <a:pt x="852" y="457"/>
                </a:lnTo>
                <a:lnTo>
                  <a:pt x="852" y="443"/>
                </a:lnTo>
                <a:lnTo>
                  <a:pt x="852" y="427"/>
                </a:lnTo>
                <a:lnTo>
                  <a:pt x="852" y="412"/>
                </a:lnTo>
                <a:lnTo>
                  <a:pt x="852" y="397"/>
                </a:lnTo>
                <a:lnTo>
                  <a:pt x="852" y="383"/>
                </a:lnTo>
                <a:lnTo>
                  <a:pt x="852" y="371"/>
                </a:lnTo>
                <a:lnTo>
                  <a:pt x="852" y="359"/>
                </a:lnTo>
                <a:lnTo>
                  <a:pt x="852" y="347"/>
                </a:lnTo>
                <a:lnTo>
                  <a:pt x="852" y="337"/>
                </a:lnTo>
                <a:lnTo>
                  <a:pt x="852" y="327"/>
                </a:lnTo>
                <a:lnTo>
                  <a:pt x="852" y="318"/>
                </a:lnTo>
                <a:lnTo>
                  <a:pt x="852" y="309"/>
                </a:lnTo>
                <a:lnTo>
                  <a:pt x="852" y="301"/>
                </a:lnTo>
                <a:lnTo>
                  <a:pt x="852" y="294"/>
                </a:lnTo>
                <a:lnTo>
                  <a:pt x="852" y="287"/>
                </a:lnTo>
                <a:lnTo>
                  <a:pt x="852" y="279"/>
                </a:lnTo>
                <a:lnTo>
                  <a:pt x="852" y="273"/>
                </a:lnTo>
                <a:lnTo>
                  <a:pt x="852" y="267"/>
                </a:lnTo>
                <a:lnTo>
                  <a:pt x="852" y="261"/>
                </a:lnTo>
                <a:lnTo>
                  <a:pt x="852" y="255"/>
                </a:lnTo>
                <a:lnTo>
                  <a:pt x="852" y="250"/>
                </a:lnTo>
                <a:lnTo>
                  <a:pt x="852" y="244"/>
                </a:lnTo>
                <a:lnTo>
                  <a:pt x="852" y="240"/>
                </a:lnTo>
                <a:lnTo>
                  <a:pt x="852" y="234"/>
                </a:lnTo>
                <a:lnTo>
                  <a:pt x="852" y="229"/>
                </a:lnTo>
                <a:lnTo>
                  <a:pt x="852" y="223"/>
                </a:lnTo>
                <a:lnTo>
                  <a:pt x="852" y="218"/>
                </a:lnTo>
                <a:lnTo>
                  <a:pt x="852" y="212"/>
                </a:lnTo>
                <a:lnTo>
                  <a:pt x="852" y="206"/>
                </a:lnTo>
                <a:lnTo>
                  <a:pt x="852" y="200"/>
                </a:lnTo>
                <a:lnTo>
                  <a:pt x="852" y="193"/>
                </a:lnTo>
                <a:lnTo>
                  <a:pt x="852" y="187"/>
                </a:lnTo>
                <a:lnTo>
                  <a:pt x="852" y="178"/>
                </a:lnTo>
                <a:lnTo>
                  <a:pt x="852" y="171"/>
                </a:lnTo>
                <a:lnTo>
                  <a:pt x="852" y="164"/>
                </a:lnTo>
                <a:lnTo>
                  <a:pt x="852" y="157"/>
                </a:lnTo>
                <a:lnTo>
                  <a:pt x="852" y="149"/>
                </a:lnTo>
                <a:lnTo>
                  <a:pt x="852" y="143"/>
                </a:lnTo>
                <a:lnTo>
                  <a:pt x="852" y="137"/>
                </a:lnTo>
                <a:lnTo>
                  <a:pt x="852" y="131"/>
                </a:lnTo>
                <a:lnTo>
                  <a:pt x="852" y="127"/>
                </a:lnTo>
                <a:lnTo>
                  <a:pt x="852" y="122"/>
                </a:lnTo>
                <a:lnTo>
                  <a:pt x="852" y="117"/>
                </a:lnTo>
                <a:lnTo>
                  <a:pt x="852" y="112"/>
                </a:lnTo>
                <a:lnTo>
                  <a:pt x="852" y="109"/>
                </a:lnTo>
                <a:lnTo>
                  <a:pt x="851" y="105"/>
                </a:lnTo>
                <a:lnTo>
                  <a:pt x="851" y="101"/>
                </a:lnTo>
                <a:lnTo>
                  <a:pt x="851" y="98"/>
                </a:lnTo>
                <a:lnTo>
                  <a:pt x="851" y="94"/>
                </a:lnTo>
                <a:lnTo>
                  <a:pt x="850" y="92"/>
                </a:lnTo>
                <a:lnTo>
                  <a:pt x="850" y="88"/>
                </a:lnTo>
                <a:lnTo>
                  <a:pt x="848" y="86"/>
                </a:lnTo>
                <a:lnTo>
                  <a:pt x="848" y="83"/>
                </a:lnTo>
                <a:lnTo>
                  <a:pt x="847" y="80"/>
                </a:lnTo>
                <a:lnTo>
                  <a:pt x="847" y="77"/>
                </a:lnTo>
                <a:lnTo>
                  <a:pt x="846" y="75"/>
                </a:lnTo>
                <a:lnTo>
                  <a:pt x="845" y="73"/>
                </a:lnTo>
                <a:lnTo>
                  <a:pt x="844" y="69"/>
                </a:lnTo>
                <a:lnTo>
                  <a:pt x="844" y="67"/>
                </a:lnTo>
                <a:lnTo>
                  <a:pt x="842" y="64"/>
                </a:lnTo>
                <a:lnTo>
                  <a:pt x="841" y="60"/>
                </a:lnTo>
                <a:lnTo>
                  <a:pt x="839" y="58"/>
                </a:lnTo>
                <a:lnTo>
                  <a:pt x="838" y="54"/>
                </a:lnTo>
                <a:lnTo>
                  <a:pt x="836" y="51"/>
                </a:lnTo>
                <a:lnTo>
                  <a:pt x="835" y="47"/>
                </a:lnTo>
                <a:lnTo>
                  <a:pt x="833" y="44"/>
                </a:lnTo>
                <a:lnTo>
                  <a:pt x="832" y="40"/>
                </a:lnTo>
                <a:lnTo>
                  <a:pt x="829" y="36"/>
                </a:lnTo>
                <a:lnTo>
                  <a:pt x="828" y="33"/>
                </a:lnTo>
                <a:lnTo>
                  <a:pt x="827" y="29"/>
                </a:lnTo>
                <a:lnTo>
                  <a:pt x="826" y="27"/>
                </a:lnTo>
                <a:lnTo>
                  <a:pt x="823" y="23"/>
                </a:lnTo>
                <a:lnTo>
                  <a:pt x="822" y="21"/>
                </a:lnTo>
                <a:lnTo>
                  <a:pt x="821" y="18"/>
                </a:lnTo>
                <a:lnTo>
                  <a:pt x="820" y="16"/>
                </a:lnTo>
                <a:lnTo>
                  <a:pt x="818" y="15"/>
                </a:lnTo>
                <a:lnTo>
                  <a:pt x="817" y="12"/>
                </a:lnTo>
                <a:lnTo>
                  <a:pt x="816" y="11"/>
                </a:lnTo>
                <a:lnTo>
                  <a:pt x="815" y="10"/>
                </a:lnTo>
                <a:lnTo>
                  <a:pt x="814" y="9"/>
                </a:lnTo>
                <a:lnTo>
                  <a:pt x="812" y="8"/>
                </a:lnTo>
                <a:lnTo>
                  <a:pt x="811" y="6"/>
                </a:lnTo>
                <a:lnTo>
                  <a:pt x="810" y="5"/>
                </a:lnTo>
                <a:lnTo>
                  <a:pt x="809" y="4"/>
                </a:lnTo>
                <a:lnTo>
                  <a:pt x="806" y="4"/>
                </a:lnTo>
                <a:lnTo>
                  <a:pt x="805" y="3"/>
                </a:lnTo>
                <a:lnTo>
                  <a:pt x="804" y="3"/>
                </a:lnTo>
                <a:lnTo>
                  <a:pt x="802" y="2"/>
                </a:lnTo>
                <a:lnTo>
                  <a:pt x="799" y="2"/>
                </a:lnTo>
                <a:lnTo>
                  <a:pt x="798" y="2"/>
                </a:lnTo>
                <a:lnTo>
                  <a:pt x="796" y="2"/>
                </a:lnTo>
                <a:lnTo>
                  <a:pt x="793" y="0"/>
                </a:lnTo>
                <a:lnTo>
                  <a:pt x="791" y="0"/>
                </a:lnTo>
                <a:lnTo>
                  <a:pt x="788" y="0"/>
                </a:lnTo>
                <a:lnTo>
                  <a:pt x="785" y="0"/>
                </a:lnTo>
                <a:lnTo>
                  <a:pt x="782" y="0"/>
                </a:lnTo>
                <a:lnTo>
                  <a:pt x="779" y="0"/>
                </a:lnTo>
                <a:lnTo>
                  <a:pt x="775" y="0"/>
                </a:lnTo>
                <a:lnTo>
                  <a:pt x="772" y="0"/>
                </a:lnTo>
                <a:lnTo>
                  <a:pt x="768" y="0"/>
                </a:lnTo>
                <a:lnTo>
                  <a:pt x="764" y="0"/>
                </a:lnTo>
                <a:lnTo>
                  <a:pt x="762" y="0"/>
                </a:lnTo>
                <a:lnTo>
                  <a:pt x="758" y="0"/>
                </a:lnTo>
                <a:lnTo>
                  <a:pt x="755" y="0"/>
                </a:lnTo>
                <a:lnTo>
                  <a:pt x="751" y="0"/>
                </a:lnTo>
                <a:lnTo>
                  <a:pt x="747" y="0"/>
                </a:lnTo>
                <a:lnTo>
                  <a:pt x="744" y="0"/>
                </a:lnTo>
                <a:lnTo>
                  <a:pt x="739" y="0"/>
                </a:lnTo>
                <a:lnTo>
                  <a:pt x="734" y="0"/>
                </a:lnTo>
                <a:lnTo>
                  <a:pt x="729" y="0"/>
                </a:lnTo>
                <a:lnTo>
                  <a:pt x="723" y="0"/>
                </a:lnTo>
                <a:lnTo>
                  <a:pt x="717" y="0"/>
                </a:lnTo>
                <a:lnTo>
                  <a:pt x="710" y="0"/>
                </a:lnTo>
                <a:lnTo>
                  <a:pt x="702" y="0"/>
                </a:lnTo>
                <a:lnTo>
                  <a:pt x="693" y="0"/>
                </a:lnTo>
                <a:lnTo>
                  <a:pt x="684" y="0"/>
                </a:lnTo>
                <a:lnTo>
                  <a:pt x="674" y="0"/>
                </a:lnTo>
                <a:lnTo>
                  <a:pt x="662" y="0"/>
                </a:lnTo>
                <a:lnTo>
                  <a:pt x="650" y="0"/>
                </a:lnTo>
                <a:lnTo>
                  <a:pt x="637" y="0"/>
                </a:lnTo>
                <a:lnTo>
                  <a:pt x="622" y="0"/>
                </a:lnTo>
                <a:lnTo>
                  <a:pt x="606" y="0"/>
                </a:lnTo>
                <a:lnTo>
                  <a:pt x="589" y="0"/>
                </a:lnTo>
                <a:lnTo>
                  <a:pt x="571" y="0"/>
                </a:lnTo>
                <a:lnTo>
                  <a:pt x="550" y="0"/>
                </a:lnTo>
                <a:lnTo>
                  <a:pt x="529" y="0"/>
                </a:lnTo>
                <a:lnTo>
                  <a:pt x="506" y="0"/>
                </a:lnTo>
                <a:lnTo>
                  <a:pt x="481" y="0"/>
                </a:lnTo>
                <a:lnTo>
                  <a:pt x="454" y="0"/>
                </a:lnTo>
                <a:lnTo>
                  <a:pt x="426" y="0"/>
                </a:lnTo>
                <a:close/>
              </a:path>
            </a:pathLst>
          </a:custGeom>
          <a:noFill/>
          <a:ln w="33401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1035" name="Freeform 46">
            <a:extLst>
              <a:ext uri="{FF2B5EF4-FFF2-40B4-BE49-F238E27FC236}">
                <a16:creationId xmlns:a16="http://schemas.microsoft.com/office/drawing/2014/main" id="{3BD82297-7E60-4BB2-836E-0C3C52BB04F3}"/>
              </a:ext>
            </a:extLst>
          </p:cNvPr>
          <p:cNvSpPr>
            <a:spLocks/>
          </p:cNvSpPr>
          <p:nvPr/>
        </p:nvSpPr>
        <p:spPr bwMode="auto">
          <a:xfrm>
            <a:off x="4038600" y="5257800"/>
            <a:ext cx="1592263" cy="363538"/>
          </a:xfrm>
          <a:custGeom>
            <a:avLst/>
            <a:gdLst>
              <a:gd name="T0" fmla="*/ 2147483646 w 852"/>
              <a:gd name="T1" fmla="*/ 0 h 853"/>
              <a:gd name="T2" fmla="*/ 2147483646 w 852"/>
              <a:gd name="T3" fmla="*/ 0 h 853"/>
              <a:gd name="T4" fmla="*/ 2147483646 w 852"/>
              <a:gd name="T5" fmla="*/ 0 h 853"/>
              <a:gd name="T6" fmla="*/ 2147483646 w 852"/>
              <a:gd name="T7" fmla="*/ 0 h 853"/>
              <a:gd name="T8" fmla="*/ 2147483646 w 852"/>
              <a:gd name="T9" fmla="*/ 2147483646 h 853"/>
              <a:gd name="T10" fmla="*/ 2147483646 w 852"/>
              <a:gd name="T11" fmla="*/ 2147483646 h 853"/>
              <a:gd name="T12" fmla="*/ 2147483646 w 852"/>
              <a:gd name="T13" fmla="*/ 2147483646 h 853"/>
              <a:gd name="T14" fmla="*/ 2147483646 w 852"/>
              <a:gd name="T15" fmla="*/ 2147483646 h 853"/>
              <a:gd name="T16" fmla="*/ 2147483646 w 852"/>
              <a:gd name="T17" fmla="*/ 2147483646 h 853"/>
              <a:gd name="T18" fmla="*/ 2147483646 w 852"/>
              <a:gd name="T19" fmla="*/ 2147483646 h 853"/>
              <a:gd name="T20" fmla="*/ 0 w 852"/>
              <a:gd name="T21" fmla="*/ 2147483646 h 853"/>
              <a:gd name="T22" fmla="*/ 0 w 852"/>
              <a:gd name="T23" fmla="*/ 2147483646 h 853"/>
              <a:gd name="T24" fmla="*/ 0 w 852"/>
              <a:gd name="T25" fmla="*/ 2147483646 h 853"/>
              <a:gd name="T26" fmla="*/ 0 w 852"/>
              <a:gd name="T27" fmla="*/ 2147483646 h 853"/>
              <a:gd name="T28" fmla="*/ 0 w 852"/>
              <a:gd name="T29" fmla="*/ 2147483646 h 853"/>
              <a:gd name="T30" fmla="*/ 0 w 852"/>
              <a:gd name="T31" fmla="*/ 2147483646 h 853"/>
              <a:gd name="T32" fmla="*/ 0 w 852"/>
              <a:gd name="T33" fmla="*/ 2147483646 h 853"/>
              <a:gd name="T34" fmla="*/ 0 w 852"/>
              <a:gd name="T35" fmla="*/ 2147483646 h 853"/>
              <a:gd name="T36" fmla="*/ 2147483646 w 852"/>
              <a:gd name="T37" fmla="*/ 2147483646 h 853"/>
              <a:gd name="T38" fmla="*/ 2147483646 w 852"/>
              <a:gd name="T39" fmla="*/ 2147483646 h 853"/>
              <a:gd name="T40" fmla="*/ 2147483646 w 852"/>
              <a:gd name="T41" fmla="*/ 2147483646 h 853"/>
              <a:gd name="T42" fmla="*/ 2147483646 w 852"/>
              <a:gd name="T43" fmla="*/ 2147483646 h 853"/>
              <a:gd name="T44" fmla="*/ 2147483646 w 852"/>
              <a:gd name="T45" fmla="*/ 2147483646 h 853"/>
              <a:gd name="T46" fmla="*/ 2147483646 w 852"/>
              <a:gd name="T47" fmla="*/ 2147483646 h 853"/>
              <a:gd name="T48" fmla="*/ 2147483646 w 852"/>
              <a:gd name="T49" fmla="*/ 2147483646 h 853"/>
              <a:gd name="T50" fmla="*/ 2147483646 w 852"/>
              <a:gd name="T51" fmla="*/ 2147483646 h 853"/>
              <a:gd name="T52" fmla="*/ 2147483646 w 852"/>
              <a:gd name="T53" fmla="*/ 2147483646 h 853"/>
              <a:gd name="T54" fmla="*/ 2147483646 w 852"/>
              <a:gd name="T55" fmla="*/ 2147483646 h 853"/>
              <a:gd name="T56" fmla="*/ 2147483646 w 852"/>
              <a:gd name="T57" fmla="*/ 2147483646 h 853"/>
              <a:gd name="T58" fmla="*/ 2147483646 w 852"/>
              <a:gd name="T59" fmla="*/ 2147483646 h 853"/>
              <a:gd name="T60" fmla="*/ 2147483646 w 852"/>
              <a:gd name="T61" fmla="*/ 2147483646 h 853"/>
              <a:gd name="T62" fmla="*/ 2147483646 w 852"/>
              <a:gd name="T63" fmla="*/ 2147483646 h 853"/>
              <a:gd name="T64" fmla="*/ 2147483646 w 852"/>
              <a:gd name="T65" fmla="*/ 2147483646 h 853"/>
              <a:gd name="T66" fmla="*/ 2147483646 w 852"/>
              <a:gd name="T67" fmla="*/ 2147483646 h 853"/>
              <a:gd name="T68" fmla="*/ 2147483646 w 852"/>
              <a:gd name="T69" fmla="*/ 2147483646 h 853"/>
              <a:gd name="T70" fmla="*/ 2147483646 w 852"/>
              <a:gd name="T71" fmla="*/ 2147483646 h 853"/>
              <a:gd name="T72" fmla="*/ 2147483646 w 852"/>
              <a:gd name="T73" fmla="*/ 2147483646 h 853"/>
              <a:gd name="T74" fmla="*/ 2147483646 w 852"/>
              <a:gd name="T75" fmla="*/ 2147483646 h 853"/>
              <a:gd name="T76" fmla="*/ 2147483646 w 852"/>
              <a:gd name="T77" fmla="*/ 2147483646 h 853"/>
              <a:gd name="T78" fmla="*/ 2147483646 w 852"/>
              <a:gd name="T79" fmla="*/ 2147483646 h 853"/>
              <a:gd name="T80" fmla="*/ 2147483646 w 852"/>
              <a:gd name="T81" fmla="*/ 2147483646 h 853"/>
              <a:gd name="T82" fmla="*/ 2147483646 w 852"/>
              <a:gd name="T83" fmla="*/ 2147483646 h 853"/>
              <a:gd name="T84" fmla="*/ 2147483646 w 852"/>
              <a:gd name="T85" fmla="*/ 2147483646 h 853"/>
              <a:gd name="T86" fmla="*/ 2147483646 w 852"/>
              <a:gd name="T87" fmla="*/ 2147483646 h 853"/>
              <a:gd name="T88" fmla="*/ 2147483646 w 852"/>
              <a:gd name="T89" fmla="*/ 2147483646 h 853"/>
              <a:gd name="T90" fmla="*/ 2147483646 w 852"/>
              <a:gd name="T91" fmla="*/ 2147483646 h 853"/>
              <a:gd name="T92" fmla="*/ 2147483646 w 852"/>
              <a:gd name="T93" fmla="*/ 2147483646 h 853"/>
              <a:gd name="T94" fmla="*/ 2147483646 w 852"/>
              <a:gd name="T95" fmla="*/ 2147483646 h 853"/>
              <a:gd name="T96" fmla="*/ 2147483646 w 852"/>
              <a:gd name="T97" fmla="*/ 2147483646 h 853"/>
              <a:gd name="T98" fmla="*/ 2147483646 w 852"/>
              <a:gd name="T99" fmla="*/ 2147483646 h 853"/>
              <a:gd name="T100" fmla="*/ 2147483646 w 852"/>
              <a:gd name="T101" fmla="*/ 2147483646 h 853"/>
              <a:gd name="T102" fmla="*/ 2147483646 w 852"/>
              <a:gd name="T103" fmla="*/ 2147483646 h 853"/>
              <a:gd name="T104" fmla="*/ 2147483646 w 852"/>
              <a:gd name="T105" fmla="*/ 2147483646 h 853"/>
              <a:gd name="T106" fmla="*/ 2147483646 w 852"/>
              <a:gd name="T107" fmla="*/ 2147483646 h 853"/>
              <a:gd name="T108" fmla="*/ 2147483646 w 852"/>
              <a:gd name="T109" fmla="*/ 0 h 853"/>
              <a:gd name="T110" fmla="*/ 2147483646 w 852"/>
              <a:gd name="T111" fmla="*/ 0 h 853"/>
              <a:gd name="T112" fmla="*/ 2147483646 w 852"/>
              <a:gd name="T113" fmla="*/ 0 h 853"/>
              <a:gd name="T114" fmla="*/ 2147483646 w 852"/>
              <a:gd name="T115" fmla="*/ 0 h 853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w 852"/>
              <a:gd name="T175" fmla="*/ 0 h 853"/>
              <a:gd name="T176" fmla="*/ 852 w 852"/>
              <a:gd name="T177" fmla="*/ 853 h 853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T174" t="T175" r="T176" b="T177"/>
            <a:pathLst>
              <a:path w="852" h="853">
                <a:moveTo>
                  <a:pt x="426" y="0"/>
                </a:moveTo>
                <a:lnTo>
                  <a:pt x="398" y="0"/>
                </a:lnTo>
                <a:lnTo>
                  <a:pt x="372" y="0"/>
                </a:lnTo>
                <a:lnTo>
                  <a:pt x="347" y="0"/>
                </a:lnTo>
                <a:lnTo>
                  <a:pt x="324" y="0"/>
                </a:lnTo>
                <a:lnTo>
                  <a:pt x="303" y="0"/>
                </a:lnTo>
                <a:lnTo>
                  <a:pt x="282" y="0"/>
                </a:lnTo>
                <a:lnTo>
                  <a:pt x="264" y="0"/>
                </a:lnTo>
                <a:lnTo>
                  <a:pt x="246" y="0"/>
                </a:lnTo>
                <a:lnTo>
                  <a:pt x="231" y="0"/>
                </a:lnTo>
                <a:lnTo>
                  <a:pt x="216" y="0"/>
                </a:lnTo>
                <a:lnTo>
                  <a:pt x="203" y="0"/>
                </a:lnTo>
                <a:lnTo>
                  <a:pt x="190" y="0"/>
                </a:lnTo>
                <a:lnTo>
                  <a:pt x="179" y="0"/>
                </a:lnTo>
                <a:lnTo>
                  <a:pt x="168" y="0"/>
                </a:lnTo>
                <a:lnTo>
                  <a:pt x="160" y="0"/>
                </a:lnTo>
                <a:lnTo>
                  <a:pt x="150" y="0"/>
                </a:lnTo>
                <a:lnTo>
                  <a:pt x="143" y="0"/>
                </a:lnTo>
                <a:lnTo>
                  <a:pt x="136" y="0"/>
                </a:lnTo>
                <a:lnTo>
                  <a:pt x="130" y="0"/>
                </a:lnTo>
                <a:lnTo>
                  <a:pt x="124" y="0"/>
                </a:lnTo>
                <a:lnTo>
                  <a:pt x="119" y="0"/>
                </a:lnTo>
                <a:lnTo>
                  <a:pt x="114" y="0"/>
                </a:lnTo>
                <a:lnTo>
                  <a:pt x="109" y="0"/>
                </a:lnTo>
                <a:lnTo>
                  <a:pt x="106" y="0"/>
                </a:lnTo>
                <a:lnTo>
                  <a:pt x="102" y="0"/>
                </a:lnTo>
                <a:lnTo>
                  <a:pt x="98" y="0"/>
                </a:lnTo>
                <a:lnTo>
                  <a:pt x="95" y="0"/>
                </a:lnTo>
                <a:lnTo>
                  <a:pt x="91" y="0"/>
                </a:lnTo>
                <a:lnTo>
                  <a:pt x="89" y="0"/>
                </a:lnTo>
                <a:lnTo>
                  <a:pt x="85" y="0"/>
                </a:lnTo>
                <a:lnTo>
                  <a:pt x="81" y="0"/>
                </a:lnTo>
                <a:lnTo>
                  <a:pt x="78" y="0"/>
                </a:lnTo>
                <a:lnTo>
                  <a:pt x="74" y="0"/>
                </a:lnTo>
                <a:lnTo>
                  <a:pt x="71" y="0"/>
                </a:lnTo>
                <a:lnTo>
                  <a:pt x="68" y="0"/>
                </a:lnTo>
                <a:lnTo>
                  <a:pt x="65" y="0"/>
                </a:lnTo>
                <a:lnTo>
                  <a:pt x="62" y="0"/>
                </a:lnTo>
                <a:lnTo>
                  <a:pt x="60" y="0"/>
                </a:lnTo>
                <a:lnTo>
                  <a:pt x="57" y="2"/>
                </a:lnTo>
                <a:lnTo>
                  <a:pt x="55" y="2"/>
                </a:lnTo>
                <a:lnTo>
                  <a:pt x="53" y="2"/>
                </a:lnTo>
                <a:lnTo>
                  <a:pt x="51" y="2"/>
                </a:lnTo>
                <a:lnTo>
                  <a:pt x="49" y="3"/>
                </a:lnTo>
                <a:lnTo>
                  <a:pt x="48" y="3"/>
                </a:lnTo>
                <a:lnTo>
                  <a:pt x="45" y="4"/>
                </a:lnTo>
                <a:lnTo>
                  <a:pt x="44" y="4"/>
                </a:lnTo>
                <a:lnTo>
                  <a:pt x="43" y="5"/>
                </a:lnTo>
                <a:lnTo>
                  <a:pt x="42" y="6"/>
                </a:lnTo>
                <a:lnTo>
                  <a:pt x="41" y="8"/>
                </a:lnTo>
                <a:lnTo>
                  <a:pt x="39" y="9"/>
                </a:lnTo>
                <a:lnTo>
                  <a:pt x="38" y="10"/>
                </a:lnTo>
                <a:lnTo>
                  <a:pt x="36" y="11"/>
                </a:lnTo>
                <a:lnTo>
                  <a:pt x="35" y="12"/>
                </a:lnTo>
                <a:lnTo>
                  <a:pt x="33" y="15"/>
                </a:lnTo>
                <a:lnTo>
                  <a:pt x="32" y="16"/>
                </a:lnTo>
                <a:lnTo>
                  <a:pt x="31" y="18"/>
                </a:lnTo>
                <a:lnTo>
                  <a:pt x="30" y="21"/>
                </a:lnTo>
                <a:lnTo>
                  <a:pt x="29" y="23"/>
                </a:lnTo>
                <a:lnTo>
                  <a:pt x="27" y="27"/>
                </a:lnTo>
                <a:lnTo>
                  <a:pt x="26" y="29"/>
                </a:lnTo>
                <a:lnTo>
                  <a:pt x="25" y="33"/>
                </a:lnTo>
                <a:lnTo>
                  <a:pt x="24" y="36"/>
                </a:lnTo>
                <a:lnTo>
                  <a:pt x="21" y="40"/>
                </a:lnTo>
                <a:lnTo>
                  <a:pt x="20" y="44"/>
                </a:lnTo>
                <a:lnTo>
                  <a:pt x="18" y="47"/>
                </a:lnTo>
                <a:lnTo>
                  <a:pt x="17" y="51"/>
                </a:lnTo>
                <a:lnTo>
                  <a:pt x="15" y="54"/>
                </a:lnTo>
                <a:lnTo>
                  <a:pt x="13" y="58"/>
                </a:lnTo>
                <a:lnTo>
                  <a:pt x="12" y="60"/>
                </a:lnTo>
                <a:lnTo>
                  <a:pt x="11" y="64"/>
                </a:lnTo>
                <a:lnTo>
                  <a:pt x="9" y="67"/>
                </a:lnTo>
                <a:lnTo>
                  <a:pt x="8" y="69"/>
                </a:lnTo>
                <a:lnTo>
                  <a:pt x="8" y="73"/>
                </a:lnTo>
                <a:lnTo>
                  <a:pt x="7" y="75"/>
                </a:lnTo>
                <a:lnTo>
                  <a:pt x="6" y="77"/>
                </a:lnTo>
                <a:lnTo>
                  <a:pt x="5" y="80"/>
                </a:lnTo>
                <a:lnTo>
                  <a:pt x="5" y="83"/>
                </a:lnTo>
                <a:lnTo>
                  <a:pt x="3" y="86"/>
                </a:lnTo>
                <a:lnTo>
                  <a:pt x="3" y="88"/>
                </a:lnTo>
                <a:lnTo>
                  <a:pt x="3" y="92"/>
                </a:lnTo>
                <a:lnTo>
                  <a:pt x="2" y="94"/>
                </a:lnTo>
                <a:lnTo>
                  <a:pt x="2" y="98"/>
                </a:lnTo>
                <a:lnTo>
                  <a:pt x="2" y="101"/>
                </a:lnTo>
                <a:lnTo>
                  <a:pt x="1" y="105"/>
                </a:lnTo>
                <a:lnTo>
                  <a:pt x="1" y="109"/>
                </a:lnTo>
                <a:lnTo>
                  <a:pt x="1" y="112"/>
                </a:lnTo>
                <a:lnTo>
                  <a:pt x="1" y="117"/>
                </a:lnTo>
                <a:lnTo>
                  <a:pt x="1" y="122"/>
                </a:lnTo>
                <a:lnTo>
                  <a:pt x="1" y="127"/>
                </a:lnTo>
                <a:lnTo>
                  <a:pt x="1" y="131"/>
                </a:lnTo>
                <a:lnTo>
                  <a:pt x="1" y="137"/>
                </a:lnTo>
                <a:lnTo>
                  <a:pt x="1" y="143"/>
                </a:lnTo>
                <a:lnTo>
                  <a:pt x="1" y="149"/>
                </a:lnTo>
                <a:lnTo>
                  <a:pt x="0" y="157"/>
                </a:lnTo>
                <a:lnTo>
                  <a:pt x="0" y="164"/>
                </a:lnTo>
                <a:lnTo>
                  <a:pt x="0" y="171"/>
                </a:lnTo>
                <a:lnTo>
                  <a:pt x="0" y="178"/>
                </a:lnTo>
                <a:lnTo>
                  <a:pt x="0" y="187"/>
                </a:lnTo>
                <a:lnTo>
                  <a:pt x="0" y="193"/>
                </a:lnTo>
                <a:lnTo>
                  <a:pt x="0" y="200"/>
                </a:lnTo>
                <a:lnTo>
                  <a:pt x="0" y="206"/>
                </a:lnTo>
                <a:lnTo>
                  <a:pt x="0" y="212"/>
                </a:lnTo>
                <a:lnTo>
                  <a:pt x="0" y="218"/>
                </a:lnTo>
                <a:lnTo>
                  <a:pt x="0" y="223"/>
                </a:lnTo>
                <a:lnTo>
                  <a:pt x="0" y="229"/>
                </a:lnTo>
                <a:lnTo>
                  <a:pt x="0" y="234"/>
                </a:lnTo>
                <a:lnTo>
                  <a:pt x="0" y="240"/>
                </a:lnTo>
                <a:lnTo>
                  <a:pt x="0" y="244"/>
                </a:lnTo>
                <a:lnTo>
                  <a:pt x="0" y="250"/>
                </a:lnTo>
                <a:lnTo>
                  <a:pt x="0" y="255"/>
                </a:lnTo>
                <a:lnTo>
                  <a:pt x="0" y="261"/>
                </a:lnTo>
                <a:lnTo>
                  <a:pt x="0" y="267"/>
                </a:lnTo>
                <a:lnTo>
                  <a:pt x="0" y="273"/>
                </a:lnTo>
                <a:lnTo>
                  <a:pt x="0" y="279"/>
                </a:lnTo>
                <a:lnTo>
                  <a:pt x="0" y="287"/>
                </a:lnTo>
                <a:lnTo>
                  <a:pt x="0" y="294"/>
                </a:lnTo>
                <a:lnTo>
                  <a:pt x="0" y="301"/>
                </a:lnTo>
                <a:lnTo>
                  <a:pt x="0" y="309"/>
                </a:lnTo>
                <a:lnTo>
                  <a:pt x="0" y="318"/>
                </a:lnTo>
                <a:lnTo>
                  <a:pt x="0" y="327"/>
                </a:lnTo>
                <a:lnTo>
                  <a:pt x="0" y="337"/>
                </a:lnTo>
                <a:lnTo>
                  <a:pt x="0" y="347"/>
                </a:lnTo>
                <a:lnTo>
                  <a:pt x="0" y="359"/>
                </a:lnTo>
                <a:lnTo>
                  <a:pt x="0" y="371"/>
                </a:lnTo>
                <a:lnTo>
                  <a:pt x="0" y="383"/>
                </a:lnTo>
                <a:lnTo>
                  <a:pt x="0" y="397"/>
                </a:lnTo>
                <a:lnTo>
                  <a:pt x="0" y="412"/>
                </a:lnTo>
                <a:lnTo>
                  <a:pt x="0" y="427"/>
                </a:lnTo>
                <a:lnTo>
                  <a:pt x="0" y="443"/>
                </a:lnTo>
                <a:lnTo>
                  <a:pt x="0" y="457"/>
                </a:lnTo>
                <a:lnTo>
                  <a:pt x="0" y="470"/>
                </a:lnTo>
                <a:lnTo>
                  <a:pt x="0" y="484"/>
                </a:lnTo>
                <a:lnTo>
                  <a:pt x="0" y="496"/>
                </a:lnTo>
                <a:lnTo>
                  <a:pt x="0" y="507"/>
                </a:lnTo>
                <a:lnTo>
                  <a:pt x="0" y="517"/>
                </a:lnTo>
                <a:lnTo>
                  <a:pt x="0" y="527"/>
                </a:lnTo>
                <a:lnTo>
                  <a:pt x="0" y="535"/>
                </a:lnTo>
                <a:lnTo>
                  <a:pt x="0" y="545"/>
                </a:lnTo>
                <a:lnTo>
                  <a:pt x="0" y="552"/>
                </a:lnTo>
                <a:lnTo>
                  <a:pt x="0" y="561"/>
                </a:lnTo>
                <a:lnTo>
                  <a:pt x="0" y="568"/>
                </a:lnTo>
                <a:lnTo>
                  <a:pt x="0" y="574"/>
                </a:lnTo>
                <a:lnTo>
                  <a:pt x="0" y="580"/>
                </a:lnTo>
                <a:lnTo>
                  <a:pt x="0" y="587"/>
                </a:lnTo>
                <a:lnTo>
                  <a:pt x="0" y="592"/>
                </a:lnTo>
                <a:lnTo>
                  <a:pt x="0" y="598"/>
                </a:lnTo>
                <a:lnTo>
                  <a:pt x="0" y="604"/>
                </a:lnTo>
                <a:lnTo>
                  <a:pt x="0" y="609"/>
                </a:lnTo>
                <a:lnTo>
                  <a:pt x="0" y="615"/>
                </a:lnTo>
                <a:lnTo>
                  <a:pt x="0" y="620"/>
                </a:lnTo>
                <a:lnTo>
                  <a:pt x="0" y="626"/>
                </a:lnTo>
                <a:lnTo>
                  <a:pt x="0" y="630"/>
                </a:lnTo>
                <a:lnTo>
                  <a:pt x="0" y="636"/>
                </a:lnTo>
                <a:lnTo>
                  <a:pt x="0" y="641"/>
                </a:lnTo>
                <a:lnTo>
                  <a:pt x="0" y="647"/>
                </a:lnTo>
                <a:lnTo>
                  <a:pt x="0" y="654"/>
                </a:lnTo>
                <a:lnTo>
                  <a:pt x="0" y="660"/>
                </a:lnTo>
                <a:lnTo>
                  <a:pt x="0" y="668"/>
                </a:lnTo>
                <a:lnTo>
                  <a:pt x="0" y="675"/>
                </a:lnTo>
                <a:lnTo>
                  <a:pt x="0" y="682"/>
                </a:lnTo>
                <a:lnTo>
                  <a:pt x="0" y="690"/>
                </a:lnTo>
                <a:lnTo>
                  <a:pt x="0" y="698"/>
                </a:lnTo>
                <a:lnTo>
                  <a:pt x="1" y="704"/>
                </a:lnTo>
                <a:lnTo>
                  <a:pt x="1" y="711"/>
                </a:lnTo>
                <a:lnTo>
                  <a:pt x="1" y="717"/>
                </a:lnTo>
                <a:lnTo>
                  <a:pt x="1" y="722"/>
                </a:lnTo>
                <a:lnTo>
                  <a:pt x="1" y="728"/>
                </a:lnTo>
                <a:lnTo>
                  <a:pt x="1" y="733"/>
                </a:lnTo>
                <a:lnTo>
                  <a:pt x="1" y="737"/>
                </a:lnTo>
                <a:lnTo>
                  <a:pt x="1" y="741"/>
                </a:lnTo>
                <a:lnTo>
                  <a:pt x="1" y="745"/>
                </a:lnTo>
                <a:lnTo>
                  <a:pt x="1" y="749"/>
                </a:lnTo>
                <a:lnTo>
                  <a:pt x="2" y="753"/>
                </a:lnTo>
                <a:lnTo>
                  <a:pt x="2" y="755"/>
                </a:lnTo>
                <a:lnTo>
                  <a:pt x="2" y="759"/>
                </a:lnTo>
                <a:lnTo>
                  <a:pt x="3" y="763"/>
                </a:lnTo>
                <a:lnTo>
                  <a:pt x="3" y="765"/>
                </a:lnTo>
                <a:lnTo>
                  <a:pt x="3" y="767"/>
                </a:lnTo>
                <a:lnTo>
                  <a:pt x="5" y="771"/>
                </a:lnTo>
                <a:lnTo>
                  <a:pt x="5" y="773"/>
                </a:lnTo>
                <a:lnTo>
                  <a:pt x="6" y="776"/>
                </a:lnTo>
                <a:lnTo>
                  <a:pt x="7" y="778"/>
                </a:lnTo>
                <a:lnTo>
                  <a:pt x="8" y="782"/>
                </a:lnTo>
                <a:lnTo>
                  <a:pt x="8" y="784"/>
                </a:lnTo>
                <a:lnTo>
                  <a:pt x="9" y="787"/>
                </a:lnTo>
                <a:lnTo>
                  <a:pt x="11" y="790"/>
                </a:lnTo>
                <a:lnTo>
                  <a:pt x="12" y="793"/>
                </a:lnTo>
                <a:lnTo>
                  <a:pt x="13" y="796"/>
                </a:lnTo>
                <a:lnTo>
                  <a:pt x="15" y="799"/>
                </a:lnTo>
                <a:lnTo>
                  <a:pt x="17" y="802"/>
                </a:lnTo>
                <a:lnTo>
                  <a:pt x="18" y="806"/>
                </a:lnTo>
                <a:lnTo>
                  <a:pt x="20" y="811"/>
                </a:lnTo>
                <a:lnTo>
                  <a:pt x="21" y="814"/>
                </a:lnTo>
                <a:lnTo>
                  <a:pt x="24" y="818"/>
                </a:lnTo>
                <a:lnTo>
                  <a:pt x="25" y="821"/>
                </a:lnTo>
                <a:lnTo>
                  <a:pt x="26" y="824"/>
                </a:lnTo>
                <a:lnTo>
                  <a:pt x="27" y="827"/>
                </a:lnTo>
                <a:lnTo>
                  <a:pt x="29" y="830"/>
                </a:lnTo>
                <a:lnTo>
                  <a:pt x="30" y="832"/>
                </a:lnTo>
                <a:lnTo>
                  <a:pt x="31" y="835"/>
                </a:lnTo>
                <a:lnTo>
                  <a:pt x="32" y="837"/>
                </a:lnTo>
                <a:lnTo>
                  <a:pt x="33" y="840"/>
                </a:lnTo>
                <a:lnTo>
                  <a:pt x="35" y="841"/>
                </a:lnTo>
                <a:lnTo>
                  <a:pt x="36" y="842"/>
                </a:lnTo>
                <a:lnTo>
                  <a:pt x="38" y="844"/>
                </a:lnTo>
                <a:lnTo>
                  <a:pt x="39" y="846"/>
                </a:lnTo>
                <a:lnTo>
                  <a:pt x="41" y="847"/>
                </a:lnTo>
                <a:lnTo>
                  <a:pt x="42" y="848"/>
                </a:lnTo>
                <a:lnTo>
                  <a:pt x="43" y="848"/>
                </a:lnTo>
                <a:lnTo>
                  <a:pt x="44" y="849"/>
                </a:lnTo>
                <a:lnTo>
                  <a:pt x="45" y="850"/>
                </a:lnTo>
                <a:lnTo>
                  <a:pt x="48" y="850"/>
                </a:lnTo>
                <a:lnTo>
                  <a:pt x="49" y="852"/>
                </a:lnTo>
                <a:lnTo>
                  <a:pt x="51" y="852"/>
                </a:lnTo>
                <a:lnTo>
                  <a:pt x="53" y="852"/>
                </a:lnTo>
                <a:lnTo>
                  <a:pt x="55" y="852"/>
                </a:lnTo>
                <a:lnTo>
                  <a:pt x="57" y="853"/>
                </a:lnTo>
                <a:lnTo>
                  <a:pt x="60" y="853"/>
                </a:lnTo>
                <a:lnTo>
                  <a:pt x="62" y="853"/>
                </a:lnTo>
                <a:lnTo>
                  <a:pt x="65" y="853"/>
                </a:lnTo>
                <a:lnTo>
                  <a:pt x="68" y="853"/>
                </a:lnTo>
                <a:lnTo>
                  <a:pt x="71" y="853"/>
                </a:lnTo>
                <a:lnTo>
                  <a:pt x="74" y="853"/>
                </a:lnTo>
                <a:lnTo>
                  <a:pt x="78" y="853"/>
                </a:lnTo>
                <a:lnTo>
                  <a:pt x="81" y="853"/>
                </a:lnTo>
                <a:lnTo>
                  <a:pt x="85" y="853"/>
                </a:lnTo>
                <a:lnTo>
                  <a:pt x="89" y="853"/>
                </a:lnTo>
                <a:lnTo>
                  <a:pt x="91" y="853"/>
                </a:lnTo>
                <a:lnTo>
                  <a:pt x="95" y="853"/>
                </a:lnTo>
                <a:lnTo>
                  <a:pt x="98" y="853"/>
                </a:lnTo>
                <a:lnTo>
                  <a:pt x="102" y="853"/>
                </a:lnTo>
                <a:lnTo>
                  <a:pt x="106" y="853"/>
                </a:lnTo>
                <a:lnTo>
                  <a:pt x="109" y="853"/>
                </a:lnTo>
                <a:lnTo>
                  <a:pt x="114" y="853"/>
                </a:lnTo>
                <a:lnTo>
                  <a:pt x="119" y="853"/>
                </a:lnTo>
                <a:lnTo>
                  <a:pt x="124" y="853"/>
                </a:lnTo>
                <a:lnTo>
                  <a:pt x="130" y="853"/>
                </a:lnTo>
                <a:lnTo>
                  <a:pt x="136" y="853"/>
                </a:lnTo>
                <a:lnTo>
                  <a:pt x="143" y="853"/>
                </a:lnTo>
                <a:lnTo>
                  <a:pt x="150" y="853"/>
                </a:lnTo>
                <a:lnTo>
                  <a:pt x="160" y="853"/>
                </a:lnTo>
                <a:lnTo>
                  <a:pt x="168" y="853"/>
                </a:lnTo>
                <a:lnTo>
                  <a:pt x="179" y="853"/>
                </a:lnTo>
                <a:lnTo>
                  <a:pt x="190" y="853"/>
                </a:lnTo>
                <a:lnTo>
                  <a:pt x="203" y="853"/>
                </a:lnTo>
                <a:lnTo>
                  <a:pt x="216" y="853"/>
                </a:lnTo>
                <a:lnTo>
                  <a:pt x="231" y="853"/>
                </a:lnTo>
                <a:lnTo>
                  <a:pt x="246" y="853"/>
                </a:lnTo>
                <a:lnTo>
                  <a:pt x="264" y="853"/>
                </a:lnTo>
                <a:lnTo>
                  <a:pt x="282" y="853"/>
                </a:lnTo>
                <a:lnTo>
                  <a:pt x="303" y="853"/>
                </a:lnTo>
                <a:lnTo>
                  <a:pt x="324" y="853"/>
                </a:lnTo>
                <a:lnTo>
                  <a:pt x="347" y="853"/>
                </a:lnTo>
                <a:lnTo>
                  <a:pt x="372" y="853"/>
                </a:lnTo>
                <a:lnTo>
                  <a:pt x="398" y="853"/>
                </a:lnTo>
                <a:lnTo>
                  <a:pt x="426" y="853"/>
                </a:lnTo>
                <a:lnTo>
                  <a:pt x="454" y="853"/>
                </a:lnTo>
                <a:lnTo>
                  <a:pt x="481" y="853"/>
                </a:lnTo>
                <a:lnTo>
                  <a:pt x="506" y="853"/>
                </a:lnTo>
                <a:lnTo>
                  <a:pt x="529" y="853"/>
                </a:lnTo>
                <a:lnTo>
                  <a:pt x="550" y="853"/>
                </a:lnTo>
                <a:lnTo>
                  <a:pt x="571" y="853"/>
                </a:lnTo>
                <a:lnTo>
                  <a:pt x="589" y="853"/>
                </a:lnTo>
                <a:lnTo>
                  <a:pt x="606" y="853"/>
                </a:lnTo>
                <a:lnTo>
                  <a:pt x="622" y="853"/>
                </a:lnTo>
                <a:lnTo>
                  <a:pt x="637" y="853"/>
                </a:lnTo>
                <a:lnTo>
                  <a:pt x="650" y="853"/>
                </a:lnTo>
                <a:lnTo>
                  <a:pt x="662" y="853"/>
                </a:lnTo>
                <a:lnTo>
                  <a:pt x="674" y="853"/>
                </a:lnTo>
                <a:lnTo>
                  <a:pt x="684" y="853"/>
                </a:lnTo>
                <a:lnTo>
                  <a:pt x="693" y="853"/>
                </a:lnTo>
                <a:lnTo>
                  <a:pt x="702" y="853"/>
                </a:lnTo>
                <a:lnTo>
                  <a:pt x="710" y="853"/>
                </a:lnTo>
                <a:lnTo>
                  <a:pt x="717" y="853"/>
                </a:lnTo>
                <a:lnTo>
                  <a:pt x="723" y="853"/>
                </a:lnTo>
                <a:lnTo>
                  <a:pt x="729" y="853"/>
                </a:lnTo>
                <a:lnTo>
                  <a:pt x="734" y="853"/>
                </a:lnTo>
                <a:lnTo>
                  <a:pt x="739" y="853"/>
                </a:lnTo>
                <a:lnTo>
                  <a:pt x="744" y="853"/>
                </a:lnTo>
                <a:lnTo>
                  <a:pt x="747" y="853"/>
                </a:lnTo>
                <a:lnTo>
                  <a:pt x="751" y="853"/>
                </a:lnTo>
                <a:lnTo>
                  <a:pt x="755" y="853"/>
                </a:lnTo>
                <a:lnTo>
                  <a:pt x="758" y="853"/>
                </a:lnTo>
                <a:lnTo>
                  <a:pt x="762" y="853"/>
                </a:lnTo>
                <a:lnTo>
                  <a:pt x="764" y="853"/>
                </a:lnTo>
                <a:lnTo>
                  <a:pt x="768" y="853"/>
                </a:lnTo>
                <a:lnTo>
                  <a:pt x="772" y="853"/>
                </a:lnTo>
                <a:lnTo>
                  <a:pt x="775" y="853"/>
                </a:lnTo>
                <a:lnTo>
                  <a:pt x="779" y="853"/>
                </a:lnTo>
                <a:lnTo>
                  <a:pt x="782" y="853"/>
                </a:lnTo>
                <a:lnTo>
                  <a:pt x="785" y="853"/>
                </a:lnTo>
                <a:lnTo>
                  <a:pt x="788" y="853"/>
                </a:lnTo>
                <a:lnTo>
                  <a:pt x="791" y="853"/>
                </a:lnTo>
                <a:lnTo>
                  <a:pt x="793" y="853"/>
                </a:lnTo>
                <a:lnTo>
                  <a:pt x="796" y="853"/>
                </a:lnTo>
                <a:lnTo>
                  <a:pt x="798" y="852"/>
                </a:lnTo>
                <a:lnTo>
                  <a:pt x="799" y="852"/>
                </a:lnTo>
                <a:lnTo>
                  <a:pt x="802" y="852"/>
                </a:lnTo>
                <a:lnTo>
                  <a:pt x="804" y="852"/>
                </a:lnTo>
                <a:lnTo>
                  <a:pt x="805" y="850"/>
                </a:lnTo>
                <a:lnTo>
                  <a:pt x="806" y="850"/>
                </a:lnTo>
                <a:lnTo>
                  <a:pt x="809" y="849"/>
                </a:lnTo>
                <a:lnTo>
                  <a:pt x="810" y="848"/>
                </a:lnTo>
                <a:lnTo>
                  <a:pt x="811" y="848"/>
                </a:lnTo>
                <a:lnTo>
                  <a:pt x="812" y="847"/>
                </a:lnTo>
                <a:lnTo>
                  <a:pt x="814" y="846"/>
                </a:lnTo>
                <a:lnTo>
                  <a:pt x="815" y="844"/>
                </a:lnTo>
                <a:lnTo>
                  <a:pt x="816" y="842"/>
                </a:lnTo>
                <a:lnTo>
                  <a:pt x="817" y="841"/>
                </a:lnTo>
                <a:lnTo>
                  <a:pt x="818" y="840"/>
                </a:lnTo>
                <a:lnTo>
                  <a:pt x="820" y="837"/>
                </a:lnTo>
                <a:lnTo>
                  <a:pt x="821" y="835"/>
                </a:lnTo>
                <a:lnTo>
                  <a:pt x="822" y="832"/>
                </a:lnTo>
                <a:lnTo>
                  <a:pt x="823" y="830"/>
                </a:lnTo>
                <a:lnTo>
                  <a:pt x="826" y="827"/>
                </a:lnTo>
                <a:lnTo>
                  <a:pt x="827" y="824"/>
                </a:lnTo>
                <a:lnTo>
                  <a:pt x="828" y="821"/>
                </a:lnTo>
                <a:lnTo>
                  <a:pt x="829" y="818"/>
                </a:lnTo>
                <a:lnTo>
                  <a:pt x="832" y="814"/>
                </a:lnTo>
                <a:lnTo>
                  <a:pt x="833" y="811"/>
                </a:lnTo>
                <a:lnTo>
                  <a:pt x="835" y="806"/>
                </a:lnTo>
                <a:lnTo>
                  <a:pt x="836" y="802"/>
                </a:lnTo>
                <a:lnTo>
                  <a:pt x="838" y="799"/>
                </a:lnTo>
                <a:lnTo>
                  <a:pt x="839" y="796"/>
                </a:lnTo>
                <a:lnTo>
                  <a:pt x="841" y="793"/>
                </a:lnTo>
                <a:lnTo>
                  <a:pt x="842" y="790"/>
                </a:lnTo>
                <a:lnTo>
                  <a:pt x="844" y="787"/>
                </a:lnTo>
                <a:lnTo>
                  <a:pt x="844" y="784"/>
                </a:lnTo>
                <a:lnTo>
                  <a:pt x="845" y="782"/>
                </a:lnTo>
                <a:lnTo>
                  <a:pt x="846" y="778"/>
                </a:lnTo>
                <a:lnTo>
                  <a:pt x="847" y="776"/>
                </a:lnTo>
                <a:lnTo>
                  <a:pt x="847" y="773"/>
                </a:lnTo>
                <a:lnTo>
                  <a:pt x="848" y="771"/>
                </a:lnTo>
                <a:lnTo>
                  <a:pt x="848" y="767"/>
                </a:lnTo>
                <a:lnTo>
                  <a:pt x="850" y="765"/>
                </a:lnTo>
                <a:lnTo>
                  <a:pt x="850" y="763"/>
                </a:lnTo>
                <a:lnTo>
                  <a:pt x="851" y="759"/>
                </a:lnTo>
                <a:lnTo>
                  <a:pt x="851" y="755"/>
                </a:lnTo>
                <a:lnTo>
                  <a:pt x="851" y="753"/>
                </a:lnTo>
                <a:lnTo>
                  <a:pt x="851" y="749"/>
                </a:lnTo>
                <a:lnTo>
                  <a:pt x="852" y="745"/>
                </a:lnTo>
                <a:lnTo>
                  <a:pt x="852" y="741"/>
                </a:lnTo>
                <a:lnTo>
                  <a:pt x="852" y="737"/>
                </a:lnTo>
                <a:lnTo>
                  <a:pt x="852" y="733"/>
                </a:lnTo>
                <a:lnTo>
                  <a:pt x="852" y="728"/>
                </a:lnTo>
                <a:lnTo>
                  <a:pt x="852" y="722"/>
                </a:lnTo>
                <a:lnTo>
                  <a:pt x="852" y="717"/>
                </a:lnTo>
                <a:lnTo>
                  <a:pt x="852" y="711"/>
                </a:lnTo>
                <a:lnTo>
                  <a:pt x="852" y="704"/>
                </a:lnTo>
                <a:lnTo>
                  <a:pt x="852" y="698"/>
                </a:lnTo>
                <a:lnTo>
                  <a:pt x="852" y="690"/>
                </a:lnTo>
                <a:lnTo>
                  <a:pt x="852" y="682"/>
                </a:lnTo>
                <a:lnTo>
                  <a:pt x="852" y="675"/>
                </a:lnTo>
                <a:lnTo>
                  <a:pt x="852" y="668"/>
                </a:lnTo>
                <a:lnTo>
                  <a:pt x="852" y="660"/>
                </a:lnTo>
                <a:lnTo>
                  <a:pt x="852" y="654"/>
                </a:lnTo>
                <a:lnTo>
                  <a:pt x="852" y="647"/>
                </a:lnTo>
                <a:lnTo>
                  <a:pt x="852" y="641"/>
                </a:lnTo>
                <a:lnTo>
                  <a:pt x="852" y="636"/>
                </a:lnTo>
                <a:lnTo>
                  <a:pt x="852" y="630"/>
                </a:lnTo>
                <a:lnTo>
                  <a:pt x="852" y="626"/>
                </a:lnTo>
                <a:lnTo>
                  <a:pt x="852" y="620"/>
                </a:lnTo>
                <a:lnTo>
                  <a:pt x="852" y="615"/>
                </a:lnTo>
                <a:lnTo>
                  <a:pt x="852" y="609"/>
                </a:lnTo>
                <a:lnTo>
                  <a:pt x="852" y="604"/>
                </a:lnTo>
                <a:lnTo>
                  <a:pt x="852" y="598"/>
                </a:lnTo>
                <a:lnTo>
                  <a:pt x="852" y="592"/>
                </a:lnTo>
                <a:lnTo>
                  <a:pt x="852" y="587"/>
                </a:lnTo>
                <a:lnTo>
                  <a:pt x="852" y="580"/>
                </a:lnTo>
                <a:lnTo>
                  <a:pt x="852" y="574"/>
                </a:lnTo>
                <a:lnTo>
                  <a:pt x="852" y="568"/>
                </a:lnTo>
                <a:lnTo>
                  <a:pt x="852" y="561"/>
                </a:lnTo>
                <a:lnTo>
                  <a:pt x="852" y="552"/>
                </a:lnTo>
                <a:lnTo>
                  <a:pt x="852" y="545"/>
                </a:lnTo>
                <a:lnTo>
                  <a:pt x="852" y="535"/>
                </a:lnTo>
                <a:lnTo>
                  <a:pt x="852" y="527"/>
                </a:lnTo>
                <a:lnTo>
                  <a:pt x="852" y="517"/>
                </a:lnTo>
                <a:lnTo>
                  <a:pt x="852" y="507"/>
                </a:lnTo>
                <a:lnTo>
                  <a:pt x="852" y="496"/>
                </a:lnTo>
                <a:lnTo>
                  <a:pt x="852" y="484"/>
                </a:lnTo>
                <a:lnTo>
                  <a:pt x="852" y="470"/>
                </a:lnTo>
                <a:lnTo>
                  <a:pt x="852" y="457"/>
                </a:lnTo>
                <a:lnTo>
                  <a:pt x="852" y="443"/>
                </a:lnTo>
                <a:lnTo>
                  <a:pt x="852" y="427"/>
                </a:lnTo>
                <a:lnTo>
                  <a:pt x="852" y="412"/>
                </a:lnTo>
                <a:lnTo>
                  <a:pt x="852" y="397"/>
                </a:lnTo>
                <a:lnTo>
                  <a:pt x="852" y="383"/>
                </a:lnTo>
                <a:lnTo>
                  <a:pt x="852" y="371"/>
                </a:lnTo>
                <a:lnTo>
                  <a:pt x="852" y="359"/>
                </a:lnTo>
                <a:lnTo>
                  <a:pt x="852" y="347"/>
                </a:lnTo>
                <a:lnTo>
                  <a:pt x="852" y="337"/>
                </a:lnTo>
                <a:lnTo>
                  <a:pt x="852" y="327"/>
                </a:lnTo>
                <a:lnTo>
                  <a:pt x="852" y="318"/>
                </a:lnTo>
                <a:lnTo>
                  <a:pt x="852" y="309"/>
                </a:lnTo>
                <a:lnTo>
                  <a:pt x="852" y="301"/>
                </a:lnTo>
                <a:lnTo>
                  <a:pt x="852" y="294"/>
                </a:lnTo>
                <a:lnTo>
                  <a:pt x="852" y="287"/>
                </a:lnTo>
                <a:lnTo>
                  <a:pt x="852" y="279"/>
                </a:lnTo>
                <a:lnTo>
                  <a:pt x="852" y="273"/>
                </a:lnTo>
                <a:lnTo>
                  <a:pt x="852" y="267"/>
                </a:lnTo>
                <a:lnTo>
                  <a:pt x="852" y="261"/>
                </a:lnTo>
                <a:lnTo>
                  <a:pt x="852" y="255"/>
                </a:lnTo>
                <a:lnTo>
                  <a:pt x="852" y="250"/>
                </a:lnTo>
                <a:lnTo>
                  <a:pt x="852" y="244"/>
                </a:lnTo>
                <a:lnTo>
                  <a:pt x="852" y="240"/>
                </a:lnTo>
                <a:lnTo>
                  <a:pt x="852" y="234"/>
                </a:lnTo>
                <a:lnTo>
                  <a:pt x="852" y="229"/>
                </a:lnTo>
                <a:lnTo>
                  <a:pt x="852" y="223"/>
                </a:lnTo>
                <a:lnTo>
                  <a:pt x="852" y="218"/>
                </a:lnTo>
                <a:lnTo>
                  <a:pt x="852" y="212"/>
                </a:lnTo>
                <a:lnTo>
                  <a:pt x="852" y="206"/>
                </a:lnTo>
                <a:lnTo>
                  <a:pt x="852" y="200"/>
                </a:lnTo>
                <a:lnTo>
                  <a:pt x="852" y="193"/>
                </a:lnTo>
                <a:lnTo>
                  <a:pt x="852" y="187"/>
                </a:lnTo>
                <a:lnTo>
                  <a:pt x="852" y="178"/>
                </a:lnTo>
                <a:lnTo>
                  <a:pt x="852" y="171"/>
                </a:lnTo>
                <a:lnTo>
                  <a:pt x="852" y="164"/>
                </a:lnTo>
                <a:lnTo>
                  <a:pt x="852" y="157"/>
                </a:lnTo>
                <a:lnTo>
                  <a:pt x="852" y="149"/>
                </a:lnTo>
                <a:lnTo>
                  <a:pt x="852" y="143"/>
                </a:lnTo>
                <a:lnTo>
                  <a:pt x="852" y="137"/>
                </a:lnTo>
                <a:lnTo>
                  <a:pt x="852" y="131"/>
                </a:lnTo>
                <a:lnTo>
                  <a:pt x="852" y="127"/>
                </a:lnTo>
                <a:lnTo>
                  <a:pt x="852" y="122"/>
                </a:lnTo>
                <a:lnTo>
                  <a:pt x="852" y="117"/>
                </a:lnTo>
                <a:lnTo>
                  <a:pt x="852" y="112"/>
                </a:lnTo>
                <a:lnTo>
                  <a:pt x="852" y="109"/>
                </a:lnTo>
                <a:lnTo>
                  <a:pt x="851" y="105"/>
                </a:lnTo>
                <a:lnTo>
                  <a:pt x="851" y="101"/>
                </a:lnTo>
                <a:lnTo>
                  <a:pt x="851" y="98"/>
                </a:lnTo>
                <a:lnTo>
                  <a:pt x="851" y="94"/>
                </a:lnTo>
                <a:lnTo>
                  <a:pt x="850" y="92"/>
                </a:lnTo>
                <a:lnTo>
                  <a:pt x="850" y="88"/>
                </a:lnTo>
                <a:lnTo>
                  <a:pt x="848" y="86"/>
                </a:lnTo>
                <a:lnTo>
                  <a:pt x="848" y="83"/>
                </a:lnTo>
                <a:lnTo>
                  <a:pt x="847" y="80"/>
                </a:lnTo>
                <a:lnTo>
                  <a:pt x="847" y="77"/>
                </a:lnTo>
                <a:lnTo>
                  <a:pt x="846" y="75"/>
                </a:lnTo>
                <a:lnTo>
                  <a:pt x="845" y="73"/>
                </a:lnTo>
                <a:lnTo>
                  <a:pt x="844" y="69"/>
                </a:lnTo>
                <a:lnTo>
                  <a:pt x="844" y="67"/>
                </a:lnTo>
                <a:lnTo>
                  <a:pt x="842" y="64"/>
                </a:lnTo>
                <a:lnTo>
                  <a:pt x="841" y="60"/>
                </a:lnTo>
                <a:lnTo>
                  <a:pt x="839" y="58"/>
                </a:lnTo>
                <a:lnTo>
                  <a:pt x="838" y="54"/>
                </a:lnTo>
                <a:lnTo>
                  <a:pt x="836" y="51"/>
                </a:lnTo>
                <a:lnTo>
                  <a:pt x="835" y="47"/>
                </a:lnTo>
                <a:lnTo>
                  <a:pt x="833" y="44"/>
                </a:lnTo>
                <a:lnTo>
                  <a:pt x="832" y="40"/>
                </a:lnTo>
                <a:lnTo>
                  <a:pt x="829" y="36"/>
                </a:lnTo>
                <a:lnTo>
                  <a:pt x="828" y="33"/>
                </a:lnTo>
                <a:lnTo>
                  <a:pt x="827" y="29"/>
                </a:lnTo>
                <a:lnTo>
                  <a:pt x="826" y="27"/>
                </a:lnTo>
                <a:lnTo>
                  <a:pt x="823" y="23"/>
                </a:lnTo>
                <a:lnTo>
                  <a:pt x="822" y="21"/>
                </a:lnTo>
                <a:lnTo>
                  <a:pt x="821" y="18"/>
                </a:lnTo>
                <a:lnTo>
                  <a:pt x="820" y="16"/>
                </a:lnTo>
                <a:lnTo>
                  <a:pt x="818" y="15"/>
                </a:lnTo>
                <a:lnTo>
                  <a:pt x="817" y="12"/>
                </a:lnTo>
                <a:lnTo>
                  <a:pt x="816" y="11"/>
                </a:lnTo>
                <a:lnTo>
                  <a:pt x="815" y="10"/>
                </a:lnTo>
                <a:lnTo>
                  <a:pt x="814" y="9"/>
                </a:lnTo>
                <a:lnTo>
                  <a:pt x="812" y="8"/>
                </a:lnTo>
                <a:lnTo>
                  <a:pt x="811" y="6"/>
                </a:lnTo>
                <a:lnTo>
                  <a:pt x="810" y="5"/>
                </a:lnTo>
                <a:lnTo>
                  <a:pt x="809" y="4"/>
                </a:lnTo>
                <a:lnTo>
                  <a:pt x="806" y="4"/>
                </a:lnTo>
                <a:lnTo>
                  <a:pt x="805" y="3"/>
                </a:lnTo>
                <a:lnTo>
                  <a:pt x="804" y="3"/>
                </a:lnTo>
                <a:lnTo>
                  <a:pt x="802" y="2"/>
                </a:lnTo>
                <a:lnTo>
                  <a:pt x="799" y="2"/>
                </a:lnTo>
                <a:lnTo>
                  <a:pt x="798" y="2"/>
                </a:lnTo>
                <a:lnTo>
                  <a:pt x="796" y="2"/>
                </a:lnTo>
                <a:lnTo>
                  <a:pt x="793" y="0"/>
                </a:lnTo>
                <a:lnTo>
                  <a:pt x="791" y="0"/>
                </a:lnTo>
                <a:lnTo>
                  <a:pt x="788" y="0"/>
                </a:lnTo>
                <a:lnTo>
                  <a:pt x="785" y="0"/>
                </a:lnTo>
                <a:lnTo>
                  <a:pt x="782" y="0"/>
                </a:lnTo>
                <a:lnTo>
                  <a:pt x="779" y="0"/>
                </a:lnTo>
                <a:lnTo>
                  <a:pt x="775" y="0"/>
                </a:lnTo>
                <a:lnTo>
                  <a:pt x="772" y="0"/>
                </a:lnTo>
                <a:lnTo>
                  <a:pt x="768" y="0"/>
                </a:lnTo>
                <a:lnTo>
                  <a:pt x="764" y="0"/>
                </a:lnTo>
                <a:lnTo>
                  <a:pt x="762" y="0"/>
                </a:lnTo>
                <a:lnTo>
                  <a:pt x="758" y="0"/>
                </a:lnTo>
                <a:lnTo>
                  <a:pt x="755" y="0"/>
                </a:lnTo>
                <a:lnTo>
                  <a:pt x="751" y="0"/>
                </a:lnTo>
                <a:lnTo>
                  <a:pt x="747" y="0"/>
                </a:lnTo>
                <a:lnTo>
                  <a:pt x="744" y="0"/>
                </a:lnTo>
                <a:lnTo>
                  <a:pt x="739" y="0"/>
                </a:lnTo>
                <a:lnTo>
                  <a:pt x="734" y="0"/>
                </a:lnTo>
                <a:lnTo>
                  <a:pt x="729" y="0"/>
                </a:lnTo>
                <a:lnTo>
                  <a:pt x="723" y="0"/>
                </a:lnTo>
                <a:lnTo>
                  <a:pt x="717" y="0"/>
                </a:lnTo>
                <a:lnTo>
                  <a:pt x="710" y="0"/>
                </a:lnTo>
                <a:lnTo>
                  <a:pt x="702" y="0"/>
                </a:lnTo>
                <a:lnTo>
                  <a:pt x="693" y="0"/>
                </a:lnTo>
                <a:lnTo>
                  <a:pt x="684" y="0"/>
                </a:lnTo>
                <a:lnTo>
                  <a:pt x="674" y="0"/>
                </a:lnTo>
                <a:lnTo>
                  <a:pt x="662" y="0"/>
                </a:lnTo>
                <a:lnTo>
                  <a:pt x="650" y="0"/>
                </a:lnTo>
                <a:lnTo>
                  <a:pt x="637" y="0"/>
                </a:lnTo>
                <a:lnTo>
                  <a:pt x="622" y="0"/>
                </a:lnTo>
                <a:lnTo>
                  <a:pt x="606" y="0"/>
                </a:lnTo>
                <a:lnTo>
                  <a:pt x="589" y="0"/>
                </a:lnTo>
                <a:lnTo>
                  <a:pt x="571" y="0"/>
                </a:lnTo>
                <a:lnTo>
                  <a:pt x="550" y="0"/>
                </a:lnTo>
                <a:lnTo>
                  <a:pt x="529" y="0"/>
                </a:lnTo>
                <a:lnTo>
                  <a:pt x="506" y="0"/>
                </a:lnTo>
                <a:lnTo>
                  <a:pt x="481" y="0"/>
                </a:lnTo>
                <a:lnTo>
                  <a:pt x="454" y="0"/>
                </a:lnTo>
                <a:lnTo>
                  <a:pt x="426" y="0"/>
                </a:lnTo>
                <a:close/>
              </a:path>
            </a:pathLst>
          </a:custGeom>
          <a:noFill/>
          <a:ln w="33401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1036" name="TextBox 181">
            <a:extLst>
              <a:ext uri="{FF2B5EF4-FFF2-40B4-BE49-F238E27FC236}">
                <a16:creationId xmlns:a16="http://schemas.microsoft.com/office/drawing/2014/main" id="{CA9D5B2A-A2E1-41DC-A086-C7A345844E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35363" y="6167438"/>
            <a:ext cx="26368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=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ab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+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ay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+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by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921" name="Group 1">
            <a:extLst>
              <a:ext uri="{FF2B5EF4-FFF2-40B4-BE49-F238E27FC236}">
                <a16:creationId xmlns:a16="http://schemas.microsoft.com/office/drawing/2014/main" id="{EE43CBB5-C2D0-41E8-8655-DA46BD8C1C28}"/>
              </a:ext>
            </a:extLst>
          </p:cNvPr>
          <p:cNvGrpSpPr>
            <a:grpSpLocks/>
          </p:cNvGrpSpPr>
          <p:nvPr/>
        </p:nvGrpSpPr>
        <p:grpSpPr bwMode="auto">
          <a:xfrm>
            <a:off x="554038" y="762000"/>
            <a:ext cx="5008562" cy="2773363"/>
            <a:chOff x="2030413" y="1379538"/>
            <a:chExt cx="5008562" cy="2773362"/>
          </a:xfrm>
        </p:grpSpPr>
        <p:sp>
          <p:nvSpPr>
            <p:cNvPr id="81949" name="Rectangle 4">
              <a:extLst>
                <a:ext uri="{FF2B5EF4-FFF2-40B4-BE49-F238E27FC236}">
                  <a16:creationId xmlns:a16="http://schemas.microsoft.com/office/drawing/2014/main" id="{6BCBB1D7-DC1A-4C68-AE35-C007753F6A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1379538"/>
              <a:ext cx="4979987" cy="11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950" name="Rectangle 5">
              <a:extLst>
                <a:ext uri="{FF2B5EF4-FFF2-40B4-BE49-F238E27FC236}">
                  <a16:creationId xmlns:a16="http://schemas.microsoft.com/office/drawing/2014/main" id="{03AA1613-63B5-4AD4-81BF-EA13C1D18A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1403350"/>
              <a:ext cx="11112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951" name="Rectangle 6">
              <a:extLst>
                <a:ext uri="{FF2B5EF4-FFF2-40B4-BE49-F238E27FC236}">
                  <a16:creationId xmlns:a16="http://schemas.microsoft.com/office/drawing/2014/main" id="{CCCD0184-003D-4DA9-81B3-FD09B8F8E1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952" name="Rectangle 7">
              <a:extLst>
                <a:ext uri="{FF2B5EF4-FFF2-40B4-BE49-F238E27FC236}">
                  <a16:creationId xmlns:a16="http://schemas.microsoft.com/office/drawing/2014/main" id="{BFA0F410-281D-499D-9462-52079A234F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688" y="1649413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Present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953" name="Rectangle 8">
              <a:extLst>
                <a:ext uri="{FF2B5EF4-FFF2-40B4-BE49-F238E27FC236}">
                  <a16:creationId xmlns:a16="http://schemas.microsoft.com/office/drawing/2014/main" id="{355721FD-9B2C-4231-A932-093030A9F1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954" name="Rectangle 9">
              <a:extLst>
                <a:ext uri="{FF2B5EF4-FFF2-40B4-BE49-F238E27FC236}">
                  <a16:creationId xmlns:a16="http://schemas.microsoft.com/office/drawing/2014/main" id="{477A6DA9-B80A-4147-802D-A528C5BC20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955" name="Rectangle 10">
              <a:extLst>
                <a:ext uri="{FF2B5EF4-FFF2-40B4-BE49-F238E27FC236}">
                  <a16:creationId xmlns:a16="http://schemas.microsoft.com/office/drawing/2014/main" id="{66B92620-1AF1-41EF-BDEA-C54086B8EC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858963"/>
              <a:ext cx="2925762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956" name="Rectangle 11">
              <a:extLst>
                <a:ext uri="{FF2B5EF4-FFF2-40B4-BE49-F238E27FC236}">
                  <a16:creationId xmlns:a16="http://schemas.microsoft.com/office/drawing/2014/main" id="{B8260D81-3786-4F08-A728-D3FB1D1070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1871663"/>
              <a:ext cx="11112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957" name="Rectangle 12">
              <a:extLst>
                <a:ext uri="{FF2B5EF4-FFF2-40B4-BE49-F238E27FC236}">
                  <a16:creationId xmlns:a16="http://schemas.microsoft.com/office/drawing/2014/main" id="{FF7820A2-75C7-4201-A1CF-EB4D73BABA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9713" y="1506538"/>
              <a:ext cx="10207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Nextstate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958" name="Rectangle 13">
              <a:extLst>
                <a:ext uri="{FF2B5EF4-FFF2-40B4-BE49-F238E27FC236}">
                  <a16:creationId xmlns:a16="http://schemas.microsoft.com/office/drawing/2014/main" id="{9100E527-9F7C-4909-9DB2-4450CF886E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959" name="Rectangle 14">
              <a:extLst>
                <a:ext uri="{FF2B5EF4-FFF2-40B4-BE49-F238E27FC236}">
                  <a16:creationId xmlns:a16="http://schemas.microsoft.com/office/drawing/2014/main" id="{75747B07-7AEA-4C51-92A7-A4C33C900B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8388" y="1973263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960" name="Rectangle 15">
              <a:extLst>
                <a:ext uri="{FF2B5EF4-FFF2-40B4-BE49-F238E27FC236}">
                  <a16:creationId xmlns:a16="http://schemas.microsoft.com/office/drawing/2014/main" id="{597646E1-09F5-4CEE-A10B-738C0110E4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6438" y="197167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ab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961" name="Rectangle 16">
              <a:extLst>
                <a:ext uri="{FF2B5EF4-FFF2-40B4-BE49-F238E27FC236}">
                  <a16:creationId xmlns:a16="http://schemas.microsoft.com/office/drawing/2014/main" id="{9FBD8A4E-5AF5-4C1F-B4A4-16D12C618F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825" y="1973263"/>
              <a:ext cx="460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=00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962" name="Rectangle 17">
              <a:extLst>
                <a:ext uri="{FF2B5EF4-FFF2-40B4-BE49-F238E27FC236}">
                  <a16:creationId xmlns:a16="http://schemas.microsoft.com/office/drawing/2014/main" id="{067F9617-F77A-43E6-A7FA-6745BA6C6E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1813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963" name="Rectangle 18">
              <a:extLst>
                <a:ext uri="{FF2B5EF4-FFF2-40B4-BE49-F238E27FC236}">
                  <a16:creationId xmlns:a16="http://schemas.microsoft.com/office/drawing/2014/main" id="{0B64D1C1-1D2C-4C59-AA4B-42FF363B43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9350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964" name="Rectangle 19">
              <a:extLst>
                <a:ext uri="{FF2B5EF4-FFF2-40B4-BE49-F238E27FC236}">
                  <a16:creationId xmlns:a16="http://schemas.microsoft.com/office/drawing/2014/main" id="{D4570E3A-8747-4E1A-81FB-CDF7A10495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965" name="Rectangle 20">
              <a:extLst>
                <a:ext uri="{FF2B5EF4-FFF2-40B4-BE49-F238E27FC236}">
                  <a16:creationId xmlns:a16="http://schemas.microsoft.com/office/drawing/2014/main" id="{824340F9-A0AD-4033-901E-4CC50DCAD0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3713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966" name="Rectangle 21">
              <a:extLst>
                <a:ext uri="{FF2B5EF4-FFF2-40B4-BE49-F238E27FC236}">
                  <a16:creationId xmlns:a16="http://schemas.microsoft.com/office/drawing/2014/main" id="{56D52F92-6B65-41BC-9A0A-E2BBDEFC9D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967" name="Rectangle 22">
              <a:extLst>
                <a:ext uri="{FF2B5EF4-FFF2-40B4-BE49-F238E27FC236}">
                  <a16:creationId xmlns:a16="http://schemas.microsoft.com/office/drawing/2014/main" id="{1400546B-3C80-4BFD-9E9E-175666F183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316163"/>
              <a:ext cx="2925762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968" name="Rectangle 23">
              <a:extLst>
                <a:ext uri="{FF2B5EF4-FFF2-40B4-BE49-F238E27FC236}">
                  <a16:creationId xmlns:a16="http://schemas.microsoft.com/office/drawing/2014/main" id="{007AB903-8B50-4A17-8DEE-953F3358B1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2328863"/>
              <a:ext cx="11112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969" name="Rectangle 24">
              <a:extLst>
                <a:ext uri="{FF2B5EF4-FFF2-40B4-BE49-F238E27FC236}">
                  <a16:creationId xmlns:a16="http://schemas.microsoft.com/office/drawing/2014/main" id="{FA0AC688-5C80-4841-A27F-6E9F13903D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2200" y="1881188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Output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970" name="Rectangle 25">
              <a:extLst>
                <a:ext uri="{FF2B5EF4-FFF2-40B4-BE49-F238E27FC236}">
                  <a16:creationId xmlns:a16="http://schemas.microsoft.com/office/drawing/2014/main" id="{5EF98E07-3D6F-4CD8-AA5C-143F4CEA6F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6800" y="22812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971" name="Rectangle 26">
              <a:extLst>
                <a:ext uri="{FF2B5EF4-FFF2-40B4-BE49-F238E27FC236}">
                  <a16:creationId xmlns:a16="http://schemas.microsoft.com/office/drawing/2014/main" id="{1D650BD2-81F1-4797-939F-468C31F6AA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0625" y="2379663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972" name="Rectangle 27">
              <a:extLst>
                <a:ext uri="{FF2B5EF4-FFF2-40B4-BE49-F238E27FC236}">
                  <a16:creationId xmlns:a16="http://schemas.microsoft.com/office/drawing/2014/main" id="{6B6F6767-C1BC-4869-A585-B1E085A8F3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281238"/>
              <a:ext cx="17621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973" name="Rectangle 28">
              <a:extLst>
                <a:ext uri="{FF2B5EF4-FFF2-40B4-BE49-F238E27FC236}">
                  <a16:creationId xmlns:a16="http://schemas.microsoft.com/office/drawing/2014/main" id="{7D623453-295D-4C82-97A8-FF7CBD35B5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974" name="Rectangle 29">
              <a:extLst>
                <a:ext uri="{FF2B5EF4-FFF2-40B4-BE49-F238E27FC236}">
                  <a16:creationId xmlns:a16="http://schemas.microsoft.com/office/drawing/2014/main" id="{D79CDE05-5147-47D6-ACB9-707507E0CA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8750" y="2379663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975" name="Rectangle 30">
              <a:extLst>
                <a:ext uri="{FF2B5EF4-FFF2-40B4-BE49-F238E27FC236}">
                  <a16:creationId xmlns:a16="http://schemas.microsoft.com/office/drawing/2014/main" id="{B02680D2-011C-40E7-AE2D-FEABB89AE0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7363" y="24272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976" name="Rectangle 31">
              <a:extLst>
                <a:ext uri="{FF2B5EF4-FFF2-40B4-BE49-F238E27FC236}">
                  <a16:creationId xmlns:a16="http://schemas.microsoft.com/office/drawing/2014/main" id="{D7FBF319-BA8B-4B9B-9605-B4A4BF0300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3413" y="25241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977" name="Rectangle 32">
              <a:extLst>
                <a:ext uri="{FF2B5EF4-FFF2-40B4-BE49-F238E27FC236}">
                  <a16:creationId xmlns:a16="http://schemas.microsoft.com/office/drawing/2014/main" id="{434DF8DE-8326-4EDA-B13F-332DBBD4CC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7713" y="24272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978" name="Rectangle 33">
              <a:extLst>
                <a:ext uri="{FF2B5EF4-FFF2-40B4-BE49-F238E27FC236}">
                  <a16:creationId xmlns:a16="http://schemas.microsoft.com/office/drawing/2014/main" id="{A1B93F0C-D3F6-4324-AD73-F6AB169AA4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979" name="Rectangle 34">
              <a:extLst>
                <a:ext uri="{FF2B5EF4-FFF2-40B4-BE49-F238E27FC236}">
                  <a16:creationId xmlns:a16="http://schemas.microsoft.com/office/drawing/2014/main" id="{DD7CCEFF-DAF9-4856-BC90-AE6C13A44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3763" y="25241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980" name="Rectangle 35">
              <a:extLst>
                <a:ext uri="{FF2B5EF4-FFF2-40B4-BE49-F238E27FC236}">
                  <a16:creationId xmlns:a16="http://schemas.microsoft.com/office/drawing/2014/main" id="{86E6AD4B-089E-4C9F-9CD3-E62B2C6945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981" name="Rectangle 36">
              <a:extLst>
                <a:ext uri="{FF2B5EF4-FFF2-40B4-BE49-F238E27FC236}">
                  <a16:creationId xmlns:a16="http://schemas.microsoft.com/office/drawing/2014/main" id="{2F1AF10A-1090-42CF-90C8-B357637DE8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2771775"/>
              <a:ext cx="49799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982" name="Rectangle 37">
              <a:extLst>
                <a:ext uri="{FF2B5EF4-FFF2-40B4-BE49-F238E27FC236}">
                  <a16:creationId xmlns:a16="http://schemas.microsoft.com/office/drawing/2014/main" id="{81A6E05A-FB34-4BD3-8522-0405A33EE0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2787650"/>
              <a:ext cx="11112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983" name="Rectangle 38">
              <a:extLst>
                <a:ext uri="{FF2B5EF4-FFF2-40B4-BE49-F238E27FC236}">
                  <a16:creationId xmlns:a16="http://schemas.microsoft.com/office/drawing/2014/main" id="{EAF729E5-EB3B-4FF0-8BBF-F5C6C9540B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62713" y="2281238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984" name="Rectangle 39">
              <a:extLst>
                <a:ext uri="{FF2B5EF4-FFF2-40B4-BE49-F238E27FC236}">
                  <a16:creationId xmlns:a16="http://schemas.microsoft.com/office/drawing/2014/main" id="{B40AC987-85D2-49B5-B132-B3064F8053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985" name="Rectangle 40">
              <a:extLst>
                <a:ext uri="{FF2B5EF4-FFF2-40B4-BE49-F238E27FC236}">
                  <a16:creationId xmlns:a16="http://schemas.microsoft.com/office/drawing/2014/main" id="{5DC5169E-3E7D-456C-8B86-B7509D4B1D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986" name="Rectangle 41">
              <a:extLst>
                <a:ext uri="{FF2B5EF4-FFF2-40B4-BE49-F238E27FC236}">
                  <a16:creationId xmlns:a16="http://schemas.microsoft.com/office/drawing/2014/main" id="{D7B4FCF1-4BDC-4534-8DB2-252B28E915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987" name="Rectangle 42">
              <a:extLst>
                <a:ext uri="{FF2B5EF4-FFF2-40B4-BE49-F238E27FC236}">
                  <a16:creationId xmlns:a16="http://schemas.microsoft.com/office/drawing/2014/main" id="{29418B2B-9EAD-4B9F-9D08-E958C792CF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988" name="Rectangle 43">
              <a:extLst>
                <a:ext uri="{FF2B5EF4-FFF2-40B4-BE49-F238E27FC236}">
                  <a16:creationId xmlns:a16="http://schemas.microsoft.com/office/drawing/2014/main" id="{3BE73DD7-C53A-4F6A-8F7D-8B73B7EAF8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989" name="Rectangle 44">
              <a:extLst>
                <a:ext uri="{FF2B5EF4-FFF2-40B4-BE49-F238E27FC236}">
                  <a16:creationId xmlns:a16="http://schemas.microsoft.com/office/drawing/2014/main" id="{F81DEE3E-A392-4477-AF6B-BE04EA3C54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990" name="Rectangle 45">
              <a:extLst>
                <a:ext uri="{FF2B5EF4-FFF2-40B4-BE49-F238E27FC236}">
                  <a16:creationId xmlns:a16="http://schemas.microsoft.com/office/drawing/2014/main" id="{DB8F172D-37BF-4452-A2A1-F88B1E9319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991" name="Rectangle 46">
              <a:extLst>
                <a:ext uri="{FF2B5EF4-FFF2-40B4-BE49-F238E27FC236}">
                  <a16:creationId xmlns:a16="http://schemas.microsoft.com/office/drawing/2014/main" id="{04F1F2E3-F6E4-4CD1-9E6F-D433F4E089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992" name="Rectangle 47">
              <a:extLst>
                <a:ext uri="{FF2B5EF4-FFF2-40B4-BE49-F238E27FC236}">
                  <a16:creationId xmlns:a16="http://schemas.microsoft.com/office/drawing/2014/main" id="{049577CF-238E-4AC1-B734-2006FFD177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993" name="Rectangle 48">
              <a:extLst>
                <a:ext uri="{FF2B5EF4-FFF2-40B4-BE49-F238E27FC236}">
                  <a16:creationId xmlns:a16="http://schemas.microsoft.com/office/drawing/2014/main" id="{013A7F14-250B-42CC-9466-4004944CB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994" name="Rectangle 49">
              <a:extLst>
                <a:ext uri="{FF2B5EF4-FFF2-40B4-BE49-F238E27FC236}">
                  <a16:creationId xmlns:a16="http://schemas.microsoft.com/office/drawing/2014/main" id="{ACC737EE-0937-4EC9-B3B5-13D75EE6C6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189288"/>
              <a:ext cx="11112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995" name="Rectangle 50">
              <a:extLst>
                <a:ext uri="{FF2B5EF4-FFF2-40B4-BE49-F238E27FC236}">
                  <a16:creationId xmlns:a16="http://schemas.microsoft.com/office/drawing/2014/main" id="{D30CF6BB-3300-40AB-9133-5BD23254C8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996" name="Rectangle 51">
              <a:extLst>
                <a:ext uri="{FF2B5EF4-FFF2-40B4-BE49-F238E27FC236}">
                  <a16:creationId xmlns:a16="http://schemas.microsoft.com/office/drawing/2014/main" id="{C43EF21E-631F-45B4-9948-0A948B84CB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997" name="Rectangle 52">
              <a:extLst>
                <a:ext uri="{FF2B5EF4-FFF2-40B4-BE49-F238E27FC236}">
                  <a16:creationId xmlns:a16="http://schemas.microsoft.com/office/drawing/2014/main" id="{B3125CDD-1143-4564-A00A-02C8B219DA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998" name="Rectangle 53">
              <a:extLst>
                <a:ext uri="{FF2B5EF4-FFF2-40B4-BE49-F238E27FC236}">
                  <a16:creationId xmlns:a16="http://schemas.microsoft.com/office/drawing/2014/main" id="{D743283E-3BF5-4A02-9B30-6FF90C2994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999" name="Rectangle 54">
              <a:extLst>
                <a:ext uri="{FF2B5EF4-FFF2-40B4-BE49-F238E27FC236}">
                  <a16:creationId xmlns:a16="http://schemas.microsoft.com/office/drawing/2014/main" id="{2B5D714B-9DAB-444F-A704-EE6F75AC3E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000" name="Rectangle 55">
              <a:extLst>
                <a:ext uri="{FF2B5EF4-FFF2-40B4-BE49-F238E27FC236}">
                  <a16:creationId xmlns:a16="http://schemas.microsoft.com/office/drawing/2014/main" id="{E8CE2CC2-4451-4D50-B33C-74763CE97F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001" name="Rectangle 56">
              <a:extLst>
                <a:ext uri="{FF2B5EF4-FFF2-40B4-BE49-F238E27FC236}">
                  <a16:creationId xmlns:a16="http://schemas.microsoft.com/office/drawing/2014/main" id="{1BA782C2-93B7-4C0E-B272-78308D1CDA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002" name="Rectangle 57">
              <a:extLst>
                <a:ext uri="{FF2B5EF4-FFF2-40B4-BE49-F238E27FC236}">
                  <a16:creationId xmlns:a16="http://schemas.microsoft.com/office/drawing/2014/main" id="{775C3981-4AC6-4274-8C80-4B0CA8AF29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003" name="Rectangle 58">
              <a:extLst>
                <a:ext uri="{FF2B5EF4-FFF2-40B4-BE49-F238E27FC236}">
                  <a16:creationId xmlns:a16="http://schemas.microsoft.com/office/drawing/2014/main" id="{AA88BA0B-A626-439D-8670-F16D91E0BA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004" name="Rectangle 59">
              <a:extLst>
                <a:ext uri="{FF2B5EF4-FFF2-40B4-BE49-F238E27FC236}">
                  <a16:creationId xmlns:a16="http://schemas.microsoft.com/office/drawing/2014/main" id="{1E625466-3357-45A7-B8F6-97D1ED6C6A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005" name="Rectangle 60">
              <a:extLst>
                <a:ext uri="{FF2B5EF4-FFF2-40B4-BE49-F238E27FC236}">
                  <a16:creationId xmlns:a16="http://schemas.microsoft.com/office/drawing/2014/main" id="{6037CCF3-09DE-45E5-B64E-CAB5807B46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006" name="Rectangle 61">
              <a:extLst>
                <a:ext uri="{FF2B5EF4-FFF2-40B4-BE49-F238E27FC236}">
                  <a16:creationId xmlns:a16="http://schemas.microsoft.com/office/drawing/2014/main" id="{D07BA44B-2184-477B-95B1-7E36764940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494088"/>
              <a:ext cx="11112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007" name="Rectangle 62">
              <a:extLst>
                <a:ext uri="{FF2B5EF4-FFF2-40B4-BE49-F238E27FC236}">
                  <a16:creationId xmlns:a16="http://schemas.microsoft.com/office/drawing/2014/main" id="{5BFDB6B4-7E9C-4432-BA48-0C315B602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008" name="Rectangle 63">
              <a:extLst>
                <a:ext uri="{FF2B5EF4-FFF2-40B4-BE49-F238E27FC236}">
                  <a16:creationId xmlns:a16="http://schemas.microsoft.com/office/drawing/2014/main" id="{C9113A4D-8DA0-4CCB-BA90-90AB7DE44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009" name="Rectangle 64">
              <a:extLst>
                <a:ext uri="{FF2B5EF4-FFF2-40B4-BE49-F238E27FC236}">
                  <a16:creationId xmlns:a16="http://schemas.microsoft.com/office/drawing/2014/main" id="{7CC77372-6D5B-4AC2-8AA5-D4F1DF1113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010" name="Rectangle 65">
              <a:extLst>
                <a:ext uri="{FF2B5EF4-FFF2-40B4-BE49-F238E27FC236}">
                  <a16:creationId xmlns:a16="http://schemas.microsoft.com/office/drawing/2014/main" id="{980463B0-F952-4336-8527-8242015BAF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011" name="Rectangle 66">
              <a:extLst>
                <a:ext uri="{FF2B5EF4-FFF2-40B4-BE49-F238E27FC236}">
                  <a16:creationId xmlns:a16="http://schemas.microsoft.com/office/drawing/2014/main" id="{E8C37C6E-0399-4575-A51E-665317124C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012" name="Rectangle 67">
              <a:extLst>
                <a:ext uri="{FF2B5EF4-FFF2-40B4-BE49-F238E27FC236}">
                  <a16:creationId xmlns:a16="http://schemas.microsoft.com/office/drawing/2014/main" id="{D3DE7F99-C354-4E77-BFF9-A278792615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013" name="Rectangle 68">
              <a:extLst>
                <a:ext uri="{FF2B5EF4-FFF2-40B4-BE49-F238E27FC236}">
                  <a16:creationId xmlns:a16="http://schemas.microsoft.com/office/drawing/2014/main" id="{C8751994-B2D2-4CCE-9AA3-0D83EAC3F4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014" name="Rectangle 69">
              <a:extLst>
                <a:ext uri="{FF2B5EF4-FFF2-40B4-BE49-F238E27FC236}">
                  <a16:creationId xmlns:a16="http://schemas.microsoft.com/office/drawing/2014/main" id="{2BEF00BC-FCF1-4296-8809-888529A447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015" name="Rectangle 70">
              <a:extLst>
                <a:ext uri="{FF2B5EF4-FFF2-40B4-BE49-F238E27FC236}">
                  <a16:creationId xmlns:a16="http://schemas.microsoft.com/office/drawing/2014/main" id="{9AA0470A-F2E0-453F-BD15-9A3ADDFA3C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016" name="Rectangle 71">
              <a:extLst>
                <a:ext uri="{FF2B5EF4-FFF2-40B4-BE49-F238E27FC236}">
                  <a16:creationId xmlns:a16="http://schemas.microsoft.com/office/drawing/2014/main" id="{0A49083F-AD16-4335-ABB4-34CAD4556C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017" name="Rectangle 72">
              <a:extLst>
                <a:ext uri="{FF2B5EF4-FFF2-40B4-BE49-F238E27FC236}">
                  <a16:creationId xmlns:a16="http://schemas.microsoft.com/office/drawing/2014/main" id="{9878D4F4-ED4C-4B12-9C63-3954D20F32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018" name="Rectangle 73">
              <a:extLst>
                <a:ext uri="{FF2B5EF4-FFF2-40B4-BE49-F238E27FC236}">
                  <a16:creationId xmlns:a16="http://schemas.microsoft.com/office/drawing/2014/main" id="{7EB6B4BE-8ED5-4C0D-AFF7-3F41D3877C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803650"/>
              <a:ext cx="11112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019" name="Rectangle 74">
              <a:extLst>
                <a:ext uri="{FF2B5EF4-FFF2-40B4-BE49-F238E27FC236}">
                  <a16:creationId xmlns:a16="http://schemas.microsoft.com/office/drawing/2014/main" id="{9D0E6DE6-702F-4A4C-9328-1EBF16E48B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020" name="Rectangle 75">
              <a:extLst>
                <a:ext uri="{FF2B5EF4-FFF2-40B4-BE49-F238E27FC236}">
                  <a16:creationId xmlns:a16="http://schemas.microsoft.com/office/drawing/2014/main" id="{859F083C-7113-4941-8F41-29D0F4BFB9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021" name="Rectangle 76">
              <a:extLst>
                <a:ext uri="{FF2B5EF4-FFF2-40B4-BE49-F238E27FC236}">
                  <a16:creationId xmlns:a16="http://schemas.microsoft.com/office/drawing/2014/main" id="{AA1856C8-1A86-4EE4-B2D2-DC192C0E07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022" name="Rectangle 77">
              <a:extLst>
                <a:ext uri="{FF2B5EF4-FFF2-40B4-BE49-F238E27FC236}">
                  <a16:creationId xmlns:a16="http://schemas.microsoft.com/office/drawing/2014/main" id="{63DDDC65-CAC1-46DA-A2F7-C5D48867FF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023" name="Rectangle 78">
              <a:extLst>
                <a:ext uri="{FF2B5EF4-FFF2-40B4-BE49-F238E27FC236}">
                  <a16:creationId xmlns:a16="http://schemas.microsoft.com/office/drawing/2014/main" id="{249A607F-755C-4939-9A5B-8867BD33E7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024" name="Rectangle 79">
              <a:extLst>
                <a:ext uri="{FF2B5EF4-FFF2-40B4-BE49-F238E27FC236}">
                  <a16:creationId xmlns:a16="http://schemas.microsoft.com/office/drawing/2014/main" id="{5A4A7591-429D-4B3A-BE62-2CC80F92C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025" name="Rectangle 80">
              <a:extLst>
                <a:ext uri="{FF2B5EF4-FFF2-40B4-BE49-F238E27FC236}">
                  <a16:creationId xmlns:a16="http://schemas.microsoft.com/office/drawing/2014/main" id="{998D46EC-5FC5-41B5-8004-7189B9D7A9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026" name="Rectangle 81">
              <a:extLst>
                <a:ext uri="{FF2B5EF4-FFF2-40B4-BE49-F238E27FC236}">
                  <a16:creationId xmlns:a16="http://schemas.microsoft.com/office/drawing/2014/main" id="{007ABFFF-4484-46CC-B0CA-F00B7B3683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027" name="Rectangle 82">
              <a:extLst>
                <a:ext uri="{FF2B5EF4-FFF2-40B4-BE49-F238E27FC236}">
                  <a16:creationId xmlns:a16="http://schemas.microsoft.com/office/drawing/2014/main" id="{73A10BC1-EDAE-4190-9BB4-9960698FB8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028" name="Rectangle 83">
              <a:extLst>
                <a:ext uri="{FF2B5EF4-FFF2-40B4-BE49-F238E27FC236}">
                  <a16:creationId xmlns:a16="http://schemas.microsoft.com/office/drawing/2014/main" id="{8CBCF108-042D-4B86-A772-E17EB19A84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029" name="Rectangle 84">
              <a:extLst>
                <a:ext uri="{FF2B5EF4-FFF2-40B4-BE49-F238E27FC236}">
                  <a16:creationId xmlns:a16="http://schemas.microsoft.com/office/drawing/2014/main" id="{57891ED9-01F8-43ED-8BFD-FAAB48186C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030" name="Rectangle 85">
              <a:extLst>
                <a:ext uri="{FF2B5EF4-FFF2-40B4-BE49-F238E27FC236}">
                  <a16:creationId xmlns:a16="http://schemas.microsoft.com/office/drawing/2014/main" id="{6ACB8C4B-A00C-4354-9520-B678CB1D84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4140200"/>
              <a:ext cx="49799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031" name="Rectangle 86">
              <a:extLst>
                <a:ext uri="{FF2B5EF4-FFF2-40B4-BE49-F238E27FC236}">
                  <a16:creationId xmlns:a16="http://schemas.microsoft.com/office/drawing/2014/main" id="{79159911-5C3D-4A1C-9438-87F95B7E3D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81922" name="Rectangle 2">
            <a:extLst>
              <a:ext uri="{FF2B5EF4-FFF2-40B4-BE49-F238E27FC236}">
                <a16:creationId xmlns:a16="http://schemas.microsoft.com/office/drawing/2014/main" id="{1A3D58DF-DBA8-47AD-B683-7B087014B8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100013"/>
            <a:ext cx="4695825" cy="814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Deriving  s</a:t>
            </a:r>
            <a:endParaRPr kumimoji="0" lang="en-US" altLang="en-US" sz="3600" b="1" i="0" u="none" strike="noStrike" kern="1200" cap="none" spc="0" normalizeH="0" baseline="-2500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graphicFrame>
        <p:nvGraphicFramePr>
          <p:cNvPr id="183" name="Shape 732">
            <a:extLst>
              <a:ext uri="{FF2B5EF4-FFF2-40B4-BE49-F238E27FC236}">
                <a16:creationId xmlns:a16="http://schemas.microsoft.com/office/drawing/2014/main" id="{CE5DF08A-778C-3848-A4F6-AC56949EA36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5072917"/>
              </p:ext>
            </p:extLst>
          </p:nvPr>
        </p:nvGraphicFramePr>
        <p:xfrm>
          <a:off x="6858000" y="762000"/>
          <a:ext cx="1484313" cy="1984375"/>
        </p:xfrm>
        <a:graphic>
          <a:graphicData uri="http://schemas.openxmlformats.org/drawingml/2006/table">
            <a:tbl>
              <a:tblPr/>
              <a:tblGrid>
                <a:gridCol w="495300">
                  <a:extLst>
                    <a:ext uri="{9D8B030D-6E8A-4147-A177-3AD203B41FA5}">
                      <a16:colId xmlns:a16="http://schemas.microsoft.com/office/drawing/2014/main" val="2319917536"/>
                    </a:ext>
                  </a:extLst>
                </a:gridCol>
                <a:gridCol w="493713">
                  <a:extLst>
                    <a:ext uri="{9D8B030D-6E8A-4147-A177-3AD203B41FA5}">
                      <a16:colId xmlns:a16="http://schemas.microsoft.com/office/drawing/2014/main" val="3342149381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852418021"/>
                    </a:ext>
                  </a:extLst>
                </a:gridCol>
              </a:tblGrid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2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s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663043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91610733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0256066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12039624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527426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2945" name="Group 1">
            <a:extLst>
              <a:ext uri="{FF2B5EF4-FFF2-40B4-BE49-F238E27FC236}">
                <a16:creationId xmlns:a16="http://schemas.microsoft.com/office/drawing/2014/main" id="{DDE9B707-5582-4C57-A1BB-D8336A6AF95A}"/>
              </a:ext>
            </a:extLst>
          </p:cNvPr>
          <p:cNvGrpSpPr>
            <a:grpSpLocks/>
          </p:cNvGrpSpPr>
          <p:nvPr/>
        </p:nvGrpSpPr>
        <p:grpSpPr bwMode="auto">
          <a:xfrm>
            <a:off x="554038" y="762000"/>
            <a:ext cx="5008562" cy="2773363"/>
            <a:chOff x="2030413" y="1379538"/>
            <a:chExt cx="5008562" cy="2773362"/>
          </a:xfrm>
        </p:grpSpPr>
        <p:sp>
          <p:nvSpPr>
            <p:cNvPr id="82973" name="Rectangle 4">
              <a:extLst>
                <a:ext uri="{FF2B5EF4-FFF2-40B4-BE49-F238E27FC236}">
                  <a16:creationId xmlns:a16="http://schemas.microsoft.com/office/drawing/2014/main" id="{AFF63663-A835-4F9C-B799-CCB32FAF0F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1379538"/>
              <a:ext cx="4979987" cy="11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974" name="Rectangle 5">
              <a:extLst>
                <a:ext uri="{FF2B5EF4-FFF2-40B4-BE49-F238E27FC236}">
                  <a16:creationId xmlns:a16="http://schemas.microsoft.com/office/drawing/2014/main" id="{08AC4B6F-229A-4433-8F88-8E9A5DAFB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1403350"/>
              <a:ext cx="11112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975" name="Rectangle 6">
              <a:extLst>
                <a:ext uri="{FF2B5EF4-FFF2-40B4-BE49-F238E27FC236}">
                  <a16:creationId xmlns:a16="http://schemas.microsoft.com/office/drawing/2014/main" id="{42FA3DEC-BCF8-4F2B-910C-0976E83FCA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976" name="Rectangle 7">
              <a:extLst>
                <a:ext uri="{FF2B5EF4-FFF2-40B4-BE49-F238E27FC236}">
                  <a16:creationId xmlns:a16="http://schemas.microsoft.com/office/drawing/2014/main" id="{87098333-79F4-4E55-BBE4-37069CA02A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688" y="1649413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Present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977" name="Rectangle 8">
              <a:extLst>
                <a:ext uri="{FF2B5EF4-FFF2-40B4-BE49-F238E27FC236}">
                  <a16:creationId xmlns:a16="http://schemas.microsoft.com/office/drawing/2014/main" id="{92D03DA1-65ED-47E2-A9EE-09EC4F1466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978" name="Rectangle 9">
              <a:extLst>
                <a:ext uri="{FF2B5EF4-FFF2-40B4-BE49-F238E27FC236}">
                  <a16:creationId xmlns:a16="http://schemas.microsoft.com/office/drawing/2014/main" id="{742AD084-A35D-406F-89ED-34AA4F74AA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979" name="Rectangle 10">
              <a:extLst>
                <a:ext uri="{FF2B5EF4-FFF2-40B4-BE49-F238E27FC236}">
                  <a16:creationId xmlns:a16="http://schemas.microsoft.com/office/drawing/2014/main" id="{A586C7CC-0D94-4453-B3F4-56D3396077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858963"/>
              <a:ext cx="2925762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980" name="Rectangle 11">
              <a:extLst>
                <a:ext uri="{FF2B5EF4-FFF2-40B4-BE49-F238E27FC236}">
                  <a16:creationId xmlns:a16="http://schemas.microsoft.com/office/drawing/2014/main" id="{3A21F8C4-2608-4718-AB30-CEA9770DBE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1871663"/>
              <a:ext cx="11112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981" name="Rectangle 12">
              <a:extLst>
                <a:ext uri="{FF2B5EF4-FFF2-40B4-BE49-F238E27FC236}">
                  <a16:creationId xmlns:a16="http://schemas.microsoft.com/office/drawing/2014/main" id="{9F3117B4-F443-4BB0-A3DE-A2ACE08F0F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9713" y="1506538"/>
              <a:ext cx="10207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Nextstate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982" name="Rectangle 13">
              <a:extLst>
                <a:ext uri="{FF2B5EF4-FFF2-40B4-BE49-F238E27FC236}">
                  <a16:creationId xmlns:a16="http://schemas.microsoft.com/office/drawing/2014/main" id="{CD6C372B-47D6-46DE-86FD-265FD795EC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983" name="Rectangle 14">
              <a:extLst>
                <a:ext uri="{FF2B5EF4-FFF2-40B4-BE49-F238E27FC236}">
                  <a16:creationId xmlns:a16="http://schemas.microsoft.com/office/drawing/2014/main" id="{97D881FF-EE57-46EF-8B9B-C76AA8B9C1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8388" y="1973263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984" name="Rectangle 15">
              <a:extLst>
                <a:ext uri="{FF2B5EF4-FFF2-40B4-BE49-F238E27FC236}">
                  <a16:creationId xmlns:a16="http://schemas.microsoft.com/office/drawing/2014/main" id="{63BDF474-8FC9-4E5C-9D77-101846981D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6438" y="197167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ab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985" name="Rectangle 16">
              <a:extLst>
                <a:ext uri="{FF2B5EF4-FFF2-40B4-BE49-F238E27FC236}">
                  <a16:creationId xmlns:a16="http://schemas.microsoft.com/office/drawing/2014/main" id="{1688209A-94D8-4E80-AFEF-9CA595F394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825" y="1973263"/>
              <a:ext cx="460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=00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986" name="Rectangle 17">
              <a:extLst>
                <a:ext uri="{FF2B5EF4-FFF2-40B4-BE49-F238E27FC236}">
                  <a16:creationId xmlns:a16="http://schemas.microsoft.com/office/drawing/2014/main" id="{43477372-7D59-4DEF-9C02-0F56EA4249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1813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987" name="Rectangle 18">
              <a:extLst>
                <a:ext uri="{FF2B5EF4-FFF2-40B4-BE49-F238E27FC236}">
                  <a16:creationId xmlns:a16="http://schemas.microsoft.com/office/drawing/2014/main" id="{AC6308E1-9F35-4E45-950E-85BC4F7C43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9350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988" name="Rectangle 19">
              <a:extLst>
                <a:ext uri="{FF2B5EF4-FFF2-40B4-BE49-F238E27FC236}">
                  <a16:creationId xmlns:a16="http://schemas.microsoft.com/office/drawing/2014/main" id="{0BEFA800-F500-41A0-96E8-65DCA1BDAA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989" name="Rectangle 20">
              <a:extLst>
                <a:ext uri="{FF2B5EF4-FFF2-40B4-BE49-F238E27FC236}">
                  <a16:creationId xmlns:a16="http://schemas.microsoft.com/office/drawing/2014/main" id="{A061C75B-27BA-4AF8-945D-DD7F45DAAE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3713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990" name="Rectangle 21">
              <a:extLst>
                <a:ext uri="{FF2B5EF4-FFF2-40B4-BE49-F238E27FC236}">
                  <a16:creationId xmlns:a16="http://schemas.microsoft.com/office/drawing/2014/main" id="{8B6706BF-8C58-4102-9C1F-BBE226C930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991" name="Rectangle 22">
              <a:extLst>
                <a:ext uri="{FF2B5EF4-FFF2-40B4-BE49-F238E27FC236}">
                  <a16:creationId xmlns:a16="http://schemas.microsoft.com/office/drawing/2014/main" id="{C0B60A98-1C47-43C8-9A9B-89FFE63505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316163"/>
              <a:ext cx="2925762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992" name="Rectangle 23">
              <a:extLst>
                <a:ext uri="{FF2B5EF4-FFF2-40B4-BE49-F238E27FC236}">
                  <a16:creationId xmlns:a16="http://schemas.microsoft.com/office/drawing/2014/main" id="{CD148214-D29A-49EE-8863-6607D6CE6D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2328863"/>
              <a:ext cx="11112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993" name="Rectangle 24">
              <a:extLst>
                <a:ext uri="{FF2B5EF4-FFF2-40B4-BE49-F238E27FC236}">
                  <a16:creationId xmlns:a16="http://schemas.microsoft.com/office/drawing/2014/main" id="{13387CCD-2349-4AD8-8191-DA86B43A49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2200" y="1881188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Output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994" name="Rectangle 25">
              <a:extLst>
                <a:ext uri="{FF2B5EF4-FFF2-40B4-BE49-F238E27FC236}">
                  <a16:creationId xmlns:a16="http://schemas.microsoft.com/office/drawing/2014/main" id="{FAE6C29E-4312-4039-8B06-B49508FFA7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6800" y="22812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995" name="Rectangle 26">
              <a:extLst>
                <a:ext uri="{FF2B5EF4-FFF2-40B4-BE49-F238E27FC236}">
                  <a16:creationId xmlns:a16="http://schemas.microsoft.com/office/drawing/2014/main" id="{4EFB9D63-086B-401E-A4FA-DFC6F251B1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0625" y="2379663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996" name="Rectangle 27">
              <a:extLst>
                <a:ext uri="{FF2B5EF4-FFF2-40B4-BE49-F238E27FC236}">
                  <a16:creationId xmlns:a16="http://schemas.microsoft.com/office/drawing/2014/main" id="{801DC2C0-4788-4DAB-9620-74A42CAE38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281238"/>
              <a:ext cx="17621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997" name="Rectangle 28">
              <a:extLst>
                <a:ext uri="{FF2B5EF4-FFF2-40B4-BE49-F238E27FC236}">
                  <a16:creationId xmlns:a16="http://schemas.microsoft.com/office/drawing/2014/main" id="{5ED1F9B1-C65A-4AC8-9FA4-DEC89F5025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998" name="Rectangle 29">
              <a:extLst>
                <a:ext uri="{FF2B5EF4-FFF2-40B4-BE49-F238E27FC236}">
                  <a16:creationId xmlns:a16="http://schemas.microsoft.com/office/drawing/2014/main" id="{01F302E5-84E1-4852-A3C8-B7548FE022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8750" y="2379663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999" name="Rectangle 30">
              <a:extLst>
                <a:ext uri="{FF2B5EF4-FFF2-40B4-BE49-F238E27FC236}">
                  <a16:creationId xmlns:a16="http://schemas.microsoft.com/office/drawing/2014/main" id="{55C722A6-B422-42D9-A3CD-A8B3CD4C3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7363" y="24272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000" name="Rectangle 31">
              <a:extLst>
                <a:ext uri="{FF2B5EF4-FFF2-40B4-BE49-F238E27FC236}">
                  <a16:creationId xmlns:a16="http://schemas.microsoft.com/office/drawing/2014/main" id="{2853CAB6-1504-4EFC-BF77-3D5CA7F2C0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3413" y="25241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001" name="Rectangle 32">
              <a:extLst>
                <a:ext uri="{FF2B5EF4-FFF2-40B4-BE49-F238E27FC236}">
                  <a16:creationId xmlns:a16="http://schemas.microsoft.com/office/drawing/2014/main" id="{5167E138-9E9A-435B-A12A-ABEA283150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7713" y="24272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002" name="Rectangle 33">
              <a:extLst>
                <a:ext uri="{FF2B5EF4-FFF2-40B4-BE49-F238E27FC236}">
                  <a16:creationId xmlns:a16="http://schemas.microsoft.com/office/drawing/2014/main" id="{E365416A-8933-49C8-9DC3-DEA46DC2F3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003" name="Rectangle 34">
              <a:extLst>
                <a:ext uri="{FF2B5EF4-FFF2-40B4-BE49-F238E27FC236}">
                  <a16:creationId xmlns:a16="http://schemas.microsoft.com/office/drawing/2014/main" id="{49B47E6D-7D8A-4006-8EA0-B31CB02CED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3763" y="25241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004" name="Rectangle 35">
              <a:extLst>
                <a:ext uri="{FF2B5EF4-FFF2-40B4-BE49-F238E27FC236}">
                  <a16:creationId xmlns:a16="http://schemas.microsoft.com/office/drawing/2014/main" id="{E58E81EB-9FB5-4B34-9C4E-19653A6277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005" name="Rectangle 36">
              <a:extLst>
                <a:ext uri="{FF2B5EF4-FFF2-40B4-BE49-F238E27FC236}">
                  <a16:creationId xmlns:a16="http://schemas.microsoft.com/office/drawing/2014/main" id="{D5C5295B-3422-45FA-A29E-107E9265C7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2771775"/>
              <a:ext cx="49799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006" name="Rectangle 37">
              <a:extLst>
                <a:ext uri="{FF2B5EF4-FFF2-40B4-BE49-F238E27FC236}">
                  <a16:creationId xmlns:a16="http://schemas.microsoft.com/office/drawing/2014/main" id="{18BED3C5-580A-46C5-831D-064BD5DAE5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2787650"/>
              <a:ext cx="11112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007" name="Rectangle 38">
              <a:extLst>
                <a:ext uri="{FF2B5EF4-FFF2-40B4-BE49-F238E27FC236}">
                  <a16:creationId xmlns:a16="http://schemas.microsoft.com/office/drawing/2014/main" id="{A7E54082-9283-4910-934C-470D0A1874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62713" y="2281238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008" name="Rectangle 39">
              <a:extLst>
                <a:ext uri="{FF2B5EF4-FFF2-40B4-BE49-F238E27FC236}">
                  <a16:creationId xmlns:a16="http://schemas.microsoft.com/office/drawing/2014/main" id="{F7C43FBE-4DED-483A-AE96-C2F786FB12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009" name="Rectangle 40">
              <a:extLst>
                <a:ext uri="{FF2B5EF4-FFF2-40B4-BE49-F238E27FC236}">
                  <a16:creationId xmlns:a16="http://schemas.microsoft.com/office/drawing/2014/main" id="{B5FCFA49-A387-420B-8BF2-6B6FC52999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010" name="Rectangle 41">
              <a:extLst>
                <a:ext uri="{FF2B5EF4-FFF2-40B4-BE49-F238E27FC236}">
                  <a16:creationId xmlns:a16="http://schemas.microsoft.com/office/drawing/2014/main" id="{7A197BF8-1B16-451C-9CFE-60293AC1EA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011" name="Rectangle 42">
              <a:extLst>
                <a:ext uri="{FF2B5EF4-FFF2-40B4-BE49-F238E27FC236}">
                  <a16:creationId xmlns:a16="http://schemas.microsoft.com/office/drawing/2014/main" id="{82C8EF72-C607-4A52-8A2C-6661053200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012" name="Rectangle 43">
              <a:extLst>
                <a:ext uri="{FF2B5EF4-FFF2-40B4-BE49-F238E27FC236}">
                  <a16:creationId xmlns:a16="http://schemas.microsoft.com/office/drawing/2014/main" id="{79A81A3C-F6D2-467E-80F0-49B24EBA20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013" name="Rectangle 44">
              <a:extLst>
                <a:ext uri="{FF2B5EF4-FFF2-40B4-BE49-F238E27FC236}">
                  <a16:creationId xmlns:a16="http://schemas.microsoft.com/office/drawing/2014/main" id="{9342B6A0-2A83-4062-8D26-76E540FC2D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014" name="Rectangle 45">
              <a:extLst>
                <a:ext uri="{FF2B5EF4-FFF2-40B4-BE49-F238E27FC236}">
                  <a16:creationId xmlns:a16="http://schemas.microsoft.com/office/drawing/2014/main" id="{FECF9B76-A34B-4EE6-9756-27967855D6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015" name="Rectangle 46">
              <a:extLst>
                <a:ext uri="{FF2B5EF4-FFF2-40B4-BE49-F238E27FC236}">
                  <a16:creationId xmlns:a16="http://schemas.microsoft.com/office/drawing/2014/main" id="{93DD07F1-3768-4A25-B147-5AA5F5DCD7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016" name="Rectangle 47">
              <a:extLst>
                <a:ext uri="{FF2B5EF4-FFF2-40B4-BE49-F238E27FC236}">
                  <a16:creationId xmlns:a16="http://schemas.microsoft.com/office/drawing/2014/main" id="{9A378B0C-FA5B-4D20-BD88-DC8A4B196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017" name="Rectangle 48">
              <a:extLst>
                <a:ext uri="{FF2B5EF4-FFF2-40B4-BE49-F238E27FC236}">
                  <a16:creationId xmlns:a16="http://schemas.microsoft.com/office/drawing/2014/main" id="{28BC3C9F-B726-4448-89AE-919FA7CF76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018" name="Rectangle 49">
              <a:extLst>
                <a:ext uri="{FF2B5EF4-FFF2-40B4-BE49-F238E27FC236}">
                  <a16:creationId xmlns:a16="http://schemas.microsoft.com/office/drawing/2014/main" id="{724436F5-B04F-4976-8F04-51919160F3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189288"/>
              <a:ext cx="11112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019" name="Rectangle 50">
              <a:extLst>
                <a:ext uri="{FF2B5EF4-FFF2-40B4-BE49-F238E27FC236}">
                  <a16:creationId xmlns:a16="http://schemas.microsoft.com/office/drawing/2014/main" id="{42E180FC-9CCE-43D7-BF84-89E25269F3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020" name="Rectangle 51">
              <a:extLst>
                <a:ext uri="{FF2B5EF4-FFF2-40B4-BE49-F238E27FC236}">
                  <a16:creationId xmlns:a16="http://schemas.microsoft.com/office/drawing/2014/main" id="{BE2A178E-B77B-4523-A89D-B2DB192222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021" name="Rectangle 52">
              <a:extLst>
                <a:ext uri="{FF2B5EF4-FFF2-40B4-BE49-F238E27FC236}">
                  <a16:creationId xmlns:a16="http://schemas.microsoft.com/office/drawing/2014/main" id="{6F6897EF-B5AA-4F31-9BB3-62CD1C36FF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022" name="Rectangle 53">
              <a:extLst>
                <a:ext uri="{FF2B5EF4-FFF2-40B4-BE49-F238E27FC236}">
                  <a16:creationId xmlns:a16="http://schemas.microsoft.com/office/drawing/2014/main" id="{CDA6DF81-9B92-4BE0-B582-356530B8C9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023" name="Rectangle 54">
              <a:extLst>
                <a:ext uri="{FF2B5EF4-FFF2-40B4-BE49-F238E27FC236}">
                  <a16:creationId xmlns:a16="http://schemas.microsoft.com/office/drawing/2014/main" id="{D8AB2BD1-4A74-4DAA-86F4-6093744571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024" name="Rectangle 55">
              <a:extLst>
                <a:ext uri="{FF2B5EF4-FFF2-40B4-BE49-F238E27FC236}">
                  <a16:creationId xmlns:a16="http://schemas.microsoft.com/office/drawing/2014/main" id="{31A3254C-8673-4451-8215-BF17BF48DF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025" name="Rectangle 56">
              <a:extLst>
                <a:ext uri="{FF2B5EF4-FFF2-40B4-BE49-F238E27FC236}">
                  <a16:creationId xmlns:a16="http://schemas.microsoft.com/office/drawing/2014/main" id="{6B878333-0F16-4F49-8DE2-3E0F8B5AB9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026" name="Rectangle 57">
              <a:extLst>
                <a:ext uri="{FF2B5EF4-FFF2-40B4-BE49-F238E27FC236}">
                  <a16:creationId xmlns:a16="http://schemas.microsoft.com/office/drawing/2014/main" id="{B41F9208-E857-4F13-A395-19812E5CB4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027" name="Rectangle 58">
              <a:extLst>
                <a:ext uri="{FF2B5EF4-FFF2-40B4-BE49-F238E27FC236}">
                  <a16:creationId xmlns:a16="http://schemas.microsoft.com/office/drawing/2014/main" id="{38EB0153-F861-4F68-BEC5-79B93D91FE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028" name="Rectangle 59">
              <a:extLst>
                <a:ext uri="{FF2B5EF4-FFF2-40B4-BE49-F238E27FC236}">
                  <a16:creationId xmlns:a16="http://schemas.microsoft.com/office/drawing/2014/main" id="{388C35CA-3F5E-4A3F-8585-B73DE79DD9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029" name="Rectangle 60">
              <a:extLst>
                <a:ext uri="{FF2B5EF4-FFF2-40B4-BE49-F238E27FC236}">
                  <a16:creationId xmlns:a16="http://schemas.microsoft.com/office/drawing/2014/main" id="{85471F72-A7BD-496C-ABDC-7C8C6783F4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030" name="Rectangle 61">
              <a:extLst>
                <a:ext uri="{FF2B5EF4-FFF2-40B4-BE49-F238E27FC236}">
                  <a16:creationId xmlns:a16="http://schemas.microsoft.com/office/drawing/2014/main" id="{DEE4C158-7917-4559-BE0F-81FB996CB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494088"/>
              <a:ext cx="11112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031" name="Rectangle 62">
              <a:extLst>
                <a:ext uri="{FF2B5EF4-FFF2-40B4-BE49-F238E27FC236}">
                  <a16:creationId xmlns:a16="http://schemas.microsoft.com/office/drawing/2014/main" id="{18DDD4C4-6228-4F18-BE7D-A3B65F61B4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032" name="Rectangle 63">
              <a:extLst>
                <a:ext uri="{FF2B5EF4-FFF2-40B4-BE49-F238E27FC236}">
                  <a16:creationId xmlns:a16="http://schemas.microsoft.com/office/drawing/2014/main" id="{ADBAA697-075E-4FDC-97AA-5F31E0DA18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033" name="Rectangle 64">
              <a:extLst>
                <a:ext uri="{FF2B5EF4-FFF2-40B4-BE49-F238E27FC236}">
                  <a16:creationId xmlns:a16="http://schemas.microsoft.com/office/drawing/2014/main" id="{DC66B59D-8924-46D2-971C-86ED35A7F2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034" name="Rectangle 65">
              <a:extLst>
                <a:ext uri="{FF2B5EF4-FFF2-40B4-BE49-F238E27FC236}">
                  <a16:creationId xmlns:a16="http://schemas.microsoft.com/office/drawing/2014/main" id="{D50A4F9F-72F5-422A-AC5E-64B3A810C7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035" name="Rectangle 66">
              <a:extLst>
                <a:ext uri="{FF2B5EF4-FFF2-40B4-BE49-F238E27FC236}">
                  <a16:creationId xmlns:a16="http://schemas.microsoft.com/office/drawing/2014/main" id="{F7D46C5F-DB3F-404B-A05F-5678C6603F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036" name="Rectangle 67">
              <a:extLst>
                <a:ext uri="{FF2B5EF4-FFF2-40B4-BE49-F238E27FC236}">
                  <a16:creationId xmlns:a16="http://schemas.microsoft.com/office/drawing/2014/main" id="{0589E8AF-EDED-45A9-96E3-1FB9D4B14C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037" name="Rectangle 68">
              <a:extLst>
                <a:ext uri="{FF2B5EF4-FFF2-40B4-BE49-F238E27FC236}">
                  <a16:creationId xmlns:a16="http://schemas.microsoft.com/office/drawing/2014/main" id="{0EB2ED5B-E453-4ABB-BC7F-A33DB6E76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038" name="Rectangle 69">
              <a:extLst>
                <a:ext uri="{FF2B5EF4-FFF2-40B4-BE49-F238E27FC236}">
                  <a16:creationId xmlns:a16="http://schemas.microsoft.com/office/drawing/2014/main" id="{92E67036-F0C8-4F22-B4AB-2D01ECCADD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039" name="Rectangle 70">
              <a:extLst>
                <a:ext uri="{FF2B5EF4-FFF2-40B4-BE49-F238E27FC236}">
                  <a16:creationId xmlns:a16="http://schemas.microsoft.com/office/drawing/2014/main" id="{25173EA9-E02A-4821-9D90-E24C064477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040" name="Rectangle 71">
              <a:extLst>
                <a:ext uri="{FF2B5EF4-FFF2-40B4-BE49-F238E27FC236}">
                  <a16:creationId xmlns:a16="http://schemas.microsoft.com/office/drawing/2014/main" id="{1E866D31-BC67-4419-ACBC-7C163C7B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041" name="Rectangle 72">
              <a:extLst>
                <a:ext uri="{FF2B5EF4-FFF2-40B4-BE49-F238E27FC236}">
                  <a16:creationId xmlns:a16="http://schemas.microsoft.com/office/drawing/2014/main" id="{A5D81978-CB14-4AAD-BBEA-983CCC8515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042" name="Rectangle 73">
              <a:extLst>
                <a:ext uri="{FF2B5EF4-FFF2-40B4-BE49-F238E27FC236}">
                  <a16:creationId xmlns:a16="http://schemas.microsoft.com/office/drawing/2014/main" id="{9E25594E-D87B-489B-819F-DA8D324F41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803650"/>
              <a:ext cx="11112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043" name="Rectangle 74">
              <a:extLst>
                <a:ext uri="{FF2B5EF4-FFF2-40B4-BE49-F238E27FC236}">
                  <a16:creationId xmlns:a16="http://schemas.microsoft.com/office/drawing/2014/main" id="{EB93BA03-BFE5-4306-BC8C-9972A6DF78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044" name="Rectangle 75">
              <a:extLst>
                <a:ext uri="{FF2B5EF4-FFF2-40B4-BE49-F238E27FC236}">
                  <a16:creationId xmlns:a16="http://schemas.microsoft.com/office/drawing/2014/main" id="{CA508DB7-C437-444B-9164-67A067EFE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045" name="Rectangle 76">
              <a:extLst>
                <a:ext uri="{FF2B5EF4-FFF2-40B4-BE49-F238E27FC236}">
                  <a16:creationId xmlns:a16="http://schemas.microsoft.com/office/drawing/2014/main" id="{90F59FE4-416A-47B9-B28F-8955668B45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046" name="Rectangle 77">
              <a:extLst>
                <a:ext uri="{FF2B5EF4-FFF2-40B4-BE49-F238E27FC236}">
                  <a16:creationId xmlns:a16="http://schemas.microsoft.com/office/drawing/2014/main" id="{A8A8A196-C070-4BBC-B6B9-35B22FCC09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047" name="Rectangle 78">
              <a:extLst>
                <a:ext uri="{FF2B5EF4-FFF2-40B4-BE49-F238E27FC236}">
                  <a16:creationId xmlns:a16="http://schemas.microsoft.com/office/drawing/2014/main" id="{BFEA371A-0693-4EF8-BBC7-6D0611BA19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048" name="Rectangle 79">
              <a:extLst>
                <a:ext uri="{FF2B5EF4-FFF2-40B4-BE49-F238E27FC236}">
                  <a16:creationId xmlns:a16="http://schemas.microsoft.com/office/drawing/2014/main" id="{6F6323AC-584D-4810-AB88-58DF73CE9B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049" name="Rectangle 80">
              <a:extLst>
                <a:ext uri="{FF2B5EF4-FFF2-40B4-BE49-F238E27FC236}">
                  <a16:creationId xmlns:a16="http://schemas.microsoft.com/office/drawing/2014/main" id="{75A9951D-FE75-4210-B229-5B97C1755E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050" name="Rectangle 81">
              <a:extLst>
                <a:ext uri="{FF2B5EF4-FFF2-40B4-BE49-F238E27FC236}">
                  <a16:creationId xmlns:a16="http://schemas.microsoft.com/office/drawing/2014/main" id="{23F40F4A-6F9C-4A36-9D64-A5FA82E937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051" name="Rectangle 82">
              <a:extLst>
                <a:ext uri="{FF2B5EF4-FFF2-40B4-BE49-F238E27FC236}">
                  <a16:creationId xmlns:a16="http://schemas.microsoft.com/office/drawing/2014/main" id="{A97A689D-947F-46C3-80EC-A0ACB64A5D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052" name="Rectangle 83">
              <a:extLst>
                <a:ext uri="{FF2B5EF4-FFF2-40B4-BE49-F238E27FC236}">
                  <a16:creationId xmlns:a16="http://schemas.microsoft.com/office/drawing/2014/main" id="{C5375018-DF0F-4BEC-8B72-01B012566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053" name="Rectangle 84">
              <a:extLst>
                <a:ext uri="{FF2B5EF4-FFF2-40B4-BE49-F238E27FC236}">
                  <a16:creationId xmlns:a16="http://schemas.microsoft.com/office/drawing/2014/main" id="{8774FAF2-49BC-4B65-B02D-CE99FECFA5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054" name="Rectangle 85">
              <a:extLst>
                <a:ext uri="{FF2B5EF4-FFF2-40B4-BE49-F238E27FC236}">
                  <a16:creationId xmlns:a16="http://schemas.microsoft.com/office/drawing/2014/main" id="{C671A555-EA08-439D-9D33-F0486C2393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4140200"/>
              <a:ext cx="49799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055" name="Rectangle 86">
              <a:extLst>
                <a:ext uri="{FF2B5EF4-FFF2-40B4-BE49-F238E27FC236}">
                  <a16:creationId xmlns:a16="http://schemas.microsoft.com/office/drawing/2014/main" id="{86DBD3AD-E071-449D-8DAE-B9365F3EEC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82946" name="Rectangle 2">
            <a:extLst>
              <a:ext uri="{FF2B5EF4-FFF2-40B4-BE49-F238E27FC236}">
                <a16:creationId xmlns:a16="http://schemas.microsoft.com/office/drawing/2014/main" id="{CA71E0EB-681F-4ADF-A1D9-8D3C2BB1F6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100013"/>
            <a:ext cx="4695825" cy="814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Deriving  s</a:t>
            </a:r>
            <a:endParaRPr kumimoji="0" lang="en-US" altLang="en-US" sz="3600" b="1" i="0" u="none" strike="noStrike" kern="1200" cap="none" spc="0" normalizeH="0" baseline="-2500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graphicFrame>
        <p:nvGraphicFramePr>
          <p:cNvPr id="183" name="Shape 732">
            <a:extLst>
              <a:ext uri="{FF2B5EF4-FFF2-40B4-BE49-F238E27FC236}">
                <a16:creationId xmlns:a16="http://schemas.microsoft.com/office/drawing/2014/main" id="{C8D13F88-FC21-C34B-9D5C-597D528587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76355952"/>
              </p:ext>
            </p:extLst>
          </p:nvPr>
        </p:nvGraphicFramePr>
        <p:xfrm>
          <a:off x="6858000" y="762000"/>
          <a:ext cx="1484313" cy="1984375"/>
        </p:xfrm>
        <a:graphic>
          <a:graphicData uri="http://schemas.openxmlformats.org/drawingml/2006/table">
            <a:tbl>
              <a:tblPr/>
              <a:tblGrid>
                <a:gridCol w="495300">
                  <a:extLst>
                    <a:ext uri="{9D8B030D-6E8A-4147-A177-3AD203B41FA5}">
                      <a16:colId xmlns:a16="http://schemas.microsoft.com/office/drawing/2014/main" val="1699305703"/>
                    </a:ext>
                  </a:extLst>
                </a:gridCol>
                <a:gridCol w="493713">
                  <a:extLst>
                    <a:ext uri="{9D8B030D-6E8A-4147-A177-3AD203B41FA5}">
                      <a16:colId xmlns:a16="http://schemas.microsoft.com/office/drawing/2014/main" val="3183512402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3230136599"/>
                    </a:ext>
                  </a:extLst>
                </a:gridCol>
              </a:tblGrid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2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s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0000511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4876542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2470406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6390008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1189965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969" name="Group 1">
            <a:extLst>
              <a:ext uri="{FF2B5EF4-FFF2-40B4-BE49-F238E27FC236}">
                <a16:creationId xmlns:a16="http://schemas.microsoft.com/office/drawing/2014/main" id="{18F8B28E-25AC-416E-9932-86845920E5BA}"/>
              </a:ext>
            </a:extLst>
          </p:cNvPr>
          <p:cNvGrpSpPr>
            <a:grpSpLocks/>
          </p:cNvGrpSpPr>
          <p:nvPr/>
        </p:nvGrpSpPr>
        <p:grpSpPr bwMode="auto">
          <a:xfrm>
            <a:off x="554038" y="762000"/>
            <a:ext cx="5008562" cy="2773363"/>
            <a:chOff x="2030413" y="1379538"/>
            <a:chExt cx="5008562" cy="2773362"/>
          </a:xfrm>
        </p:grpSpPr>
        <p:sp>
          <p:nvSpPr>
            <p:cNvPr id="84015" name="Rectangle 4">
              <a:extLst>
                <a:ext uri="{FF2B5EF4-FFF2-40B4-BE49-F238E27FC236}">
                  <a16:creationId xmlns:a16="http://schemas.microsoft.com/office/drawing/2014/main" id="{43DFAEF4-B16E-4BCC-B905-8DE94EECE9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1379538"/>
              <a:ext cx="4979987" cy="11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16" name="Rectangle 5">
              <a:extLst>
                <a:ext uri="{FF2B5EF4-FFF2-40B4-BE49-F238E27FC236}">
                  <a16:creationId xmlns:a16="http://schemas.microsoft.com/office/drawing/2014/main" id="{6DC133E6-95ED-48B2-88AD-8889884B81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1403350"/>
              <a:ext cx="11112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17" name="Rectangle 6">
              <a:extLst>
                <a:ext uri="{FF2B5EF4-FFF2-40B4-BE49-F238E27FC236}">
                  <a16:creationId xmlns:a16="http://schemas.microsoft.com/office/drawing/2014/main" id="{1D2D0263-7FA9-47B8-8F5F-FDF0577F18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18" name="Rectangle 7">
              <a:extLst>
                <a:ext uri="{FF2B5EF4-FFF2-40B4-BE49-F238E27FC236}">
                  <a16:creationId xmlns:a16="http://schemas.microsoft.com/office/drawing/2014/main" id="{4D02D9E7-3A8C-4E94-8144-C5F86D0A60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688" y="1649413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Present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19" name="Rectangle 8">
              <a:extLst>
                <a:ext uri="{FF2B5EF4-FFF2-40B4-BE49-F238E27FC236}">
                  <a16:creationId xmlns:a16="http://schemas.microsoft.com/office/drawing/2014/main" id="{5F770F3E-DED1-415D-8408-1A36DFA852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20" name="Rectangle 9">
              <a:extLst>
                <a:ext uri="{FF2B5EF4-FFF2-40B4-BE49-F238E27FC236}">
                  <a16:creationId xmlns:a16="http://schemas.microsoft.com/office/drawing/2014/main" id="{D193CB01-03BA-4E0F-ABB8-115A1388DF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21" name="Rectangle 10">
              <a:extLst>
                <a:ext uri="{FF2B5EF4-FFF2-40B4-BE49-F238E27FC236}">
                  <a16:creationId xmlns:a16="http://schemas.microsoft.com/office/drawing/2014/main" id="{91B40968-3EBC-4644-B1C9-52094FA380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858963"/>
              <a:ext cx="2925762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22" name="Rectangle 11">
              <a:extLst>
                <a:ext uri="{FF2B5EF4-FFF2-40B4-BE49-F238E27FC236}">
                  <a16:creationId xmlns:a16="http://schemas.microsoft.com/office/drawing/2014/main" id="{B4338A8E-5ABB-4CF3-99F7-1AB7C4BF92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1871663"/>
              <a:ext cx="11112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23" name="Rectangle 12">
              <a:extLst>
                <a:ext uri="{FF2B5EF4-FFF2-40B4-BE49-F238E27FC236}">
                  <a16:creationId xmlns:a16="http://schemas.microsoft.com/office/drawing/2014/main" id="{A2C14B3B-F631-42AC-88E0-8DFA9F9159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9713" y="1506538"/>
              <a:ext cx="10207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Nextstate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24" name="Rectangle 13">
              <a:extLst>
                <a:ext uri="{FF2B5EF4-FFF2-40B4-BE49-F238E27FC236}">
                  <a16:creationId xmlns:a16="http://schemas.microsoft.com/office/drawing/2014/main" id="{BB307055-BB6D-482C-8E3B-7C279DCFA5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25" name="Rectangle 14">
              <a:extLst>
                <a:ext uri="{FF2B5EF4-FFF2-40B4-BE49-F238E27FC236}">
                  <a16:creationId xmlns:a16="http://schemas.microsoft.com/office/drawing/2014/main" id="{CBE5FB8D-1435-4326-9FEC-D3F9D252B1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8388" y="1973263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26" name="Rectangle 15">
              <a:extLst>
                <a:ext uri="{FF2B5EF4-FFF2-40B4-BE49-F238E27FC236}">
                  <a16:creationId xmlns:a16="http://schemas.microsoft.com/office/drawing/2014/main" id="{A7BE39B5-2E52-4025-BF92-E89551978B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6438" y="197167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ab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27" name="Rectangle 16">
              <a:extLst>
                <a:ext uri="{FF2B5EF4-FFF2-40B4-BE49-F238E27FC236}">
                  <a16:creationId xmlns:a16="http://schemas.microsoft.com/office/drawing/2014/main" id="{8B144546-2EEA-4CE4-AE81-6B4B45C53F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825" y="1973263"/>
              <a:ext cx="460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=00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28" name="Rectangle 17">
              <a:extLst>
                <a:ext uri="{FF2B5EF4-FFF2-40B4-BE49-F238E27FC236}">
                  <a16:creationId xmlns:a16="http://schemas.microsoft.com/office/drawing/2014/main" id="{21E12F68-170E-4071-AFB5-9A03CAD836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1813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29" name="Rectangle 18">
              <a:extLst>
                <a:ext uri="{FF2B5EF4-FFF2-40B4-BE49-F238E27FC236}">
                  <a16:creationId xmlns:a16="http://schemas.microsoft.com/office/drawing/2014/main" id="{0BCE3F59-110A-48B8-AA39-B3AF1470EA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9350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30" name="Rectangle 19">
              <a:extLst>
                <a:ext uri="{FF2B5EF4-FFF2-40B4-BE49-F238E27FC236}">
                  <a16:creationId xmlns:a16="http://schemas.microsoft.com/office/drawing/2014/main" id="{240FC677-2B75-4445-A3CD-5AE59972C4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31" name="Rectangle 20">
              <a:extLst>
                <a:ext uri="{FF2B5EF4-FFF2-40B4-BE49-F238E27FC236}">
                  <a16:creationId xmlns:a16="http://schemas.microsoft.com/office/drawing/2014/main" id="{50F3C044-792F-4283-9BB8-7A98089DDF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3713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32" name="Rectangle 21">
              <a:extLst>
                <a:ext uri="{FF2B5EF4-FFF2-40B4-BE49-F238E27FC236}">
                  <a16:creationId xmlns:a16="http://schemas.microsoft.com/office/drawing/2014/main" id="{41275ADE-ADD3-4A69-8B2B-3F7027E6F8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33" name="Rectangle 22">
              <a:extLst>
                <a:ext uri="{FF2B5EF4-FFF2-40B4-BE49-F238E27FC236}">
                  <a16:creationId xmlns:a16="http://schemas.microsoft.com/office/drawing/2014/main" id="{AF869F4A-1695-470D-AC87-50757D5BCD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316163"/>
              <a:ext cx="2925762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34" name="Rectangle 23">
              <a:extLst>
                <a:ext uri="{FF2B5EF4-FFF2-40B4-BE49-F238E27FC236}">
                  <a16:creationId xmlns:a16="http://schemas.microsoft.com/office/drawing/2014/main" id="{00EAB662-D42F-4F9A-AD77-CFEAEA416E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2328863"/>
              <a:ext cx="11112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35" name="Rectangle 24">
              <a:extLst>
                <a:ext uri="{FF2B5EF4-FFF2-40B4-BE49-F238E27FC236}">
                  <a16:creationId xmlns:a16="http://schemas.microsoft.com/office/drawing/2014/main" id="{B4BDAF66-7BF3-4011-B8BB-1C6060DC6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2200" y="1881188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Output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36" name="Rectangle 25">
              <a:extLst>
                <a:ext uri="{FF2B5EF4-FFF2-40B4-BE49-F238E27FC236}">
                  <a16:creationId xmlns:a16="http://schemas.microsoft.com/office/drawing/2014/main" id="{8DA13853-CF1A-4100-9CE8-845FD80034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6800" y="22812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37" name="Rectangle 26">
              <a:extLst>
                <a:ext uri="{FF2B5EF4-FFF2-40B4-BE49-F238E27FC236}">
                  <a16:creationId xmlns:a16="http://schemas.microsoft.com/office/drawing/2014/main" id="{D3237E61-A2AF-4797-BBB2-F3375137DE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0625" y="2379663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38" name="Rectangle 27">
              <a:extLst>
                <a:ext uri="{FF2B5EF4-FFF2-40B4-BE49-F238E27FC236}">
                  <a16:creationId xmlns:a16="http://schemas.microsoft.com/office/drawing/2014/main" id="{657BE0B1-D8D1-4F91-B775-15D14D39CF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281238"/>
              <a:ext cx="17621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39" name="Rectangle 28">
              <a:extLst>
                <a:ext uri="{FF2B5EF4-FFF2-40B4-BE49-F238E27FC236}">
                  <a16:creationId xmlns:a16="http://schemas.microsoft.com/office/drawing/2014/main" id="{A7424870-D1D2-440D-9AE1-6D10F18E3A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40" name="Rectangle 29">
              <a:extLst>
                <a:ext uri="{FF2B5EF4-FFF2-40B4-BE49-F238E27FC236}">
                  <a16:creationId xmlns:a16="http://schemas.microsoft.com/office/drawing/2014/main" id="{A607A910-8876-4FF0-A34C-B596461552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8750" y="2379663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41" name="Rectangle 30">
              <a:extLst>
                <a:ext uri="{FF2B5EF4-FFF2-40B4-BE49-F238E27FC236}">
                  <a16:creationId xmlns:a16="http://schemas.microsoft.com/office/drawing/2014/main" id="{C5B2459D-E88F-48A2-B536-651B892932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7363" y="24272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42" name="Rectangle 31">
              <a:extLst>
                <a:ext uri="{FF2B5EF4-FFF2-40B4-BE49-F238E27FC236}">
                  <a16:creationId xmlns:a16="http://schemas.microsoft.com/office/drawing/2014/main" id="{6B6B87DE-8523-4BB4-AC1A-9F976E858F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3413" y="25241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43" name="Rectangle 32">
              <a:extLst>
                <a:ext uri="{FF2B5EF4-FFF2-40B4-BE49-F238E27FC236}">
                  <a16:creationId xmlns:a16="http://schemas.microsoft.com/office/drawing/2014/main" id="{67FC998F-2C45-48BB-B38B-A48E41A95F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7713" y="24272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44" name="Rectangle 33">
              <a:extLst>
                <a:ext uri="{FF2B5EF4-FFF2-40B4-BE49-F238E27FC236}">
                  <a16:creationId xmlns:a16="http://schemas.microsoft.com/office/drawing/2014/main" id="{7D9B1C2E-3FEA-41E1-977A-ACDC744513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45" name="Rectangle 34">
              <a:extLst>
                <a:ext uri="{FF2B5EF4-FFF2-40B4-BE49-F238E27FC236}">
                  <a16:creationId xmlns:a16="http://schemas.microsoft.com/office/drawing/2014/main" id="{F71569EC-0778-42A0-ADC0-8338B2CBBA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3763" y="25241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46" name="Rectangle 35">
              <a:extLst>
                <a:ext uri="{FF2B5EF4-FFF2-40B4-BE49-F238E27FC236}">
                  <a16:creationId xmlns:a16="http://schemas.microsoft.com/office/drawing/2014/main" id="{F93E756E-F960-4BC1-85FE-EA72BF838C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47" name="Rectangle 36">
              <a:extLst>
                <a:ext uri="{FF2B5EF4-FFF2-40B4-BE49-F238E27FC236}">
                  <a16:creationId xmlns:a16="http://schemas.microsoft.com/office/drawing/2014/main" id="{66370EB9-12D2-451C-907D-2C2C212E25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2771775"/>
              <a:ext cx="49799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48" name="Rectangle 37">
              <a:extLst>
                <a:ext uri="{FF2B5EF4-FFF2-40B4-BE49-F238E27FC236}">
                  <a16:creationId xmlns:a16="http://schemas.microsoft.com/office/drawing/2014/main" id="{CBF448A1-94C0-4885-B565-C67F5A18E8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2787650"/>
              <a:ext cx="11112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49" name="Rectangle 38">
              <a:extLst>
                <a:ext uri="{FF2B5EF4-FFF2-40B4-BE49-F238E27FC236}">
                  <a16:creationId xmlns:a16="http://schemas.microsoft.com/office/drawing/2014/main" id="{A06B7BCF-EF7E-4232-A279-8DABBE65C4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62713" y="2281238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50" name="Rectangle 39">
              <a:extLst>
                <a:ext uri="{FF2B5EF4-FFF2-40B4-BE49-F238E27FC236}">
                  <a16:creationId xmlns:a16="http://schemas.microsoft.com/office/drawing/2014/main" id="{AE22F59A-EE93-4E66-849B-4FDB7A9012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51" name="Rectangle 40">
              <a:extLst>
                <a:ext uri="{FF2B5EF4-FFF2-40B4-BE49-F238E27FC236}">
                  <a16:creationId xmlns:a16="http://schemas.microsoft.com/office/drawing/2014/main" id="{B72202C7-2662-417D-BCE9-E40751E070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52" name="Rectangle 41">
              <a:extLst>
                <a:ext uri="{FF2B5EF4-FFF2-40B4-BE49-F238E27FC236}">
                  <a16:creationId xmlns:a16="http://schemas.microsoft.com/office/drawing/2014/main" id="{DE7225DC-1167-43CE-89CA-63DD5B0159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53" name="Rectangle 42">
              <a:extLst>
                <a:ext uri="{FF2B5EF4-FFF2-40B4-BE49-F238E27FC236}">
                  <a16:creationId xmlns:a16="http://schemas.microsoft.com/office/drawing/2014/main" id="{40E13FFF-1525-4DD5-BAF3-501E5118BF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54" name="Rectangle 43">
              <a:extLst>
                <a:ext uri="{FF2B5EF4-FFF2-40B4-BE49-F238E27FC236}">
                  <a16:creationId xmlns:a16="http://schemas.microsoft.com/office/drawing/2014/main" id="{5551A068-7C52-452B-9C91-A70DA62544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55" name="Rectangle 44">
              <a:extLst>
                <a:ext uri="{FF2B5EF4-FFF2-40B4-BE49-F238E27FC236}">
                  <a16:creationId xmlns:a16="http://schemas.microsoft.com/office/drawing/2014/main" id="{7155352E-C6EC-4CF7-9546-835A6F9C34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56" name="Rectangle 45">
              <a:extLst>
                <a:ext uri="{FF2B5EF4-FFF2-40B4-BE49-F238E27FC236}">
                  <a16:creationId xmlns:a16="http://schemas.microsoft.com/office/drawing/2014/main" id="{E2C3C53E-4D68-468D-BCD1-97343E349A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57" name="Rectangle 46">
              <a:extLst>
                <a:ext uri="{FF2B5EF4-FFF2-40B4-BE49-F238E27FC236}">
                  <a16:creationId xmlns:a16="http://schemas.microsoft.com/office/drawing/2014/main" id="{DAB62CC8-930E-45ED-9B95-B66165BFBB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58" name="Rectangle 47">
              <a:extLst>
                <a:ext uri="{FF2B5EF4-FFF2-40B4-BE49-F238E27FC236}">
                  <a16:creationId xmlns:a16="http://schemas.microsoft.com/office/drawing/2014/main" id="{262BBA78-B940-45EB-9CC9-B437C26D75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59" name="Rectangle 48">
              <a:extLst>
                <a:ext uri="{FF2B5EF4-FFF2-40B4-BE49-F238E27FC236}">
                  <a16:creationId xmlns:a16="http://schemas.microsoft.com/office/drawing/2014/main" id="{35269FE4-EA05-43E5-81E7-0E04B4D792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60" name="Rectangle 49">
              <a:extLst>
                <a:ext uri="{FF2B5EF4-FFF2-40B4-BE49-F238E27FC236}">
                  <a16:creationId xmlns:a16="http://schemas.microsoft.com/office/drawing/2014/main" id="{988877BF-03D1-40A9-A513-7E387A01DC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189288"/>
              <a:ext cx="11112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61" name="Rectangle 50">
              <a:extLst>
                <a:ext uri="{FF2B5EF4-FFF2-40B4-BE49-F238E27FC236}">
                  <a16:creationId xmlns:a16="http://schemas.microsoft.com/office/drawing/2014/main" id="{C88D11C6-20CE-4DDE-A248-9EFA41FCE3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62" name="Rectangle 51">
              <a:extLst>
                <a:ext uri="{FF2B5EF4-FFF2-40B4-BE49-F238E27FC236}">
                  <a16:creationId xmlns:a16="http://schemas.microsoft.com/office/drawing/2014/main" id="{2A16CBD7-8511-4F97-9E18-2CC03C93E8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63" name="Rectangle 52">
              <a:extLst>
                <a:ext uri="{FF2B5EF4-FFF2-40B4-BE49-F238E27FC236}">
                  <a16:creationId xmlns:a16="http://schemas.microsoft.com/office/drawing/2014/main" id="{67789BD3-8FF2-4F8D-8C8B-000F1C892E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64" name="Rectangle 53">
              <a:extLst>
                <a:ext uri="{FF2B5EF4-FFF2-40B4-BE49-F238E27FC236}">
                  <a16:creationId xmlns:a16="http://schemas.microsoft.com/office/drawing/2014/main" id="{00688837-DCDE-4E07-B629-78D60DD24A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65" name="Rectangle 54">
              <a:extLst>
                <a:ext uri="{FF2B5EF4-FFF2-40B4-BE49-F238E27FC236}">
                  <a16:creationId xmlns:a16="http://schemas.microsoft.com/office/drawing/2014/main" id="{81795068-8496-4992-9B5F-2469178F05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66" name="Rectangle 55">
              <a:extLst>
                <a:ext uri="{FF2B5EF4-FFF2-40B4-BE49-F238E27FC236}">
                  <a16:creationId xmlns:a16="http://schemas.microsoft.com/office/drawing/2014/main" id="{1BBF9E80-36E9-4783-8102-D20FB6766C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67" name="Rectangle 56">
              <a:extLst>
                <a:ext uri="{FF2B5EF4-FFF2-40B4-BE49-F238E27FC236}">
                  <a16:creationId xmlns:a16="http://schemas.microsoft.com/office/drawing/2014/main" id="{1D5F9DE8-19B8-4F1D-A588-4A3D521E10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68" name="Rectangle 57">
              <a:extLst>
                <a:ext uri="{FF2B5EF4-FFF2-40B4-BE49-F238E27FC236}">
                  <a16:creationId xmlns:a16="http://schemas.microsoft.com/office/drawing/2014/main" id="{20AE0233-C05E-4138-9632-B70A39DA07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69" name="Rectangle 58">
              <a:extLst>
                <a:ext uri="{FF2B5EF4-FFF2-40B4-BE49-F238E27FC236}">
                  <a16:creationId xmlns:a16="http://schemas.microsoft.com/office/drawing/2014/main" id="{1A9CA10E-8790-4C2D-B684-177A8394C0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70" name="Rectangle 59">
              <a:extLst>
                <a:ext uri="{FF2B5EF4-FFF2-40B4-BE49-F238E27FC236}">
                  <a16:creationId xmlns:a16="http://schemas.microsoft.com/office/drawing/2014/main" id="{8E64AF60-0AD5-4502-AAF7-F7E465740B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71" name="Rectangle 60">
              <a:extLst>
                <a:ext uri="{FF2B5EF4-FFF2-40B4-BE49-F238E27FC236}">
                  <a16:creationId xmlns:a16="http://schemas.microsoft.com/office/drawing/2014/main" id="{F0905DE9-BD0C-4862-A10D-13DC2D8E72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72" name="Rectangle 61">
              <a:extLst>
                <a:ext uri="{FF2B5EF4-FFF2-40B4-BE49-F238E27FC236}">
                  <a16:creationId xmlns:a16="http://schemas.microsoft.com/office/drawing/2014/main" id="{CA534DA9-3D0A-49B7-9B24-26394C626C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494088"/>
              <a:ext cx="11112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73" name="Rectangle 62">
              <a:extLst>
                <a:ext uri="{FF2B5EF4-FFF2-40B4-BE49-F238E27FC236}">
                  <a16:creationId xmlns:a16="http://schemas.microsoft.com/office/drawing/2014/main" id="{79AD091D-6383-48B3-9480-2A910251CB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74" name="Rectangle 63">
              <a:extLst>
                <a:ext uri="{FF2B5EF4-FFF2-40B4-BE49-F238E27FC236}">
                  <a16:creationId xmlns:a16="http://schemas.microsoft.com/office/drawing/2014/main" id="{732AB007-C1C1-4E38-8481-DC2170611D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75" name="Rectangle 64">
              <a:extLst>
                <a:ext uri="{FF2B5EF4-FFF2-40B4-BE49-F238E27FC236}">
                  <a16:creationId xmlns:a16="http://schemas.microsoft.com/office/drawing/2014/main" id="{E3780F28-0F64-44A3-AF31-E0B7338A48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76" name="Rectangle 65">
              <a:extLst>
                <a:ext uri="{FF2B5EF4-FFF2-40B4-BE49-F238E27FC236}">
                  <a16:creationId xmlns:a16="http://schemas.microsoft.com/office/drawing/2014/main" id="{6456D8B0-A8CB-4960-9099-E90AA74BBC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77" name="Rectangle 66">
              <a:extLst>
                <a:ext uri="{FF2B5EF4-FFF2-40B4-BE49-F238E27FC236}">
                  <a16:creationId xmlns:a16="http://schemas.microsoft.com/office/drawing/2014/main" id="{287D220E-500A-46AE-ACA7-41BC1F753D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78" name="Rectangle 67">
              <a:extLst>
                <a:ext uri="{FF2B5EF4-FFF2-40B4-BE49-F238E27FC236}">
                  <a16:creationId xmlns:a16="http://schemas.microsoft.com/office/drawing/2014/main" id="{C482C217-8553-40F6-A64B-6A833DB1F9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79" name="Rectangle 68">
              <a:extLst>
                <a:ext uri="{FF2B5EF4-FFF2-40B4-BE49-F238E27FC236}">
                  <a16:creationId xmlns:a16="http://schemas.microsoft.com/office/drawing/2014/main" id="{A9BBF26F-ED5F-4470-9301-D52881591A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80" name="Rectangle 69">
              <a:extLst>
                <a:ext uri="{FF2B5EF4-FFF2-40B4-BE49-F238E27FC236}">
                  <a16:creationId xmlns:a16="http://schemas.microsoft.com/office/drawing/2014/main" id="{A13CDBBC-AE91-43EE-BDFB-906D884111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81" name="Rectangle 70">
              <a:extLst>
                <a:ext uri="{FF2B5EF4-FFF2-40B4-BE49-F238E27FC236}">
                  <a16:creationId xmlns:a16="http://schemas.microsoft.com/office/drawing/2014/main" id="{4DF7DFE8-DF76-49A2-B238-3C8430A7EF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82" name="Rectangle 71">
              <a:extLst>
                <a:ext uri="{FF2B5EF4-FFF2-40B4-BE49-F238E27FC236}">
                  <a16:creationId xmlns:a16="http://schemas.microsoft.com/office/drawing/2014/main" id="{89BE4DFD-31A1-48DE-8B42-ED5603FFC2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83" name="Rectangle 72">
              <a:extLst>
                <a:ext uri="{FF2B5EF4-FFF2-40B4-BE49-F238E27FC236}">
                  <a16:creationId xmlns:a16="http://schemas.microsoft.com/office/drawing/2014/main" id="{9D951824-3394-48B1-A8A2-20A94A4ACA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84" name="Rectangle 73">
              <a:extLst>
                <a:ext uri="{FF2B5EF4-FFF2-40B4-BE49-F238E27FC236}">
                  <a16:creationId xmlns:a16="http://schemas.microsoft.com/office/drawing/2014/main" id="{56772E9E-97CD-4AA3-B210-FE1A86683B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803650"/>
              <a:ext cx="11112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85" name="Rectangle 74">
              <a:extLst>
                <a:ext uri="{FF2B5EF4-FFF2-40B4-BE49-F238E27FC236}">
                  <a16:creationId xmlns:a16="http://schemas.microsoft.com/office/drawing/2014/main" id="{8F441EA1-2279-4B06-B02C-781C878F27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86" name="Rectangle 75">
              <a:extLst>
                <a:ext uri="{FF2B5EF4-FFF2-40B4-BE49-F238E27FC236}">
                  <a16:creationId xmlns:a16="http://schemas.microsoft.com/office/drawing/2014/main" id="{EA9ED9FC-39B9-414A-BFFC-77BDCE08DB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87" name="Rectangle 76">
              <a:extLst>
                <a:ext uri="{FF2B5EF4-FFF2-40B4-BE49-F238E27FC236}">
                  <a16:creationId xmlns:a16="http://schemas.microsoft.com/office/drawing/2014/main" id="{6D0213C2-0A2C-4104-AAE3-95F1427B3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88" name="Rectangle 77">
              <a:extLst>
                <a:ext uri="{FF2B5EF4-FFF2-40B4-BE49-F238E27FC236}">
                  <a16:creationId xmlns:a16="http://schemas.microsoft.com/office/drawing/2014/main" id="{38D3C01C-CC3B-4C79-83EE-76BF65049A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89" name="Rectangle 78">
              <a:extLst>
                <a:ext uri="{FF2B5EF4-FFF2-40B4-BE49-F238E27FC236}">
                  <a16:creationId xmlns:a16="http://schemas.microsoft.com/office/drawing/2014/main" id="{E69F9B36-F279-4931-B9A1-0BCAE8AD26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90" name="Rectangle 79">
              <a:extLst>
                <a:ext uri="{FF2B5EF4-FFF2-40B4-BE49-F238E27FC236}">
                  <a16:creationId xmlns:a16="http://schemas.microsoft.com/office/drawing/2014/main" id="{02DD192B-8018-4662-93FC-D4315B8B55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91" name="Rectangle 80">
              <a:extLst>
                <a:ext uri="{FF2B5EF4-FFF2-40B4-BE49-F238E27FC236}">
                  <a16:creationId xmlns:a16="http://schemas.microsoft.com/office/drawing/2014/main" id="{D38732EA-DDAA-4E11-8A73-8DD96CB22F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92" name="Rectangle 81">
              <a:extLst>
                <a:ext uri="{FF2B5EF4-FFF2-40B4-BE49-F238E27FC236}">
                  <a16:creationId xmlns:a16="http://schemas.microsoft.com/office/drawing/2014/main" id="{33B49340-BD3C-4083-BEF5-3189AB5F93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93" name="Rectangle 82">
              <a:extLst>
                <a:ext uri="{FF2B5EF4-FFF2-40B4-BE49-F238E27FC236}">
                  <a16:creationId xmlns:a16="http://schemas.microsoft.com/office/drawing/2014/main" id="{625AD0A1-1F59-4FED-B480-3B6A36A4F0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94" name="Rectangle 83">
              <a:extLst>
                <a:ext uri="{FF2B5EF4-FFF2-40B4-BE49-F238E27FC236}">
                  <a16:creationId xmlns:a16="http://schemas.microsoft.com/office/drawing/2014/main" id="{7158CAB2-8519-4D34-B76C-4641B292B3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95" name="Rectangle 84">
              <a:extLst>
                <a:ext uri="{FF2B5EF4-FFF2-40B4-BE49-F238E27FC236}">
                  <a16:creationId xmlns:a16="http://schemas.microsoft.com/office/drawing/2014/main" id="{5168E513-B0CA-4DAB-BB0D-02513732CC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96" name="Rectangle 85">
              <a:extLst>
                <a:ext uri="{FF2B5EF4-FFF2-40B4-BE49-F238E27FC236}">
                  <a16:creationId xmlns:a16="http://schemas.microsoft.com/office/drawing/2014/main" id="{483BD065-51B7-4A5B-8F7A-EB46E2B433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4140200"/>
              <a:ext cx="49799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97" name="Rectangle 86">
              <a:extLst>
                <a:ext uri="{FF2B5EF4-FFF2-40B4-BE49-F238E27FC236}">
                  <a16:creationId xmlns:a16="http://schemas.microsoft.com/office/drawing/2014/main" id="{DA0B383D-2430-4F93-9B26-78B9D42729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83970" name="Rectangle 2">
            <a:extLst>
              <a:ext uri="{FF2B5EF4-FFF2-40B4-BE49-F238E27FC236}">
                <a16:creationId xmlns:a16="http://schemas.microsoft.com/office/drawing/2014/main" id="{D52D2427-C8FF-4264-A6C0-F512D709C1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100013"/>
            <a:ext cx="4695825" cy="814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Deriving  s</a:t>
            </a:r>
            <a:endParaRPr kumimoji="0" lang="en-US" altLang="en-US" sz="3600" b="1" i="0" u="none" strike="noStrike" kern="1200" cap="none" spc="0" normalizeH="0" baseline="-2500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graphicFrame>
        <p:nvGraphicFramePr>
          <p:cNvPr id="183" name="Shape 732">
            <a:extLst>
              <a:ext uri="{FF2B5EF4-FFF2-40B4-BE49-F238E27FC236}">
                <a16:creationId xmlns:a16="http://schemas.microsoft.com/office/drawing/2014/main" id="{D97E83EB-035A-8E47-88D5-314FC280EBC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97760177"/>
              </p:ext>
            </p:extLst>
          </p:nvPr>
        </p:nvGraphicFramePr>
        <p:xfrm>
          <a:off x="6858000" y="762000"/>
          <a:ext cx="1484313" cy="1984375"/>
        </p:xfrm>
        <a:graphic>
          <a:graphicData uri="http://schemas.openxmlformats.org/drawingml/2006/table">
            <a:tbl>
              <a:tblPr/>
              <a:tblGrid>
                <a:gridCol w="495300">
                  <a:extLst>
                    <a:ext uri="{9D8B030D-6E8A-4147-A177-3AD203B41FA5}">
                      <a16:colId xmlns:a16="http://schemas.microsoft.com/office/drawing/2014/main" val="3999062938"/>
                    </a:ext>
                  </a:extLst>
                </a:gridCol>
                <a:gridCol w="493713">
                  <a:extLst>
                    <a:ext uri="{9D8B030D-6E8A-4147-A177-3AD203B41FA5}">
                      <a16:colId xmlns:a16="http://schemas.microsoft.com/office/drawing/2014/main" val="113897816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512996092"/>
                    </a:ext>
                  </a:extLst>
                </a:gridCol>
              </a:tblGrid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2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s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0047064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4000631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1171736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4827441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4223683"/>
                  </a:ext>
                </a:extLst>
              </a:tr>
            </a:tbl>
          </a:graphicData>
        </a:graphic>
      </p:graphicFrame>
      <p:grpSp>
        <p:nvGrpSpPr>
          <p:cNvPr id="83997" name="Group 1">
            <a:extLst>
              <a:ext uri="{FF2B5EF4-FFF2-40B4-BE49-F238E27FC236}">
                <a16:creationId xmlns:a16="http://schemas.microsoft.com/office/drawing/2014/main" id="{6811CA07-5D71-4A10-8DBC-AE9B0E1E5CDF}"/>
              </a:ext>
            </a:extLst>
          </p:cNvPr>
          <p:cNvGrpSpPr>
            <a:grpSpLocks/>
          </p:cNvGrpSpPr>
          <p:nvPr/>
        </p:nvGrpSpPr>
        <p:grpSpPr bwMode="auto">
          <a:xfrm>
            <a:off x="6858000" y="3352800"/>
            <a:ext cx="1417638" cy="1485900"/>
            <a:chOff x="2744787" y="9580562"/>
            <a:chExt cx="1417638" cy="1485900"/>
          </a:xfrm>
        </p:grpSpPr>
        <p:sp>
          <p:nvSpPr>
            <p:cNvPr id="83998" name="Shape 793">
              <a:extLst>
                <a:ext uri="{FF2B5EF4-FFF2-40B4-BE49-F238E27FC236}">
                  <a16:creationId xmlns:a16="http://schemas.microsoft.com/office/drawing/2014/main" id="{3904C97D-861C-44FE-B2EE-F9CAFAD451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8187" y="10202862"/>
              <a:ext cx="884238" cy="863600"/>
            </a:xfrm>
            <a:prstGeom prst="rect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cxnSp>
          <p:nvCxnSpPr>
            <p:cNvPr id="83999" name="Shape 794">
              <a:extLst>
                <a:ext uri="{FF2B5EF4-FFF2-40B4-BE49-F238E27FC236}">
                  <a16:creationId xmlns:a16="http://schemas.microsoft.com/office/drawing/2014/main" id="{3DEE21C1-8EC0-44FF-A396-30BA1218535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3278187" y="10634662"/>
              <a:ext cx="884238" cy="1587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4000" name="Shape 795">
              <a:extLst>
                <a:ext uri="{FF2B5EF4-FFF2-40B4-BE49-F238E27FC236}">
                  <a16:creationId xmlns:a16="http://schemas.microsoft.com/office/drawing/2014/main" id="{480F3EFF-7155-41C9-891C-8CC42F2C6D7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rot="10800000" flipH="1">
              <a:off x="3709987" y="10202862"/>
              <a:ext cx="1588" cy="863600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4001" name="Shape 796">
              <a:extLst>
                <a:ext uri="{FF2B5EF4-FFF2-40B4-BE49-F238E27FC236}">
                  <a16:creationId xmlns:a16="http://schemas.microsoft.com/office/drawing/2014/main" id="{B016D5EA-8E66-4A6F-AB52-ED1610E9CED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846387" y="9750424"/>
              <a:ext cx="431800" cy="452438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84002" name="Shape 798">
              <a:extLst>
                <a:ext uri="{FF2B5EF4-FFF2-40B4-BE49-F238E27FC236}">
                  <a16:creationId xmlns:a16="http://schemas.microsoft.com/office/drawing/2014/main" id="{56ECAEA9-58EF-4029-A02C-1E79371E92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7575" y="9950449"/>
              <a:ext cx="1143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84003" name="Shape 799">
              <a:extLst>
                <a:ext uri="{FF2B5EF4-FFF2-40B4-BE49-F238E27FC236}">
                  <a16:creationId xmlns:a16="http://schemas.microsoft.com/office/drawing/2014/main" id="{24BE908F-9C8C-408C-A71B-23DF2CC9CB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9375" y="9950449"/>
              <a:ext cx="1143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84004" name="Shape 800">
              <a:extLst>
                <a:ext uri="{FF2B5EF4-FFF2-40B4-BE49-F238E27FC236}">
                  <a16:creationId xmlns:a16="http://schemas.microsoft.com/office/drawing/2014/main" id="{1D58F05E-FEB6-4358-89CC-BA4623EC78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71812" y="10315574"/>
              <a:ext cx="1143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84005" name="Shape 801">
              <a:extLst>
                <a:ext uri="{FF2B5EF4-FFF2-40B4-BE49-F238E27FC236}">
                  <a16:creationId xmlns:a16="http://schemas.microsoft.com/office/drawing/2014/main" id="{1DF52E7D-ECC6-4014-A1EC-5BBE253224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62287" y="10752137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84006" name="Shape 802">
              <a:extLst>
                <a:ext uri="{FF2B5EF4-FFF2-40B4-BE49-F238E27FC236}">
                  <a16:creationId xmlns:a16="http://schemas.microsoft.com/office/drawing/2014/main" id="{96EA236E-EC09-4CBC-8398-ED381B20C0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9375" y="10323512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84007" name="Shape 803">
              <a:extLst>
                <a:ext uri="{FF2B5EF4-FFF2-40B4-BE49-F238E27FC236}">
                  <a16:creationId xmlns:a16="http://schemas.microsoft.com/office/drawing/2014/main" id="{AC1E2270-2BF9-4EAB-BD85-E34AC36103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9375" y="10761662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84008" name="Shape 804">
              <a:extLst>
                <a:ext uri="{FF2B5EF4-FFF2-40B4-BE49-F238E27FC236}">
                  <a16:creationId xmlns:a16="http://schemas.microsoft.com/office/drawing/2014/main" id="{089057B2-7F55-4F02-8B25-9856526764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51175" y="9632949"/>
              <a:ext cx="106362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84009" name="Shape 805">
              <a:extLst>
                <a:ext uri="{FF2B5EF4-FFF2-40B4-BE49-F238E27FC236}">
                  <a16:creationId xmlns:a16="http://schemas.microsoft.com/office/drawing/2014/main" id="{ABD6F22E-37D7-4005-BA1D-AEBAA9DF73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38487" y="9728199"/>
              <a:ext cx="1143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2 </a:t>
              </a:r>
            </a:p>
          </p:txBody>
        </p:sp>
        <p:sp>
          <p:nvSpPr>
            <p:cNvPr id="84010" name="Shape 806">
              <a:extLst>
                <a:ext uri="{FF2B5EF4-FFF2-40B4-BE49-F238E27FC236}">
                  <a16:creationId xmlns:a16="http://schemas.microsoft.com/office/drawing/2014/main" id="{066B8A18-883E-4BA0-8AEF-1EC0072DB5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7575" y="10323512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84011" name="Shape 808">
              <a:extLst>
                <a:ext uri="{FF2B5EF4-FFF2-40B4-BE49-F238E27FC236}">
                  <a16:creationId xmlns:a16="http://schemas.microsoft.com/office/drawing/2014/main" id="{C28A986B-2B02-4C37-B1FE-31FB6A6F3E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7575" y="10761662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84012" name="Shape 809">
              <a:extLst>
                <a:ext uri="{FF2B5EF4-FFF2-40B4-BE49-F238E27FC236}">
                  <a16:creationId xmlns:a16="http://schemas.microsoft.com/office/drawing/2014/main" id="{C8753826-EA56-4459-B1EA-C50FF34042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46375" y="9842499"/>
              <a:ext cx="106362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84013" name="Shape 810">
              <a:extLst>
                <a:ext uri="{FF2B5EF4-FFF2-40B4-BE49-F238E27FC236}">
                  <a16:creationId xmlns:a16="http://schemas.microsoft.com/office/drawing/2014/main" id="{CFFF08CE-747C-4A17-B4CE-AAA1964EBF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35275" y="9936162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84014" name="Shape 813">
              <a:extLst>
                <a:ext uri="{FF2B5EF4-FFF2-40B4-BE49-F238E27FC236}">
                  <a16:creationId xmlns:a16="http://schemas.microsoft.com/office/drawing/2014/main" id="{B5DE945E-51E5-45EA-93A5-EA82A90856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44787" y="9580562"/>
              <a:ext cx="227013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s</a:t>
              </a:r>
            </a:p>
          </p:txBody>
        </p:sp>
      </p:grp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993" name="Group 1">
            <a:extLst>
              <a:ext uri="{FF2B5EF4-FFF2-40B4-BE49-F238E27FC236}">
                <a16:creationId xmlns:a16="http://schemas.microsoft.com/office/drawing/2014/main" id="{08568A95-3E17-45FF-B770-54E7294AEC21}"/>
              </a:ext>
            </a:extLst>
          </p:cNvPr>
          <p:cNvGrpSpPr>
            <a:grpSpLocks/>
          </p:cNvGrpSpPr>
          <p:nvPr/>
        </p:nvGrpSpPr>
        <p:grpSpPr bwMode="auto">
          <a:xfrm>
            <a:off x="554038" y="762000"/>
            <a:ext cx="5008562" cy="2773363"/>
            <a:chOff x="2030413" y="1379538"/>
            <a:chExt cx="5008562" cy="2773362"/>
          </a:xfrm>
        </p:grpSpPr>
        <p:sp>
          <p:nvSpPr>
            <p:cNvPr id="85040" name="Rectangle 4">
              <a:extLst>
                <a:ext uri="{FF2B5EF4-FFF2-40B4-BE49-F238E27FC236}">
                  <a16:creationId xmlns:a16="http://schemas.microsoft.com/office/drawing/2014/main" id="{8F2E0B49-A84B-484A-A0CB-209C10AE31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1379538"/>
              <a:ext cx="4979987" cy="11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41" name="Rectangle 5">
              <a:extLst>
                <a:ext uri="{FF2B5EF4-FFF2-40B4-BE49-F238E27FC236}">
                  <a16:creationId xmlns:a16="http://schemas.microsoft.com/office/drawing/2014/main" id="{F8CDAC4F-369C-49DA-9A0E-E45B725741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1403350"/>
              <a:ext cx="11112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42" name="Rectangle 6">
              <a:extLst>
                <a:ext uri="{FF2B5EF4-FFF2-40B4-BE49-F238E27FC236}">
                  <a16:creationId xmlns:a16="http://schemas.microsoft.com/office/drawing/2014/main" id="{44A281E9-B160-4FCC-AEBF-ACAA65D915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43" name="Rectangle 7">
              <a:extLst>
                <a:ext uri="{FF2B5EF4-FFF2-40B4-BE49-F238E27FC236}">
                  <a16:creationId xmlns:a16="http://schemas.microsoft.com/office/drawing/2014/main" id="{ADA10CA4-3DD4-48DF-95D6-A79FFF06D6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688" y="1649413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Present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44" name="Rectangle 8">
              <a:extLst>
                <a:ext uri="{FF2B5EF4-FFF2-40B4-BE49-F238E27FC236}">
                  <a16:creationId xmlns:a16="http://schemas.microsoft.com/office/drawing/2014/main" id="{BB4D4E90-807D-4C99-A5E4-B01A4BB067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45" name="Rectangle 9">
              <a:extLst>
                <a:ext uri="{FF2B5EF4-FFF2-40B4-BE49-F238E27FC236}">
                  <a16:creationId xmlns:a16="http://schemas.microsoft.com/office/drawing/2014/main" id="{D14C595E-40B2-48AD-B189-223C14EB5E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46" name="Rectangle 10">
              <a:extLst>
                <a:ext uri="{FF2B5EF4-FFF2-40B4-BE49-F238E27FC236}">
                  <a16:creationId xmlns:a16="http://schemas.microsoft.com/office/drawing/2014/main" id="{19F36D42-C021-4765-8250-2FE91BCDD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858963"/>
              <a:ext cx="2925762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47" name="Rectangle 11">
              <a:extLst>
                <a:ext uri="{FF2B5EF4-FFF2-40B4-BE49-F238E27FC236}">
                  <a16:creationId xmlns:a16="http://schemas.microsoft.com/office/drawing/2014/main" id="{86D9DB19-9069-43FE-87D4-8C6148B418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1871663"/>
              <a:ext cx="11112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48" name="Rectangle 12">
              <a:extLst>
                <a:ext uri="{FF2B5EF4-FFF2-40B4-BE49-F238E27FC236}">
                  <a16:creationId xmlns:a16="http://schemas.microsoft.com/office/drawing/2014/main" id="{826859B3-A577-45F6-AFB4-AEBE53E0C1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9713" y="1506538"/>
              <a:ext cx="10207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Nextstate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49" name="Rectangle 13">
              <a:extLst>
                <a:ext uri="{FF2B5EF4-FFF2-40B4-BE49-F238E27FC236}">
                  <a16:creationId xmlns:a16="http://schemas.microsoft.com/office/drawing/2014/main" id="{AB4667B7-6E87-4026-8AB9-2B6386B14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50" name="Rectangle 14">
              <a:extLst>
                <a:ext uri="{FF2B5EF4-FFF2-40B4-BE49-F238E27FC236}">
                  <a16:creationId xmlns:a16="http://schemas.microsoft.com/office/drawing/2014/main" id="{2A598833-0E3A-4873-A4CD-4334FA5AD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8388" y="1973263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51" name="Rectangle 15">
              <a:extLst>
                <a:ext uri="{FF2B5EF4-FFF2-40B4-BE49-F238E27FC236}">
                  <a16:creationId xmlns:a16="http://schemas.microsoft.com/office/drawing/2014/main" id="{B1F7D284-E62D-4390-B28F-8B4A143A10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6438" y="197167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ab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52" name="Rectangle 16">
              <a:extLst>
                <a:ext uri="{FF2B5EF4-FFF2-40B4-BE49-F238E27FC236}">
                  <a16:creationId xmlns:a16="http://schemas.microsoft.com/office/drawing/2014/main" id="{6E97E2BD-6EA6-458E-8299-211C940600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825" y="1973263"/>
              <a:ext cx="460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=00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53" name="Rectangle 17">
              <a:extLst>
                <a:ext uri="{FF2B5EF4-FFF2-40B4-BE49-F238E27FC236}">
                  <a16:creationId xmlns:a16="http://schemas.microsoft.com/office/drawing/2014/main" id="{1476EDE4-462A-460F-87A4-E2752FC156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1813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54" name="Rectangle 18">
              <a:extLst>
                <a:ext uri="{FF2B5EF4-FFF2-40B4-BE49-F238E27FC236}">
                  <a16:creationId xmlns:a16="http://schemas.microsoft.com/office/drawing/2014/main" id="{B7F2931A-8DAE-4A20-B197-E147DCD4CF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9350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55" name="Rectangle 19">
              <a:extLst>
                <a:ext uri="{FF2B5EF4-FFF2-40B4-BE49-F238E27FC236}">
                  <a16:creationId xmlns:a16="http://schemas.microsoft.com/office/drawing/2014/main" id="{CF7450E6-03D7-4461-800C-B0E77E38AC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56" name="Rectangle 20">
              <a:extLst>
                <a:ext uri="{FF2B5EF4-FFF2-40B4-BE49-F238E27FC236}">
                  <a16:creationId xmlns:a16="http://schemas.microsoft.com/office/drawing/2014/main" id="{E52E5AE2-1CD8-4A1F-9F3D-C825D9EDC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3713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57" name="Rectangle 21">
              <a:extLst>
                <a:ext uri="{FF2B5EF4-FFF2-40B4-BE49-F238E27FC236}">
                  <a16:creationId xmlns:a16="http://schemas.microsoft.com/office/drawing/2014/main" id="{D2270D38-3666-4123-B260-DC162F1082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58" name="Rectangle 22">
              <a:extLst>
                <a:ext uri="{FF2B5EF4-FFF2-40B4-BE49-F238E27FC236}">
                  <a16:creationId xmlns:a16="http://schemas.microsoft.com/office/drawing/2014/main" id="{F29D41FA-5A89-4EFC-BB8F-34E3596139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316163"/>
              <a:ext cx="2925762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59" name="Rectangle 23">
              <a:extLst>
                <a:ext uri="{FF2B5EF4-FFF2-40B4-BE49-F238E27FC236}">
                  <a16:creationId xmlns:a16="http://schemas.microsoft.com/office/drawing/2014/main" id="{03EA4C4D-FDAB-4DC3-A270-B1B66E72E4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2328863"/>
              <a:ext cx="11112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60" name="Rectangle 24">
              <a:extLst>
                <a:ext uri="{FF2B5EF4-FFF2-40B4-BE49-F238E27FC236}">
                  <a16:creationId xmlns:a16="http://schemas.microsoft.com/office/drawing/2014/main" id="{CFA0DAC9-187A-4F71-917B-638F72807F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2200" y="1881188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Output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61" name="Rectangle 25">
              <a:extLst>
                <a:ext uri="{FF2B5EF4-FFF2-40B4-BE49-F238E27FC236}">
                  <a16:creationId xmlns:a16="http://schemas.microsoft.com/office/drawing/2014/main" id="{62B90BD2-C5FA-4358-993E-997B32EED6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6800" y="22812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62" name="Rectangle 26">
              <a:extLst>
                <a:ext uri="{FF2B5EF4-FFF2-40B4-BE49-F238E27FC236}">
                  <a16:creationId xmlns:a16="http://schemas.microsoft.com/office/drawing/2014/main" id="{A571B827-1E48-4F24-A5BE-667DFF8577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0625" y="2379663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63" name="Rectangle 27">
              <a:extLst>
                <a:ext uri="{FF2B5EF4-FFF2-40B4-BE49-F238E27FC236}">
                  <a16:creationId xmlns:a16="http://schemas.microsoft.com/office/drawing/2014/main" id="{5E50C1AE-6E38-48F8-83E5-4BCD79A81E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281238"/>
              <a:ext cx="17621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64" name="Rectangle 28">
              <a:extLst>
                <a:ext uri="{FF2B5EF4-FFF2-40B4-BE49-F238E27FC236}">
                  <a16:creationId xmlns:a16="http://schemas.microsoft.com/office/drawing/2014/main" id="{3A6B0899-4F91-4BDA-825D-2A03F499A4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65" name="Rectangle 29">
              <a:extLst>
                <a:ext uri="{FF2B5EF4-FFF2-40B4-BE49-F238E27FC236}">
                  <a16:creationId xmlns:a16="http://schemas.microsoft.com/office/drawing/2014/main" id="{44058683-7DDE-4896-A987-662B387BA4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8750" y="2379663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66" name="Rectangle 30">
              <a:extLst>
                <a:ext uri="{FF2B5EF4-FFF2-40B4-BE49-F238E27FC236}">
                  <a16:creationId xmlns:a16="http://schemas.microsoft.com/office/drawing/2014/main" id="{55B347EC-45D8-49EA-B9A7-B7E1398785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7363" y="24272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67" name="Rectangle 31">
              <a:extLst>
                <a:ext uri="{FF2B5EF4-FFF2-40B4-BE49-F238E27FC236}">
                  <a16:creationId xmlns:a16="http://schemas.microsoft.com/office/drawing/2014/main" id="{26D6C971-2682-4CF5-B473-3D01203C4B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3413" y="25241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68" name="Rectangle 32">
              <a:extLst>
                <a:ext uri="{FF2B5EF4-FFF2-40B4-BE49-F238E27FC236}">
                  <a16:creationId xmlns:a16="http://schemas.microsoft.com/office/drawing/2014/main" id="{86B999EA-09F7-4488-A5AF-717E246948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7713" y="24272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69" name="Rectangle 33">
              <a:extLst>
                <a:ext uri="{FF2B5EF4-FFF2-40B4-BE49-F238E27FC236}">
                  <a16:creationId xmlns:a16="http://schemas.microsoft.com/office/drawing/2014/main" id="{60D2F332-247C-42ED-A7C0-CEAD05C17F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70" name="Rectangle 34">
              <a:extLst>
                <a:ext uri="{FF2B5EF4-FFF2-40B4-BE49-F238E27FC236}">
                  <a16:creationId xmlns:a16="http://schemas.microsoft.com/office/drawing/2014/main" id="{32502BE6-C585-4C53-B0FD-63678836AD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3763" y="25241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71" name="Rectangle 35">
              <a:extLst>
                <a:ext uri="{FF2B5EF4-FFF2-40B4-BE49-F238E27FC236}">
                  <a16:creationId xmlns:a16="http://schemas.microsoft.com/office/drawing/2014/main" id="{E28E3923-21C6-4DB0-9E70-AB7B195CEB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72" name="Rectangle 36">
              <a:extLst>
                <a:ext uri="{FF2B5EF4-FFF2-40B4-BE49-F238E27FC236}">
                  <a16:creationId xmlns:a16="http://schemas.microsoft.com/office/drawing/2014/main" id="{16BE05A0-1E25-4E4E-A179-11F39F97B2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2771775"/>
              <a:ext cx="49799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73" name="Rectangle 37">
              <a:extLst>
                <a:ext uri="{FF2B5EF4-FFF2-40B4-BE49-F238E27FC236}">
                  <a16:creationId xmlns:a16="http://schemas.microsoft.com/office/drawing/2014/main" id="{66CBF5AF-5EF1-4FE5-9930-C4A646A585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2787650"/>
              <a:ext cx="11112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74" name="Rectangle 38">
              <a:extLst>
                <a:ext uri="{FF2B5EF4-FFF2-40B4-BE49-F238E27FC236}">
                  <a16:creationId xmlns:a16="http://schemas.microsoft.com/office/drawing/2014/main" id="{138FFF1E-46B8-407F-AF1A-52F34CF2D8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62713" y="2281238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75" name="Rectangle 39">
              <a:extLst>
                <a:ext uri="{FF2B5EF4-FFF2-40B4-BE49-F238E27FC236}">
                  <a16:creationId xmlns:a16="http://schemas.microsoft.com/office/drawing/2014/main" id="{6969F555-A529-446F-8FCD-65B4634CB0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76" name="Rectangle 40">
              <a:extLst>
                <a:ext uri="{FF2B5EF4-FFF2-40B4-BE49-F238E27FC236}">
                  <a16:creationId xmlns:a16="http://schemas.microsoft.com/office/drawing/2014/main" id="{D6935394-1AA6-4810-BB70-291DAD7636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77" name="Rectangle 41">
              <a:extLst>
                <a:ext uri="{FF2B5EF4-FFF2-40B4-BE49-F238E27FC236}">
                  <a16:creationId xmlns:a16="http://schemas.microsoft.com/office/drawing/2014/main" id="{390BF4BE-0292-4639-A5F2-753FFA6A64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78" name="Rectangle 42">
              <a:extLst>
                <a:ext uri="{FF2B5EF4-FFF2-40B4-BE49-F238E27FC236}">
                  <a16:creationId xmlns:a16="http://schemas.microsoft.com/office/drawing/2014/main" id="{F16E43E4-B828-4A97-AFDD-C48E39725C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79" name="Rectangle 43">
              <a:extLst>
                <a:ext uri="{FF2B5EF4-FFF2-40B4-BE49-F238E27FC236}">
                  <a16:creationId xmlns:a16="http://schemas.microsoft.com/office/drawing/2014/main" id="{9CAFB4C4-8441-4BFC-909F-52BBF38F1D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80" name="Rectangle 44">
              <a:extLst>
                <a:ext uri="{FF2B5EF4-FFF2-40B4-BE49-F238E27FC236}">
                  <a16:creationId xmlns:a16="http://schemas.microsoft.com/office/drawing/2014/main" id="{21574952-839B-4893-A62E-D2DF01ECF7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81" name="Rectangle 45">
              <a:extLst>
                <a:ext uri="{FF2B5EF4-FFF2-40B4-BE49-F238E27FC236}">
                  <a16:creationId xmlns:a16="http://schemas.microsoft.com/office/drawing/2014/main" id="{CD9FE7B7-DE63-4C26-9DC7-DB6F196F47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82" name="Rectangle 46">
              <a:extLst>
                <a:ext uri="{FF2B5EF4-FFF2-40B4-BE49-F238E27FC236}">
                  <a16:creationId xmlns:a16="http://schemas.microsoft.com/office/drawing/2014/main" id="{A670AA11-500C-4372-897D-921C21E20D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83" name="Rectangle 47">
              <a:extLst>
                <a:ext uri="{FF2B5EF4-FFF2-40B4-BE49-F238E27FC236}">
                  <a16:creationId xmlns:a16="http://schemas.microsoft.com/office/drawing/2014/main" id="{05835007-2CDF-472A-B372-894A7AFD72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84" name="Rectangle 48">
              <a:extLst>
                <a:ext uri="{FF2B5EF4-FFF2-40B4-BE49-F238E27FC236}">
                  <a16:creationId xmlns:a16="http://schemas.microsoft.com/office/drawing/2014/main" id="{D85A8057-8E53-4F9F-BACE-C254473E39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85" name="Rectangle 49">
              <a:extLst>
                <a:ext uri="{FF2B5EF4-FFF2-40B4-BE49-F238E27FC236}">
                  <a16:creationId xmlns:a16="http://schemas.microsoft.com/office/drawing/2014/main" id="{F42375F6-496A-4313-A208-CB8806A521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189288"/>
              <a:ext cx="11112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86" name="Rectangle 50">
              <a:extLst>
                <a:ext uri="{FF2B5EF4-FFF2-40B4-BE49-F238E27FC236}">
                  <a16:creationId xmlns:a16="http://schemas.microsoft.com/office/drawing/2014/main" id="{96E15BEA-1101-4C3E-BF6C-3ECF1190E2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87" name="Rectangle 51">
              <a:extLst>
                <a:ext uri="{FF2B5EF4-FFF2-40B4-BE49-F238E27FC236}">
                  <a16:creationId xmlns:a16="http://schemas.microsoft.com/office/drawing/2014/main" id="{17272DDB-048E-4102-B20D-43E0054500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88" name="Rectangle 52">
              <a:extLst>
                <a:ext uri="{FF2B5EF4-FFF2-40B4-BE49-F238E27FC236}">
                  <a16:creationId xmlns:a16="http://schemas.microsoft.com/office/drawing/2014/main" id="{DCC7F0CE-85CE-48C8-8AC2-C346BA8119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89" name="Rectangle 53">
              <a:extLst>
                <a:ext uri="{FF2B5EF4-FFF2-40B4-BE49-F238E27FC236}">
                  <a16:creationId xmlns:a16="http://schemas.microsoft.com/office/drawing/2014/main" id="{1CD7AC21-AA8E-4FF9-A78D-C9C1C8494E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90" name="Rectangle 54">
              <a:extLst>
                <a:ext uri="{FF2B5EF4-FFF2-40B4-BE49-F238E27FC236}">
                  <a16:creationId xmlns:a16="http://schemas.microsoft.com/office/drawing/2014/main" id="{44B9610B-90A8-4945-90AA-8D2A6BAE2A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91" name="Rectangle 55">
              <a:extLst>
                <a:ext uri="{FF2B5EF4-FFF2-40B4-BE49-F238E27FC236}">
                  <a16:creationId xmlns:a16="http://schemas.microsoft.com/office/drawing/2014/main" id="{12E03302-A931-411D-AB4B-F925507DF6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92" name="Rectangle 56">
              <a:extLst>
                <a:ext uri="{FF2B5EF4-FFF2-40B4-BE49-F238E27FC236}">
                  <a16:creationId xmlns:a16="http://schemas.microsoft.com/office/drawing/2014/main" id="{E3299056-D3A1-4B28-B9CE-033FD80C23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93" name="Rectangle 57">
              <a:extLst>
                <a:ext uri="{FF2B5EF4-FFF2-40B4-BE49-F238E27FC236}">
                  <a16:creationId xmlns:a16="http://schemas.microsoft.com/office/drawing/2014/main" id="{28741BA7-1B74-47D1-B8DF-5A08315E1E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94" name="Rectangle 58">
              <a:extLst>
                <a:ext uri="{FF2B5EF4-FFF2-40B4-BE49-F238E27FC236}">
                  <a16:creationId xmlns:a16="http://schemas.microsoft.com/office/drawing/2014/main" id="{18437A8F-A01B-4C26-A566-21E9C07F8B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95" name="Rectangle 59">
              <a:extLst>
                <a:ext uri="{FF2B5EF4-FFF2-40B4-BE49-F238E27FC236}">
                  <a16:creationId xmlns:a16="http://schemas.microsoft.com/office/drawing/2014/main" id="{C03B2E35-7E70-4F19-ACDC-33EFB24FE2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96" name="Rectangle 60">
              <a:extLst>
                <a:ext uri="{FF2B5EF4-FFF2-40B4-BE49-F238E27FC236}">
                  <a16:creationId xmlns:a16="http://schemas.microsoft.com/office/drawing/2014/main" id="{E2C0B599-0699-4D29-9149-A41507B7E8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97" name="Rectangle 61">
              <a:extLst>
                <a:ext uri="{FF2B5EF4-FFF2-40B4-BE49-F238E27FC236}">
                  <a16:creationId xmlns:a16="http://schemas.microsoft.com/office/drawing/2014/main" id="{49D0106B-9AE2-471D-900B-10F2463B72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494088"/>
              <a:ext cx="11112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98" name="Rectangle 62">
              <a:extLst>
                <a:ext uri="{FF2B5EF4-FFF2-40B4-BE49-F238E27FC236}">
                  <a16:creationId xmlns:a16="http://schemas.microsoft.com/office/drawing/2014/main" id="{AEABB6AC-A04F-432C-BE25-8C2482C613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99" name="Rectangle 63">
              <a:extLst>
                <a:ext uri="{FF2B5EF4-FFF2-40B4-BE49-F238E27FC236}">
                  <a16:creationId xmlns:a16="http://schemas.microsoft.com/office/drawing/2014/main" id="{D1C3CE59-BC6D-4AA1-84D7-32D2522D23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100" name="Rectangle 64">
              <a:extLst>
                <a:ext uri="{FF2B5EF4-FFF2-40B4-BE49-F238E27FC236}">
                  <a16:creationId xmlns:a16="http://schemas.microsoft.com/office/drawing/2014/main" id="{B09A659D-95AA-48DD-AFDB-00EDFC72F8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101" name="Rectangle 65">
              <a:extLst>
                <a:ext uri="{FF2B5EF4-FFF2-40B4-BE49-F238E27FC236}">
                  <a16:creationId xmlns:a16="http://schemas.microsoft.com/office/drawing/2014/main" id="{F2927CB8-C35D-4AF0-86E2-5F9E42A4CD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102" name="Rectangle 66">
              <a:extLst>
                <a:ext uri="{FF2B5EF4-FFF2-40B4-BE49-F238E27FC236}">
                  <a16:creationId xmlns:a16="http://schemas.microsoft.com/office/drawing/2014/main" id="{A38F5DE6-034A-4FD9-94B4-A195C1C682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103" name="Rectangle 67">
              <a:extLst>
                <a:ext uri="{FF2B5EF4-FFF2-40B4-BE49-F238E27FC236}">
                  <a16:creationId xmlns:a16="http://schemas.microsoft.com/office/drawing/2014/main" id="{B109356B-CF74-4BF1-BB64-1981FDB540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104" name="Rectangle 68">
              <a:extLst>
                <a:ext uri="{FF2B5EF4-FFF2-40B4-BE49-F238E27FC236}">
                  <a16:creationId xmlns:a16="http://schemas.microsoft.com/office/drawing/2014/main" id="{11C1FEF8-3104-4969-B12B-CB9F71EBE3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105" name="Rectangle 69">
              <a:extLst>
                <a:ext uri="{FF2B5EF4-FFF2-40B4-BE49-F238E27FC236}">
                  <a16:creationId xmlns:a16="http://schemas.microsoft.com/office/drawing/2014/main" id="{CE019F42-53C2-44B0-AEBB-00D7BB5B8E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106" name="Rectangle 70">
              <a:extLst>
                <a:ext uri="{FF2B5EF4-FFF2-40B4-BE49-F238E27FC236}">
                  <a16:creationId xmlns:a16="http://schemas.microsoft.com/office/drawing/2014/main" id="{02494A33-DA89-439C-8243-6817A48D2F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107" name="Rectangle 71">
              <a:extLst>
                <a:ext uri="{FF2B5EF4-FFF2-40B4-BE49-F238E27FC236}">
                  <a16:creationId xmlns:a16="http://schemas.microsoft.com/office/drawing/2014/main" id="{A807EA66-B082-4F31-9C6C-6E6300CE6C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108" name="Rectangle 72">
              <a:extLst>
                <a:ext uri="{FF2B5EF4-FFF2-40B4-BE49-F238E27FC236}">
                  <a16:creationId xmlns:a16="http://schemas.microsoft.com/office/drawing/2014/main" id="{3BA89C7F-89B5-4554-A889-856B21059E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109" name="Rectangle 73">
              <a:extLst>
                <a:ext uri="{FF2B5EF4-FFF2-40B4-BE49-F238E27FC236}">
                  <a16:creationId xmlns:a16="http://schemas.microsoft.com/office/drawing/2014/main" id="{B633F141-0AEC-48C2-B84C-D11C434DA6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803650"/>
              <a:ext cx="11112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110" name="Rectangle 74">
              <a:extLst>
                <a:ext uri="{FF2B5EF4-FFF2-40B4-BE49-F238E27FC236}">
                  <a16:creationId xmlns:a16="http://schemas.microsoft.com/office/drawing/2014/main" id="{3823DA18-ABC6-40AB-8207-E91C9C82BA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111" name="Rectangle 75">
              <a:extLst>
                <a:ext uri="{FF2B5EF4-FFF2-40B4-BE49-F238E27FC236}">
                  <a16:creationId xmlns:a16="http://schemas.microsoft.com/office/drawing/2014/main" id="{6DDAC94C-5257-4620-9FD8-0447FB2AAC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112" name="Rectangle 76">
              <a:extLst>
                <a:ext uri="{FF2B5EF4-FFF2-40B4-BE49-F238E27FC236}">
                  <a16:creationId xmlns:a16="http://schemas.microsoft.com/office/drawing/2014/main" id="{909684E6-4183-4F6B-9794-2401646DB3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113" name="Rectangle 77">
              <a:extLst>
                <a:ext uri="{FF2B5EF4-FFF2-40B4-BE49-F238E27FC236}">
                  <a16:creationId xmlns:a16="http://schemas.microsoft.com/office/drawing/2014/main" id="{CA00297F-069E-4DCA-B072-0B5C1E746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114" name="Rectangle 78">
              <a:extLst>
                <a:ext uri="{FF2B5EF4-FFF2-40B4-BE49-F238E27FC236}">
                  <a16:creationId xmlns:a16="http://schemas.microsoft.com/office/drawing/2014/main" id="{768BB376-5C91-4B24-BDD5-729EFDA4AB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115" name="Rectangle 79">
              <a:extLst>
                <a:ext uri="{FF2B5EF4-FFF2-40B4-BE49-F238E27FC236}">
                  <a16:creationId xmlns:a16="http://schemas.microsoft.com/office/drawing/2014/main" id="{134C7A55-6008-4588-8D70-18B1442EFF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116" name="Rectangle 80">
              <a:extLst>
                <a:ext uri="{FF2B5EF4-FFF2-40B4-BE49-F238E27FC236}">
                  <a16:creationId xmlns:a16="http://schemas.microsoft.com/office/drawing/2014/main" id="{B2B3377D-9B38-4CCF-BA8D-A95C24F8CF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117" name="Rectangle 81">
              <a:extLst>
                <a:ext uri="{FF2B5EF4-FFF2-40B4-BE49-F238E27FC236}">
                  <a16:creationId xmlns:a16="http://schemas.microsoft.com/office/drawing/2014/main" id="{56CE1912-B2F0-4424-B5EB-58E0581A0E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118" name="Rectangle 82">
              <a:extLst>
                <a:ext uri="{FF2B5EF4-FFF2-40B4-BE49-F238E27FC236}">
                  <a16:creationId xmlns:a16="http://schemas.microsoft.com/office/drawing/2014/main" id="{FC792837-593F-4912-B610-E2948A8171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119" name="Rectangle 83">
              <a:extLst>
                <a:ext uri="{FF2B5EF4-FFF2-40B4-BE49-F238E27FC236}">
                  <a16:creationId xmlns:a16="http://schemas.microsoft.com/office/drawing/2014/main" id="{604E947C-0B07-45B5-AA7B-81CFA99BBB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120" name="Rectangle 84">
              <a:extLst>
                <a:ext uri="{FF2B5EF4-FFF2-40B4-BE49-F238E27FC236}">
                  <a16:creationId xmlns:a16="http://schemas.microsoft.com/office/drawing/2014/main" id="{F1060913-5B64-4C55-B210-47A5BB26B8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121" name="Rectangle 85">
              <a:extLst>
                <a:ext uri="{FF2B5EF4-FFF2-40B4-BE49-F238E27FC236}">
                  <a16:creationId xmlns:a16="http://schemas.microsoft.com/office/drawing/2014/main" id="{B204304C-079F-4EDC-BB5F-FB7764F8A4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4140200"/>
              <a:ext cx="49799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122" name="Rectangle 86">
              <a:extLst>
                <a:ext uri="{FF2B5EF4-FFF2-40B4-BE49-F238E27FC236}">
                  <a16:creationId xmlns:a16="http://schemas.microsoft.com/office/drawing/2014/main" id="{1ECFD12F-4A53-4A68-9B8E-907A334707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84994" name="Rectangle 2">
            <a:extLst>
              <a:ext uri="{FF2B5EF4-FFF2-40B4-BE49-F238E27FC236}">
                <a16:creationId xmlns:a16="http://schemas.microsoft.com/office/drawing/2014/main" id="{A6F1BFF9-0CCC-4C60-B8E1-F26B5D6707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100013"/>
            <a:ext cx="4695825" cy="814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Deriving  s</a:t>
            </a:r>
            <a:endParaRPr kumimoji="0" lang="en-US" altLang="en-US" sz="3600" b="1" i="0" u="none" strike="noStrike" kern="1200" cap="none" spc="0" normalizeH="0" baseline="-2500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graphicFrame>
        <p:nvGraphicFramePr>
          <p:cNvPr id="183" name="Shape 732">
            <a:extLst>
              <a:ext uri="{FF2B5EF4-FFF2-40B4-BE49-F238E27FC236}">
                <a16:creationId xmlns:a16="http://schemas.microsoft.com/office/drawing/2014/main" id="{0C7A55BD-FE3B-7E45-AC5C-AC7AE88F90C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27062427"/>
              </p:ext>
            </p:extLst>
          </p:nvPr>
        </p:nvGraphicFramePr>
        <p:xfrm>
          <a:off x="6858000" y="762000"/>
          <a:ext cx="1484313" cy="1984375"/>
        </p:xfrm>
        <a:graphic>
          <a:graphicData uri="http://schemas.openxmlformats.org/drawingml/2006/table">
            <a:tbl>
              <a:tblPr/>
              <a:tblGrid>
                <a:gridCol w="495300">
                  <a:extLst>
                    <a:ext uri="{9D8B030D-6E8A-4147-A177-3AD203B41FA5}">
                      <a16:colId xmlns:a16="http://schemas.microsoft.com/office/drawing/2014/main" val="1009617052"/>
                    </a:ext>
                  </a:extLst>
                </a:gridCol>
                <a:gridCol w="493713">
                  <a:extLst>
                    <a:ext uri="{9D8B030D-6E8A-4147-A177-3AD203B41FA5}">
                      <a16:colId xmlns:a16="http://schemas.microsoft.com/office/drawing/2014/main" val="1190208010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3746603573"/>
                    </a:ext>
                  </a:extLst>
                </a:gridCol>
              </a:tblGrid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2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s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0435370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4421385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94007787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9148042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8725055"/>
                  </a:ext>
                </a:extLst>
              </a:tr>
            </a:tbl>
          </a:graphicData>
        </a:graphic>
      </p:graphicFrame>
      <p:grpSp>
        <p:nvGrpSpPr>
          <p:cNvPr id="85021" name="Group 1">
            <a:extLst>
              <a:ext uri="{FF2B5EF4-FFF2-40B4-BE49-F238E27FC236}">
                <a16:creationId xmlns:a16="http://schemas.microsoft.com/office/drawing/2014/main" id="{498B938D-A3FF-488C-8DA0-3E959973D099}"/>
              </a:ext>
            </a:extLst>
          </p:cNvPr>
          <p:cNvGrpSpPr>
            <a:grpSpLocks/>
          </p:cNvGrpSpPr>
          <p:nvPr/>
        </p:nvGrpSpPr>
        <p:grpSpPr bwMode="auto">
          <a:xfrm>
            <a:off x="6858000" y="3352800"/>
            <a:ext cx="1417638" cy="1485900"/>
            <a:chOff x="2744787" y="9580562"/>
            <a:chExt cx="1417638" cy="1485900"/>
          </a:xfrm>
        </p:grpSpPr>
        <p:sp>
          <p:nvSpPr>
            <p:cNvPr id="85022" name="Shape 793">
              <a:extLst>
                <a:ext uri="{FF2B5EF4-FFF2-40B4-BE49-F238E27FC236}">
                  <a16:creationId xmlns:a16="http://schemas.microsoft.com/office/drawing/2014/main" id="{A2624F9F-9F0F-4202-A093-507769C0B9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8187" y="10202862"/>
              <a:ext cx="884238" cy="863600"/>
            </a:xfrm>
            <a:prstGeom prst="rect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cxnSp>
          <p:nvCxnSpPr>
            <p:cNvPr id="85023" name="Shape 794">
              <a:extLst>
                <a:ext uri="{FF2B5EF4-FFF2-40B4-BE49-F238E27FC236}">
                  <a16:creationId xmlns:a16="http://schemas.microsoft.com/office/drawing/2014/main" id="{DFE1A3F7-9527-41E0-9DD0-8A980157C24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3278187" y="10634662"/>
              <a:ext cx="884238" cy="1587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024" name="Shape 795">
              <a:extLst>
                <a:ext uri="{FF2B5EF4-FFF2-40B4-BE49-F238E27FC236}">
                  <a16:creationId xmlns:a16="http://schemas.microsoft.com/office/drawing/2014/main" id="{510B33FE-5562-41C1-BD53-1B2F82297E3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rot="10800000" flipH="1">
              <a:off x="3709987" y="10202862"/>
              <a:ext cx="1588" cy="863600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025" name="Shape 796">
              <a:extLst>
                <a:ext uri="{FF2B5EF4-FFF2-40B4-BE49-F238E27FC236}">
                  <a16:creationId xmlns:a16="http://schemas.microsoft.com/office/drawing/2014/main" id="{27345F4C-A876-4B15-A6D9-578F2F35704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846387" y="9750424"/>
              <a:ext cx="431800" cy="452438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85026" name="Shape 798">
              <a:extLst>
                <a:ext uri="{FF2B5EF4-FFF2-40B4-BE49-F238E27FC236}">
                  <a16:creationId xmlns:a16="http://schemas.microsoft.com/office/drawing/2014/main" id="{09118C27-B51F-4011-8848-F8DABDE06F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7575" y="9950449"/>
              <a:ext cx="1143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85027" name="Shape 799">
              <a:extLst>
                <a:ext uri="{FF2B5EF4-FFF2-40B4-BE49-F238E27FC236}">
                  <a16:creationId xmlns:a16="http://schemas.microsoft.com/office/drawing/2014/main" id="{374B9123-1FE8-40F8-8899-2459BAE141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9375" y="9950449"/>
              <a:ext cx="1143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85028" name="Shape 800">
              <a:extLst>
                <a:ext uri="{FF2B5EF4-FFF2-40B4-BE49-F238E27FC236}">
                  <a16:creationId xmlns:a16="http://schemas.microsoft.com/office/drawing/2014/main" id="{156FEA60-FDDD-4B60-99B0-C1809D6D64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71812" y="10315574"/>
              <a:ext cx="1143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85029" name="Shape 801">
              <a:extLst>
                <a:ext uri="{FF2B5EF4-FFF2-40B4-BE49-F238E27FC236}">
                  <a16:creationId xmlns:a16="http://schemas.microsoft.com/office/drawing/2014/main" id="{D80F4B3A-F0EE-4678-B350-715449971F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62287" y="10752137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85030" name="Shape 802">
              <a:extLst>
                <a:ext uri="{FF2B5EF4-FFF2-40B4-BE49-F238E27FC236}">
                  <a16:creationId xmlns:a16="http://schemas.microsoft.com/office/drawing/2014/main" id="{47F329D1-4570-4875-8055-A0BEE0636F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9375" y="10323512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85031" name="Shape 803">
              <a:extLst>
                <a:ext uri="{FF2B5EF4-FFF2-40B4-BE49-F238E27FC236}">
                  <a16:creationId xmlns:a16="http://schemas.microsoft.com/office/drawing/2014/main" id="{A4F477CF-E90C-49E5-8A54-FE7D971999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9375" y="10761662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85032" name="Shape 804">
              <a:extLst>
                <a:ext uri="{FF2B5EF4-FFF2-40B4-BE49-F238E27FC236}">
                  <a16:creationId xmlns:a16="http://schemas.microsoft.com/office/drawing/2014/main" id="{687B5111-8270-4637-B875-A2BAF42157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51175" y="9632949"/>
              <a:ext cx="106362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85033" name="Shape 805">
              <a:extLst>
                <a:ext uri="{FF2B5EF4-FFF2-40B4-BE49-F238E27FC236}">
                  <a16:creationId xmlns:a16="http://schemas.microsoft.com/office/drawing/2014/main" id="{5A5D5BDE-6600-444E-8386-34966FD0CB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38487" y="9728199"/>
              <a:ext cx="1143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2 </a:t>
              </a:r>
            </a:p>
          </p:txBody>
        </p:sp>
        <p:sp>
          <p:nvSpPr>
            <p:cNvPr id="85034" name="Shape 806">
              <a:extLst>
                <a:ext uri="{FF2B5EF4-FFF2-40B4-BE49-F238E27FC236}">
                  <a16:creationId xmlns:a16="http://schemas.microsoft.com/office/drawing/2014/main" id="{B61CD99C-C859-4B52-B213-61A2673B93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7575" y="10323512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85035" name="Shape 807">
              <a:extLst>
                <a:ext uri="{FF2B5EF4-FFF2-40B4-BE49-F238E27FC236}">
                  <a16:creationId xmlns:a16="http://schemas.microsoft.com/office/drawing/2014/main" id="{781A5886-0355-4881-BF20-B12155473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462" y="10675937"/>
              <a:ext cx="801688" cy="349250"/>
            </a:xfrm>
            <a:custGeom>
              <a:avLst/>
              <a:gdLst>
                <a:gd name="T0" fmla="*/ 2147483646 w 936"/>
                <a:gd name="T1" fmla="*/ 2147483646 h 408"/>
                <a:gd name="T2" fmla="*/ 2147483646 w 936"/>
                <a:gd name="T3" fmla="*/ 2147483646 h 408"/>
                <a:gd name="T4" fmla="*/ 2147483646 w 936"/>
                <a:gd name="T5" fmla="*/ 2147483646 h 408"/>
                <a:gd name="T6" fmla="*/ 2147483646 w 936"/>
                <a:gd name="T7" fmla="*/ 2147483646 h 408"/>
                <a:gd name="T8" fmla="*/ 2147483646 w 936"/>
                <a:gd name="T9" fmla="*/ 2147483646 h 408"/>
                <a:gd name="T10" fmla="*/ 2147483646 w 936"/>
                <a:gd name="T11" fmla="*/ 2147483646 h 408"/>
                <a:gd name="T12" fmla="*/ 2147483646 w 936"/>
                <a:gd name="T13" fmla="*/ 2147483646 h 408"/>
                <a:gd name="T14" fmla="*/ 2147483646 w 936"/>
                <a:gd name="T15" fmla="*/ 2147483646 h 408"/>
                <a:gd name="T16" fmla="*/ 2147483646 w 936"/>
                <a:gd name="T17" fmla="*/ 2147483646 h 408"/>
                <a:gd name="T18" fmla="*/ 2147483646 w 936"/>
                <a:gd name="T19" fmla="*/ 2147483646 h 408"/>
                <a:gd name="T20" fmla="*/ 2147483646 w 936"/>
                <a:gd name="T21" fmla="*/ 0 h 408"/>
                <a:gd name="T22" fmla="*/ 2147483646 w 936"/>
                <a:gd name="T23" fmla="*/ 0 h 408"/>
                <a:gd name="T24" fmla="*/ 2147483646 w 936"/>
                <a:gd name="T25" fmla="*/ 2147483646 h 408"/>
                <a:gd name="T26" fmla="*/ 2147483646 w 936"/>
                <a:gd name="T27" fmla="*/ 2147483646 h 408"/>
                <a:gd name="T28" fmla="*/ 2147483646 w 936"/>
                <a:gd name="T29" fmla="*/ 2147483646 h 408"/>
                <a:gd name="T30" fmla="*/ 2147483646 w 936"/>
                <a:gd name="T31" fmla="*/ 2147483646 h 408"/>
                <a:gd name="T32" fmla="*/ 2147483646 w 936"/>
                <a:gd name="T33" fmla="*/ 2147483646 h 408"/>
                <a:gd name="T34" fmla="*/ 2147483646 w 936"/>
                <a:gd name="T35" fmla="*/ 2147483646 h 408"/>
                <a:gd name="T36" fmla="*/ 2147483646 w 936"/>
                <a:gd name="T37" fmla="*/ 2147483646 h 408"/>
                <a:gd name="T38" fmla="*/ 2147483646 w 936"/>
                <a:gd name="T39" fmla="*/ 2147483646 h 408"/>
                <a:gd name="T40" fmla="*/ 2147483646 w 936"/>
                <a:gd name="T41" fmla="*/ 2147483646 h 408"/>
                <a:gd name="T42" fmla="*/ 2147483646 w 936"/>
                <a:gd name="T43" fmla="*/ 2147483646 h 408"/>
                <a:gd name="T44" fmla="*/ 2147483646 w 936"/>
                <a:gd name="T45" fmla="*/ 2147483646 h 408"/>
                <a:gd name="T46" fmla="*/ 2147483646 w 936"/>
                <a:gd name="T47" fmla="*/ 2147483646 h 408"/>
                <a:gd name="T48" fmla="*/ 2147483646 w 936"/>
                <a:gd name="T49" fmla="*/ 2147483646 h 408"/>
                <a:gd name="T50" fmla="*/ 2147483646 w 936"/>
                <a:gd name="T51" fmla="*/ 2147483646 h 408"/>
                <a:gd name="T52" fmla="*/ 2147483646 w 936"/>
                <a:gd name="T53" fmla="*/ 2147483646 h 408"/>
                <a:gd name="T54" fmla="*/ 2147483646 w 936"/>
                <a:gd name="T55" fmla="*/ 2147483646 h 408"/>
                <a:gd name="T56" fmla="*/ 2147483646 w 936"/>
                <a:gd name="T57" fmla="*/ 2147483646 h 408"/>
                <a:gd name="T58" fmla="*/ 2147483646 w 936"/>
                <a:gd name="T59" fmla="*/ 2147483646 h 408"/>
                <a:gd name="T60" fmla="*/ 2147483646 w 936"/>
                <a:gd name="T61" fmla="*/ 2147483646 h 408"/>
                <a:gd name="T62" fmla="*/ 2147483646 w 936"/>
                <a:gd name="T63" fmla="*/ 2147483646 h 408"/>
                <a:gd name="T64" fmla="*/ 2147483646 w 936"/>
                <a:gd name="T65" fmla="*/ 2147483646 h 408"/>
                <a:gd name="T66" fmla="*/ 2147483646 w 936"/>
                <a:gd name="T67" fmla="*/ 2147483646 h 408"/>
                <a:gd name="T68" fmla="*/ 2147483646 w 936"/>
                <a:gd name="T69" fmla="*/ 2147483646 h 408"/>
                <a:gd name="T70" fmla="*/ 2147483646 w 936"/>
                <a:gd name="T71" fmla="*/ 2147483646 h 408"/>
                <a:gd name="T72" fmla="*/ 2147483646 w 936"/>
                <a:gd name="T73" fmla="*/ 2147483646 h 408"/>
                <a:gd name="T74" fmla="*/ 2147483646 w 936"/>
                <a:gd name="T75" fmla="*/ 2147483646 h 408"/>
                <a:gd name="T76" fmla="*/ 2147483646 w 936"/>
                <a:gd name="T77" fmla="*/ 2147483646 h 408"/>
                <a:gd name="T78" fmla="*/ 2147483646 w 936"/>
                <a:gd name="T79" fmla="*/ 2147483646 h 408"/>
                <a:gd name="T80" fmla="*/ 2147483646 w 936"/>
                <a:gd name="T81" fmla="*/ 2147483646 h 408"/>
                <a:gd name="T82" fmla="*/ 2147483646 w 936"/>
                <a:gd name="T83" fmla="*/ 2147483646 h 408"/>
                <a:gd name="T84" fmla="*/ 2147483646 w 936"/>
                <a:gd name="T85" fmla="*/ 2147483646 h 408"/>
                <a:gd name="T86" fmla="*/ 2147483646 w 936"/>
                <a:gd name="T87" fmla="*/ 2147483646 h 40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936"/>
                <a:gd name="T133" fmla="*/ 0 h 408"/>
                <a:gd name="T134" fmla="*/ 936 w 936"/>
                <a:gd name="T135" fmla="*/ 408 h 40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936" h="408" extrusionOk="0">
                  <a:moveTo>
                    <a:pt x="0" y="198"/>
                  </a:moveTo>
                  <a:lnTo>
                    <a:pt x="0" y="210"/>
                  </a:lnTo>
                  <a:lnTo>
                    <a:pt x="1" y="199"/>
                  </a:lnTo>
                  <a:lnTo>
                    <a:pt x="1" y="188"/>
                  </a:lnTo>
                  <a:lnTo>
                    <a:pt x="3" y="179"/>
                  </a:lnTo>
                  <a:lnTo>
                    <a:pt x="4" y="168"/>
                  </a:lnTo>
                  <a:lnTo>
                    <a:pt x="7" y="157"/>
                  </a:lnTo>
                  <a:lnTo>
                    <a:pt x="9" y="148"/>
                  </a:lnTo>
                  <a:lnTo>
                    <a:pt x="13" y="138"/>
                  </a:lnTo>
                  <a:lnTo>
                    <a:pt x="16" y="128"/>
                  </a:lnTo>
                  <a:lnTo>
                    <a:pt x="21" y="119"/>
                  </a:lnTo>
                  <a:lnTo>
                    <a:pt x="26" y="110"/>
                  </a:lnTo>
                  <a:lnTo>
                    <a:pt x="31" y="101"/>
                  </a:lnTo>
                  <a:lnTo>
                    <a:pt x="36" y="92"/>
                  </a:lnTo>
                  <a:lnTo>
                    <a:pt x="42" y="85"/>
                  </a:lnTo>
                  <a:lnTo>
                    <a:pt x="48" y="77"/>
                  </a:lnTo>
                  <a:lnTo>
                    <a:pt x="55" y="70"/>
                  </a:lnTo>
                  <a:lnTo>
                    <a:pt x="62" y="61"/>
                  </a:lnTo>
                  <a:lnTo>
                    <a:pt x="69" y="55"/>
                  </a:lnTo>
                  <a:lnTo>
                    <a:pt x="76" y="48"/>
                  </a:lnTo>
                  <a:lnTo>
                    <a:pt x="85" y="42"/>
                  </a:lnTo>
                  <a:lnTo>
                    <a:pt x="93" y="36"/>
                  </a:lnTo>
                  <a:lnTo>
                    <a:pt x="102" y="31"/>
                  </a:lnTo>
                  <a:lnTo>
                    <a:pt x="110" y="25"/>
                  </a:lnTo>
                  <a:lnTo>
                    <a:pt x="120" y="20"/>
                  </a:lnTo>
                  <a:lnTo>
                    <a:pt x="128" y="17"/>
                  </a:lnTo>
                  <a:lnTo>
                    <a:pt x="138" y="13"/>
                  </a:lnTo>
                  <a:lnTo>
                    <a:pt x="147" y="9"/>
                  </a:lnTo>
                  <a:lnTo>
                    <a:pt x="158" y="7"/>
                  </a:lnTo>
                  <a:lnTo>
                    <a:pt x="168" y="5"/>
                  </a:lnTo>
                  <a:lnTo>
                    <a:pt x="178" y="2"/>
                  </a:lnTo>
                  <a:lnTo>
                    <a:pt x="189" y="1"/>
                  </a:lnTo>
                  <a:lnTo>
                    <a:pt x="199" y="0"/>
                  </a:lnTo>
                  <a:lnTo>
                    <a:pt x="210" y="0"/>
                  </a:lnTo>
                  <a:lnTo>
                    <a:pt x="726" y="0"/>
                  </a:lnTo>
                  <a:lnTo>
                    <a:pt x="736" y="0"/>
                  </a:lnTo>
                  <a:lnTo>
                    <a:pt x="747" y="1"/>
                  </a:lnTo>
                  <a:lnTo>
                    <a:pt x="758" y="2"/>
                  </a:lnTo>
                  <a:lnTo>
                    <a:pt x="769" y="5"/>
                  </a:lnTo>
                  <a:lnTo>
                    <a:pt x="778" y="7"/>
                  </a:lnTo>
                  <a:lnTo>
                    <a:pt x="789" y="9"/>
                  </a:lnTo>
                  <a:lnTo>
                    <a:pt x="799" y="13"/>
                  </a:lnTo>
                  <a:lnTo>
                    <a:pt x="808" y="17"/>
                  </a:lnTo>
                  <a:lnTo>
                    <a:pt x="817" y="20"/>
                  </a:lnTo>
                  <a:lnTo>
                    <a:pt x="826" y="25"/>
                  </a:lnTo>
                  <a:lnTo>
                    <a:pt x="835" y="31"/>
                  </a:lnTo>
                  <a:lnTo>
                    <a:pt x="843" y="36"/>
                  </a:lnTo>
                  <a:lnTo>
                    <a:pt x="852" y="42"/>
                  </a:lnTo>
                  <a:lnTo>
                    <a:pt x="860" y="48"/>
                  </a:lnTo>
                  <a:lnTo>
                    <a:pt x="867" y="55"/>
                  </a:lnTo>
                  <a:lnTo>
                    <a:pt x="874" y="61"/>
                  </a:lnTo>
                  <a:lnTo>
                    <a:pt x="882" y="70"/>
                  </a:lnTo>
                  <a:lnTo>
                    <a:pt x="889" y="77"/>
                  </a:lnTo>
                  <a:lnTo>
                    <a:pt x="895" y="85"/>
                  </a:lnTo>
                  <a:lnTo>
                    <a:pt x="901" y="92"/>
                  </a:lnTo>
                  <a:lnTo>
                    <a:pt x="906" y="101"/>
                  </a:lnTo>
                  <a:lnTo>
                    <a:pt x="911" y="110"/>
                  </a:lnTo>
                  <a:lnTo>
                    <a:pt x="915" y="119"/>
                  </a:lnTo>
                  <a:lnTo>
                    <a:pt x="920" y="128"/>
                  </a:lnTo>
                  <a:lnTo>
                    <a:pt x="924" y="138"/>
                  </a:lnTo>
                  <a:lnTo>
                    <a:pt x="927" y="148"/>
                  </a:lnTo>
                  <a:lnTo>
                    <a:pt x="930" y="157"/>
                  </a:lnTo>
                  <a:lnTo>
                    <a:pt x="932" y="168"/>
                  </a:lnTo>
                  <a:lnTo>
                    <a:pt x="933" y="179"/>
                  </a:lnTo>
                  <a:lnTo>
                    <a:pt x="936" y="188"/>
                  </a:lnTo>
                  <a:lnTo>
                    <a:pt x="936" y="199"/>
                  </a:lnTo>
                  <a:lnTo>
                    <a:pt x="936" y="210"/>
                  </a:lnTo>
                  <a:lnTo>
                    <a:pt x="936" y="198"/>
                  </a:lnTo>
                  <a:lnTo>
                    <a:pt x="936" y="209"/>
                  </a:lnTo>
                  <a:lnTo>
                    <a:pt x="936" y="220"/>
                  </a:lnTo>
                  <a:lnTo>
                    <a:pt x="933" y="230"/>
                  </a:lnTo>
                  <a:lnTo>
                    <a:pt x="932" y="241"/>
                  </a:lnTo>
                  <a:lnTo>
                    <a:pt x="930" y="251"/>
                  </a:lnTo>
                  <a:lnTo>
                    <a:pt x="927" y="260"/>
                  </a:lnTo>
                  <a:lnTo>
                    <a:pt x="924" y="270"/>
                  </a:lnTo>
                  <a:lnTo>
                    <a:pt x="920" y="280"/>
                  </a:lnTo>
                  <a:lnTo>
                    <a:pt x="915" y="289"/>
                  </a:lnTo>
                  <a:lnTo>
                    <a:pt x="911" y="299"/>
                  </a:lnTo>
                  <a:lnTo>
                    <a:pt x="906" y="307"/>
                  </a:lnTo>
                  <a:lnTo>
                    <a:pt x="901" y="316"/>
                  </a:lnTo>
                  <a:lnTo>
                    <a:pt x="895" y="324"/>
                  </a:lnTo>
                  <a:lnTo>
                    <a:pt x="889" y="332"/>
                  </a:lnTo>
                  <a:lnTo>
                    <a:pt x="882" y="340"/>
                  </a:lnTo>
                  <a:lnTo>
                    <a:pt x="874" y="347"/>
                  </a:lnTo>
                  <a:lnTo>
                    <a:pt x="867" y="354"/>
                  </a:lnTo>
                  <a:lnTo>
                    <a:pt x="860" y="360"/>
                  </a:lnTo>
                  <a:lnTo>
                    <a:pt x="852" y="366"/>
                  </a:lnTo>
                  <a:lnTo>
                    <a:pt x="843" y="372"/>
                  </a:lnTo>
                  <a:lnTo>
                    <a:pt x="835" y="378"/>
                  </a:lnTo>
                  <a:lnTo>
                    <a:pt x="826" y="383"/>
                  </a:lnTo>
                  <a:lnTo>
                    <a:pt x="817" y="388"/>
                  </a:lnTo>
                  <a:lnTo>
                    <a:pt x="808" y="391"/>
                  </a:lnTo>
                  <a:lnTo>
                    <a:pt x="799" y="396"/>
                  </a:lnTo>
                  <a:lnTo>
                    <a:pt x="789" y="398"/>
                  </a:lnTo>
                  <a:lnTo>
                    <a:pt x="778" y="402"/>
                  </a:lnTo>
                  <a:lnTo>
                    <a:pt x="769" y="404"/>
                  </a:lnTo>
                  <a:lnTo>
                    <a:pt x="758" y="406"/>
                  </a:lnTo>
                  <a:lnTo>
                    <a:pt x="747" y="407"/>
                  </a:lnTo>
                  <a:lnTo>
                    <a:pt x="736" y="408"/>
                  </a:lnTo>
                  <a:lnTo>
                    <a:pt x="726" y="408"/>
                  </a:lnTo>
                  <a:lnTo>
                    <a:pt x="210" y="408"/>
                  </a:lnTo>
                  <a:lnTo>
                    <a:pt x="199" y="408"/>
                  </a:lnTo>
                  <a:lnTo>
                    <a:pt x="189" y="407"/>
                  </a:lnTo>
                  <a:lnTo>
                    <a:pt x="178" y="406"/>
                  </a:lnTo>
                  <a:lnTo>
                    <a:pt x="168" y="404"/>
                  </a:lnTo>
                  <a:lnTo>
                    <a:pt x="158" y="402"/>
                  </a:lnTo>
                  <a:lnTo>
                    <a:pt x="147" y="398"/>
                  </a:lnTo>
                  <a:lnTo>
                    <a:pt x="138" y="396"/>
                  </a:lnTo>
                  <a:lnTo>
                    <a:pt x="128" y="391"/>
                  </a:lnTo>
                  <a:lnTo>
                    <a:pt x="120" y="388"/>
                  </a:lnTo>
                  <a:lnTo>
                    <a:pt x="110" y="383"/>
                  </a:lnTo>
                  <a:lnTo>
                    <a:pt x="102" y="378"/>
                  </a:lnTo>
                  <a:lnTo>
                    <a:pt x="93" y="372"/>
                  </a:lnTo>
                  <a:lnTo>
                    <a:pt x="85" y="366"/>
                  </a:lnTo>
                  <a:lnTo>
                    <a:pt x="76" y="360"/>
                  </a:lnTo>
                  <a:lnTo>
                    <a:pt x="69" y="354"/>
                  </a:lnTo>
                  <a:lnTo>
                    <a:pt x="62" y="347"/>
                  </a:lnTo>
                  <a:lnTo>
                    <a:pt x="55" y="340"/>
                  </a:lnTo>
                  <a:lnTo>
                    <a:pt x="48" y="332"/>
                  </a:lnTo>
                  <a:lnTo>
                    <a:pt x="42" y="324"/>
                  </a:lnTo>
                  <a:lnTo>
                    <a:pt x="36" y="316"/>
                  </a:lnTo>
                  <a:lnTo>
                    <a:pt x="31" y="307"/>
                  </a:lnTo>
                  <a:lnTo>
                    <a:pt x="26" y="299"/>
                  </a:lnTo>
                  <a:lnTo>
                    <a:pt x="21" y="289"/>
                  </a:lnTo>
                  <a:lnTo>
                    <a:pt x="16" y="280"/>
                  </a:lnTo>
                  <a:lnTo>
                    <a:pt x="13" y="270"/>
                  </a:lnTo>
                  <a:lnTo>
                    <a:pt x="9" y="260"/>
                  </a:lnTo>
                  <a:lnTo>
                    <a:pt x="7" y="251"/>
                  </a:lnTo>
                  <a:lnTo>
                    <a:pt x="4" y="241"/>
                  </a:lnTo>
                  <a:lnTo>
                    <a:pt x="3" y="230"/>
                  </a:lnTo>
                  <a:lnTo>
                    <a:pt x="1" y="220"/>
                  </a:lnTo>
                  <a:lnTo>
                    <a:pt x="1" y="209"/>
                  </a:lnTo>
                  <a:lnTo>
                    <a:pt x="0" y="198"/>
                  </a:lnTo>
                  <a:close/>
                </a:path>
              </a:pathLst>
            </a:custGeom>
            <a:noFill/>
            <a:ln w="17450" cap="rnd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36" name="Shape 808">
              <a:extLst>
                <a:ext uri="{FF2B5EF4-FFF2-40B4-BE49-F238E27FC236}">
                  <a16:creationId xmlns:a16="http://schemas.microsoft.com/office/drawing/2014/main" id="{8B544FEF-EFB8-463A-8346-D73AC779D6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7575" y="10761662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85037" name="Shape 809">
              <a:extLst>
                <a:ext uri="{FF2B5EF4-FFF2-40B4-BE49-F238E27FC236}">
                  <a16:creationId xmlns:a16="http://schemas.microsoft.com/office/drawing/2014/main" id="{9E4036B0-B228-4082-BF67-52777B2BDB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46375" y="9842499"/>
              <a:ext cx="106362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85038" name="Shape 810">
              <a:extLst>
                <a:ext uri="{FF2B5EF4-FFF2-40B4-BE49-F238E27FC236}">
                  <a16:creationId xmlns:a16="http://schemas.microsoft.com/office/drawing/2014/main" id="{D69D001E-744B-4BC9-8871-811B840830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35275" y="9936162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85039" name="Shape 813">
              <a:extLst>
                <a:ext uri="{FF2B5EF4-FFF2-40B4-BE49-F238E27FC236}">
                  <a16:creationId xmlns:a16="http://schemas.microsoft.com/office/drawing/2014/main" id="{0F7D281F-FFEB-48FF-9385-73260DD454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44787" y="9580562"/>
              <a:ext cx="227013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s</a:t>
              </a:r>
            </a:p>
          </p:txBody>
        </p:sp>
      </p:grp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017" name="Group 1">
            <a:extLst>
              <a:ext uri="{FF2B5EF4-FFF2-40B4-BE49-F238E27FC236}">
                <a16:creationId xmlns:a16="http://schemas.microsoft.com/office/drawing/2014/main" id="{CC1EE8CA-79E5-452A-8F2E-43F4CC03BFA0}"/>
              </a:ext>
            </a:extLst>
          </p:cNvPr>
          <p:cNvGrpSpPr>
            <a:grpSpLocks/>
          </p:cNvGrpSpPr>
          <p:nvPr/>
        </p:nvGrpSpPr>
        <p:grpSpPr bwMode="auto">
          <a:xfrm>
            <a:off x="554038" y="762000"/>
            <a:ext cx="5008562" cy="2773363"/>
            <a:chOff x="2030413" y="1379538"/>
            <a:chExt cx="5008562" cy="2773362"/>
          </a:xfrm>
        </p:grpSpPr>
        <p:sp>
          <p:nvSpPr>
            <p:cNvPr id="86065" name="Rectangle 4">
              <a:extLst>
                <a:ext uri="{FF2B5EF4-FFF2-40B4-BE49-F238E27FC236}">
                  <a16:creationId xmlns:a16="http://schemas.microsoft.com/office/drawing/2014/main" id="{2EF76F6D-56F1-45C5-A2B4-685D3B38B2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1379538"/>
              <a:ext cx="4979987" cy="11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066" name="Rectangle 5">
              <a:extLst>
                <a:ext uri="{FF2B5EF4-FFF2-40B4-BE49-F238E27FC236}">
                  <a16:creationId xmlns:a16="http://schemas.microsoft.com/office/drawing/2014/main" id="{C3E76ADB-2BB1-477D-8272-9D62E256F2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1403350"/>
              <a:ext cx="11112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067" name="Rectangle 6">
              <a:extLst>
                <a:ext uri="{FF2B5EF4-FFF2-40B4-BE49-F238E27FC236}">
                  <a16:creationId xmlns:a16="http://schemas.microsoft.com/office/drawing/2014/main" id="{FEBADEEA-E4DE-4DC5-BB16-CE8E609C1A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068" name="Rectangle 7">
              <a:extLst>
                <a:ext uri="{FF2B5EF4-FFF2-40B4-BE49-F238E27FC236}">
                  <a16:creationId xmlns:a16="http://schemas.microsoft.com/office/drawing/2014/main" id="{FE412EC4-4B5C-4C45-8897-C79F979C64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688" y="1649413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Present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069" name="Rectangle 8">
              <a:extLst>
                <a:ext uri="{FF2B5EF4-FFF2-40B4-BE49-F238E27FC236}">
                  <a16:creationId xmlns:a16="http://schemas.microsoft.com/office/drawing/2014/main" id="{9E07300A-B990-450C-A555-539030BF8D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070" name="Rectangle 9">
              <a:extLst>
                <a:ext uri="{FF2B5EF4-FFF2-40B4-BE49-F238E27FC236}">
                  <a16:creationId xmlns:a16="http://schemas.microsoft.com/office/drawing/2014/main" id="{EA71195B-5274-4113-9DA1-FFFD113A58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071" name="Rectangle 10">
              <a:extLst>
                <a:ext uri="{FF2B5EF4-FFF2-40B4-BE49-F238E27FC236}">
                  <a16:creationId xmlns:a16="http://schemas.microsoft.com/office/drawing/2014/main" id="{64C58DC7-B24F-45F4-952B-0D83162168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858963"/>
              <a:ext cx="2925762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072" name="Rectangle 11">
              <a:extLst>
                <a:ext uri="{FF2B5EF4-FFF2-40B4-BE49-F238E27FC236}">
                  <a16:creationId xmlns:a16="http://schemas.microsoft.com/office/drawing/2014/main" id="{FD0337CE-AFFC-44E4-AFF4-BD7B7128B4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1871663"/>
              <a:ext cx="11112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073" name="Rectangle 12">
              <a:extLst>
                <a:ext uri="{FF2B5EF4-FFF2-40B4-BE49-F238E27FC236}">
                  <a16:creationId xmlns:a16="http://schemas.microsoft.com/office/drawing/2014/main" id="{F0651E2C-29B0-451F-B3F0-7B2C9E62FA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9713" y="1506538"/>
              <a:ext cx="10207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Nextstate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074" name="Rectangle 13">
              <a:extLst>
                <a:ext uri="{FF2B5EF4-FFF2-40B4-BE49-F238E27FC236}">
                  <a16:creationId xmlns:a16="http://schemas.microsoft.com/office/drawing/2014/main" id="{6531CBB7-215E-401E-AE88-414A15625F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075" name="Rectangle 14">
              <a:extLst>
                <a:ext uri="{FF2B5EF4-FFF2-40B4-BE49-F238E27FC236}">
                  <a16:creationId xmlns:a16="http://schemas.microsoft.com/office/drawing/2014/main" id="{BC3224E8-6E35-44CB-9B64-6AA28AEEDD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8388" y="1973263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076" name="Rectangle 15">
              <a:extLst>
                <a:ext uri="{FF2B5EF4-FFF2-40B4-BE49-F238E27FC236}">
                  <a16:creationId xmlns:a16="http://schemas.microsoft.com/office/drawing/2014/main" id="{8CD28422-11DB-442E-9C72-6B9D66B536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6438" y="197167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ab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077" name="Rectangle 16">
              <a:extLst>
                <a:ext uri="{FF2B5EF4-FFF2-40B4-BE49-F238E27FC236}">
                  <a16:creationId xmlns:a16="http://schemas.microsoft.com/office/drawing/2014/main" id="{253A588A-B6E4-4261-A5A6-932B1DCD1A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825" y="1973263"/>
              <a:ext cx="460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=00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078" name="Rectangle 17">
              <a:extLst>
                <a:ext uri="{FF2B5EF4-FFF2-40B4-BE49-F238E27FC236}">
                  <a16:creationId xmlns:a16="http://schemas.microsoft.com/office/drawing/2014/main" id="{D566AF6E-A8EF-4828-9029-296D6EBB8A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1813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079" name="Rectangle 18">
              <a:extLst>
                <a:ext uri="{FF2B5EF4-FFF2-40B4-BE49-F238E27FC236}">
                  <a16:creationId xmlns:a16="http://schemas.microsoft.com/office/drawing/2014/main" id="{DBD74903-046F-474E-AC46-B124B1C57F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9350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080" name="Rectangle 19">
              <a:extLst>
                <a:ext uri="{FF2B5EF4-FFF2-40B4-BE49-F238E27FC236}">
                  <a16:creationId xmlns:a16="http://schemas.microsoft.com/office/drawing/2014/main" id="{30F88308-5C7A-4DFF-8BA6-9C6DD6E7AD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081" name="Rectangle 20">
              <a:extLst>
                <a:ext uri="{FF2B5EF4-FFF2-40B4-BE49-F238E27FC236}">
                  <a16:creationId xmlns:a16="http://schemas.microsoft.com/office/drawing/2014/main" id="{EE17AB9B-A5E4-4620-B0E4-06190FA83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3713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082" name="Rectangle 21">
              <a:extLst>
                <a:ext uri="{FF2B5EF4-FFF2-40B4-BE49-F238E27FC236}">
                  <a16:creationId xmlns:a16="http://schemas.microsoft.com/office/drawing/2014/main" id="{9011CA85-4F37-497B-B983-398B8E042E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083" name="Rectangle 22">
              <a:extLst>
                <a:ext uri="{FF2B5EF4-FFF2-40B4-BE49-F238E27FC236}">
                  <a16:creationId xmlns:a16="http://schemas.microsoft.com/office/drawing/2014/main" id="{B1353661-B832-4D02-95D2-6066F2B11C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316163"/>
              <a:ext cx="2925762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084" name="Rectangle 23">
              <a:extLst>
                <a:ext uri="{FF2B5EF4-FFF2-40B4-BE49-F238E27FC236}">
                  <a16:creationId xmlns:a16="http://schemas.microsoft.com/office/drawing/2014/main" id="{B9895FAA-9AA1-48E6-9682-2C4AC4AFD9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2328863"/>
              <a:ext cx="11112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085" name="Rectangle 24">
              <a:extLst>
                <a:ext uri="{FF2B5EF4-FFF2-40B4-BE49-F238E27FC236}">
                  <a16:creationId xmlns:a16="http://schemas.microsoft.com/office/drawing/2014/main" id="{3DDB3D92-A3D4-44FD-ACDC-381FD6A4F2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2200" y="1881188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Output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086" name="Rectangle 25">
              <a:extLst>
                <a:ext uri="{FF2B5EF4-FFF2-40B4-BE49-F238E27FC236}">
                  <a16:creationId xmlns:a16="http://schemas.microsoft.com/office/drawing/2014/main" id="{AD238B76-CF3C-4552-ABE1-BFBF933FF9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6800" y="22812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087" name="Rectangle 26">
              <a:extLst>
                <a:ext uri="{FF2B5EF4-FFF2-40B4-BE49-F238E27FC236}">
                  <a16:creationId xmlns:a16="http://schemas.microsoft.com/office/drawing/2014/main" id="{9AE8A15A-2779-4261-9FDD-B7B40C2887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0625" y="2379663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088" name="Rectangle 27">
              <a:extLst>
                <a:ext uri="{FF2B5EF4-FFF2-40B4-BE49-F238E27FC236}">
                  <a16:creationId xmlns:a16="http://schemas.microsoft.com/office/drawing/2014/main" id="{DD359880-F269-4001-A86E-77752FB191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281238"/>
              <a:ext cx="17621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089" name="Rectangle 28">
              <a:extLst>
                <a:ext uri="{FF2B5EF4-FFF2-40B4-BE49-F238E27FC236}">
                  <a16:creationId xmlns:a16="http://schemas.microsoft.com/office/drawing/2014/main" id="{793B8030-62F6-4069-9205-81576C90F6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090" name="Rectangle 29">
              <a:extLst>
                <a:ext uri="{FF2B5EF4-FFF2-40B4-BE49-F238E27FC236}">
                  <a16:creationId xmlns:a16="http://schemas.microsoft.com/office/drawing/2014/main" id="{954AA493-13AE-4CCA-9A51-DA14AF5E98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8750" y="2379663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091" name="Rectangle 30">
              <a:extLst>
                <a:ext uri="{FF2B5EF4-FFF2-40B4-BE49-F238E27FC236}">
                  <a16:creationId xmlns:a16="http://schemas.microsoft.com/office/drawing/2014/main" id="{4E2EC359-2016-4114-8239-CFC5CBE123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7363" y="24272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092" name="Rectangle 31">
              <a:extLst>
                <a:ext uri="{FF2B5EF4-FFF2-40B4-BE49-F238E27FC236}">
                  <a16:creationId xmlns:a16="http://schemas.microsoft.com/office/drawing/2014/main" id="{9F2D51CB-DF9A-4F11-AAF3-46E692570E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3413" y="25241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093" name="Rectangle 32">
              <a:extLst>
                <a:ext uri="{FF2B5EF4-FFF2-40B4-BE49-F238E27FC236}">
                  <a16:creationId xmlns:a16="http://schemas.microsoft.com/office/drawing/2014/main" id="{56DE1C72-DCC8-4264-9053-CF84BB0785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7713" y="24272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094" name="Rectangle 33">
              <a:extLst>
                <a:ext uri="{FF2B5EF4-FFF2-40B4-BE49-F238E27FC236}">
                  <a16:creationId xmlns:a16="http://schemas.microsoft.com/office/drawing/2014/main" id="{1471E871-A9BD-4699-BFD7-2B43E68B31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095" name="Rectangle 34">
              <a:extLst>
                <a:ext uri="{FF2B5EF4-FFF2-40B4-BE49-F238E27FC236}">
                  <a16:creationId xmlns:a16="http://schemas.microsoft.com/office/drawing/2014/main" id="{D3D93567-D0E4-4A32-8EA6-E995AD33DF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3763" y="25241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096" name="Rectangle 35">
              <a:extLst>
                <a:ext uri="{FF2B5EF4-FFF2-40B4-BE49-F238E27FC236}">
                  <a16:creationId xmlns:a16="http://schemas.microsoft.com/office/drawing/2014/main" id="{BD2C3503-68C3-4370-88A7-448A22B02D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097" name="Rectangle 36">
              <a:extLst>
                <a:ext uri="{FF2B5EF4-FFF2-40B4-BE49-F238E27FC236}">
                  <a16:creationId xmlns:a16="http://schemas.microsoft.com/office/drawing/2014/main" id="{30B64301-2D8C-4731-987B-35161CACAE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2771775"/>
              <a:ext cx="49799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098" name="Rectangle 37">
              <a:extLst>
                <a:ext uri="{FF2B5EF4-FFF2-40B4-BE49-F238E27FC236}">
                  <a16:creationId xmlns:a16="http://schemas.microsoft.com/office/drawing/2014/main" id="{F152DA19-9A37-4903-8591-E8E6B9B837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2787650"/>
              <a:ext cx="11112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099" name="Rectangle 38">
              <a:extLst>
                <a:ext uri="{FF2B5EF4-FFF2-40B4-BE49-F238E27FC236}">
                  <a16:creationId xmlns:a16="http://schemas.microsoft.com/office/drawing/2014/main" id="{FDDBCA13-0D23-4AC1-BDE0-0B149FFA2F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62713" y="2281238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100" name="Rectangle 39">
              <a:extLst>
                <a:ext uri="{FF2B5EF4-FFF2-40B4-BE49-F238E27FC236}">
                  <a16:creationId xmlns:a16="http://schemas.microsoft.com/office/drawing/2014/main" id="{3EA6324F-93AF-4CEF-AA85-691AB9639E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101" name="Rectangle 40">
              <a:extLst>
                <a:ext uri="{FF2B5EF4-FFF2-40B4-BE49-F238E27FC236}">
                  <a16:creationId xmlns:a16="http://schemas.microsoft.com/office/drawing/2014/main" id="{174D0EF5-5E5D-41AF-B604-616C62439E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102" name="Rectangle 41">
              <a:extLst>
                <a:ext uri="{FF2B5EF4-FFF2-40B4-BE49-F238E27FC236}">
                  <a16:creationId xmlns:a16="http://schemas.microsoft.com/office/drawing/2014/main" id="{D27A1D8F-040B-44DD-A835-34F340CECB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103" name="Rectangle 42">
              <a:extLst>
                <a:ext uri="{FF2B5EF4-FFF2-40B4-BE49-F238E27FC236}">
                  <a16:creationId xmlns:a16="http://schemas.microsoft.com/office/drawing/2014/main" id="{202B6895-AB56-4416-8D30-926421A659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104" name="Rectangle 43">
              <a:extLst>
                <a:ext uri="{FF2B5EF4-FFF2-40B4-BE49-F238E27FC236}">
                  <a16:creationId xmlns:a16="http://schemas.microsoft.com/office/drawing/2014/main" id="{44659F87-C292-4FC3-A8FA-887D3DA057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105" name="Rectangle 44">
              <a:extLst>
                <a:ext uri="{FF2B5EF4-FFF2-40B4-BE49-F238E27FC236}">
                  <a16:creationId xmlns:a16="http://schemas.microsoft.com/office/drawing/2014/main" id="{F4333D53-A81E-41B5-880A-9C593471F5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106" name="Rectangle 45">
              <a:extLst>
                <a:ext uri="{FF2B5EF4-FFF2-40B4-BE49-F238E27FC236}">
                  <a16:creationId xmlns:a16="http://schemas.microsoft.com/office/drawing/2014/main" id="{1978E436-C979-46B2-8C43-8E744CF3AC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107" name="Rectangle 46">
              <a:extLst>
                <a:ext uri="{FF2B5EF4-FFF2-40B4-BE49-F238E27FC236}">
                  <a16:creationId xmlns:a16="http://schemas.microsoft.com/office/drawing/2014/main" id="{089F03E5-397F-43E6-B513-A0C8AD1AEC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108" name="Rectangle 47">
              <a:extLst>
                <a:ext uri="{FF2B5EF4-FFF2-40B4-BE49-F238E27FC236}">
                  <a16:creationId xmlns:a16="http://schemas.microsoft.com/office/drawing/2014/main" id="{2D9D0941-35CA-4837-A600-8B70A54CDC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109" name="Rectangle 48">
              <a:extLst>
                <a:ext uri="{FF2B5EF4-FFF2-40B4-BE49-F238E27FC236}">
                  <a16:creationId xmlns:a16="http://schemas.microsoft.com/office/drawing/2014/main" id="{22B784DC-EB1C-464B-AA53-D65A48D928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110" name="Rectangle 49">
              <a:extLst>
                <a:ext uri="{FF2B5EF4-FFF2-40B4-BE49-F238E27FC236}">
                  <a16:creationId xmlns:a16="http://schemas.microsoft.com/office/drawing/2014/main" id="{60803978-C574-4B3B-A343-0106B3401D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189288"/>
              <a:ext cx="11112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111" name="Rectangle 50">
              <a:extLst>
                <a:ext uri="{FF2B5EF4-FFF2-40B4-BE49-F238E27FC236}">
                  <a16:creationId xmlns:a16="http://schemas.microsoft.com/office/drawing/2014/main" id="{696B931A-7D81-4BAD-91F2-7A564F32B3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112" name="Rectangle 51">
              <a:extLst>
                <a:ext uri="{FF2B5EF4-FFF2-40B4-BE49-F238E27FC236}">
                  <a16:creationId xmlns:a16="http://schemas.microsoft.com/office/drawing/2014/main" id="{B942B2E4-B94E-4FFF-9573-F1C7961866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113" name="Rectangle 52">
              <a:extLst>
                <a:ext uri="{FF2B5EF4-FFF2-40B4-BE49-F238E27FC236}">
                  <a16:creationId xmlns:a16="http://schemas.microsoft.com/office/drawing/2014/main" id="{64DF23BD-16C3-486A-BBCD-8E59F4F68C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114" name="Rectangle 53">
              <a:extLst>
                <a:ext uri="{FF2B5EF4-FFF2-40B4-BE49-F238E27FC236}">
                  <a16:creationId xmlns:a16="http://schemas.microsoft.com/office/drawing/2014/main" id="{569AC989-EC03-4CA6-918F-D574333305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115" name="Rectangle 54">
              <a:extLst>
                <a:ext uri="{FF2B5EF4-FFF2-40B4-BE49-F238E27FC236}">
                  <a16:creationId xmlns:a16="http://schemas.microsoft.com/office/drawing/2014/main" id="{A8B60420-1655-4C42-83E0-9944E14101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116" name="Rectangle 55">
              <a:extLst>
                <a:ext uri="{FF2B5EF4-FFF2-40B4-BE49-F238E27FC236}">
                  <a16:creationId xmlns:a16="http://schemas.microsoft.com/office/drawing/2014/main" id="{7530261A-A7C0-41B8-B78E-29EB1854E9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117" name="Rectangle 56">
              <a:extLst>
                <a:ext uri="{FF2B5EF4-FFF2-40B4-BE49-F238E27FC236}">
                  <a16:creationId xmlns:a16="http://schemas.microsoft.com/office/drawing/2014/main" id="{DD258B97-50D4-4A78-B4B0-A33FE3FB2D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118" name="Rectangle 57">
              <a:extLst>
                <a:ext uri="{FF2B5EF4-FFF2-40B4-BE49-F238E27FC236}">
                  <a16:creationId xmlns:a16="http://schemas.microsoft.com/office/drawing/2014/main" id="{CAACC57F-7F3C-43C4-BC9E-7C8D5DD9B0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119" name="Rectangle 58">
              <a:extLst>
                <a:ext uri="{FF2B5EF4-FFF2-40B4-BE49-F238E27FC236}">
                  <a16:creationId xmlns:a16="http://schemas.microsoft.com/office/drawing/2014/main" id="{1530A3FE-A4CC-4F5E-84D7-0ACFDE4536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120" name="Rectangle 59">
              <a:extLst>
                <a:ext uri="{FF2B5EF4-FFF2-40B4-BE49-F238E27FC236}">
                  <a16:creationId xmlns:a16="http://schemas.microsoft.com/office/drawing/2014/main" id="{EACEA926-C744-44E0-88B5-6B899A3577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121" name="Rectangle 60">
              <a:extLst>
                <a:ext uri="{FF2B5EF4-FFF2-40B4-BE49-F238E27FC236}">
                  <a16:creationId xmlns:a16="http://schemas.microsoft.com/office/drawing/2014/main" id="{054B5458-53D8-4825-983A-4010349468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122" name="Rectangle 61">
              <a:extLst>
                <a:ext uri="{FF2B5EF4-FFF2-40B4-BE49-F238E27FC236}">
                  <a16:creationId xmlns:a16="http://schemas.microsoft.com/office/drawing/2014/main" id="{3350FD7C-465F-4926-A9E6-B6AA991755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494088"/>
              <a:ext cx="11112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123" name="Rectangle 62">
              <a:extLst>
                <a:ext uri="{FF2B5EF4-FFF2-40B4-BE49-F238E27FC236}">
                  <a16:creationId xmlns:a16="http://schemas.microsoft.com/office/drawing/2014/main" id="{5D618573-1A56-4FC8-AE73-08B362980F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124" name="Rectangle 63">
              <a:extLst>
                <a:ext uri="{FF2B5EF4-FFF2-40B4-BE49-F238E27FC236}">
                  <a16:creationId xmlns:a16="http://schemas.microsoft.com/office/drawing/2014/main" id="{3CC26F08-C0DA-4452-858E-F4717601ED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125" name="Rectangle 64">
              <a:extLst>
                <a:ext uri="{FF2B5EF4-FFF2-40B4-BE49-F238E27FC236}">
                  <a16:creationId xmlns:a16="http://schemas.microsoft.com/office/drawing/2014/main" id="{D99CAE14-5795-4A10-987A-D21E4690ED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126" name="Rectangle 65">
              <a:extLst>
                <a:ext uri="{FF2B5EF4-FFF2-40B4-BE49-F238E27FC236}">
                  <a16:creationId xmlns:a16="http://schemas.microsoft.com/office/drawing/2014/main" id="{3BB7D557-AD21-42CC-8F2A-03BCB875FD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127" name="Rectangle 66">
              <a:extLst>
                <a:ext uri="{FF2B5EF4-FFF2-40B4-BE49-F238E27FC236}">
                  <a16:creationId xmlns:a16="http://schemas.microsoft.com/office/drawing/2014/main" id="{DA8ED593-E9D2-4E21-9A80-0D85053333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128" name="Rectangle 67">
              <a:extLst>
                <a:ext uri="{FF2B5EF4-FFF2-40B4-BE49-F238E27FC236}">
                  <a16:creationId xmlns:a16="http://schemas.microsoft.com/office/drawing/2014/main" id="{F20D1872-3EB4-4E95-A673-BCE37EDADF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129" name="Rectangle 68">
              <a:extLst>
                <a:ext uri="{FF2B5EF4-FFF2-40B4-BE49-F238E27FC236}">
                  <a16:creationId xmlns:a16="http://schemas.microsoft.com/office/drawing/2014/main" id="{7C87A8E9-EB99-4A14-901D-0C23C93EA4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130" name="Rectangle 69">
              <a:extLst>
                <a:ext uri="{FF2B5EF4-FFF2-40B4-BE49-F238E27FC236}">
                  <a16:creationId xmlns:a16="http://schemas.microsoft.com/office/drawing/2014/main" id="{21BD6A4F-3E3F-42A3-A734-5A049DB0C3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131" name="Rectangle 70">
              <a:extLst>
                <a:ext uri="{FF2B5EF4-FFF2-40B4-BE49-F238E27FC236}">
                  <a16:creationId xmlns:a16="http://schemas.microsoft.com/office/drawing/2014/main" id="{D5559DBD-0B1E-4C74-BB8A-2A73956337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132" name="Rectangle 71">
              <a:extLst>
                <a:ext uri="{FF2B5EF4-FFF2-40B4-BE49-F238E27FC236}">
                  <a16:creationId xmlns:a16="http://schemas.microsoft.com/office/drawing/2014/main" id="{19F04573-3118-426C-B940-09A0660944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133" name="Rectangle 72">
              <a:extLst>
                <a:ext uri="{FF2B5EF4-FFF2-40B4-BE49-F238E27FC236}">
                  <a16:creationId xmlns:a16="http://schemas.microsoft.com/office/drawing/2014/main" id="{0FA37482-60B4-4D47-BCD2-191B298690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134" name="Rectangle 73">
              <a:extLst>
                <a:ext uri="{FF2B5EF4-FFF2-40B4-BE49-F238E27FC236}">
                  <a16:creationId xmlns:a16="http://schemas.microsoft.com/office/drawing/2014/main" id="{B2AB6A3B-92EC-4A31-AA61-B243864DC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803650"/>
              <a:ext cx="11112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135" name="Rectangle 74">
              <a:extLst>
                <a:ext uri="{FF2B5EF4-FFF2-40B4-BE49-F238E27FC236}">
                  <a16:creationId xmlns:a16="http://schemas.microsoft.com/office/drawing/2014/main" id="{18D9CAD0-D694-4DED-B6C1-3E76BF787C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136" name="Rectangle 75">
              <a:extLst>
                <a:ext uri="{FF2B5EF4-FFF2-40B4-BE49-F238E27FC236}">
                  <a16:creationId xmlns:a16="http://schemas.microsoft.com/office/drawing/2014/main" id="{DA92EFC7-71DC-46A8-9FEC-A30C4EC067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137" name="Rectangle 76">
              <a:extLst>
                <a:ext uri="{FF2B5EF4-FFF2-40B4-BE49-F238E27FC236}">
                  <a16:creationId xmlns:a16="http://schemas.microsoft.com/office/drawing/2014/main" id="{1A271A3A-E33C-4259-A2BD-106DA63093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138" name="Rectangle 77">
              <a:extLst>
                <a:ext uri="{FF2B5EF4-FFF2-40B4-BE49-F238E27FC236}">
                  <a16:creationId xmlns:a16="http://schemas.microsoft.com/office/drawing/2014/main" id="{36EC2482-F9EC-47A6-A0B5-63D72AC2A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139" name="Rectangle 78">
              <a:extLst>
                <a:ext uri="{FF2B5EF4-FFF2-40B4-BE49-F238E27FC236}">
                  <a16:creationId xmlns:a16="http://schemas.microsoft.com/office/drawing/2014/main" id="{40071CA5-4559-400D-8A38-7F2F234A96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140" name="Rectangle 79">
              <a:extLst>
                <a:ext uri="{FF2B5EF4-FFF2-40B4-BE49-F238E27FC236}">
                  <a16:creationId xmlns:a16="http://schemas.microsoft.com/office/drawing/2014/main" id="{4C93AFDF-4288-4794-96C7-6998AF7050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141" name="Rectangle 80">
              <a:extLst>
                <a:ext uri="{FF2B5EF4-FFF2-40B4-BE49-F238E27FC236}">
                  <a16:creationId xmlns:a16="http://schemas.microsoft.com/office/drawing/2014/main" id="{A3856F3E-597C-414E-8F69-EF68D42383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142" name="Rectangle 81">
              <a:extLst>
                <a:ext uri="{FF2B5EF4-FFF2-40B4-BE49-F238E27FC236}">
                  <a16:creationId xmlns:a16="http://schemas.microsoft.com/office/drawing/2014/main" id="{D65B8C64-6A69-4C4F-A837-C88A9655BE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143" name="Rectangle 82">
              <a:extLst>
                <a:ext uri="{FF2B5EF4-FFF2-40B4-BE49-F238E27FC236}">
                  <a16:creationId xmlns:a16="http://schemas.microsoft.com/office/drawing/2014/main" id="{4BAB3D76-FCC6-4EBF-9243-793DCDDC95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144" name="Rectangle 83">
              <a:extLst>
                <a:ext uri="{FF2B5EF4-FFF2-40B4-BE49-F238E27FC236}">
                  <a16:creationId xmlns:a16="http://schemas.microsoft.com/office/drawing/2014/main" id="{40F8EFEE-4035-4701-9A03-E13B4BC1F4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145" name="Rectangle 84">
              <a:extLst>
                <a:ext uri="{FF2B5EF4-FFF2-40B4-BE49-F238E27FC236}">
                  <a16:creationId xmlns:a16="http://schemas.microsoft.com/office/drawing/2014/main" id="{255D0F54-12C0-4F52-BB7A-1B99EC2C55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146" name="Rectangle 85">
              <a:extLst>
                <a:ext uri="{FF2B5EF4-FFF2-40B4-BE49-F238E27FC236}">
                  <a16:creationId xmlns:a16="http://schemas.microsoft.com/office/drawing/2014/main" id="{7F2A593C-0674-4FE9-9CBC-C7E34DEE88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4140200"/>
              <a:ext cx="49799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147" name="Rectangle 86">
              <a:extLst>
                <a:ext uri="{FF2B5EF4-FFF2-40B4-BE49-F238E27FC236}">
                  <a16:creationId xmlns:a16="http://schemas.microsoft.com/office/drawing/2014/main" id="{B1F6BF35-3D1F-4090-BE7C-7ACF344F7F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86018" name="Rectangle 2">
            <a:extLst>
              <a:ext uri="{FF2B5EF4-FFF2-40B4-BE49-F238E27FC236}">
                <a16:creationId xmlns:a16="http://schemas.microsoft.com/office/drawing/2014/main" id="{A339A117-7818-4289-8E2E-BEC357435E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100013"/>
            <a:ext cx="4695825" cy="814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Deriving  s</a:t>
            </a:r>
            <a:endParaRPr kumimoji="0" lang="en-US" altLang="en-US" sz="3600" b="1" i="0" u="none" strike="noStrike" kern="1200" cap="none" spc="0" normalizeH="0" baseline="-2500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graphicFrame>
        <p:nvGraphicFramePr>
          <p:cNvPr id="183" name="Shape 732">
            <a:extLst>
              <a:ext uri="{FF2B5EF4-FFF2-40B4-BE49-F238E27FC236}">
                <a16:creationId xmlns:a16="http://schemas.microsoft.com/office/drawing/2014/main" id="{32CEEDC9-96BF-CB46-9008-C2485C210A7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15474233"/>
              </p:ext>
            </p:extLst>
          </p:nvPr>
        </p:nvGraphicFramePr>
        <p:xfrm>
          <a:off x="6858000" y="762000"/>
          <a:ext cx="1484313" cy="1984375"/>
        </p:xfrm>
        <a:graphic>
          <a:graphicData uri="http://schemas.openxmlformats.org/drawingml/2006/table">
            <a:tbl>
              <a:tblPr/>
              <a:tblGrid>
                <a:gridCol w="495300">
                  <a:extLst>
                    <a:ext uri="{9D8B030D-6E8A-4147-A177-3AD203B41FA5}">
                      <a16:colId xmlns:a16="http://schemas.microsoft.com/office/drawing/2014/main" val="209736069"/>
                    </a:ext>
                  </a:extLst>
                </a:gridCol>
                <a:gridCol w="493713">
                  <a:extLst>
                    <a:ext uri="{9D8B030D-6E8A-4147-A177-3AD203B41FA5}">
                      <a16:colId xmlns:a16="http://schemas.microsoft.com/office/drawing/2014/main" val="2051415396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351904218"/>
                    </a:ext>
                  </a:extLst>
                </a:gridCol>
              </a:tblGrid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2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s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2929820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8257729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9897965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0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67337963"/>
                  </a:ext>
                </a:extLst>
              </a:tr>
              <a:tr h="396875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MS PGothic" panose="020B0600070205080204" pitchFamily="34" charset="-128"/>
                          <a:sym typeface="Times New Roman" panose="02020603050405020304" pitchFamily="18" charset="0"/>
                        </a:rPr>
                        <a:t>1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</a:t>
                      </a:r>
                    </a:p>
                  </a:txBody>
                  <a:tcPr marL="91512" marR="91512" marT="91432" marB="9143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2796963"/>
                  </a:ext>
                </a:extLst>
              </a:tr>
            </a:tbl>
          </a:graphicData>
        </a:graphic>
      </p:graphicFrame>
      <p:grpSp>
        <p:nvGrpSpPr>
          <p:cNvPr id="86045" name="Group 1">
            <a:extLst>
              <a:ext uri="{FF2B5EF4-FFF2-40B4-BE49-F238E27FC236}">
                <a16:creationId xmlns:a16="http://schemas.microsoft.com/office/drawing/2014/main" id="{E0C7C6C1-0C8D-47FB-B6A6-B0AD633D24C4}"/>
              </a:ext>
            </a:extLst>
          </p:cNvPr>
          <p:cNvGrpSpPr>
            <a:grpSpLocks/>
          </p:cNvGrpSpPr>
          <p:nvPr/>
        </p:nvGrpSpPr>
        <p:grpSpPr bwMode="auto">
          <a:xfrm>
            <a:off x="6858000" y="3352800"/>
            <a:ext cx="1417638" cy="1485900"/>
            <a:chOff x="2744787" y="9580562"/>
            <a:chExt cx="1417638" cy="1485900"/>
          </a:xfrm>
        </p:grpSpPr>
        <p:sp>
          <p:nvSpPr>
            <p:cNvPr id="86047" name="Shape 793">
              <a:extLst>
                <a:ext uri="{FF2B5EF4-FFF2-40B4-BE49-F238E27FC236}">
                  <a16:creationId xmlns:a16="http://schemas.microsoft.com/office/drawing/2014/main" id="{FA50A1A8-25FC-4623-9F34-F9F71756B4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8187" y="10202862"/>
              <a:ext cx="884238" cy="863600"/>
            </a:xfrm>
            <a:prstGeom prst="rect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cxnSp>
          <p:nvCxnSpPr>
            <p:cNvPr id="86048" name="Shape 794">
              <a:extLst>
                <a:ext uri="{FF2B5EF4-FFF2-40B4-BE49-F238E27FC236}">
                  <a16:creationId xmlns:a16="http://schemas.microsoft.com/office/drawing/2014/main" id="{3E13DFEF-4A85-4BE5-B344-98B6EBA8F77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3278187" y="10634662"/>
              <a:ext cx="884238" cy="1587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6049" name="Shape 795">
              <a:extLst>
                <a:ext uri="{FF2B5EF4-FFF2-40B4-BE49-F238E27FC236}">
                  <a16:creationId xmlns:a16="http://schemas.microsoft.com/office/drawing/2014/main" id="{3BA67876-E14F-4713-BCA5-70043CCBA49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rot="10800000" flipH="1">
              <a:off x="3709987" y="10202862"/>
              <a:ext cx="1588" cy="863600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6050" name="Shape 796">
              <a:extLst>
                <a:ext uri="{FF2B5EF4-FFF2-40B4-BE49-F238E27FC236}">
                  <a16:creationId xmlns:a16="http://schemas.microsoft.com/office/drawing/2014/main" id="{BFC84A8E-28A0-455F-89CC-6DA83F5E964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846387" y="9750424"/>
              <a:ext cx="431800" cy="452438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86051" name="Shape 798">
              <a:extLst>
                <a:ext uri="{FF2B5EF4-FFF2-40B4-BE49-F238E27FC236}">
                  <a16:creationId xmlns:a16="http://schemas.microsoft.com/office/drawing/2014/main" id="{3256E992-DFC7-489A-AA81-60441AD818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7575" y="9950449"/>
              <a:ext cx="1143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86052" name="Shape 799">
              <a:extLst>
                <a:ext uri="{FF2B5EF4-FFF2-40B4-BE49-F238E27FC236}">
                  <a16:creationId xmlns:a16="http://schemas.microsoft.com/office/drawing/2014/main" id="{15ECF0C0-1C47-448D-97E8-BCBB5967BD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9375" y="9950449"/>
              <a:ext cx="1143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86053" name="Shape 800">
              <a:extLst>
                <a:ext uri="{FF2B5EF4-FFF2-40B4-BE49-F238E27FC236}">
                  <a16:creationId xmlns:a16="http://schemas.microsoft.com/office/drawing/2014/main" id="{E92BA2D7-D5D6-449C-B0C8-C9E334D1A8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71812" y="10315574"/>
              <a:ext cx="1143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86054" name="Shape 801">
              <a:extLst>
                <a:ext uri="{FF2B5EF4-FFF2-40B4-BE49-F238E27FC236}">
                  <a16:creationId xmlns:a16="http://schemas.microsoft.com/office/drawing/2014/main" id="{FD9014FA-0B97-4CB4-A7DB-78C09E71C5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62287" y="10752137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86055" name="Shape 802">
              <a:extLst>
                <a:ext uri="{FF2B5EF4-FFF2-40B4-BE49-F238E27FC236}">
                  <a16:creationId xmlns:a16="http://schemas.microsoft.com/office/drawing/2014/main" id="{D08CEB1B-B999-4BDF-987A-3932E54FA1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9375" y="10323512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86056" name="Shape 803">
              <a:extLst>
                <a:ext uri="{FF2B5EF4-FFF2-40B4-BE49-F238E27FC236}">
                  <a16:creationId xmlns:a16="http://schemas.microsoft.com/office/drawing/2014/main" id="{DB76D342-07E1-432C-A572-994C3D10EE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9375" y="10761662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86057" name="Shape 804">
              <a:extLst>
                <a:ext uri="{FF2B5EF4-FFF2-40B4-BE49-F238E27FC236}">
                  <a16:creationId xmlns:a16="http://schemas.microsoft.com/office/drawing/2014/main" id="{580D5CB3-20E8-4884-9274-A1CC5D0F4C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51175" y="9632949"/>
              <a:ext cx="106362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86058" name="Shape 805">
              <a:extLst>
                <a:ext uri="{FF2B5EF4-FFF2-40B4-BE49-F238E27FC236}">
                  <a16:creationId xmlns:a16="http://schemas.microsoft.com/office/drawing/2014/main" id="{23F63703-BB62-48E4-A62E-C6286CFCAE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38487" y="9728199"/>
              <a:ext cx="1143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2 </a:t>
              </a:r>
            </a:p>
          </p:txBody>
        </p:sp>
        <p:sp>
          <p:nvSpPr>
            <p:cNvPr id="86059" name="Shape 806">
              <a:extLst>
                <a:ext uri="{FF2B5EF4-FFF2-40B4-BE49-F238E27FC236}">
                  <a16:creationId xmlns:a16="http://schemas.microsoft.com/office/drawing/2014/main" id="{157B0CB3-E972-4B41-AA79-9409B67263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7575" y="10323512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86060" name="Shape 807">
              <a:extLst>
                <a:ext uri="{FF2B5EF4-FFF2-40B4-BE49-F238E27FC236}">
                  <a16:creationId xmlns:a16="http://schemas.microsoft.com/office/drawing/2014/main" id="{9B1BE6FD-B4D7-4746-B252-7A549F1A8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462" y="10675937"/>
              <a:ext cx="801688" cy="349250"/>
            </a:xfrm>
            <a:custGeom>
              <a:avLst/>
              <a:gdLst>
                <a:gd name="T0" fmla="*/ 2147483646 w 936"/>
                <a:gd name="T1" fmla="*/ 2147483646 h 408"/>
                <a:gd name="T2" fmla="*/ 2147483646 w 936"/>
                <a:gd name="T3" fmla="*/ 2147483646 h 408"/>
                <a:gd name="T4" fmla="*/ 2147483646 w 936"/>
                <a:gd name="T5" fmla="*/ 2147483646 h 408"/>
                <a:gd name="T6" fmla="*/ 2147483646 w 936"/>
                <a:gd name="T7" fmla="*/ 2147483646 h 408"/>
                <a:gd name="T8" fmla="*/ 2147483646 w 936"/>
                <a:gd name="T9" fmla="*/ 2147483646 h 408"/>
                <a:gd name="T10" fmla="*/ 2147483646 w 936"/>
                <a:gd name="T11" fmla="*/ 2147483646 h 408"/>
                <a:gd name="T12" fmla="*/ 2147483646 w 936"/>
                <a:gd name="T13" fmla="*/ 2147483646 h 408"/>
                <a:gd name="T14" fmla="*/ 2147483646 w 936"/>
                <a:gd name="T15" fmla="*/ 2147483646 h 408"/>
                <a:gd name="T16" fmla="*/ 2147483646 w 936"/>
                <a:gd name="T17" fmla="*/ 2147483646 h 408"/>
                <a:gd name="T18" fmla="*/ 2147483646 w 936"/>
                <a:gd name="T19" fmla="*/ 2147483646 h 408"/>
                <a:gd name="T20" fmla="*/ 2147483646 w 936"/>
                <a:gd name="T21" fmla="*/ 0 h 408"/>
                <a:gd name="T22" fmla="*/ 2147483646 w 936"/>
                <a:gd name="T23" fmla="*/ 0 h 408"/>
                <a:gd name="T24" fmla="*/ 2147483646 w 936"/>
                <a:gd name="T25" fmla="*/ 2147483646 h 408"/>
                <a:gd name="T26" fmla="*/ 2147483646 w 936"/>
                <a:gd name="T27" fmla="*/ 2147483646 h 408"/>
                <a:gd name="T28" fmla="*/ 2147483646 w 936"/>
                <a:gd name="T29" fmla="*/ 2147483646 h 408"/>
                <a:gd name="T30" fmla="*/ 2147483646 w 936"/>
                <a:gd name="T31" fmla="*/ 2147483646 h 408"/>
                <a:gd name="T32" fmla="*/ 2147483646 w 936"/>
                <a:gd name="T33" fmla="*/ 2147483646 h 408"/>
                <a:gd name="T34" fmla="*/ 2147483646 w 936"/>
                <a:gd name="T35" fmla="*/ 2147483646 h 408"/>
                <a:gd name="T36" fmla="*/ 2147483646 w 936"/>
                <a:gd name="T37" fmla="*/ 2147483646 h 408"/>
                <a:gd name="T38" fmla="*/ 2147483646 w 936"/>
                <a:gd name="T39" fmla="*/ 2147483646 h 408"/>
                <a:gd name="T40" fmla="*/ 2147483646 w 936"/>
                <a:gd name="T41" fmla="*/ 2147483646 h 408"/>
                <a:gd name="T42" fmla="*/ 2147483646 w 936"/>
                <a:gd name="T43" fmla="*/ 2147483646 h 408"/>
                <a:gd name="T44" fmla="*/ 2147483646 w 936"/>
                <a:gd name="T45" fmla="*/ 2147483646 h 408"/>
                <a:gd name="T46" fmla="*/ 2147483646 w 936"/>
                <a:gd name="T47" fmla="*/ 2147483646 h 408"/>
                <a:gd name="T48" fmla="*/ 2147483646 w 936"/>
                <a:gd name="T49" fmla="*/ 2147483646 h 408"/>
                <a:gd name="T50" fmla="*/ 2147483646 w 936"/>
                <a:gd name="T51" fmla="*/ 2147483646 h 408"/>
                <a:gd name="T52" fmla="*/ 2147483646 w 936"/>
                <a:gd name="T53" fmla="*/ 2147483646 h 408"/>
                <a:gd name="T54" fmla="*/ 2147483646 w 936"/>
                <a:gd name="T55" fmla="*/ 2147483646 h 408"/>
                <a:gd name="T56" fmla="*/ 2147483646 w 936"/>
                <a:gd name="T57" fmla="*/ 2147483646 h 408"/>
                <a:gd name="T58" fmla="*/ 2147483646 w 936"/>
                <a:gd name="T59" fmla="*/ 2147483646 h 408"/>
                <a:gd name="T60" fmla="*/ 2147483646 w 936"/>
                <a:gd name="T61" fmla="*/ 2147483646 h 408"/>
                <a:gd name="T62" fmla="*/ 2147483646 w 936"/>
                <a:gd name="T63" fmla="*/ 2147483646 h 408"/>
                <a:gd name="T64" fmla="*/ 2147483646 w 936"/>
                <a:gd name="T65" fmla="*/ 2147483646 h 408"/>
                <a:gd name="T66" fmla="*/ 2147483646 w 936"/>
                <a:gd name="T67" fmla="*/ 2147483646 h 408"/>
                <a:gd name="T68" fmla="*/ 2147483646 w 936"/>
                <a:gd name="T69" fmla="*/ 2147483646 h 408"/>
                <a:gd name="T70" fmla="*/ 2147483646 w 936"/>
                <a:gd name="T71" fmla="*/ 2147483646 h 408"/>
                <a:gd name="T72" fmla="*/ 2147483646 w 936"/>
                <a:gd name="T73" fmla="*/ 2147483646 h 408"/>
                <a:gd name="T74" fmla="*/ 2147483646 w 936"/>
                <a:gd name="T75" fmla="*/ 2147483646 h 408"/>
                <a:gd name="T76" fmla="*/ 2147483646 w 936"/>
                <a:gd name="T77" fmla="*/ 2147483646 h 408"/>
                <a:gd name="T78" fmla="*/ 2147483646 w 936"/>
                <a:gd name="T79" fmla="*/ 2147483646 h 408"/>
                <a:gd name="T80" fmla="*/ 2147483646 w 936"/>
                <a:gd name="T81" fmla="*/ 2147483646 h 408"/>
                <a:gd name="T82" fmla="*/ 2147483646 w 936"/>
                <a:gd name="T83" fmla="*/ 2147483646 h 408"/>
                <a:gd name="T84" fmla="*/ 2147483646 w 936"/>
                <a:gd name="T85" fmla="*/ 2147483646 h 408"/>
                <a:gd name="T86" fmla="*/ 2147483646 w 936"/>
                <a:gd name="T87" fmla="*/ 2147483646 h 40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936"/>
                <a:gd name="T133" fmla="*/ 0 h 408"/>
                <a:gd name="T134" fmla="*/ 936 w 936"/>
                <a:gd name="T135" fmla="*/ 408 h 40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936" h="408" extrusionOk="0">
                  <a:moveTo>
                    <a:pt x="0" y="198"/>
                  </a:moveTo>
                  <a:lnTo>
                    <a:pt x="0" y="210"/>
                  </a:lnTo>
                  <a:lnTo>
                    <a:pt x="1" y="199"/>
                  </a:lnTo>
                  <a:lnTo>
                    <a:pt x="1" y="188"/>
                  </a:lnTo>
                  <a:lnTo>
                    <a:pt x="3" y="179"/>
                  </a:lnTo>
                  <a:lnTo>
                    <a:pt x="4" y="168"/>
                  </a:lnTo>
                  <a:lnTo>
                    <a:pt x="7" y="157"/>
                  </a:lnTo>
                  <a:lnTo>
                    <a:pt x="9" y="148"/>
                  </a:lnTo>
                  <a:lnTo>
                    <a:pt x="13" y="138"/>
                  </a:lnTo>
                  <a:lnTo>
                    <a:pt x="16" y="128"/>
                  </a:lnTo>
                  <a:lnTo>
                    <a:pt x="21" y="119"/>
                  </a:lnTo>
                  <a:lnTo>
                    <a:pt x="26" y="110"/>
                  </a:lnTo>
                  <a:lnTo>
                    <a:pt x="31" y="101"/>
                  </a:lnTo>
                  <a:lnTo>
                    <a:pt x="36" y="92"/>
                  </a:lnTo>
                  <a:lnTo>
                    <a:pt x="42" y="85"/>
                  </a:lnTo>
                  <a:lnTo>
                    <a:pt x="48" y="77"/>
                  </a:lnTo>
                  <a:lnTo>
                    <a:pt x="55" y="70"/>
                  </a:lnTo>
                  <a:lnTo>
                    <a:pt x="62" y="61"/>
                  </a:lnTo>
                  <a:lnTo>
                    <a:pt x="69" y="55"/>
                  </a:lnTo>
                  <a:lnTo>
                    <a:pt x="76" y="48"/>
                  </a:lnTo>
                  <a:lnTo>
                    <a:pt x="85" y="42"/>
                  </a:lnTo>
                  <a:lnTo>
                    <a:pt x="93" y="36"/>
                  </a:lnTo>
                  <a:lnTo>
                    <a:pt x="102" y="31"/>
                  </a:lnTo>
                  <a:lnTo>
                    <a:pt x="110" y="25"/>
                  </a:lnTo>
                  <a:lnTo>
                    <a:pt x="120" y="20"/>
                  </a:lnTo>
                  <a:lnTo>
                    <a:pt x="128" y="17"/>
                  </a:lnTo>
                  <a:lnTo>
                    <a:pt x="138" y="13"/>
                  </a:lnTo>
                  <a:lnTo>
                    <a:pt x="147" y="9"/>
                  </a:lnTo>
                  <a:lnTo>
                    <a:pt x="158" y="7"/>
                  </a:lnTo>
                  <a:lnTo>
                    <a:pt x="168" y="5"/>
                  </a:lnTo>
                  <a:lnTo>
                    <a:pt x="178" y="2"/>
                  </a:lnTo>
                  <a:lnTo>
                    <a:pt x="189" y="1"/>
                  </a:lnTo>
                  <a:lnTo>
                    <a:pt x="199" y="0"/>
                  </a:lnTo>
                  <a:lnTo>
                    <a:pt x="210" y="0"/>
                  </a:lnTo>
                  <a:lnTo>
                    <a:pt x="726" y="0"/>
                  </a:lnTo>
                  <a:lnTo>
                    <a:pt x="736" y="0"/>
                  </a:lnTo>
                  <a:lnTo>
                    <a:pt x="747" y="1"/>
                  </a:lnTo>
                  <a:lnTo>
                    <a:pt x="758" y="2"/>
                  </a:lnTo>
                  <a:lnTo>
                    <a:pt x="769" y="5"/>
                  </a:lnTo>
                  <a:lnTo>
                    <a:pt x="778" y="7"/>
                  </a:lnTo>
                  <a:lnTo>
                    <a:pt x="789" y="9"/>
                  </a:lnTo>
                  <a:lnTo>
                    <a:pt x="799" y="13"/>
                  </a:lnTo>
                  <a:lnTo>
                    <a:pt x="808" y="17"/>
                  </a:lnTo>
                  <a:lnTo>
                    <a:pt x="817" y="20"/>
                  </a:lnTo>
                  <a:lnTo>
                    <a:pt x="826" y="25"/>
                  </a:lnTo>
                  <a:lnTo>
                    <a:pt x="835" y="31"/>
                  </a:lnTo>
                  <a:lnTo>
                    <a:pt x="843" y="36"/>
                  </a:lnTo>
                  <a:lnTo>
                    <a:pt x="852" y="42"/>
                  </a:lnTo>
                  <a:lnTo>
                    <a:pt x="860" y="48"/>
                  </a:lnTo>
                  <a:lnTo>
                    <a:pt x="867" y="55"/>
                  </a:lnTo>
                  <a:lnTo>
                    <a:pt x="874" y="61"/>
                  </a:lnTo>
                  <a:lnTo>
                    <a:pt x="882" y="70"/>
                  </a:lnTo>
                  <a:lnTo>
                    <a:pt x="889" y="77"/>
                  </a:lnTo>
                  <a:lnTo>
                    <a:pt x="895" y="85"/>
                  </a:lnTo>
                  <a:lnTo>
                    <a:pt x="901" y="92"/>
                  </a:lnTo>
                  <a:lnTo>
                    <a:pt x="906" y="101"/>
                  </a:lnTo>
                  <a:lnTo>
                    <a:pt x="911" y="110"/>
                  </a:lnTo>
                  <a:lnTo>
                    <a:pt x="915" y="119"/>
                  </a:lnTo>
                  <a:lnTo>
                    <a:pt x="920" y="128"/>
                  </a:lnTo>
                  <a:lnTo>
                    <a:pt x="924" y="138"/>
                  </a:lnTo>
                  <a:lnTo>
                    <a:pt x="927" y="148"/>
                  </a:lnTo>
                  <a:lnTo>
                    <a:pt x="930" y="157"/>
                  </a:lnTo>
                  <a:lnTo>
                    <a:pt x="932" y="168"/>
                  </a:lnTo>
                  <a:lnTo>
                    <a:pt x="933" y="179"/>
                  </a:lnTo>
                  <a:lnTo>
                    <a:pt x="936" y="188"/>
                  </a:lnTo>
                  <a:lnTo>
                    <a:pt x="936" y="199"/>
                  </a:lnTo>
                  <a:lnTo>
                    <a:pt x="936" y="210"/>
                  </a:lnTo>
                  <a:lnTo>
                    <a:pt x="936" y="198"/>
                  </a:lnTo>
                  <a:lnTo>
                    <a:pt x="936" y="209"/>
                  </a:lnTo>
                  <a:lnTo>
                    <a:pt x="936" y="220"/>
                  </a:lnTo>
                  <a:lnTo>
                    <a:pt x="933" y="230"/>
                  </a:lnTo>
                  <a:lnTo>
                    <a:pt x="932" y="241"/>
                  </a:lnTo>
                  <a:lnTo>
                    <a:pt x="930" y="251"/>
                  </a:lnTo>
                  <a:lnTo>
                    <a:pt x="927" y="260"/>
                  </a:lnTo>
                  <a:lnTo>
                    <a:pt x="924" y="270"/>
                  </a:lnTo>
                  <a:lnTo>
                    <a:pt x="920" y="280"/>
                  </a:lnTo>
                  <a:lnTo>
                    <a:pt x="915" y="289"/>
                  </a:lnTo>
                  <a:lnTo>
                    <a:pt x="911" y="299"/>
                  </a:lnTo>
                  <a:lnTo>
                    <a:pt x="906" y="307"/>
                  </a:lnTo>
                  <a:lnTo>
                    <a:pt x="901" y="316"/>
                  </a:lnTo>
                  <a:lnTo>
                    <a:pt x="895" y="324"/>
                  </a:lnTo>
                  <a:lnTo>
                    <a:pt x="889" y="332"/>
                  </a:lnTo>
                  <a:lnTo>
                    <a:pt x="882" y="340"/>
                  </a:lnTo>
                  <a:lnTo>
                    <a:pt x="874" y="347"/>
                  </a:lnTo>
                  <a:lnTo>
                    <a:pt x="867" y="354"/>
                  </a:lnTo>
                  <a:lnTo>
                    <a:pt x="860" y="360"/>
                  </a:lnTo>
                  <a:lnTo>
                    <a:pt x="852" y="366"/>
                  </a:lnTo>
                  <a:lnTo>
                    <a:pt x="843" y="372"/>
                  </a:lnTo>
                  <a:lnTo>
                    <a:pt x="835" y="378"/>
                  </a:lnTo>
                  <a:lnTo>
                    <a:pt x="826" y="383"/>
                  </a:lnTo>
                  <a:lnTo>
                    <a:pt x="817" y="388"/>
                  </a:lnTo>
                  <a:lnTo>
                    <a:pt x="808" y="391"/>
                  </a:lnTo>
                  <a:lnTo>
                    <a:pt x="799" y="396"/>
                  </a:lnTo>
                  <a:lnTo>
                    <a:pt x="789" y="398"/>
                  </a:lnTo>
                  <a:lnTo>
                    <a:pt x="778" y="402"/>
                  </a:lnTo>
                  <a:lnTo>
                    <a:pt x="769" y="404"/>
                  </a:lnTo>
                  <a:lnTo>
                    <a:pt x="758" y="406"/>
                  </a:lnTo>
                  <a:lnTo>
                    <a:pt x="747" y="407"/>
                  </a:lnTo>
                  <a:lnTo>
                    <a:pt x="736" y="408"/>
                  </a:lnTo>
                  <a:lnTo>
                    <a:pt x="726" y="408"/>
                  </a:lnTo>
                  <a:lnTo>
                    <a:pt x="210" y="408"/>
                  </a:lnTo>
                  <a:lnTo>
                    <a:pt x="199" y="408"/>
                  </a:lnTo>
                  <a:lnTo>
                    <a:pt x="189" y="407"/>
                  </a:lnTo>
                  <a:lnTo>
                    <a:pt x="178" y="406"/>
                  </a:lnTo>
                  <a:lnTo>
                    <a:pt x="168" y="404"/>
                  </a:lnTo>
                  <a:lnTo>
                    <a:pt x="158" y="402"/>
                  </a:lnTo>
                  <a:lnTo>
                    <a:pt x="147" y="398"/>
                  </a:lnTo>
                  <a:lnTo>
                    <a:pt x="138" y="396"/>
                  </a:lnTo>
                  <a:lnTo>
                    <a:pt x="128" y="391"/>
                  </a:lnTo>
                  <a:lnTo>
                    <a:pt x="120" y="388"/>
                  </a:lnTo>
                  <a:lnTo>
                    <a:pt x="110" y="383"/>
                  </a:lnTo>
                  <a:lnTo>
                    <a:pt x="102" y="378"/>
                  </a:lnTo>
                  <a:lnTo>
                    <a:pt x="93" y="372"/>
                  </a:lnTo>
                  <a:lnTo>
                    <a:pt x="85" y="366"/>
                  </a:lnTo>
                  <a:lnTo>
                    <a:pt x="76" y="360"/>
                  </a:lnTo>
                  <a:lnTo>
                    <a:pt x="69" y="354"/>
                  </a:lnTo>
                  <a:lnTo>
                    <a:pt x="62" y="347"/>
                  </a:lnTo>
                  <a:lnTo>
                    <a:pt x="55" y="340"/>
                  </a:lnTo>
                  <a:lnTo>
                    <a:pt x="48" y="332"/>
                  </a:lnTo>
                  <a:lnTo>
                    <a:pt x="42" y="324"/>
                  </a:lnTo>
                  <a:lnTo>
                    <a:pt x="36" y="316"/>
                  </a:lnTo>
                  <a:lnTo>
                    <a:pt x="31" y="307"/>
                  </a:lnTo>
                  <a:lnTo>
                    <a:pt x="26" y="299"/>
                  </a:lnTo>
                  <a:lnTo>
                    <a:pt x="21" y="289"/>
                  </a:lnTo>
                  <a:lnTo>
                    <a:pt x="16" y="280"/>
                  </a:lnTo>
                  <a:lnTo>
                    <a:pt x="13" y="270"/>
                  </a:lnTo>
                  <a:lnTo>
                    <a:pt x="9" y="260"/>
                  </a:lnTo>
                  <a:lnTo>
                    <a:pt x="7" y="251"/>
                  </a:lnTo>
                  <a:lnTo>
                    <a:pt x="4" y="241"/>
                  </a:lnTo>
                  <a:lnTo>
                    <a:pt x="3" y="230"/>
                  </a:lnTo>
                  <a:lnTo>
                    <a:pt x="1" y="220"/>
                  </a:lnTo>
                  <a:lnTo>
                    <a:pt x="1" y="209"/>
                  </a:lnTo>
                  <a:lnTo>
                    <a:pt x="0" y="198"/>
                  </a:lnTo>
                  <a:close/>
                </a:path>
              </a:pathLst>
            </a:custGeom>
            <a:noFill/>
            <a:ln w="17450" cap="rnd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061" name="Shape 808">
              <a:extLst>
                <a:ext uri="{FF2B5EF4-FFF2-40B4-BE49-F238E27FC236}">
                  <a16:creationId xmlns:a16="http://schemas.microsoft.com/office/drawing/2014/main" id="{8A6988BF-0C89-46A6-8717-90C272CDF5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7575" y="10761662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86062" name="Shape 809">
              <a:extLst>
                <a:ext uri="{FF2B5EF4-FFF2-40B4-BE49-F238E27FC236}">
                  <a16:creationId xmlns:a16="http://schemas.microsoft.com/office/drawing/2014/main" id="{0FAB308B-608F-4A14-B960-09933B6C68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46375" y="9842499"/>
              <a:ext cx="106362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86063" name="Shape 810">
              <a:extLst>
                <a:ext uri="{FF2B5EF4-FFF2-40B4-BE49-F238E27FC236}">
                  <a16:creationId xmlns:a16="http://schemas.microsoft.com/office/drawing/2014/main" id="{3F130E6A-4105-42D6-A904-D921E48625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35275" y="9936162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86064" name="Shape 813">
              <a:extLst>
                <a:ext uri="{FF2B5EF4-FFF2-40B4-BE49-F238E27FC236}">
                  <a16:creationId xmlns:a16="http://schemas.microsoft.com/office/drawing/2014/main" id="{E54B6F13-F1C2-4C0E-94A0-851E42E332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44787" y="9580562"/>
              <a:ext cx="227013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  <a:sym typeface="Times New Roman" panose="02020603050405020304" pitchFamily="18" charset="0"/>
                </a:rPr>
                <a:t>s</a:t>
              </a:r>
            </a:p>
          </p:txBody>
        </p:sp>
      </p:grpSp>
      <p:sp>
        <p:nvSpPr>
          <p:cNvPr id="86046" name="TextBox 106">
            <a:extLst>
              <a:ext uri="{FF2B5EF4-FFF2-40B4-BE49-F238E27FC236}">
                <a16:creationId xmlns:a16="http://schemas.microsoft.com/office/drawing/2014/main" id="{61A1F6A9-E6EF-4FD3-92CD-17B7D3A54F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16800" y="5105400"/>
            <a:ext cx="8890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s =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7041" name="Group 1">
            <a:extLst>
              <a:ext uri="{FF2B5EF4-FFF2-40B4-BE49-F238E27FC236}">
                <a16:creationId xmlns:a16="http://schemas.microsoft.com/office/drawing/2014/main" id="{B66A80F1-3638-4101-B5DC-8CA4E3F6BA35}"/>
              </a:ext>
            </a:extLst>
          </p:cNvPr>
          <p:cNvGrpSpPr>
            <a:grpSpLocks/>
          </p:cNvGrpSpPr>
          <p:nvPr/>
        </p:nvGrpSpPr>
        <p:grpSpPr bwMode="auto">
          <a:xfrm>
            <a:off x="2030413" y="1905000"/>
            <a:ext cx="5008562" cy="2773363"/>
            <a:chOff x="2030413" y="1379538"/>
            <a:chExt cx="5008562" cy="2773362"/>
          </a:xfrm>
        </p:grpSpPr>
        <p:sp>
          <p:nvSpPr>
            <p:cNvPr id="87050" name="Rectangle 4">
              <a:extLst>
                <a:ext uri="{FF2B5EF4-FFF2-40B4-BE49-F238E27FC236}">
                  <a16:creationId xmlns:a16="http://schemas.microsoft.com/office/drawing/2014/main" id="{C87EDC7E-67FC-4F6F-A243-FBA42E7A10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1379538"/>
              <a:ext cx="4979987" cy="11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051" name="Rectangle 5">
              <a:extLst>
                <a:ext uri="{FF2B5EF4-FFF2-40B4-BE49-F238E27FC236}">
                  <a16:creationId xmlns:a16="http://schemas.microsoft.com/office/drawing/2014/main" id="{D8453640-4A7C-484B-8CFF-0CD2D9F55C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1403350"/>
              <a:ext cx="11112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052" name="Rectangle 6">
              <a:extLst>
                <a:ext uri="{FF2B5EF4-FFF2-40B4-BE49-F238E27FC236}">
                  <a16:creationId xmlns:a16="http://schemas.microsoft.com/office/drawing/2014/main" id="{F543CD9D-216D-4E0A-84B6-A95F9D5A36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053" name="Rectangle 7">
              <a:extLst>
                <a:ext uri="{FF2B5EF4-FFF2-40B4-BE49-F238E27FC236}">
                  <a16:creationId xmlns:a16="http://schemas.microsoft.com/office/drawing/2014/main" id="{6C2FDEF9-4FFC-41D2-9F4A-E2510CDA1B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688" y="1649413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Present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054" name="Rectangle 8">
              <a:extLst>
                <a:ext uri="{FF2B5EF4-FFF2-40B4-BE49-F238E27FC236}">
                  <a16:creationId xmlns:a16="http://schemas.microsoft.com/office/drawing/2014/main" id="{94019A2B-904D-429F-A1E1-E8E947C557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055" name="Rectangle 9">
              <a:extLst>
                <a:ext uri="{FF2B5EF4-FFF2-40B4-BE49-F238E27FC236}">
                  <a16:creationId xmlns:a16="http://schemas.microsoft.com/office/drawing/2014/main" id="{D6F5B587-789A-4EF3-9D1B-E87D4B777F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1403350"/>
              <a:ext cx="12700" cy="4683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056" name="Rectangle 10">
              <a:extLst>
                <a:ext uri="{FF2B5EF4-FFF2-40B4-BE49-F238E27FC236}">
                  <a16:creationId xmlns:a16="http://schemas.microsoft.com/office/drawing/2014/main" id="{8B2BFAD5-DFC4-4AF5-A8DB-69648763CA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858963"/>
              <a:ext cx="2925762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057" name="Rectangle 11">
              <a:extLst>
                <a:ext uri="{FF2B5EF4-FFF2-40B4-BE49-F238E27FC236}">
                  <a16:creationId xmlns:a16="http://schemas.microsoft.com/office/drawing/2014/main" id="{5133CEAB-D157-4A72-95D3-1AB57FE5BB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1871663"/>
              <a:ext cx="11112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058" name="Rectangle 12">
              <a:extLst>
                <a:ext uri="{FF2B5EF4-FFF2-40B4-BE49-F238E27FC236}">
                  <a16:creationId xmlns:a16="http://schemas.microsoft.com/office/drawing/2014/main" id="{19C5D868-BA86-4645-A3AF-590A5B176E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9713" y="1506538"/>
              <a:ext cx="10207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Nextstate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059" name="Rectangle 13">
              <a:extLst>
                <a:ext uri="{FF2B5EF4-FFF2-40B4-BE49-F238E27FC236}">
                  <a16:creationId xmlns:a16="http://schemas.microsoft.com/office/drawing/2014/main" id="{AB1469DB-8CE1-4C3E-95D5-B28FA8AF23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060" name="Rectangle 14">
              <a:extLst>
                <a:ext uri="{FF2B5EF4-FFF2-40B4-BE49-F238E27FC236}">
                  <a16:creationId xmlns:a16="http://schemas.microsoft.com/office/drawing/2014/main" id="{D26C6C74-0EF7-49BA-8F49-6AF8751921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8388" y="1973263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061" name="Rectangle 15">
              <a:extLst>
                <a:ext uri="{FF2B5EF4-FFF2-40B4-BE49-F238E27FC236}">
                  <a16:creationId xmlns:a16="http://schemas.microsoft.com/office/drawing/2014/main" id="{A07F307A-18D2-48E6-B874-1CF8050728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6438" y="197167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ab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062" name="Rectangle 16">
              <a:extLst>
                <a:ext uri="{FF2B5EF4-FFF2-40B4-BE49-F238E27FC236}">
                  <a16:creationId xmlns:a16="http://schemas.microsoft.com/office/drawing/2014/main" id="{7C84A24C-049E-4543-A20A-15D3F8AF37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825" y="1973263"/>
              <a:ext cx="460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=00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063" name="Rectangle 17">
              <a:extLst>
                <a:ext uri="{FF2B5EF4-FFF2-40B4-BE49-F238E27FC236}">
                  <a16:creationId xmlns:a16="http://schemas.microsoft.com/office/drawing/2014/main" id="{12D13B9F-DF6C-4F84-9994-3777A6CC0E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1813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064" name="Rectangle 18">
              <a:extLst>
                <a:ext uri="{FF2B5EF4-FFF2-40B4-BE49-F238E27FC236}">
                  <a16:creationId xmlns:a16="http://schemas.microsoft.com/office/drawing/2014/main" id="{A1293C49-B1FF-4A0C-AA64-2638850712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9350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065" name="Rectangle 19">
              <a:extLst>
                <a:ext uri="{FF2B5EF4-FFF2-40B4-BE49-F238E27FC236}">
                  <a16:creationId xmlns:a16="http://schemas.microsoft.com/office/drawing/2014/main" id="{6279DD55-2553-4CFD-9709-9B61C63FF9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066" name="Rectangle 20">
              <a:extLst>
                <a:ext uri="{FF2B5EF4-FFF2-40B4-BE49-F238E27FC236}">
                  <a16:creationId xmlns:a16="http://schemas.microsoft.com/office/drawing/2014/main" id="{D6154FFF-8961-4AE6-B2C9-69E2897CCA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3713" y="19732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067" name="Rectangle 21">
              <a:extLst>
                <a:ext uri="{FF2B5EF4-FFF2-40B4-BE49-F238E27FC236}">
                  <a16:creationId xmlns:a16="http://schemas.microsoft.com/office/drawing/2014/main" id="{4099AACE-A917-4EA7-A10E-54AF18EE71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18716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068" name="Rectangle 22">
              <a:extLst>
                <a:ext uri="{FF2B5EF4-FFF2-40B4-BE49-F238E27FC236}">
                  <a16:creationId xmlns:a16="http://schemas.microsoft.com/office/drawing/2014/main" id="{BF999D07-BA42-4BDE-8E28-C304FBB0ED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316163"/>
              <a:ext cx="2925762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069" name="Rectangle 23">
              <a:extLst>
                <a:ext uri="{FF2B5EF4-FFF2-40B4-BE49-F238E27FC236}">
                  <a16:creationId xmlns:a16="http://schemas.microsoft.com/office/drawing/2014/main" id="{99B303D7-FEF2-45DF-869E-5736CC06C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2328863"/>
              <a:ext cx="11112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070" name="Rectangle 24">
              <a:extLst>
                <a:ext uri="{FF2B5EF4-FFF2-40B4-BE49-F238E27FC236}">
                  <a16:creationId xmlns:a16="http://schemas.microsoft.com/office/drawing/2014/main" id="{9662A05D-3493-47A8-80FF-46B22C0A1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2200" y="1881188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Output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071" name="Rectangle 25">
              <a:extLst>
                <a:ext uri="{FF2B5EF4-FFF2-40B4-BE49-F238E27FC236}">
                  <a16:creationId xmlns:a16="http://schemas.microsoft.com/office/drawing/2014/main" id="{6E457A8C-B5FE-4F75-BF6D-20DEF420B5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6800" y="22812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072" name="Rectangle 26">
              <a:extLst>
                <a:ext uri="{FF2B5EF4-FFF2-40B4-BE49-F238E27FC236}">
                  <a16:creationId xmlns:a16="http://schemas.microsoft.com/office/drawing/2014/main" id="{8051428D-4BFA-4C53-9898-2D852EC1DF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0625" y="2379663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073" name="Rectangle 27">
              <a:extLst>
                <a:ext uri="{FF2B5EF4-FFF2-40B4-BE49-F238E27FC236}">
                  <a16:creationId xmlns:a16="http://schemas.microsoft.com/office/drawing/2014/main" id="{FCB86DE3-0F85-46EC-875C-667815AF96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281238"/>
              <a:ext cx="17621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074" name="Rectangle 28">
              <a:extLst>
                <a:ext uri="{FF2B5EF4-FFF2-40B4-BE49-F238E27FC236}">
                  <a16:creationId xmlns:a16="http://schemas.microsoft.com/office/drawing/2014/main" id="{F389D171-44DF-4029-B874-58AB37D1A2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075" name="Rectangle 29">
              <a:extLst>
                <a:ext uri="{FF2B5EF4-FFF2-40B4-BE49-F238E27FC236}">
                  <a16:creationId xmlns:a16="http://schemas.microsoft.com/office/drawing/2014/main" id="{30B95308-D3A0-4209-AD13-EC0EE99714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8750" y="2379663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076" name="Rectangle 30">
              <a:extLst>
                <a:ext uri="{FF2B5EF4-FFF2-40B4-BE49-F238E27FC236}">
                  <a16:creationId xmlns:a16="http://schemas.microsoft.com/office/drawing/2014/main" id="{1CDB805A-CE7E-4D7C-8054-2D7AD1603C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7363" y="24272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077" name="Rectangle 31">
              <a:extLst>
                <a:ext uri="{FF2B5EF4-FFF2-40B4-BE49-F238E27FC236}">
                  <a16:creationId xmlns:a16="http://schemas.microsoft.com/office/drawing/2014/main" id="{81A8C51C-8B16-4833-9292-D7806F47D7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3413" y="25241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078" name="Rectangle 32">
              <a:extLst>
                <a:ext uri="{FF2B5EF4-FFF2-40B4-BE49-F238E27FC236}">
                  <a16:creationId xmlns:a16="http://schemas.microsoft.com/office/drawing/2014/main" id="{84A4B7A0-6C21-4D54-85C7-C5C9A01C84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7713" y="24272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079" name="Rectangle 33">
              <a:extLst>
                <a:ext uri="{FF2B5EF4-FFF2-40B4-BE49-F238E27FC236}">
                  <a16:creationId xmlns:a16="http://schemas.microsoft.com/office/drawing/2014/main" id="{E200CE20-71A9-47B5-BEA4-032823950B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080" name="Rectangle 34">
              <a:extLst>
                <a:ext uri="{FF2B5EF4-FFF2-40B4-BE49-F238E27FC236}">
                  <a16:creationId xmlns:a16="http://schemas.microsoft.com/office/drawing/2014/main" id="{7CF73AD3-1811-42C7-AB72-ED13FBD26E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3763" y="25241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081" name="Rectangle 35">
              <a:extLst>
                <a:ext uri="{FF2B5EF4-FFF2-40B4-BE49-F238E27FC236}">
                  <a16:creationId xmlns:a16="http://schemas.microsoft.com/office/drawing/2014/main" id="{74BA55BF-B763-4D74-9BFA-B26072CD8B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2328863"/>
              <a:ext cx="12700" cy="4556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082" name="Rectangle 36">
              <a:extLst>
                <a:ext uri="{FF2B5EF4-FFF2-40B4-BE49-F238E27FC236}">
                  <a16:creationId xmlns:a16="http://schemas.microsoft.com/office/drawing/2014/main" id="{21978703-9FBA-4713-91BE-2669E2FEB7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2771775"/>
              <a:ext cx="49799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083" name="Rectangle 37">
              <a:extLst>
                <a:ext uri="{FF2B5EF4-FFF2-40B4-BE49-F238E27FC236}">
                  <a16:creationId xmlns:a16="http://schemas.microsoft.com/office/drawing/2014/main" id="{09BA9EAD-6CAC-40D5-A7EC-4AAD5AB978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2787650"/>
              <a:ext cx="11112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084" name="Rectangle 38">
              <a:extLst>
                <a:ext uri="{FF2B5EF4-FFF2-40B4-BE49-F238E27FC236}">
                  <a16:creationId xmlns:a16="http://schemas.microsoft.com/office/drawing/2014/main" id="{E571EF52-920D-4516-A9B1-5103B5BC5F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62713" y="2281238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085" name="Rectangle 39">
              <a:extLst>
                <a:ext uri="{FF2B5EF4-FFF2-40B4-BE49-F238E27FC236}">
                  <a16:creationId xmlns:a16="http://schemas.microsoft.com/office/drawing/2014/main" id="{AC854809-7F74-4F52-AEF2-4203E2ACAC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086" name="Rectangle 40">
              <a:extLst>
                <a:ext uri="{FF2B5EF4-FFF2-40B4-BE49-F238E27FC236}">
                  <a16:creationId xmlns:a16="http://schemas.microsoft.com/office/drawing/2014/main" id="{4EA88B41-C021-4243-BD2C-BDA46DAB04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087" name="Rectangle 41">
              <a:extLst>
                <a:ext uri="{FF2B5EF4-FFF2-40B4-BE49-F238E27FC236}">
                  <a16:creationId xmlns:a16="http://schemas.microsoft.com/office/drawing/2014/main" id="{566E7641-7F6B-4A9A-8F42-9643602889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088" name="Rectangle 42">
              <a:extLst>
                <a:ext uri="{FF2B5EF4-FFF2-40B4-BE49-F238E27FC236}">
                  <a16:creationId xmlns:a16="http://schemas.microsoft.com/office/drawing/2014/main" id="{1CBA9852-8F46-47BD-AF1D-19A8FB9DE2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089" name="Rectangle 43">
              <a:extLst>
                <a:ext uri="{FF2B5EF4-FFF2-40B4-BE49-F238E27FC236}">
                  <a16:creationId xmlns:a16="http://schemas.microsoft.com/office/drawing/2014/main" id="{9085E841-26F7-46EE-BF3E-A1FAFC2738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090" name="Rectangle 44">
              <a:extLst>
                <a:ext uri="{FF2B5EF4-FFF2-40B4-BE49-F238E27FC236}">
                  <a16:creationId xmlns:a16="http://schemas.microsoft.com/office/drawing/2014/main" id="{BAE08C0A-7968-4701-B0A2-2E27FD41A9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091" name="Rectangle 45">
              <a:extLst>
                <a:ext uri="{FF2B5EF4-FFF2-40B4-BE49-F238E27FC236}">
                  <a16:creationId xmlns:a16="http://schemas.microsoft.com/office/drawing/2014/main" id="{030B27B9-224D-4742-BC11-0EA9D20684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092" name="Rectangle 46">
              <a:extLst>
                <a:ext uri="{FF2B5EF4-FFF2-40B4-BE49-F238E27FC236}">
                  <a16:creationId xmlns:a16="http://schemas.microsoft.com/office/drawing/2014/main" id="{582AB064-DF1F-4279-96AA-C8A197E780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093" name="Rectangle 47">
              <a:extLst>
                <a:ext uri="{FF2B5EF4-FFF2-40B4-BE49-F238E27FC236}">
                  <a16:creationId xmlns:a16="http://schemas.microsoft.com/office/drawing/2014/main" id="{698928B7-1F48-4FCD-BEAD-F0FDCFF4FD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28876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094" name="Rectangle 48">
              <a:extLst>
                <a:ext uri="{FF2B5EF4-FFF2-40B4-BE49-F238E27FC236}">
                  <a16:creationId xmlns:a16="http://schemas.microsoft.com/office/drawing/2014/main" id="{1C69F913-0885-476C-879C-B709E03136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2787650"/>
              <a:ext cx="12700" cy="4016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095" name="Rectangle 49">
              <a:extLst>
                <a:ext uri="{FF2B5EF4-FFF2-40B4-BE49-F238E27FC236}">
                  <a16:creationId xmlns:a16="http://schemas.microsoft.com/office/drawing/2014/main" id="{7F628FAF-5361-4968-B060-66A0C2AB7A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189288"/>
              <a:ext cx="11112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096" name="Rectangle 50">
              <a:extLst>
                <a:ext uri="{FF2B5EF4-FFF2-40B4-BE49-F238E27FC236}">
                  <a16:creationId xmlns:a16="http://schemas.microsoft.com/office/drawing/2014/main" id="{15D330C9-B796-495E-BFF0-F35D9395CB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28876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097" name="Rectangle 51">
              <a:extLst>
                <a:ext uri="{FF2B5EF4-FFF2-40B4-BE49-F238E27FC236}">
                  <a16:creationId xmlns:a16="http://schemas.microsoft.com/office/drawing/2014/main" id="{7F234A85-A87B-44C8-A8B2-4F61C683C8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098" name="Rectangle 52">
              <a:extLst>
                <a:ext uri="{FF2B5EF4-FFF2-40B4-BE49-F238E27FC236}">
                  <a16:creationId xmlns:a16="http://schemas.microsoft.com/office/drawing/2014/main" id="{8D3A66BD-B04E-4ADD-9DC2-EB96714C63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099" name="Rectangle 53">
              <a:extLst>
                <a:ext uri="{FF2B5EF4-FFF2-40B4-BE49-F238E27FC236}">
                  <a16:creationId xmlns:a16="http://schemas.microsoft.com/office/drawing/2014/main" id="{ED51AA8F-F70F-4407-BAE7-35C39302FC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100" name="Rectangle 54">
              <a:extLst>
                <a:ext uri="{FF2B5EF4-FFF2-40B4-BE49-F238E27FC236}">
                  <a16:creationId xmlns:a16="http://schemas.microsoft.com/office/drawing/2014/main" id="{AC0DA283-6AEA-4316-9DD0-F38F237FC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101" name="Rectangle 55">
              <a:extLst>
                <a:ext uri="{FF2B5EF4-FFF2-40B4-BE49-F238E27FC236}">
                  <a16:creationId xmlns:a16="http://schemas.microsoft.com/office/drawing/2014/main" id="{F2C269C3-340F-42EE-9440-4667A81F11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102" name="Rectangle 56">
              <a:extLst>
                <a:ext uri="{FF2B5EF4-FFF2-40B4-BE49-F238E27FC236}">
                  <a16:creationId xmlns:a16="http://schemas.microsoft.com/office/drawing/2014/main" id="{E91BA183-C2C7-4F6D-8B11-7349F280EC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103" name="Rectangle 57">
              <a:extLst>
                <a:ext uri="{FF2B5EF4-FFF2-40B4-BE49-F238E27FC236}">
                  <a16:creationId xmlns:a16="http://schemas.microsoft.com/office/drawing/2014/main" id="{D473153D-D9C1-4FB2-A1AD-CC4EC9016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104" name="Rectangle 58">
              <a:extLst>
                <a:ext uri="{FF2B5EF4-FFF2-40B4-BE49-F238E27FC236}">
                  <a16:creationId xmlns:a16="http://schemas.microsoft.com/office/drawing/2014/main" id="{94658313-2C68-4BEC-A1A0-62BEFE5877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105" name="Rectangle 59">
              <a:extLst>
                <a:ext uri="{FF2B5EF4-FFF2-40B4-BE49-F238E27FC236}">
                  <a16:creationId xmlns:a16="http://schemas.microsoft.com/office/drawing/2014/main" id="{3F1CA88A-D9F2-4A6C-B90D-62BE5C71F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1892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106" name="Rectangle 60">
              <a:extLst>
                <a:ext uri="{FF2B5EF4-FFF2-40B4-BE49-F238E27FC236}">
                  <a16:creationId xmlns:a16="http://schemas.microsoft.com/office/drawing/2014/main" id="{107BE273-2F9B-4F34-B7FA-38F89391D1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1892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107" name="Rectangle 61">
              <a:extLst>
                <a:ext uri="{FF2B5EF4-FFF2-40B4-BE49-F238E27FC236}">
                  <a16:creationId xmlns:a16="http://schemas.microsoft.com/office/drawing/2014/main" id="{52F46C74-342F-4549-8D39-481DEA14ED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494088"/>
              <a:ext cx="11112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108" name="Rectangle 62">
              <a:extLst>
                <a:ext uri="{FF2B5EF4-FFF2-40B4-BE49-F238E27FC236}">
                  <a16:creationId xmlns:a16="http://schemas.microsoft.com/office/drawing/2014/main" id="{AF3B75A1-7395-48A5-BC73-462BEEC27E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1892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109" name="Rectangle 63">
              <a:extLst>
                <a:ext uri="{FF2B5EF4-FFF2-40B4-BE49-F238E27FC236}">
                  <a16:creationId xmlns:a16="http://schemas.microsoft.com/office/drawing/2014/main" id="{0D19DDDD-7440-46E3-BC6D-95EE0ED98B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110" name="Rectangle 64">
              <a:extLst>
                <a:ext uri="{FF2B5EF4-FFF2-40B4-BE49-F238E27FC236}">
                  <a16:creationId xmlns:a16="http://schemas.microsoft.com/office/drawing/2014/main" id="{F59C67C1-4ED5-4F8C-A7AD-D300939988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111" name="Rectangle 65">
              <a:extLst>
                <a:ext uri="{FF2B5EF4-FFF2-40B4-BE49-F238E27FC236}">
                  <a16:creationId xmlns:a16="http://schemas.microsoft.com/office/drawing/2014/main" id="{2C9AAB3E-CC39-41C7-9758-65C05846C7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112" name="Rectangle 66">
              <a:extLst>
                <a:ext uri="{FF2B5EF4-FFF2-40B4-BE49-F238E27FC236}">
                  <a16:creationId xmlns:a16="http://schemas.microsoft.com/office/drawing/2014/main" id="{E43E9D38-4384-4AFD-A2BE-5B48A3976E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113" name="Rectangle 67">
              <a:extLst>
                <a:ext uri="{FF2B5EF4-FFF2-40B4-BE49-F238E27FC236}">
                  <a16:creationId xmlns:a16="http://schemas.microsoft.com/office/drawing/2014/main" id="{31083AC3-66C4-47B9-B984-C94A429A37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114" name="Rectangle 68">
              <a:extLst>
                <a:ext uri="{FF2B5EF4-FFF2-40B4-BE49-F238E27FC236}">
                  <a16:creationId xmlns:a16="http://schemas.microsoft.com/office/drawing/2014/main" id="{8FA1C47E-9947-4623-916C-CBEFC969DE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115" name="Rectangle 69">
              <a:extLst>
                <a:ext uri="{FF2B5EF4-FFF2-40B4-BE49-F238E27FC236}">
                  <a16:creationId xmlns:a16="http://schemas.microsoft.com/office/drawing/2014/main" id="{8135F807-35A2-45A9-9085-2E44510FD5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116" name="Rectangle 70">
              <a:extLst>
                <a:ext uri="{FF2B5EF4-FFF2-40B4-BE49-F238E27FC236}">
                  <a16:creationId xmlns:a16="http://schemas.microsoft.com/office/drawing/2014/main" id="{5AF70402-8D01-4D61-AFA5-5CBAD090E8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117" name="Rectangle 71">
              <a:extLst>
                <a:ext uri="{FF2B5EF4-FFF2-40B4-BE49-F238E27FC236}">
                  <a16:creationId xmlns:a16="http://schemas.microsoft.com/office/drawing/2014/main" id="{BD6C2857-AB01-4BC6-8A03-C94ABC899E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4925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118" name="Rectangle 72">
              <a:extLst>
                <a:ext uri="{FF2B5EF4-FFF2-40B4-BE49-F238E27FC236}">
                  <a16:creationId xmlns:a16="http://schemas.microsoft.com/office/drawing/2014/main" id="{C6FD5658-7107-436C-81D0-AA259C378E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494088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119" name="Rectangle 73">
              <a:extLst>
                <a:ext uri="{FF2B5EF4-FFF2-40B4-BE49-F238E27FC236}">
                  <a16:creationId xmlns:a16="http://schemas.microsoft.com/office/drawing/2014/main" id="{70674D1F-DD58-46A9-817F-680401CB56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413" y="3803650"/>
              <a:ext cx="11112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120" name="Rectangle 74">
              <a:extLst>
                <a:ext uri="{FF2B5EF4-FFF2-40B4-BE49-F238E27FC236}">
                  <a16:creationId xmlns:a16="http://schemas.microsoft.com/office/drawing/2014/main" id="{C6DFE161-BB9F-4D02-A058-428DF87C3D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492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121" name="Rectangle 75">
              <a:extLst>
                <a:ext uri="{FF2B5EF4-FFF2-40B4-BE49-F238E27FC236}">
                  <a16:creationId xmlns:a16="http://schemas.microsoft.com/office/drawing/2014/main" id="{A034ADF7-7A34-4548-9645-86BDD7C9D4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122" name="Rectangle 76">
              <a:extLst>
                <a:ext uri="{FF2B5EF4-FFF2-40B4-BE49-F238E27FC236}">
                  <a16:creationId xmlns:a16="http://schemas.microsoft.com/office/drawing/2014/main" id="{257AC102-BAE6-4A11-9F01-3DA6A54C13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588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123" name="Rectangle 77">
              <a:extLst>
                <a:ext uri="{FF2B5EF4-FFF2-40B4-BE49-F238E27FC236}">
                  <a16:creationId xmlns:a16="http://schemas.microsoft.com/office/drawing/2014/main" id="{904BB00F-1FFC-4C9A-94D2-628890B93D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9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124" name="Rectangle 78">
              <a:extLst>
                <a:ext uri="{FF2B5EF4-FFF2-40B4-BE49-F238E27FC236}">
                  <a16:creationId xmlns:a16="http://schemas.microsoft.com/office/drawing/2014/main" id="{8141D6E1-836B-48DD-8644-FB43ACED2D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125" name="Rectangle 79">
              <a:extLst>
                <a:ext uri="{FF2B5EF4-FFF2-40B4-BE49-F238E27FC236}">
                  <a16:creationId xmlns:a16="http://schemas.microsoft.com/office/drawing/2014/main" id="{14F85D82-0978-4BA7-86B5-506173A7E4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475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126" name="Rectangle 80">
              <a:extLst>
                <a:ext uri="{FF2B5EF4-FFF2-40B4-BE49-F238E27FC236}">
                  <a16:creationId xmlns:a16="http://schemas.microsoft.com/office/drawing/2014/main" id="{1B14FBD5-1E74-4D8A-A878-09B04ED100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8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127" name="Rectangle 81">
              <a:extLst>
                <a:ext uri="{FF2B5EF4-FFF2-40B4-BE49-F238E27FC236}">
                  <a16:creationId xmlns:a16="http://schemas.microsoft.com/office/drawing/2014/main" id="{75431E9E-F890-4C04-9B6D-B1AB5EFF06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338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128" name="Rectangle 82">
              <a:extLst>
                <a:ext uri="{FF2B5EF4-FFF2-40B4-BE49-F238E27FC236}">
                  <a16:creationId xmlns:a16="http://schemas.microsoft.com/office/drawing/2014/main" id="{399291C8-130E-4A3D-8F6D-FC7BC5B203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1863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129" name="Rectangle 83">
              <a:extLst>
                <a:ext uri="{FF2B5EF4-FFF2-40B4-BE49-F238E27FC236}">
                  <a16:creationId xmlns:a16="http://schemas.microsoft.com/office/drawing/2014/main" id="{2BDF479D-B452-40EC-BE80-42FBF70919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1963" y="379730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130" name="Rectangle 84">
              <a:extLst>
                <a:ext uri="{FF2B5EF4-FFF2-40B4-BE49-F238E27FC236}">
                  <a16:creationId xmlns:a16="http://schemas.microsoft.com/office/drawing/2014/main" id="{6DEF3C34-9FAF-4DBA-B58A-97E9287522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6275" y="3803650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131" name="Rectangle 85">
              <a:extLst>
                <a:ext uri="{FF2B5EF4-FFF2-40B4-BE49-F238E27FC236}">
                  <a16:creationId xmlns:a16="http://schemas.microsoft.com/office/drawing/2014/main" id="{5B18779A-07B9-4A36-9855-CFEC3BA56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813" y="4140200"/>
              <a:ext cx="49799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132" name="Rectangle 86">
              <a:extLst>
                <a:ext uri="{FF2B5EF4-FFF2-40B4-BE49-F238E27FC236}">
                  <a16:creationId xmlns:a16="http://schemas.microsoft.com/office/drawing/2014/main" id="{2F91C880-E4AD-4A71-907B-8C846FCA9C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0" y="37973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86" name="Rectangle 2">
            <a:extLst>
              <a:ext uri="{FF2B5EF4-FFF2-40B4-BE49-F238E27FC236}">
                <a16:creationId xmlns:a16="http://schemas.microsoft.com/office/drawing/2014/main" id="{7CC2C540-B086-1040-BC94-E1AF9217B462}"/>
              </a:ext>
            </a:extLst>
          </p:cNvPr>
          <p:cNvSpPr txBox="1">
            <a:spLocks noChangeArrowheads="1"/>
          </p:cNvSpPr>
          <p:nvPr/>
        </p:nvSpPr>
        <p:spPr>
          <a:xfrm>
            <a:off x="14288" y="76200"/>
            <a:ext cx="9144000" cy="13716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State-assigned table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for the Moore-type serial adder FSM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 </a:t>
            </a:r>
          </a:p>
        </p:txBody>
      </p:sp>
      <p:sp>
        <p:nvSpPr>
          <p:cNvPr id="87043" name="TextBox 125">
            <a:extLst>
              <a:ext uri="{FF2B5EF4-FFF2-40B4-BE49-F238E27FC236}">
                <a16:creationId xmlns:a16="http://schemas.microsoft.com/office/drawing/2014/main" id="{CDEAB370-29F6-4A28-A94C-49CC02D959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151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6.46 from the textbook ]</a:t>
            </a:r>
          </a:p>
        </p:txBody>
      </p:sp>
      <p:sp>
        <p:nvSpPr>
          <p:cNvPr id="87044" name="TextBox 1">
            <a:extLst>
              <a:ext uri="{FF2B5EF4-FFF2-40B4-BE49-F238E27FC236}">
                <a16:creationId xmlns:a16="http://schemas.microsoft.com/office/drawing/2014/main" id="{97619827-8558-433D-972E-2BBAAE8F63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7075" y="6019800"/>
            <a:ext cx="8874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s =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87045" name="TextBox 2">
            <a:extLst>
              <a:ext uri="{FF2B5EF4-FFF2-40B4-BE49-F238E27FC236}">
                <a16:creationId xmlns:a16="http://schemas.microsoft.com/office/drawing/2014/main" id="{6A5149BA-BB9A-48B5-9AB5-BFC37B38FE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5541963"/>
            <a:ext cx="26368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= ab + ay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+ by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</a:p>
        </p:txBody>
      </p:sp>
      <p:grpSp>
        <p:nvGrpSpPr>
          <p:cNvPr id="87046" name="Group 5">
            <a:extLst>
              <a:ext uri="{FF2B5EF4-FFF2-40B4-BE49-F238E27FC236}">
                <a16:creationId xmlns:a16="http://schemas.microsoft.com/office/drawing/2014/main" id="{310BEF19-57FD-4303-AA49-91B9AC041416}"/>
              </a:ext>
            </a:extLst>
          </p:cNvPr>
          <p:cNvGrpSpPr>
            <a:grpSpLocks/>
          </p:cNvGrpSpPr>
          <p:nvPr/>
        </p:nvGrpSpPr>
        <p:grpSpPr bwMode="auto">
          <a:xfrm>
            <a:off x="3048000" y="5029200"/>
            <a:ext cx="2038350" cy="461963"/>
            <a:chOff x="2963918" y="5029200"/>
            <a:chExt cx="2038889" cy="461665"/>
          </a:xfrm>
        </p:grpSpPr>
        <p:sp>
          <p:nvSpPr>
            <p:cNvPr id="87047" name="TextBox 3">
              <a:extLst>
                <a:ext uri="{FF2B5EF4-FFF2-40B4-BE49-F238E27FC236}">
                  <a16:creationId xmlns:a16="http://schemas.microsoft.com/office/drawing/2014/main" id="{22DADD71-A301-4B34-AE87-E4F635BCDA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63918" y="5029200"/>
              <a:ext cx="2038889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= a + b + 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</a:t>
              </a:r>
            </a:p>
          </p:txBody>
        </p:sp>
        <p:sp>
          <p:nvSpPr>
            <p:cNvPr id="87048" name="Oval 4">
              <a:extLst>
                <a:ext uri="{FF2B5EF4-FFF2-40B4-BE49-F238E27FC236}">
                  <a16:creationId xmlns:a16="http://schemas.microsoft.com/office/drawing/2014/main" id="{7590A085-8176-44C7-8732-9A3499574D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2580" y="5215530"/>
              <a:ext cx="152400" cy="152400"/>
            </a:xfrm>
            <a:prstGeom prst="ellips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049" name="Oval 91">
              <a:extLst>
                <a:ext uri="{FF2B5EF4-FFF2-40B4-BE49-F238E27FC236}">
                  <a16:creationId xmlns:a16="http://schemas.microsoft.com/office/drawing/2014/main" id="{5BBA3F61-BAC5-4F8A-B332-15440EC0DFD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900000">
              <a:off x="4399280" y="5215530"/>
              <a:ext cx="152400" cy="152400"/>
            </a:xfrm>
            <a:prstGeom prst="ellips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065" name="Group 1">
            <a:extLst>
              <a:ext uri="{FF2B5EF4-FFF2-40B4-BE49-F238E27FC236}">
                <a16:creationId xmlns:a16="http://schemas.microsoft.com/office/drawing/2014/main" id="{1541F732-07F4-40B0-BBBE-3B7E6B618455}"/>
              </a:ext>
            </a:extLst>
          </p:cNvPr>
          <p:cNvGrpSpPr>
            <a:grpSpLocks/>
          </p:cNvGrpSpPr>
          <p:nvPr/>
        </p:nvGrpSpPr>
        <p:grpSpPr bwMode="auto">
          <a:xfrm>
            <a:off x="2087563" y="990600"/>
            <a:ext cx="5189537" cy="3924300"/>
            <a:chOff x="2087563" y="1562100"/>
            <a:chExt cx="5189537" cy="3924300"/>
          </a:xfrm>
        </p:grpSpPr>
        <p:sp>
          <p:nvSpPr>
            <p:cNvPr id="88076" name="Freeform 4">
              <a:extLst>
                <a:ext uri="{FF2B5EF4-FFF2-40B4-BE49-F238E27FC236}">
                  <a16:creationId xmlns:a16="http://schemas.microsoft.com/office/drawing/2014/main" id="{3C50218B-94E9-4A23-91AB-4E4932376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4125" y="2876550"/>
              <a:ext cx="1054100" cy="2289175"/>
            </a:xfrm>
            <a:custGeom>
              <a:avLst/>
              <a:gdLst>
                <a:gd name="T0" fmla="*/ 0 w 1327"/>
                <a:gd name="T1" fmla="*/ 2147483646 h 2883"/>
                <a:gd name="T2" fmla="*/ 0 w 1327"/>
                <a:gd name="T3" fmla="*/ 2147483646 h 2883"/>
                <a:gd name="T4" fmla="*/ 2147483646 w 1327"/>
                <a:gd name="T5" fmla="*/ 2147483646 h 2883"/>
                <a:gd name="T6" fmla="*/ 2147483646 w 1327"/>
                <a:gd name="T7" fmla="*/ 0 h 288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27"/>
                <a:gd name="T13" fmla="*/ 0 h 2883"/>
                <a:gd name="T14" fmla="*/ 1327 w 1327"/>
                <a:gd name="T15" fmla="*/ 2883 h 288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27" h="2883">
                  <a:moveTo>
                    <a:pt x="0" y="2883"/>
                  </a:moveTo>
                  <a:lnTo>
                    <a:pt x="0" y="432"/>
                  </a:lnTo>
                  <a:lnTo>
                    <a:pt x="1327" y="432"/>
                  </a:lnTo>
                  <a:lnTo>
                    <a:pt x="1327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077" name="Freeform 5">
              <a:extLst>
                <a:ext uri="{FF2B5EF4-FFF2-40B4-BE49-F238E27FC236}">
                  <a16:creationId xmlns:a16="http://schemas.microsoft.com/office/drawing/2014/main" id="{719DB4B1-D6FA-44C8-B205-0BA8C6002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9875" y="4822825"/>
              <a:ext cx="2038350" cy="342900"/>
            </a:xfrm>
            <a:custGeom>
              <a:avLst/>
              <a:gdLst>
                <a:gd name="T0" fmla="*/ 0 w 2568"/>
                <a:gd name="T1" fmla="*/ 2147483646 h 433"/>
                <a:gd name="T2" fmla="*/ 2147483646 w 2568"/>
                <a:gd name="T3" fmla="*/ 2147483646 h 433"/>
                <a:gd name="T4" fmla="*/ 2147483646 w 2568"/>
                <a:gd name="T5" fmla="*/ 0 h 433"/>
                <a:gd name="T6" fmla="*/ 0 60000 65536"/>
                <a:gd name="T7" fmla="*/ 0 60000 65536"/>
                <a:gd name="T8" fmla="*/ 0 60000 65536"/>
                <a:gd name="T9" fmla="*/ 0 w 2568"/>
                <a:gd name="T10" fmla="*/ 0 h 433"/>
                <a:gd name="T11" fmla="*/ 2568 w 2568"/>
                <a:gd name="T12" fmla="*/ 433 h 43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568" h="433">
                  <a:moveTo>
                    <a:pt x="0" y="433"/>
                  </a:moveTo>
                  <a:lnTo>
                    <a:pt x="2568" y="433"/>
                  </a:lnTo>
                  <a:lnTo>
                    <a:pt x="2568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078" name="Rectangle 6">
              <a:extLst>
                <a:ext uri="{FF2B5EF4-FFF2-40B4-BE49-F238E27FC236}">
                  <a16:creationId xmlns:a16="http://schemas.microsoft.com/office/drawing/2014/main" id="{6A007956-E146-4EC7-8FC7-656B0B2A85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7175" y="1595438"/>
              <a:ext cx="1282700" cy="1281112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079" name="Rectangle 7">
              <a:extLst>
                <a:ext uri="{FF2B5EF4-FFF2-40B4-BE49-F238E27FC236}">
                  <a16:creationId xmlns:a16="http://schemas.microsoft.com/office/drawing/2014/main" id="{FA2AC052-D42E-456B-9238-F0B62A5F91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6600" y="2000250"/>
              <a:ext cx="328613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Full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080" name="Line 8">
              <a:extLst>
                <a:ext uri="{FF2B5EF4-FFF2-40B4-BE49-F238E27FC236}">
                  <a16:creationId xmlns:a16="http://schemas.microsoft.com/office/drawing/2014/main" id="{DDE52390-DF01-4F94-A8EB-1B37D770BA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79875" y="1916113"/>
              <a:ext cx="1625600" cy="15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081" name="Rectangle 9">
              <a:extLst>
                <a:ext uri="{FF2B5EF4-FFF2-40B4-BE49-F238E27FC236}">
                  <a16:creationId xmlns:a16="http://schemas.microsoft.com/office/drawing/2014/main" id="{4F69ABEA-157B-41A5-AA6A-CCD3CD624F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3100" y="2230438"/>
              <a:ext cx="50323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adder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082" name="Rectangle 10">
              <a:extLst>
                <a:ext uri="{FF2B5EF4-FFF2-40B4-BE49-F238E27FC236}">
                  <a16:creationId xmlns:a16="http://schemas.microsoft.com/office/drawing/2014/main" id="{79D6F97A-16B2-404A-B526-CAFE69BC2E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7563" y="1785938"/>
              <a:ext cx="1524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a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083" name="Rectangle 11">
              <a:extLst>
                <a:ext uri="{FF2B5EF4-FFF2-40B4-BE49-F238E27FC236}">
                  <a16:creationId xmlns:a16="http://schemas.microsoft.com/office/drawing/2014/main" id="{0045449D-ECB1-42B3-A376-182D6BDB06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5475" y="1595438"/>
              <a:ext cx="825500" cy="12811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084" name="Rectangle 12">
              <a:extLst>
                <a:ext uri="{FF2B5EF4-FFF2-40B4-BE49-F238E27FC236}">
                  <a16:creationId xmlns:a16="http://schemas.microsoft.com/office/drawing/2014/main" id="{EB54F06B-12E2-48EE-A45F-C4C8318874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5500" y="2106613"/>
              <a:ext cx="1524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b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085" name="Rectangle 13">
              <a:extLst>
                <a:ext uri="{FF2B5EF4-FFF2-40B4-BE49-F238E27FC236}">
                  <a16:creationId xmlns:a16="http://schemas.microsoft.com/office/drawing/2014/main" id="{990A6F5E-AF17-47C2-943A-8FD6FD1CE5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95963" y="1811338"/>
              <a:ext cx="19685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D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086" name="Rectangle 14">
              <a:extLst>
                <a:ext uri="{FF2B5EF4-FFF2-40B4-BE49-F238E27FC236}">
                  <a16:creationId xmlns:a16="http://schemas.microsoft.com/office/drawing/2014/main" id="{10EC1259-4B82-4EDC-8BAE-BF836E091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2213" y="1803400"/>
              <a:ext cx="19685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087" name="Line 15">
              <a:extLst>
                <a:ext uri="{FF2B5EF4-FFF2-40B4-BE49-F238E27FC236}">
                  <a16:creationId xmlns:a16="http://schemas.microsoft.com/office/drawing/2014/main" id="{8768B2A3-C1EB-4C76-971E-BFE6C5B3B1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00788" y="2443163"/>
              <a:ext cx="92075" cy="158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088" name="Freeform 16">
              <a:extLst>
                <a:ext uri="{FF2B5EF4-FFF2-40B4-BE49-F238E27FC236}">
                  <a16:creationId xmlns:a16="http://schemas.microsoft.com/office/drawing/2014/main" id="{F5399F35-514D-414C-8DD9-D386223C1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5475" y="2487613"/>
              <a:ext cx="160338" cy="160337"/>
            </a:xfrm>
            <a:custGeom>
              <a:avLst/>
              <a:gdLst>
                <a:gd name="T0" fmla="*/ 0 w 201"/>
                <a:gd name="T1" fmla="*/ 2147483646 h 202"/>
                <a:gd name="T2" fmla="*/ 2147483646 w 201"/>
                <a:gd name="T3" fmla="*/ 2147483646 h 202"/>
                <a:gd name="T4" fmla="*/ 0 w 201"/>
                <a:gd name="T5" fmla="*/ 0 h 202"/>
                <a:gd name="T6" fmla="*/ 0 60000 65536"/>
                <a:gd name="T7" fmla="*/ 0 60000 65536"/>
                <a:gd name="T8" fmla="*/ 0 60000 65536"/>
                <a:gd name="T9" fmla="*/ 0 w 201"/>
                <a:gd name="T10" fmla="*/ 0 h 202"/>
                <a:gd name="T11" fmla="*/ 201 w 201"/>
                <a:gd name="T12" fmla="*/ 202 h 20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1" h="202">
                  <a:moveTo>
                    <a:pt x="0" y="202"/>
                  </a:moveTo>
                  <a:lnTo>
                    <a:pt x="201" y="86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089" name="Freeform 17">
              <a:extLst>
                <a:ext uri="{FF2B5EF4-FFF2-40B4-BE49-F238E27FC236}">
                  <a16:creationId xmlns:a16="http://schemas.microsoft.com/office/drawing/2014/main" id="{6EA6D9B6-EAD7-4DE1-AEAB-07E97C2CB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613" y="1893888"/>
              <a:ext cx="138112" cy="44450"/>
            </a:xfrm>
            <a:custGeom>
              <a:avLst/>
              <a:gdLst>
                <a:gd name="T0" fmla="*/ 0 w 173"/>
                <a:gd name="T1" fmla="*/ 2147483646 h 58"/>
                <a:gd name="T2" fmla="*/ 2147483646 w 173"/>
                <a:gd name="T3" fmla="*/ 2147483646 h 58"/>
                <a:gd name="T4" fmla="*/ 0 w 173"/>
                <a:gd name="T5" fmla="*/ 0 h 58"/>
                <a:gd name="T6" fmla="*/ 0 w 173"/>
                <a:gd name="T7" fmla="*/ 2147483646 h 58"/>
                <a:gd name="T8" fmla="*/ 0 w 173"/>
                <a:gd name="T9" fmla="*/ 2147483646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58"/>
                <a:gd name="T17" fmla="*/ 173 w 173"/>
                <a:gd name="T18" fmla="*/ 58 h 5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58">
                  <a:moveTo>
                    <a:pt x="0" y="58"/>
                  </a:moveTo>
                  <a:lnTo>
                    <a:pt x="173" y="29"/>
                  </a:lnTo>
                  <a:lnTo>
                    <a:pt x="0" y="0"/>
                  </a:lnTo>
                  <a:lnTo>
                    <a:pt x="0" y="29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090" name="Line 18">
              <a:extLst>
                <a:ext uri="{FF2B5EF4-FFF2-40B4-BE49-F238E27FC236}">
                  <a16:creationId xmlns:a16="http://schemas.microsoft.com/office/drawing/2014/main" id="{B60EF6BA-CC9B-45D9-8BB8-06AC554381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16163" y="1916113"/>
              <a:ext cx="298450" cy="15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091" name="Freeform 19">
              <a:extLst>
                <a:ext uri="{FF2B5EF4-FFF2-40B4-BE49-F238E27FC236}">
                  <a16:creationId xmlns:a16="http://schemas.microsoft.com/office/drawing/2014/main" id="{59083BD0-46A6-44AF-83E2-DBC929CAD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613" y="2212975"/>
              <a:ext cx="138112" cy="46038"/>
            </a:xfrm>
            <a:custGeom>
              <a:avLst/>
              <a:gdLst>
                <a:gd name="T0" fmla="*/ 0 w 173"/>
                <a:gd name="T1" fmla="*/ 2147483646 h 57"/>
                <a:gd name="T2" fmla="*/ 2147483646 w 173"/>
                <a:gd name="T3" fmla="*/ 2147483646 h 57"/>
                <a:gd name="T4" fmla="*/ 0 w 173"/>
                <a:gd name="T5" fmla="*/ 0 h 57"/>
                <a:gd name="T6" fmla="*/ 0 w 173"/>
                <a:gd name="T7" fmla="*/ 2147483646 h 57"/>
                <a:gd name="T8" fmla="*/ 0 w 173"/>
                <a:gd name="T9" fmla="*/ 2147483646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57"/>
                <a:gd name="T17" fmla="*/ 173 w 173"/>
                <a:gd name="T18" fmla="*/ 57 h 5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57">
                  <a:moveTo>
                    <a:pt x="0" y="57"/>
                  </a:moveTo>
                  <a:lnTo>
                    <a:pt x="173" y="29"/>
                  </a:lnTo>
                  <a:lnTo>
                    <a:pt x="0" y="0"/>
                  </a:lnTo>
                  <a:lnTo>
                    <a:pt x="0" y="29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092" name="Line 20">
              <a:extLst>
                <a:ext uri="{FF2B5EF4-FFF2-40B4-BE49-F238E27FC236}">
                  <a16:creationId xmlns:a16="http://schemas.microsoft.com/office/drawing/2014/main" id="{F152FAC7-F4F8-4810-82F2-98D2EB5215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16163" y="2236788"/>
              <a:ext cx="298450" cy="15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093" name="Rectangle 21">
              <a:extLst>
                <a:ext uri="{FF2B5EF4-FFF2-40B4-BE49-F238E27FC236}">
                  <a16:creationId xmlns:a16="http://schemas.microsoft.com/office/drawing/2014/main" id="{EA57DF7E-3FB4-40AE-B966-1FB36A83B0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2213" y="2457450"/>
              <a:ext cx="19685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094" name="Freeform 22">
              <a:extLst>
                <a:ext uri="{FF2B5EF4-FFF2-40B4-BE49-F238E27FC236}">
                  <a16:creationId xmlns:a16="http://schemas.microsoft.com/office/drawing/2014/main" id="{58D9BE04-1C8E-4969-A1F5-A07856A22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2188" y="2890838"/>
              <a:ext cx="92075" cy="114300"/>
            </a:xfrm>
            <a:custGeom>
              <a:avLst/>
              <a:gdLst>
                <a:gd name="T0" fmla="*/ 2147483646 w 116"/>
                <a:gd name="T1" fmla="*/ 2147483646 h 144"/>
                <a:gd name="T2" fmla="*/ 2147483646 w 116"/>
                <a:gd name="T3" fmla="*/ 2147483646 h 144"/>
                <a:gd name="T4" fmla="*/ 2147483646 w 116"/>
                <a:gd name="T5" fmla="*/ 2147483646 h 144"/>
                <a:gd name="T6" fmla="*/ 2147483646 w 116"/>
                <a:gd name="T7" fmla="*/ 2147483646 h 144"/>
                <a:gd name="T8" fmla="*/ 2147483646 w 116"/>
                <a:gd name="T9" fmla="*/ 2147483646 h 144"/>
                <a:gd name="T10" fmla="*/ 2147483646 w 116"/>
                <a:gd name="T11" fmla="*/ 2147483646 h 144"/>
                <a:gd name="T12" fmla="*/ 2147483646 w 116"/>
                <a:gd name="T13" fmla="*/ 2147483646 h 144"/>
                <a:gd name="T14" fmla="*/ 2147483646 w 116"/>
                <a:gd name="T15" fmla="*/ 2147483646 h 144"/>
                <a:gd name="T16" fmla="*/ 2147483646 w 116"/>
                <a:gd name="T17" fmla="*/ 2147483646 h 144"/>
                <a:gd name="T18" fmla="*/ 2147483646 w 116"/>
                <a:gd name="T19" fmla="*/ 2147483646 h 144"/>
                <a:gd name="T20" fmla="*/ 2147483646 w 116"/>
                <a:gd name="T21" fmla="*/ 0 h 144"/>
                <a:gd name="T22" fmla="*/ 2147483646 w 116"/>
                <a:gd name="T23" fmla="*/ 0 h 144"/>
                <a:gd name="T24" fmla="*/ 2147483646 w 116"/>
                <a:gd name="T25" fmla="*/ 2147483646 h 144"/>
                <a:gd name="T26" fmla="*/ 2147483646 w 116"/>
                <a:gd name="T27" fmla="*/ 2147483646 h 144"/>
                <a:gd name="T28" fmla="*/ 2147483646 w 116"/>
                <a:gd name="T29" fmla="*/ 2147483646 h 144"/>
                <a:gd name="T30" fmla="*/ 2147483646 w 116"/>
                <a:gd name="T31" fmla="*/ 2147483646 h 144"/>
                <a:gd name="T32" fmla="*/ 2147483646 w 116"/>
                <a:gd name="T33" fmla="*/ 2147483646 h 144"/>
                <a:gd name="T34" fmla="*/ 2147483646 w 116"/>
                <a:gd name="T35" fmla="*/ 2147483646 h 144"/>
                <a:gd name="T36" fmla="*/ 2147483646 w 116"/>
                <a:gd name="T37" fmla="*/ 2147483646 h 144"/>
                <a:gd name="T38" fmla="*/ 2147483646 w 116"/>
                <a:gd name="T39" fmla="*/ 2147483646 h 144"/>
                <a:gd name="T40" fmla="*/ 2147483646 w 116"/>
                <a:gd name="T41" fmla="*/ 2147483646 h 144"/>
                <a:gd name="T42" fmla="*/ 2147483646 w 116"/>
                <a:gd name="T43" fmla="*/ 2147483646 h 144"/>
                <a:gd name="T44" fmla="*/ 2147483646 w 116"/>
                <a:gd name="T45" fmla="*/ 2147483646 h 144"/>
                <a:gd name="T46" fmla="*/ 2147483646 w 116"/>
                <a:gd name="T47" fmla="*/ 2147483646 h 144"/>
                <a:gd name="T48" fmla="*/ 2147483646 w 116"/>
                <a:gd name="T49" fmla="*/ 2147483646 h 144"/>
                <a:gd name="T50" fmla="*/ 2147483646 w 116"/>
                <a:gd name="T51" fmla="*/ 2147483646 h 144"/>
                <a:gd name="T52" fmla="*/ 2147483646 w 116"/>
                <a:gd name="T53" fmla="*/ 2147483646 h 144"/>
                <a:gd name="T54" fmla="*/ 2147483646 w 116"/>
                <a:gd name="T55" fmla="*/ 2147483646 h 144"/>
                <a:gd name="T56" fmla="*/ 2147483646 w 116"/>
                <a:gd name="T57" fmla="*/ 2147483646 h 144"/>
                <a:gd name="T58" fmla="*/ 2147483646 w 116"/>
                <a:gd name="T59" fmla="*/ 2147483646 h 144"/>
                <a:gd name="T60" fmla="*/ 2147483646 w 116"/>
                <a:gd name="T61" fmla="*/ 2147483646 h 144"/>
                <a:gd name="T62" fmla="*/ 2147483646 w 116"/>
                <a:gd name="T63" fmla="*/ 2147483646 h 144"/>
                <a:gd name="T64" fmla="*/ 2147483646 w 116"/>
                <a:gd name="T65" fmla="*/ 2147483646 h 144"/>
                <a:gd name="T66" fmla="*/ 2147483646 w 116"/>
                <a:gd name="T67" fmla="*/ 2147483646 h 144"/>
                <a:gd name="T68" fmla="*/ 2147483646 w 116"/>
                <a:gd name="T69" fmla="*/ 2147483646 h 144"/>
                <a:gd name="T70" fmla="*/ 2147483646 w 116"/>
                <a:gd name="T71" fmla="*/ 2147483646 h 144"/>
                <a:gd name="T72" fmla="*/ 2147483646 w 116"/>
                <a:gd name="T73" fmla="*/ 2147483646 h 144"/>
                <a:gd name="T74" fmla="*/ 2147483646 w 116"/>
                <a:gd name="T75" fmla="*/ 2147483646 h 144"/>
                <a:gd name="T76" fmla="*/ 2147483646 w 116"/>
                <a:gd name="T77" fmla="*/ 2147483646 h 144"/>
                <a:gd name="T78" fmla="*/ 2147483646 w 116"/>
                <a:gd name="T79" fmla="*/ 2147483646 h 144"/>
                <a:gd name="T80" fmla="*/ 2147483646 w 116"/>
                <a:gd name="T81" fmla="*/ 2147483646 h 144"/>
                <a:gd name="T82" fmla="*/ 2147483646 w 116"/>
                <a:gd name="T83" fmla="*/ 2147483646 h 144"/>
                <a:gd name="T84" fmla="*/ 2147483646 w 116"/>
                <a:gd name="T85" fmla="*/ 2147483646 h 144"/>
                <a:gd name="T86" fmla="*/ 2147483646 w 116"/>
                <a:gd name="T87" fmla="*/ 2147483646 h 144"/>
                <a:gd name="T88" fmla="*/ 2147483646 w 116"/>
                <a:gd name="T89" fmla="*/ 2147483646 h 144"/>
                <a:gd name="T90" fmla="*/ 2147483646 w 116"/>
                <a:gd name="T91" fmla="*/ 2147483646 h 144"/>
                <a:gd name="T92" fmla="*/ 2147483646 w 116"/>
                <a:gd name="T93" fmla="*/ 2147483646 h 144"/>
                <a:gd name="T94" fmla="*/ 2147483646 w 116"/>
                <a:gd name="T95" fmla="*/ 2147483646 h 144"/>
                <a:gd name="T96" fmla="*/ 2147483646 w 116"/>
                <a:gd name="T97" fmla="*/ 2147483646 h 144"/>
                <a:gd name="T98" fmla="*/ 2147483646 w 116"/>
                <a:gd name="T99" fmla="*/ 2147483646 h 144"/>
                <a:gd name="T100" fmla="*/ 2147483646 w 116"/>
                <a:gd name="T101" fmla="*/ 2147483646 h 144"/>
                <a:gd name="T102" fmla="*/ 2147483646 w 116"/>
                <a:gd name="T103" fmla="*/ 2147483646 h 144"/>
                <a:gd name="T104" fmla="*/ 2147483646 w 116"/>
                <a:gd name="T105" fmla="*/ 2147483646 h 144"/>
                <a:gd name="T106" fmla="*/ 2147483646 w 116"/>
                <a:gd name="T107" fmla="*/ 2147483646 h 144"/>
                <a:gd name="T108" fmla="*/ 2147483646 w 116"/>
                <a:gd name="T109" fmla="*/ 2147483646 h 144"/>
                <a:gd name="T110" fmla="*/ 2147483646 w 116"/>
                <a:gd name="T111" fmla="*/ 2147483646 h 14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16"/>
                <a:gd name="T169" fmla="*/ 0 h 144"/>
                <a:gd name="T170" fmla="*/ 116 w 116"/>
                <a:gd name="T171" fmla="*/ 144 h 14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16" h="144">
                  <a:moveTo>
                    <a:pt x="0" y="76"/>
                  </a:moveTo>
                  <a:lnTo>
                    <a:pt x="0" y="67"/>
                  </a:lnTo>
                  <a:lnTo>
                    <a:pt x="2" y="65"/>
                  </a:lnTo>
                  <a:lnTo>
                    <a:pt x="2" y="60"/>
                  </a:lnTo>
                  <a:lnTo>
                    <a:pt x="2" y="57"/>
                  </a:lnTo>
                  <a:lnTo>
                    <a:pt x="2" y="54"/>
                  </a:lnTo>
                  <a:lnTo>
                    <a:pt x="3" y="50"/>
                  </a:lnTo>
                  <a:lnTo>
                    <a:pt x="4" y="47"/>
                  </a:lnTo>
                  <a:lnTo>
                    <a:pt x="4" y="44"/>
                  </a:lnTo>
                  <a:lnTo>
                    <a:pt x="6" y="41"/>
                  </a:lnTo>
                  <a:lnTo>
                    <a:pt x="7" y="39"/>
                  </a:lnTo>
                  <a:lnTo>
                    <a:pt x="9" y="36"/>
                  </a:lnTo>
                  <a:lnTo>
                    <a:pt x="10" y="33"/>
                  </a:lnTo>
                  <a:lnTo>
                    <a:pt x="13" y="30"/>
                  </a:lnTo>
                  <a:lnTo>
                    <a:pt x="15" y="27"/>
                  </a:lnTo>
                  <a:lnTo>
                    <a:pt x="16" y="24"/>
                  </a:lnTo>
                  <a:lnTo>
                    <a:pt x="19" y="23"/>
                  </a:lnTo>
                  <a:lnTo>
                    <a:pt x="20" y="20"/>
                  </a:lnTo>
                  <a:lnTo>
                    <a:pt x="23" y="17"/>
                  </a:lnTo>
                  <a:lnTo>
                    <a:pt x="26" y="16"/>
                  </a:lnTo>
                  <a:lnTo>
                    <a:pt x="28" y="13"/>
                  </a:lnTo>
                  <a:lnTo>
                    <a:pt x="30" y="11"/>
                  </a:lnTo>
                  <a:lnTo>
                    <a:pt x="33" y="10"/>
                  </a:lnTo>
                  <a:lnTo>
                    <a:pt x="36" y="8"/>
                  </a:lnTo>
                  <a:lnTo>
                    <a:pt x="39" y="7"/>
                  </a:lnTo>
                  <a:lnTo>
                    <a:pt x="42" y="5"/>
                  </a:lnTo>
                  <a:lnTo>
                    <a:pt x="45" y="4"/>
                  </a:lnTo>
                  <a:lnTo>
                    <a:pt x="49" y="3"/>
                  </a:lnTo>
                  <a:lnTo>
                    <a:pt x="52" y="3"/>
                  </a:lnTo>
                  <a:lnTo>
                    <a:pt x="55" y="1"/>
                  </a:lnTo>
                  <a:lnTo>
                    <a:pt x="58" y="1"/>
                  </a:lnTo>
                  <a:lnTo>
                    <a:pt x="62" y="0"/>
                  </a:lnTo>
                  <a:lnTo>
                    <a:pt x="65" y="0"/>
                  </a:lnTo>
                  <a:lnTo>
                    <a:pt x="69" y="0"/>
                  </a:lnTo>
                  <a:lnTo>
                    <a:pt x="48" y="0"/>
                  </a:lnTo>
                  <a:lnTo>
                    <a:pt x="52" y="0"/>
                  </a:lnTo>
                  <a:lnTo>
                    <a:pt x="55" y="0"/>
                  </a:lnTo>
                  <a:lnTo>
                    <a:pt x="58" y="1"/>
                  </a:lnTo>
                  <a:lnTo>
                    <a:pt x="62" y="1"/>
                  </a:lnTo>
                  <a:lnTo>
                    <a:pt x="65" y="3"/>
                  </a:lnTo>
                  <a:lnTo>
                    <a:pt x="68" y="3"/>
                  </a:lnTo>
                  <a:lnTo>
                    <a:pt x="72" y="4"/>
                  </a:lnTo>
                  <a:lnTo>
                    <a:pt x="75" y="5"/>
                  </a:lnTo>
                  <a:lnTo>
                    <a:pt x="78" y="7"/>
                  </a:lnTo>
                  <a:lnTo>
                    <a:pt x="81" y="8"/>
                  </a:lnTo>
                  <a:lnTo>
                    <a:pt x="84" y="10"/>
                  </a:lnTo>
                  <a:lnTo>
                    <a:pt x="87" y="11"/>
                  </a:lnTo>
                  <a:lnTo>
                    <a:pt x="90" y="13"/>
                  </a:lnTo>
                  <a:lnTo>
                    <a:pt x="91" y="16"/>
                  </a:lnTo>
                  <a:lnTo>
                    <a:pt x="94" y="17"/>
                  </a:lnTo>
                  <a:lnTo>
                    <a:pt x="97" y="20"/>
                  </a:lnTo>
                  <a:lnTo>
                    <a:pt x="98" y="23"/>
                  </a:lnTo>
                  <a:lnTo>
                    <a:pt x="101" y="24"/>
                  </a:lnTo>
                  <a:lnTo>
                    <a:pt x="103" y="27"/>
                  </a:lnTo>
                  <a:lnTo>
                    <a:pt x="104" y="30"/>
                  </a:lnTo>
                  <a:lnTo>
                    <a:pt x="107" y="33"/>
                  </a:lnTo>
                  <a:lnTo>
                    <a:pt x="108" y="36"/>
                  </a:lnTo>
                  <a:lnTo>
                    <a:pt x="110" y="39"/>
                  </a:lnTo>
                  <a:lnTo>
                    <a:pt x="111" y="41"/>
                  </a:lnTo>
                  <a:lnTo>
                    <a:pt x="113" y="44"/>
                  </a:lnTo>
                  <a:lnTo>
                    <a:pt x="113" y="47"/>
                  </a:lnTo>
                  <a:lnTo>
                    <a:pt x="114" y="50"/>
                  </a:lnTo>
                  <a:lnTo>
                    <a:pt x="116" y="54"/>
                  </a:lnTo>
                  <a:lnTo>
                    <a:pt x="116" y="57"/>
                  </a:lnTo>
                  <a:lnTo>
                    <a:pt x="116" y="60"/>
                  </a:lnTo>
                  <a:lnTo>
                    <a:pt x="116" y="65"/>
                  </a:lnTo>
                  <a:lnTo>
                    <a:pt x="116" y="67"/>
                  </a:lnTo>
                  <a:lnTo>
                    <a:pt x="116" y="76"/>
                  </a:lnTo>
                  <a:lnTo>
                    <a:pt x="116" y="79"/>
                  </a:lnTo>
                  <a:lnTo>
                    <a:pt x="116" y="83"/>
                  </a:lnTo>
                  <a:lnTo>
                    <a:pt x="116" y="86"/>
                  </a:lnTo>
                  <a:lnTo>
                    <a:pt x="116" y="89"/>
                  </a:lnTo>
                  <a:lnTo>
                    <a:pt x="114" y="93"/>
                  </a:lnTo>
                  <a:lnTo>
                    <a:pt x="113" y="96"/>
                  </a:lnTo>
                  <a:lnTo>
                    <a:pt x="113" y="99"/>
                  </a:lnTo>
                  <a:lnTo>
                    <a:pt x="111" y="102"/>
                  </a:lnTo>
                  <a:lnTo>
                    <a:pt x="110" y="105"/>
                  </a:lnTo>
                  <a:lnTo>
                    <a:pt x="108" y="108"/>
                  </a:lnTo>
                  <a:lnTo>
                    <a:pt x="107" y="111"/>
                  </a:lnTo>
                  <a:lnTo>
                    <a:pt x="104" y="114"/>
                  </a:lnTo>
                  <a:lnTo>
                    <a:pt x="103" y="116"/>
                  </a:lnTo>
                  <a:lnTo>
                    <a:pt x="101" y="119"/>
                  </a:lnTo>
                  <a:lnTo>
                    <a:pt x="98" y="122"/>
                  </a:lnTo>
                  <a:lnTo>
                    <a:pt x="97" y="124"/>
                  </a:lnTo>
                  <a:lnTo>
                    <a:pt x="94" y="127"/>
                  </a:lnTo>
                  <a:lnTo>
                    <a:pt x="91" y="128"/>
                  </a:lnTo>
                  <a:lnTo>
                    <a:pt x="90" y="131"/>
                  </a:lnTo>
                  <a:lnTo>
                    <a:pt x="87" y="132"/>
                  </a:lnTo>
                  <a:lnTo>
                    <a:pt x="84" y="134"/>
                  </a:lnTo>
                  <a:lnTo>
                    <a:pt x="81" y="135"/>
                  </a:lnTo>
                  <a:lnTo>
                    <a:pt x="78" y="137"/>
                  </a:lnTo>
                  <a:lnTo>
                    <a:pt x="75" y="138"/>
                  </a:lnTo>
                  <a:lnTo>
                    <a:pt x="72" y="140"/>
                  </a:lnTo>
                  <a:lnTo>
                    <a:pt x="68" y="141"/>
                  </a:lnTo>
                  <a:lnTo>
                    <a:pt x="65" y="142"/>
                  </a:lnTo>
                  <a:lnTo>
                    <a:pt x="62" y="142"/>
                  </a:lnTo>
                  <a:lnTo>
                    <a:pt x="58" y="142"/>
                  </a:lnTo>
                  <a:lnTo>
                    <a:pt x="55" y="144"/>
                  </a:lnTo>
                  <a:lnTo>
                    <a:pt x="52" y="144"/>
                  </a:lnTo>
                  <a:lnTo>
                    <a:pt x="48" y="144"/>
                  </a:lnTo>
                  <a:lnTo>
                    <a:pt x="69" y="144"/>
                  </a:lnTo>
                  <a:lnTo>
                    <a:pt x="65" y="144"/>
                  </a:lnTo>
                  <a:lnTo>
                    <a:pt x="62" y="144"/>
                  </a:lnTo>
                  <a:lnTo>
                    <a:pt x="58" y="142"/>
                  </a:lnTo>
                  <a:lnTo>
                    <a:pt x="55" y="142"/>
                  </a:lnTo>
                  <a:lnTo>
                    <a:pt x="52" y="142"/>
                  </a:lnTo>
                  <a:lnTo>
                    <a:pt x="49" y="141"/>
                  </a:lnTo>
                  <a:lnTo>
                    <a:pt x="45" y="140"/>
                  </a:lnTo>
                  <a:lnTo>
                    <a:pt x="42" y="138"/>
                  </a:lnTo>
                  <a:lnTo>
                    <a:pt x="39" y="137"/>
                  </a:lnTo>
                  <a:lnTo>
                    <a:pt x="36" y="135"/>
                  </a:lnTo>
                  <a:lnTo>
                    <a:pt x="33" y="134"/>
                  </a:lnTo>
                  <a:lnTo>
                    <a:pt x="30" y="132"/>
                  </a:lnTo>
                  <a:lnTo>
                    <a:pt x="28" y="131"/>
                  </a:lnTo>
                  <a:lnTo>
                    <a:pt x="26" y="128"/>
                  </a:lnTo>
                  <a:lnTo>
                    <a:pt x="23" y="127"/>
                  </a:lnTo>
                  <a:lnTo>
                    <a:pt x="20" y="124"/>
                  </a:lnTo>
                  <a:lnTo>
                    <a:pt x="19" y="122"/>
                  </a:lnTo>
                  <a:lnTo>
                    <a:pt x="16" y="119"/>
                  </a:lnTo>
                  <a:lnTo>
                    <a:pt x="15" y="116"/>
                  </a:lnTo>
                  <a:lnTo>
                    <a:pt x="13" y="114"/>
                  </a:lnTo>
                  <a:lnTo>
                    <a:pt x="10" y="111"/>
                  </a:lnTo>
                  <a:lnTo>
                    <a:pt x="9" y="108"/>
                  </a:lnTo>
                  <a:lnTo>
                    <a:pt x="7" y="105"/>
                  </a:lnTo>
                  <a:lnTo>
                    <a:pt x="6" y="102"/>
                  </a:lnTo>
                  <a:lnTo>
                    <a:pt x="4" y="99"/>
                  </a:lnTo>
                  <a:lnTo>
                    <a:pt x="4" y="96"/>
                  </a:lnTo>
                  <a:lnTo>
                    <a:pt x="3" y="93"/>
                  </a:lnTo>
                  <a:lnTo>
                    <a:pt x="2" y="89"/>
                  </a:lnTo>
                  <a:lnTo>
                    <a:pt x="2" y="86"/>
                  </a:lnTo>
                  <a:lnTo>
                    <a:pt x="2" y="83"/>
                  </a:lnTo>
                  <a:lnTo>
                    <a:pt x="2" y="79"/>
                  </a:lnTo>
                  <a:lnTo>
                    <a:pt x="0" y="76"/>
                  </a:lnTo>
                  <a:close/>
                </a:path>
              </a:pathLst>
            </a:cu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095" name="Rectangle 23">
              <a:extLst>
                <a:ext uri="{FF2B5EF4-FFF2-40B4-BE49-F238E27FC236}">
                  <a16:creationId xmlns:a16="http://schemas.microsoft.com/office/drawing/2014/main" id="{E52E43E3-3D3B-4B12-A931-6E429205A4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463" y="2276475"/>
              <a:ext cx="865187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Carry-out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096" name="Rectangle 24">
              <a:extLst>
                <a:ext uri="{FF2B5EF4-FFF2-40B4-BE49-F238E27FC236}">
                  <a16:creationId xmlns:a16="http://schemas.microsoft.com/office/drawing/2014/main" id="{F560BE82-F899-4655-BEB0-61EC11E380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2338" y="4386263"/>
              <a:ext cx="525462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Clock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097" name="Rectangle 25">
              <a:extLst>
                <a:ext uri="{FF2B5EF4-FFF2-40B4-BE49-F238E27FC236}">
                  <a16:creationId xmlns:a16="http://schemas.microsoft.com/office/drawing/2014/main" id="{66FE341E-3EB7-4219-94AB-C3D9140F85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5475" y="3540125"/>
              <a:ext cx="825500" cy="1282700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098" name="Rectangle 26">
              <a:extLst>
                <a:ext uri="{FF2B5EF4-FFF2-40B4-BE49-F238E27FC236}">
                  <a16:creationId xmlns:a16="http://schemas.microsoft.com/office/drawing/2014/main" id="{A500B4B6-0AFC-44EF-AC22-51E7C4773C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9475" y="5029200"/>
              <a:ext cx="49212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Reset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099" name="Rectangle 27">
              <a:extLst>
                <a:ext uri="{FF2B5EF4-FFF2-40B4-BE49-F238E27FC236}">
                  <a16:creationId xmlns:a16="http://schemas.microsoft.com/office/drawing/2014/main" id="{8487BA34-8306-4D5F-98C6-15846D112B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95963" y="3757613"/>
              <a:ext cx="19685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D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100" name="Rectangle 28">
              <a:extLst>
                <a:ext uri="{FF2B5EF4-FFF2-40B4-BE49-F238E27FC236}">
                  <a16:creationId xmlns:a16="http://schemas.microsoft.com/office/drawing/2014/main" id="{6B701C62-64B8-4920-9E44-B843FA6DA7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2213" y="3749675"/>
              <a:ext cx="19685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101" name="Line 29">
              <a:extLst>
                <a:ext uri="{FF2B5EF4-FFF2-40B4-BE49-F238E27FC236}">
                  <a16:creationId xmlns:a16="http://schemas.microsoft.com/office/drawing/2014/main" id="{D3904818-2982-4718-81F4-61EB44700E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00788" y="4387850"/>
              <a:ext cx="920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102" name="Freeform 30">
              <a:extLst>
                <a:ext uri="{FF2B5EF4-FFF2-40B4-BE49-F238E27FC236}">
                  <a16:creationId xmlns:a16="http://schemas.microsoft.com/office/drawing/2014/main" id="{83617681-252E-413C-80E6-0391A8B5C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5475" y="4433888"/>
              <a:ext cx="160338" cy="160337"/>
            </a:xfrm>
            <a:custGeom>
              <a:avLst/>
              <a:gdLst>
                <a:gd name="T0" fmla="*/ 0 w 201"/>
                <a:gd name="T1" fmla="*/ 2147483646 h 202"/>
                <a:gd name="T2" fmla="*/ 2147483646 w 201"/>
                <a:gd name="T3" fmla="*/ 2147483646 h 202"/>
                <a:gd name="T4" fmla="*/ 0 w 201"/>
                <a:gd name="T5" fmla="*/ 0 h 202"/>
                <a:gd name="T6" fmla="*/ 0 60000 65536"/>
                <a:gd name="T7" fmla="*/ 0 60000 65536"/>
                <a:gd name="T8" fmla="*/ 0 60000 65536"/>
                <a:gd name="T9" fmla="*/ 0 w 201"/>
                <a:gd name="T10" fmla="*/ 0 h 202"/>
                <a:gd name="T11" fmla="*/ 201 w 201"/>
                <a:gd name="T12" fmla="*/ 202 h 20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1" h="202">
                  <a:moveTo>
                    <a:pt x="0" y="202"/>
                  </a:moveTo>
                  <a:lnTo>
                    <a:pt x="201" y="87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103" name="Freeform 31">
              <a:extLst>
                <a:ext uri="{FF2B5EF4-FFF2-40B4-BE49-F238E27FC236}">
                  <a16:creationId xmlns:a16="http://schemas.microsoft.com/office/drawing/2014/main" id="{5C7651D4-6ACB-43FB-92BF-8F9DA9F60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2188" y="4835525"/>
              <a:ext cx="92075" cy="114300"/>
            </a:xfrm>
            <a:custGeom>
              <a:avLst/>
              <a:gdLst>
                <a:gd name="T0" fmla="*/ 2147483646 w 116"/>
                <a:gd name="T1" fmla="*/ 2147483646 h 144"/>
                <a:gd name="T2" fmla="*/ 2147483646 w 116"/>
                <a:gd name="T3" fmla="*/ 2147483646 h 144"/>
                <a:gd name="T4" fmla="*/ 2147483646 w 116"/>
                <a:gd name="T5" fmla="*/ 2147483646 h 144"/>
                <a:gd name="T6" fmla="*/ 2147483646 w 116"/>
                <a:gd name="T7" fmla="*/ 2147483646 h 144"/>
                <a:gd name="T8" fmla="*/ 2147483646 w 116"/>
                <a:gd name="T9" fmla="*/ 2147483646 h 144"/>
                <a:gd name="T10" fmla="*/ 2147483646 w 116"/>
                <a:gd name="T11" fmla="*/ 2147483646 h 144"/>
                <a:gd name="T12" fmla="*/ 2147483646 w 116"/>
                <a:gd name="T13" fmla="*/ 2147483646 h 144"/>
                <a:gd name="T14" fmla="*/ 2147483646 w 116"/>
                <a:gd name="T15" fmla="*/ 2147483646 h 144"/>
                <a:gd name="T16" fmla="*/ 2147483646 w 116"/>
                <a:gd name="T17" fmla="*/ 2147483646 h 144"/>
                <a:gd name="T18" fmla="*/ 2147483646 w 116"/>
                <a:gd name="T19" fmla="*/ 2147483646 h 144"/>
                <a:gd name="T20" fmla="*/ 2147483646 w 116"/>
                <a:gd name="T21" fmla="*/ 0 h 144"/>
                <a:gd name="T22" fmla="*/ 2147483646 w 116"/>
                <a:gd name="T23" fmla="*/ 0 h 144"/>
                <a:gd name="T24" fmla="*/ 2147483646 w 116"/>
                <a:gd name="T25" fmla="*/ 2147483646 h 144"/>
                <a:gd name="T26" fmla="*/ 2147483646 w 116"/>
                <a:gd name="T27" fmla="*/ 2147483646 h 144"/>
                <a:gd name="T28" fmla="*/ 2147483646 w 116"/>
                <a:gd name="T29" fmla="*/ 2147483646 h 144"/>
                <a:gd name="T30" fmla="*/ 2147483646 w 116"/>
                <a:gd name="T31" fmla="*/ 2147483646 h 144"/>
                <a:gd name="T32" fmla="*/ 2147483646 w 116"/>
                <a:gd name="T33" fmla="*/ 2147483646 h 144"/>
                <a:gd name="T34" fmla="*/ 2147483646 w 116"/>
                <a:gd name="T35" fmla="*/ 2147483646 h 144"/>
                <a:gd name="T36" fmla="*/ 2147483646 w 116"/>
                <a:gd name="T37" fmla="*/ 2147483646 h 144"/>
                <a:gd name="T38" fmla="*/ 2147483646 w 116"/>
                <a:gd name="T39" fmla="*/ 2147483646 h 144"/>
                <a:gd name="T40" fmla="*/ 2147483646 w 116"/>
                <a:gd name="T41" fmla="*/ 2147483646 h 144"/>
                <a:gd name="T42" fmla="*/ 2147483646 w 116"/>
                <a:gd name="T43" fmla="*/ 2147483646 h 144"/>
                <a:gd name="T44" fmla="*/ 2147483646 w 116"/>
                <a:gd name="T45" fmla="*/ 2147483646 h 144"/>
                <a:gd name="T46" fmla="*/ 2147483646 w 116"/>
                <a:gd name="T47" fmla="*/ 2147483646 h 144"/>
                <a:gd name="T48" fmla="*/ 2147483646 w 116"/>
                <a:gd name="T49" fmla="*/ 2147483646 h 144"/>
                <a:gd name="T50" fmla="*/ 2147483646 w 116"/>
                <a:gd name="T51" fmla="*/ 2147483646 h 144"/>
                <a:gd name="T52" fmla="*/ 2147483646 w 116"/>
                <a:gd name="T53" fmla="*/ 2147483646 h 144"/>
                <a:gd name="T54" fmla="*/ 2147483646 w 116"/>
                <a:gd name="T55" fmla="*/ 2147483646 h 144"/>
                <a:gd name="T56" fmla="*/ 2147483646 w 116"/>
                <a:gd name="T57" fmla="*/ 2147483646 h 144"/>
                <a:gd name="T58" fmla="*/ 2147483646 w 116"/>
                <a:gd name="T59" fmla="*/ 2147483646 h 144"/>
                <a:gd name="T60" fmla="*/ 2147483646 w 116"/>
                <a:gd name="T61" fmla="*/ 2147483646 h 144"/>
                <a:gd name="T62" fmla="*/ 2147483646 w 116"/>
                <a:gd name="T63" fmla="*/ 2147483646 h 144"/>
                <a:gd name="T64" fmla="*/ 2147483646 w 116"/>
                <a:gd name="T65" fmla="*/ 2147483646 h 144"/>
                <a:gd name="T66" fmla="*/ 2147483646 w 116"/>
                <a:gd name="T67" fmla="*/ 2147483646 h 144"/>
                <a:gd name="T68" fmla="*/ 2147483646 w 116"/>
                <a:gd name="T69" fmla="*/ 2147483646 h 144"/>
                <a:gd name="T70" fmla="*/ 2147483646 w 116"/>
                <a:gd name="T71" fmla="*/ 2147483646 h 144"/>
                <a:gd name="T72" fmla="*/ 2147483646 w 116"/>
                <a:gd name="T73" fmla="*/ 2147483646 h 144"/>
                <a:gd name="T74" fmla="*/ 2147483646 w 116"/>
                <a:gd name="T75" fmla="*/ 2147483646 h 144"/>
                <a:gd name="T76" fmla="*/ 2147483646 w 116"/>
                <a:gd name="T77" fmla="*/ 2147483646 h 144"/>
                <a:gd name="T78" fmla="*/ 2147483646 w 116"/>
                <a:gd name="T79" fmla="*/ 2147483646 h 144"/>
                <a:gd name="T80" fmla="*/ 2147483646 w 116"/>
                <a:gd name="T81" fmla="*/ 2147483646 h 144"/>
                <a:gd name="T82" fmla="*/ 2147483646 w 116"/>
                <a:gd name="T83" fmla="*/ 2147483646 h 144"/>
                <a:gd name="T84" fmla="*/ 2147483646 w 116"/>
                <a:gd name="T85" fmla="*/ 2147483646 h 144"/>
                <a:gd name="T86" fmla="*/ 2147483646 w 116"/>
                <a:gd name="T87" fmla="*/ 2147483646 h 144"/>
                <a:gd name="T88" fmla="*/ 2147483646 w 116"/>
                <a:gd name="T89" fmla="*/ 2147483646 h 144"/>
                <a:gd name="T90" fmla="*/ 2147483646 w 116"/>
                <a:gd name="T91" fmla="*/ 2147483646 h 144"/>
                <a:gd name="T92" fmla="*/ 2147483646 w 116"/>
                <a:gd name="T93" fmla="*/ 2147483646 h 144"/>
                <a:gd name="T94" fmla="*/ 2147483646 w 116"/>
                <a:gd name="T95" fmla="*/ 2147483646 h 144"/>
                <a:gd name="T96" fmla="*/ 2147483646 w 116"/>
                <a:gd name="T97" fmla="*/ 2147483646 h 144"/>
                <a:gd name="T98" fmla="*/ 2147483646 w 116"/>
                <a:gd name="T99" fmla="*/ 2147483646 h 144"/>
                <a:gd name="T100" fmla="*/ 2147483646 w 116"/>
                <a:gd name="T101" fmla="*/ 2147483646 h 144"/>
                <a:gd name="T102" fmla="*/ 2147483646 w 116"/>
                <a:gd name="T103" fmla="*/ 2147483646 h 144"/>
                <a:gd name="T104" fmla="*/ 2147483646 w 116"/>
                <a:gd name="T105" fmla="*/ 2147483646 h 144"/>
                <a:gd name="T106" fmla="*/ 2147483646 w 116"/>
                <a:gd name="T107" fmla="*/ 2147483646 h 144"/>
                <a:gd name="T108" fmla="*/ 2147483646 w 116"/>
                <a:gd name="T109" fmla="*/ 2147483646 h 144"/>
                <a:gd name="T110" fmla="*/ 2147483646 w 116"/>
                <a:gd name="T111" fmla="*/ 2147483646 h 14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16"/>
                <a:gd name="T169" fmla="*/ 0 h 144"/>
                <a:gd name="T170" fmla="*/ 116 w 116"/>
                <a:gd name="T171" fmla="*/ 144 h 14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16" h="144">
                  <a:moveTo>
                    <a:pt x="0" y="77"/>
                  </a:moveTo>
                  <a:lnTo>
                    <a:pt x="0" y="68"/>
                  </a:lnTo>
                  <a:lnTo>
                    <a:pt x="2" y="65"/>
                  </a:lnTo>
                  <a:lnTo>
                    <a:pt x="2" y="61"/>
                  </a:lnTo>
                  <a:lnTo>
                    <a:pt x="2" y="58"/>
                  </a:lnTo>
                  <a:lnTo>
                    <a:pt x="2" y="55"/>
                  </a:lnTo>
                  <a:lnTo>
                    <a:pt x="3" y="51"/>
                  </a:lnTo>
                  <a:lnTo>
                    <a:pt x="4" y="48"/>
                  </a:lnTo>
                  <a:lnTo>
                    <a:pt x="4" y="45"/>
                  </a:lnTo>
                  <a:lnTo>
                    <a:pt x="6" y="42"/>
                  </a:lnTo>
                  <a:lnTo>
                    <a:pt x="7" y="39"/>
                  </a:lnTo>
                  <a:lnTo>
                    <a:pt x="9" y="36"/>
                  </a:lnTo>
                  <a:lnTo>
                    <a:pt x="10" y="33"/>
                  </a:lnTo>
                  <a:lnTo>
                    <a:pt x="13" y="31"/>
                  </a:lnTo>
                  <a:lnTo>
                    <a:pt x="15" y="28"/>
                  </a:lnTo>
                  <a:lnTo>
                    <a:pt x="16" y="25"/>
                  </a:lnTo>
                  <a:lnTo>
                    <a:pt x="19" y="23"/>
                  </a:lnTo>
                  <a:lnTo>
                    <a:pt x="20" y="20"/>
                  </a:lnTo>
                  <a:lnTo>
                    <a:pt x="23" y="18"/>
                  </a:lnTo>
                  <a:lnTo>
                    <a:pt x="26" y="16"/>
                  </a:lnTo>
                  <a:lnTo>
                    <a:pt x="28" y="13"/>
                  </a:lnTo>
                  <a:lnTo>
                    <a:pt x="30" y="12"/>
                  </a:lnTo>
                  <a:lnTo>
                    <a:pt x="33" y="10"/>
                  </a:lnTo>
                  <a:lnTo>
                    <a:pt x="36" y="9"/>
                  </a:lnTo>
                  <a:lnTo>
                    <a:pt x="39" y="8"/>
                  </a:lnTo>
                  <a:lnTo>
                    <a:pt x="42" y="6"/>
                  </a:lnTo>
                  <a:lnTo>
                    <a:pt x="45" y="5"/>
                  </a:lnTo>
                  <a:lnTo>
                    <a:pt x="49" y="3"/>
                  </a:lnTo>
                  <a:lnTo>
                    <a:pt x="52" y="3"/>
                  </a:lnTo>
                  <a:lnTo>
                    <a:pt x="55" y="2"/>
                  </a:lnTo>
                  <a:lnTo>
                    <a:pt x="58" y="2"/>
                  </a:lnTo>
                  <a:lnTo>
                    <a:pt x="62" y="0"/>
                  </a:lnTo>
                  <a:lnTo>
                    <a:pt x="65" y="0"/>
                  </a:lnTo>
                  <a:lnTo>
                    <a:pt x="69" y="0"/>
                  </a:lnTo>
                  <a:lnTo>
                    <a:pt x="48" y="0"/>
                  </a:lnTo>
                  <a:lnTo>
                    <a:pt x="52" y="0"/>
                  </a:lnTo>
                  <a:lnTo>
                    <a:pt x="55" y="0"/>
                  </a:lnTo>
                  <a:lnTo>
                    <a:pt x="58" y="2"/>
                  </a:lnTo>
                  <a:lnTo>
                    <a:pt x="62" y="2"/>
                  </a:lnTo>
                  <a:lnTo>
                    <a:pt x="65" y="3"/>
                  </a:lnTo>
                  <a:lnTo>
                    <a:pt x="68" y="3"/>
                  </a:lnTo>
                  <a:lnTo>
                    <a:pt x="72" y="5"/>
                  </a:lnTo>
                  <a:lnTo>
                    <a:pt x="75" y="6"/>
                  </a:lnTo>
                  <a:lnTo>
                    <a:pt x="78" y="8"/>
                  </a:lnTo>
                  <a:lnTo>
                    <a:pt x="81" y="9"/>
                  </a:lnTo>
                  <a:lnTo>
                    <a:pt x="84" y="10"/>
                  </a:lnTo>
                  <a:lnTo>
                    <a:pt x="87" y="12"/>
                  </a:lnTo>
                  <a:lnTo>
                    <a:pt x="90" y="13"/>
                  </a:lnTo>
                  <a:lnTo>
                    <a:pt x="91" y="16"/>
                  </a:lnTo>
                  <a:lnTo>
                    <a:pt x="94" y="18"/>
                  </a:lnTo>
                  <a:lnTo>
                    <a:pt x="97" y="20"/>
                  </a:lnTo>
                  <a:lnTo>
                    <a:pt x="98" y="23"/>
                  </a:lnTo>
                  <a:lnTo>
                    <a:pt x="101" y="25"/>
                  </a:lnTo>
                  <a:lnTo>
                    <a:pt x="103" y="28"/>
                  </a:lnTo>
                  <a:lnTo>
                    <a:pt x="104" y="31"/>
                  </a:lnTo>
                  <a:lnTo>
                    <a:pt x="107" y="33"/>
                  </a:lnTo>
                  <a:lnTo>
                    <a:pt x="108" y="36"/>
                  </a:lnTo>
                  <a:lnTo>
                    <a:pt x="110" y="39"/>
                  </a:lnTo>
                  <a:lnTo>
                    <a:pt x="111" y="42"/>
                  </a:lnTo>
                  <a:lnTo>
                    <a:pt x="113" y="45"/>
                  </a:lnTo>
                  <a:lnTo>
                    <a:pt x="113" y="48"/>
                  </a:lnTo>
                  <a:lnTo>
                    <a:pt x="114" y="51"/>
                  </a:lnTo>
                  <a:lnTo>
                    <a:pt x="116" y="55"/>
                  </a:lnTo>
                  <a:lnTo>
                    <a:pt x="116" y="58"/>
                  </a:lnTo>
                  <a:lnTo>
                    <a:pt x="116" y="61"/>
                  </a:lnTo>
                  <a:lnTo>
                    <a:pt x="116" y="65"/>
                  </a:lnTo>
                  <a:lnTo>
                    <a:pt x="116" y="68"/>
                  </a:lnTo>
                  <a:lnTo>
                    <a:pt x="116" y="77"/>
                  </a:lnTo>
                  <a:lnTo>
                    <a:pt x="116" y="80"/>
                  </a:lnTo>
                  <a:lnTo>
                    <a:pt x="116" y="84"/>
                  </a:lnTo>
                  <a:lnTo>
                    <a:pt x="116" y="87"/>
                  </a:lnTo>
                  <a:lnTo>
                    <a:pt x="116" y="90"/>
                  </a:lnTo>
                  <a:lnTo>
                    <a:pt x="114" y="94"/>
                  </a:lnTo>
                  <a:lnTo>
                    <a:pt x="113" y="97"/>
                  </a:lnTo>
                  <a:lnTo>
                    <a:pt x="113" y="100"/>
                  </a:lnTo>
                  <a:lnTo>
                    <a:pt x="111" y="103"/>
                  </a:lnTo>
                  <a:lnTo>
                    <a:pt x="110" y="106"/>
                  </a:lnTo>
                  <a:lnTo>
                    <a:pt x="108" y="108"/>
                  </a:lnTo>
                  <a:lnTo>
                    <a:pt x="107" y="111"/>
                  </a:lnTo>
                  <a:lnTo>
                    <a:pt x="104" y="114"/>
                  </a:lnTo>
                  <a:lnTo>
                    <a:pt x="103" y="117"/>
                  </a:lnTo>
                  <a:lnTo>
                    <a:pt x="101" y="120"/>
                  </a:lnTo>
                  <a:lnTo>
                    <a:pt x="98" y="123"/>
                  </a:lnTo>
                  <a:lnTo>
                    <a:pt x="97" y="124"/>
                  </a:lnTo>
                  <a:lnTo>
                    <a:pt x="94" y="127"/>
                  </a:lnTo>
                  <a:lnTo>
                    <a:pt x="91" y="129"/>
                  </a:lnTo>
                  <a:lnTo>
                    <a:pt x="90" y="131"/>
                  </a:lnTo>
                  <a:lnTo>
                    <a:pt x="87" y="133"/>
                  </a:lnTo>
                  <a:lnTo>
                    <a:pt x="84" y="134"/>
                  </a:lnTo>
                  <a:lnTo>
                    <a:pt x="81" y="136"/>
                  </a:lnTo>
                  <a:lnTo>
                    <a:pt x="78" y="137"/>
                  </a:lnTo>
                  <a:lnTo>
                    <a:pt x="75" y="139"/>
                  </a:lnTo>
                  <a:lnTo>
                    <a:pt x="72" y="140"/>
                  </a:lnTo>
                  <a:lnTo>
                    <a:pt x="68" y="142"/>
                  </a:lnTo>
                  <a:lnTo>
                    <a:pt x="65" y="143"/>
                  </a:lnTo>
                  <a:lnTo>
                    <a:pt x="62" y="143"/>
                  </a:lnTo>
                  <a:lnTo>
                    <a:pt x="58" y="143"/>
                  </a:lnTo>
                  <a:lnTo>
                    <a:pt x="55" y="144"/>
                  </a:lnTo>
                  <a:lnTo>
                    <a:pt x="52" y="144"/>
                  </a:lnTo>
                  <a:lnTo>
                    <a:pt x="48" y="144"/>
                  </a:lnTo>
                  <a:lnTo>
                    <a:pt x="69" y="144"/>
                  </a:lnTo>
                  <a:lnTo>
                    <a:pt x="65" y="144"/>
                  </a:lnTo>
                  <a:lnTo>
                    <a:pt x="62" y="144"/>
                  </a:lnTo>
                  <a:lnTo>
                    <a:pt x="58" y="143"/>
                  </a:lnTo>
                  <a:lnTo>
                    <a:pt x="55" y="143"/>
                  </a:lnTo>
                  <a:lnTo>
                    <a:pt x="52" y="143"/>
                  </a:lnTo>
                  <a:lnTo>
                    <a:pt x="49" y="142"/>
                  </a:lnTo>
                  <a:lnTo>
                    <a:pt x="45" y="140"/>
                  </a:lnTo>
                  <a:lnTo>
                    <a:pt x="42" y="139"/>
                  </a:lnTo>
                  <a:lnTo>
                    <a:pt x="39" y="137"/>
                  </a:lnTo>
                  <a:lnTo>
                    <a:pt x="36" y="136"/>
                  </a:lnTo>
                  <a:lnTo>
                    <a:pt x="33" y="134"/>
                  </a:lnTo>
                  <a:lnTo>
                    <a:pt x="30" y="133"/>
                  </a:lnTo>
                  <a:lnTo>
                    <a:pt x="28" y="131"/>
                  </a:lnTo>
                  <a:lnTo>
                    <a:pt x="26" y="129"/>
                  </a:lnTo>
                  <a:lnTo>
                    <a:pt x="23" y="127"/>
                  </a:lnTo>
                  <a:lnTo>
                    <a:pt x="20" y="124"/>
                  </a:lnTo>
                  <a:lnTo>
                    <a:pt x="19" y="123"/>
                  </a:lnTo>
                  <a:lnTo>
                    <a:pt x="16" y="120"/>
                  </a:lnTo>
                  <a:lnTo>
                    <a:pt x="15" y="117"/>
                  </a:lnTo>
                  <a:lnTo>
                    <a:pt x="13" y="114"/>
                  </a:lnTo>
                  <a:lnTo>
                    <a:pt x="10" y="111"/>
                  </a:lnTo>
                  <a:lnTo>
                    <a:pt x="9" y="108"/>
                  </a:lnTo>
                  <a:lnTo>
                    <a:pt x="7" y="106"/>
                  </a:lnTo>
                  <a:lnTo>
                    <a:pt x="6" y="103"/>
                  </a:lnTo>
                  <a:lnTo>
                    <a:pt x="4" y="100"/>
                  </a:lnTo>
                  <a:lnTo>
                    <a:pt x="4" y="97"/>
                  </a:lnTo>
                  <a:lnTo>
                    <a:pt x="3" y="94"/>
                  </a:lnTo>
                  <a:lnTo>
                    <a:pt x="2" y="90"/>
                  </a:lnTo>
                  <a:lnTo>
                    <a:pt x="2" y="87"/>
                  </a:lnTo>
                  <a:lnTo>
                    <a:pt x="2" y="84"/>
                  </a:lnTo>
                  <a:lnTo>
                    <a:pt x="2" y="80"/>
                  </a:lnTo>
                  <a:lnTo>
                    <a:pt x="0" y="77"/>
                  </a:lnTo>
                  <a:close/>
                </a:path>
              </a:pathLst>
            </a:cu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104" name="Freeform 32">
              <a:extLst>
                <a:ext uri="{FF2B5EF4-FFF2-40B4-BE49-F238E27FC236}">
                  <a16:creationId xmlns:a16="http://schemas.microsoft.com/office/drawing/2014/main" id="{2506F8C8-6AE7-434B-8A02-A57267914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9875" y="2557463"/>
              <a:ext cx="1625600" cy="1303337"/>
            </a:xfrm>
            <a:custGeom>
              <a:avLst/>
              <a:gdLst>
                <a:gd name="T0" fmla="*/ 2147483646 w 2049"/>
                <a:gd name="T1" fmla="*/ 2147483646 h 1644"/>
                <a:gd name="T2" fmla="*/ 2147483646 w 2049"/>
                <a:gd name="T3" fmla="*/ 2147483646 h 1644"/>
                <a:gd name="T4" fmla="*/ 2147483646 w 2049"/>
                <a:gd name="T5" fmla="*/ 0 h 1644"/>
                <a:gd name="T6" fmla="*/ 0 w 2049"/>
                <a:gd name="T7" fmla="*/ 0 h 164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049"/>
                <a:gd name="T13" fmla="*/ 0 h 1644"/>
                <a:gd name="T14" fmla="*/ 2049 w 2049"/>
                <a:gd name="T15" fmla="*/ 1644 h 164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049" h="1644">
                  <a:moveTo>
                    <a:pt x="2049" y="1644"/>
                  </a:moveTo>
                  <a:lnTo>
                    <a:pt x="433" y="1644"/>
                  </a:lnTo>
                  <a:lnTo>
                    <a:pt x="433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105" name="Freeform 33">
              <a:extLst>
                <a:ext uri="{FF2B5EF4-FFF2-40B4-BE49-F238E27FC236}">
                  <a16:creationId xmlns:a16="http://schemas.microsoft.com/office/drawing/2014/main" id="{4D8CB633-9D5B-49BD-B8C6-A304421BB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450" y="2557463"/>
              <a:ext cx="962025" cy="1944687"/>
            </a:xfrm>
            <a:custGeom>
              <a:avLst/>
              <a:gdLst>
                <a:gd name="T0" fmla="*/ 0 w 1212"/>
                <a:gd name="T1" fmla="*/ 2147483646 h 2451"/>
                <a:gd name="T2" fmla="*/ 0 w 1212"/>
                <a:gd name="T3" fmla="*/ 0 h 2451"/>
                <a:gd name="T4" fmla="*/ 2147483646 w 1212"/>
                <a:gd name="T5" fmla="*/ 0 h 2451"/>
                <a:gd name="T6" fmla="*/ 0 60000 65536"/>
                <a:gd name="T7" fmla="*/ 0 60000 65536"/>
                <a:gd name="T8" fmla="*/ 0 60000 65536"/>
                <a:gd name="T9" fmla="*/ 0 w 1212"/>
                <a:gd name="T10" fmla="*/ 0 h 2451"/>
                <a:gd name="T11" fmla="*/ 1212 w 1212"/>
                <a:gd name="T12" fmla="*/ 2451 h 245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212" h="2451">
                  <a:moveTo>
                    <a:pt x="0" y="2451"/>
                  </a:moveTo>
                  <a:lnTo>
                    <a:pt x="0" y="0"/>
                  </a:lnTo>
                  <a:lnTo>
                    <a:pt x="1212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106" name="Line 34">
              <a:extLst>
                <a:ext uri="{FF2B5EF4-FFF2-40B4-BE49-F238E27FC236}">
                  <a16:creationId xmlns:a16="http://schemas.microsoft.com/office/drawing/2014/main" id="{E0C118C5-2CA2-4B5D-B8BA-E9526147BF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79875" y="4502150"/>
              <a:ext cx="1625600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107" name="Freeform 35">
              <a:extLst>
                <a:ext uri="{FF2B5EF4-FFF2-40B4-BE49-F238E27FC236}">
                  <a16:creationId xmlns:a16="http://schemas.microsoft.com/office/drawing/2014/main" id="{F5C9F907-D81B-49CF-965E-AF74AE602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0063" y="1893888"/>
              <a:ext cx="138112" cy="44450"/>
            </a:xfrm>
            <a:custGeom>
              <a:avLst/>
              <a:gdLst>
                <a:gd name="T0" fmla="*/ 0 w 173"/>
                <a:gd name="T1" fmla="*/ 2147483646 h 58"/>
                <a:gd name="T2" fmla="*/ 2147483646 w 173"/>
                <a:gd name="T3" fmla="*/ 2147483646 h 58"/>
                <a:gd name="T4" fmla="*/ 0 w 173"/>
                <a:gd name="T5" fmla="*/ 0 h 58"/>
                <a:gd name="T6" fmla="*/ 0 w 173"/>
                <a:gd name="T7" fmla="*/ 2147483646 h 58"/>
                <a:gd name="T8" fmla="*/ 0 w 173"/>
                <a:gd name="T9" fmla="*/ 2147483646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58"/>
                <a:gd name="T17" fmla="*/ 173 w 173"/>
                <a:gd name="T18" fmla="*/ 58 h 5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58">
                  <a:moveTo>
                    <a:pt x="0" y="58"/>
                  </a:moveTo>
                  <a:lnTo>
                    <a:pt x="173" y="29"/>
                  </a:lnTo>
                  <a:lnTo>
                    <a:pt x="0" y="0"/>
                  </a:lnTo>
                  <a:lnTo>
                    <a:pt x="0" y="29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108" name="Line 36">
              <a:extLst>
                <a:ext uri="{FF2B5EF4-FFF2-40B4-BE49-F238E27FC236}">
                  <a16:creationId xmlns:a16="http://schemas.microsoft.com/office/drawing/2014/main" id="{E70EB62B-181A-4352-B419-231EAAB1E3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530975" y="1916113"/>
              <a:ext cx="296863" cy="15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109" name="Rectangle 37">
              <a:extLst>
                <a:ext uri="{FF2B5EF4-FFF2-40B4-BE49-F238E27FC236}">
                  <a16:creationId xmlns:a16="http://schemas.microsoft.com/office/drawing/2014/main" id="{8CFBDD2B-5C24-4C60-B888-B8CD6CA8A3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2213" y="4403725"/>
              <a:ext cx="19685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110" name="Freeform 38">
              <a:extLst>
                <a:ext uri="{FF2B5EF4-FFF2-40B4-BE49-F238E27FC236}">
                  <a16:creationId xmlns:a16="http://schemas.microsoft.com/office/drawing/2014/main" id="{DA5A96DC-BB24-456D-9496-2C1D7B8DE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613" y="2533650"/>
              <a:ext cx="138112" cy="68263"/>
            </a:xfrm>
            <a:custGeom>
              <a:avLst/>
              <a:gdLst>
                <a:gd name="T0" fmla="*/ 0 w 173"/>
                <a:gd name="T1" fmla="*/ 2147483646 h 87"/>
                <a:gd name="T2" fmla="*/ 2147483646 w 173"/>
                <a:gd name="T3" fmla="*/ 2147483646 h 87"/>
                <a:gd name="T4" fmla="*/ 0 w 173"/>
                <a:gd name="T5" fmla="*/ 0 h 87"/>
                <a:gd name="T6" fmla="*/ 0 w 173"/>
                <a:gd name="T7" fmla="*/ 2147483646 h 87"/>
                <a:gd name="T8" fmla="*/ 0 w 173"/>
                <a:gd name="T9" fmla="*/ 2147483646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87"/>
                <a:gd name="T17" fmla="*/ 173 w 173"/>
                <a:gd name="T18" fmla="*/ 87 h 8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87">
                  <a:moveTo>
                    <a:pt x="0" y="87"/>
                  </a:moveTo>
                  <a:lnTo>
                    <a:pt x="173" y="29"/>
                  </a:lnTo>
                  <a:lnTo>
                    <a:pt x="0" y="0"/>
                  </a:lnTo>
                  <a:lnTo>
                    <a:pt x="0" y="29"/>
                  </a:lnTo>
                  <a:lnTo>
                    <a:pt x="0" y="87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111" name="Freeform 39">
              <a:extLst>
                <a:ext uri="{FF2B5EF4-FFF2-40B4-BE49-F238E27FC236}">
                  <a16:creationId xmlns:a16="http://schemas.microsoft.com/office/drawing/2014/main" id="{94ADECA3-BF53-4476-9915-A13CE1D28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163" y="2557463"/>
              <a:ext cx="4694237" cy="2928937"/>
            </a:xfrm>
            <a:custGeom>
              <a:avLst/>
              <a:gdLst>
                <a:gd name="T0" fmla="*/ 2147483646 w 5914"/>
                <a:gd name="T1" fmla="*/ 0 h 3691"/>
                <a:gd name="T2" fmla="*/ 0 w 5914"/>
                <a:gd name="T3" fmla="*/ 0 h 3691"/>
                <a:gd name="T4" fmla="*/ 0 w 5914"/>
                <a:gd name="T5" fmla="*/ 2147483646 h 3691"/>
                <a:gd name="T6" fmla="*/ 2147483646 w 5914"/>
                <a:gd name="T7" fmla="*/ 2147483646 h 3691"/>
                <a:gd name="T8" fmla="*/ 2147483646 w 5914"/>
                <a:gd name="T9" fmla="*/ 2147483646 h 3691"/>
                <a:gd name="T10" fmla="*/ 2147483646 w 5914"/>
                <a:gd name="T11" fmla="*/ 2147483646 h 36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914"/>
                <a:gd name="T19" fmla="*/ 0 h 3691"/>
                <a:gd name="T20" fmla="*/ 5914 w 5914"/>
                <a:gd name="T21" fmla="*/ 3691 h 369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914" h="3691">
                  <a:moveTo>
                    <a:pt x="375" y="0"/>
                  </a:moveTo>
                  <a:lnTo>
                    <a:pt x="0" y="0"/>
                  </a:lnTo>
                  <a:lnTo>
                    <a:pt x="0" y="3691"/>
                  </a:lnTo>
                  <a:lnTo>
                    <a:pt x="5914" y="3691"/>
                  </a:lnTo>
                  <a:lnTo>
                    <a:pt x="5914" y="1644"/>
                  </a:lnTo>
                  <a:lnTo>
                    <a:pt x="5308" y="1644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112" name="Freeform 40">
              <a:extLst>
                <a:ext uri="{FF2B5EF4-FFF2-40B4-BE49-F238E27FC236}">
                  <a16:creationId xmlns:a16="http://schemas.microsoft.com/office/drawing/2014/main" id="{E2A1A78C-70B9-4500-98A4-F176F58DC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1225" y="4467225"/>
              <a:ext cx="46038" cy="68263"/>
            </a:xfrm>
            <a:custGeom>
              <a:avLst/>
              <a:gdLst>
                <a:gd name="T0" fmla="*/ 2147483646 w 58"/>
                <a:gd name="T1" fmla="*/ 2147483646 h 87"/>
                <a:gd name="T2" fmla="*/ 2147483646 w 58"/>
                <a:gd name="T3" fmla="*/ 2147483646 h 87"/>
                <a:gd name="T4" fmla="*/ 2147483646 w 58"/>
                <a:gd name="T5" fmla="*/ 2147483646 h 87"/>
                <a:gd name="T6" fmla="*/ 2147483646 w 58"/>
                <a:gd name="T7" fmla="*/ 2147483646 h 87"/>
                <a:gd name="T8" fmla="*/ 2147483646 w 58"/>
                <a:gd name="T9" fmla="*/ 2147483646 h 87"/>
                <a:gd name="T10" fmla="*/ 2147483646 w 58"/>
                <a:gd name="T11" fmla="*/ 2147483646 h 87"/>
                <a:gd name="T12" fmla="*/ 2147483646 w 58"/>
                <a:gd name="T13" fmla="*/ 2147483646 h 87"/>
                <a:gd name="T14" fmla="*/ 2147483646 w 58"/>
                <a:gd name="T15" fmla="*/ 2147483646 h 87"/>
                <a:gd name="T16" fmla="*/ 2147483646 w 58"/>
                <a:gd name="T17" fmla="*/ 2147483646 h 87"/>
                <a:gd name="T18" fmla="*/ 2147483646 w 58"/>
                <a:gd name="T19" fmla="*/ 2147483646 h 87"/>
                <a:gd name="T20" fmla="*/ 2147483646 w 58"/>
                <a:gd name="T21" fmla="*/ 0 h 87"/>
                <a:gd name="T22" fmla="*/ 2147483646 w 58"/>
                <a:gd name="T23" fmla="*/ 0 h 87"/>
                <a:gd name="T24" fmla="*/ 2147483646 w 58"/>
                <a:gd name="T25" fmla="*/ 0 h 87"/>
                <a:gd name="T26" fmla="*/ 2147483646 w 58"/>
                <a:gd name="T27" fmla="*/ 2147483646 h 87"/>
                <a:gd name="T28" fmla="*/ 2147483646 w 58"/>
                <a:gd name="T29" fmla="*/ 2147483646 h 87"/>
                <a:gd name="T30" fmla="*/ 2147483646 w 58"/>
                <a:gd name="T31" fmla="*/ 2147483646 h 87"/>
                <a:gd name="T32" fmla="*/ 2147483646 w 58"/>
                <a:gd name="T33" fmla="*/ 2147483646 h 87"/>
                <a:gd name="T34" fmla="*/ 2147483646 w 58"/>
                <a:gd name="T35" fmla="*/ 2147483646 h 87"/>
                <a:gd name="T36" fmla="*/ 2147483646 w 58"/>
                <a:gd name="T37" fmla="*/ 2147483646 h 87"/>
                <a:gd name="T38" fmla="*/ 2147483646 w 58"/>
                <a:gd name="T39" fmla="*/ 2147483646 h 87"/>
                <a:gd name="T40" fmla="*/ 2147483646 w 58"/>
                <a:gd name="T41" fmla="*/ 2147483646 h 87"/>
                <a:gd name="T42" fmla="*/ 2147483646 w 58"/>
                <a:gd name="T43" fmla="*/ 2147483646 h 87"/>
                <a:gd name="T44" fmla="*/ 2147483646 w 58"/>
                <a:gd name="T45" fmla="*/ 2147483646 h 87"/>
                <a:gd name="T46" fmla="*/ 2147483646 w 58"/>
                <a:gd name="T47" fmla="*/ 2147483646 h 87"/>
                <a:gd name="T48" fmla="*/ 2147483646 w 58"/>
                <a:gd name="T49" fmla="*/ 2147483646 h 87"/>
                <a:gd name="T50" fmla="*/ 2147483646 w 58"/>
                <a:gd name="T51" fmla="*/ 2147483646 h 87"/>
                <a:gd name="T52" fmla="*/ 2147483646 w 58"/>
                <a:gd name="T53" fmla="*/ 2147483646 h 87"/>
                <a:gd name="T54" fmla="*/ 2147483646 w 58"/>
                <a:gd name="T55" fmla="*/ 2147483646 h 87"/>
                <a:gd name="T56" fmla="*/ 2147483646 w 58"/>
                <a:gd name="T57" fmla="*/ 2147483646 h 87"/>
                <a:gd name="T58" fmla="*/ 2147483646 w 58"/>
                <a:gd name="T59" fmla="*/ 2147483646 h 87"/>
                <a:gd name="T60" fmla="*/ 2147483646 w 58"/>
                <a:gd name="T61" fmla="*/ 2147483646 h 87"/>
                <a:gd name="T62" fmla="*/ 2147483646 w 58"/>
                <a:gd name="T63" fmla="*/ 2147483646 h 87"/>
                <a:gd name="T64" fmla="*/ 2147483646 w 58"/>
                <a:gd name="T65" fmla="*/ 2147483646 h 87"/>
                <a:gd name="T66" fmla="*/ 2147483646 w 58"/>
                <a:gd name="T67" fmla="*/ 2147483646 h 87"/>
                <a:gd name="T68" fmla="*/ 2147483646 w 58"/>
                <a:gd name="T69" fmla="*/ 2147483646 h 87"/>
                <a:gd name="T70" fmla="*/ 2147483646 w 58"/>
                <a:gd name="T71" fmla="*/ 2147483646 h 87"/>
                <a:gd name="T72" fmla="*/ 2147483646 w 58"/>
                <a:gd name="T73" fmla="*/ 2147483646 h 87"/>
                <a:gd name="T74" fmla="*/ 2147483646 w 58"/>
                <a:gd name="T75" fmla="*/ 2147483646 h 87"/>
                <a:gd name="T76" fmla="*/ 2147483646 w 58"/>
                <a:gd name="T77" fmla="*/ 2147483646 h 87"/>
                <a:gd name="T78" fmla="*/ 2147483646 w 58"/>
                <a:gd name="T79" fmla="*/ 2147483646 h 87"/>
                <a:gd name="T80" fmla="*/ 2147483646 w 58"/>
                <a:gd name="T81" fmla="*/ 2147483646 h 87"/>
                <a:gd name="T82" fmla="*/ 2147483646 w 58"/>
                <a:gd name="T83" fmla="*/ 2147483646 h 87"/>
                <a:gd name="T84" fmla="*/ 2147483646 w 58"/>
                <a:gd name="T85" fmla="*/ 2147483646 h 87"/>
                <a:gd name="T86" fmla="*/ 2147483646 w 58"/>
                <a:gd name="T87" fmla="*/ 2147483646 h 87"/>
                <a:gd name="T88" fmla="*/ 2147483646 w 58"/>
                <a:gd name="T89" fmla="*/ 2147483646 h 87"/>
                <a:gd name="T90" fmla="*/ 2147483646 w 58"/>
                <a:gd name="T91" fmla="*/ 2147483646 h 87"/>
                <a:gd name="T92" fmla="*/ 2147483646 w 58"/>
                <a:gd name="T93" fmla="*/ 2147483646 h 87"/>
                <a:gd name="T94" fmla="*/ 2147483646 w 58"/>
                <a:gd name="T95" fmla="*/ 2147483646 h 87"/>
                <a:gd name="T96" fmla="*/ 2147483646 w 58"/>
                <a:gd name="T97" fmla="*/ 2147483646 h 87"/>
                <a:gd name="T98" fmla="*/ 2147483646 w 58"/>
                <a:gd name="T99" fmla="*/ 2147483646 h 87"/>
                <a:gd name="T100" fmla="*/ 2147483646 w 58"/>
                <a:gd name="T101" fmla="*/ 2147483646 h 87"/>
                <a:gd name="T102" fmla="*/ 2147483646 w 58"/>
                <a:gd name="T103" fmla="*/ 2147483646 h 87"/>
                <a:gd name="T104" fmla="*/ 2147483646 w 58"/>
                <a:gd name="T105" fmla="*/ 2147483646 h 87"/>
                <a:gd name="T106" fmla="*/ 2147483646 w 58"/>
                <a:gd name="T107" fmla="*/ 2147483646 h 87"/>
                <a:gd name="T108" fmla="*/ 2147483646 w 58"/>
                <a:gd name="T109" fmla="*/ 2147483646 h 87"/>
                <a:gd name="T110" fmla="*/ 2147483646 w 58"/>
                <a:gd name="T111" fmla="*/ 2147483646 h 8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8"/>
                <a:gd name="T169" fmla="*/ 0 h 87"/>
                <a:gd name="T170" fmla="*/ 58 w 58"/>
                <a:gd name="T171" fmla="*/ 87 h 87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8" h="87">
                  <a:moveTo>
                    <a:pt x="0" y="52"/>
                  </a:moveTo>
                  <a:lnTo>
                    <a:pt x="0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3" y="25"/>
                  </a:lnTo>
                  <a:lnTo>
                    <a:pt x="3" y="23"/>
                  </a:lnTo>
                  <a:lnTo>
                    <a:pt x="3" y="22"/>
                  </a:lnTo>
                  <a:lnTo>
                    <a:pt x="4" y="20"/>
                  </a:lnTo>
                  <a:lnTo>
                    <a:pt x="4" y="19"/>
                  </a:lnTo>
                  <a:lnTo>
                    <a:pt x="6" y="17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9" y="13"/>
                  </a:lnTo>
                  <a:lnTo>
                    <a:pt x="10" y="12"/>
                  </a:lnTo>
                  <a:lnTo>
                    <a:pt x="12" y="10"/>
                  </a:lnTo>
                  <a:lnTo>
                    <a:pt x="12" y="9"/>
                  </a:lnTo>
                  <a:lnTo>
                    <a:pt x="13" y="9"/>
                  </a:lnTo>
                  <a:lnTo>
                    <a:pt x="14" y="7"/>
                  </a:lnTo>
                  <a:lnTo>
                    <a:pt x="16" y="6"/>
                  </a:lnTo>
                  <a:lnTo>
                    <a:pt x="17" y="6"/>
                  </a:lnTo>
                  <a:lnTo>
                    <a:pt x="19" y="4"/>
                  </a:lnTo>
                  <a:lnTo>
                    <a:pt x="20" y="3"/>
                  </a:lnTo>
                  <a:lnTo>
                    <a:pt x="22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7" y="1"/>
                  </a:lnTo>
                  <a:lnTo>
                    <a:pt x="29" y="1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6" y="0"/>
                  </a:lnTo>
                  <a:lnTo>
                    <a:pt x="23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0" y="1"/>
                  </a:lnTo>
                  <a:lnTo>
                    <a:pt x="32" y="1"/>
                  </a:lnTo>
                  <a:lnTo>
                    <a:pt x="33" y="1"/>
                  </a:lnTo>
                  <a:lnTo>
                    <a:pt x="36" y="3"/>
                  </a:lnTo>
                  <a:lnTo>
                    <a:pt x="38" y="3"/>
                  </a:lnTo>
                  <a:lnTo>
                    <a:pt x="39" y="3"/>
                  </a:lnTo>
                  <a:lnTo>
                    <a:pt x="40" y="4"/>
                  </a:lnTo>
                  <a:lnTo>
                    <a:pt x="42" y="6"/>
                  </a:lnTo>
                  <a:lnTo>
                    <a:pt x="43" y="6"/>
                  </a:lnTo>
                  <a:lnTo>
                    <a:pt x="45" y="7"/>
                  </a:lnTo>
                  <a:lnTo>
                    <a:pt x="46" y="9"/>
                  </a:lnTo>
                  <a:lnTo>
                    <a:pt x="48" y="9"/>
                  </a:lnTo>
                  <a:lnTo>
                    <a:pt x="48" y="10"/>
                  </a:lnTo>
                  <a:lnTo>
                    <a:pt x="49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3" y="17"/>
                  </a:lnTo>
                  <a:lnTo>
                    <a:pt x="55" y="19"/>
                  </a:lnTo>
                  <a:lnTo>
                    <a:pt x="55" y="20"/>
                  </a:lnTo>
                  <a:lnTo>
                    <a:pt x="56" y="22"/>
                  </a:lnTo>
                  <a:lnTo>
                    <a:pt x="56" y="23"/>
                  </a:lnTo>
                  <a:lnTo>
                    <a:pt x="56" y="25"/>
                  </a:lnTo>
                  <a:lnTo>
                    <a:pt x="58" y="26"/>
                  </a:lnTo>
                  <a:lnTo>
                    <a:pt x="58" y="27"/>
                  </a:lnTo>
                  <a:lnTo>
                    <a:pt x="58" y="30"/>
                  </a:lnTo>
                  <a:lnTo>
                    <a:pt x="58" y="32"/>
                  </a:lnTo>
                  <a:lnTo>
                    <a:pt x="58" y="33"/>
                  </a:lnTo>
                  <a:lnTo>
                    <a:pt x="58" y="35"/>
                  </a:lnTo>
                  <a:lnTo>
                    <a:pt x="58" y="52"/>
                  </a:lnTo>
                  <a:lnTo>
                    <a:pt x="58" y="53"/>
                  </a:lnTo>
                  <a:lnTo>
                    <a:pt x="58" y="55"/>
                  </a:lnTo>
                  <a:lnTo>
                    <a:pt x="58" y="58"/>
                  </a:lnTo>
                  <a:lnTo>
                    <a:pt x="58" y="59"/>
                  </a:lnTo>
                  <a:lnTo>
                    <a:pt x="58" y="61"/>
                  </a:lnTo>
                  <a:lnTo>
                    <a:pt x="56" y="62"/>
                  </a:lnTo>
                  <a:lnTo>
                    <a:pt x="56" y="63"/>
                  </a:lnTo>
                  <a:lnTo>
                    <a:pt x="56" y="65"/>
                  </a:lnTo>
                  <a:lnTo>
                    <a:pt x="55" y="66"/>
                  </a:lnTo>
                  <a:lnTo>
                    <a:pt x="55" y="68"/>
                  </a:lnTo>
                  <a:lnTo>
                    <a:pt x="53" y="69"/>
                  </a:lnTo>
                  <a:lnTo>
                    <a:pt x="52" y="71"/>
                  </a:lnTo>
                  <a:lnTo>
                    <a:pt x="52" y="72"/>
                  </a:lnTo>
                  <a:lnTo>
                    <a:pt x="51" y="74"/>
                  </a:lnTo>
                  <a:lnTo>
                    <a:pt x="49" y="75"/>
                  </a:lnTo>
                  <a:lnTo>
                    <a:pt x="48" y="76"/>
                  </a:lnTo>
                  <a:lnTo>
                    <a:pt x="48" y="78"/>
                  </a:lnTo>
                  <a:lnTo>
                    <a:pt x="46" y="79"/>
                  </a:lnTo>
                  <a:lnTo>
                    <a:pt x="45" y="79"/>
                  </a:lnTo>
                  <a:lnTo>
                    <a:pt x="43" y="81"/>
                  </a:lnTo>
                  <a:lnTo>
                    <a:pt x="42" y="82"/>
                  </a:lnTo>
                  <a:lnTo>
                    <a:pt x="40" y="82"/>
                  </a:lnTo>
                  <a:lnTo>
                    <a:pt x="39" y="84"/>
                  </a:lnTo>
                  <a:lnTo>
                    <a:pt x="38" y="84"/>
                  </a:lnTo>
                  <a:lnTo>
                    <a:pt x="36" y="85"/>
                  </a:lnTo>
                  <a:lnTo>
                    <a:pt x="33" y="85"/>
                  </a:lnTo>
                  <a:lnTo>
                    <a:pt x="32" y="85"/>
                  </a:lnTo>
                  <a:lnTo>
                    <a:pt x="30" y="87"/>
                  </a:lnTo>
                  <a:lnTo>
                    <a:pt x="29" y="87"/>
                  </a:lnTo>
                  <a:lnTo>
                    <a:pt x="27" y="87"/>
                  </a:lnTo>
                  <a:lnTo>
                    <a:pt x="26" y="87"/>
                  </a:lnTo>
                  <a:lnTo>
                    <a:pt x="23" y="87"/>
                  </a:lnTo>
                  <a:lnTo>
                    <a:pt x="36" y="87"/>
                  </a:lnTo>
                  <a:lnTo>
                    <a:pt x="33" y="87"/>
                  </a:lnTo>
                  <a:lnTo>
                    <a:pt x="32" y="87"/>
                  </a:lnTo>
                  <a:lnTo>
                    <a:pt x="30" y="87"/>
                  </a:lnTo>
                  <a:lnTo>
                    <a:pt x="29" y="87"/>
                  </a:lnTo>
                  <a:lnTo>
                    <a:pt x="27" y="85"/>
                  </a:lnTo>
                  <a:lnTo>
                    <a:pt x="25" y="85"/>
                  </a:lnTo>
                  <a:lnTo>
                    <a:pt x="23" y="85"/>
                  </a:lnTo>
                  <a:lnTo>
                    <a:pt x="22" y="84"/>
                  </a:lnTo>
                  <a:lnTo>
                    <a:pt x="20" y="84"/>
                  </a:lnTo>
                  <a:lnTo>
                    <a:pt x="19" y="82"/>
                  </a:lnTo>
                  <a:lnTo>
                    <a:pt x="17" y="82"/>
                  </a:lnTo>
                  <a:lnTo>
                    <a:pt x="16" y="81"/>
                  </a:lnTo>
                  <a:lnTo>
                    <a:pt x="14" y="79"/>
                  </a:lnTo>
                  <a:lnTo>
                    <a:pt x="13" y="79"/>
                  </a:lnTo>
                  <a:lnTo>
                    <a:pt x="12" y="78"/>
                  </a:lnTo>
                  <a:lnTo>
                    <a:pt x="12" y="76"/>
                  </a:lnTo>
                  <a:lnTo>
                    <a:pt x="10" y="75"/>
                  </a:lnTo>
                  <a:lnTo>
                    <a:pt x="9" y="74"/>
                  </a:lnTo>
                  <a:lnTo>
                    <a:pt x="7" y="72"/>
                  </a:lnTo>
                  <a:lnTo>
                    <a:pt x="7" y="71"/>
                  </a:lnTo>
                  <a:lnTo>
                    <a:pt x="6" y="69"/>
                  </a:lnTo>
                  <a:lnTo>
                    <a:pt x="4" y="68"/>
                  </a:lnTo>
                  <a:lnTo>
                    <a:pt x="4" y="66"/>
                  </a:lnTo>
                  <a:lnTo>
                    <a:pt x="3" y="65"/>
                  </a:lnTo>
                  <a:lnTo>
                    <a:pt x="3" y="63"/>
                  </a:lnTo>
                  <a:lnTo>
                    <a:pt x="3" y="62"/>
                  </a:lnTo>
                  <a:lnTo>
                    <a:pt x="1" y="61"/>
                  </a:lnTo>
                  <a:lnTo>
                    <a:pt x="1" y="59"/>
                  </a:lnTo>
                  <a:lnTo>
                    <a:pt x="1" y="58"/>
                  </a:lnTo>
                  <a:lnTo>
                    <a:pt x="1" y="55"/>
                  </a:lnTo>
                  <a:lnTo>
                    <a:pt x="1" y="53"/>
                  </a:lnTo>
                  <a:lnTo>
                    <a:pt x="0" y="52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113" name="Freeform 41">
              <a:extLst>
                <a:ext uri="{FF2B5EF4-FFF2-40B4-BE49-F238E27FC236}">
                  <a16:creationId xmlns:a16="http://schemas.microsoft.com/office/drawing/2014/main" id="{632FF033-C6D5-4F35-ADFA-5F308C16B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1900" y="5119688"/>
              <a:ext cx="46038" cy="68262"/>
            </a:xfrm>
            <a:custGeom>
              <a:avLst/>
              <a:gdLst>
                <a:gd name="T0" fmla="*/ 2147483646 w 58"/>
                <a:gd name="T1" fmla="*/ 2147483646 h 87"/>
                <a:gd name="T2" fmla="*/ 2147483646 w 58"/>
                <a:gd name="T3" fmla="*/ 2147483646 h 87"/>
                <a:gd name="T4" fmla="*/ 2147483646 w 58"/>
                <a:gd name="T5" fmla="*/ 2147483646 h 87"/>
                <a:gd name="T6" fmla="*/ 2147483646 w 58"/>
                <a:gd name="T7" fmla="*/ 2147483646 h 87"/>
                <a:gd name="T8" fmla="*/ 2147483646 w 58"/>
                <a:gd name="T9" fmla="*/ 2147483646 h 87"/>
                <a:gd name="T10" fmla="*/ 2147483646 w 58"/>
                <a:gd name="T11" fmla="*/ 2147483646 h 87"/>
                <a:gd name="T12" fmla="*/ 2147483646 w 58"/>
                <a:gd name="T13" fmla="*/ 2147483646 h 87"/>
                <a:gd name="T14" fmla="*/ 2147483646 w 58"/>
                <a:gd name="T15" fmla="*/ 2147483646 h 87"/>
                <a:gd name="T16" fmla="*/ 2147483646 w 58"/>
                <a:gd name="T17" fmla="*/ 2147483646 h 87"/>
                <a:gd name="T18" fmla="*/ 2147483646 w 58"/>
                <a:gd name="T19" fmla="*/ 2147483646 h 87"/>
                <a:gd name="T20" fmla="*/ 2147483646 w 58"/>
                <a:gd name="T21" fmla="*/ 0 h 87"/>
                <a:gd name="T22" fmla="*/ 2147483646 w 58"/>
                <a:gd name="T23" fmla="*/ 0 h 87"/>
                <a:gd name="T24" fmla="*/ 2147483646 w 58"/>
                <a:gd name="T25" fmla="*/ 0 h 87"/>
                <a:gd name="T26" fmla="*/ 2147483646 w 58"/>
                <a:gd name="T27" fmla="*/ 2147483646 h 87"/>
                <a:gd name="T28" fmla="*/ 2147483646 w 58"/>
                <a:gd name="T29" fmla="*/ 2147483646 h 87"/>
                <a:gd name="T30" fmla="*/ 2147483646 w 58"/>
                <a:gd name="T31" fmla="*/ 2147483646 h 87"/>
                <a:gd name="T32" fmla="*/ 2147483646 w 58"/>
                <a:gd name="T33" fmla="*/ 2147483646 h 87"/>
                <a:gd name="T34" fmla="*/ 2147483646 w 58"/>
                <a:gd name="T35" fmla="*/ 2147483646 h 87"/>
                <a:gd name="T36" fmla="*/ 2147483646 w 58"/>
                <a:gd name="T37" fmla="*/ 2147483646 h 87"/>
                <a:gd name="T38" fmla="*/ 2147483646 w 58"/>
                <a:gd name="T39" fmla="*/ 2147483646 h 87"/>
                <a:gd name="T40" fmla="*/ 2147483646 w 58"/>
                <a:gd name="T41" fmla="*/ 2147483646 h 87"/>
                <a:gd name="T42" fmla="*/ 2147483646 w 58"/>
                <a:gd name="T43" fmla="*/ 2147483646 h 87"/>
                <a:gd name="T44" fmla="*/ 2147483646 w 58"/>
                <a:gd name="T45" fmla="*/ 2147483646 h 87"/>
                <a:gd name="T46" fmla="*/ 2147483646 w 58"/>
                <a:gd name="T47" fmla="*/ 2147483646 h 87"/>
                <a:gd name="T48" fmla="*/ 2147483646 w 58"/>
                <a:gd name="T49" fmla="*/ 2147483646 h 87"/>
                <a:gd name="T50" fmla="*/ 2147483646 w 58"/>
                <a:gd name="T51" fmla="*/ 2147483646 h 87"/>
                <a:gd name="T52" fmla="*/ 2147483646 w 58"/>
                <a:gd name="T53" fmla="*/ 2147483646 h 87"/>
                <a:gd name="T54" fmla="*/ 2147483646 w 58"/>
                <a:gd name="T55" fmla="*/ 2147483646 h 87"/>
                <a:gd name="T56" fmla="*/ 2147483646 w 58"/>
                <a:gd name="T57" fmla="*/ 2147483646 h 87"/>
                <a:gd name="T58" fmla="*/ 2147483646 w 58"/>
                <a:gd name="T59" fmla="*/ 2147483646 h 87"/>
                <a:gd name="T60" fmla="*/ 2147483646 w 58"/>
                <a:gd name="T61" fmla="*/ 2147483646 h 87"/>
                <a:gd name="T62" fmla="*/ 2147483646 w 58"/>
                <a:gd name="T63" fmla="*/ 2147483646 h 87"/>
                <a:gd name="T64" fmla="*/ 2147483646 w 58"/>
                <a:gd name="T65" fmla="*/ 2147483646 h 87"/>
                <a:gd name="T66" fmla="*/ 2147483646 w 58"/>
                <a:gd name="T67" fmla="*/ 2147483646 h 87"/>
                <a:gd name="T68" fmla="*/ 2147483646 w 58"/>
                <a:gd name="T69" fmla="*/ 2147483646 h 87"/>
                <a:gd name="T70" fmla="*/ 2147483646 w 58"/>
                <a:gd name="T71" fmla="*/ 2147483646 h 87"/>
                <a:gd name="T72" fmla="*/ 2147483646 w 58"/>
                <a:gd name="T73" fmla="*/ 2147483646 h 87"/>
                <a:gd name="T74" fmla="*/ 2147483646 w 58"/>
                <a:gd name="T75" fmla="*/ 2147483646 h 87"/>
                <a:gd name="T76" fmla="*/ 2147483646 w 58"/>
                <a:gd name="T77" fmla="*/ 2147483646 h 87"/>
                <a:gd name="T78" fmla="*/ 2147483646 w 58"/>
                <a:gd name="T79" fmla="*/ 2147483646 h 87"/>
                <a:gd name="T80" fmla="*/ 2147483646 w 58"/>
                <a:gd name="T81" fmla="*/ 2147483646 h 87"/>
                <a:gd name="T82" fmla="*/ 2147483646 w 58"/>
                <a:gd name="T83" fmla="*/ 2147483646 h 87"/>
                <a:gd name="T84" fmla="*/ 2147483646 w 58"/>
                <a:gd name="T85" fmla="*/ 2147483646 h 87"/>
                <a:gd name="T86" fmla="*/ 2147483646 w 58"/>
                <a:gd name="T87" fmla="*/ 2147483646 h 87"/>
                <a:gd name="T88" fmla="*/ 2147483646 w 58"/>
                <a:gd name="T89" fmla="*/ 2147483646 h 87"/>
                <a:gd name="T90" fmla="*/ 2147483646 w 58"/>
                <a:gd name="T91" fmla="*/ 2147483646 h 87"/>
                <a:gd name="T92" fmla="*/ 2147483646 w 58"/>
                <a:gd name="T93" fmla="*/ 2147483646 h 87"/>
                <a:gd name="T94" fmla="*/ 2147483646 w 58"/>
                <a:gd name="T95" fmla="*/ 2147483646 h 87"/>
                <a:gd name="T96" fmla="*/ 2147483646 w 58"/>
                <a:gd name="T97" fmla="*/ 2147483646 h 87"/>
                <a:gd name="T98" fmla="*/ 2147483646 w 58"/>
                <a:gd name="T99" fmla="*/ 2147483646 h 87"/>
                <a:gd name="T100" fmla="*/ 2147483646 w 58"/>
                <a:gd name="T101" fmla="*/ 2147483646 h 87"/>
                <a:gd name="T102" fmla="*/ 2147483646 w 58"/>
                <a:gd name="T103" fmla="*/ 2147483646 h 87"/>
                <a:gd name="T104" fmla="*/ 2147483646 w 58"/>
                <a:gd name="T105" fmla="*/ 2147483646 h 87"/>
                <a:gd name="T106" fmla="*/ 2147483646 w 58"/>
                <a:gd name="T107" fmla="*/ 2147483646 h 87"/>
                <a:gd name="T108" fmla="*/ 2147483646 w 58"/>
                <a:gd name="T109" fmla="*/ 2147483646 h 87"/>
                <a:gd name="T110" fmla="*/ 2147483646 w 58"/>
                <a:gd name="T111" fmla="*/ 2147483646 h 8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8"/>
                <a:gd name="T169" fmla="*/ 0 h 87"/>
                <a:gd name="T170" fmla="*/ 58 w 58"/>
                <a:gd name="T171" fmla="*/ 87 h 87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8" h="87">
                  <a:moveTo>
                    <a:pt x="0" y="52"/>
                  </a:moveTo>
                  <a:lnTo>
                    <a:pt x="0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3" y="25"/>
                  </a:lnTo>
                  <a:lnTo>
                    <a:pt x="3" y="23"/>
                  </a:lnTo>
                  <a:lnTo>
                    <a:pt x="3" y="22"/>
                  </a:lnTo>
                  <a:lnTo>
                    <a:pt x="4" y="20"/>
                  </a:lnTo>
                  <a:lnTo>
                    <a:pt x="4" y="19"/>
                  </a:lnTo>
                  <a:lnTo>
                    <a:pt x="6" y="18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9" y="13"/>
                  </a:lnTo>
                  <a:lnTo>
                    <a:pt x="10" y="12"/>
                  </a:lnTo>
                  <a:lnTo>
                    <a:pt x="11" y="10"/>
                  </a:lnTo>
                  <a:lnTo>
                    <a:pt x="11" y="9"/>
                  </a:lnTo>
                  <a:lnTo>
                    <a:pt x="13" y="9"/>
                  </a:lnTo>
                  <a:lnTo>
                    <a:pt x="14" y="7"/>
                  </a:lnTo>
                  <a:lnTo>
                    <a:pt x="16" y="6"/>
                  </a:lnTo>
                  <a:lnTo>
                    <a:pt x="17" y="6"/>
                  </a:lnTo>
                  <a:lnTo>
                    <a:pt x="19" y="5"/>
                  </a:lnTo>
                  <a:lnTo>
                    <a:pt x="20" y="3"/>
                  </a:lnTo>
                  <a:lnTo>
                    <a:pt x="22" y="3"/>
                  </a:lnTo>
                  <a:lnTo>
                    <a:pt x="23" y="3"/>
                  </a:lnTo>
                  <a:lnTo>
                    <a:pt x="24" y="2"/>
                  </a:lnTo>
                  <a:lnTo>
                    <a:pt x="27" y="2"/>
                  </a:lnTo>
                  <a:lnTo>
                    <a:pt x="29" y="2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6" y="0"/>
                  </a:lnTo>
                  <a:lnTo>
                    <a:pt x="23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0" y="2"/>
                  </a:lnTo>
                  <a:lnTo>
                    <a:pt x="32" y="2"/>
                  </a:lnTo>
                  <a:lnTo>
                    <a:pt x="33" y="2"/>
                  </a:lnTo>
                  <a:lnTo>
                    <a:pt x="36" y="3"/>
                  </a:lnTo>
                  <a:lnTo>
                    <a:pt x="37" y="3"/>
                  </a:lnTo>
                  <a:lnTo>
                    <a:pt x="39" y="3"/>
                  </a:lnTo>
                  <a:lnTo>
                    <a:pt x="40" y="5"/>
                  </a:lnTo>
                  <a:lnTo>
                    <a:pt x="42" y="6"/>
                  </a:lnTo>
                  <a:lnTo>
                    <a:pt x="43" y="6"/>
                  </a:lnTo>
                  <a:lnTo>
                    <a:pt x="45" y="7"/>
                  </a:lnTo>
                  <a:lnTo>
                    <a:pt x="46" y="9"/>
                  </a:lnTo>
                  <a:lnTo>
                    <a:pt x="48" y="9"/>
                  </a:lnTo>
                  <a:lnTo>
                    <a:pt x="48" y="10"/>
                  </a:lnTo>
                  <a:lnTo>
                    <a:pt x="49" y="12"/>
                  </a:lnTo>
                  <a:lnTo>
                    <a:pt x="50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3" y="18"/>
                  </a:lnTo>
                  <a:lnTo>
                    <a:pt x="55" y="19"/>
                  </a:lnTo>
                  <a:lnTo>
                    <a:pt x="55" y="20"/>
                  </a:lnTo>
                  <a:lnTo>
                    <a:pt x="56" y="22"/>
                  </a:lnTo>
                  <a:lnTo>
                    <a:pt x="56" y="23"/>
                  </a:lnTo>
                  <a:lnTo>
                    <a:pt x="56" y="25"/>
                  </a:lnTo>
                  <a:lnTo>
                    <a:pt x="58" y="26"/>
                  </a:lnTo>
                  <a:lnTo>
                    <a:pt x="58" y="28"/>
                  </a:lnTo>
                  <a:lnTo>
                    <a:pt x="58" y="31"/>
                  </a:lnTo>
                  <a:lnTo>
                    <a:pt x="58" y="32"/>
                  </a:lnTo>
                  <a:lnTo>
                    <a:pt x="58" y="33"/>
                  </a:lnTo>
                  <a:lnTo>
                    <a:pt x="58" y="35"/>
                  </a:lnTo>
                  <a:lnTo>
                    <a:pt x="58" y="52"/>
                  </a:lnTo>
                  <a:lnTo>
                    <a:pt x="58" y="54"/>
                  </a:lnTo>
                  <a:lnTo>
                    <a:pt x="58" y="55"/>
                  </a:lnTo>
                  <a:lnTo>
                    <a:pt x="58" y="58"/>
                  </a:lnTo>
                  <a:lnTo>
                    <a:pt x="58" y="59"/>
                  </a:lnTo>
                  <a:lnTo>
                    <a:pt x="58" y="61"/>
                  </a:lnTo>
                  <a:lnTo>
                    <a:pt x="56" y="62"/>
                  </a:lnTo>
                  <a:lnTo>
                    <a:pt x="56" y="64"/>
                  </a:lnTo>
                  <a:lnTo>
                    <a:pt x="56" y="65"/>
                  </a:lnTo>
                  <a:lnTo>
                    <a:pt x="55" y="67"/>
                  </a:lnTo>
                  <a:lnTo>
                    <a:pt x="55" y="68"/>
                  </a:lnTo>
                  <a:lnTo>
                    <a:pt x="53" y="69"/>
                  </a:lnTo>
                  <a:lnTo>
                    <a:pt x="52" y="71"/>
                  </a:lnTo>
                  <a:lnTo>
                    <a:pt x="52" y="72"/>
                  </a:lnTo>
                  <a:lnTo>
                    <a:pt x="50" y="74"/>
                  </a:lnTo>
                  <a:lnTo>
                    <a:pt x="49" y="75"/>
                  </a:lnTo>
                  <a:lnTo>
                    <a:pt x="48" y="77"/>
                  </a:lnTo>
                  <a:lnTo>
                    <a:pt x="48" y="78"/>
                  </a:lnTo>
                  <a:lnTo>
                    <a:pt x="46" y="80"/>
                  </a:lnTo>
                  <a:lnTo>
                    <a:pt x="45" y="80"/>
                  </a:lnTo>
                  <a:lnTo>
                    <a:pt x="43" y="81"/>
                  </a:lnTo>
                  <a:lnTo>
                    <a:pt x="42" y="82"/>
                  </a:lnTo>
                  <a:lnTo>
                    <a:pt x="40" y="82"/>
                  </a:lnTo>
                  <a:lnTo>
                    <a:pt x="39" y="84"/>
                  </a:lnTo>
                  <a:lnTo>
                    <a:pt x="37" y="84"/>
                  </a:lnTo>
                  <a:lnTo>
                    <a:pt x="36" y="85"/>
                  </a:lnTo>
                  <a:lnTo>
                    <a:pt x="33" y="85"/>
                  </a:lnTo>
                  <a:lnTo>
                    <a:pt x="32" y="85"/>
                  </a:lnTo>
                  <a:lnTo>
                    <a:pt x="30" y="87"/>
                  </a:lnTo>
                  <a:lnTo>
                    <a:pt x="29" y="87"/>
                  </a:lnTo>
                  <a:lnTo>
                    <a:pt x="27" y="87"/>
                  </a:lnTo>
                  <a:lnTo>
                    <a:pt x="26" y="87"/>
                  </a:lnTo>
                  <a:lnTo>
                    <a:pt x="23" y="87"/>
                  </a:lnTo>
                  <a:lnTo>
                    <a:pt x="36" y="87"/>
                  </a:lnTo>
                  <a:lnTo>
                    <a:pt x="33" y="87"/>
                  </a:lnTo>
                  <a:lnTo>
                    <a:pt x="32" y="87"/>
                  </a:lnTo>
                  <a:lnTo>
                    <a:pt x="30" y="87"/>
                  </a:lnTo>
                  <a:lnTo>
                    <a:pt x="29" y="87"/>
                  </a:lnTo>
                  <a:lnTo>
                    <a:pt x="27" y="85"/>
                  </a:lnTo>
                  <a:lnTo>
                    <a:pt x="24" y="85"/>
                  </a:lnTo>
                  <a:lnTo>
                    <a:pt x="23" y="85"/>
                  </a:lnTo>
                  <a:lnTo>
                    <a:pt x="22" y="84"/>
                  </a:lnTo>
                  <a:lnTo>
                    <a:pt x="20" y="84"/>
                  </a:lnTo>
                  <a:lnTo>
                    <a:pt x="19" y="82"/>
                  </a:lnTo>
                  <a:lnTo>
                    <a:pt x="17" y="82"/>
                  </a:lnTo>
                  <a:lnTo>
                    <a:pt x="16" y="81"/>
                  </a:lnTo>
                  <a:lnTo>
                    <a:pt x="14" y="80"/>
                  </a:lnTo>
                  <a:lnTo>
                    <a:pt x="13" y="80"/>
                  </a:lnTo>
                  <a:lnTo>
                    <a:pt x="11" y="78"/>
                  </a:lnTo>
                  <a:lnTo>
                    <a:pt x="11" y="77"/>
                  </a:lnTo>
                  <a:lnTo>
                    <a:pt x="10" y="75"/>
                  </a:lnTo>
                  <a:lnTo>
                    <a:pt x="9" y="74"/>
                  </a:lnTo>
                  <a:lnTo>
                    <a:pt x="7" y="72"/>
                  </a:lnTo>
                  <a:lnTo>
                    <a:pt x="7" y="71"/>
                  </a:lnTo>
                  <a:lnTo>
                    <a:pt x="6" y="69"/>
                  </a:lnTo>
                  <a:lnTo>
                    <a:pt x="4" y="68"/>
                  </a:lnTo>
                  <a:lnTo>
                    <a:pt x="4" y="67"/>
                  </a:lnTo>
                  <a:lnTo>
                    <a:pt x="3" y="65"/>
                  </a:lnTo>
                  <a:lnTo>
                    <a:pt x="3" y="64"/>
                  </a:lnTo>
                  <a:lnTo>
                    <a:pt x="3" y="62"/>
                  </a:lnTo>
                  <a:lnTo>
                    <a:pt x="1" y="61"/>
                  </a:lnTo>
                  <a:lnTo>
                    <a:pt x="1" y="59"/>
                  </a:lnTo>
                  <a:lnTo>
                    <a:pt x="1" y="58"/>
                  </a:lnTo>
                  <a:lnTo>
                    <a:pt x="1" y="55"/>
                  </a:lnTo>
                  <a:lnTo>
                    <a:pt x="1" y="54"/>
                  </a:lnTo>
                  <a:lnTo>
                    <a:pt x="0" y="52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114" name="Rectangle 42">
              <a:extLst>
                <a:ext uri="{FF2B5EF4-FFF2-40B4-BE49-F238E27FC236}">
                  <a16:creationId xmlns:a16="http://schemas.microsoft.com/office/drawing/2014/main" id="{ED0B68F8-FD48-4C34-B138-8111B30CE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46925" y="1793875"/>
              <a:ext cx="1301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115" name="Rectangle 43">
              <a:extLst>
                <a:ext uri="{FF2B5EF4-FFF2-40B4-BE49-F238E27FC236}">
                  <a16:creationId xmlns:a16="http://schemas.microsoft.com/office/drawing/2014/main" id="{3BFBAAEF-BA6F-4680-99EB-1F1FE2BD5D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9713" y="3513138"/>
              <a:ext cx="163512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116" name="Rectangle 44">
              <a:extLst>
                <a:ext uri="{FF2B5EF4-FFF2-40B4-BE49-F238E27FC236}">
                  <a16:creationId xmlns:a16="http://schemas.microsoft.com/office/drawing/2014/main" id="{AFB76C1A-FA0D-40C5-84D2-B805B2D0BB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3617913"/>
              <a:ext cx="123825" cy="198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117" name="Rectangle 45">
              <a:extLst>
                <a:ext uri="{FF2B5EF4-FFF2-40B4-BE49-F238E27FC236}">
                  <a16:creationId xmlns:a16="http://schemas.microsoft.com/office/drawing/2014/main" id="{FF16EEB3-9554-4E94-BEBA-719D27C3DA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4000" y="1573213"/>
              <a:ext cx="163513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118" name="Rectangle 46">
              <a:extLst>
                <a:ext uri="{FF2B5EF4-FFF2-40B4-BE49-F238E27FC236}">
                  <a16:creationId xmlns:a16="http://schemas.microsoft.com/office/drawing/2014/main" id="{FE0F4BDB-697B-4117-BFE1-073F53581C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72113" y="1677988"/>
              <a:ext cx="123825" cy="198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119" name="Rectangle 47">
              <a:extLst>
                <a:ext uri="{FF2B5EF4-FFF2-40B4-BE49-F238E27FC236}">
                  <a16:creationId xmlns:a16="http://schemas.microsoft.com/office/drawing/2014/main" id="{AD687AE6-79AE-4D91-BDF8-6B97CE9B3F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463" y="1595438"/>
              <a:ext cx="66675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Sum bit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120" name="Rectangle 48">
              <a:extLst>
                <a:ext uri="{FF2B5EF4-FFF2-40B4-BE49-F238E27FC236}">
                  <a16:creationId xmlns:a16="http://schemas.microsoft.com/office/drawing/2014/main" id="{ABCAB0E9-0023-4B6F-837F-7F0E0999B2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04013" y="3513138"/>
              <a:ext cx="141287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121" name="Rectangle 49">
              <a:extLst>
                <a:ext uri="{FF2B5EF4-FFF2-40B4-BE49-F238E27FC236}">
                  <a16:creationId xmlns:a16="http://schemas.microsoft.com/office/drawing/2014/main" id="{A62A020C-055C-40BF-8D73-D4F4675E4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2438" y="3617913"/>
              <a:ext cx="123825" cy="198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122" name="Rectangle 50">
              <a:extLst>
                <a:ext uri="{FF2B5EF4-FFF2-40B4-BE49-F238E27FC236}">
                  <a16:creationId xmlns:a16="http://schemas.microsoft.com/office/drawing/2014/main" id="{09DEEA20-653E-48CC-8DD1-5D348F87C9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81788" y="1562100"/>
              <a:ext cx="141287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123" name="Rectangle 51">
              <a:extLst>
                <a:ext uri="{FF2B5EF4-FFF2-40B4-BE49-F238E27FC236}">
                  <a16:creationId xmlns:a16="http://schemas.microsoft.com/office/drawing/2014/main" id="{C800B7CE-6A5B-46C6-8FCF-CBFF927778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80213" y="1665288"/>
              <a:ext cx="123825" cy="198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51" name="Rectangle 2">
            <a:extLst>
              <a:ext uri="{FF2B5EF4-FFF2-40B4-BE49-F238E27FC236}">
                <a16:creationId xmlns:a16="http://schemas.microsoft.com/office/drawing/2014/main" id="{4CB4C3FB-F49B-3844-9AF3-3D113C86203B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Circuit for the Moore-type serial adder FSM</a:t>
            </a:r>
          </a:p>
        </p:txBody>
      </p:sp>
      <p:sp>
        <p:nvSpPr>
          <p:cNvPr id="88067" name="TextBox 125">
            <a:extLst>
              <a:ext uri="{FF2B5EF4-FFF2-40B4-BE49-F238E27FC236}">
                <a16:creationId xmlns:a16="http://schemas.microsoft.com/office/drawing/2014/main" id="{6A29A0CE-7FB7-4193-8135-E4511A7D54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151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6.47 from the textbook ]</a:t>
            </a:r>
          </a:p>
        </p:txBody>
      </p:sp>
      <p:sp>
        <p:nvSpPr>
          <p:cNvPr id="88068" name="TextBox 52">
            <a:extLst>
              <a:ext uri="{FF2B5EF4-FFF2-40B4-BE49-F238E27FC236}">
                <a16:creationId xmlns:a16="http://schemas.microsoft.com/office/drawing/2014/main" id="{8723FF90-25DB-4A53-8C3E-98748BBDDD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7075" y="6019800"/>
            <a:ext cx="8874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s =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88069" name="TextBox 53">
            <a:extLst>
              <a:ext uri="{FF2B5EF4-FFF2-40B4-BE49-F238E27FC236}">
                <a16:creationId xmlns:a16="http://schemas.microsoft.com/office/drawing/2014/main" id="{2F896B82-668A-4353-8DD5-7314D63D66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5541963"/>
            <a:ext cx="26368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= ab + ay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+ by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</a:p>
        </p:txBody>
      </p:sp>
      <p:sp>
        <p:nvSpPr>
          <p:cNvPr id="88070" name="TextBox 2">
            <a:extLst>
              <a:ext uri="{FF2B5EF4-FFF2-40B4-BE49-F238E27FC236}">
                <a16:creationId xmlns:a16="http://schemas.microsoft.com/office/drawing/2014/main" id="{4EA6C778-B3A0-4C63-A9F2-9726C04256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19800" y="5029200"/>
            <a:ext cx="242728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(sum bit from FA)</a:t>
            </a:r>
          </a:p>
        </p:txBody>
      </p:sp>
      <p:sp>
        <p:nvSpPr>
          <p:cNvPr id="88071" name="TextBox 59">
            <a:extLst>
              <a:ext uri="{FF2B5EF4-FFF2-40B4-BE49-F238E27FC236}">
                <a16:creationId xmlns:a16="http://schemas.microsoft.com/office/drawing/2014/main" id="{D92078A3-D4FC-49C7-A2C3-CFD1E94FE5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19800" y="5557838"/>
            <a:ext cx="25463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(carry bit from FA)</a:t>
            </a:r>
          </a:p>
        </p:txBody>
      </p:sp>
      <p:grpSp>
        <p:nvGrpSpPr>
          <p:cNvPr id="88072" name="Group 5">
            <a:extLst>
              <a:ext uri="{FF2B5EF4-FFF2-40B4-BE49-F238E27FC236}">
                <a16:creationId xmlns:a16="http://schemas.microsoft.com/office/drawing/2014/main" id="{28796A19-5423-40A2-84E5-596D5CD542E6}"/>
              </a:ext>
            </a:extLst>
          </p:cNvPr>
          <p:cNvGrpSpPr>
            <a:grpSpLocks/>
          </p:cNvGrpSpPr>
          <p:nvPr/>
        </p:nvGrpSpPr>
        <p:grpSpPr bwMode="auto">
          <a:xfrm>
            <a:off x="3048000" y="5029200"/>
            <a:ext cx="2038350" cy="461963"/>
            <a:chOff x="2963918" y="5029200"/>
            <a:chExt cx="2038889" cy="461665"/>
          </a:xfrm>
        </p:grpSpPr>
        <p:sp>
          <p:nvSpPr>
            <p:cNvPr id="88073" name="TextBox 3">
              <a:extLst>
                <a:ext uri="{FF2B5EF4-FFF2-40B4-BE49-F238E27FC236}">
                  <a16:creationId xmlns:a16="http://schemas.microsoft.com/office/drawing/2014/main" id="{A7C238E6-F7D8-41C7-81A6-BF7A54A324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63918" y="5029200"/>
              <a:ext cx="2038889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= a + b + 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</a:t>
              </a:r>
            </a:p>
          </p:txBody>
        </p:sp>
        <p:sp>
          <p:nvSpPr>
            <p:cNvPr id="88074" name="Oval 4">
              <a:extLst>
                <a:ext uri="{FF2B5EF4-FFF2-40B4-BE49-F238E27FC236}">
                  <a16:creationId xmlns:a16="http://schemas.microsoft.com/office/drawing/2014/main" id="{4D953904-A1A5-47F5-A1A4-A0503D8606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2580" y="5215530"/>
              <a:ext cx="152400" cy="152400"/>
            </a:xfrm>
            <a:prstGeom prst="ellips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075" name="Oval 91">
              <a:extLst>
                <a:ext uri="{FF2B5EF4-FFF2-40B4-BE49-F238E27FC236}">
                  <a16:creationId xmlns:a16="http://schemas.microsoft.com/office/drawing/2014/main" id="{3AFB9FBC-C5D8-41A4-98B0-CA252180DBE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900000">
              <a:off x="4399280" y="5215530"/>
              <a:ext cx="152400" cy="152400"/>
            </a:xfrm>
            <a:prstGeom prst="ellips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118" name="Rectangle 2">
            <a:extLst>
              <a:ext uri="{FF2B5EF4-FFF2-40B4-BE49-F238E27FC236}">
                <a16:creationId xmlns:a16="http://schemas.microsoft.com/office/drawing/2014/main" id="{FAD12E49-764C-4BBD-B212-D18AFCB249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3200" dirty="0">
                <a:solidFill>
                  <a:srgbClr val="000000"/>
                </a:solidFill>
              </a:rPr>
              <a:t>Moore or </a:t>
            </a: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Mealy-type serial adder FSM</a:t>
            </a:r>
          </a:p>
        </p:txBody>
      </p:sp>
      <p:sp>
        <p:nvSpPr>
          <p:cNvPr id="89119" name="TextBox 125">
            <a:extLst>
              <a:ext uri="{FF2B5EF4-FFF2-40B4-BE49-F238E27FC236}">
                <a16:creationId xmlns:a16="http://schemas.microsoft.com/office/drawing/2014/main" id="{EDDF2A94-DDA1-4D04-A987-EC04FFAF9F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151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6.43 from the textbook ]</a:t>
            </a: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3FDEAE47-411E-4201-BEAB-DF07B3CDE0F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181600" y="1558718"/>
            <a:ext cx="3883470" cy="2152015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A0E11777-7265-47F3-B5D0-9BFD951EAD5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220372" y="4022357"/>
            <a:ext cx="3847428" cy="746285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8E076B14-DD4D-4E0C-87DC-13BCD6D7501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200" y="1459723"/>
            <a:ext cx="4343400" cy="3194249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0F27E55D-3BF5-40C7-A652-497F75345299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04800" y="4899905"/>
            <a:ext cx="3886200" cy="1119895"/>
          </a:xfrm>
          <a:prstGeom prst="rect">
            <a:avLst/>
          </a:prstGeom>
        </p:spPr>
      </p:pic>
      <p:sp>
        <p:nvSpPr>
          <p:cNvPr id="6" name="Rectangle 5">
            <a:extLst>
              <a:ext uri="{FF2B5EF4-FFF2-40B4-BE49-F238E27FC236}">
                <a16:creationId xmlns:a16="http://schemas.microsoft.com/office/drawing/2014/main" id="{A3B2B957-1FCE-4A22-A047-69E50300DBF7}"/>
              </a:ext>
            </a:extLst>
          </p:cNvPr>
          <p:cNvSpPr/>
          <p:nvPr/>
        </p:nvSpPr>
        <p:spPr>
          <a:xfrm>
            <a:off x="838200" y="762000"/>
            <a:ext cx="187025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b="1" dirty="0">
                <a:solidFill>
                  <a:srgbClr val="FF0000"/>
                </a:solidFill>
              </a:rPr>
              <a:t>Moore</a:t>
            </a:r>
            <a:r>
              <a:rPr lang="en-US" altLang="en-US" b="1" dirty="0">
                <a:solidFill>
                  <a:srgbClr val="FF0000"/>
                </a:solidFill>
                <a:latin typeface="Arial" panose="020B0604020202020204" pitchFamily="34" charset="0"/>
              </a:rPr>
              <a:t>-type </a:t>
            </a:r>
            <a:endParaRPr lang="en-US" b="1" dirty="0">
              <a:solidFill>
                <a:srgbClr val="FF0000"/>
              </a:solidFill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657A40F5-977B-48B8-8143-D019E5F70F25}"/>
              </a:ext>
            </a:extLst>
          </p:cNvPr>
          <p:cNvSpPr/>
          <p:nvPr/>
        </p:nvSpPr>
        <p:spPr>
          <a:xfrm>
            <a:off x="6096000" y="762000"/>
            <a:ext cx="1824538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b="1" dirty="0">
                <a:solidFill>
                  <a:schemeClr val="accent2"/>
                </a:solidFill>
              </a:rPr>
              <a:t>Mealy</a:t>
            </a:r>
            <a:r>
              <a:rPr lang="en-US" altLang="en-US" b="1" dirty="0">
                <a:solidFill>
                  <a:schemeClr val="accent2"/>
                </a:solidFill>
                <a:latin typeface="Arial" panose="020B0604020202020204" pitchFamily="34" charset="0"/>
              </a:rPr>
              <a:t>-type </a:t>
            </a:r>
            <a:endParaRPr lang="en-US" b="1" dirty="0">
              <a:solidFill>
                <a:schemeClr val="accent2"/>
              </a:solidFill>
            </a:endParaRPr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1" name="Rectangle 3">
            <a:extLst>
              <a:ext uri="{FF2B5EF4-FFF2-40B4-BE49-F238E27FC236}">
                <a16:creationId xmlns:a16="http://schemas.microsoft.com/office/drawing/2014/main" id="{8A2D5B03-E559-4F74-A624-E08F65DA44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2209800"/>
            <a:ext cx="914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Arbiter Circuit</a:t>
            </a:r>
            <a:endParaRPr kumimoji="0" lang="en-US" altLang="en-US" sz="3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33" name="Rectangle 4">
            <a:extLst>
              <a:ext uri="{FF2B5EF4-FFF2-40B4-BE49-F238E27FC236}">
                <a16:creationId xmlns:a16="http://schemas.microsoft.com/office/drawing/2014/main" id="{C97FAE7A-DF51-4027-A674-F5FABA99AD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5750" y="1668463"/>
            <a:ext cx="1304925" cy="3338512"/>
          </a:xfrm>
          <a:prstGeom prst="rect">
            <a:avLst/>
          </a:prstGeom>
          <a:noFill/>
          <a:ln w="285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5234" name="Rectangle 5">
            <a:extLst>
              <a:ext uri="{FF2B5EF4-FFF2-40B4-BE49-F238E27FC236}">
                <a16:creationId xmlns:a16="http://schemas.microsoft.com/office/drawing/2014/main" id="{FC7CDBA1-F7A0-486F-BDCD-C741DEDACA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43375" y="1668463"/>
            <a:ext cx="1304925" cy="801687"/>
          </a:xfrm>
          <a:prstGeom prst="rect">
            <a:avLst/>
          </a:prstGeom>
          <a:noFill/>
          <a:ln w="285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5235" name="Rectangle 6">
            <a:extLst>
              <a:ext uri="{FF2B5EF4-FFF2-40B4-BE49-F238E27FC236}">
                <a16:creationId xmlns:a16="http://schemas.microsoft.com/office/drawing/2014/main" id="{9831DD9F-F90F-4C64-B2C8-29C0590BFF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43375" y="2973388"/>
            <a:ext cx="1304925" cy="800100"/>
          </a:xfrm>
          <a:prstGeom prst="rect">
            <a:avLst/>
          </a:prstGeom>
          <a:noFill/>
          <a:ln w="285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5236" name="Freeform 7">
            <a:extLst>
              <a:ext uri="{FF2B5EF4-FFF2-40B4-BE49-F238E27FC236}">
                <a16:creationId xmlns:a16="http://schemas.microsoft.com/office/drawing/2014/main" id="{211140BF-1AFA-44B5-9B3B-F98973624925}"/>
              </a:ext>
            </a:extLst>
          </p:cNvPr>
          <p:cNvSpPr>
            <a:spLocks/>
          </p:cNvSpPr>
          <p:nvPr/>
        </p:nvSpPr>
        <p:spPr bwMode="auto">
          <a:xfrm>
            <a:off x="2884488" y="1806575"/>
            <a:ext cx="136525" cy="46038"/>
          </a:xfrm>
          <a:custGeom>
            <a:avLst/>
            <a:gdLst>
              <a:gd name="T0" fmla="*/ 2147483646 w 173"/>
              <a:gd name="T1" fmla="*/ 0 h 58"/>
              <a:gd name="T2" fmla="*/ 0 w 173"/>
              <a:gd name="T3" fmla="*/ 2147483646 h 58"/>
              <a:gd name="T4" fmla="*/ 2147483646 w 173"/>
              <a:gd name="T5" fmla="*/ 2147483646 h 58"/>
              <a:gd name="T6" fmla="*/ 2147483646 w 173"/>
              <a:gd name="T7" fmla="*/ 2147483646 h 58"/>
              <a:gd name="T8" fmla="*/ 2147483646 w 173"/>
              <a:gd name="T9" fmla="*/ 0 h 5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73"/>
              <a:gd name="T16" fmla="*/ 0 h 58"/>
              <a:gd name="T17" fmla="*/ 173 w 173"/>
              <a:gd name="T18" fmla="*/ 58 h 5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73" h="58">
                <a:moveTo>
                  <a:pt x="173" y="0"/>
                </a:moveTo>
                <a:lnTo>
                  <a:pt x="0" y="29"/>
                </a:lnTo>
                <a:lnTo>
                  <a:pt x="173" y="58"/>
                </a:lnTo>
                <a:lnTo>
                  <a:pt x="173" y="29"/>
                </a:lnTo>
                <a:lnTo>
                  <a:pt x="173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5237" name="Line 8">
            <a:extLst>
              <a:ext uri="{FF2B5EF4-FFF2-40B4-BE49-F238E27FC236}">
                <a16:creationId xmlns:a16="http://schemas.microsoft.com/office/drawing/2014/main" id="{CC23B386-5C41-414D-90FB-C72C7115D377}"/>
              </a:ext>
            </a:extLst>
          </p:cNvPr>
          <p:cNvSpPr>
            <a:spLocks noChangeShapeType="1"/>
          </p:cNvSpPr>
          <p:nvPr/>
        </p:nvSpPr>
        <p:spPr bwMode="auto">
          <a:xfrm>
            <a:off x="3021013" y="1828800"/>
            <a:ext cx="1122362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5238" name="Freeform 9">
            <a:extLst>
              <a:ext uri="{FF2B5EF4-FFF2-40B4-BE49-F238E27FC236}">
                <a16:creationId xmlns:a16="http://schemas.microsoft.com/office/drawing/2014/main" id="{B63E14AB-3C7D-416A-A991-FF5C7B847124}"/>
              </a:ext>
            </a:extLst>
          </p:cNvPr>
          <p:cNvSpPr>
            <a:spLocks/>
          </p:cNvSpPr>
          <p:nvPr/>
        </p:nvSpPr>
        <p:spPr bwMode="auto">
          <a:xfrm>
            <a:off x="3983038" y="2287588"/>
            <a:ext cx="136525" cy="68262"/>
          </a:xfrm>
          <a:custGeom>
            <a:avLst/>
            <a:gdLst>
              <a:gd name="T0" fmla="*/ 0 w 173"/>
              <a:gd name="T1" fmla="*/ 2147483646 h 87"/>
              <a:gd name="T2" fmla="*/ 2147483646 w 173"/>
              <a:gd name="T3" fmla="*/ 2147483646 h 87"/>
              <a:gd name="T4" fmla="*/ 0 w 173"/>
              <a:gd name="T5" fmla="*/ 0 h 87"/>
              <a:gd name="T6" fmla="*/ 0 w 173"/>
              <a:gd name="T7" fmla="*/ 2147483646 h 87"/>
              <a:gd name="T8" fmla="*/ 0 w 173"/>
              <a:gd name="T9" fmla="*/ 2147483646 h 8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73"/>
              <a:gd name="T16" fmla="*/ 0 h 87"/>
              <a:gd name="T17" fmla="*/ 173 w 173"/>
              <a:gd name="T18" fmla="*/ 87 h 8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73" h="87">
                <a:moveTo>
                  <a:pt x="0" y="87"/>
                </a:moveTo>
                <a:lnTo>
                  <a:pt x="173" y="29"/>
                </a:lnTo>
                <a:lnTo>
                  <a:pt x="0" y="0"/>
                </a:lnTo>
                <a:lnTo>
                  <a:pt x="0" y="29"/>
                </a:lnTo>
                <a:lnTo>
                  <a:pt x="0" y="87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5239" name="Line 10">
            <a:extLst>
              <a:ext uri="{FF2B5EF4-FFF2-40B4-BE49-F238E27FC236}">
                <a16:creationId xmlns:a16="http://schemas.microsoft.com/office/drawing/2014/main" id="{705F46FD-2C11-4060-8B2D-02B9D250BE6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860675" y="2309813"/>
            <a:ext cx="1098550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5240" name="Freeform 11">
            <a:extLst>
              <a:ext uri="{FF2B5EF4-FFF2-40B4-BE49-F238E27FC236}">
                <a16:creationId xmlns:a16="http://schemas.microsoft.com/office/drawing/2014/main" id="{2C8ECFF0-7745-43F8-A0B9-136E2618DCC7}"/>
              </a:ext>
            </a:extLst>
          </p:cNvPr>
          <p:cNvSpPr>
            <a:spLocks/>
          </p:cNvSpPr>
          <p:nvPr/>
        </p:nvSpPr>
        <p:spPr bwMode="auto">
          <a:xfrm>
            <a:off x="2884488" y="3109913"/>
            <a:ext cx="136525" cy="46037"/>
          </a:xfrm>
          <a:custGeom>
            <a:avLst/>
            <a:gdLst>
              <a:gd name="T0" fmla="*/ 2147483646 w 173"/>
              <a:gd name="T1" fmla="*/ 0 h 58"/>
              <a:gd name="T2" fmla="*/ 0 w 173"/>
              <a:gd name="T3" fmla="*/ 2147483646 h 58"/>
              <a:gd name="T4" fmla="*/ 2147483646 w 173"/>
              <a:gd name="T5" fmla="*/ 2147483646 h 58"/>
              <a:gd name="T6" fmla="*/ 2147483646 w 173"/>
              <a:gd name="T7" fmla="*/ 2147483646 h 58"/>
              <a:gd name="T8" fmla="*/ 2147483646 w 173"/>
              <a:gd name="T9" fmla="*/ 0 h 5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73"/>
              <a:gd name="T16" fmla="*/ 0 h 58"/>
              <a:gd name="T17" fmla="*/ 173 w 173"/>
              <a:gd name="T18" fmla="*/ 58 h 5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73" h="58">
                <a:moveTo>
                  <a:pt x="173" y="0"/>
                </a:moveTo>
                <a:lnTo>
                  <a:pt x="0" y="29"/>
                </a:lnTo>
                <a:lnTo>
                  <a:pt x="173" y="58"/>
                </a:lnTo>
                <a:lnTo>
                  <a:pt x="173" y="29"/>
                </a:lnTo>
                <a:lnTo>
                  <a:pt x="173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5241" name="Line 12">
            <a:extLst>
              <a:ext uri="{FF2B5EF4-FFF2-40B4-BE49-F238E27FC236}">
                <a16:creationId xmlns:a16="http://schemas.microsoft.com/office/drawing/2014/main" id="{89E3C805-5A32-462A-A6F5-0C8237F587F5}"/>
              </a:ext>
            </a:extLst>
          </p:cNvPr>
          <p:cNvSpPr>
            <a:spLocks noChangeShapeType="1"/>
          </p:cNvSpPr>
          <p:nvPr/>
        </p:nvSpPr>
        <p:spPr bwMode="auto">
          <a:xfrm>
            <a:off x="3021013" y="3133725"/>
            <a:ext cx="1122362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5242" name="Freeform 13">
            <a:extLst>
              <a:ext uri="{FF2B5EF4-FFF2-40B4-BE49-F238E27FC236}">
                <a16:creationId xmlns:a16="http://schemas.microsoft.com/office/drawing/2014/main" id="{12230756-50E3-4EBB-B054-F02CF46E5FB0}"/>
              </a:ext>
            </a:extLst>
          </p:cNvPr>
          <p:cNvSpPr>
            <a:spLocks/>
          </p:cNvSpPr>
          <p:nvPr/>
        </p:nvSpPr>
        <p:spPr bwMode="auto">
          <a:xfrm>
            <a:off x="3983038" y="3590925"/>
            <a:ext cx="136525" cy="46038"/>
          </a:xfrm>
          <a:custGeom>
            <a:avLst/>
            <a:gdLst>
              <a:gd name="T0" fmla="*/ 0 w 173"/>
              <a:gd name="T1" fmla="*/ 2147483646 h 58"/>
              <a:gd name="T2" fmla="*/ 2147483646 w 173"/>
              <a:gd name="T3" fmla="*/ 2147483646 h 58"/>
              <a:gd name="T4" fmla="*/ 0 w 173"/>
              <a:gd name="T5" fmla="*/ 0 h 58"/>
              <a:gd name="T6" fmla="*/ 0 w 173"/>
              <a:gd name="T7" fmla="*/ 2147483646 h 58"/>
              <a:gd name="T8" fmla="*/ 0 w 173"/>
              <a:gd name="T9" fmla="*/ 2147483646 h 5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73"/>
              <a:gd name="T16" fmla="*/ 0 h 58"/>
              <a:gd name="T17" fmla="*/ 173 w 173"/>
              <a:gd name="T18" fmla="*/ 58 h 5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73" h="58">
                <a:moveTo>
                  <a:pt x="0" y="58"/>
                </a:moveTo>
                <a:lnTo>
                  <a:pt x="173" y="29"/>
                </a:lnTo>
                <a:lnTo>
                  <a:pt x="0" y="0"/>
                </a:lnTo>
                <a:lnTo>
                  <a:pt x="0" y="29"/>
                </a:lnTo>
                <a:lnTo>
                  <a:pt x="0" y="58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5243" name="Line 14">
            <a:extLst>
              <a:ext uri="{FF2B5EF4-FFF2-40B4-BE49-F238E27FC236}">
                <a16:creationId xmlns:a16="http://schemas.microsoft.com/office/drawing/2014/main" id="{780B9E56-B66A-4278-A4AE-27F4322BD6D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860675" y="3616325"/>
            <a:ext cx="1122363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5244" name="Rectangle 15">
            <a:extLst>
              <a:ext uri="{FF2B5EF4-FFF2-40B4-BE49-F238E27FC236}">
                <a16:creationId xmlns:a16="http://schemas.microsoft.com/office/drawing/2014/main" id="{EE7CF761-9AA9-4137-A35F-B3A67CD9A7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0238" y="3178175"/>
            <a:ext cx="766762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Arbiter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5245" name="Rectangle 16">
            <a:extLst>
              <a:ext uri="{FF2B5EF4-FFF2-40B4-BE49-F238E27FC236}">
                <a16:creationId xmlns:a16="http://schemas.microsoft.com/office/drawing/2014/main" id="{646D40B1-8B89-4C07-8707-BB5AB8D390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17850" y="1524000"/>
            <a:ext cx="895350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Request1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5246" name="Rectangle 17">
            <a:extLst>
              <a:ext uri="{FF2B5EF4-FFF2-40B4-BE49-F238E27FC236}">
                <a16:creationId xmlns:a16="http://schemas.microsoft.com/office/drawing/2014/main" id="{C3227579-DD9D-48D2-B926-E4ED98CE0F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2463" y="2046288"/>
            <a:ext cx="688975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Grant1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5247" name="Rectangle 18">
            <a:extLst>
              <a:ext uri="{FF2B5EF4-FFF2-40B4-BE49-F238E27FC236}">
                <a16:creationId xmlns:a16="http://schemas.microsoft.com/office/drawing/2014/main" id="{8357DB00-2A49-43CF-95C7-61DB28A955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17850" y="2819400"/>
            <a:ext cx="895350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Request2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5248" name="Rectangle 19">
            <a:extLst>
              <a:ext uri="{FF2B5EF4-FFF2-40B4-BE49-F238E27FC236}">
                <a16:creationId xmlns:a16="http://schemas.microsoft.com/office/drawing/2014/main" id="{1B85F869-5FB0-4442-9821-0D14691C86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4688" y="3341688"/>
            <a:ext cx="688975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Grant2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5249" name="Rectangle 20">
            <a:extLst>
              <a:ext uri="{FF2B5EF4-FFF2-40B4-BE49-F238E27FC236}">
                <a16:creationId xmlns:a16="http://schemas.microsoft.com/office/drawing/2014/main" id="{ACA0C196-310B-4C8A-9AC7-080585402D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30713" y="1974850"/>
            <a:ext cx="863600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Device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5250" name="Freeform 21">
            <a:extLst>
              <a:ext uri="{FF2B5EF4-FFF2-40B4-BE49-F238E27FC236}">
                <a16:creationId xmlns:a16="http://schemas.microsoft.com/office/drawing/2014/main" id="{16782A52-E3C6-4F15-9046-50BCDFBF96CB}"/>
              </a:ext>
            </a:extLst>
          </p:cNvPr>
          <p:cNvSpPr>
            <a:spLocks/>
          </p:cNvSpPr>
          <p:nvPr/>
        </p:nvSpPr>
        <p:spPr bwMode="auto">
          <a:xfrm>
            <a:off x="5448300" y="1920875"/>
            <a:ext cx="639763" cy="320675"/>
          </a:xfrm>
          <a:custGeom>
            <a:avLst/>
            <a:gdLst>
              <a:gd name="T0" fmla="*/ 2147483646 w 808"/>
              <a:gd name="T1" fmla="*/ 2147483646 h 404"/>
              <a:gd name="T2" fmla="*/ 2147483646 w 808"/>
              <a:gd name="T3" fmla="*/ 2147483646 h 404"/>
              <a:gd name="T4" fmla="*/ 2147483646 w 808"/>
              <a:gd name="T5" fmla="*/ 2147483646 h 404"/>
              <a:gd name="T6" fmla="*/ 0 w 808"/>
              <a:gd name="T7" fmla="*/ 2147483646 h 404"/>
              <a:gd name="T8" fmla="*/ 2147483646 w 808"/>
              <a:gd name="T9" fmla="*/ 0 h 404"/>
              <a:gd name="T10" fmla="*/ 2147483646 w 808"/>
              <a:gd name="T11" fmla="*/ 2147483646 h 404"/>
              <a:gd name="T12" fmla="*/ 2147483646 w 808"/>
              <a:gd name="T13" fmla="*/ 2147483646 h 40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808"/>
              <a:gd name="T22" fmla="*/ 0 h 404"/>
              <a:gd name="T23" fmla="*/ 808 w 808"/>
              <a:gd name="T24" fmla="*/ 404 h 404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808" h="404">
                <a:moveTo>
                  <a:pt x="808" y="288"/>
                </a:moveTo>
                <a:lnTo>
                  <a:pt x="317" y="288"/>
                </a:lnTo>
                <a:lnTo>
                  <a:pt x="317" y="404"/>
                </a:lnTo>
                <a:lnTo>
                  <a:pt x="0" y="202"/>
                </a:lnTo>
                <a:lnTo>
                  <a:pt x="317" y="0"/>
                </a:lnTo>
                <a:lnTo>
                  <a:pt x="317" y="87"/>
                </a:lnTo>
                <a:lnTo>
                  <a:pt x="808" y="87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5251" name="Freeform 22">
            <a:extLst>
              <a:ext uri="{FF2B5EF4-FFF2-40B4-BE49-F238E27FC236}">
                <a16:creationId xmlns:a16="http://schemas.microsoft.com/office/drawing/2014/main" id="{A4BBF122-6FDE-4BAA-9EC9-CD46B2B185D8}"/>
              </a:ext>
            </a:extLst>
          </p:cNvPr>
          <p:cNvSpPr>
            <a:spLocks/>
          </p:cNvSpPr>
          <p:nvPr/>
        </p:nvSpPr>
        <p:spPr bwMode="auto">
          <a:xfrm>
            <a:off x="5448300" y="3201988"/>
            <a:ext cx="639763" cy="342900"/>
          </a:xfrm>
          <a:custGeom>
            <a:avLst/>
            <a:gdLst>
              <a:gd name="T0" fmla="*/ 2147483646 w 808"/>
              <a:gd name="T1" fmla="*/ 2147483646 h 433"/>
              <a:gd name="T2" fmla="*/ 2147483646 w 808"/>
              <a:gd name="T3" fmla="*/ 2147483646 h 433"/>
              <a:gd name="T4" fmla="*/ 2147483646 w 808"/>
              <a:gd name="T5" fmla="*/ 2147483646 h 433"/>
              <a:gd name="T6" fmla="*/ 0 w 808"/>
              <a:gd name="T7" fmla="*/ 2147483646 h 433"/>
              <a:gd name="T8" fmla="*/ 2147483646 w 808"/>
              <a:gd name="T9" fmla="*/ 0 h 433"/>
              <a:gd name="T10" fmla="*/ 2147483646 w 808"/>
              <a:gd name="T11" fmla="*/ 2147483646 h 433"/>
              <a:gd name="T12" fmla="*/ 2147483646 w 808"/>
              <a:gd name="T13" fmla="*/ 2147483646 h 433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808"/>
              <a:gd name="T22" fmla="*/ 0 h 433"/>
              <a:gd name="T23" fmla="*/ 808 w 808"/>
              <a:gd name="T24" fmla="*/ 433 h 433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808" h="433">
                <a:moveTo>
                  <a:pt x="808" y="317"/>
                </a:moveTo>
                <a:lnTo>
                  <a:pt x="317" y="317"/>
                </a:lnTo>
                <a:lnTo>
                  <a:pt x="317" y="433"/>
                </a:lnTo>
                <a:lnTo>
                  <a:pt x="0" y="202"/>
                </a:lnTo>
                <a:lnTo>
                  <a:pt x="317" y="0"/>
                </a:lnTo>
                <a:lnTo>
                  <a:pt x="317" y="115"/>
                </a:lnTo>
                <a:lnTo>
                  <a:pt x="808" y="115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5252" name="Freeform 23">
            <a:extLst>
              <a:ext uri="{FF2B5EF4-FFF2-40B4-BE49-F238E27FC236}">
                <a16:creationId xmlns:a16="http://schemas.microsoft.com/office/drawing/2014/main" id="{80C9ED43-4FB1-4463-8054-FEC9C1522863}"/>
              </a:ext>
            </a:extLst>
          </p:cNvPr>
          <p:cNvSpPr>
            <a:spLocks/>
          </p:cNvSpPr>
          <p:nvPr/>
        </p:nvSpPr>
        <p:spPr bwMode="auto">
          <a:xfrm>
            <a:off x="6088063" y="3201988"/>
            <a:ext cx="663575" cy="342900"/>
          </a:xfrm>
          <a:custGeom>
            <a:avLst/>
            <a:gdLst>
              <a:gd name="T0" fmla="*/ 0 w 836"/>
              <a:gd name="T1" fmla="*/ 2147483646 h 433"/>
              <a:gd name="T2" fmla="*/ 2147483646 w 836"/>
              <a:gd name="T3" fmla="*/ 2147483646 h 433"/>
              <a:gd name="T4" fmla="*/ 2147483646 w 836"/>
              <a:gd name="T5" fmla="*/ 2147483646 h 433"/>
              <a:gd name="T6" fmla="*/ 2147483646 w 836"/>
              <a:gd name="T7" fmla="*/ 2147483646 h 433"/>
              <a:gd name="T8" fmla="*/ 2147483646 w 836"/>
              <a:gd name="T9" fmla="*/ 0 h 433"/>
              <a:gd name="T10" fmla="*/ 2147483646 w 836"/>
              <a:gd name="T11" fmla="*/ 2147483646 h 433"/>
              <a:gd name="T12" fmla="*/ 0 w 836"/>
              <a:gd name="T13" fmla="*/ 2147483646 h 433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836"/>
              <a:gd name="T22" fmla="*/ 0 h 433"/>
              <a:gd name="T23" fmla="*/ 836 w 836"/>
              <a:gd name="T24" fmla="*/ 433 h 433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836" h="433">
                <a:moveTo>
                  <a:pt x="0" y="317"/>
                </a:moveTo>
                <a:lnTo>
                  <a:pt x="519" y="317"/>
                </a:lnTo>
                <a:lnTo>
                  <a:pt x="519" y="433"/>
                </a:lnTo>
                <a:lnTo>
                  <a:pt x="836" y="202"/>
                </a:lnTo>
                <a:lnTo>
                  <a:pt x="519" y="0"/>
                </a:lnTo>
                <a:lnTo>
                  <a:pt x="519" y="115"/>
                </a:lnTo>
                <a:lnTo>
                  <a:pt x="0" y="115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5253" name="Freeform 24">
            <a:extLst>
              <a:ext uri="{FF2B5EF4-FFF2-40B4-BE49-F238E27FC236}">
                <a16:creationId xmlns:a16="http://schemas.microsoft.com/office/drawing/2014/main" id="{06EA1B16-0D92-426D-AD79-6F6BC8E3780C}"/>
              </a:ext>
            </a:extLst>
          </p:cNvPr>
          <p:cNvSpPr>
            <a:spLocks/>
          </p:cNvSpPr>
          <p:nvPr/>
        </p:nvSpPr>
        <p:spPr bwMode="auto">
          <a:xfrm>
            <a:off x="6088063" y="1920875"/>
            <a:ext cx="663575" cy="320675"/>
          </a:xfrm>
          <a:custGeom>
            <a:avLst/>
            <a:gdLst>
              <a:gd name="T0" fmla="*/ 0 w 836"/>
              <a:gd name="T1" fmla="*/ 2147483646 h 404"/>
              <a:gd name="T2" fmla="*/ 2147483646 w 836"/>
              <a:gd name="T3" fmla="*/ 2147483646 h 404"/>
              <a:gd name="T4" fmla="*/ 2147483646 w 836"/>
              <a:gd name="T5" fmla="*/ 2147483646 h 404"/>
              <a:gd name="T6" fmla="*/ 2147483646 w 836"/>
              <a:gd name="T7" fmla="*/ 2147483646 h 404"/>
              <a:gd name="T8" fmla="*/ 2147483646 w 836"/>
              <a:gd name="T9" fmla="*/ 0 h 404"/>
              <a:gd name="T10" fmla="*/ 2147483646 w 836"/>
              <a:gd name="T11" fmla="*/ 2147483646 h 404"/>
              <a:gd name="T12" fmla="*/ 0 w 836"/>
              <a:gd name="T13" fmla="*/ 2147483646 h 40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836"/>
              <a:gd name="T22" fmla="*/ 0 h 404"/>
              <a:gd name="T23" fmla="*/ 836 w 836"/>
              <a:gd name="T24" fmla="*/ 404 h 404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836" h="404">
                <a:moveTo>
                  <a:pt x="0" y="288"/>
                </a:moveTo>
                <a:lnTo>
                  <a:pt x="519" y="288"/>
                </a:lnTo>
                <a:lnTo>
                  <a:pt x="519" y="404"/>
                </a:lnTo>
                <a:lnTo>
                  <a:pt x="836" y="202"/>
                </a:lnTo>
                <a:lnTo>
                  <a:pt x="519" y="0"/>
                </a:lnTo>
                <a:lnTo>
                  <a:pt x="519" y="87"/>
                </a:lnTo>
                <a:lnTo>
                  <a:pt x="0" y="87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5254" name="Rectangle 25">
            <a:extLst>
              <a:ext uri="{FF2B5EF4-FFF2-40B4-BE49-F238E27FC236}">
                <a16:creationId xmlns:a16="http://schemas.microsoft.com/office/drawing/2014/main" id="{1F444E69-91CE-4103-906E-A9DD06DC1B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1638" y="1668463"/>
            <a:ext cx="1282700" cy="3414712"/>
          </a:xfrm>
          <a:prstGeom prst="rect">
            <a:avLst/>
          </a:prstGeom>
          <a:noFill/>
          <a:ln w="285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5255" name="Rectangle 26">
            <a:extLst>
              <a:ext uri="{FF2B5EF4-FFF2-40B4-BE49-F238E27FC236}">
                <a16:creationId xmlns:a16="http://schemas.microsoft.com/office/drawing/2014/main" id="{BA737B69-BB36-4830-A36D-452082E24E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30713" y="3271838"/>
            <a:ext cx="863600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Device 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5256" name="Rectangle 27">
            <a:extLst>
              <a:ext uri="{FF2B5EF4-FFF2-40B4-BE49-F238E27FC236}">
                <a16:creationId xmlns:a16="http://schemas.microsoft.com/office/drawing/2014/main" id="{567ABC9B-BAED-49C8-AC38-3BF8E74E39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73900" y="3124200"/>
            <a:ext cx="688975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Shared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5257" name="Rectangle 28">
            <a:extLst>
              <a:ext uri="{FF2B5EF4-FFF2-40B4-BE49-F238E27FC236}">
                <a16:creationId xmlns:a16="http://schemas.microsoft.com/office/drawing/2014/main" id="{9342434E-F46A-403E-A332-91F3080097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10400" y="3330575"/>
            <a:ext cx="822325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resource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5258" name="Rectangle 6">
            <a:extLst>
              <a:ext uri="{FF2B5EF4-FFF2-40B4-BE49-F238E27FC236}">
                <a16:creationId xmlns:a16="http://schemas.microsoft.com/office/drawing/2014/main" id="{F20257E5-65D5-40DD-8BAD-7F271FCCC9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2263" y="4168775"/>
            <a:ext cx="1304925" cy="800100"/>
          </a:xfrm>
          <a:prstGeom prst="rect">
            <a:avLst/>
          </a:prstGeom>
          <a:noFill/>
          <a:ln w="285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5259" name="Freeform 11">
            <a:extLst>
              <a:ext uri="{FF2B5EF4-FFF2-40B4-BE49-F238E27FC236}">
                <a16:creationId xmlns:a16="http://schemas.microsoft.com/office/drawing/2014/main" id="{85B8A123-88D5-421F-BA4E-541D3C815000}"/>
              </a:ext>
            </a:extLst>
          </p:cNvPr>
          <p:cNvSpPr>
            <a:spLocks/>
          </p:cNvSpPr>
          <p:nvPr/>
        </p:nvSpPr>
        <p:spPr bwMode="auto">
          <a:xfrm>
            <a:off x="2873375" y="4305300"/>
            <a:ext cx="136525" cy="46038"/>
          </a:xfrm>
          <a:custGeom>
            <a:avLst/>
            <a:gdLst>
              <a:gd name="T0" fmla="*/ 2147483646 w 173"/>
              <a:gd name="T1" fmla="*/ 0 h 58"/>
              <a:gd name="T2" fmla="*/ 0 w 173"/>
              <a:gd name="T3" fmla="*/ 2147483646 h 58"/>
              <a:gd name="T4" fmla="*/ 2147483646 w 173"/>
              <a:gd name="T5" fmla="*/ 2147483646 h 58"/>
              <a:gd name="T6" fmla="*/ 2147483646 w 173"/>
              <a:gd name="T7" fmla="*/ 2147483646 h 58"/>
              <a:gd name="T8" fmla="*/ 2147483646 w 173"/>
              <a:gd name="T9" fmla="*/ 0 h 5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73"/>
              <a:gd name="T16" fmla="*/ 0 h 58"/>
              <a:gd name="T17" fmla="*/ 173 w 173"/>
              <a:gd name="T18" fmla="*/ 58 h 5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73" h="58">
                <a:moveTo>
                  <a:pt x="173" y="0"/>
                </a:moveTo>
                <a:lnTo>
                  <a:pt x="0" y="29"/>
                </a:lnTo>
                <a:lnTo>
                  <a:pt x="173" y="58"/>
                </a:lnTo>
                <a:lnTo>
                  <a:pt x="173" y="29"/>
                </a:lnTo>
                <a:lnTo>
                  <a:pt x="173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5260" name="Line 12">
            <a:extLst>
              <a:ext uri="{FF2B5EF4-FFF2-40B4-BE49-F238E27FC236}">
                <a16:creationId xmlns:a16="http://schemas.microsoft.com/office/drawing/2014/main" id="{5F721273-2684-43EF-94B9-5F8B0A056901}"/>
              </a:ext>
            </a:extLst>
          </p:cNvPr>
          <p:cNvSpPr>
            <a:spLocks noChangeShapeType="1"/>
          </p:cNvSpPr>
          <p:nvPr/>
        </p:nvSpPr>
        <p:spPr bwMode="auto">
          <a:xfrm>
            <a:off x="3009900" y="4329113"/>
            <a:ext cx="1122363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5261" name="Freeform 13">
            <a:extLst>
              <a:ext uri="{FF2B5EF4-FFF2-40B4-BE49-F238E27FC236}">
                <a16:creationId xmlns:a16="http://schemas.microsoft.com/office/drawing/2014/main" id="{47B0A829-B2D2-421F-AA7E-8E358BAE8587}"/>
              </a:ext>
            </a:extLst>
          </p:cNvPr>
          <p:cNvSpPr>
            <a:spLocks/>
          </p:cNvSpPr>
          <p:nvPr/>
        </p:nvSpPr>
        <p:spPr bwMode="auto">
          <a:xfrm>
            <a:off x="3971925" y="4786313"/>
            <a:ext cx="136525" cy="46037"/>
          </a:xfrm>
          <a:custGeom>
            <a:avLst/>
            <a:gdLst>
              <a:gd name="T0" fmla="*/ 0 w 173"/>
              <a:gd name="T1" fmla="*/ 2147483646 h 58"/>
              <a:gd name="T2" fmla="*/ 2147483646 w 173"/>
              <a:gd name="T3" fmla="*/ 2147483646 h 58"/>
              <a:gd name="T4" fmla="*/ 0 w 173"/>
              <a:gd name="T5" fmla="*/ 0 h 58"/>
              <a:gd name="T6" fmla="*/ 0 w 173"/>
              <a:gd name="T7" fmla="*/ 2147483646 h 58"/>
              <a:gd name="T8" fmla="*/ 0 w 173"/>
              <a:gd name="T9" fmla="*/ 2147483646 h 5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73"/>
              <a:gd name="T16" fmla="*/ 0 h 58"/>
              <a:gd name="T17" fmla="*/ 173 w 173"/>
              <a:gd name="T18" fmla="*/ 58 h 5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73" h="58">
                <a:moveTo>
                  <a:pt x="0" y="58"/>
                </a:moveTo>
                <a:lnTo>
                  <a:pt x="173" y="29"/>
                </a:lnTo>
                <a:lnTo>
                  <a:pt x="0" y="0"/>
                </a:lnTo>
                <a:lnTo>
                  <a:pt x="0" y="29"/>
                </a:lnTo>
                <a:lnTo>
                  <a:pt x="0" y="58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5262" name="Line 14">
            <a:extLst>
              <a:ext uri="{FF2B5EF4-FFF2-40B4-BE49-F238E27FC236}">
                <a16:creationId xmlns:a16="http://schemas.microsoft.com/office/drawing/2014/main" id="{874974EB-9359-4A36-AAF0-22A460E1926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849563" y="4811713"/>
            <a:ext cx="112236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5263" name="Rectangle 19">
            <a:extLst>
              <a:ext uri="{FF2B5EF4-FFF2-40B4-BE49-F238E27FC236}">
                <a16:creationId xmlns:a16="http://schemas.microsoft.com/office/drawing/2014/main" id="{33F3067C-871C-4F87-ACD1-D73C76B0D1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3575" y="4537075"/>
            <a:ext cx="56991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Grant3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5264" name="Freeform 22">
            <a:extLst>
              <a:ext uri="{FF2B5EF4-FFF2-40B4-BE49-F238E27FC236}">
                <a16:creationId xmlns:a16="http://schemas.microsoft.com/office/drawing/2014/main" id="{8B38DC85-63A2-4CD1-A0EA-CF541F982E85}"/>
              </a:ext>
            </a:extLst>
          </p:cNvPr>
          <p:cNvSpPr>
            <a:spLocks/>
          </p:cNvSpPr>
          <p:nvPr/>
        </p:nvSpPr>
        <p:spPr bwMode="auto">
          <a:xfrm>
            <a:off x="5437188" y="4397375"/>
            <a:ext cx="639762" cy="342900"/>
          </a:xfrm>
          <a:custGeom>
            <a:avLst/>
            <a:gdLst>
              <a:gd name="T0" fmla="*/ 2147483646 w 808"/>
              <a:gd name="T1" fmla="*/ 2147483646 h 433"/>
              <a:gd name="T2" fmla="*/ 2147483646 w 808"/>
              <a:gd name="T3" fmla="*/ 2147483646 h 433"/>
              <a:gd name="T4" fmla="*/ 2147483646 w 808"/>
              <a:gd name="T5" fmla="*/ 2147483646 h 433"/>
              <a:gd name="T6" fmla="*/ 0 w 808"/>
              <a:gd name="T7" fmla="*/ 2147483646 h 433"/>
              <a:gd name="T8" fmla="*/ 2147483646 w 808"/>
              <a:gd name="T9" fmla="*/ 0 h 433"/>
              <a:gd name="T10" fmla="*/ 2147483646 w 808"/>
              <a:gd name="T11" fmla="*/ 2147483646 h 433"/>
              <a:gd name="T12" fmla="*/ 2147483646 w 808"/>
              <a:gd name="T13" fmla="*/ 2147483646 h 433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808"/>
              <a:gd name="T22" fmla="*/ 0 h 433"/>
              <a:gd name="T23" fmla="*/ 808 w 808"/>
              <a:gd name="T24" fmla="*/ 433 h 433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808" h="433">
                <a:moveTo>
                  <a:pt x="808" y="317"/>
                </a:moveTo>
                <a:lnTo>
                  <a:pt x="317" y="317"/>
                </a:lnTo>
                <a:lnTo>
                  <a:pt x="317" y="433"/>
                </a:lnTo>
                <a:lnTo>
                  <a:pt x="0" y="202"/>
                </a:lnTo>
                <a:lnTo>
                  <a:pt x="317" y="0"/>
                </a:lnTo>
                <a:lnTo>
                  <a:pt x="317" y="115"/>
                </a:lnTo>
                <a:lnTo>
                  <a:pt x="808" y="115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5265" name="Freeform 23">
            <a:extLst>
              <a:ext uri="{FF2B5EF4-FFF2-40B4-BE49-F238E27FC236}">
                <a16:creationId xmlns:a16="http://schemas.microsoft.com/office/drawing/2014/main" id="{318A8EAF-4F46-4257-B6DC-AE0A21995590}"/>
              </a:ext>
            </a:extLst>
          </p:cNvPr>
          <p:cNvSpPr>
            <a:spLocks/>
          </p:cNvSpPr>
          <p:nvPr/>
        </p:nvSpPr>
        <p:spPr bwMode="auto">
          <a:xfrm>
            <a:off x="6076950" y="4397375"/>
            <a:ext cx="663575" cy="342900"/>
          </a:xfrm>
          <a:custGeom>
            <a:avLst/>
            <a:gdLst>
              <a:gd name="T0" fmla="*/ 0 w 836"/>
              <a:gd name="T1" fmla="*/ 2147483646 h 433"/>
              <a:gd name="T2" fmla="*/ 2147483646 w 836"/>
              <a:gd name="T3" fmla="*/ 2147483646 h 433"/>
              <a:gd name="T4" fmla="*/ 2147483646 w 836"/>
              <a:gd name="T5" fmla="*/ 2147483646 h 433"/>
              <a:gd name="T6" fmla="*/ 2147483646 w 836"/>
              <a:gd name="T7" fmla="*/ 2147483646 h 433"/>
              <a:gd name="T8" fmla="*/ 2147483646 w 836"/>
              <a:gd name="T9" fmla="*/ 0 h 433"/>
              <a:gd name="T10" fmla="*/ 2147483646 w 836"/>
              <a:gd name="T11" fmla="*/ 2147483646 h 433"/>
              <a:gd name="T12" fmla="*/ 0 w 836"/>
              <a:gd name="T13" fmla="*/ 2147483646 h 433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836"/>
              <a:gd name="T22" fmla="*/ 0 h 433"/>
              <a:gd name="T23" fmla="*/ 836 w 836"/>
              <a:gd name="T24" fmla="*/ 433 h 433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836" h="433">
                <a:moveTo>
                  <a:pt x="0" y="317"/>
                </a:moveTo>
                <a:lnTo>
                  <a:pt x="519" y="317"/>
                </a:lnTo>
                <a:lnTo>
                  <a:pt x="519" y="433"/>
                </a:lnTo>
                <a:lnTo>
                  <a:pt x="836" y="202"/>
                </a:lnTo>
                <a:lnTo>
                  <a:pt x="519" y="0"/>
                </a:lnTo>
                <a:lnTo>
                  <a:pt x="519" y="115"/>
                </a:lnTo>
                <a:lnTo>
                  <a:pt x="0" y="115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5266" name="Rectangle 26">
            <a:extLst>
              <a:ext uri="{FF2B5EF4-FFF2-40B4-BE49-F238E27FC236}">
                <a16:creationId xmlns:a16="http://schemas.microsoft.com/office/drawing/2014/main" id="{EEF34D59-CB25-4831-A8DE-B7222AB368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19600" y="4467225"/>
            <a:ext cx="73501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Device 3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5267" name="Rectangle 18">
            <a:extLst>
              <a:ext uri="{FF2B5EF4-FFF2-40B4-BE49-F238E27FC236}">
                <a16:creationId xmlns:a16="http://schemas.microsoft.com/office/drawing/2014/main" id="{316508C3-280E-4A99-99E1-D30E6C8356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4029075"/>
            <a:ext cx="763588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Request3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5268" name="Rectangle 2">
            <a:extLst>
              <a:ext uri="{FF2B5EF4-FFF2-40B4-BE49-F238E27FC236}">
                <a16:creationId xmlns:a16="http://schemas.microsoft.com/office/drawing/2014/main" id="{06D649F0-957B-4771-9C46-E9B35A320B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575" y="2286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Conceptual Diagram</a:t>
            </a:r>
          </a:p>
        </p:txBody>
      </p:sp>
    </p:spTree>
    <p:extLst>
      <p:ext uri="{BB962C8B-B14F-4D97-AF65-F5344CB8AC3E}">
        <p14:creationId xmlns:p14="http://schemas.microsoft.com/office/powerpoint/2010/main" val="630485704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8B1D4DF9-AAAA-8D4B-9745-398F8909D34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5334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Goal</a:t>
            </a:r>
          </a:p>
        </p:txBody>
      </p:sp>
      <p:sp>
        <p:nvSpPr>
          <p:cNvPr id="207875" name="Rectangle 3">
            <a:extLst>
              <a:ext uri="{FF2B5EF4-FFF2-40B4-BE49-F238E27FC236}">
                <a16:creationId xmlns:a16="http://schemas.microsoft.com/office/drawing/2014/main" id="{EA58717A-3C00-7147-A6BA-3C1B73EAAE9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76200" y="533400"/>
            <a:ext cx="8991600" cy="6096000"/>
          </a:xfrm>
        </p:spPr>
        <p:txBody>
          <a:bodyPr/>
          <a:lstStyle/>
          <a:p>
            <a:pPr marL="182880" indent="-182880" eaLnBrk="1" hangingPunct="1">
              <a:spcAft>
                <a:spcPts val="600"/>
              </a:spcAft>
              <a:defRPr/>
            </a:pPr>
            <a:r>
              <a:rPr lang="en-US" sz="2400" dirty="0">
                <a:ea typeface="+mn-ea"/>
                <a:cs typeface="+mn-cs"/>
              </a:rPr>
              <a:t>Design a machine that controls access by several devices to a shared resource.</a:t>
            </a:r>
          </a:p>
          <a:p>
            <a:pPr marL="182880" indent="-182880" eaLnBrk="1" hangingPunct="1">
              <a:spcAft>
                <a:spcPts val="600"/>
              </a:spcAft>
              <a:defRPr/>
            </a:pPr>
            <a:r>
              <a:rPr lang="en-US" sz="2400" dirty="0">
                <a:ea typeface="+mn-ea"/>
                <a:cs typeface="+mn-cs"/>
              </a:rPr>
              <a:t>The resource can be used by only one device at a time.</a:t>
            </a:r>
          </a:p>
          <a:p>
            <a:pPr marL="182880" indent="-182880" eaLnBrk="1" hangingPunct="1">
              <a:spcAft>
                <a:spcPts val="600"/>
              </a:spcAft>
              <a:defRPr/>
            </a:pPr>
            <a:r>
              <a:rPr lang="en-US" sz="2400" dirty="0">
                <a:ea typeface="+mn-ea"/>
                <a:cs typeface="+mn-cs"/>
              </a:rPr>
              <a:t>Any changes can occur only on the positive edge of the clock signal.</a:t>
            </a:r>
          </a:p>
          <a:p>
            <a:pPr marL="182880" indent="-182880" eaLnBrk="1" hangingPunct="1">
              <a:spcAft>
                <a:spcPts val="600"/>
              </a:spcAft>
              <a:defRPr/>
            </a:pPr>
            <a:r>
              <a:rPr lang="en-US" sz="2400" dirty="0">
                <a:ea typeface="+mn-ea"/>
                <a:cs typeface="+mn-cs"/>
              </a:rPr>
              <a:t>Each device provides one input to the FSM, which is called a request.</a:t>
            </a:r>
          </a:p>
          <a:p>
            <a:pPr marL="182880" indent="-182880" eaLnBrk="1" hangingPunct="1">
              <a:spcAft>
                <a:spcPts val="600"/>
              </a:spcAft>
              <a:defRPr/>
            </a:pPr>
            <a:r>
              <a:rPr lang="en-US" sz="2400" dirty="0">
                <a:ea typeface="+mn-ea"/>
                <a:cs typeface="+mn-cs"/>
              </a:rPr>
              <a:t>The FSM produces one output for each device, which is called a grant.</a:t>
            </a:r>
          </a:p>
          <a:p>
            <a:pPr marL="182880" indent="-182880" eaLnBrk="1" hangingPunct="1">
              <a:spcAft>
                <a:spcPts val="600"/>
              </a:spcAft>
              <a:defRPr/>
            </a:pPr>
            <a:r>
              <a:rPr lang="en-US" sz="2400" dirty="0">
                <a:ea typeface="+mn-ea"/>
                <a:cs typeface="+mn-cs"/>
              </a:rPr>
              <a:t>The requests from the devices are prioritized.</a:t>
            </a:r>
          </a:p>
          <a:p>
            <a:pPr marL="182880" indent="-182880" eaLnBrk="1" hangingPunct="1">
              <a:spcAft>
                <a:spcPts val="600"/>
              </a:spcAft>
              <a:defRPr/>
            </a:pPr>
            <a:r>
              <a:rPr lang="en-US" sz="2400" dirty="0">
                <a:ea typeface="+mn-ea"/>
                <a:cs typeface="+mn-cs"/>
              </a:rPr>
              <a:t>If two requests are active at the same time, then only the device with the highest priority will be given access to the shared resource.</a:t>
            </a:r>
          </a:p>
          <a:p>
            <a:pPr marL="182880" indent="-182880" eaLnBrk="1" hangingPunct="1">
              <a:spcAft>
                <a:spcPts val="600"/>
              </a:spcAft>
              <a:defRPr/>
            </a:pPr>
            <a:r>
              <a:rPr lang="en-US" sz="2400" dirty="0">
                <a:ea typeface="+mn-ea"/>
                <a:cs typeface="+mn-cs"/>
              </a:rPr>
              <a:t>After a device is done with the shared resource, it must make its request signal equal to 0.</a:t>
            </a:r>
          </a:p>
          <a:p>
            <a:pPr marL="182880" indent="-182880" eaLnBrk="1" hangingPunct="1">
              <a:spcAft>
                <a:spcPts val="600"/>
              </a:spcAft>
              <a:defRPr/>
            </a:pPr>
            <a:r>
              <a:rPr lang="en-US" sz="2400" dirty="0">
                <a:ea typeface="+mn-ea"/>
                <a:cs typeface="+mn-cs"/>
              </a:rPr>
              <a:t>If there are no outstanding requests, then the FSM stays in an Idle state.</a:t>
            </a:r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57" name="Rectangle 4">
            <a:extLst>
              <a:ext uri="{FF2B5EF4-FFF2-40B4-BE49-F238E27FC236}">
                <a16:creationId xmlns:a16="http://schemas.microsoft.com/office/drawing/2014/main" id="{8CBAE262-ECDF-406D-B897-83C9386439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7800" y="1058863"/>
            <a:ext cx="1304925" cy="3338512"/>
          </a:xfrm>
          <a:prstGeom prst="rect">
            <a:avLst/>
          </a:prstGeom>
          <a:noFill/>
          <a:ln w="285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6258" name="Rectangle 5">
            <a:extLst>
              <a:ext uri="{FF2B5EF4-FFF2-40B4-BE49-F238E27FC236}">
                <a16:creationId xmlns:a16="http://schemas.microsoft.com/office/drawing/2014/main" id="{1941CE87-4CD5-4258-BDD4-156F8B6213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5425" y="1058863"/>
            <a:ext cx="1304925" cy="801687"/>
          </a:xfrm>
          <a:prstGeom prst="rect">
            <a:avLst/>
          </a:prstGeom>
          <a:noFill/>
          <a:ln w="285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6259" name="Rectangle 6">
            <a:extLst>
              <a:ext uri="{FF2B5EF4-FFF2-40B4-BE49-F238E27FC236}">
                <a16:creationId xmlns:a16="http://schemas.microsoft.com/office/drawing/2014/main" id="{E344BAD9-826B-4217-8BA6-D9983E287A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5425" y="2363788"/>
            <a:ext cx="1304925" cy="800100"/>
          </a:xfrm>
          <a:prstGeom prst="rect">
            <a:avLst/>
          </a:prstGeom>
          <a:noFill/>
          <a:ln w="285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6260" name="Freeform 7">
            <a:extLst>
              <a:ext uri="{FF2B5EF4-FFF2-40B4-BE49-F238E27FC236}">
                <a16:creationId xmlns:a16="http://schemas.microsoft.com/office/drawing/2014/main" id="{95FE87C2-7109-41B0-8B8D-095E9EECD967}"/>
              </a:ext>
            </a:extLst>
          </p:cNvPr>
          <p:cNvSpPr>
            <a:spLocks/>
          </p:cNvSpPr>
          <p:nvPr/>
        </p:nvSpPr>
        <p:spPr bwMode="auto">
          <a:xfrm>
            <a:off x="2776538" y="1196975"/>
            <a:ext cx="136525" cy="46038"/>
          </a:xfrm>
          <a:custGeom>
            <a:avLst/>
            <a:gdLst>
              <a:gd name="T0" fmla="*/ 2147483646 w 173"/>
              <a:gd name="T1" fmla="*/ 0 h 58"/>
              <a:gd name="T2" fmla="*/ 0 w 173"/>
              <a:gd name="T3" fmla="*/ 2147483646 h 58"/>
              <a:gd name="T4" fmla="*/ 2147483646 w 173"/>
              <a:gd name="T5" fmla="*/ 2147483646 h 58"/>
              <a:gd name="T6" fmla="*/ 2147483646 w 173"/>
              <a:gd name="T7" fmla="*/ 2147483646 h 58"/>
              <a:gd name="T8" fmla="*/ 2147483646 w 173"/>
              <a:gd name="T9" fmla="*/ 0 h 5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73"/>
              <a:gd name="T16" fmla="*/ 0 h 58"/>
              <a:gd name="T17" fmla="*/ 173 w 173"/>
              <a:gd name="T18" fmla="*/ 58 h 5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73" h="58">
                <a:moveTo>
                  <a:pt x="173" y="0"/>
                </a:moveTo>
                <a:lnTo>
                  <a:pt x="0" y="29"/>
                </a:lnTo>
                <a:lnTo>
                  <a:pt x="173" y="58"/>
                </a:lnTo>
                <a:lnTo>
                  <a:pt x="173" y="29"/>
                </a:lnTo>
                <a:lnTo>
                  <a:pt x="173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6261" name="Line 8">
            <a:extLst>
              <a:ext uri="{FF2B5EF4-FFF2-40B4-BE49-F238E27FC236}">
                <a16:creationId xmlns:a16="http://schemas.microsoft.com/office/drawing/2014/main" id="{D15798ED-0734-41B5-B601-31A9922F2900}"/>
              </a:ext>
            </a:extLst>
          </p:cNvPr>
          <p:cNvSpPr>
            <a:spLocks noChangeShapeType="1"/>
          </p:cNvSpPr>
          <p:nvPr/>
        </p:nvSpPr>
        <p:spPr bwMode="auto">
          <a:xfrm>
            <a:off x="2913063" y="1219200"/>
            <a:ext cx="1122362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6262" name="Freeform 9">
            <a:extLst>
              <a:ext uri="{FF2B5EF4-FFF2-40B4-BE49-F238E27FC236}">
                <a16:creationId xmlns:a16="http://schemas.microsoft.com/office/drawing/2014/main" id="{7E916255-58AB-457F-8A5C-7FD3AFB59829}"/>
              </a:ext>
            </a:extLst>
          </p:cNvPr>
          <p:cNvSpPr>
            <a:spLocks/>
          </p:cNvSpPr>
          <p:nvPr/>
        </p:nvSpPr>
        <p:spPr bwMode="auto">
          <a:xfrm>
            <a:off x="3875088" y="1677988"/>
            <a:ext cx="136525" cy="68262"/>
          </a:xfrm>
          <a:custGeom>
            <a:avLst/>
            <a:gdLst>
              <a:gd name="T0" fmla="*/ 0 w 173"/>
              <a:gd name="T1" fmla="*/ 2147483646 h 87"/>
              <a:gd name="T2" fmla="*/ 2147483646 w 173"/>
              <a:gd name="T3" fmla="*/ 2147483646 h 87"/>
              <a:gd name="T4" fmla="*/ 0 w 173"/>
              <a:gd name="T5" fmla="*/ 0 h 87"/>
              <a:gd name="T6" fmla="*/ 0 w 173"/>
              <a:gd name="T7" fmla="*/ 2147483646 h 87"/>
              <a:gd name="T8" fmla="*/ 0 w 173"/>
              <a:gd name="T9" fmla="*/ 2147483646 h 8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73"/>
              <a:gd name="T16" fmla="*/ 0 h 87"/>
              <a:gd name="T17" fmla="*/ 173 w 173"/>
              <a:gd name="T18" fmla="*/ 87 h 8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73" h="87">
                <a:moveTo>
                  <a:pt x="0" y="87"/>
                </a:moveTo>
                <a:lnTo>
                  <a:pt x="173" y="29"/>
                </a:lnTo>
                <a:lnTo>
                  <a:pt x="0" y="0"/>
                </a:lnTo>
                <a:lnTo>
                  <a:pt x="0" y="29"/>
                </a:lnTo>
                <a:lnTo>
                  <a:pt x="0" y="87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6263" name="Line 10">
            <a:extLst>
              <a:ext uri="{FF2B5EF4-FFF2-40B4-BE49-F238E27FC236}">
                <a16:creationId xmlns:a16="http://schemas.microsoft.com/office/drawing/2014/main" id="{CE32C2F1-D8F2-42FD-9200-CC375A32C6B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752725" y="1700213"/>
            <a:ext cx="1098550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6264" name="Freeform 11">
            <a:extLst>
              <a:ext uri="{FF2B5EF4-FFF2-40B4-BE49-F238E27FC236}">
                <a16:creationId xmlns:a16="http://schemas.microsoft.com/office/drawing/2014/main" id="{B2E76EDD-494E-4F83-88E3-E9E6F5E14F80}"/>
              </a:ext>
            </a:extLst>
          </p:cNvPr>
          <p:cNvSpPr>
            <a:spLocks/>
          </p:cNvSpPr>
          <p:nvPr/>
        </p:nvSpPr>
        <p:spPr bwMode="auto">
          <a:xfrm>
            <a:off x="2776538" y="2500313"/>
            <a:ext cx="136525" cy="46037"/>
          </a:xfrm>
          <a:custGeom>
            <a:avLst/>
            <a:gdLst>
              <a:gd name="T0" fmla="*/ 2147483646 w 173"/>
              <a:gd name="T1" fmla="*/ 0 h 58"/>
              <a:gd name="T2" fmla="*/ 0 w 173"/>
              <a:gd name="T3" fmla="*/ 2147483646 h 58"/>
              <a:gd name="T4" fmla="*/ 2147483646 w 173"/>
              <a:gd name="T5" fmla="*/ 2147483646 h 58"/>
              <a:gd name="T6" fmla="*/ 2147483646 w 173"/>
              <a:gd name="T7" fmla="*/ 2147483646 h 58"/>
              <a:gd name="T8" fmla="*/ 2147483646 w 173"/>
              <a:gd name="T9" fmla="*/ 0 h 5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73"/>
              <a:gd name="T16" fmla="*/ 0 h 58"/>
              <a:gd name="T17" fmla="*/ 173 w 173"/>
              <a:gd name="T18" fmla="*/ 58 h 5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73" h="58">
                <a:moveTo>
                  <a:pt x="173" y="0"/>
                </a:moveTo>
                <a:lnTo>
                  <a:pt x="0" y="29"/>
                </a:lnTo>
                <a:lnTo>
                  <a:pt x="173" y="58"/>
                </a:lnTo>
                <a:lnTo>
                  <a:pt x="173" y="29"/>
                </a:lnTo>
                <a:lnTo>
                  <a:pt x="173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6265" name="Line 12">
            <a:extLst>
              <a:ext uri="{FF2B5EF4-FFF2-40B4-BE49-F238E27FC236}">
                <a16:creationId xmlns:a16="http://schemas.microsoft.com/office/drawing/2014/main" id="{F2596B87-C7C2-4EAD-A078-36CC5C16491B}"/>
              </a:ext>
            </a:extLst>
          </p:cNvPr>
          <p:cNvSpPr>
            <a:spLocks noChangeShapeType="1"/>
          </p:cNvSpPr>
          <p:nvPr/>
        </p:nvSpPr>
        <p:spPr bwMode="auto">
          <a:xfrm>
            <a:off x="2913063" y="2524125"/>
            <a:ext cx="1122362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6266" name="Freeform 13">
            <a:extLst>
              <a:ext uri="{FF2B5EF4-FFF2-40B4-BE49-F238E27FC236}">
                <a16:creationId xmlns:a16="http://schemas.microsoft.com/office/drawing/2014/main" id="{5E33EE9D-9293-4216-A809-995C07F6CFB8}"/>
              </a:ext>
            </a:extLst>
          </p:cNvPr>
          <p:cNvSpPr>
            <a:spLocks/>
          </p:cNvSpPr>
          <p:nvPr/>
        </p:nvSpPr>
        <p:spPr bwMode="auto">
          <a:xfrm>
            <a:off x="3875088" y="2981325"/>
            <a:ext cx="136525" cy="46038"/>
          </a:xfrm>
          <a:custGeom>
            <a:avLst/>
            <a:gdLst>
              <a:gd name="T0" fmla="*/ 0 w 173"/>
              <a:gd name="T1" fmla="*/ 2147483646 h 58"/>
              <a:gd name="T2" fmla="*/ 2147483646 w 173"/>
              <a:gd name="T3" fmla="*/ 2147483646 h 58"/>
              <a:gd name="T4" fmla="*/ 0 w 173"/>
              <a:gd name="T5" fmla="*/ 0 h 58"/>
              <a:gd name="T6" fmla="*/ 0 w 173"/>
              <a:gd name="T7" fmla="*/ 2147483646 h 58"/>
              <a:gd name="T8" fmla="*/ 0 w 173"/>
              <a:gd name="T9" fmla="*/ 2147483646 h 5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73"/>
              <a:gd name="T16" fmla="*/ 0 h 58"/>
              <a:gd name="T17" fmla="*/ 173 w 173"/>
              <a:gd name="T18" fmla="*/ 58 h 5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73" h="58">
                <a:moveTo>
                  <a:pt x="0" y="58"/>
                </a:moveTo>
                <a:lnTo>
                  <a:pt x="173" y="29"/>
                </a:lnTo>
                <a:lnTo>
                  <a:pt x="0" y="0"/>
                </a:lnTo>
                <a:lnTo>
                  <a:pt x="0" y="29"/>
                </a:lnTo>
                <a:lnTo>
                  <a:pt x="0" y="58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6267" name="Line 14">
            <a:extLst>
              <a:ext uri="{FF2B5EF4-FFF2-40B4-BE49-F238E27FC236}">
                <a16:creationId xmlns:a16="http://schemas.microsoft.com/office/drawing/2014/main" id="{9B142A64-A569-43F1-9A50-481563DB5F8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752725" y="3006725"/>
            <a:ext cx="1122363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6268" name="Rectangle 15">
            <a:extLst>
              <a:ext uri="{FF2B5EF4-FFF2-40B4-BE49-F238E27FC236}">
                <a16:creationId xmlns:a16="http://schemas.microsoft.com/office/drawing/2014/main" id="{7193801B-9A78-4BEB-B39E-F2701A6BFF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2288" y="2568575"/>
            <a:ext cx="766762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Arbiter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6269" name="Rectangle 16">
            <a:extLst>
              <a:ext uri="{FF2B5EF4-FFF2-40B4-BE49-F238E27FC236}">
                <a16:creationId xmlns:a16="http://schemas.microsoft.com/office/drawing/2014/main" id="{569BAC59-F4F7-4010-B098-77C3AE1705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9900" y="914400"/>
            <a:ext cx="895350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Request1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6270" name="Rectangle 17">
            <a:extLst>
              <a:ext uri="{FF2B5EF4-FFF2-40B4-BE49-F238E27FC236}">
                <a16:creationId xmlns:a16="http://schemas.microsoft.com/office/drawing/2014/main" id="{EA9B5722-FAD6-4282-A45C-4795D76826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84513" y="1436688"/>
            <a:ext cx="688975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Grant1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6271" name="Rectangle 18">
            <a:extLst>
              <a:ext uri="{FF2B5EF4-FFF2-40B4-BE49-F238E27FC236}">
                <a16:creationId xmlns:a16="http://schemas.microsoft.com/office/drawing/2014/main" id="{DF98BA2D-AA96-4806-9761-9206CD5BF6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9900" y="2209800"/>
            <a:ext cx="895350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Request2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6272" name="Rectangle 19">
            <a:extLst>
              <a:ext uri="{FF2B5EF4-FFF2-40B4-BE49-F238E27FC236}">
                <a16:creationId xmlns:a16="http://schemas.microsoft.com/office/drawing/2014/main" id="{716DC355-08C0-423E-A6BD-51398BF75D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6738" y="2732088"/>
            <a:ext cx="688975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Grant2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6273" name="Rectangle 20">
            <a:extLst>
              <a:ext uri="{FF2B5EF4-FFF2-40B4-BE49-F238E27FC236}">
                <a16:creationId xmlns:a16="http://schemas.microsoft.com/office/drawing/2014/main" id="{2D0AC368-ED2D-4360-9501-2B9E93D661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22763" y="1365250"/>
            <a:ext cx="863600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Device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6274" name="Freeform 21">
            <a:extLst>
              <a:ext uri="{FF2B5EF4-FFF2-40B4-BE49-F238E27FC236}">
                <a16:creationId xmlns:a16="http://schemas.microsoft.com/office/drawing/2014/main" id="{AC475C12-7727-43CB-9E03-B7DF4021CF74}"/>
              </a:ext>
            </a:extLst>
          </p:cNvPr>
          <p:cNvSpPr>
            <a:spLocks/>
          </p:cNvSpPr>
          <p:nvPr/>
        </p:nvSpPr>
        <p:spPr bwMode="auto">
          <a:xfrm>
            <a:off x="5340350" y="1311275"/>
            <a:ext cx="639763" cy="320675"/>
          </a:xfrm>
          <a:custGeom>
            <a:avLst/>
            <a:gdLst>
              <a:gd name="T0" fmla="*/ 2147483646 w 808"/>
              <a:gd name="T1" fmla="*/ 2147483646 h 404"/>
              <a:gd name="T2" fmla="*/ 2147483646 w 808"/>
              <a:gd name="T3" fmla="*/ 2147483646 h 404"/>
              <a:gd name="T4" fmla="*/ 2147483646 w 808"/>
              <a:gd name="T5" fmla="*/ 2147483646 h 404"/>
              <a:gd name="T6" fmla="*/ 0 w 808"/>
              <a:gd name="T7" fmla="*/ 2147483646 h 404"/>
              <a:gd name="T8" fmla="*/ 2147483646 w 808"/>
              <a:gd name="T9" fmla="*/ 0 h 404"/>
              <a:gd name="T10" fmla="*/ 2147483646 w 808"/>
              <a:gd name="T11" fmla="*/ 2147483646 h 404"/>
              <a:gd name="T12" fmla="*/ 2147483646 w 808"/>
              <a:gd name="T13" fmla="*/ 2147483646 h 40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808"/>
              <a:gd name="T22" fmla="*/ 0 h 404"/>
              <a:gd name="T23" fmla="*/ 808 w 808"/>
              <a:gd name="T24" fmla="*/ 404 h 404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808" h="404">
                <a:moveTo>
                  <a:pt x="808" y="288"/>
                </a:moveTo>
                <a:lnTo>
                  <a:pt x="317" y="288"/>
                </a:lnTo>
                <a:lnTo>
                  <a:pt x="317" y="404"/>
                </a:lnTo>
                <a:lnTo>
                  <a:pt x="0" y="202"/>
                </a:lnTo>
                <a:lnTo>
                  <a:pt x="317" y="0"/>
                </a:lnTo>
                <a:lnTo>
                  <a:pt x="317" y="87"/>
                </a:lnTo>
                <a:lnTo>
                  <a:pt x="808" y="87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6275" name="Freeform 22">
            <a:extLst>
              <a:ext uri="{FF2B5EF4-FFF2-40B4-BE49-F238E27FC236}">
                <a16:creationId xmlns:a16="http://schemas.microsoft.com/office/drawing/2014/main" id="{472956F2-62A3-4C82-AB0B-1FF905EF8D8F}"/>
              </a:ext>
            </a:extLst>
          </p:cNvPr>
          <p:cNvSpPr>
            <a:spLocks/>
          </p:cNvSpPr>
          <p:nvPr/>
        </p:nvSpPr>
        <p:spPr bwMode="auto">
          <a:xfrm>
            <a:off x="5340350" y="2592388"/>
            <a:ext cx="639763" cy="342900"/>
          </a:xfrm>
          <a:custGeom>
            <a:avLst/>
            <a:gdLst>
              <a:gd name="T0" fmla="*/ 2147483646 w 808"/>
              <a:gd name="T1" fmla="*/ 2147483646 h 433"/>
              <a:gd name="T2" fmla="*/ 2147483646 w 808"/>
              <a:gd name="T3" fmla="*/ 2147483646 h 433"/>
              <a:gd name="T4" fmla="*/ 2147483646 w 808"/>
              <a:gd name="T5" fmla="*/ 2147483646 h 433"/>
              <a:gd name="T6" fmla="*/ 0 w 808"/>
              <a:gd name="T7" fmla="*/ 2147483646 h 433"/>
              <a:gd name="T8" fmla="*/ 2147483646 w 808"/>
              <a:gd name="T9" fmla="*/ 0 h 433"/>
              <a:gd name="T10" fmla="*/ 2147483646 w 808"/>
              <a:gd name="T11" fmla="*/ 2147483646 h 433"/>
              <a:gd name="T12" fmla="*/ 2147483646 w 808"/>
              <a:gd name="T13" fmla="*/ 2147483646 h 433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808"/>
              <a:gd name="T22" fmla="*/ 0 h 433"/>
              <a:gd name="T23" fmla="*/ 808 w 808"/>
              <a:gd name="T24" fmla="*/ 433 h 433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808" h="433">
                <a:moveTo>
                  <a:pt x="808" y="317"/>
                </a:moveTo>
                <a:lnTo>
                  <a:pt x="317" y="317"/>
                </a:lnTo>
                <a:lnTo>
                  <a:pt x="317" y="433"/>
                </a:lnTo>
                <a:lnTo>
                  <a:pt x="0" y="202"/>
                </a:lnTo>
                <a:lnTo>
                  <a:pt x="317" y="0"/>
                </a:lnTo>
                <a:lnTo>
                  <a:pt x="317" y="115"/>
                </a:lnTo>
                <a:lnTo>
                  <a:pt x="808" y="115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6276" name="Freeform 23">
            <a:extLst>
              <a:ext uri="{FF2B5EF4-FFF2-40B4-BE49-F238E27FC236}">
                <a16:creationId xmlns:a16="http://schemas.microsoft.com/office/drawing/2014/main" id="{6D907D54-FF79-45B0-8393-92BD56315530}"/>
              </a:ext>
            </a:extLst>
          </p:cNvPr>
          <p:cNvSpPr>
            <a:spLocks/>
          </p:cNvSpPr>
          <p:nvPr/>
        </p:nvSpPr>
        <p:spPr bwMode="auto">
          <a:xfrm>
            <a:off x="5980113" y="2592388"/>
            <a:ext cx="663575" cy="342900"/>
          </a:xfrm>
          <a:custGeom>
            <a:avLst/>
            <a:gdLst>
              <a:gd name="T0" fmla="*/ 0 w 836"/>
              <a:gd name="T1" fmla="*/ 2147483646 h 433"/>
              <a:gd name="T2" fmla="*/ 2147483646 w 836"/>
              <a:gd name="T3" fmla="*/ 2147483646 h 433"/>
              <a:gd name="T4" fmla="*/ 2147483646 w 836"/>
              <a:gd name="T5" fmla="*/ 2147483646 h 433"/>
              <a:gd name="T6" fmla="*/ 2147483646 w 836"/>
              <a:gd name="T7" fmla="*/ 2147483646 h 433"/>
              <a:gd name="T8" fmla="*/ 2147483646 w 836"/>
              <a:gd name="T9" fmla="*/ 0 h 433"/>
              <a:gd name="T10" fmla="*/ 2147483646 w 836"/>
              <a:gd name="T11" fmla="*/ 2147483646 h 433"/>
              <a:gd name="T12" fmla="*/ 0 w 836"/>
              <a:gd name="T13" fmla="*/ 2147483646 h 433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836"/>
              <a:gd name="T22" fmla="*/ 0 h 433"/>
              <a:gd name="T23" fmla="*/ 836 w 836"/>
              <a:gd name="T24" fmla="*/ 433 h 433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836" h="433">
                <a:moveTo>
                  <a:pt x="0" y="317"/>
                </a:moveTo>
                <a:lnTo>
                  <a:pt x="519" y="317"/>
                </a:lnTo>
                <a:lnTo>
                  <a:pt x="519" y="433"/>
                </a:lnTo>
                <a:lnTo>
                  <a:pt x="836" y="202"/>
                </a:lnTo>
                <a:lnTo>
                  <a:pt x="519" y="0"/>
                </a:lnTo>
                <a:lnTo>
                  <a:pt x="519" y="115"/>
                </a:lnTo>
                <a:lnTo>
                  <a:pt x="0" y="115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6277" name="Freeform 24">
            <a:extLst>
              <a:ext uri="{FF2B5EF4-FFF2-40B4-BE49-F238E27FC236}">
                <a16:creationId xmlns:a16="http://schemas.microsoft.com/office/drawing/2014/main" id="{B189B734-B098-45DC-8602-EA925FD06EA9}"/>
              </a:ext>
            </a:extLst>
          </p:cNvPr>
          <p:cNvSpPr>
            <a:spLocks/>
          </p:cNvSpPr>
          <p:nvPr/>
        </p:nvSpPr>
        <p:spPr bwMode="auto">
          <a:xfrm>
            <a:off x="5980113" y="1311275"/>
            <a:ext cx="663575" cy="320675"/>
          </a:xfrm>
          <a:custGeom>
            <a:avLst/>
            <a:gdLst>
              <a:gd name="T0" fmla="*/ 0 w 836"/>
              <a:gd name="T1" fmla="*/ 2147483646 h 404"/>
              <a:gd name="T2" fmla="*/ 2147483646 w 836"/>
              <a:gd name="T3" fmla="*/ 2147483646 h 404"/>
              <a:gd name="T4" fmla="*/ 2147483646 w 836"/>
              <a:gd name="T5" fmla="*/ 2147483646 h 404"/>
              <a:gd name="T6" fmla="*/ 2147483646 w 836"/>
              <a:gd name="T7" fmla="*/ 2147483646 h 404"/>
              <a:gd name="T8" fmla="*/ 2147483646 w 836"/>
              <a:gd name="T9" fmla="*/ 0 h 404"/>
              <a:gd name="T10" fmla="*/ 2147483646 w 836"/>
              <a:gd name="T11" fmla="*/ 2147483646 h 404"/>
              <a:gd name="T12" fmla="*/ 0 w 836"/>
              <a:gd name="T13" fmla="*/ 2147483646 h 40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836"/>
              <a:gd name="T22" fmla="*/ 0 h 404"/>
              <a:gd name="T23" fmla="*/ 836 w 836"/>
              <a:gd name="T24" fmla="*/ 404 h 404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836" h="404">
                <a:moveTo>
                  <a:pt x="0" y="288"/>
                </a:moveTo>
                <a:lnTo>
                  <a:pt x="519" y="288"/>
                </a:lnTo>
                <a:lnTo>
                  <a:pt x="519" y="404"/>
                </a:lnTo>
                <a:lnTo>
                  <a:pt x="836" y="202"/>
                </a:lnTo>
                <a:lnTo>
                  <a:pt x="519" y="0"/>
                </a:lnTo>
                <a:lnTo>
                  <a:pt x="519" y="87"/>
                </a:lnTo>
                <a:lnTo>
                  <a:pt x="0" y="87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6278" name="Rectangle 25">
            <a:extLst>
              <a:ext uri="{FF2B5EF4-FFF2-40B4-BE49-F238E27FC236}">
                <a16:creationId xmlns:a16="http://schemas.microsoft.com/office/drawing/2014/main" id="{B3CBBF35-7316-47CA-9828-045848BFA2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43688" y="1058863"/>
            <a:ext cx="1282700" cy="3414712"/>
          </a:xfrm>
          <a:prstGeom prst="rect">
            <a:avLst/>
          </a:prstGeom>
          <a:noFill/>
          <a:ln w="285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6279" name="Rectangle 26">
            <a:extLst>
              <a:ext uri="{FF2B5EF4-FFF2-40B4-BE49-F238E27FC236}">
                <a16:creationId xmlns:a16="http://schemas.microsoft.com/office/drawing/2014/main" id="{339ADB03-6FB2-4426-ADB7-C7D0518280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22763" y="2662238"/>
            <a:ext cx="863600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Device 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6280" name="Rectangle 27">
            <a:extLst>
              <a:ext uri="{FF2B5EF4-FFF2-40B4-BE49-F238E27FC236}">
                <a16:creationId xmlns:a16="http://schemas.microsoft.com/office/drawing/2014/main" id="{CC035951-982B-42CA-9BF4-AF7089EE7A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65950" y="2514600"/>
            <a:ext cx="688975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Shared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6281" name="Rectangle 28">
            <a:extLst>
              <a:ext uri="{FF2B5EF4-FFF2-40B4-BE49-F238E27FC236}">
                <a16:creationId xmlns:a16="http://schemas.microsoft.com/office/drawing/2014/main" id="{2243D526-6BE0-443E-A1C7-A53BC5310D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02450" y="2720975"/>
            <a:ext cx="822325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resource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6282" name="Rectangle 6">
            <a:extLst>
              <a:ext uri="{FF2B5EF4-FFF2-40B4-BE49-F238E27FC236}">
                <a16:creationId xmlns:a16="http://schemas.microsoft.com/office/drawing/2014/main" id="{D789A3AB-3614-417B-8583-70EA2ED23F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24313" y="3559175"/>
            <a:ext cx="1304925" cy="800100"/>
          </a:xfrm>
          <a:prstGeom prst="rect">
            <a:avLst/>
          </a:prstGeom>
          <a:noFill/>
          <a:ln w="285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6283" name="Freeform 11">
            <a:extLst>
              <a:ext uri="{FF2B5EF4-FFF2-40B4-BE49-F238E27FC236}">
                <a16:creationId xmlns:a16="http://schemas.microsoft.com/office/drawing/2014/main" id="{93FAD3F0-9E90-454B-972A-591D4EE65C77}"/>
              </a:ext>
            </a:extLst>
          </p:cNvPr>
          <p:cNvSpPr>
            <a:spLocks/>
          </p:cNvSpPr>
          <p:nvPr/>
        </p:nvSpPr>
        <p:spPr bwMode="auto">
          <a:xfrm>
            <a:off x="2765425" y="3695700"/>
            <a:ext cx="136525" cy="46038"/>
          </a:xfrm>
          <a:custGeom>
            <a:avLst/>
            <a:gdLst>
              <a:gd name="T0" fmla="*/ 2147483646 w 173"/>
              <a:gd name="T1" fmla="*/ 0 h 58"/>
              <a:gd name="T2" fmla="*/ 0 w 173"/>
              <a:gd name="T3" fmla="*/ 2147483646 h 58"/>
              <a:gd name="T4" fmla="*/ 2147483646 w 173"/>
              <a:gd name="T5" fmla="*/ 2147483646 h 58"/>
              <a:gd name="T6" fmla="*/ 2147483646 w 173"/>
              <a:gd name="T7" fmla="*/ 2147483646 h 58"/>
              <a:gd name="T8" fmla="*/ 2147483646 w 173"/>
              <a:gd name="T9" fmla="*/ 0 h 5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73"/>
              <a:gd name="T16" fmla="*/ 0 h 58"/>
              <a:gd name="T17" fmla="*/ 173 w 173"/>
              <a:gd name="T18" fmla="*/ 58 h 5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73" h="58">
                <a:moveTo>
                  <a:pt x="173" y="0"/>
                </a:moveTo>
                <a:lnTo>
                  <a:pt x="0" y="29"/>
                </a:lnTo>
                <a:lnTo>
                  <a:pt x="173" y="58"/>
                </a:lnTo>
                <a:lnTo>
                  <a:pt x="173" y="29"/>
                </a:lnTo>
                <a:lnTo>
                  <a:pt x="173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6284" name="Line 12">
            <a:extLst>
              <a:ext uri="{FF2B5EF4-FFF2-40B4-BE49-F238E27FC236}">
                <a16:creationId xmlns:a16="http://schemas.microsoft.com/office/drawing/2014/main" id="{300C4722-35AB-4DC8-9D1D-841162C24B42}"/>
              </a:ext>
            </a:extLst>
          </p:cNvPr>
          <p:cNvSpPr>
            <a:spLocks noChangeShapeType="1"/>
          </p:cNvSpPr>
          <p:nvPr/>
        </p:nvSpPr>
        <p:spPr bwMode="auto">
          <a:xfrm>
            <a:off x="2901950" y="3719513"/>
            <a:ext cx="1122363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6285" name="Freeform 13">
            <a:extLst>
              <a:ext uri="{FF2B5EF4-FFF2-40B4-BE49-F238E27FC236}">
                <a16:creationId xmlns:a16="http://schemas.microsoft.com/office/drawing/2014/main" id="{C42C79B9-14C3-4B1F-A225-64986A2C87BB}"/>
              </a:ext>
            </a:extLst>
          </p:cNvPr>
          <p:cNvSpPr>
            <a:spLocks/>
          </p:cNvSpPr>
          <p:nvPr/>
        </p:nvSpPr>
        <p:spPr bwMode="auto">
          <a:xfrm>
            <a:off x="3863975" y="4176713"/>
            <a:ext cx="136525" cy="46037"/>
          </a:xfrm>
          <a:custGeom>
            <a:avLst/>
            <a:gdLst>
              <a:gd name="T0" fmla="*/ 0 w 173"/>
              <a:gd name="T1" fmla="*/ 2147483646 h 58"/>
              <a:gd name="T2" fmla="*/ 2147483646 w 173"/>
              <a:gd name="T3" fmla="*/ 2147483646 h 58"/>
              <a:gd name="T4" fmla="*/ 0 w 173"/>
              <a:gd name="T5" fmla="*/ 0 h 58"/>
              <a:gd name="T6" fmla="*/ 0 w 173"/>
              <a:gd name="T7" fmla="*/ 2147483646 h 58"/>
              <a:gd name="T8" fmla="*/ 0 w 173"/>
              <a:gd name="T9" fmla="*/ 2147483646 h 5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73"/>
              <a:gd name="T16" fmla="*/ 0 h 58"/>
              <a:gd name="T17" fmla="*/ 173 w 173"/>
              <a:gd name="T18" fmla="*/ 58 h 5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73" h="58">
                <a:moveTo>
                  <a:pt x="0" y="58"/>
                </a:moveTo>
                <a:lnTo>
                  <a:pt x="173" y="29"/>
                </a:lnTo>
                <a:lnTo>
                  <a:pt x="0" y="0"/>
                </a:lnTo>
                <a:lnTo>
                  <a:pt x="0" y="29"/>
                </a:lnTo>
                <a:lnTo>
                  <a:pt x="0" y="58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6286" name="Line 14">
            <a:extLst>
              <a:ext uri="{FF2B5EF4-FFF2-40B4-BE49-F238E27FC236}">
                <a16:creationId xmlns:a16="http://schemas.microsoft.com/office/drawing/2014/main" id="{5029EFC3-5170-4770-983F-381D398CD14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741613" y="4202113"/>
            <a:ext cx="112236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6287" name="Rectangle 19">
            <a:extLst>
              <a:ext uri="{FF2B5EF4-FFF2-40B4-BE49-F238E27FC236}">
                <a16:creationId xmlns:a16="http://schemas.microsoft.com/office/drawing/2014/main" id="{C20FE8C2-76EA-44C1-BBA6-C89C7B5606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95625" y="3927475"/>
            <a:ext cx="56991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Grant3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6288" name="Freeform 22">
            <a:extLst>
              <a:ext uri="{FF2B5EF4-FFF2-40B4-BE49-F238E27FC236}">
                <a16:creationId xmlns:a16="http://schemas.microsoft.com/office/drawing/2014/main" id="{8E9360BB-6344-4E76-B01D-C0424BA1A1BC}"/>
              </a:ext>
            </a:extLst>
          </p:cNvPr>
          <p:cNvSpPr>
            <a:spLocks/>
          </p:cNvSpPr>
          <p:nvPr/>
        </p:nvSpPr>
        <p:spPr bwMode="auto">
          <a:xfrm>
            <a:off x="5329238" y="3787775"/>
            <a:ext cx="639762" cy="342900"/>
          </a:xfrm>
          <a:custGeom>
            <a:avLst/>
            <a:gdLst>
              <a:gd name="T0" fmla="*/ 2147483646 w 808"/>
              <a:gd name="T1" fmla="*/ 2147483646 h 433"/>
              <a:gd name="T2" fmla="*/ 2147483646 w 808"/>
              <a:gd name="T3" fmla="*/ 2147483646 h 433"/>
              <a:gd name="T4" fmla="*/ 2147483646 w 808"/>
              <a:gd name="T5" fmla="*/ 2147483646 h 433"/>
              <a:gd name="T6" fmla="*/ 0 w 808"/>
              <a:gd name="T7" fmla="*/ 2147483646 h 433"/>
              <a:gd name="T8" fmla="*/ 2147483646 w 808"/>
              <a:gd name="T9" fmla="*/ 0 h 433"/>
              <a:gd name="T10" fmla="*/ 2147483646 w 808"/>
              <a:gd name="T11" fmla="*/ 2147483646 h 433"/>
              <a:gd name="T12" fmla="*/ 2147483646 w 808"/>
              <a:gd name="T13" fmla="*/ 2147483646 h 433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808"/>
              <a:gd name="T22" fmla="*/ 0 h 433"/>
              <a:gd name="T23" fmla="*/ 808 w 808"/>
              <a:gd name="T24" fmla="*/ 433 h 433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808" h="433">
                <a:moveTo>
                  <a:pt x="808" y="317"/>
                </a:moveTo>
                <a:lnTo>
                  <a:pt x="317" y="317"/>
                </a:lnTo>
                <a:lnTo>
                  <a:pt x="317" y="433"/>
                </a:lnTo>
                <a:lnTo>
                  <a:pt x="0" y="202"/>
                </a:lnTo>
                <a:lnTo>
                  <a:pt x="317" y="0"/>
                </a:lnTo>
                <a:lnTo>
                  <a:pt x="317" y="115"/>
                </a:lnTo>
                <a:lnTo>
                  <a:pt x="808" y="115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6289" name="Freeform 23">
            <a:extLst>
              <a:ext uri="{FF2B5EF4-FFF2-40B4-BE49-F238E27FC236}">
                <a16:creationId xmlns:a16="http://schemas.microsoft.com/office/drawing/2014/main" id="{82338169-AAF2-47A8-BB64-0BEF3078E6CB}"/>
              </a:ext>
            </a:extLst>
          </p:cNvPr>
          <p:cNvSpPr>
            <a:spLocks/>
          </p:cNvSpPr>
          <p:nvPr/>
        </p:nvSpPr>
        <p:spPr bwMode="auto">
          <a:xfrm>
            <a:off x="5969000" y="3787775"/>
            <a:ext cx="663575" cy="342900"/>
          </a:xfrm>
          <a:custGeom>
            <a:avLst/>
            <a:gdLst>
              <a:gd name="T0" fmla="*/ 0 w 836"/>
              <a:gd name="T1" fmla="*/ 2147483646 h 433"/>
              <a:gd name="T2" fmla="*/ 2147483646 w 836"/>
              <a:gd name="T3" fmla="*/ 2147483646 h 433"/>
              <a:gd name="T4" fmla="*/ 2147483646 w 836"/>
              <a:gd name="T5" fmla="*/ 2147483646 h 433"/>
              <a:gd name="T6" fmla="*/ 2147483646 w 836"/>
              <a:gd name="T7" fmla="*/ 2147483646 h 433"/>
              <a:gd name="T8" fmla="*/ 2147483646 w 836"/>
              <a:gd name="T9" fmla="*/ 0 h 433"/>
              <a:gd name="T10" fmla="*/ 2147483646 w 836"/>
              <a:gd name="T11" fmla="*/ 2147483646 h 433"/>
              <a:gd name="T12" fmla="*/ 0 w 836"/>
              <a:gd name="T13" fmla="*/ 2147483646 h 433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836"/>
              <a:gd name="T22" fmla="*/ 0 h 433"/>
              <a:gd name="T23" fmla="*/ 836 w 836"/>
              <a:gd name="T24" fmla="*/ 433 h 433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836" h="433">
                <a:moveTo>
                  <a:pt x="0" y="317"/>
                </a:moveTo>
                <a:lnTo>
                  <a:pt x="519" y="317"/>
                </a:lnTo>
                <a:lnTo>
                  <a:pt x="519" y="433"/>
                </a:lnTo>
                <a:lnTo>
                  <a:pt x="836" y="202"/>
                </a:lnTo>
                <a:lnTo>
                  <a:pt x="519" y="0"/>
                </a:lnTo>
                <a:lnTo>
                  <a:pt x="519" y="115"/>
                </a:lnTo>
                <a:lnTo>
                  <a:pt x="0" y="115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6290" name="Rectangle 26">
            <a:extLst>
              <a:ext uri="{FF2B5EF4-FFF2-40B4-BE49-F238E27FC236}">
                <a16:creationId xmlns:a16="http://schemas.microsoft.com/office/drawing/2014/main" id="{93D814DE-3B1D-44AE-AFF4-6E7D2C95A8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1650" y="3857625"/>
            <a:ext cx="73501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Device 3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6291" name="Rectangle 18">
            <a:extLst>
              <a:ext uri="{FF2B5EF4-FFF2-40B4-BE49-F238E27FC236}">
                <a16:creationId xmlns:a16="http://schemas.microsoft.com/office/drawing/2014/main" id="{CC88D7A2-E9B2-429A-B080-4757046D6F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16250" y="3419475"/>
            <a:ext cx="763588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Request3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6292" name="Rectangle 2">
            <a:extLst>
              <a:ext uri="{FF2B5EF4-FFF2-40B4-BE49-F238E27FC236}">
                <a16:creationId xmlns:a16="http://schemas.microsoft.com/office/drawing/2014/main" id="{661B963D-277D-4024-94DB-88D2408505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57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Conceptual Diagram</a:t>
            </a:r>
          </a:p>
        </p:txBody>
      </p:sp>
      <p:sp>
        <p:nvSpPr>
          <p:cNvPr id="96293" name="Freeform 29">
            <a:extLst>
              <a:ext uri="{FF2B5EF4-FFF2-40B4-BE49-F238E27FC236}">
                <a16:creationId xmlns:a16="http://schemas.microsoft.com/office/drawing/2014/main" id="{03E422AE-C8FC-481F-96C1-B3A0DA28CF7E}"/>
              </a:ext>
            </a:extLst>
          </p:cNvPr>
          <p:cNvSpPr>
            <a:spLocks/>
          </p:cNvSpPr>
          <p:nvPr/>
        </p:nvSpPr>
        <p:spPr bwMode="auto">
          <a:xfrm>
            <a:off x="2913063" y="5111750"/>
            <a:ext cx="4532312" cy="342900"/>
          </a:xfrm>
          <a:custGeom>
            <a:avLst/>
            <a:gdLst>
              <a:gd name="T0" fmla="*/ 2147483646 w 5710"/>
              <a:gd name="T1" fmla="*/ 2147483646 h 433"/>
              <a:gd name="T2" fmla="*/ 2147483646 w 5710"/>
              <a:gd name="T3" fmla="*/ 2147483646 h 433"/>
              <a:gd name="T4" fmla="*/ 2147483646 w 5710"/>
              <a:gd name="T5" fmla="*/ 0 h 433"/>
              <a:gd name="T6" fmla="*/ 2147483646 w 5710"/>
              <a:gd name="T7" fmla="*/ 0 h 433"/>
              <a:gd name="T8" fmla="*/ 2147483646 w 5710"/>
              <a:gd name="T9" fmla="*/ 2147483646 h 433"/>
              <a:gd name="T10" fmla="*/ 0 w 5710"/>
              <a:gd name="T11" fmla="*/ 2147483646 h 43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5710"/>
              <a:gd name="T19" fmla="*/ 0 h 433"/>
              <a:gd name="T20" fmla="*/ 5710 w 5710"/>
              <a:gd name="T21" fmla="*/ 433 h 43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5710" h="433">
                <a:moveTo>
                  <a:pt x="5710" y="433"/>
                </a:moveTo>
                <a:lnTo>
                  <a:pt x="4499" y="433"/>
                </a:lnTo>
                <a:lnTo>
                  <a:pt x="4499" y="0"/>
                </a:lnTo>
                <a:lnTo>
                  <a:pt x="1212" y="0"/>
                </a:lnTo>
                <a:lnTo>
                  <a:pt x="1212" y="433"/>
                </a:lnTo>
                <a:lnTo>
                  <a:pt x="0" y="433"/>
                </a:lnTo>
              </a:path>
            </a:pathLst>
          </a:custGeom>
          <a:noFill/>
          <a:ln w="28575">
            <a:solidFill>
              <a:srgbClr val="66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6294" name="Freeform 30">
            <a:extLst>
              <a:ext uri="{FF2B5EF4-FFF2-40B4-BE49-F238E27FC236}">
                <a16:creationId xmlns:a16="http://schemas.microsoft.com/office/drawing/2014/main" id="{59957B73-4C91-4815-AA56-ADDA1B242123}"/>
              </a:ext>
            </a:extLst>
          </p:cNvPr>
          <p:cNvSpPr>
            <a:spLocks/>
          </p:cNvSpPr>
          <p:nvPr/>
        </p:nvSpPr>
        <p:spPr bwMode="auto">
          <a:xfrm>
            <a:off x="2913063" y="5775325"/>
            <a:ext cx="4532312" cy="320675"/>
          </a:xfrm>
          <a:custGeom>
            <a:avLst/>
            <a:gdLst>
              <a:gd name="T0" fmla="*/ 2147483646 w 5710"/>
              <a:gd name="T1" fmla="*/ 2147483646 h 404"/>
              <a:gd name="T2" fmla="*/ 2147483646 w 5710"/>
              <a:gd name="T3" fmla="*/ 2147483646 h 404"/>
              <a:gd name="T4" fmla="*/ 2147483646 w 5710"/>
              <a:gd name="T5" fmla="*/ 0 h 404"/>
              <a:gd name="T6" fmla="*/ 2147483646 w 5710"/>
              <a:gd name="T7" fmla="*/ 0 h 404"/>
              <a:gd name="T8" fmla="*/ 2147483646 w 5710"/>
              <a:gd name="T9" fmla="*/ 2147483646 h 404"/>
              <a:gd name="T10" fmla="*/ 0 w 5710"/>
              <a:gd name="T11" fmla="*/ 2147483646 h 404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5710"/>
              <a:gd name="T19" fmla="*/ 0 h 404"/>
              <a:gd name="T20" fmla="*/ 5710 w 5710"/>
              <a:gd name="T21" fmla="*/ 404 h 404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5710" h="404">
                <a:moveTo>
                  <a:pt x="5710" y="404"/>
                </a:moveTo>
                <a:lnTo>
                  <a:pt x="4903" y="404"/>
                </a:lnTo>
                <a:lnTo>
                  <a:pt x="4903" y="0"/>
                </a:lnTo>
                <a:lnTo>
                  <a:pt x="1615" y="0"/>
                </a:lnTo>
                <a:lnTo>
                  <a:pt x="1615" y="404"/>
                </a:lnTo>
                <a:lnTo>
                  <a:pt x="0" y="404"/>
                </a:lnTo>
              </a:path>
            </a:pathLst>
          </a:custGeom>
          <a:noFill/>
          <a:ln w="28575">
            <a:solidFill>
              <a:srgbClr val="66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6295" name="Freeform 31">
            <a:extLst>
              <a:ext uri="{FF2B5EF4-FFF2-40B4-BE49-F238E27FC236}">
                <a16:creationId xmlns:a16="http://schemas.microsoft.com/office/drawing/2014/main" id="{C85C5AC9-A073-4EB6-8E1F-EBE2CB4F5F86}"/>
              </a:ext>
            </a:extLst>
          </p:cNvPr>
          <p:cNvSpPr>
            <a:spLocks/>
          </p:cNvSpPr>
          <p:nvPr/>
        </p:nvSpPr>
        <p:spPr bwMode="auto">
          <a:xfrm>
            <a:off x="6300788" y="5249863"/>
            <a:ext cx="138112" cy="68262"/>
          </a:xfrm>
          <a:custGeom>
            <a:avLst/>
            <a:gdLst>
              <a:gd name="T0" fmla="*/ 0 w 173"/>
              <a:gd name="T1" fmla="*/ 2147483646 h 87"/>
              <a:gd name="T2" fmla="*/ 2147483646 w 173"/>
              <a:gd name="T3" fmla="*/ 2147483646 h 87"/>
              <a:gd name="T4" fmla="*/ 0 w 173"/>
              <a:gd name="T5" fmla="*/ 0 h 87"/>
              <a:gd name="T6" fmla="*/ 0 w 173"/>
              <a:gd name="T7" fmla="*/ 2147483646 h 87"/>
              <a:gd name="T8" fmla="*/ 0 w 173"/>
              <a:gd name="T9" fmla="*/ 2147483646 h 8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73"/>
              <a:gd name="T16" fmla="*/ 0 h 87"/>
              <a:gd name="T17" fmla="*/ 173 w 173"/>
              <a:gd name="T18" fmla="*/ 87 h 8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73" h="87">
                <a:moveTo>
                  <a:pt x="0" y="87"/>
                </a:moveTo>
                <a:lnTo>
                  <a:pt x="173" y="58"/>
                </a:lnTo>
                <a:lnTo>
                  <a:pt x="0" y="0"/>
                </a:lnTo>
                <a:lnTo>
                  <a:pt x="0" y="58"/>
                </a:lnTo>
                <a:lnTo>
                  <a:pt x="0" y="87"/>
                </a:lnTo>
                <a:close/>
              </a:path>
            </a:pathLst>
          </a:custGeom>
          <a:solidFill>
            <a:srgbClr val="000000"/>
          </a:solidFill>
          <a:ln w="222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6296" name="Freeform 32">
            <a:extLst>
              <a:ext uri="{FF2B5EF4-FFF2-40B4-BE49-F238E27FC236}">
                <a16:creationId xmlns:a16="http://schemas.microsoft.com/office/drawing/2014/main" id="{42C6FB8E-0A45-4BE1-BBF0-398787C77EFB}"/>
              </a:ext>
            </a:extLst>
          </p:cNvPr>
          <p:cNvSpPr>
            <a:spLocks/>
          </p:cNvSpPr>
          <p:nvPr/>
        </p:nvSpPr>
        <p:spPr bwMode="auto">
          <a:xfrm>
            <a:off x="4203700" y="5284788"/>
            <a:ext cx="2092325" cy="647700"/>
          </a:xfrm>
          <a:custGeom>
            <a:avLst/>
            <a:gdLst>
              <a:gd name="T0" fmla="*/ 2147483646 w 2635"/>
              <a:gd name="T1" fmla="*/ 2147483646 h 816"/>
              <a:gd name="T2" fmla="*/ 2147483646 w 2635"/>
              <a:gd name="T3" fmla="*/ 2147483646 h 816"/>
              <a:gd name="T4" fmla="*/ 2147483646 w 2635"/>
              <a:gd name="T5" fmla="*/ 2147483646 h 816"/>
              <a:gd name="T6" fmla="*/ 2147483646 w 2635"/>
              <a:gd name="T7" fmla="*/ 2147483646 h 816"/>
              <a:gd name="T8" fmla="*/ 2147483646 w 2635"/>
              <a:gd name="T9" fmla="*/ 2147483646 h 816"/>
              <a:gd name="T10" fmla="*/ 2147483646 w 2635"/>
              <a:gd name="T11" fmla="*/ 2147483646 h 816"/>
              <a:gd name="T12" fmla="*/ 2147483646 w 2635"/>
              <a:gd name="T13" fmla="*/ 2147483646 h 816"/>
              <a:gd name="T14" fmla="*/ 2147483646 w 2635"/>
              <a:gd name="T15" fmla="*/ 2147483646 h 816"/>
              <a:gd name="T16" fmla="*/ 2147483646 w 2635"/>
              <a:gd name="T17" fmla="*/ 2147483646 h 816"/>
              <a:gd name="T18" fmla="*/ 2147483646 w 2635"/>
              <a:gd name="T19" fmla="*/ 2147483646 h 816"/>
              <a:gd name="T20" fmla="*/ 2147483646 w 2635"/>
              <a:gd name="T21" fmla="*/ 2147483646 h 816"/>
              <a:gd name="T22" fmla="*/ 2147483646 w 2635"/>
              <a:gd name="T23" fmla="*/ 2147483646 h 816"/>
              <a:gd name="T24" fmla="*/ 2147483646 w 2635"/>
              <a:gd name="T25" fmla="*/ 2147483646 h 816"/>
              <a:gd name="T26" fmla="*/ 2147483646 w 2635"/>
              <a:gd name="T27" fmla="*/ 2147483646 h 816"/>
              <a:gd name="T28" fmla="*/ 2147483646 w 2635"/>
              <a:gd name="T29" fmla="*/ 2147483646 h 816"/>
              <a:gd name="T30" fmla="*/ 2147483646 w 2635"/>
              <a:gd name="T31" fmla="*/ 2147483646 h 816"/>
              <a:gd name="T32" fmla="*/ 2147483646 w 2635"/>
              <a:gd name="T33" fmla="*/ 2147483646 h 816"/>
              <a:gd name="T34" fmla="*/ 2147483646 w 2635"/>
              <a:gd name="T35" fmla="*/ 2147483646 h 816"/>
              <a:gd name="T36" fmla="*/ 2147483646 w 2635"/>
              <a:gd name="T37" fmla="*/ 2147483646 h 816"/>
              <a:gd name="T38" fmla="*/ 2147483646 w 2635"/>
              <a:gd name="T39" fmla="*/ 2147483646 h 816"/>
              <a:gd name="T40" fmla="*/ 2147483646 w 2635"/>
              <a:gd name="T41" fmla="*/ 2147483646 h 816"/>
              <a:gd name="T42" fmla="*/ 2147483646 w 2635"/>
              <a:gd name="T43" fmla="*/ 2147483646 h 816"/>
              <a:gd name="T44" fmla="*/ 2147483646 w 2635"/>
              <a:gd name="T45" fmla="*/ 2147483646 h 816"/>
              <a:gd name="T46" fmla="*/ 2147483646 w 2635"/>
              <a:gd name="T47" fmla="*/ 2147483646 h 816"/>
              <a:gd name="T48" fmla="*/ 2147483646 w 2635"/>
              <a:gd name="T49" fmla="*/ 2147483646 h 816"/>
              <a:gd name="T50" fmla="*/ 2147483646 w 2635"/>
              <a:gd name="T51" fmla="*/ 2147483646 h 816"/>
              <a:gd name="T52" fmla="*/ 2147483646 w 2635"/>
              <a:gd name="T53" fmla="*/ 2147483646 h 816"/>
              <a:gd name="T54" fmla="*/ 2147483646 w 2635"/>
              <a:gd name="T55" fmla="*/ 2147483646 h 816"/>
              <a:gd name="T56" fmla="*/ 2147483646 w 2635"/>
              <a:gd name="T57" fmla="*/ 2147483646 h 816"/>
              <a:gd name="T58" fmla="*/ 2147483646 w 2635"/>
              <a:gd name="T59" fmla="*/ 2147483646 h 816"/>
              <a:gd name="T60" fmla="*/ 2147483646 w 2635"/>
              <a:gd name="T61" fmla="*/ 2147483646 h 816"/>
              <a:gd name="T62" fmla="*/ 2147483646 w 2635"/>
              <a:gd name="T63" fmla="*/ 0 h 816"/>
              <a:gd name="T64" fmla="*/ 2147483646 w 2635"/>
              <a:gd name="T65" fmla="*/ 0 h 81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w 2635"/>
              <a:gd name="T100" fmla="*/ 0 h 816"/>
              <a:gd name="T101" fmla="*/ 2635 w 2635"/>
              <a:gd name="T102" fmla="*/ 816 h 81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T99" t="T100" r="T101" b="T102"/>
            <a:pathLst>
              <a:path w="2635" h="816">
                <a:moveTo>
                  <a:pt x="0" y="816"/>
                </a:moveTo>
                <a:lnTo>
                  <a:pt x="75" y="816"/>
                </a:lnTo>
                <a:lnTo>
                  <a:pt x="144" y="816"/>
                </a:lnTo>
                <a:lnTo>
                  <a:pt x="209" y="816"/>
                </a:lnTo>
                <a:lnTo>
                  <a:pt x="271" y="816"/>
                </a:lnTo>
                <a:lnTo>
                  <a:pt x="329" y="814"/>
                </a:lnTo>
                <a:lnTo>
                  <a:pt x="383" y="814"/>
                </a:lnTo>
                <a:lnTo>
                  <a:pt x="434" y="811"/>
                </a:lnTo>
                <a:lnTo>
                  <a:pt x="481" y="810"/>
                </a:lnTo>
                <a:lnTo>
                  <a:pt x="528" y="807"/>
                </a:lnTo>
                <a:lnTo>
                  <a:pt x="571" y="804"/>
                </a:lnTo>
                <a:lnTo>
                  <a:pt x="611" y="800"/>
                </a:lnTo>
                <a:lnTo>
                  <a:pt x="650" y="794"/>
                </a:lnTo>
                <a:lnTo>
                  <a:pt x="688" y="788"/>
                </a:lnTo>
                <a:lnTo>
                  <a:pt x="724" y="782"/>
                </a:lnTo>
                <a:lnTo>
                  <a:pt x="758" y="774"/>
                </a:lnTo>
                <a:lnTo>
                  <a:pt x="791" y="765"/>
                </a:lnTo>
                <a:lnTo>
                  <a:pt x="825" y="755"/>
                </a:lnTo>
                <a:lnTo>
                  <a:pt x="858" y="743"/>
                </a:lnTo>
                <a:lnTo>
                  <a:pt x="891" y="731"/>
                </a:lnTo>
                <a:lnTo>
                  <a:pt x="924" y="716"/>
                </a:lnTo>
                <a:lnTo>
                  <a:pt x="957" y="700"/>
                </a:lnTo>
                <a:lnTo>
                  <a:pt x="992" y="683"/>
                </a:lnTo>
                <a:lnTo>
                  <a:pt x="1026" y="664"/>
                </a:lnTo>
                <a:lnTo>
                  <a:pt x="1062" y="644"/>
                </a:lnTo>
                <a:lnTo>
                  <a:pt x="1101" y="621"/>
                </a:lnTo>
                <a:lnTo>
                  <a:pt x="1140" y="596"/>
                </a:lnTo>
                <a:lnTo>
                  <a:pt x="1182" y="571"/>
                </a:lnTo>
                <a:lnTo>
                  <a:pt x="1227" y="543"/>
                </a:lnTo>
                <a:lnTo>
                  <a:pt x="1273" y="511"/>
                </a:lnTo>
                <a:lnTo>
                  <a:pt x="1322" y="480"/>
                </a:lnTo>
                <a:lnTo>
                  <a:pt x="1374" y="445"/>
                </a:lnTo>
                <a:lnTo>
                  <a:pt x="1430" y="408"/>
                </a:lnTo>
                <a:lnTo>
                  <a:pt x="1481" y="375"/>
                </a:lnTo>
                <a:lnTo>
                  <a:pt x="1528" y="343"/>
                </a:lnTo>
                <a:lnTo>
                  <a:pt x="1573" y="313"/>
                </a:lnTo>
                <a:lnTo>
                  <a:pt x="1616" y="285"/>
                </a:lnTo>
                <a:lnTo>
                  <a:pt x="1656" y="258"/>
                </a:lnTo>
                <a:lnTo>
                  <a:pt x="1695" y="233"/>
                </a:lnTo>
                <a:lnTo>
                  <a:pt x="1731" y="210"/>
                </a:lnTo>
                <a:lnTo>
                  <a:pt x="1766" y="189"/>
                </a:lnTo>
                <a:lnTo>
                  <a:pt x="1801" y="168"/>
                </a:lnTo>
                <a:lnTo>
                  <a:pt x="1834" y="151"/>
                </a:lnTo>
                <a:lnTo>
                  <a:pt x="1866" y="134"/>
                </a:lnTo>
                <a:lnTo>
                  <a:pt x="1896" y="118"/>
                </a:lnTo>
                <a:lnTo>
                  <a:pt x="1926" y="104"/>
                </a:lnTo>
                <a:lnTo>
                  <a:pt x="1956" y="89"/>
                </a:lnTo>
                <a:lnTo>
                  <a:pt x="1985" y="78"/>
                </a:lnTo>
                <a:lnTo>
                  <a:pt x="2015" y="66"/>
                </a:lnTo>
                <a:lnTo>
                  <a:pt x="2044" y="56"/>
                </a:lnTo>
                <a:lnTo>
                  <a:pt x="2075" y="47"/>
                </a:lnTo>
                <a:lnTo>
                  <a:pt x="2105" y="39"/>
                </a:lnTo>
                <a:lnTo>
                  <a:pt x="2137" y="33"/>
                </a:lnTo>
                <a:lnTo>
                  <a:pt x="2168" y="26"/>
                </a:lnTo>
                <a:lnTo>
                  <a:pt x="2201" y="21"/>
                </a:lnTo>
                <a:lnTo>
                  <a:pt x="2236" y="16"/>
                </a:lnTo>
                <a:lnTo>
                  <a:pt x="2272" y="13"/>
                </a:lnTo>
                <a:lnTo>
                  <a:pt x="2310" y="8"/>
                </a:lnTo>
                <a:lnTo>
                  <a:pt x="2349" y="6"/>
                </a:lnTo>
                <a:lnTo>
                  <a:pt x="2390" y="4"/>
                </a:lnTo>
                <a:lnTo>
                  <a:pt x="2435" y="3"/>
                </a:lnTo>
                <a:lnTo>
                  <a:pt x="2481" y="1"/>
                </a:lnTo>
                <a:lnTo>
                  <a:pt x="2529" y="0"/>
                </a:lnTo>
                <a:lnTo>
                  <a:pt x="2581" y="0"/>
                </a:lnTo>
                <a:lnTo>
                  <a:pt x="2635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6297" name="Freeform 33">
            <a:extLst>
              <a:ext uri="{FF2B5EF4-FFF2-40B4-BE49-F238E27FC236}">
                <a16:creationId xmlns:a16="http://schemas.microsoft.com/office/drawing/2014/main" id="{EBBBEE7C-937B-44C0-A7EF-73646874D58E}"/>
              </a:ext>
            </a:extLst>
          </p:cNvPr>
          <p:cNvSpPr>
            <a:spLocks/>
          </p:cNvSpPr>
          <p:nvPr/>
        </p:nvSpPr>
        <p:spPr bwMode="auto">
          <a:xfrm>
            <a:off x="4035425" y="5821363"/>
            <a:ext cx="136525" cy="92075"/>
          </a:xfrm>
          <a:custGeom>
            <a:avLst/>
            <a:gdLst>
              <a:gd name="T0" fmla="*/ 0 w 173"/>
              <a:gd name="T1" fmla="*/ 2147483646 h 115"/>
              <a:gd name="T2" fmla="*/ 2147483646 w 173"/>
              <a:gd name="T3" fmla="*/ 2147483646 h 115"/>
              <a:gd name="T4" fmla="*/ 2147483646 w 173"/>
              <a:gd name="T5" fmla="*/ 0 h 115"/>
              <a:gd name="T6" fmla="*/ 2147483646 w 173"/>
              <a:gd name="T7" fmla="*/ 2147483646 h 115"/>
              <a:gd name="T8" fmla="*/ 0 w 173"/>
              <a:gd name="T9" fmla="*/ 2147483646 h 11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73"/>
              <a:gd name="T16" fmla="*/ 0 h 115"/>
              <a:gd name="T17" fmla="*/ 173 w 173"/>
              <a:gd name="T18" fmla="*/ 115 h 11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73" h="115">
                <a:moveTo>
                  <a:pt x="0" y="86"/>
                </a:moveTo>
                <a:lnTo>
                  <a:pt x="173" y="115"/>
                </a:lnTo>
                <a:lnTo>
                  <a:pt x="29" y="0"/>
                </a:lnTo>
                <a:lnTo>
                  <a:pt x="29" y="29"/>
                </a:lnTo>
                <a:lnTo>
                  <a:pt x="0" y="86"/>
                </a:lnTo>
                <a:close/>
              </a:path>
            </a:pathLst>
          </a:custGeom>
          <a:solidFill>
            <a:srgbClr val="000000"/>
          </a:solidFill>
          <a:ln w="222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6298" name="Freeform 34">
            <a:extLst>
              <a:ext uri="{FF2B5EF4-FFF2-40B4-BE49-F238E27FC236}">
                <a16:creationId xmlns:a16="http://schemas.microsoft.com/office/drawing/2014/main" id="{48056085-77E6-4B24-9EF6-08342881562D}"/>
              </a:ext>
            </a:extLst>
          </p:cNvPr>
          <p:cNvSpPr>
            <a:spLocks/>
          </p:cNvSpPr>
          <p:nvPr/>
        </p:nvSpPr>
        <p:spPr bwMode="auto">
          <a:xfrm>
            <a:off x="3879850" y="5283200"/>
            <a:ext cx="201613" cy="568325"/>
          </a:xfrm>
          <a:custGeom>
            <a:avLst/>
            <a:gdLst>
              <a:gd name="T0" fmla="*/ 2147483646 w 256"/>
              <a:gd name="T1" fmla="*/ 2147483646 h 715"/>
              <a:gd name="T2" fmla="*/ 2147483646 w 256"/>
              <a:gd name="T3" fmla="*/ 2147483646 h 715"/>
              <a:gd name="T4" fmla="*/ 2147483646 w 256"/>
              <a:gd name="T5" fmla="*/ 2147483646 h 715"/>
              <a:gd name="T6" fmla="*/ 2147483646 w 256"/>
              <a:gd name="T7" fmla="*/ 2147483646 h 715"/>
              <a:gd name="T8" fmla="*/ 2147483646 w 256"/>
              <a:gd name="T9" fmla="*/ 2147483646 h 715"/>
              <a:gd name="T10" fmla="*/ 2147483646 w 256"/>
              <a:gd name="T11" fmla="*/ 2147483646 h 715"/>
              <a:gd name="T12" fmla="*/ 2147483646 w 256"/>
              <a:gd name="T13" fmla="*/ 2147483646 h 715"/>
              <a:gd name="T14" fmla="*/ 2147483646 w 256"/>
              <a:gd name="T15" fmla="*/ 2147483646 h 715"/>
              <a:gd name="T16" fmla="*/ 2147483646 w 256"/>
              <a:gd name="T17" fmla="*/ 2147483646 h 715"/>
              <a:gd name="T18" fmla="*/ 2147483646 w 256"/>
              <a:gd name="T19" fmla="*/ 2147483646 h 715"/>
              <a:gd name="T20" fmla="*/ 2147483646 w 256"/>
              <a:gd name="T21" fmla="*/ 2147483646 h 715"/>
              <a:gd name="T22" fmla="*/ 2147483646 w 256"/>
              <a:gd name="T23" fmla="*/ 2147483646 h 715"/>
              <a:gd name="T24" fmla="*/ 2147483646 w 256"/>
              <a:gd name="T25" fmla="*/ 2147483646 h 715"/>
              <a:gd name="T26" fmla="*/ 2147483646 w 256"/>
              <a:gd name="T27" fmla="*/ 2147483646 h 715"/>
              <a:gd name="T28" fmla="*/ 2147483646 w 256"/>
              <a:gd name="T29" fmla="*/ 2147483646 h 715"/>
              <a:gd name="T30" fmla="*/ 2147483646 w 256"/>
              <a:gd name="T31" fmla="*/ 2147483646 h 715"/>
              <a:gd name="T32" fmla="*/ 2147483646 w 256"/>
              <a:gd name="T33" fmla="*/ 2147483646 h 715"/>
              <a:gd name="T34" fmla="*/ 2147483646 w 256"/>
              <a:gd name="T35" fmla="*/ 2147483646 h 715"/>
              <a:gd name="T36" fmla="*/ 2147483646 w 256"/>
              <a:gd name="T37" fmla="*/ 2147483646 h 715"/>
              <a:gd name="T38" fmla="*/ 2147483646 w 256"/>
              <a:gd name="T39" fmla="*/ 2147483646 h 715"/>
              <a:gd name="T40" fmla="*/ 2147483646 w 256"/>
              <a:gd name="T41" fmla="*/ 2147483646 h 715"/>
              <a:gd name="T42" fmla="*/ 2147483646 w 256"/>
              <a:gd name="T43" fmla="*/ 2147483646 h 715"/>
              <a:gd name="T44" fmla="*/ 2147483646 w 256"/>
              <a:gd name="T45" fmla="*/ 2147483646 h 715"/>
              <a:gd name="T46" fmla="*/ 2147483646 w 256"/>
              <a:gd name="T47" fmla="*/ 2147483646 h 715"/>
              <a:gd name="T48" fmla="*/ 2147483646 w 256"/>
              <a:gd name="T49" fmla="*/ 2147483646 h 715"/>
              <a:gd name="T50" fmla="*/ 2147483646 w 256"/>
              <a:gd name="T51" fmla="*/ 2147483646 h 715"/>
              <a:gd name="T52" fmla="*/ 2147483646 w 256"/>
              <a:gd name="T53" fmla="*/ 2147483646 h 715"/>
              <a:gd name="T54" fmla="*/ 2147483646 w 256"/>
              <a:gd name="T55" fmla="*/ 2147483646 h 715"/>
              <a:gd name="T56" fmla="*/ 2147483646 w 256"/>
              <a:gd name="T57" fmla="*/ 2147483646 h 715"/>
              <a:gd name="T58" fmla="*/ 2147483646 w 256"/>
              <a:gd name="T59" fmla="*/ 2147483646 h 715"/>
              <a:gd name="T60" fmla="*/ 2147483646 w 256"/>
              <a:gd name="T61" fmla="*/ 2147483646 h 715"/>
              <a:gd name="T62" fmla="*/ 2147483646 w 256"/>
              <a:gd name="T63" fmla="*/ 2147483646 h 715"/>
              <a:gd name="T64" fmla="*/ 2147483646 w 256"/>
              <a:gd name="T65" fmla="*/ 2147483646 h 715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w 256"/>
              <a:gd name="T100" fmla="*/ 0 h 715"/>
              <a:gd name="T101" fmla="*/ 256 w 256"/>
              <a:gd name="T102" fmla="*/ 715 h 715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T99" t="T100" r="T101" b="T102"/>
            <a:pathLst>
              <a:path w="256" h="715">
                <a:moveTo>
                  <a:pt x="0" y="0"/>
                </a:moveTo>
                <a:lnTo>
                  <a:pt x="29" y="19"/>
                </a:lnTo>
                <a:lnTo>
                  <a:pt x="55" y="36"/>
                </a:lnTo>
                <a:lnTo>
                  <a:pt x="80" y="54"/>
                </a:lnTo>
                <a:lnTo>
                  <a:pt x="101" y="68"/>
                </a:lnTo>
                <a:lnTo>
                  <a:pt x="123" y="84"/>
                </a:lnTo>
                <a:lnTo>
                  <a:pt x="142" y="97"/>
                </a:lnTo>
                <a:lnTo>
                  <a:pt x="160" y="110"/>
                </a:lnTo>
                <a:lnTo>
                  <a:pt x="176" y="123"/>
                </a:lnTo>
                <a:lnTo>
                  <a:pt x="191" y="134"/>
                </a:lnTo>
                <a:lnTo>
                  <a:pt x="204" y="145"/>
                </a:lnTo>
                <a:lnTo>
                  <a:pt x="215" y="156"/>
                </a:lnTo>
                <a:lnTo>
                  <a:pt x="225" y="166"/>
                </a:lnTo>
                <a:lnTo>
                  <a:pt x="232" y="176"/>
                </a:lnTo>
                <a:lnTo>
                  <a:pt x="240" y="186"/>
                </a:lnTo>
                <a:lnTo>
                  <a:pt x="245" y="196"/>
                </a:lnTo>
                <a:lnTo>
                  <a:pt x="250" y="205"/>
                </a:lnTo>
                <a:lnTo>
                  <a:pt x="253" y="215"/>
                </a:lnTo>
                <a:lnTo>
                  <a:pt x="254" y="225"/>
                </a:lnTo>
                <a:lnTo>
                  <a:pt x="256" y="234"/>
                </a:lnTo>
                <a:lnTo>
                  <a:pt x="254" y="244"/>
                </a:lnTo>
                <a:lnTo>
                  <a:pt x="251" y="255"/>
                </a:lnTo>
                <a:lnTo>
                  <a:pt x="248" y="266"/>
                </a:lnTo>
                <a:lnTo>
                  <a:pt x="244" y="277"/>
                </a:lnTo>
                <a:lnTo>
                  <a:pt x="238" y="289"/>
                </a:lnTo>
                <a:lnTo>
                  <a:pt x="231" y="300"/>
                </a:lnTo>
                <a:lnTo>
                  <a:pt x="224" y="313"/>
                </a:lnTo>
                <a:lnTo>
                  <a:pt x="214" y="328"/>
                </a:lnTo>
                <a:lnTo>
                  <a:pt x="205" y="342"/>
                </a:lnTo>
                <a:lnTo>
                  <a:pt x="194" y="358"/>
                </a:lnTo>
                <a:lnTo>
                  <a:pt x="182" y="374"/>
                </a:lnTo>
                <a:lnTo>
                  <a:pt x="169" y="391"/>
                </a:lnTo>
                <a:lnTo>
                  <a:pt x="155" y="410"/>
                </a:lnTo>
                <a:lnTo>
                  <a:pt x="143" y="424"/>
                </a:lnTo>
                <a:lnTo>
                  <a:pt x="133" y="439"/>
                </a:lnTo>
                <a:lnTo>
                  <a:pt x="123" y="453"/>
                </a:lnTo>
                <a:lnTo>
                  <a:pt x="113" y="466"/>
                </a:lnTo>
                <a:lnTo>
                  <a:pt x="104" y="477"/>
                </a:lnTo>
                <a:lnTo>
                  <a:pt x="97" y="489"/>
                </a:lnTo>
                <a:lnTo>
                  <a:pt x="90" y="500"/>
                </a:lnTo>
                <a:lnTo>
                  <a:pt x="83" y="512"/>
                </a:lnTo>
                <a:lnTo>
                  <a:pt x="77" y="522"/>
                </a:lnTo>
                <a:lnTo>
                  <a:pt x="72" y="532"/>
                </a:lnTo>
                <a:lnTo>
                  <a:pt x="68" y="541"/>
                </a:lnTo>
                <a:lnTo>
                  <a:pt x="64" y="551"/>
                </a:lnTo>
                <a:lnTo>
                  <a:pt x="61" y="560"/>
                </a:lnTo>
                <a:lnTo>
                  <a:pt x="59" y="568"/>
                </a:lnTo>
                <a:lnTo>
                  <a:pt x="59" y="577"/>
                </a:lnTo>
                <a:lnTo>
                  <a:pt x="59" y="584"/>
                </a:lnTo>
                <a:lnTo>
                  <a:pt x="61" y="593"/>
                </a:lnTo>
                <a:lnTo>
                  <a:pt x="62" y="600"/>
                </a:lnTo>
                <a:lnTo>
                  <a:pt x="65" y="609"/>
                </a:lnTo>
                <a:lnTo>
                  <a:pt x="70" y="616"/>
                </a:lnTo>
                <a:lnTo>
                  <a:pt x="75" y="623"/>
                </a:lnTo>
                <a:lnTo>
                  <a:pt x="81" y="632"/>
                </a:lnTo>
                <a:lnTo>
                  <a:pt x="88" y="639"/>
                </a:lnTo>
                <a:lnTo>
                  <a:pt x="97" y="646"/>
                </a:lnTo>
                <a:lnTo>
                  <a:pt x="107" y="655"/>
                </a:lnTo>
                <a:lnTo>
                  <a:pt x="117" y="662"/>
                </a:lnTo>
                <a:lnTo>
                  <a:pt x="130" y="671"/>
                </a:lnTo>
                <a:lnTo>
                  <a:pt x="143" y="679"/>
                </a:lnTo>
                <a:lnTo>
                  <a:pt x="158" y="688"/>
                </a:lnTo>
                <a:lnTo>
                  <a:pt x="173" y="696"/>
                </a:lnTo>
                <a:lnTo>
                  <a:pt x="191" y="707"/>
                </a:lnTo>
                <a:lnTo>
                  <a:pt x="209" y="715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6299" name="Freeform 35">
            <a:extLst>
              <a:ext uri="{FF2B5EF4-FFF2-40B4-BE49-F238E27FC236}">
                <a16:creationId xmlns:a16="http://schemas.microsoft.com/office/drawing/2014/main" id="{C238D32F-4C0B-467F-B584-62D75076796E}"/>
              </a:ext>
            </a:extLst>
          </p:cNvPr>
          <p:cNvSpPr>
            <a:spLocks/>
          </p:cNvSpPr>
          <p:nvPr/>
        </p:nvSpPr>
        <p:spPr bwMode="auto">
          <a:xfrm>
            <a:off x="6621463" y="5821363"/>
            <a:ext cx="136525" cy="92075"/>
          </a:xfrm>
          <a:custGeom>
            <a:avLst/>
            <a:gdLst>
              <a:gd name="T0" fmla="*/ 0 w 173"/>
              <a:gd name="T1" fmla="*/ 2147483646 h 115"/>
              <a:gd name="T2" fmla="*/ 2147483646 w 173"/>
              <a:gd name="T3" fmla="*/ 2147483646 h 115"/>
              <a:gd name="T4" fmla="*/ 2147483646 w 173"/>
              <a:gd name="T5" fmla="*/ 0 h 115"/>
              <a:gd name="T6" fmla="*/ 2147483646 w 173"/>
              <a:gd name="T7" fmla="*/ 2147483646 h 115"/>
              <a:gd name="T8" fmla="*/ 0 w 173"/>
              <a:gd name="T9" fmla="*/ 2147483646 h 11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73"/>
              <a:gd name="T16" fmla="*/ 0 h 115"/>
              <a:gd name="T17" fmla="*/ 173 w 173"/>
              <a:gd name="T18" fmla="*/ 115 h 11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73" h="115">
                <a:moveTo>
                  <a:pt x="0" y="86"/>
                </a:moveTo>
                <a:lnTo>
                  <a:pt x="173" y="115"/>
                </a:lnTo>
                <a:lnTo>
                  <a:pt x="58" y="0"/>
                </a:lnTo>
                <a:lnTo>
                  <a:pt x="29" y="29"/>
                </a:lnTo>
                <a:lnTo>
                  <a:pt x="0" y="86"/>
                </a:lnTo>
                <a:close/>
              </a:path>
            </a:pathLst>
          </a:custGeom>
          <a:solidFill>
            <a:srgbClr val="000000"/>
          </a:solidFill>
          <a:ln w="222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6300" name="Freeform 36">
            <a:extLst>
              <a:ext uri="{FF2B5EF4-FFF2-40B4-BE49-F238E27FC236}">
                <a16:creationId xmlns:a16="http://schemas.microsoft.com/office/drawing/2014/main" id="{684000D0-9831-4113-B290-36081B1BC2E3}"/>
              </a:ext>
            </a:extLst>
          </p:cNvPr>
          <p:cNvSpPr>
            <a:spLocks/>
          </p:cNvSpPr>
          <p:nvPr/>
        </p:nvSpPr>
        <p:spPr bwMode="auto">
          <a:xfrm>
            <a:off x="6475413" y="5283200"/>
            <a:ext cx="201612" cy="568325"/>
          </a:xfrm>
          <a:custGeom>
            <a:avLst/>
            <a:gdLst>
              <a:gd name="T0" fmla="*/ 2147483646 w 254"/>
              <a:gd name="T1" fmla="*/ 2147483646 h 715"/>
              <a:gd name="T2" fmla="*/ 2147483646 w 254"/>
              <a:gd name="T3" fmla="*/ 2147483646 h 715"/>
              <a:gd name="T4" fmla="*/ 2147483646 w 254"/>
              <a:gd name="T5" fmla="*/ 2147483646 h 715"/>
              <a:gd name="T6" fmla="*/ 2147483646 w 254"/>
              <a:gd name="T7" fmla="*/ 2147483646 h 715"/>
              <a:gd name="T8" fmla="*/ 2147483646 w 254"/>
              <a:gd name="T9" fmla="*/ 2147483646 h 715"/>
              <a:gd name="T10" fmla="*/ 2147483646 w 254"/>
              <a:gd name="T11" fmla="*/ 2147483646 h 715"/>
              <a:gd name="T12" fmla="*/ 2147483646 w 254"/>
              <a:gd name="T13" fmla="*/ 2147483646 h 715"/>
              <a:gd name="T14" fmla="*/ 2147483646 w 254"/>
              <a:gd name="T15" fmla="*/ 2147483646 h 715"/>
              <a:gd name="T16" fmla="*/ 2147483646 w 254"/>
              <a:gd name="T17" fmla="*/ 2147483646 h 715"/>
              <a:gd name="T18" fmla="*/ 2147483646 w 254"/>
              <a:gd name="T19" fmla="*/ 2147483646 h 715"/>
              <a:gd name="T20" fmla="*/ 2147483646 w 254"/>
              <a:gd name="T21" fmla="*/ 2147483646 h 715"/>
              <a:gd name="T22" fmla="*/ 2147483646 w 254"/>
              <a:gd name="T23" fmla="*/ 2147483646 h 715"/>
              <a:gd name="T24" fmla="*/ 2147483646 w 254"/>
              <a:gd name="T25" fmla="*/ 2147483646 h 715"/>
              <a:gd name="T26" fmla="*/ 2147483646 w 254"/>
              <a:gd name="T27" fmla="*/ 2147483646 h 715"/>
              <a:gd name="T28" fmla="*/ 2147483646 w 254"/>
              <a:gd name="T29" fmla="*/ 2147483646 h 715"/>
              <a:gd name="T30" fmla="*/ 2147483646 w 254"/>
              <a:gd name="T31" fmla="*/ 2147483646 h 715"/>
              <a:gd name="T32" fmla="*/ 2147483646 w 254"/>
              <a:gd name="T33" fmla="*/ 2147483646 h 715"/>
              <a:gd name="T34" fmla="*/ 2147483646 w 254"/>
              <a:gd name="T35" fmla="*/ 2147483646 h 715"/>
              <a:gd name="T36" fmla="*/ 2147483646 w 254"/>
              <a:gd name="T37" fmla="*/ 2147483646 h 715"/>
              <a:gd name="T38" fmla="*/ 2147483646 w 254"/>
              <a:gd name="T39" fmla="*/ 2147483646 h 715"/>
              <a:gd name="T40" fmla="*/ 2147483646 w 254"/>
              <a:gd name="T41" fmla="*/ 2147483646 h 715"/>
              <a:gd name="T42" fmla="*/ 2147483646 w 254"/>
              <a:gd name="T43" fmla="*/ 2147483646 h 715"/>
              <a:gd name="T44" fmla="*/ 2147483646 w 254"/>
              <a:gd name="T45" fmla="*/ 2147483646 h 715"/>
              <a:gd name="T46" fmla="*/ 2147483646 w 254"/>
              <a:gd name="T47" fmla="*/ 2147483646 h 715"/>
              <a:gd name="T48" fmla="*/ 2147483646 w 254"/>
              <a:gd name="T49" fmla="*/ 2147483646 h 715"/>
              <a:gd name="T50" fmla="*/ 2147483646 w 254"/>
              <a:gd name="T51" fmla="*/ 2147483646 h 715"/>
              <a:gd name="T52" fmla="*/ 2147483646 w 254"/>
              <a:gd name="T53" fmla="*/ 2147483646 h 715"/>
              <a:gd name="T54" fmla="*/ 2147483646 w 254"/>
              <a:gd name="T55" fmla="*/ 2147483646 h 715"/>
              <a:gd name="T56" fmla="*/ 2147483646 w 254"/>
              <a:gd name="T57" fmla="*/ 2147483646 h 715"/>
              <a:gd name="T58" fmla="*/ 2147483646 w 254"/>
              <a:gd name="T59" fmla="*/ 2147483646 h 715"/>
              <a:gd name="T60" fmla="*/ 2147483646 w 254"/>
              <a:gd name="T61" fmla="*/ 2147483646 h 715"/>
              <a:gd name="T62" fmla="*/ 2147483646 w 254"/>
              <a:gd name="T63" fmla="*/ 2147483646 h 715"/>
              <a:gd name="T64" fmla="*/ 2147483646 w 254"/>
              <a:gd name="T65" fmla="*/ 2147483646 h 715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w 254"/>
              <a:gd name="T100" fmla="*/ 0 h 715"/>
              <a:gd name="T101" fmla="*/ 254 w 254"/>
              <a:gd name="T102" fmla="*/ 715 h 715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T99" t="T100" r="T101" b="T102"/>
            <a:pathLst>
              <a:path w="254" h="715">
                <a:moveTo>
                  <a:pt x="0" y="0"/>
                </a:moveTo>
                <a:lnTo>
                  <a:pt x="29" y="19"/>
                </a:lnTo>
                <a:lnTo>
                  <a:pt x="55" y="36"/>
                </a:lnTo>
                <a:lnTo>
                  <a:pt x="80" y="54"/>
                </a:lnTo>
                <a:lnTo>
                  <a:pt x="101" y="68"/>
                </a:lnTo>
                <a:lnTo>
                  <a:pt x="123" y="84"/>
                </a:lnTo>
                <a:lnTo>
                  <a:pt x="142" y="97"/>
                </a:lnTo>
                <a:lnTo>
                  <a:pt x="159" y="110"/>
                </a:lnTo>
                <a:lnTo>
                  <a:pt x="176" y="123"/>
                </a:lnTo>
                <a:lnTo>
                  <a:pt x="191" y="134"/>
                </a:lnTo>
                <a:lnTo>
                  <a:pt x="204" y="145"/>
                </a:lnTo>
                <a:lnTo>
                  <a:pt x="214" y="156"/>
                </a:lnTo>
                <a:lnTo>
                  <a:pt x="224" y="166"/>
                </a:lnTo>
                <a:lnTo>
                  <a:pt x="233" y="176"/>
                </a:lnTo>
                <a:lnTo>
                  <a:pt x="240" y="186"/>
                </a:lnTo>
                <a:lnTo>
                  <a:pt x="245" y="196"/>
                </a:lnTo>
                <a:lnTo>
                  <a:pt x="250" y="205"/>
                </a:lnTo>
                <a:lnTo>
                  <a:pt x="253" y="215"/>
                </a:lnTo>
                <a:lnTo>
                  <a:pt x="254" y="225"/>
                </a:lnTo>
                <a:lnTo>
                  <a:pt x="254" y="234"/>
                </a:lnTo>
                <a:lnTo>
                  <a:pt x="254" y="244"/>
                </a:lnTo>
                <a:lnTo>
                  <a:pt x="251" y="255"/>
                </a:lnTo>
                <a:lnTo>
                  <a:pt x="248" y="266"/>
                </a:lnTo>
                <a:lnTo>
                  <a:pt x="244" y="277"/>
                </a:lnTo>
                <a:lnTo>
                  <a:pt x="238" y="289"/>
                </a:lnTo>
                <a:lnTo>
                  <a:pt x="231" y="300"/>
                </a:lnTo>
                <a:lnTo>
                  <a:pt x="222" y="313"/>
                </a:lnTo>
                <a:lnTo>
                  <a:pt x="214" y="328"/>
                </a:lnTo>
                <a:lnTo>
                  <a:pt x="204" y="342"/>
                </a:lnTo>
                <a:lnTo>
                  <a:pt x="194" y="358"/>
                </a:lnTo>
                <a:lnTo>
                  <a:pt x="181" y="374"/>
                </a:lnTo>
                <a:lnTo>
                  <a:pt x="168" y="391"/>
                </a:lnTo>
                <a:lnTo>
                  <a:pt x="153" y="410"/>
                </a:lnTo>
                <a:lnTo>
                  <a:pt x="143" y="424"/>
                </a:lnTo>
                <a:lnTo>
                  <a:pt x="132" y="439"/>
                </a:lnTo>
                <a:lnTo>
                  <a:pt x="123" y="453"/>
                </a:lnTo>
                <a:lnTo>
                  <a:pt x="113" y="466"/>
                </a:lnTo>
                <a:lnTo>
                  <a:pt x="104" y="477"/>
                </a:lnTo>
                <a:lnTo>
                  <a:pt x="96" y="489"/>
                </a:lnTo>
                <a:lnTo>
                  <a:pt x="88" y="500"/>
                </a:lnTo>
                <a:lnTo>
                  <a:pt x="83" y="512"/>
                </a:lnTo>
                <a:lnTo>
                  <a:pt x="77" y="522"/>
                </a:lnTo>
                <a:lnTo>
                  <a:pt x="71" y="532"/>
                </a:lnTo>
                <a:lnTo>
                  <a:pt x="67" y="541"/>
                </a:lnTo>
                <a:lnTo>
                  <a:pt x="64" y="551"/>
                </a:lnTo>
                <a:lnTo>
                  <a:pt x="61" y="560"/>
                </a:lnTo>
                <a:lnTo>
                  <a:pt x="59" y="568"/>
                </a:lnTo>
                <a:lnTo>
                  <a:pt x="59" y="577"/>
                </a:lnTo>
                <a:lnTo>
                  <a:pt x="59" y="584"/>
                </a:lnTo>
                <a:lnTo>
                  <a:pt x="59" y="593"/>
                </a:lnTo>
                <a:lnTo>
                  <a:pt x="62" y="600"/>
                </a:lnTo>
                <a:lnTo>
                  <a:pt x="65" y="609"/>
                </a:lnTo>
                <a:lnTo>
                  <a:pt x="70" y="616"/>
                </a:lnTo>
                <a:lnTo>
                  <a:pt x="75" y="623"/>
                </a:lnTo>
                <a:lnTo>
                  <a:pt x="81" y="632"/>
                </a:lnTo>
                <a:lnTo>
                  <a:pt x="88" y="639"/>
                </a:lnTo>
                <a:lnTo>
                  <a:pt x="97" y="646"/>
                </a:lnTo>
                <a:lnTo>
                  <a:pt x="107" y="655"/>
                </a:lnTo>
                <a:lnTo>
                  <a:pt x="117" y="662"/>
                </a:lnTo>
                <a:lnTo>
                  <a:pt x="130" y="671"/>
                </a:lnTo>
                <a:lnTo>
                  <a:pt x="143" y="679"/>
                </a:lnTo>
                <a:lnTo>
                  <a:pt x="158" y="688"/>
                </a:lnTo>
                <a:lnTo>
                  <a:pt x="173" y="696"/>
                </a:lnTo>
                <a:lnTo>
                  <a:pt x="191" y="707"/>
                </a:lnTo>
                <a:lnTo>
                  <a:pt x="209" y="715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6301" name="Rectangle 38">
            <a:extLst>
              <a:ext uri="{FF2B5EF4-FFF2-40B4-BE49-F238E27FC236}">
                <a16:creationId xmlns:a16="http://schemas.microsoft.com/office/drawing/2014/main" id="{C91570C1-B7EC-4A53-A292-72546A69A2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7213" y="5151438"/>
            <a:ext cx="1109662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Request (r)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6302" name="Rectangle 39">
            <a:extLst>
              <a:ext uri="{FF2B5EF4-FFF2-40B4-BE49-F238E27FC236}">
                <a16:creationId xmlns:a16="http://schemas.microsoft.com/office/drawing/2014/main" id="{0FC42820-1E41-452A-B2A7-A3CADCE86E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7550" y="5803900"/>
            <a:ext cx="9413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Grant (g)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6303" name="TextBox 125">
            <a:extLst>
              <a:ext uri="{FF2B5EF4-FFF2-40B4-BE49-F238E27FC236}">
                <a16:creationId xmlns:a16="http://schemas.microsoft.com/office/drawing/2014/main" id="{DF18BD8D-788A-4EF5-8E84-442BBB8D34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16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9.20 from the textbook ]</a:t>
            </a:r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TextBox 125">
            <a:extLst>
              <a:ext uri="{FF2B5EF4-FFF2-40B4-BE49-F238E27FC236}">
                <a16:creationId xmlns:a16="http://schemas.microsoft.com/office/drawing/2014/main" id="{412C37A7-DA92-4F32-BE18-9CF1B0BE86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16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6.72 from the textbook ]</a:t>
            </a:r>
          </a:p>
        </p:txBody>
      </p:sp>
      <p:sp>
        <p:nvSpPr>
          <p:cNvPr id="97283" name="Rectangle 2">
            <a:extLst>
              <a:ext uri="{FF2B5EF4-FFF2-40B4-BE49-F238E27FC236}">
                <a16:creationId xmlns:a16="http://schemas.microsoft.com/office/drawing/2014/main" id="{19F8A06B-BFBF-4F2E-ACAB-19AD5DBD16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State diagram for the arbiter</a:t>
            </a:r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7281" name="Group 1">
            <a:extLst>
              <a:ext uri="{FF2B5EF4-FFF2-40B4-BE49-F238E27FC236}">
                <a16:creationId xmlns:a16="http://schemas.microsoft.com/office/drawing/2014/main" id="{A97EA5D2-64D2-4E36-B79E-87583ED7475C}"/>
              </a:ext>
            </a:extLst>
          </p:cNvPr>
          <p:cNvGrpSpPr>
            <a:grpSpLocks/>
          </p:cNvGrpSpPr>
          <p:nvPr/>
        </p:nvGrpSpPr>
        <p:grpSpPr bwMode="auto">
          <a:xfrm>
            <a:off x="2716213" y="762000"/>
            <a:ext cx="3608387" cy="5830888"/>
            <a:chOff x="2716213" y="290513"/>
            <a:chExt cx="3387725" cy="5449887"/>
          </a:xfrm>
        </p:grpSpPr>
        <p:sp>
          <p:nvSpPr>
            <p:cNvPr id="97284" name="Freeform 4">
              <a:extLst>
                <a:ext uri="{FF2B5EF4-FFF2-40B4-BE49-F238E27FC236}">
                  <a16:creationId xmlns:a16="http://schemas.microsoft.com/office/drawing/2014/main" id="{744FCD74-5DEC-4A52-80A5-597E87E41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700" y="5194300"/>
              <a:ext cx="104775" cy="125413"/>
            </a:xfrm>
            <a:custGeom>
              <a:avLst/>
              <a:gdLst>
                <a:gd name="T0" fmla="*/ 2147483646 w 133"/>
                <a:gd name="T1" fmla="*/ 2147483646 h 159"/>
                <a:gd name="T2" fmla="*/ 0 w 133"/>
                <a:gd name="T3" fmla="*/ 0 h 159"/>
                <a:gd name="T4" fmla="*/ 2147483646 w 133"/>
                <a:gd name="T5" fmla="*/ 2147483646 h 159"/>
                <a:gd name="T6" fmla="*/ 2147483646 w 133"/>
                <a:gd name="T7" fmla="*/ 2147483646 h 159"/>
                <a:gd name="T8" fmla="*/ 2147483646 w 133"/>
                <a:gd name="T9" fmla="*/ 2147483646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3"/>
                <a:gd name="T16" fmla="*/ 0 h 159"/>
                <a:gd name="T17" fmla="*/ 133 w 133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3" h="159">
                  <a:moveTo>
                    <a:pt x="133" y="106"/>
                  </a:moveTo>
                  <a:lnTo>
                    <a:pt x="0" y="0"/>
                  </a:lnTo>
                  <a:lnTo>
                    <a:pt x="80" y="159"/>
                  </a:lnTo>
                  <a:lnTo>
                    <a:pt x="106" y="133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285" name="Freeform 7">
              <a:extLst>
                <a:ext uri="{FF2B5EF4-FFF2-40B4-BE49-F238E27FC236}">
                  <a16:creationId xmlns:a16="http://schemas.microsoft.com/office/drawing/2014/main" id="{4FF0BE9D-2B03-4232-A4C7-95C38DB9A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738" y="5151438"/>
              <a:ext cx="609600" cy="588962"/>
            </a:xfrm>
            <a:custGeom>
              <a:avLst/>
              <a:gdLst>
                <a:gd name="T0" fmla="*/ 0 w 769"/>
                <a:gd name="T1" fmla="*/ 2147483646 h 743"/>
                <a:gd name="T2" fmla="*/ 2147483646 w 769"/>
                <a:gd name="T3" fmla="*/ 2147483646 h 743"/>
                <a:gd name="T4" fmla="*/ 2147483646 w 769"/>
                <a:gd name="T5" fmla="*/ 2147483646 h 743"/>
                <a:gd name="T6" fmla="*/ 2147483646 w 769"/>
                <a:gd name="T7" fmla="*/ 2147483646 h 743"/>
                <a:gd name="T8" fmla="*/ 2147483646 w 769"/>
                <a:gd name="T9" fmla="*/ 2147483646 h 743"/>
                <a:gd name="T10" fmla="*/ 2147483646 w 769"/>
                <a:gd name="T11" fmla="*/ 2147483646 h 743"/>
                <a:gd name="T12" fmla="*/ 2147483646 w 769"/>
                <a:gd name="T13" fmla="*/ 2147483646 h 743"/>
                <a:gd name="T14" fmla="*/ 2147483646 w 769"/>
                <a:gd name="T15" fmla="*/ 2147483646 h 743"/>
                <a:gd name="T16" fmla="*/ 2147483646 w 769"/>
                <a:gd name="T17" fmla="*/ 2147483646 h 743"/>
                <a:gd name="T18" fmla="*/ 2147483646 w 769"/>
                <a:gd name="T19" fmla="*/ 2147483646 h 743"/>
                <a:gd name="T20" fmla="*/ 2147483646 w 769"/>
                <a:gd name="T21" fmla="*/ 2147483646 h 743"/>
                <a:gd name="T22" fmla="*/ 2147483646 w 769"/>
                <a:gd name="T23" fmla="*/ 0 h 743"/>
                <a:gd name="T24" fmla="*/ 2147483646 w 769"/>
                <a:gd name="T25" fmla="*/ 2147483646 h 743"/>
                <a:gd name="T26" fmla="*/ 2147483646 w 769"/>
                <a:gd name="T27" fmla="*/ 2147483646 h 743"/>
                <a:gd name="T28" fmla="*/ 2147483646 w 769"/>
                <a:gd name="T29" fmla="*/ 2147483646 h 743"/>
                <a:gd name="T30" fmla="*/ 2147483646 w 769"/>
                <a:gd name="T31" fmla="*/ 2147483646 h 743"/>
                <a:gd name="T32" fmla="*/ 2147483646 w 769"/>
                <a:gd name="T33" fmla="*/ 2147483646 h 743"/>
                <a:gd name="T34" fmla="*/ 2147483646 w 769"/>
                <a:gd name="T35" fmla="*/ 2147483646 h 743"/>
                <a:gd name="T36" fmla="*/ 2147483646 w 769"/>
                <a:gd name="T37" fmla="*/ 2147483646 h 743"/>
                <a:gd name="T38" fmla="*/ 2147483646 w 769"/>
                <a:gd name="T39" fmla="*/ 2147483646 h 743"/>
                <a:gd name="T40" fmla="*/ 2147483646 w 769"/>
                <a:gd name="T41" fmla="*/ 2147483646 h 743"/>
                <a:gd name="T42" fmla="*/ 2147483646 w 769"/>
                <a:gd name="T43" fmla="*/ 2147483646 h 743"/>
                <a:gd name="T44" fmla="*/ 2147483646 w 769"/>
                <a:gd name="T45" fmla="*/ 2147483646 h 743"/>
                <a:gd name="T46" fmla="*/ 2147483646 w 769"/>
                <a:gd name="T47" fmla="*/ 2147483646 h 743"/>
                <a:gd name="T48" fmla="*/ 2147483646 w 769"/>
                <a:gd name="T49" fmla="*/ 2147483646 h 743"/>
                <a:gd name="T50" fmla="*/ 2147483646 w 769"/>
                <a:gd name="T51" fmla="*/ 2147483646 h 743"/>
                <a:gd name="T52" fmla="*/ 2147483646 w 769"/>
                <a:gd name="T53" fmla="*/ 2147483646 h 743"/>
                <a:gd name="T54" fmla="*/ 2147483646 w 769"/>
                <a:gd name="T55" fmla="*/ 2147483646 h 743"/>
                <a:gd name="T56" fmla="*/ 2147483646 w 769"/>
                <a:gd name="T57" fmla="*/ 2147483646 h 743"/>
                <a:gd name="T58" fmla="*/ 2147483646 w 769"/>
                <a:gd name="T59" fmla="*/ 2147483646 h 743"/>
                <a:gd name="T60" fmla="*/ 2147483646 w 769"/>
                <a:gd name="T61" fmla="*/ 2147483646 h 743"/>
                <a:gd name="T62" fmla="*/ 2147483646 w 769"/>
                <a:gd name="T63" fmla="*/ 2147483646 h 743"/>
                <a:gd name="T64" fmla="*/ 2147483646 w 769"/>
                <a:gd name="T65" fmla="*/ 2147483646 h 743"/>
                <a:gd name="T66" fmla="*/ 2147483646 w 769"/>
                <a:gd name="T67" fmla="*/ 2147483646 h 743"/>
                <a:gd name="T68" fmla="*/ 2147483646 w 769"/>
                <a:gd name="T69" fmla="*/ 2147483646 h 743"/>
                <a:gd name="T70" fmla="*/ 2147483646 w 769"/>
                <a:gd name="T71" fmla="*/ 2147483646 h 743"/>
                <a:gd name="T72" fmla="*/ 2147483646 w 769"/>
                <a:gd name="T73" fmla="*/ 2147483646 h 743"/>
                <a:gd name="T74" fmla="*/ 2147483646 w 769"/>
                <a:gd name="T75" fmla="*/ 2147483646 h 743"/>
                <a:gd name="T76" fmla="*/ 2147483646 w 769"/>
                <a:gd name="T77" fmla="*/ 2147483646 h 743"/>
                <a:gd name="T78" fmla="*/ 2147483646 w 769"/>
                <a:gd name="T79" fmla="*/ 2147483646 h 743"/>
                <a:gd name="T80" fmla="*/ 2147483646 w 769"/>
                <a:gd name="T81" fmla="*/ 2147483646 h 743"/>
                <a:gd name="T82" fmla="*/ 2147483646 w 769"/>
                <a:gd name="T83" fmla="*/ 2147483646 h 743"/>
                <a:gd name="T84" fmla="*/ 2147483646 w 769"/>
                <a:gd name="T85" fmla="*/ 2147483646 h 743"/>
                <a:gd name="T86" fmla="*/ 2147483646 w 769"/>
                <a:gd name="T87" fmla="*/ 2147483646 h 743"/>
                <a:gd name="T88" fmla="*/ 2147483646 w 769"/>
                <a:gd name="T89" fmla="*/ 2147483646 h 743"/>
                <a:gd name="T90" fmla="*/ 2147483646 w 769"/>
                <a:gd name="T91" fmla="*/ 2147483646 h 743"/>
                <a:gd name="T92" fmla="*/ 2147483646 w 769"/>
                <a:gd name="T93" fmla="*/ 2147483646 h 743"/>
                <a:gd name="T94" fmla="*/ 2147483646 w 769"/>
                <a:gd name="T95" fmla="*/ 2147483646 h 743"/>
                <a:gd name="T96" fmla="*/ 2147483646 w 769"/>
                <a:gd name="T97" fmla="*/ 2147483646 h 743"/>
                <a:gd name="T98" fmla="*/ 2147483646 w 769"/>
                <a:gd name="T99" fmla="*/ 2147483646 h 743"/>
                <a:gd name="T100" fmla="*/ 2147483646 w 769"/>
                <a:gd name="T101" fmla="*/ 2147483646 h 743"/>
                <a:gd name="T102" fmla="*/ 2147483646 w 769"/>
                <a:gd name="T103" fmla="*/ 2147483646 h 743"/>
                <a:gd name="T104" fmla="*/ 2147483646 w 769"/>
                <a:gd name="T105" fmla="*/ 2147483646 h 743"/>
                <a:gd name="T106" fmla="*/ 2147483646 w 769"/>
                <a:gd name="T107" fmla="*/ 2147483646 h 743"/>
                <a:gd name="T108" fmla="*/ 2147483646 w 769"/>
                <a:gd name="T109" fmla="*/ 2147483646 h 743"/>
                <a:gd name="T110" fmla="*/ 0 w 769"/>
                <a:gd name="T111" fmla="*/ 2147483646 h 7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69"/>
                <a:gd name="T169" fmla="*/ 0 h 743"/>
                <a:gd name="T170" fmla="*/ 769 w 769"/>
                <a:gd name="T171" fmla="*/ 743 h 7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69" h="743">
                  <a:moveTo>
                    <a:pt x="0" y="368"/>
                  </a:moveTo>
                  <a:lnTo>
                    <a:pt x="0" y="377"/>
                  </a:lnTo>
                  <a:lnTo>
                    <a:pt x="0" y="357"/>
                  </a:lnTo>
                  <a:lnTo>
                    <a:pt x="2" y="338"/>
                  </a:lnTo>
                  <a:lnTo>
                    <a:pt x="4" y="320"/>
                  </a:lnTo>
                  <a:lnTo>
                    <a:pt x="7" y="301"/>
                  </a:lnTo>
                  <a:lnTo>
                    <a:pt x="12" y="283"/>
                  </a:lnTo>
                  <a:lnTo>
                    <a:pt x="16" y="266"/>
                  </a:lnTo>
                  <a:lnTo>
                    <a:pt x="23" y="247"/>
                  </a:lnTo>
                  <a:lnTo>
                    <a:pt x="30" y="231"/>
                  </a:lnTo>
                  <a:lnTo>
                    <a:pt x="37" y="214"/>
                  </a:lnTo>
                  <a:lnTo>
                    <a:pt x="45" y="198"/>
                  </a:lnTo>
                  <a:lnTo>
                    <a:pt x="55" y="182"/>
                  </a:lnTo>
                  <a:lnTo>
                    <a:pt x="64" y="166"/>
                  </a:lnTo>
                  <a:lnTo>
                    <a:pt x="75" y="152"/>
                  </a:lnTo>
                  <a:lnTo>
                    <a:pt x="85" y="138"/>
                  </a:lnTo>
                  <a:lnTo>
                    <a:pt x="97" y="124"/>
                  </a:lnTo>
                  <a:lnTo>
                    <a:pt x="110" y="110"/>
                  </a:lnTo>
                  <a:lnTo>
                    <a:pt x="124" y="98"/>
                  </a:lnTo>
                  <a:lnTo>
                    <a:pt x="137" y="87"/>
                  </a:lnTo>
                  <a:lnTo>
                    <a:pt x="151" y="76"/>
                  </a:lnTo>
                  <a:lnTo>
                    <a:pt x="166" y="65"/>
                  </a:lnTo>
                  <a:lnTo>
                    <a:pt x="181" y="56"/>
                  </a:lnTo>
                  <a:lnTo>
                    <a:pt x="196" y="47"/>
                  </a:lnTo>
                  <a:lnTo>
                    <a:pt x="212" y="38"/>
                  </a:lnTo>
                  <a:lnTo>
                    <a:pt x="230" y="31"/>
                  </a:lnTo>
                  <a:lnTo>
                    <a:pt x="247" y="24"/>
                  </a:lnTo>
                  <a:lnTo>
                    <a:pt x="264" y="18"/>
                  </a:lnTo>
                  <a:lnTo>
                    <a:pt x="281" y="12"/>
                  </a:lnTo>
                  <a:lnTo>
                    <a:pt x="300" y="8"/>
                  </a:lnTo>
                  <a:lnTo>
                    <a:pt x="318" y="6"/>
                  </a:lnTo>
                  <a:lnTo>
                    <a:pt x="337" y="3"/>
                  </a:lnTo>
                  <a:lnTo>
                    <a:pt x="357" y="2"/>
                  </a:lnTo>
                  <a:lnTo>
                    <a:pt x="375" y="0"/>
                  </a:lnTo>
                  <a:lnTo>
                    <a:pt x="393" y="0"/>
                  </a:lnTo>
                  <a:lnTo>
                    <a:pt x="412" y="2"/>
                  </a:lnTo>
                  <a:lnTo>
                    <a:pt x="431" y="3"/>
                  </a:lnTo>
                  <a:lnTo>
                    <a:pt x="450" y="6"/>
                  </a:lnTo>
                  <a:lnTo>
                    <a:pt x="468" y="8"/>
                  </a:lnTo>
                  <a:lnTo>
                    <a:pt x="487" y="12"/>
                  </a:lnTo>
                  <a:lnTo>
                    <a:pt x="505" y="18"/>
                  </a:lnTo>
                  <a:lnTo>
                    <a:pt x="522" y="24"/>
                  </a:lnTo>
                  <a:lnTo>
                    <a:pt x="540" y="31"/>
                  </a:lnTo>
                  <a:lnTo>
                    <a:pt x="556" y="38"/>
                  </a:lnTo>
                  <a:lnTo>
                    <a:pt x="571" y="47"/>
                  </a:lnTo>
                  <a:lnTo>
                    <a:pt x="587" y="56"/>
                  </a:lnTo>
                  <a:lnTo>
                    <a:pt x="603" y="65"/>
                  </a:lnTo>
                  <a:lnTo>
                    <a:pt x="618" y="76"/>
                  </a:lnTo>
                  <a:lnTo>
                    <a:pt x="632" y="87"/>
                  </a:lnTo>
                  <a:lnTo>
                    <a:pt x="646" y="98"/>
                  </a:lnTo>
                  <a:lnTo>
                    <a:pt x="659" y="110"/>
                  </a:lnTo>
                  <a:lnTo>
                    <a:pt x="671" y="124"/>
                  </a:lnTo>
                  <a:lnTo>
                    <a:pt x="683" y="138"/>
                  </a:lnTo>
                  <a:lnTo>
                    <a:pt x="693" y="152"/>
                  </a:lnTo>
                  <a:lnTo>
                    <a:pt x="704" y="166"/>
                  </a:lnTo>
                  <a:lnTo>
                    <a:pt x="714" y="182"/>
                  </a:lnTo>
                  <a:lnTo>
                    <a:pt x="722" y="198"/>
                  </a:lnTo>
                  <a:lnTo>
                    <a:pt x="732" y="214"/>
                  </a:lnTo>
                  <a:lnTo>
                    <a:pt x="738" y="231"/>
                  </a:lnTo>
                  <a:lnTo>
                    <a:pt x="745" y="247"/>
                  </a:lnTo>
                  <a:lnTo>
                    <a:pt x="752" y="266"/>
                  </a:lnTo>
                  <a:lnTo>
                    <a:pt x="757" y="283"/>
                  </a:lnTo>
                  <a:lnTo>
                    <a:pt x="761" y="301"/>
                  </a:lnTo>
                  <a:lnTo>
                    <a:pt x="764" y="320"/>
                  </a:lnTo>
                  <a:lnTo>
                    <a:pt x="766" y="338"/>
                  </a:lnTo>
                  <a:lnTo>
                    <a:pt x="767" y="357"/>
                  </a:lnTo>
                  <a:lnTo>
                    <a:pt x="769" y="377"/>
                  </a:lnTo>
                  <a:lnTo>
                    <a:pt x="769" y="368"/>
                  </a:lnTo>
                  <a:lnTo>
                    <a:pt x="767" y="387"/>
                  </a:lnTo>
                  <a:lnTo>
                    <a:pt x="766" y="406"/>
                  </a:lnTo>
                  <a:lnTo>
                    <a:pt x="764" y="425"/>
                  </a:lnTo>
                  <a:lnTo>
                    <a:pt x="761" y="443"/>
                  </a:lnTo>
                  <a:lnTo>
                    <a:pt x="757" y="462"/>
                  </a:lnTo>
                  <a:lnTo>
                    <a:pt x="752" y="479"/>
                  </a:lnTo>
                  <a:lnTo>
                    <a:pt x="745" y="498"/>
                  </a:lnTo>
                  <a:lnTo>
                    <a:pt x="738" y="513"/>
                  </a:lnTo>
                  <a:lnTo>
                    <a:pt x="732" y="531"/>
                  </a:lnTo>
                  <a:lnTo>
                    <a:pt x="722" y="547"/>
                  </a:lnTo>
                  <a:lnTo>
                    <a:pt x="714" y="562"/>
                  </a:lnTo>
                  <a:lnTo>
                    <a:pt x="704" y="578"/>
                  </a:lnTo>
                  <a:lnTo>
                    <a:pt x="693" y="593"/>
                  </a:lnTo>
                  <a:lnTo>
                    <a:pt x="683" y="606"/>
                  </a:lnTo>
                  <a:lnTo>
                    <a:pt x="671" y="621"/>
                  </a:lnTo>
                  <a:lnTo>
                    <a:pt x="659" y="633"/>
                  </a:lnTo>
                  <a:lnTo>
                    <a:pt x="646" y="646"/>
                  </a:lnTo>
                  <a:lnTo>
                    <a:pt x="632" y="658"/>
                  </a:lnTo>
                  <a:lnTo>
                    <a:pt x="618" y="669"/>
                  </a:lnTo>
                  <a:lnTo>
                    <a:pt x="603" y="679"/>
                  </a:lnTo>
                  <a:lnTo>
                    <a:pt x="587" y="688"/>
                  </a:lnTo>
                  <a:lnTo>
                    <a:pt x="571" y="698"/>
                  </a:lnTo>
                  <a:lnTo>
                    <a:pt x="556" y="707"/>
                  </a:lnTo>
                  <a:lnTo>
                    <a:pt x="540" y="714"/>
                  </a:lnTo>
                  <a:lnTo>
                    <a:pt x="522" y="720"/>
                  </a:lnTo>
                  <a:lnTo>
                    <a:pt x="505" y="727"/>
                  </a:lnTo>
                  <a:lnTo>
                    <a:pt x="487" y="732"/>
                  </a:lnTo>
                  <a:lnTo>
                    <a:pt x="468" y="736"/>
                  </a:lnTo>
                  <a:lnTo>
                    <a:pt x="450" y="739"/>
                  </a:lnTo>
                  <a:lnTo>
                    <a:pt x="431" y="741"/>
                  </a:lnTo>
                  <a:lnTo>
                    <a:pt x="412" y="743"/>
                  </a:lnTo>
                  <a:lnTo>
                    <a:pt x="393" y="743"/>
                  </a:lnTo>
                  <a:lnTo>
                    <a:pt x="375" y="743"/>
                  </a:lnTo>
                  <a:lnTo>
                    <a:pt x="357" y="743"/>
                  </a:lnTo>
                  <a:lnTo>
                    <a:pt x="337" y="741"/>
                  </a:lnTo>
                  <a:lnTo>
                    <a:pt x="318" y="739"/>
                  </a:lnTo>
                  <a:lnTo>
                    <a:pt x="300" y="736"/>
                  </a:lnTo>
                  <a:lnTo>
                    <a:pt x="281" y="732"/>
                  </a:lnTo>
                  <a:lnTo>
                    <a:pt x="264" y="727"/>
                  </a:lnTo>
                  <a:lnTo>
                    <a:pt x="247" y="720"/>
                  </a:lnTo>
                  <a:lnTo>
                    <a:pt x="230" y="714"/>
                  </a:lnTo>
                  <a:lnTo>
                    <a:pt x="212" y="707"/>
                  </a:lnTo>
                  <a:lnTo>
                    <a:pt x="196" y="698"/>
                  </a:lnTo>
                  <a:lnTo>
                    <a:pt x="181" y="688"/>
                  </a:lnTo>
                  <a:lnTo>
                    <a:pt x="166" y="679"/>
                  </a:lnTo>
                  <a:lnTo>
                    <a:pt x="151" y="669"/>
                  </a:lnTo>
                  <a:lnTo>
                    <a:pt x="137" y="658"/>
                  </a:lnTo>
                  <a:lnTo>
                    <a:pt x="124" y="646"/>
                  </a:lnTo>
                  <a:lnTo>
                    <a:pt x="110" y="633"/>
                  </a:lnTo>
                  <a:lnTo>
                    <a:pt x="97" y="621"/>
                  </a:lnTo>
                  <a:lnTo>
                    <a:pt x="85" y="606"/>
                  </a:lnTo>
                  <a:lnTo>
                    <a:pt x="75" y="593"/>
                  </a:lnTo>
                  <a:lnTo>
                    <a:pt x="64" y="578"/>
                  </a:lnTo>
                  <a:lnTo>
                    <a:pt x="55" y="562"/>
                  </a:lnTo>
                  <a:lnTo>
                    <a:pt x="45" y="547"/>
                  </a:lnTo>
                  <a:lnTo>
                    <a:pt x="37" y="531"/>
                  </a:lnTo>
                  <a:lnTo>
                    <a:pt x="30" y="513"/>
                  </a:lnTo>
                  <a:lnTo>
                    <a:pt x="23" y="498"/>
                  </a:lnTo>
                  <a:lnTo>
                    <a:pt x="16" y="479"/>
                  </a:lnTo>
                  <a:lnTo>
                    <a:pt x="12" y="462"/>
                  </a:lnTo>
                  <a:lnTo>
                    <a:pt x="7" y="443"/>
                  </a:lnTo>
                  <a:lnTo>
                    <a:pt x="4" y="425"/>
                  </a:lnTo>
                  <a:lnTo>
                    <a:pt x="2" y="406"/>
                  </a:lnTo>
                  <a:lnTo>
                    <a:pt x="0" y="387"/>
                  </a:lnTo>
                  <a:lnTo>
                    <a:pt x="0" y="368"/>
                  </a:lnTo>
                  <a:close/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286" name="Freeform 9">
              <a:extLst>
                <a:ext uri="{FF2B5EF4-FFF2-40B4-BE49-F238E27FC236}">
                  <a16:creationId xmlns:a16="http://schemas.microsoft.com/office/drawing/2014/main" id="{4EBD951A-83F9-4692-A944-500436134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700" y="3889375"/>
              <a:ext cx="104775" cy="104775"/>
            </a:xfrm>
            <a:custGeom>
              <a:avLst/>
              <a:gdLst>
                <a:gd name="T0" fmla="*/ 2147483646 w 133"/>
                <a:gd name="T1" fmla="*/ 2147483646 h 132"/>
                <a:gd name="T2" fmla="*/ 0 w 133"/>
                <a:gd name="T3" fmla="*/ 0 h 132"/>
                <a:gd name="T4" fmla="*/ 2147483646 w 133"/>
                <a:gd name="T5" fmla="*/ 2147483646 h 132"/>
                <a:gd name="T6" fmla="*/ 2147483646 w 133"/>
                <a:gd name="T7" fmla="*/ 2147483646 h 132"/>
                <a:gd name="T8" fmla="*/ 2147483646 w 133"/>
                <a:gd name="T9" fmla="*/ 2147483646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3"/>
                <a:gd name="T16" fmla="*/ 0 h 132"/>
                <a:gd name="T17" fmla="*/ 133 w 133"/>
                <a:gd name="T18" fmla="*/ 132 h 13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3" h="132">
                  <a:moveTo>
                    <a:pt x="133" y="79"/>
                  </a:moveTo>
                  <a:lnTo>
                    <a:pt x="0" y="0"/>
                  </a:lnTo>
                  <a:lnTo>
                    <a:pt x="80" y="132"/>
                  </a:lnTo>
                  <a:lnTo>
                    <a:pt x="106" y="106"/>
                  </a:lnTo>
                  <a:lnTo>
                    <a:pt x="133" y="79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287" name="Freeform 12">
              <a:extLst>
                <a:ext uri="{FF2B5EF4-FFF2-40B4-BE49-F238E27FC236}">
                  <a16:creationId xmlns:a16="http://schemas.microsoft.com/office/drawing/2014/main" id="{16B91DB1-112A-4500-9856-DDB69557A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738" y="3825875"/>
              <a:ext cx="609600" cy="609600"/>
            </a:xfrm>
            <a:custGeom>
              <a:avLst/>
              <a:gdLst>
                <a:gd name="T0" fmla="*/ 0 w 769"/>
                <a:gd name="T1" fmla="*/ 2147483646 h 769"/>
                <a:gd name="T2" fmla="*/ 2147483646 w 769"/>
                <a:gd name="T3" fmla="*/ 2147483646 h 769"/>
                <a:gd name="T4" fmla="*/ 2147483646 w 769"/>
                <a:gd name="T5" fmla="*/ 2147483646 h 769"/>
                <a:gd name="T6" fmla="*/ 2147483646 w 769"/>
                <a:gd name="T7" fmla="*/ 2147483646 h 769"/>
                <a:gd name="T8" fmla="*/ 2147483646 w 769"/>
                <a:gd name="T9" fmla="*/ 2147483646 h 769"/>
                <a:gd name="T10" fmla="*/ 2147483646 w 769"/>
                <a:gd name="T11" fmla="*/ 2147483646 h 769"/>
                <a:gd name="T12" fmla="*/ 2147483646 w 769"/>
                <a:gd name="T13" fmla="*/ 2147483646 h 769"/>
                <a:gd name="T14" fmla="*/ 2147483646 w 769"/>
                <a:gd name="T15" fmla="*/ 2147483646 h 769"/>
                <a:gd name="T16" fmla="*/ 2147483646 w 769"/>
                <a:gd name="T17" fmla="*/ 2147483646 h 769"/>
                <a:gd name="T18" fmla="*/ 2147483646 w 769"/>
                <a:gd name="T19" fmla="*/ 2147483646 h 769"/>
                <a:gd name="T20" fmla="*/ 2147483646 w 769"/>
                <a:gd name="T21" fmla="*/ 2147483646 h 769"/>
                <a:gd name="T22" fmla="*/ 2147483646 w 769"/>
                <a:gd name="T23" fmla="*/ 0 h 769"/>
                <a:gd name="T24" fmla="*/ 2147483646 w 769"/>
                <a:gd name="T25" fmla="*/ 2147483646 h 769"/>
                <a:gd name="T26" fmla="*/ 2147483646 w 769"/>
                <a:gd name="T27" fmla="*/ 2147483646 h 769"/>
                <a:gd name="T28" fmla="*/ 2147483646 w 769"/>
                <a:gd name="T29" fmla="*/ 2147483646 h 769"/>
                <a:gd name="T30" fmla="*/ 2147483646 w 769"/>
                <a:gd name="T31" fmla="*/ 2147483646 h 769"/>
                <a:gd name="T32" fmla="*/ 2147483646 w 769"/>
                <a:gd name="T33" fmla="*/ 2147483646 h 769"/>
                <a:gd name="T34" fmla="*/ 2147483646 w 769"/>
                <a:gd name="T35" fmla="*/ 2147483646 h 769"/>
                <a:gd name="T36" fmla="*/ 2147483646 w 769"/>
                <a:gd name="T37" fmla="*/ 2147483646 h 769"/>
                <a:gd name="T38" fmla="*/ 2147483646 w 769"/>
                <a:gd name="T39" fmla="*/ 2147483646 h 769"/>
                <a:gd name="T40" fmla="*/ 2147483646 w 769"/>
                <a:gd name="T41" fmla="*/ 2147483646 h 769"/>
                <a:gd name="T42" fmla="*/ 2147483646 w 769"/>
                <a:gd name="T43" fmla="*/ 2147483646 h 769"/>
                <a:gd name="T44" fmla="*/ 2147483646 w 769"/>
                <a:gd name="T45" fmla="*/ 2147483646 h 769"/>
                <a:gd name="T46" fmla="*/ 2147483646 w 769"/>
                <a:gd name="T47" fmla="*/ 2147483646 h 769"/>
                <a:gd name="T48" fmla="*/ 2147483646 w 769"/>
                <a:gd name="T49" fmla="*/ 2147483646 h 769"/>
                <a:gd name="T50" fmla="*/ 2147483646 w 769"/>
                <a:gd name="T51" fmla="*/ 2147483646 h 769"/>
                <a:gd name="T52" fmla="*/ 2147483646 w 769"/>
                <a:gd name="T53" fmla="*/ 2147483646 h 769"/>
                <a:gd name="T54" fmla="*/ 2147483646 w 769"/>
                <a:gd name="T55" fmla="*/ 2147483646 h 769"/>
                <a:gd name="T56" fmla="*/ 2147483646 w 769"/>
                <a:gd name="T57" fmla="*/ 2147483646 h 769"/>
                <a:gd name="T58" fmla="*/ 2147483646 w 769"/>
                <a:gd name="T59" fmla="*/ 2147483646 h 769"/>
                <a:gd name="T60" fmla="*/ 2147483646 w 769"/>
                <a:gd name="T61" fmla="*/ 2147483646 h 769"/>
                <a:gd name="T62" fmla="*/ 2147483646 w 769"/>
                <a:gd name="T63" fmla="*/ 2147483646 h 769"/>
                <a:gd name="T64" fmla="*/ 2147483646 w 769"/>
                <a:gd name="T65" fmla="*/ 2147483646 h 769"/>
                <a:gd name="T66" fmla="*/ 2147483646 w 769"/>
                <a:gd name="T67" fmla="*/ 2147483646 h 769"/>
                <a:gd name="T68" fmla="*/ 2147483646 w 769"/>
                <a:gd name="T69" fmla="*/ 2147483646 h 769"/>
                <a:gd name="T70" fmla="*/ 2147483646 w 769"/>
                <a:gd name="T71" fmla="*/ 2147483646 h 769"/>
                <a:gd name="T72" fmla="*/ 2147483646 w 769"/>
                <a:gd name="T73" fmla="*/ 2147483646 h 769"/>
                <a:gd name="T74" fmla="*/ 2147483646 w 769"/>
                <a:gd name="T75" fmla="*/ 2147483646 h 769"/>
                <a:gd name="T76" fmla="*/ 2147483646 w 769"/>
                <a:gd name="T77" fmla="*/ 2147483646 h 769"/>
                <a:gd name="T78" fmla="*/ 2147483646 w 769"/>
                <a:gd name="T79" fmla="*/ 2147483646 h 769"/>
                <a:gd name="T80" fmla="*/ 2147483646 w 769"/>
                <a:gd name="T81" fmla="*/ 2147483646 h 769"/>
                <a:gd name="T82" fmla="*/ 2147483646 w 769"/>
                <a:gd name="T83" fmla="*/ 2147483646 h 769"/>
                <a:gd name="T84" fmla="*/ 2147483646 w 769"/>
                <a:gd name="T85" fmla="*/ 2147483646 h 769"/>
                <a:gd name="T86" fmla="*/ 2147483646 w 769"/>
                <a:gd name="T87" fmla="*/ 2147483646 h 769"/>
                <a:gd name="T88" fmla="*/ 2147483646 w 769"/>
                <a:gd name="T89" fmla="*/ 2147483646 h 769"/>
                <a:gd name="T90" fmla="*/ 2147483646 w 769"/>
                <a:gd name="T91" fmla="*/ 2147483646 h 769"/>
                <a:gd name="T92" fmla="*/ 2147483646 w 769"/>
                <a:gd name="T93" fmla="*/ 2147483646 h 769"/>
                <a:gd name="T94" fmla="*/ 2147483646 w 769"/>
                <a:gd name="T95" fmla="*/ 2147483646 h 769"/>
                <a:gd name="T96" fmla="*/ 2147483646 w 769"/>
                <a:gd name="T97" fmla="*/ 2147483646 h 769"/>
                <a:gd name="T98" fmla="*/ 2147483646 w 769"/>
                <a:gd name="T99" fmla="*/ 2147483646 h 769"/>
                <a:gd name="T100" fmla="*/ 2147483646 w 769"/>
                <a:gd name="T101" fmla="*/ 2147483646 h 769"/>
                <a:gd name="T102" fmla="*/ 2147483646 w 769"/>
                <a:gd name="T103" fmla="*/ 2147483646 h 769"/>
                <a:gd name="T104" fmla="*/ 2147483646 w 769"/>
                <a:gd name="T105" fmla="*/ 2147483646 h 769"/>
                <a:gd name="T106" fmla="*/ 2147483646 w 769"/>
                <a:gd name="T107" fmla="*/ 2147483646 h 769"/>
                <a:gd name="T108" fmla="*/ 2147483646 w 769"/>
                <a:gd name="T109" fmla="*/ 2147483646 h 769"/>
                <a:gd name="T110" fmla="*/ 0 w 769"/>
                <a:gd name="T111" fmla="*/ 2147483646 h 76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69"/>
                <a:gd name="T169" fmla="*/ 0 h 769"/>
                <a:gd name="T170" fmla="*/ 769 w 769"/>
                <a:gd name="T171" fmla="*/ 769 h 769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69" h="769">
                  <a:moveTo>
                    <a:pt x="0" y="394"/>
                  </a:moveTo>
                  <a:lnTo>
                    <a:pt x="0" y="377"/>
                  </a:lnTo>
                  <a:lnTo>
                    <a:pt x="0" y="357"/>
                  </a:lnTo>
                  <a:lnTo>
                    <a:pt x="2" y="338"/>
                  </a:lnTo>
                  <a:lnTo>
                    <a:pt x="4" y="320"/>
                  </a:lnTo>
                  <a:lnTo>
                    <a:pt x="7" y="301"/>
                  </a:lnTo>
                  <a:lnTo>
                    <a:pt x="12" y="282"/>
                  </a:lnTo>
                  <a:lnTo>
                    <a:pt x="16" y="265"/>
                  </a:lnTo>
                  <a:lnTo>
                    <a:pt x="23" y="247"/>
                  </a:lnTo>
                  <a:lnTo>
                    <a:pt x="30" y="231"/>
                  </a:lnTo>
                  <a:lnTo>
                    <a:pt x="37" y="214"/>
                  </a:lnTo>
                  <a:lnTo>
                    <a:pt x="45" y="198"/>
                  </a:lnTo>
                  <a:lnTo>
                    <a:pt x="55" y="182"/>
                  </a:lnTo>
                  <a:lnTo>
                    <a:pt x="64" y="166"/>
                  </a:lnTo>
                  <a:lnTo>
                    <a:pt x="75" y="151"/>
                  </a:lnTo>
                  <a:lnTo>
                    <a:pt x="85" y="138"/>
                  </a:lnTo>
                  <a:lnTo>
                    <a:pt x="97" y="123"/>
                  </a:lnTo>
                  <a:lnTo>
                    <a:pt x="110" y="111"/>
                  </a:lnTo>
                  <a:lnTo>
                    <a:pt x="124" y="98"/>
                  </a:lnTo>
                  <a:lnTo>
                    <a:pt x="137" y="86"/>
                  </a:lnTo>
                  <a:lnTo>
                    <a:pt x="151" y="76"/>
                  </a:lnTo>
                  <a:lnTo>
                    <a:pt x="166" y="65"/>
                  </a:lnTo>
                  <a:lnTo>
                    <a:pt x="181" y="56"/>
                  </a:lnTo>
                  <a:lnTo>
                    <a:pt x="196" y="46"/>
                  </a:lnTo>
                  <a:lnTo>
                    <a:pt x="212" y="37"/>
                  </a:lnTo>
                  <a:lnTo>
                    <a:pt x="230" y="31"/>
                  </a:lnTo>
                  <a:lnTo>
                    <a:pt x="247" y="24"/>
                  </a:lnTo>
                  <a:lnTo>
                    <a:pt x="264" y="17"/>
                  </a:lnTo>
                  <a:lnTo>
                    <a:pt x="281" y="12"/>
                  </a:lnTo>
                  <a:lnTo>
                    <a:pt x="300" y="8"/>
                  </a:lnTo>
                  <a:lnTo>
                    <a:pt x="318" y="5"/>
                  </a:lnTo>
                  <a:lnTo>
                    <a:pt x="337" y="3"/>
                  </a:lnTo>
                  <a:lnTo>
                    <a:pt x="357" y="1"/>
                  </a:lnTo>
                  <a:lnTo>
                    <a:pt x="375" y="0"/>
                  </a:lnTo>
                  <a:lnTo>
                    <a:pt x="393" y="0"/>
                  </a:lnTo>
                  <a:lnTo>
                    <a:pt x="412" y="1"/>
                  </a:lnTo>
                  <a:lnTo>
                    <a:pt x="431" y="3"/>
                  </a:lnTo>
                  <a:lnTo>
                    <a:pt x="450" y="5"/>
                  </a:lnTo>
                  <a:lnTo>
                    <a:pt x="468" y="8"/>
                  </a:lnTo>
                  <a:lnTo>
                    <a:pt x="487" y="12"/>
                  </a:lnTo>
                  <a:lnTo>
                    <a:pt x="505" y="17"/>
                  </a:lnTo>
                  <a:lnTo>
                    <a:pt x="522" y="24"/>
                  </a:lnTo>
                  <a:lnTo>
                    <a:pt x="540" y="31"/>
                  </a:lnTo>
                  <a:lnTo>
                    <a:pt x="556" y="37"/>
                  </a:lnTo>
                  <a:lnTo>
                    <a:pt x="571" y="46"/>
                  </a:lnTo>
                  <a:lnTo>
                    <a:pt x="587" y="56"/>
                  </a:lnTo>
                  <a:lnTo>
                    <a:pt x="603" y="65"/>
                  </a:lnTo>
                  <a:lnTo>
                    <a:pt x="618" y="76"/>
                  </a:lnTo>
                  <a:lnTo>
                    <a:pt x="632" y="86"/>
                  </a:lnTo>
                  <a:lnTo>
                    <a:pt x="646" y="98"/>
                  </a:lnTo>
                  <a:lnTo>
                    <a:pt x="659" y="111"/>
                  </a:lnTo>
                  <a:lnTo>
                    <a:pt x="671" y="123"/>
                  </a:lnTo>
                  <a:lnTo>
                    <a:pt x="683" y="138"/>
                  </a:lnTo>
                  <a:lnTo>
                    <a:pt x="693" y="151"/>
                  </a:lnTo>
                  <a:lnTo>
                    <a:pt x="704" y="166"/>
                  </a:lnTo>
                  <a:lnTo>
                    <a:pt x="714" y="182"/>
                  </a:lnTo>
                  <a:lnTo>
                    <a:pt x="722" y="198"/>
                  </a:lnTo>
                  <a:lnTo>
                    <a:pt x="732" y="214"/>
                  </a:lnTo>
                  <a:lnTo>
                    <a:pt x="738" y="231"/>
                  </a:lnTo>
                  <a:lnTo>
                    <a:pt x="745" y="247"/>
                  </a:lnTo>
                  <a:lnTo>
                    <a:pt x="752" y="265"/>
                  </a:lnTo>
                  <a:lnTo>
                    <a:pt x="757" y="282"/>
                  </a:lnTo>
                  <a:lnTo>
                    <a:pt x="761" y="301"/>
                  </a:lnTo>
                  <a:lnTo>
                    <a:pt x="764" y="320"/>
                  </a:lnTo>
                  <a:lnTo>
                    <a:pt x="766" y="338"/>
                  </a:lnTo>
                  <a:lnTo>
                    <a:pt x="767" y="357"/>
                  </a:lnTo>
                  <a:lnTo>
                    <a:pt x="769" y="377"/>
                  </a:lnTo>
                  <a:lnTo>
                    <a:pt x="769" y="394"/>
                  </a:lnTo>
                  <a:lnTo>
                    <a:pt x="767" y="414"/>
                  </a:lnTo>
                  <a:lnTo>
                    <a:pt x="766" y="432"/>
                  </a:lnTo>
                  <a:lnTo>
                    <a:pt x="764" y="451"/>
                  </a:lnTo>
                  <a:lnTo>
                    <a:pt x="761" y="469"/>
                  </a:lnTo>
                  <a:lnTo>
                    <a:pt x="757" y="488"/>
                  </a:lnTo>
                  <a:lnTo>
                    <a:pt x="752" y="505"/>
                  </a:lnTo>
                  <a:lnTo>
                    <a:pt x="745" y="524"/>
                  </a:lnTo>
                  <a:lnTo>
                    <a:pt x="738" y="540"/>
                  </a:lnTo>
                  <a:lnTo>
                    <a:pt x="732" y="557"/>
                  </a:lnTo>
                  <a:lnTo>
                    <a:pt x="722" y="573"/>
                  </a:lnTo>
                  <a:lnTo>
                    <a:pt x="714" y="589"/>
                  </a:lnTo>
                  <a:lnTo>
                    <a:pt x="704" y="605"/>
                  </a:lnTo>
                  <a:lnTo>
                    <a:pt x="693" y="619"/>
                  </a:lnTo>
                  <a:lnTo>
                    <a:pt x="683" y="632"/>
                  </a:lnTo>
                  <a:lnTo>
                    <a:pt x="671" y="647"/>
                  </a:lnTo>
                  <a:lnTo>
                    <a:pt x="659" y="659"/>
                  </a:lnTo>
                  <a:lnTo>
                    <a:pt x="646" y="672"/>
                  </a:lnTo>
                  <a:lnTo>
                    <a:pt x="632" y="684"/>
                  </a:lnTo>
                  <a:lnTo>
                    <a:pt x="618" y="695"/>
                  </a:lnTo>
                  <a:lnTo>
                    <a:pt x="603" y="705"/>
                  </a:lnTo>
                  <a:lnTo>
                    <a:pt x="587" y="715"/>
                  </a:lnTo>
                  <a:lnTo>
                    <a:pt x="571" y="724"/>
                  </a:lnTo>
                  <a:lnTo>
                    <a:pt x="556" y="733"/>
                  </a:lnTo>
                  <a:lnTo>
                    <a:pt x="540" y="740"/>
                  </a:lnTo>
                  <a:lnTo>
                    <a:pt x="522" y="746"/>
                  </a:lnTo>
                  <a:lnTo>
                    <a:pt x="505" y="753"/>
                  </a:lnTo>
                  <a:lnTo>
                    <a:pt x="487" y="758"/>
                  </a:lnTo>
                  <a:lnTo>
                    <a:pt x="468" y="762"/>
                  </a:lnTo>
                  <a:lnTo>
                    <a:pt x="450" y="765"/>
                  </a:lnTo>
                  <a:lnTo>
                    <a:pt x="431" y="768"/>
                  </a:lnTo>
                  <a:lnTo>
                    <a:pt x="412" y="769"/>
                  </a:lnTo>
                  <a:lnTo>
                    <a:pt x="393" y="769"/>
                  </a:lnTo>
                  <a:lnTo>
                    <a:pt x="375" y="769"/>
                  </a:lnTo>
                  <a:lnTo>
                    <a:pt x="357" y="769"/>
                  </a:lnTo>
                  <a:lnTo>
                    <a:pt x="337" y="768"/>
                  </a:lnTo>
                  <a:lnTo>
                    <a:pt x="318" y="765"/>
                  </a:lnTo>
                  <a:lnTo>
                    <a:pt x="300" y="762"/>
                  </a:lnTo>
                  <a:lnTo>
                    <a:pt x="281" y="758"/>
                  </a:lnTo>
                  <a:lnTo>
                    <a:pt x="264" y="753"/>
                  </a:lnTo>
                  <a:lnTo>
                    <a:pt x="247" y="746"/>
                  </a:lnTo>
                  <a:lnTo>
                    <a:pt x="230" y="740"/>
                  </a:lnTo>
                  <a:lnTo>
                    <a:pt x="212" y="733"/>
                  </a:lnTo>
                  <a:lnTo>
                    <a:pt x="196" y="724"/>
                  </a:lnTo>
                  <a:lnTo>
                    <a:pt x="181" y="715"/>
                  </a:lnTo>
                  <a:lnTo>
                    <a:pt x="166" y="705"/>
                  </a:lnTo>
                  <a:lnTo>
                    <a:pt x="151" y="695"/>
                  </a:lnTo>
                  <a:lnTo>
                    <a:pt x="137" y="684"/>
                  </a:lnTo>
                  <a:lnTo>
                    <a:pt x="124" y="672"/>
                  </a:lnTo>
                  <a:lnTo>
                    <a:pt x="110" y="659"/>
                  </a:lnTo>
                  <a:lnTo>
                    <a:pt x="97" y="647"/>
                  </a:lnTo>
                  <a:lnTo>
                    <a:pt x="85" y="632"/>
                  </a:lnTo>
                  <a:lnTo>
                    <a:pt x="75" y="619"/>
                  </a:lnTo>
                  <a:lnTo>
                    <a:pt x="64" y="605"/>
                  </a:lnTo>
                  <a:lnTo>
                    <a:pt x="55" y="589"/>
                  </a:lnTo>
                  <a:lnTo>
                    <a:pt x="45" y="573"/>
                  </a:lnTo>
                  <a:lnTo>
                    <a:pt x="37" y="557"/>
                  </a:lnTo>
                  <a:lnTo>
                    <a:pt x="30" y="540"/>
                  </a:lnTo>
                  <a:lnTo>
                    <a:pt x="23" y="524"/>
                  </a:lnTo>
                  <a:lnTo>
                    <a:pt x="16" y="505"/>
                  </a:lnTo>
                  <a:lnTo>
                    <a:pt x="12" y="488"/>
                  </a:lnTo>
                  <a:lnTo>
                    <a:pt x="7" y="469"/>
                  </a:lnTo>
                  <a:lnTo>
                    <a:pt x="4" y="451"/>
                  </a:lnTo>
                  <a:lnTo>
                    <a:pt x="2" y="432"/>
                  </a:lnTo>
                  <a:lnTo>
                    <a:pt x="0" y="414"/>
                  </a:lnTo>
                  <a:lnTo>
                    <a:pt x="0" y="394"/>
                  </a:lnTo>
                  <a:close/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288" name="Freeform 14">
              <a:extLst>
                <a:ext uri="{FF2B5EF4-FFF2-40B4-BE49-F238E27FC236}">
                  <a16:creationId xmlns:a16="http://schemas.microsoft.com/office/drawing/2014/main" id="{10C28711-792C-42B8-B132-0326FBF02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700" y="2605088"/>
              <a:ext cx="104775" cy="104775"/>
            </a:xfrm>
            <a:custGeom>
              <a:avLst/>
              <a:gdLst>
                <a:gd name="T0" fmla="*/ 2147483646 w 133"/>
                <a:gd name="T1" fmla="*/ 2147483646 h 133"/>
                <a:gd name="T2" fmla="*/ 0 w 133"/>
                <a:gd name="T3" fmla="*/ 0 h 133"/>
                <a:gd name="T4" fmla="*/ 2147483646 w 133"/>
                <a:gd name="T5" fmla="*/ 2147483646 h 133"/>
                <a:gd name="T6" fmla="*/ 2147483646 w 133"/>
                <a:gd name="T7" fmla="*/ 2147483646 h 133"/>
                <a:gd name="T8" fmla="*/ 2147483646 w 133"/>
                <a:gd name="T9" fmla="*/ 2147483646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3"/>
                <a:gd name="T16" fmla="*/ 0 h 133"/>
                <a:gd name="T17" fmla="*/ 133 w 133"/>
                <a:gd name="T18" fmla="*/ 133 h 1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3" h="133">
                  <a:moveTo>
                    <a:pt x="133" y="80"/>
                  </a:moveTo>
                  <a:lnTo>
                    <a:pt x="0" y="0"/>
                  </a:lnTo>
                  <a:lnTo>
                    <a:pt x="80" y="133"/>
                  </a:lnTo>
                  <a:lnTo>
                    <a:pt x="106" y="106"/>
                  </a:lnTo>
                  <a:lnTo>
                    <a:pt x="133" y="8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289" name="Freeform 17">
              <a:extLst>
                <a:ext uri="{FF2B5EF4-FFF2-40B4-BE49-F238E27FC236}">
                  <a16:creationId xmlns:a16="http://schemas.microsoft.com/office/drawing/2014/main" id="{53415051-2705-4ABC-B5BE-A2A188A3B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738" y="2541588"/>
              <a:ext cx="609600" cy="611187"/>
            </a:xfrm>
            <a:custGeom>
              <a:avLst/>
              <a:gdLst>
                <a:gd name="T0" fmla="*/ 0 w 769"/>
                <a:gd name="T1" fmla="*/ 2147483646 h 769"/>
                <a:gd name="T2" fmla="*/ 2147483646 w 769"/>
                <a:gd name="T3" fmla="*/ 2147483646 h 769"/>
                <a:gd name="T4" fmla="*/ 2147483646 w 769"/>
                <a:gd name="T5" fmla="*/ 2147483646 h 769"/>
                <a:gd name="T6" fmla="*/ 2147483646 w 769"/>
                <a:gd name="T7" fmla="*/ 2147483646 h 769"/>
                <a:gd name="T8" fmla="*/ 2147483646 w 769"/>
                <a:gd name="T9" fmla="*/ 2147483646 h 769"/>
                <a:gd name="T10" fmla="*/ 2147483646 w 769"/>
                <a:gd name="T11" fmla="*/ 2147483646 h 769"/>
                <a:gd name="T12" fmla="*/ 2147483646 w 769"/>
                <a:gd name="T13" fmla="*/ 2147483646 h 769"/>
                <a:gd name="T14" fmla="*/ 2147483646 w 769"/>
                <a:gd name="T15" fmla="*/ 2147483646 h 769"/>
                <a:gd name="T16" fmla="*/ 2147483646 w 769"/>
                <a:gd name="T17" fmla="*/ 2147483646 h 769"/>
                <a:gd name="T18" fmla="*/ 2147483646 w 769"/>
                <a:gd name="T19" fmla="*/ 2147483646 h 769"/>
                <a:gd name="T20" fmla="*/ 2147483646 w 769"/>
                <a:gd name="T21" fmla="*/ 2147483646 h 769"/>
                <a:gd name="T22" fmla="*/ 2147483646 w 769"/>
                <a:gd name="T23" fmla="*/ 0 h 769"/>
                <a:gd name="T24" fmla="*/ 2147483646 w 769"/>
                <a:gd name="T25" fmla="*/ 2147483646 h 769"/>
                <a:gd name="T26" fmla="*/ 2147483646 w 769"/>
                <a:gd name="T27" fmla="*/ 2147483646 h 769"/>
                <a:gd name="T28" fmla="*/ 2147483646 w 769"/>
                <a:gd name="T29" fmla="*/ 2147483646 h 769"/>
                <a:gd name="T30" fmla="*/ 2147483646 w 769"/>
                <a:gd name="T31" fmla="*/ 2147483646 h 769"/>
                <a:gd name="T32" fmla="*/ 2147483646 w 769"/>
                <a:gd name="T33" fmla="*/ 2147483646 h 769"/>
                <a:gd name="T34" fmla="*/ 2147483646 w 769"/>
                <a:gd name="T35" fmla="*/ 2147483646 h 769"/>
                <a:gd name="T36" fmla="*/ 2147483646 w 769"/>
                <a:gd name="T37" fmla="*/ 2147483646 h 769"/>
                <a:gd name="T38" fmla="*/ 2147483646 w 769"/>
                <a:gd name="T39" fmla="*/ 2147483646 h 769"/>
                <a:gd name="T40" fmla="*/ 2147483646 w 769"/>
                <a:gd name="T41" fmla="*/ 2147483646 h 769"/>
                <a:gd name="T42" fmla="*/ 2147483646 w 769"/>
                <a:gd name="T43" fmla="*/ 2147483646 h 769"/>
                <a:gd name="T44" fmla="*/ 2147483646 w 769"/>
                <a:gd name="T45" fmla="*/ 2147483646 h 769"/>
                <a:gd name="T46" fmla="*/ 2147483646 w 769"/>
                <a:gd name="T47" fmla="*/ 2147483646 h 769"/>
                <a:gd name="T48" fmla="*/ 2147483646 w 769"/>
                <a:gd name="T49" fmla="*/ 2147483646 h 769"/>
                <a:gd name="T50" fmla="*/ 2147483646 w 769"/>
                <a:gd name="T51" fmla="*/ 2147483646 h 769"/>
                <a:gd name="T52" fmla="*/ 2147483646 w 769"/>
                <a:gd name="T53" fmla="*/ 2147483646 h 769"/>
                <a:gd name="T54" fmla="*/ 2147483646 w 769"/>
                <a:gd name="T55" fmla="*/ 2147483646 h 769"/>
                <a:gd name="T56" fmla="*/ 2147483646 w 769"/>
                <a:gd name="T57" fmla="*/ 2147483646 h 769"/>
                <a:gd name="T58" fmla="*/ 2147483646 w 769"/>
                <a:gd name="T59" fmla="*/ 2147483646 h 769"/>
                <a:gd name="T60" fmla="*/ 2147483646 w 769"/>
                <a:gd name="T61" fmla="*/ 2147483646 h 769"/>
                <a:gd name="T62" fmla="*/ 2147483646 w 769"/>
                <a:gd name="T63" fmla="*/ 2147483646 h 769"/>
                <a:gd name="T64" fmla="*/ 2147483646 w 769"/>
                <a:gd name="T65" fmla="*/ 2147483646 h 769"/>
                <a:gd name="T66" fmla="*/ 2147483646 w 769"/>
                <a:gd name="T67" fmla="*/ 2147483646 h 769"/>
                <a:gd name="T68" fmla="*/ 2147483646 w 769"/>
                <a:gd name="T69" fmla="*/ 2147483646 h 769"/>
                <a:gd name="T70" fmla="*/ 2147483646 w 769"/>
                <a:gd name="T71" fmla="*/ 2147483646 h 769"/>
                <a:gd name="T72" fmla="*/ 2147483646 w 769"/>
                <a:gd name="T73" fmla="*/ 2147483646 h 769"/>
                <a:gd name="T74" fmla="*/ 2147483646 w 769"/>
                <a:gd name="T75" fmla="*/ 2147483646 h 769"/>
                <a:gd name="T76" fmla="*/ 2147483646 w 769"/>
                <a:gd name="T77" fmla="*/ 2147483646 h 769"/>
                <a:gd name="T78" fmla="*/ 2147483646 w 769"/>
                <a:gd name="T79" fmla="*/ 2147483646 h 769"/>
                <a:gd name="T80" fmla="*/ 2147483646 w 769"/>
                <a:gd name="T81" fmla="*/ 2147483646 h 769"/>
                <a:gd name="T82" fmla="*/ 2147483646 w 769"/>
                <a:gd name="T83" fmla="*/ 2147483646 h 769"/>
                <a:gd name="T84" fmla="*/ 2147483646 w 769"/>
                <a:gd name="T85" fmla="*/ 2147483646 h 769"/>
                <a:gd name="T86" fmla="*/ 2147483646 w 769"/>
                <a:gd name="T87" fmla="*/ 2147483646 h 769"/>
                <a:gd name="T88" fmla="*/ 2147483646 w 769"/>
                <a:gd name="T89" fmla="*/ 2147483646 h 769"/>
                <a:gd name="T90" fmla="*/ 2147483646 w 769"/>
                <a:gd name="T91" fmla="*/ 2147483646 h 769"/>
                <a:gd name="T92" fmla="*/ 2147483646 w 769"/>
                <a:gd name="T93" fmla="*/ 2147483646 h 769"/>
                <a:gd name="T94" fmla="*/ 2147483646 w 769"/>
                <a:gd name="T95" fmla="*/ 2147483646 h 769"/>
                <a:gd name="T96" fmla="*/ 2147483646 w 769"/>
                <a:gd name="T97" fmla="*/ 2147483646 h 769"/>
                <a:gd name="T98" fmla="*/ 2147483646 w 769"/>
                <a:gd name="T99" fmla="*/ 2147483646 h 769"/>
                <a:gd name="T100" fmla="*/ 2147483646 w 769"/>
                <a:gd name="T101" fmla="*/ 2147483646 h 769"/>
                <a:gd name="T102" fmla="*/ 2147483646 w 769"/>
                <a:gd name="T103" fmla="*/ 2147483646 h 769"/>
                <a:gd name="T104" fmla="*/ 2147483646 w 769"/>
                <a:gd name="T105" fmla="*/ 2147483646 h 769"/>
                <a:gd name="T106" fmla="*/ 2147483646 w 769"/>
                <a:gd name="T107" fmla="*/ 2147483646 h 769"/>
                <a:gd name="T108" fmla="*/ 2147483646 w 769"/>
                <a:gd name="T109" fmla="*/ 2147483646 h 769"/>
                <a:gd name="T110" fmla="*/ 0 w 769"/>
                <a:gd name="T111" fmla="*/ 2147483646 h 76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69"/>
                <a:gd name="T169" fmla="*/ 0 h 769"/>
                <a:gd name="T170" fmla="*/ 769 w 769"/>
                <a:gd name="T171" fmla="*/ 769 h 769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69" h="769">
                  <a:moveTo>
                    <a:pt x="0" y="394"/>
                  </a:moveTo>
                  <a:lnTo>
                    <a:pt x="0" y="376"/>
                  </a:lnTo>
                  <a:lnTo>
                    <a:pt x="0" y="356"/>
                  </a:lnTo>
                  <a:lnTo>
                    <a:pt x="2" y="338"/>
                  </a:lnTo>
                  <a:lnTo>
                    <a:pt x="4" y="319"/>
                  </a:lnTo>
                  <a:lnTo>
                    <a:pt x="7" y="301"/>
                  </a:lnTo>
                  <a:lnTo>
                    <a:pt x="12" y="282"/>
                  </a:lnTo>
                  <a:lnTo>
                    <a:pt x="16" y="265"/>
                  </a:lnTo>
                  <a:lnTo>
                    <a:pt x="23" y="246"/>
                  </a:lnTo>
                  <a:lnTo>
                    <a:pt x="30" y="230"/>
                  </a:lnTo>
                  <a:lnTo>
                    <a:pt x="37" y="213"/>
                  </a:lnTo>
                  <a:lnTo>
                    <a:pt x="45" y="197"/>
                  </a:lnTo>
                  <a:lnTo>
                    <a:pt x="55" y="181"/>
                  </a:lnTo>
                  <a:lnTo>
                    <a:pt x="64" y="166"/>
                  </a:lnTo>
                  <a:lnTo>
                    <a:pt x="75" y="151"/>
                  </a:lnTo>
                  <a:lnTo>
                    <a:pt x="85" y="138"/>
                  </a:lnTo>
                  <a:lnTo>
                    <a:pt x="97" y="123"/>
                  </a:lnTo>
                  <a:lnTo>
                    <a:pt x="110" y="111"/>
                  </a:lnTo>
                  <a:lnTo>
                    <a:pt x="124" y="98"/>
                  </a:lnTo>
                  <a:lnTo>
                    <a:pt x="137" y="86"/>
                  </a:lnTo>
                  <a:lnTo>
                    <a:pt x="151" y="75"/>
                  </a:lnTo>
                  <a:lnTo>
                    <a:pt x="166" y="65"/>
                  </a:lnTo>
                  <a:lnTo>
                    <a:pt x="181" y="55"/>
                  </a:lnTo>
                  <a:lnTo>
                    <a:pt x="196" y="46"/>
                  </a:lnTo>
                  <a:lnTo>
                    <a:pt x="212" y="37"/>
                  </a:lnTo>
                  <a:lnTo>
                    <a:pt x="230" y="30"/>
                  </a:lnTo>
                  <a:lnTo>
                    <a:pt x="247" y="24"/>
                  </a:lnTo>
                  <a:lnTo>
                    <a:pt x="264" y="17"/>
                  </a:lnTo>
                  <a:lnTo>
                    <a:pt x="281" y="12"/>
                  </a:lnTo>
                  <a:lnTo>
                    <a:pt x="300" y="8"/>
                  </a:lnTo>
                  <a:lnTo>
                    <a:pt x="318" y="5"/>
                  </a:lnTo>
                  <a:lnTo>
                    <a:pt x="337" y="2"/>
                  </a:lnTo>
                  <a:lnTo>
                    <a:pt x="357" y="1"/>
                  </a:lnTo>
                  <a:lnTo>
                    <a:pt x="375" y="0"/>
                  </a:lnTo>
                  <a:lnTo>
                    <a:pt x="393" y="0"/>
                  </a:lnTo>
                  <a:lnTo>
                    <a:pt x="412" y="1"/>
                  </a:lnTo>
                  <a:lnTo>
                    <a:pt x="431" y="2"/>
                  </a:lnTo>
                  <a:lnTo>
                    <a:pt x="450" y="5"/>
                  </a:lnTo>
                  <a:lnTo>
                    <a:pt x="468" y="8"/>
                  </a:lnTo>
                  <a:lnTo>
                    <a:pt x="487" y="12"/>
                  </a:lnTo>
                  <a:lnTo>
                    <a:pt x="505" y="17"/>
                  </a:lnTo>
                  <a:lnTo>
                    <a:pt x="522" y="24"/>
                  </a:lnTo>
                  <a:lnTo>
                    <a:pt x="540" y="30"/>
                  </a:lnTo>
                  <a:lnTo>
                    <a:pt x="556" y="37"/>
                  </a:lnTo>
                  <a:lnTo>
                    <a:pt x="571" y="46"/>
                  </a:lnTo>
                  <a:lnTo>
                    <a:pt x="587" y="55"/>
                  </a:lnTo>
                  <a:lnTo>
                    <a:pt x="603" y="65"/>
                  </a:lnTo>
                  <a:lnTo>
                    <a:pt x="618" y="75"/>
                  </a:lnTo>
                  <a:lnTo>
                    <a:pt x="632" y="86"/>
                  </a:lnTo>
                  <a:lnTo>
                    <a:pt x="646" y="98"/>
                  </a:lnTo>
                  <a:lnTo>
                    <a:pt x="659" y="111"/>
                  </a:lnTo>
                  <a:lnTo>
                    <a:pt x="671" y="123"/>
                  </a:lnTo>
                  <a:lnTo>
                    <a:pt x="683" y="138"/>
                  </a:lnTo>
                  <a:lnTo>
                    <a:pt x="693" y="151"/>
                  </a:lnTo>
                  <a:lnTo>
                    <a:pt x="704" y="166"/>
                  </a:lnTo>
                  <a:lnTo>
                    <a:pt x="714" y="181"/>
                  </a:lnTo>
                  <a:lnTo>
                    <a:pt x="722" y="197"/>
                  </a:lnTo>
                  <a:lnTo>
                    <a:pt x="732" y="213"/>
                  </a:lnTo>
                  <a:lnTo>
                    <a:pt x="738" y="230"/>
                  </a:lnTo>
                  <a:lnTo>
                    <a:pt x="745" y="246"/>
                  </a:lnTo>
                  <a:lnTo>
                    <a:pt x="752" y="265"/>
                  </a:lnTo>
                  <a:lnTo>
                    <a:pt x="757" y="282"/>
                  </a:lnTo>
                  <a:lnTo>
                    <a:pt x="761" y="301"/>
                  </a:lnTo>
                  <a:lnTo>
                    <a:pt x="764" y="319"/>
                  </a:lnTo>
                  <a:lnTo>
                    <a:pt x="766" y="338"/>
                  </a:lnTo>
                  <a:lnTo>
                    <a:pt x="767" y="356"/>
                  </a:lnTo>
                  <a:lnTo>
                    <a:pt x="769" y="376"/>
                  </a:lnTo>
                  <a:lnTo>
                    <a:pt x="769" y="394"/>
                  </a:lnTo>
                  <a:lnTo>
                    <a:pt x="767" y="413"/>
                  </a:lnTo>
                  <a:lnTo>
                    <a:pt x="766" y="432"/>
                  </a:lnTo>
                  <a:lnTo>
                    <a:pt x="764" y="451"/>
                  </a:lnTo>
                  <a:lnTo>
                    <a:pt x="761" y="469"/>
                  </a:lnTo>
                  <a:lnTo>
                    <a:pt x="757" y="488"/>
                  </a:lnTo>
                  <a:lnTo>
                    <a:pt x="752" y="505"/>
                  </a:lnTo>
                  <a:lnTo>
                    <a:pt x="745" y="523"/>
                  </a:lnTo>
                  <a:lnTo>
                    <a:pt x="738" y="539"/>
                  </a:lnTo>
                  <a:lnTo>
                    <a:pt x="732" y="557"/>
                  </a:lnTo>
                  <a:lnTo>
                    <a:pt x="722" y="572"/>
                  </a:lnTo>
                  <a:lnTo>
                    <a:pt x="714" y="588"/>
                  </a:lnTo>
                  <a:lnTo>
                    <a:pt x="704" y="604"/>
                  </a:lnTo>
                  <a:lnTo>
                    <a:pt x="693" y="619"/>
                  </a:lnTo>
                  <a:lnTo>
                    <a:pt x="683" y="632"/>
                  </a:lnTo>
                  <a:lnTo>
                    <a:pt x="671" y="647"/>
                  </a:lnTo>
                  <a:lnTo>
                    <a:pt x="659" y="659"/>
                  </a:lnTo>
                  <a:lnTo>
                    <a:pt x="646" y="672"/>
                  </a:lnTo>
                  <a:lnTo>
                    <a:pt x="632" y="684"/>
                  </a:lnTo>
                  <a:lnTo>
                    <a:pt x="618" y="694"/>
                  </a:lnTo>
                  <a:lnTo>
                    <a:pt x="603" y="705"/>
                  </a:lnTo>
                  <a:lnTo>
                    <a:pt x="587" y="714"/>
                  </a:lnTo>
                  <a:lnTo>
                    <a:pt x="571" y="724"/>
                  </a:lnTo>
                  <a:lnTo>
                    <a:pt x="556" y="733"/>
                  </a:lnTo>
                  <a:lnTo>
                    <a:pt x="540" y="740"/>
                  </a:lnTo>
                  <a:lnTo>
                    <a:pt x="522" y="746"/>
                  </a:lnTo>
                  <a:lnTo>
                    <a:pt x="505" y="753"/>
                  </a:lnTo>
                  <a:lnTo>
                    <a:pt x="487" y="758"/>
                  </a:lnTo>
                  <a:lnTo>
                    <a:pt x="468" y="762"/>
                  </a:lnTo>
                  <a:lnTo>
                    <a:pt x="450" y="765"/>
                  </a:lnTo>
                  <a:lnTo>
                    <a:pt x="431" y="767"/>
                  </a:lnTo>
                  <a:lnTo>
                    <a:pt x="412" y="769"/>
                  </a:lnTo>
                  <a:lnTo>
                    <a:pt x="393" y="769"/>
                  </a:lnTo>
                  <a:lnTo>
                    <a:pt x="375" y="769"/>
                  </a:lnTo>
                  <a:lnTo>
                    <a:pt x="357" y="769"/>
                  </a:lnTo>
                  <a:lnTo>
                    <a:pt x="337" y="767"/>
                  </a:lnTo>
                  <a:lnTo>
                    <a:pt x="318" y="765"/>
                  </a:lnTo>
                  <a:lnTo>
                    <a:pt x="300" y="762"/>
                  </a:lnTo>
                  <a:lnTo>
                    <a:pt x="281" y="758"/>
                  </a:lnTo>
                  <a:lnTo>
                    <a:pt x="264" y="753"/>
                  </a:lnTo>
                  <a:lnTo>
                    <a:pt x="247" y="746"/>
                  </a:lnTo>
                  <a:lnTo>
                    <a:pt x="230" y="740"/>
                  </a:lnTo>
                  <a:lnTo>
                    <a:pt x="212" y="733"/>
                  </a:lnTo>
                  <a:lnTo>
                    <a:pt x="196" y="724"/>
                  </a:lnTo>
                  <a:lnTo>
                    <a:pt x="181" y="714"/>
                  </a:lnTo>
                  <a:lnTo>
                    <a:pt x="166" y="705"/>
                  </a:lnTo>
                  <a:lnTo>
                    <a:pt x="151" y="694"/>
                  </a:lnTo>
                  <a:lnTo>
                    <a:pt x="137" y="684"/>
                  </a:lnTo>
                  <a:lnTo>
                    <a:pt x="124" y="672"/>
                  </a:lnTo>
                  <a:lnTo>
                    <a:pt x="110" y="659"/>
                  </a:lnTo>
                  <a:lnTo>
                    <a:pt x="97" y="647"/>
                  </a:lnTo>
                  <a:lnTo>
                    <a:pt x="85" y="632"/>
                  </a:lnTo>
                  <a:lnTo>
                    <a:pt x="75" y="619"/>
                  </a:lnTo>
                  <a:lnTo>
                    <a:pt x="64" y="604"/>
                  </a:lnTo>
                  <a:lnTo>
                    <a:pt x="55" y="588"/>
                  </a:lnTo>
                  <a:lnTo>
                    <a:pt x="45" y="572"/>
                  </a:lnTo>
                  <a:lnTo>
                    <a:pt x="37" y="557"/>
                  </a:lnTo>
                  <a:lnTo>
                    <a:pt x="30" y="539"/>
                  </a:lnTo>
                  <a:lnTo>
                    <a:pt x="23" y="523"/>
                  </a:lnTo>
                  <a:lnTo>
                    <a:pt x="16" y="505"/>
                  </a:lnTo>
                  <a:lnTo>
                    <a:pt x="12" y="488"/>
                  </a:lnTo>
                  <a:lnTo>
                    <a:pt x="7" y="469"/>
                  </a:lnTo>
                  <a:lnTo>
                    <a:pt x="4" y="451"/>
                  </a:lnTo>
                  <a:lnTo>
                    <a:pt x="2" y="432"/>
                  </a:lnTo>
                  <a:lnTo>
                    <a:pt x="0" y="413"/>
                  </a:lnTo>
                  <a:lnTo>
                    <a:pt x="0" y="394"/>
                  </a:lnTo>
                  <a:close/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290" name="Freeform 19">
              <a:extLst>
                <a:ext uri="{FF2B5EF4-FFF2-40B4-BE49-F238E27FC236}">
                  <a16:creationId xmlns:a16="http://schemas.microsoft.com/office/drawing/2014/main" id="{B18EDF08-18CA-42DD-A034-B22BA8810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700" y="731838"/>
              <a:ext cx="104775" cy="106362"/>
            </a:xfrm>
            <a:custGeom>
              <a:avLst/>
              <a:gdLst>
                <a:gd name="T0" fmla="*/ 2147483646 w 133"/>
                <a:gd name="T1" fmla="*/ 0 h 132"/>
                <a:gd name="T2" fmla="*/ 0 w 133"/>
                <a:gd name="T3" fmla="*/ 2147483646 h 132"/>
                <a:gd name="T4" fmla="*/ 2147483646 w 133"/>
                <a:gd name="T5" fmla="*/ 2147483646 h 132"/>
                <a:gd name="T6" fmla="*/ 2147483646 w 133"/>
                <a:gd name="T7" fmla="*/ 2147483646 h 132"/>
                <a:gd name="T8" fmla="*/ 2147483646 w 133"/>
                <a:gd name="T9" fmla="*/ 0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3"/>
                <a:gd name="T16" fmla="*/ 0 h 132"/>
                <a:gd name="T17" fmla="*/ 133 w 133"/>
                <a:gd name="T18" fmla="*/ 132 h 13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3" h="132">
                  <a:moveTo>
                    <a:pt x="80" y="0"/>
                  </a:moveTo>
                  <a:lnTo>
                    <a:pt x="0" y="132"/>
                  </a:lnTo>
                  <a:lnTo>
                    <a:pt x="133" y="53"/>
                  </a:lnTo>
                  <a:lnTo>
                    <a:pt x="106" y="26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291" name="Freeform 22">
              <a:extLst>
                <a:ext uri="{FF2B5EF4-FFF2-40B4-BE49-F238E27FC236}">
                  <a16:creationId xmlns:a16="http://schemas.microsoft.com/office/drawing/2014/main" id="{87655173-296B-40B3-88A5-746746830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738" y="290513"/>
              <a:ext cx="609600" cy="609600"/>
            </a:xfrm>
            <a:custGeom>
              <a:avLst/>
              <a:gdLst>
                <a:gd name="T0" fmla="*/ 0 w 769"/>
                <a:gd name="T1" fmla="*/ 2147483646 h 769"/>
                <a:gd name="T2" fmla="*/ 2147483646 w 769"/>
                <a:gd name="T3" fmla="*/ 2147483646 h 769"/>
                <a:gd name="T4" fmla="*/ 2147483646 w 769"/>
                <a:gd name="T5" fmla="*/ 2147483646 h 769"/>
                <a:gd name="T6" fmla="*/ 2147483646 w 769"/>
                <a:gd name="T7" fmla="*/ 2147483646 h 769"/>
                <a:gd name="T8" fmla="*/ 2147483646 w 769"/>
                <a:gd name="T9" fmla="*/ 2147483646 h 769"/>
                <a:gd name="T10" fmla="*/ 2147483646 w 769"/>
                <a:gd name="T11" fmla="*/ 2147483646 h 769"/>
                <a:gd name="T12" fmla="*/ 2147483646 w 769"/>
                <a:gd name="T13" fmla="*/ 2147483646 h 769"/>
                <a:gd name="T14" fmla="*/ 2147483646 w 769"/>
                <a:gd name="T15" fmla="*/ 2147483646 h 769"/>
                <a:gd name="T16" fmla="*/ 2147483646 w 769"/>
                <a:gd name="T17" fmla="*/ 2147483646 h 769"/>
                <a:gd name="T18" fmla="*/ 2147483646 w 769"/>
                <a:gd name="T19" fmla="*/ 2147483646 h 769"/>
                <a:gd name="T20" fmla="*/ 2147483646 w 769"/>
                <a:gd name="T21" fmla="*/ 2147483646 h 769"/>
                <a:gd name="T22" fmla="*/ 2147483646 w 769"/>
                <a:gd name="T23" fmla="*/ 0 h 769"/>
                <a:gd name="T24" fmla="*/ 2147483646 w 769"/>
                <a:gd name="T25" fmla="*/ 2147483646 h 769"/>
                <a:gd name="T26" fmla="*/ 2147483646 w 769"/>
                <a:gd name="T27" fmla="*/ 2147483646 h 769"/>
                <a:gd name="T28" fmla="*/ 2147483646 w 769"/>
                <a:gd name="T29" fmla="*/ 2147483646 h 769"/>
                <a:gd name="T30" fmla="*/ 2147483646 w 769"/>
                <a:gd name="T31" fmla="*/ 2147483646 h 769"/>
                <a:gd name="T32" fmla="*/ 2147483646 w 769"/>
                <a:gd name="T33" fmla="*/ 2147483646 h 769"/>
                <a:gd name="T34" fmla="*/ 2147483646 w 769"/>
                <a:gd name="T35" fmla="*/ 2147483646 h 769"/>
                <a:gd name="T36" fmla="*/ 2147483646 w 769"/>
                <a:gd name="T37" fmla="*/ 2147483646 h 769"/>
                <a:gd name="T38" fmla="*/ 2147483646 w 769"/>
                <a:gd name="T39" fmla="*/ 2147483646 h 769"/>
                <a:gd name="T40" fmla="*/ 2147483646 w 769"/>
                <a:gd name="T41" fmla="*/ 2147483646 h 769"/>
                <a:gd name="T42" fmla="*/ 2147483646 w 769"/>
                <a:gd name="T43" fmla="*/ 2147483646 h 769"/>
                <a:gd name="T44" fmla="*/ 2147483646 w 769"/>
                <a:gd name="T45" fmla="*/ 2147483646 h 769"/>
                <a:gd name="T46" fmla="*/ 2147483646 w 769"/>
                <a:gd name="T47" fmla="*/ 2147483646 h 769"/>
                <a:gd name="T48" fmla="*/ 2147483646 w 769"/>
                <a:gd name="T49" fmla="*/ 2147483646 h 769"/>
                <a:gd name="T50" fmla="*/ 2147483646 w 769"/>
                <a:gd name="T51" fmla="*/ 2147483646 h 769"/>
                <a:gd name="T52" fmla="*/ 2147483646 w 769"/>
                <a:gd name="T53" fmla="*/ 2147483646 h 769"/>
                <a:gd name="T54" fmla="*/ 2147483646 w 769"/>
                <a:gd name="T55" fmla="*/ 2147483646 h 769"/>
                <a:gd name="T56" fmla="*/ 2147483646 w 769"/>
                <a:gd name="T57" fmla="*/ 2147483646 h 769"/>
                <a:gd name="T58" fmla="*/ 2147483646 w 769"/>
                <a:gd name="T59" fmla="*/ 2147483646 h 769"/>
                <a:gd name="T60" fmla="*/ 2147483646 w 769"/>
                <a:gd name="T61" fmla="*/ 2147483646 h 769"/>
                <a:gd name="T62" fmla="*/ 2147483646 w 769"/>
                <a:gd name="T63" fmla="*/ 2147483646 h 769"/>
                <a:gd name="T64" fmla="*/ 2147483646 w 769"/>
                <a:gd name="T65" fmla="*/ 2147483646 h 769"/>
                <a:gd name="T66" fmla="*/ 2147483646 w 769"/>
                <a:gd name="T67" fmla="*/ 2147483646 h 769"/>
                <a:gd name="T68" fmla="*/ 2147483646 w 769"/>
                <a:gd name="T69" fmla="*/ 2147483646 h 769"/>
                <a:gd name="T70" fmla="*/ 2147483646 w 769"/>
                <a:gd name="T71" fmla="*/ 2147483646 h 769"/>
                <a:gd name="T72" fmla="*/ 2147483646 w 769"/>
                <a:gd name="T73" fmla="*/ 2147483646 h 769"/>
                <a:gd name="T74" fmla="*/ 2147483646 w 769"/>
                <a:gd name="T75" fmla="*/ 2147483646 h 769"/>
                <a:gd name="T76" fmla="*/ 2147483646 w 769"/>
                <a:gd name="T77" fmla="*/ 2147483646 h 769"/>
                <a:gd name="T78" fmla="*/ 2147483646 w 769"/>
                <a:gd name="T79" fmla="*/ 2147483646 h 769"/>
                <a:gd name="T80" fmla="*/ 2147483646 w 769"/>
                <a:gd name="T81" fmla="*/ 2147483646 h 769"/>
                <a:gd name="T82" fmla="*/ 2147483646 w 769"/>
                <a:gd name="T83" fmla="*/ 2147483646 h 769"/>
                <a:gd name="T84" fmla="*/ 2147483646 w 769"/>
                <a:gd name="T85" fmla="*/ 2147483646 h 769"/>
                <a:gd name="T86" fmla="*/ 2147483646 w 769"/>
                <a:gd name="T87" fmla="*/ 2147483646 h 769"/>
                <a:gd name="T88" fmla="*/ 2147483646 w 769"/>
                <a:gd name="T89" fmla="*/ 2147483646 h 769"/>
                <a:gd name="T90" fmla="*/ 2147483646 w 769"/>
                <a:gd name="T91" fmla="*/ 2147483646 h 769"/>
                <a:gd name="T92" fmla="*/ 2147483646 w 769"/>
                <a:gd name="T93" fmla="*/ 2147483646 h 769"/>
                <a:gd name="T94" fmla="*/ 2147483646 w 769"/>
                <a:gd name="T95" fmla="*/ 2147483646 h 769"/>
                <a:gd name="T96" fmla="*/ 2147483646 w 769"/>
                <a:gd name="T97" fmla="*/ 2147483646 h 769"/>
                <a:gd name="T98" fmla="*/ 2147483646 w 769"/>
                <a:gd name="T99" fmla="*/ 2147483646 h 769"/>
                <a:gd name="T100" fmla="*/ 2147483646 w 769"/>
                <a:gd name="T101" fmla="*/ 2147483646 h 769"/>
                <a:gd name="T102" fmla="*/ 2147483646 w 769"/>
                <a:gd name="T103" fmla="*/ 2147483646 h 769"/>
                <a:gd name="T104" fmla="*/ 2147483646 w 769"/>
                <a:gd name="T105" fmla="*/ 2147483646 h 769"/>
                <a:gd name="T106" fmla="*/ 2147483646 w 769"/>
                <a:gd name="T107" fmla="*/ 2147483646 h 769"/>
                <a:gd name="T108" fmla="*/ 2147483646 w 769"/>
                <a:gd name="T109" fmla="*/ 2147483646 h 769"/>
                <a:gd name="T110" fmla="*/ 0 w 769"/>
                <a:gd name="T111" fmla="*/ 2147483646 h 76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69"/>
                <a:gd name="T169" fmla="*/ 0 h 769"/>
                <a:gd name="T170" fmla="*/ 769 w 769"/>
                <a:gd name="T171" fmla="*/ 769 h 769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69" h="769">
                  <a:moveTo>
                    <a:pt x="0" y="394"/>
                  </a:moveTo>
                  <a:lnTo>
                    <a:pt x="0" y="376"/>
                  </a:lnTo>
                  <a:lnTo>
                    <a:pt x="0" y="357"/>
                  </a:lnTo>
                  <a:lnTo>
                    <a:pt x="2" y="338"/>
                  </a:lnTo>
                  <a:lnTo>
                    <a:pt x="4" y="319"/>
                  </a:lnTo>
                  <a:lnTo>
                    <a:pt x="7" y="301"/>
                  </a:lnTo>
                  <a:lnTo>
                    <a:pt x="12" y="282"/>
                  </a:lnTo>
                  <a:lnTo>
                    <a:pt x="16" y="265"/>
                  </a:lnTo>
                  <a:lnTo>
                    <a:pt x="23" y="246"/>
                  </a:lnTo>
                  <a:lnTo>
                    <a:pt x="30" y="231"/>
                  </a:lnTo>
                  <a:lnTo>
                    <a:pt x="37" y="213"/>
                  </a:lnTo>
                  <a:lnTo>
                    <a:pt x="45" y="197"/>
                  </a:lnTo>
                  <a:lnTo>
                    <a:pt x="55" y="182"/>
                  </a:lnTo>
                  <a:lnTo>
                    <a:pt x="64" y="166"/>
                  </a:lnTo>
                  <a:lnTo>
                    <a:pt x="75" y="151"/>
                  </a:lnTo>
                  <a:lnTo>
                    <a:pt x="85" y="138"/>
                  </a:lnTo>
                  <a:lnTo>
                    <a:pt x="97" y="123"/>
                  </a:lnTo>
                  <a:lnTo>
                    <a:pt x="110" y="111"/>
                  </a:lnTo>
                  <a:lnTo>
                    <a:pt x="124" y="98"/>
                  </a:lnTo>
                  <a:lnTo>
                    <a:pt x="137" y="86"/>
                  </a:lnTo>
                  <a:lnTo>
                    <a:pt x="151" y="75"/>
                  </a:lnTo>
                  <a:lnTo>
                    <a:pt x="166" y="65"/>
                  </a:lnTo>
                  <a:lnTo>
                    <a:pt x="181" y="56"/>
                  </a:lnTo>
                  <a:lnTo>
                    <a:pt x="196" y="46"/>
                  </a:lnTo>
                  <a:lnTo>
                    <a:pt x="212" y="37"/>
                  </a:lnTo>
                  <a:lnTo>
                    <a:pt x="230" y="30"/>
                  </a:lnTo>
                  <a:lnTo>
                    <a:pt x="247" y="24"/>
                  </a:lnTo>
                  <a:lnTo>
                    <a:pt x="264" y="17"/>
                  </a:lnTo>
                  <a:lnTo>
                    <a:pt x="281" y="12"/>
                  </a:lnTo>
                  <a:lnTo>
                    <a:pt x="300" y="8"/>
                  </a:lnTo>
                  <a:lnTo>
                    <a:pt x="318" y="5"/>
                  </a:lnTo>
                  <a:lnTo>
                    <a:pt x="337" y="3"/>
                  </a:lnTo>
                  <a:lnTo>
                    <a:pt x="357" y="1"/>
                  </a:lnTo>
                  <a:lnTo>
                    <a:pt x="375" y="0"/>
                  </a:lnTo>
                  <a:lnTo>
                    <a:pt x="393" y="0"/>
                  </a:lnTo>
                  <a:lnTo>
                    <a:pt x="412" y="1"/>
                  </a:lnTo>
                  <a:lnTo>
                    <a:pt x="431" y="3"/>
                  </a:lnTo>
                  <a:lnTo>
                    <a:pt x="450" y="5"/>
                  </a:lnTo>
                  <a:lnTo>
                    <a:pt x="468" y="8"/>
                  </a:lnTo>
                  <a:lnTo>
                    <a:pt x="487" y="12"/>
                  </a:lnTo>
                  <a:lnTo>
                    <a:pt x="505" y="17"/>
                  </a:lnTo>
                  <a:lnTo>
                    <a:pt x="522" y="24"/>
                  </a:lnTo>
                  <a:lnTo>
                    <a:pt x="540" y="30"/>
                  </a:lnTo>
                  <a:lnTo>
                    <a:pt x="556" y="37"/>
                  </a:lnTo>
                  <a:lnTo>
                    <a:pt x="571" y="46"/>
                  </a:lnTo>
                  <a:lnTo>
                    <a:pt x="587" y="56"/>
                  </a:lnTo>
                  <a:lnTo>
                    <a:pt x="603" y="65"/>
                  </a:lnTo>
                  <a:lnTo>
                    <a:pt x="618" y="75"/>
                  </a:lnTo>
                  <a:lnTo>
                    <a:pt x="632" y="86"/>
                  </a:lnTo>
                  <a:lnTo>
                    <a:pt x="646" y="98"/>
                  </a:lnTo>
                  <a:lnTo>
                    <a:pt x="659" y="111"/>
                  </a:lnTo>
                  <a:lnTo>
                    <a:pt x="671" y="123"/>
                  </a:lnTo>
                  <a:lnTo>
                    <a:pt x="683" y="138"/>
                  </a:lnTo>
                  <a:lnTo>
                    <a:pt x="693" y="151"/>
                  </a:lnTo>
                  <a:lnTo>
                    <a:pt x="704" y="166"/>
                  </a:lnTo>
                  <a:lnTo>
                    <a:pt x="714" y="182"/>
                  </a:lnTo>
                  <a:lnTo>
                    <a:pt x="722" y="197"/>
                  </a:lnTo>
                  <a:lnTo>
                    <a:pt x="732" y="213"/>
                  </a:lnTo>
                  <a:lnTo>
                    <a:pt x="738" y="231"/>
                  </a:lnTo>
                  <a:lnTo>
                    <a:pt x="745" y="246"/>
                  </a:lnTo>
                  <a:lnTo>
                    <a:pt x="752" y="265"/>
                  </a:lnTo>
                  <a:lnTo>
                    <a:pt x="757" y="282"/>
                  </a:lnTo>
                  <a:lnTo>
                    <a:pt x="761" y="301"/>
                  </a:lnTo>
                  <a:lnTo>
                    <a:pt x="764" y="319"/>
                  </a:lnTo>
                  <a:lnTo>
                    <a:pt x="766" y="338"/>
                  </a:lnTo>
                  <a:lnTo>
                    <a:pt x="767" y="357"/>
                  </a:lnTo>
                  <a:lnTo>
                    <a:pt x="769" y="376"/>
                  </a:lnTo>
                  <a:lnTo>
                    <a:pt x="769" y="394"/>
                  </a:lnTo>
                  <a:lnTo>
                    <a:pt x="767" y="414"/>
                  </a:lnTo>
                  <a:lnTo>
                    <a:pt x="766" y="432"/>
                  </a:lnTo>
                  <a:lnTo>
                    <a:pt x="764" y="451"/>
                  </a:lnTo>
                  <a:lnTo>
                    <a:pt x="761" y="469"/>
                  </a:lnTo>
                  <a:lnTo>
                    <a:pt x="757" y="488"/>
                  </a:lnTo>
                  <a:lnTo>
                    <a:pt x="752" y="505"/>
                  </a:lnTo>
                  <a:lnTo>
                    <a:pt x="745" y="524"/>
                  </a:lnTo>
                  <a:lnTo>
                    <a:pt x="738" y="539"/>
                  </a:lnTo>
                  <a:lnTo>
                    <a:pt x="732" y="557"/>
                  </a:lnTo>
                  <a:lnTo>
                    <a:pt x="722" y="573"/>
                  </a:lnTo>
                  <a:lnTo>
                    <a:pt x="714" y="589"/>
                  </a:lnTo>
                  <a:lnTo>
                    <a:pt x="704" y="604"/>
                  </a:lnTo>
                  <a:lnTo>
                    <a:pt x="693" y="619"/>
                  </a:lnTo>
                  <a:lnTo>
                    <a:pt x="683" y="632"/>
                  </a:lnTo>
                  <a:lnTo>
                    <a:pt x="671" y="647"/>
                  </a:lnTo>
                  <a:lnTo>
                    <a:pt x="659" y="659"/>
                  </a:lnTo>
                  <a:lnTo>
                    <a:pt x="646" y="672"/>
                  </a:lnTo>
                  <a:lnTo>
                    <a:pt x="632" y="684"/>
                  </a:lnTo>
                  <a:lnTo>
                    <a:pt x="618" y="695"/>
                  </a:lnTo>
                  <a:lnTo>
                    <a:pt x="603" y="705"/>
                  </a:lnTo>
                  <a:lnTo>
                    <a:pt x="587" y="714"/>
                  </a:lnTo>
                  <a:lnTo>
                    <a:pt x="571" y="724"/>
                  </a:lnTo>
                  <a:lnTo>
                    <a:pt x="556" y="733"/>
                  </a:lnTo>
                  <a:lnTo>
                    <a:pt x="540" y="740"/>
                  </a:lnTo>
                  <a:lnTo>
                    <a:pt x="522" y="746"/>
                  </a:lnTo>
                  <a:lnTo>
                    <a:pt x="505" y="753"/>
                  </a:lnTo>
                  <a:lnTo>
                    <a:pt x="487" y="758"/>
                  </a:lnTo>
                  <a:lnTo>
                    <a:pt x="468" y="762"/>
                  </a:lnTo>
                  <a:lnTo>
                    <a:pt x="450" y="765"/>
                  </a:lnTo>
                  <a:lnTo>
                    <a:pt x="431" y="767"/>
                  </a:lnTo>
                  <a:lnTo>
                    <a:pt x="412" y="769"/>
                  </a:lnTo>
                  <a:lnTo>
                    <a:pt x="393" y="769"/>
                  </a:lnTo>
                  <a:lnTo>
                    <a:pt x="375" y="769"/>
                  </a:lnTo>
                  <a:lnTo>
                    <a:pt x="357" y="769"/>
                  </a:lnTo>
                  <a:lnTo>
                    <a:pt x="337" y="767"/>
                  </a:lnTo>
                  <a:lnTo>
                    <a:pt x="318" y="765"/>
                  </a:lnTo>
                  <a:lnTo>
                    <a:pt x="300" y="762"/>
                  </a:lnTo>
                  <a:lnTo>
                    <a:pt x="281" y="758"/>
                  </a:lnTo>
                  <a:lnTo>
                    <a:pt x="264" y="753"/>
                  </a:lnTo>
                  <a:lnTo>
                    <a:pt x="247" y="746"/>
                  </a:lnTo>
                  <a:lnTo>
                    <a:pt x="230" y="740"/>
                  </a:lnTo>
                  <a:lnTo>
                    <a:pt x="212" y="733"/>
                  </a:lnTo>
                  <a:lnTo>
                    <a:pt x="196" y="724"/>
                  </a:lnTo>
                  <a:lnTo>
                    <a:pt x="181" y="714"/>
                  </a:lnTo>
                  <a:lnTo>
                    <a:pt x="166" y="705"/>
                  </a:lnTo>
                  <a:lnTo>
                    <a:pt x="151" y="695"/>
                  </a:lnTo>
                  <a:lnTo>
                    <a:pt x="137" y="684"/>
                  </a:lnTo>
                  <a:lnTo>
                    <a:pt x="124" y="672"/>
                  </a:lnTo>
                  <a:lnTo>
                    <a:pt x="110" y="659"/>
                  </a:lnTo>
                  <a:lnTo>
                    <a:pt x="97" y="647"/>
                  </a:lnTo>
                  <a:lnTo>
                    <a:pt x="85" y="632"/>
                  </a:lnTo>
                  <a:lnTo>
                    <a:pt x="75" y="619"/>
                  </a:lnTo>
                  <a:lnTo>
                    <a:pt x="64" y="604"/>
                  </a:lnTo>
                  <a:lnTo>
                    <a:pt x="55" y="589"/>
                  </a:lnTo>
                  <a:lnTo>
                    <a:pt x="45" y="573"/>
                  </a:lnTo>
                  <a:lnTo>
                    <a:pt x="37" y="557"/>
                  </a:lnTo>
                  <a:lnTo>
                    <a:pt x="30" y="539"/>
                  </a:lnTo>
                  <a:lnTo>
                    <a:pt x="23" y="524"/>
                  </a:lnTo>
                  <a:lnTo>
                    <a:pt x="16" y="505"/>
                  </a:lnTo>
                  <a:lnTo>
                    <a:pt x="12" y="488"/>
                  </a:lnTo>
                  <a:lnTo>
                    <a:pt x="7" y="469"/>
                  </a:lnTo>
                  <a:lnTo>
                    <a:pt x="4" y="451"/>
                  </a:lnTo>
                  <a:lnTo>
                    <a:pt x="2" y="432"/>
                  </a:lnTo>
                  <a:lnTo>
                    <a:pt x="0" y="414"/>
                  </a:lnTo>
                  <a:lnTo>
                    <a:pt x="0" y="394"/>
                  </a:lnTo>
                  <a:close/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292" name="Freeform 24">
              <a:extLst>
                <a:ext uri="{FF2B5EF4-FFF2-40B4-BE49-F238E27FC236}">
                  <a16:creationId xmlns:a16="http://schemas.microsoft.com/office/drawing/2014/main" id="{DB225903-75E5-40FD-804C-EE501B99B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113" y="835025"/>
              <a:ext cx="693737" cy="598488"/>
            </a:xfrm>
            <a:custGeom>
              <a:avLst/>
              <a:gdLst>
                <a:gd name="T0" fmla="*/ 2147483646 w 874"/>
                <a:gd name="T1" fmla="*/ 2147483646 h 753"/>
                <a:gd name="T2" fmla="*/ 2147483646 w 874"/>
                <a:gd name="T3" fmla="*/ 2147483646 h 753"/>
                <a:gd name="T4" fmla="*/ 2147483646 w 874"/>
                <a:gd name="T5" fmla="*/ 2147483646 h 753"/>
                <a:gd name="T6" fmla="*/ 2147483646 w 874"/>
                <a:gd name="T7" fmla="*/ 2147483646 h 753"/>
                <a:gd name="T8" fmla="*/ 2147483646 w 874"/>
                <a:gd name="T9" fmla="*/ 2147483646 h 753"/>
                <a:gd name="T10" fmla="*/ 2147483646 w 874"/>
                <a:gd name="T11" fmla="*/ 2147483646 h 753"/>
                <a:gd name="T12" fmla="*/ 2147483646 w 874"/>
                <a:gd name="T13" fmla="*/ 2147483646 h 753"/>
                <a:gd name="T14" fmla="*/ 2147483646 w 874"/>
                <a:gd name="T15" fmla="*/ 2147483646 h 753"/>
                <a:gd name="T16" fmla="*/ 2147483646 w 874"/>
                <a:gd name="T17" fmla="*/ 2147483646 h 753"/>
                <a:gd name="T18" fmla="*/ 2147483646 w 874"/>
                <a:gd name="T19" fmla="*/ 2147483646 h 753"/>
                <a:gd name="T20" fmla="*/ 0 w 874"/>
                <a:gd name="T21" fmla="*/ 2147483646 h 753"/>
                <a:gd name="T22" fmla="*/ 2147483646 w 874"/>
                <a:gd name="T23" fmla="*/ 2147483646 h 753"/>
                <a:gd name="T24" fmla="*/ 2147483646 w 874"/>
                <a:gd name="T25" fmla="*/ 2147483646 h 753"/>
                <a:gd name="T26" fmla="*/ 2147483646 w 874"/>
                <a:gd name="T27" fmla="*/ 2147483646 h 753"/>
                <a:gd name="T28" fmla="*/ 2147483646 w 874"/>
                <a:gd name="T29" fmla="*/ 2147483646 h 753"/>
                <a:gd name="T30" fmla="*/ 2147483646 w 874"/>
                <a:gd name="T31" fmla="*/ 2147483646 h 753"/>
                <a:gd name="T32" fmla="*/ 2147483646 w 874"/>
                <a:gd name="T33" fmla="*/ 2147483646 h 753"/>
                <a:gd name="T34" fmla="*/ 2147483646 w 874"/>
                <a:gd name="T35" fmla="*/ 2147483646 h 753"/>
                <a:gd name="T36" fmla="*/ 2147483646 w 874"/>
                <a:gd name="T37" fmla="*/ 2147483646 h 753"/>
                <a:gd name="T38" fmla="*/ 2147483646 w 874"/>
                <a:gd name="T39" fmla="*/ 2147483646 h 753"/>
                <a:gd name="T40" fmla="*/ 2147483646 w 874"/>
                <a:gd name="T41" fmla="*/ 2147483646 h 753"/>
                <a:gd name="T42" fmla="*/ 2147483646 w 874"/>
                <a:gd name="T43" fmla="*/ 2147483646 h 753"/>
                <a:gd name="T44" fmla="*/ 2147483646 w 874"/>
                <a:gd name="T45" fmla="*/ 2147483646 h 753"/>
                <a:gd name="T46" fmla="*/ 2147483646 w 874"/>
                <a:gd name="T47" fmla="*/ 2147483646 h 753"/>
                <a:gd name="T48" fmla="*/ 2147483646 w 874"/>
                <a:gd name="T49" fmla="*/ 2147483646 h 753"/>
                <a:gd name="T50" fmla="*/ 2147483646 w 874"/>
                <a:gd name="T51" fmla="*/ 2147483646 h 753"/>
                <a:gd name="T52" fmla="*/ 2147483646 w 874"/>
                <a:gd name="T53" fmla="*/ 2147483646 h 753"/>
                <a:gd name="T54" fmla="*/ 2147483646 w 874"/>
                <a:gd name="T55" fmla="*/ 2147483646 h 753"/>
                <a:gd name="T56" fmla="*/ 2147483646 w 874"/>
                <a:gd name="T57" fmla="*/ 2147483646 h 753"/>
                <a:gd name="T58" fmla="*/ 2147483646 w 874"/>
                <a:gd name="T59" fmla="*/ 2147483646 h 753"/>
                <a:gd name="T60" fmla="*/ 2147483646 w 874"/>
                <a:gd name="T61" fmla="*/ 2147483646 h 753"/>
                <a:gd name="T62" fmla="*/ 2147483646 w 874"/>
                <a:gd name="T63" fmla="*/ 2147483646 h 753"/>
                <a:gd name="T64" fmla="*/ 2147483646 w 874"/>
                <a:gd name="T65" fmla="*/ 2147483646 h 753"/>
                <a:gd name="T66" fmla="*/ 2147483646 w 874"/>
                <a:gd name="T67" fmla="*/ 2147483646 h 753"/>
                <a:gd name="T68" fmla="*/ 2147483646 w 874"/>
                <a:gd name="T69" fmla="*/ 2147483646 h 753"/>
                <a:gd name="T70" fmla="*/ 2147483646 w 874"/>
                <a:gd name="T71" fmla="*/ 2147483646 h 753"/>
                <a:gd name="T72" fmla="*/ 2147483646 w 874"/>
                <a:gd name="T73" fmla="*/ 2147483646 h 753"/>
                <a:gd name="T74" fmla="*/ 2147483646 w 874"/>
                <a:gd name="T75" fmla="*/ 2147483646 h 753"/>
                <a:gd name="T76" fmla="*/ 2147483646 w 874"/>
                <a:gd name="T77" fmla="*/ 2147483646 h 753"/>
                <a:gd name="T78" fmla="*/ 2147483646 w 874"/>
                <a:gd name="T79" fmla="*/ 2147483646 h 753"/>
                <a:gd name="T80" fmla="*/ 2147483646 w 874"/>
                <a:gd name="T81" fmla="*/ 2147483646 h 753"/>
                <a:gd name="T82" fmla="*/ 2147483646 w 874"/>
                <a:gd name="T83" fmla="*/ 2147483646 h 753"/>
                <a:gd name="T84" fmla="*/ 2147483646 w 874"/>
                <a:gd name="T85" fmla="*/ 2147483646 h 753"/>
                <a:gd name="T86" fmla="*/ 2147483646 w 874"/>
                <a:gd name="T87" fmla="*/ 0 h 75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74"/>
                <a:gd name="T133" fmla="*/ 0 h 753"/>
                <a:gd name="T134" fmla="*/ 874 w 874"/>
                <a:gd name="T135" fmla="*/ 753 h 75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74" h="753">
                  <a:moveTo>
                    <a:pt x="437" y="0"/>
                  </a:moveTo>
                  <a:lnTo>
                    <a:pt x="414" y="1"/>
                  </a:lnTo>
                  <a:lnTo>
                    <a:pt x="392" y="2"/>
                  </a:lnTo>
                  <a:lnTo>
                    <a:pt x="371" y="5"/>
                  </a:lnTo>
                  <a:lnTo>
                    <a:pt x="348" y="8"/>
                  </a:lnTo>
                  <a:lnTo>
                    <a:pt x="327" y="12"/>
                  </a:lnTo>
                  <a:lnTo>
                    <a:pt x="307" y="17"/>
                  </a:lnTo>
                  <a:lnTo>
                    <a:pt x="286" y="23"/>
                  </a:lnTo>
                  <a:lnTo>
                    <a:pt x="266" y="30"/>
                  </a:lnTo>
                  <a:lnTo>
                    <a:pt x="248" y="38"/>
                  </a:lnTo>
                  <a:lnTo>
                    <a:pt x="228" y="46"/>
                  </a:lnTo>
                  <a:lnTo>
                    <a:pt x="210" y="55"/>
                  </a:lnTo>
                  <a:lnTo>
                    <a:pt x="192" y="65"/>
                  </a:lnTo>
                  <a:lnTo>
                    <a:pt x="175" y="75"/>
                  </a:lnTo>
                  <a:lnTo>
                    <a:pt x="159" y="86"/>
                  </a:lnTo>
                  <a:lnTo>
                    <a:pt x="143" y="98"/>
                  </a:lnTo>
                  <a:lnTo>
                    <a:pt x="127" y="111"/>
                  </a:lnTo>
                  <a:lnTo>
                    <a:pt x="112" y="124"/>
                  </a:lnTo>
                  <a:lnTo>
                    <a:pt x="99" y="137"/>
                  </a:lnTo>
                  <a:lnTo>
                    <a:pt x="86" y="152"/>
                  </a:lnTo>
                  <a:lnTo>
                    <a:pt x="74" y="167"/>
                  </a:lnTo>
                  <a:lnTo>
                    <a:pt x="62" y="181"/>
                  </a:lnTo>
                  <a:lnTo>
                    <a:pt x="51" y="197"/>
                  </a:lnTo>
                  <a:lnTo>
                    <a:pt x="42" y="213"/>
                  </a:lnTo>
                  <a:lnTo>
                    <a:pt x="34" y="230"/>
                  </a:lnTo>
                  <a:lnTo>
                    <a:pt x="26" y="248"/>
                  </a:lnTo>
                  <a:lnTo>
                    <a:pt x="18" y="265"/>
                  </a:lnTo>
                  <a:lnTo>
                    <a:pt x="13" y="283"/>
                  </a:lnTo>
                  <a:lnTo>
                    <a:pt x="8" y="301"/>
                  </a:lnTo>
                  <a:lnTo>
                    <a:pt x="4" y="319"/>
                  </a:lnTo>
                  <a:lnTo>
                    <a:pt x="1" y="338"/>
                  </a:lnTo>
                  <a:lnTo>
                    <a:pt x="0" y="358"/>
                  </a:lnTo>
                  <a:lnTo>
                    <a:pt x="0" y="376"/>
                  </a:lnTo>
                  <a:lnTo>
                    <a:pt x="0" y="396"/>
                  </a:lnTo>
                  <a:lnTo>
                    <a:pt x="1" y="416"/>
                  </a:lnTo>
                  <a:lnTo>
                    <a:pt x="4" y="434"/>
                  </a:lnTo>
                  <a:lnTo>
                    <a:pt x="8" y="453"/>
                  </a:lnTo>
                  <a:lnTo>
                    <a:pt x="13" y="470"/>
                  </a:lnTo>
                  <a:lnTo>
                    <a:pt x="18" y="489"/>
                  </a:lnTo>
                  <a:lnTo>
                    <a:pt x="26" y="506"/>
                  </a:lnTo>
                  <a:lnTo>
                    <a:pt x="34" y="523"/>
                  </a:lnTo>
                  <a:lnTo>
                    <a:pt x="42" y="540"/>
                  </a:lnTo>
                  <a:lnTo>
                    <a:pt x="51" y="556"/>
                  </a:lnTo>
                  <a:lnTo>
                    <a:pt x="62" y="572"/>
                  </a:lnTo>
                  <a:lnTo>
                    <a:pt x="74" y="587"/>
                  </a:lnTo>
                  <a:lnTo>
                    <a:pt x="86" y="601"/>
                  </a:lnTo>
                  <a:lnTo>
                    <a:pt x="99" y="616"/>
                  </a:lnTo>
                  <a:lnTo>
                    <a:pt x="112" y="629"/>
                  </a:lnTo>
                  <a:lnTo>
                    <a:pt x="127" y="643"/>
                  </a:lnTo>
                  <a:lnTo>
                    <a:pt x="143" y="656"/>
                  </a:lnTo>
                  <a:lnTo>
                    <a:pt x="159" y="668"/>
                  </a:lnTo>
                  <a:lnTo>
                    <a:pt x="175" y="678"/>
                  </a:lnTo>
                  <a:lnTo>
                    <a:pt x="192" y="689"/>
                  </a:lnTo>
                  <a:lnTo>
                    <a:pt x="210" y="698"/>
                  </a:lnTo>
                  <a:lnTo>
                    <a:pt x="228" y="708"/>
                  </a:lnTo>
                  <a:lnTo>
                    <a:pt x="248" y="715"/>
                  </a:lnTo>
                  <a:lnTo>
                    <a:pt x="266" y="723"/>
                  </a:lnTo>
                  <a:lnTo>
                    <a:pt x="286" y="730"/>
                  </a:lnTo>
                  <a:lnTo>
                    <a:pt x="307" y="737"/>
                  </a:lnTo>
                  <a:lnTo>
                    <a:pt x="327" y="742"/>
                  </a:lnTo>
                  <a:lnTo>
                    <a:pt x="348" y="746"/>
                  </a:lnTo>
                  <a:lnTo>
                    <a:pt x="371" y="749"/>
                  </a:lnTo>
                  <a:lnTo>
                    <a:pt x="392" y="751"/>
                  </a:lnTo>
                  <a:lnTo>
                    <a:pt x="414" y="753"/>
                  </a:lnTo>
                  <a:lnTo>
                    <a:pt x="437" y="753"/>
                  </a:lnTo>
                  <a:lnTo>
                    <a:pt x="460" y="753"/>
                  </a:lnTo>
                  <a:lnTo>
                    <a:pt x="482" y="751"/>
                  </a:lnTo>
                  <a:lnTo>
                    <a:pt x="503" y="749"/>
                  </a:lnTo>
                  <a:lnTo>
                    <a:pt x="524" y="746"/>
                  </a:lnTo>
                  <a:lnTo>
                    <a:pt x="546" y="742"/>
                  </a:lnTo>
                  <a:lnTo>
                    <a:pt x="567" y="737"/>
                  </a:lnTo>
                  <a:lnTo>
                    <a:pt x="587" y="730"/>
                  </a:lnTo>
                  <a:lnTo>
                    <a:pt x="607" y="723"/>
                  </a:lnTo>
                  <a:lnTo>
                    <a:pt x="626" y="715"/>
                  </a:lnTo>
                  <a:lnTo>
                    <a:pt x="645" y="708"/>
                  </a:lnTo>
                  <a:lnTo>
                    <a:pt x="664" y="698"/>
                  </a:lnTo>
                  <a:lnTo>
                    <a:pt x="681" y="689"/>
                  </a:lnTo>
                  <a:lnTo>
                    <a:pt x="698" y="678"/>
                  </a:lnTo>
                  <a:lnTo>
                    <a:pt x="715" y="668"/>
                  </a:lnTo>
                  <a:lnTo>
                    <a:pt x="731" y="656"/>
                  </a:lnTo>
                  <a:lnTo>
                    <a:pt x="746" y="643"/>
                  </a:lnTo>
                  <a:lnTo>
                    <a:pt x="760" y="629"/>
                  </a:lnTo>
                  <a:lnTo>
                    <a:pt x="775" y="616"/>
                  </a:lnTo>
                  <a:lnTo>
                    <a:pt x="787" y="601"/>
                  </a:lnTo>
                  <a:lnTo>
                    <a:pt x="800" y="587"/>
                  </a:lnTo>
                  <a:lnTo>
                    <a:pt x="811" y="572"/>
                  </a:lnTo>
                  <a:lnTo>
                    <a:pt x="821" y="556"/>
                  </a:lnTo>
                  <a:lnTo>
                    <a:pt x="830" y="540"/>
                  </a:lnTo>
                  <a:lnTo>
                    <a:pt x="840" y="523"/>
                  </a:lnTo>
                  <a:lnTo>
                    <a:pt x="848" y="506"/>
                  </a:lnTo>
                  <a:lnTo>
                    <a:pt x="854" y="489"/>
                  </a:lnTo>
                  <a:lnTo>
                    <a:pt x="861" y="470"/>
                  </a:lnTo>
                  <a:lnTo>
                    <a:pt x="865" y="453"/>
                  </a:lnTo>
                  <a:lnTo>
                    <a:pt x="869" y="434"/>
                  </a:lnTo>
                  <a:lnTo>
                    <a:pt x="872" y="416"/>
                  </a:lnTo>
                  <a:lnTo>
                    <a:pt x="874" y="396"/>
                  </a:lnTo>
                  <a:lnTo>
                    <a:pt x="874" y="376"/>
                  </a:lnTo>
                  <a:lnTo>
                    <a:pt x="874" y="358"/>
                  </a:lnTo>
                  <a:lnTo>
                    <a:pt x="872" y="338"/>
                  </a:lnTo>
                  <a:lnTo>
                    <a:pt x="869" y="319"/>
                  </a:lnTo>
                  <a:lnTo>
                    <a:pt x="865" y="301"/>
                  </a:lnTo>
                  <a:lnTo>
                    <a:pt x="861" y="283"/>
                  </a:lnTo>
                  <a:lnTo>
                    <a:pt x="854" y="265"/>
                  </a:lnTo>
                  <a:lnTo>
                    <a:pt x="848" y="248"/>
                  </a:lnTo>
                  <a:lnTo>
                    <a:pt x="840" y="230"/>
                  </a:lnTo>
                  <a:lnTo>
                    <a:pt x="830" y="213"/>
                  </a:lnTo>
                  <a:lnTo>
                    <a:pt x="821" y="197"/>
                  </a:lnTo>
                  <a:lnTo>
                    <a:pt x="811" y="181"/>
                  </a:lnTo>
                  <a:lnTo>
                    <a:pt x="800" y="167"/>
                  </a:lnTo>
                  <a:lnTo>
                    <a:pt x="787" y="152"/>
                  </a:lnTo>
                  <a:lnTo>
                    <a:pt x="775" y="137"/>
                  </a:lnTo>
                  <a:lnTo>
                    <a:pt x="760" y="124"/>
                  </a:lnTo>
                  <a:lnTo>
                    <a:pt x="746" y="111"/>
                  </a:lnTo>
                  <a:lnTo>
                    <a:pt x="731" y="98"/>
                  </a:lnTo>
                  <a:lnTo>
                    <a:pt x="715" y="86"/>
                  </a:lnTo>
                  <a:lnTo>
                    <a:pt x="698" y="75"/>
                  </a:lnTo>
                  <a:lnTo>
                    <a:pt x="681" y="65"/>
                  </a:lnTo>
                  <a:lnTo>
                    <a:pt x="664" y="55"/>
                  </a:lnTo>
                  <a:lnTo>
                    <a:pt x="645" y="46"/>
                  </a:lnTo>
                  <a:lnTo>
                    <a:pt x="626" y="38"/>
                  </a:lnTo>
                  <a:lnTo>
                    <a:pt x="607" y="30"/>
                  </a:lnTo>
                  <a:lnTo>
                    <a:pt x="587" y="23"/>
                  </a:lnTo>
                  <a:lnTo>
                    <a:pt x="567" y="17"/>
                  </a:lnTo>
                  <a:lnTo>
                    <a:pt x="546" y="12"/>
                  </a:lnTo>
                  <a:lnTo>
                    <a:pt x="524" y="8"/>
                  </a:lnTo>
                  <a:lnTo>
                    <a:pt x="503" y="5"/>
                  </a:lnTo>
                  <a:lnTo>
                    <a:pt x="482" y="2"/>
                  </a:lnTo>
                  <a:lnTo>
                    <a:pt x="460" y="1"/>
                  </a:lnTo>
                  <a:lnTo>
                    <a:pt x="437" y="0"/>
                  </a:lnTo>
                </a:path>
              </a:pathLst>
            </a:custGeom>
            <a:solidFill>
              <a:schemeClr val="bg1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293" name="Rectangle 25">
              <a:extLst>
                <a:ext uri="{FF2B5EF4-FFF2-40B4-BE49-F238E27FC236}">
                  <a16:creationId xmlns:a16="http://schemas.microsoft.com/office/drawing/2014/main" id="{A34B16B2-F483-44F4-9315-BB75316DA0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7663" y="1031875"/>
              <a:ext cx="396875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Idle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294" name="Freeform 26">
              <a:extLst>
                <a:ext uri="{FF2B5EF4-FFF2-40B4-BE49-F238E27FC236}">
                  <a16:creationId xmlns:a16="http://schemas.microsoft.com/office/drawing/2014/main" id="{2D56D517-1599-4E27-9351-413AC07D7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925" y="2014538"/>
              <a:ext cx="1192213" cy="596900"/>
            </a:xfrm>
            <a:custGeom>
              <a:avLst/>
              <a:gdLst>
                <a:gd name="T0" fmla="*/ 2147483646 w 1502"/>
                <a:gd name="T1" fmla="*/ 2147483646 h 753"/>
                <a:gd name="T2" fmla="*/ 2147483646 w 1502"/>
                <a:gd name="T3" fmla="*/ 2147483646 h 753"/>
                <a:gd name="T4" fmla="*/ 2147483646 w 1502"/>
                <a:gd name="T5" fmla="*/ 2147483646 h 753"/>
                <a:gd name="T6" fmla="*/ 2147483646 w 1502"/>
                <a:gd name="T7" fmla="*/ 2147483646 h 753"/>
                <a:gd name="T8" fmla="*/ 2147483646 w 1502"/>
                <a:gd name="T9" fmla="*/ 2147483646 h 753"/>
                <a:gd name="T10" fmla="*/ 2147483646 w 1502"/>
                <a:gd name="T11" fmla="*/ 2147483646 h 753"/>
                <a:gd name="T12" fmla="*/ 2147483646 w 1502"/>
                <a:gd name="T13" fmla="*/ 2147483646 h 753"/>
                <a:gd name="T14" fmla="*/ 2147483646 w 1502"/>
                <a:gd name="T15" fmla="*/ 2147483646 h 753"/>
                <a:gd name="T16" fmla="*/ 2147483646 w 1502"/>
                <a:gd name="T17" fmla="*/ 2147483646 h 753"/>
                <a:gd name="T18" fmla="*/ 2147483646 w 1502"/>
                <a:gd name="T19" fmla="*/ 2147483646 h 753"/>
                <a:gd name="T20" fmla="*/ 0 w 1502"/>
                <a:gd name="T21" fmla="*/ 2147483646 h 753"/>
                <a:gd name="T22" fmla="*/ 2147483646 w 1502"/>
                <a:gd name="T23" fmla="*/ 2147483646 h 753"/>
                <a:gd name="T24" fmla="*/ 2147483646 w 1502"/>
                <a:gd name="T25" fmla="*/ 2147483646 h 753"/>
                <a:gd name="T26" fmla="*/ 2147483646 w 1502"/>
                <a:gd name="T27" fmla="*/ 2147483646 h 753"/>
                <a:gd name="T28" fmla="*/ 2147483646 w 1502"/>
                <a:gd name="T29" fmla="*/ 2147483646 h 753"/>
                <a:gd name="T30" fmla="*/ 2147483646 w 1502"/>
                <a:gd name="T31" fmla="*/ 2147483646 h 753"/>
                <a:gd name="T32" fmla="*/ 2147483646 w 1502"/>
                <a:gd name="T33" fmla="*/ 2147483646 h 753"/>
                <a:gd name="T34" fmla="*/ 2147483646 w 1502"/>
                <a:gd name="T35" fmla="*/ 2147483646 h 753"/>
                <a:gd name="T36" fmla="*/ 2147483646 w 1502"/>
                <a:gd name="T37" fmla="*/ 2147483646 h 753"/>
                <a:gd name="T38" fmla="*/ 2147483646 w 1502"/>
                <a:gd name="T39" fmla="*/ 2147483646 h 753"/>
                <a:gd name="T40" fmla="*/ 2147483646 w 1502"/>
                <a:gd name="T41" fmla="*/ 2147483646 h 753"/>
                <a:gd name="T42" fmla="*/ 2147483646 w 1502"/>
                <a:gd name="T43" fmla="*/ 2147483646 h 753"/>
                <a:gd name="T44" fmla="*/ 2147483646 w 1502"/>
                <a:gd name="T45" fmla="*/ 2147483646 h 753"/>
                <a:gd name="T46" fmla="*/ 2147483646 w 1502"/>
                <a:gd name="T47" fmla="*/ 2147483646 h 753"/>
                <a:gd name="T48" fmla="*/ 2147483646 w 1502"/>
                <a:gd name="T49" fmla="*/ 2147483646 h 753"/>
                <a:gd name="T50" fmla="*/ 2147483646 w 1502"/>
                <a:gd name="T51" fmla="*/ 2147483646 h 753"/>
                <a:gd name="T52" fmla="*/ 2147483646 w 1502"/>
                <a:gd name="T53" fmla="*/ 2147483646 h 753"/>
                <a:gd name="T54" fmla="*/ 2147483646 w 1502"/>
                <a:gd name="T55" fmla="*/ 2147483646 h 753"/>
                <a:gd name="T56" fmla="*/ 2147483646 w 1502"/>
                <a:gd name="T57" fmla="*/ 2147483646 h 753"/>
                <a:gd name="T58" fmla="*/ 2147483646 w 1502"/>
                <a:gd name="T59" fmla="*/ 2147483646 h 753"/>
                <a:gd name="T60" fmla="*/ 2147483646 w 1502"/>
                <a:gd name="T61" fmla="*/ 2147483646 h 753"/>
                <a:gd name="T62" fmla="*/ 2147483646 w 1502"/>
                <a:gd name="T63" fmla="*/ 2147483646 h 753"/>
                <a:gd name="T64" fmla="*/ 2147483646 w 1502"/>
                <a:gd name="T65" fmla="*/ 2147483646 h 753"/>
                <a:gd name="T66" fmla="*/ 2147483646 w 1502"/>
                <a:gd name="T67" fmla="*/ 2147483646 h 753"/>
                <a:gd name="T68" fmla="*/ 2147483646 w 1502"/>
                <a:gd name="T69" fmla="*/ 2147483646 h 753"/>
                <a:gd name="T70" fmla="*/ 2147483646 w 1502"/>
                <a:gd name="T71" fmla="*/ 2147483646 h 753"/>
                <a:gd name="T72" fmla="*/ 2147483646 w 1502"/>
                <a:gd name="T73" fmla="*/ 2147483646 h 753"/>
                <a:gd name="T74" fmla="*/ 2147483646 w 1502"/>
                <a:gd name="T75" fmla="*/ 2147483646 h 753"/>
                <a:gd name="T76" fmla="*/ 2147483646 w 1502"/>
                <a:gd name="T77" fmla="*/ 2147483646 h 753"/>
                <a:gd name="T78" fmla="*/ 2147483646 w 1502"/>
                <a:gd name="T79" fmla="*/ 2147483646 h 753"/>
                <a:gd name="T80" fmla="*/ 2147483646 w 1502"/>
                <a:gd name="T81" fmla="*/ 2147483646 h 753"/>
                <a:gd name="T82" fmla="*/ 2147483646 w 1502"/>
                <a:gd name="T83" fmla="*/ 2147483646 h 753"/>
                <a:gd name="T84" fmla="*/ 2147483646 w 1502"/>
                <a:gd name="T85" fmla="*/ 2147483646 h 753"/>
                <a:gd name="T86" fmla="*/ 2147483646 w 1502"/>
                <a:gd name="T87" fmla="*/ 0 h 75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02"/>
                <a:gd name="T133" fmla="*/ 0 h 753"/>
                <a:gd name="T134" fmla="*/ 1502 w 1502"/>
                <a:gd name="T135" fmla="*/ 753 h 75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02" h="753">
                  <a:moveTo>
                    <a:pt x="751" y="0"/>
                  </a:moveTo>
                  <a:lnTo>
                    <a:pt x="712" y="2"/>
                  </a:lnTo>
                  <a:lnTo>
                    <a:pt x="674" y="3"/>
                  </a:lnTo>
                  <a:lnTo>
                    <a:pt x="637" y="6"/>
                  </a:lnTo>
                  <a:lnTo>
                    <a:pt x="600" y="8"/>
                  </a:lnTo>
                  <a:lnTo>
                    <a:pt x="563" y="12"/>
                  </a:lnTo>
                  <a:lnTo>
                    <a:pt x="528" y="18"/>
                  </a:lnTo>
                  <a:lnTo>
                    <a:pt x="492" y="24"/>
                  </a:lnTo>
                  <a:lnTo>
                    <a:pt x="458" y="31"/>
                  </a:lnTo>
                  <a:lnTo>
                    <a:pt x="425" y="39"/>
                  </a:lnTo>
                  <a:lnTo>
                    <a:pt x="393" y="47"/>
                  </a:lnTo>
                  <a:lnTo>
                    <a:pt x="361" y="56"/>
                  </a:lnTo>
                  <a:lnTo>
                    <a:pt x="331" y="65"/>
                  </a:lnTo>
                  <a:lnTo>
                    <a:pt x="302" y="76"/>
                  </a:lnTo>
                  <a:lnTo>
                    <a:pt x="274" y="86"/>
                  </a:lnTo>
                  <a:lnTo>
                    <a:pt x="246" y="98"/>
                  </a:lnTo>
                  <a:lnTo>
                    <a:pt x="220" y="112"/>
                  </a:lnTo>
                  <a:lnTo>
                    <a:pt x="194" y="125"/>
                  </a:lnTo>
                  <a:lnTo>
                    <a:pt x="172" y="138"/>
                  </a:lnTo>
                  <a:lnTo>
                    <a:pt x="149" y="153"/>
                  </a:lnTo>
                  <a:lnTo>
                    <a:pt x="128" y="167"/>
                  </a:lnTo>
                  <a:lnTo>
                    <a:pt x="108" y="182"/>
                  </a:lnTo>
                  <a:lnTo>
                    <a:pt x="91" y="198"/>
                  </a:lnTo>
                  <a:lnTo>
                    <a:pt x="74" y="214"/>
                  </a:lnTo>
                  <a:lnTo>
                    <a:pt x="59" y="231"/>
                  </a:lnTo>
                  <a:lnTo>
                    <a:pt x="46" y="248"/>
                  </a:lnTo>
                  <a:lnTo>
                    <a:pt x="34" y="265"/>
                  </a:lnTo>
                  <a:lnTo>
                    <a:pt x="23" y="284"/>
                  </a:lnTo>
                  <a:lnTo>
                    <a:pt x="16" y="301"/>
                  </a:lnTo>
                  <a:lnTo>
                    <a:pt x="9" y="320"/>
                  </a:lnTo>
                  <a:lnTo>
                    <a:pt x="4" y="338"/>
                  </a:lnTo>
                  <a:lnTo>
                    <a:pt x="1" y="358"/>
                  </a:lnTo>
                  <a:lnTo>
                    <a:pt x="0" y="377"/>
                  </a:lnTo>
                  <a:lnTo>
                    <a:pt x="1" y="397"/>
                  </a:lnTo>
                  <a:lnTo>
                    <a:pt x="4" y="417"/>
                  </a:lnTo>
                  <a:lnTo>
                    <a:pt x="9" y="435"/>
                  </a:lnTo>
                  <a:lnTo>
                    <a:pt x="16" y="454"/>
                  </a:lnTo>
                  <a:lnTo>
                    <a:pt x="23" y="471"/>
                  </a:lnTo>
                  <a:lnTo>
                    <a:pt x="34" y="489"/>
                  </a:lnTo>
                  <a:lnTo>
                    <a:pt x="46" y="507"/>
                  </a:lnTo>
                  <a:lnTo>
                    <a:pt x="59" y="524"/>
                  </a:lnTo>
                  <a:lnTo>
                    <a:pt x="74" y="541"/>
                  </a:lnTo>
                  <a:lnTo>
                    <a:pt x="91" y="557"/>
                  </a:lnTo>
                  <a:lnTo>
                    <a:pt x="108" y="573"/>
                  </a:lnTo>
                  <a:lnTo>
                    <a:pt x="128" y="588"/>
                  </a:lnTo>
                  <a:lnTo>
                    <a:pt x="149" y="602"/>
                  </a:lnTo>
                  <a:lnTo>
                    <a:pt x="172" y="617"/>
                  </a:lnTo>
                  <a:lnTo>
                    <a:pt x="194" y="630"/>
                  </a:lnTo>
                  <a:lnTo>
                    <a:pt x="220" y="643"/>
                  </a:lnTo>
                  <a:lnTo>
                    <a:pt x="246" y="657"/>
                  </a:lnTo>
                  <a:lnTo>
                    <a:pt x="274" y="668"/>
                  </a:lnTo>
                  <a:lnTo>
                    <a:pt x="302" y="679"/>
                  </a:lnTo>
                  <a:lnTo>
                    <a:pt x="331" y="690"/>
                  </a:lnTo>
                  <a:lnTo>
                    <a:pt x="361" y="699"/>
                  </a:lnTo>
                  <a:lnTo>
                    <a:pt x="393" y="708"/>
                  </a:lnTo>
                  <a:lnTo>
                    <a:pt x="425" y="716"/>
                  </a:lnTo>
                  <a:lnTo>
                    <a:pt x="458" y="724"/>
                  </a:lnTo>
                  <a:lnTo>
                    <a:pt x="492" y="731"/>
                  </a:lnTo>
                  <a:lnTo>
                    <a:pt x="528" y="737"/>
                  </a:lnTo>
                  <a:lnTo>
                    <a:pt x="563" y="743"/>
                  </a:lnTo>
                  <a:lnTo>
                    <a:pt x="600" y="747"/>
                  </a:lnTo>
                  <a:lnTo>
                    <a:pt x="637" y="749"/>
                  </a:lnTo>
                  <a:lnTo>
                    <a:pt x="674" y="752"/>
                  </a:lnTo>
                  <a:lnTo>
                    <a:pt x="712" y="753"/>
                  </a:lnTo>
                  <a:lnTo>
                    <a:pt x="751" y="753"/>
                  </a:lnTo>
                  <a:lnTo>
                    <a:pt x="789" y="753"/>
                  </a:lnTo>
                  <a:lnTo>
                    <a:pt x="828" y="752"/>
                  </a:lnTo>
                  <a:lnTo>
                    <a:pt x="866" y="749"/>
                  </a:lnTo>
                  <a:lnTo>
                    <a:pt x="902" y="747"/>
                  </a:lnTo>
                  <a:lnTo>
                    <a:pt x="939" y="743"/>
                  </a:lnTo>
                  <a:lnTo>
                    <a:pt x="975" y="737"/>
                  </a:lnTo>
                  <a:lnTo>
                    <a:pt x="1009" y="731"/>
                  </a:lnTo>
                  <a:lnTo>
                    <a:pt x="1044" y="724"/>
                  </a:lnTo>
                  <a:lnTo>
                    <a:pt x="1077" y="716"/>
                  </a:lnTo>
                  <a:lnTo>
                    <a:pt x="1109" y="708"/>
                  </a:lnTo>
                  <a:lnTo>
                    <a:pt x="1140" y="699"/>
                  </a:lnTo>
                  <a:lnTo>
                    <a:pt x="1171" y="690"/>
                  </a:lnTo>
                  <a:lnTo>
                    <a:pt x="1200" y="679"/>
                  </a:lnTo>
                  <a:lnTo>
                    <a:pt x="1229" y="668"/>
                  </a:lnTo>
                  <a:lnTo>
                    <a:pt x="1256" y="657"/>
                  </a:lnTo>
                  <a:lnTo>
                    <a:pt x="1282" y="643"/>
                  </a:lnTo>
                  <a:lnTo>
                    <a:pt x="1307" y="630"/>
                  </a:lnTo>
                  <a:lnTo>
                    <a:pt x="1331" y="617"/>
                  </a:lnTo>
                  <a:lnTo>
                    <a:pt x="1354" y="602"/>
                  </a:lnTo>
                  <a:lnTo>
                    <a:pt x="1374" y="588"/>
                  </a:lnTo>
                  <a:lnTo>
                    <a:pt x="1393" y="573"/>
                  </a:lnTo>
                  <a:lnTo>
                    <a:pt x="1412" y="557"/>
                  </a:lnTo>
                  <a:lnTo>
                    <a:pt x="1428" y="541"/>
                  </a:lnTo>
                  <a:lnTo>
                    <a:pt x="1444" y="524"/>
                  </a:lnTo>
                  <a:lnTo>
                    <a:pt x="1457" y="507"/>
                  </a:lnTo>
                  <a:lnTo>
                    <a:pt x="1469" y="489"/>
                  </a:lnTo>
                  <a:lnTo>
                    <a:pt x="1478" y="471"/>
                  </a:lnTo>
                  <a:lnTo>
                    <a:pt x="1487" y="454"/>
                  </a:lnTo>
                  <a:lnTo>
                    <a:pt x="1494" y="435"/>
                  </a:lnTo>
                  <a:lnTo>
                    <a:pt x="1498" y="417"/>
                  </a:lnTo>
                  <a:lnTo>
                    <a:pt x="1501" y="397"/>
                  </a:lnTo>
                  <a:lnTo>
                    <a:pt x="1502" y="377"/>
                  </a:lnTo>
                  <a:lnTo>
                    <a:pt x="1501" y="358"/>
                  </a:lnTo>
                  <a:lnTo>
                    <a:pt x="1498" y="338"/>
                  </a:lnTo>
                  <a:lnTo>
                    <a:pt x="1494" y="320"/>
                  </a:lnTo>
                  <a:lnTo>
                    <a:pt x="1487" y="301"/>
                  </a:lnTo>
                  <a:lnTo>
                    <a:pt x="1478" y="284"/>
                  </a:lnTo>
                  <a:lnTo>
                    <a:pt x="1469" y="265"/>
                  </a:lnTo>
                  <a:lnTo>
                    <a:pt x="1457" y="248"/>
                  </a:lnTo>
                  <a:lnTo>
                    <a:pt x="1444" y="231"/>
                  </a:lnTo>
                  <a:lnTo>
                    <a:pt x="1428" y="214"/>
                  </a:lnTo>
                  <a:lnTo>
                    <a:pt x="1412" y="198"/>
                  </a:lnTo>
                  <a:lnTo>
                    <a:pt x="1393" y="182"/>
                  </a:lnTo>
                  <a:lnTo>
                    <a:pt x="1374" y="167"/>
                  </a:lnTo>
                  <a:lnTo>
                    <a:pt x="1354" y="153"/>
                  </a:lnTo>
                  <a:lnTo>
                    <a:pt x="1331" y="138"/>
                  </a:lnTo>
                  <a:lnTo>
                    <a:pt x="1307" y="125"/>
                  </a:lnTo>
                  <a:lnTo>
                    <a:pt x="1282" y="112"/>
                  </a:lnTo>
                  <a:lnTo>
                    <a:pt x="1256" y="98"/>
                  </a:lnTo>
                  <a:lnTo>
                    <a:pt x="1229" y="86"/>
                  </a:lnTo>
                  <a:lnTo>
                    <a:pt x="1200" y="76"/>
                  </a:lnTo>
                  <a:lnTo>
                    <a:pt x="1171" y="65"/>
                  </a:lnTo>
                  <a:lnTo>
                    <a:pt x="1140" y="56"/>
                  </a:lnTo>
                  <a:lnTo>
                    <a:pt x="1109" y="47"/>
                  </a:lnTo>
                  <a:lnTo>
                    <a:pt x="1077" y="39"/>
                  </a:lnTo>
                  <a:lnTo>
                    <a:pt x="1044" y="31"/>
                  </a:lnTo>
                  <a:lnTo>
                    <a:pt x="1009" y="24"/>
                  </a:lnTo>
                  <a:lnTo>
                    <a:pt x="975" y="18"/>
                  </a:lnTo>
                  <a:lnTo>
                    <a:pt x="939" y="12"/>
                  </a:lnTo>
                  <a:lnTo>
                    <a:pt x="902" y="8"/>
                  </a:lnTo>
                  <a:lnTo>
                    <a:pt x="866" y="6"/>
                  </a:lnTo>
                  <a:lnTo>
                    <a:pt x="828" y="3"/>
                  </a:lnTo>
                  <a:lnTo>
                    <a:pt x="789" y="2"/>
                  </a:lnTo>
                  <a:lnTo>
                    <a:pt x="751" y="0"/>
                  </a:lnTo>
                </a:path>
              </a:pathLst>
            </a:custGeom>
            <a:solidFill>
              <a:schemeClr val="bg1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295" name="Freeform 27">
              <a:extLst>
                <a:ext uri="{FF2B5EF4-FFF2-40B4-BE49-F238E27FC236}">
                  <a16:creationId xmlns:a16="http://schemas.microsoft.com/office/drawing/2014/main" id="{B3AD579C-29C7-41FD-8C49-8849BABBF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250" y="3468688"/>
              <a:ext cx="125413" cy="104775"/>
            </a:xfrm>
            <a:custGeom>
              <a:avLst/>
              <a:gdLst>
                <a:gd name="T0" fmla="*/ 2147483646 w 159"/>
                <a:gd name="T1" fmla="*/ 0 h 133"/>
                <a:gd name="T2" fmla="*/ 0 w 159"/>
                <a:gd name="T3" fmla="*/ 2147483646 h 133"/>
                <a:gd name="T4" fmla="*/ 2147483646 w 159"/>
                <a:gd name="T5" fmla="*/ 2147483646 h 133"/>
                <a:gd name="T6" fmla="*/ 2147483646 w 159"/>
                <a:gd name="T7" fmla="*/ 2147483646 h 133"/>
                <a:gd name="T8" fmla="*/ 2147483646 w 159"/>
                <a:gd name="T9" fmla="*/ 0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133"/>
                <a:gd name="T17" fmla="*/ 159 w 159"/>
                <a:gd name="T18" fmla="*/ 133 h 1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133">
                  <a:moveTo>
                    <a:pt x="106" y="0"/>
                  </a:moveTo>
                  <a:lnTo>
                    <a:pt x="0" y="133"/>
                  </a:lnTo>
                  <a:lnTo>
                    <a:pt x="159" y="53"/>
                  </a:lnTo>
                  <a:lnTo>
                    <a:pt x="133" y="27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296" name="Freeform 28">
              <a:extLst>
                <a:ext uri="{FF2B5EF4-FFF2-40B4-BE49-F238E27FC236}">
                  <a16:creationId xmlns:a16="http://schemas.microsoft.com/office/drawing/2014/main" id="{7F09CEC8-E5FB-44C0-8AEE-9534740C7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738" y="1227138"/>
              <a:ext cx="676275" cy="2257425"/>
            </a:xfrm>
            <a:custGeom>
              <a:avLst/>
              <a:gdLst>
                <a:gd name="T0" fmla="*/ 0 w 850"/>
                <a:gd name="T1" fmla="*/ 0 h 2845"/>
                <a:gd name="T2" fmla="*/ 2147483646 w 850"/>
                <a:gd name="T3" fmla="*/ 2147483646 h 2845"/>
                <a:gd name="T4" fmla="*/ 2147483646 w 850"/>
                <a:gd name="T5" fmla="*/ 2147483646 h 2845"/>
                <a:gd name="T6" fmla="*/ 2147483646 w 850"/>
                <a:gd name="T7" fmla="*/ 2147483646 h 2845"/>
                <a:gd name="T8" fmla="*/ 2147483646 w 850"/>
                <a:gd name="T9" fmla="*/ 2147483646 h 2845"/>
                <a:gd name="T10" fmla="*/ 2147483646 w 850"/>
                <a:gd name="T11" fmla="*/ 2147483646 h 2845"/>
                <a:gd name="T12" fmla="*/ 2147483646 w 850"/>
                <a:gd name="T13" fmla="*/ 2147483646 h 2845"/>
                <a:gd name="T14" fmla="*/ 2147483646 w 850"/>
                <a:gd name="T15" fmla="*/ 2147483646 h 2845"/>
                <a:gd name="T16" fmla="*/ 2147483646 w 850"/>
                <a:gd name="T17" fmla="*/ 2147483646 h 2845"/>
                <a:gd name="T18" fmla="*/ 2147483646 w 850"/>
                <a:gd name="T19" fmla="*/ 2147483646 h 2845"/>
                <a:gd name="T20" fmla="*/ 2147483646 w 850"/>
                <a:gd name="T21" fmla="*/ 2147483646 h 2845"/>
                <a:gd name="T22" fmla="*/ 2147483646 w 850"/>
                <a:gd name="T23" fmla="*/ 2147483646 h 2845"/>
                <a:gd name="T24" fmla="*/ 2147483646 w 850"/>
                <a:gd name="T25" fmla="*/ 2147483646 h 2845"/>
                <a:gd name="T26" fmla="*/ 2147483646 w 850"/>
                <a:gd name="T27" fmla="*/ 2147483646 h 2845"/>
                <a:gd name="T28" fmla="*/ 2147483646 w 850"/>
                <a:gd name="T29" fmla="*/ 2147483646 h 2845"/>
                <a:gd name="T30" fmla="*/ 2147483646 w 850"/>
                <a:gd name="T31" fmla="*/ 2147483646 h 2845"/>
                <a:gd name="T32" fmla="*/ 2147483646 w 850"/>
                <a:gd name="T33" fmla="*/ 2147483646 h 2845"/>
                <a:gd name="T34" fmla="*/ 2147483646 w 850"/>
                <a:gd name="T35" fmla="*/ 2147483646 h 2845"/>
                <a:gd name="T36" fmla="*/ 2147483646 w 850"/>
                <a:gd name="T37" fmla="*/ 2147483646 h 2845"/>
                <a:gd name="T38" fmla="*/ 2147483646 w 850"/>
                <a:gd name="T39" fmla="*/ 2147483646 h 2845"/>
                <a:gd name="T40" fmla="*/ 2147483646 w 850"/>
                <a:gd name="T41" fmla="*/ 2147483646 h 2845"/>
                <a:gd name="T42" fmla="*/ 2147483646 w 850"/>
                <a:gd name="T43" fmla="*/ 2147483646 h 2845"/>
                <a:gd name="T44" fmla="*/ 2147483646 w 850"/>
                <a:gd name="T45" fmla="*/ 2147483646 h 2845"/>
                <a:gd name="T46" fmla="*/ 2147483646 w 850"/>
                <a:gd name="T47" fmla="*/ 2147483646 h 2845"/>
                <a:gd name="T48" fmla="*/ 2147483646 w 850"/>
                <a:gd name="T49" fmla="*/ 2147483646 h 2845"/>
                <a:gd name="T50" fmla="*/ 2147483646 w 850"/>
                <a:gd name="T51" fmla="*/ 2147483646 h 2845"/>
                <a:gd name="T52" fmla="*/ 2147483646 w 850"/>
                <a:gd name="T53" fmla="*/ 2147483646 h 2845"/>
                <a:gd name="T54" fmla="*/ 2147483646 w 850"/>
                <a:gd name="T55" fmla="*/ 2147483646 h 2845"/>
                <a:gd name="T56" fmla="*/ 2147483646 w 850"/>
                <a:gd name="T57" fmla="*/ 2147483646 h 2845"/>
                <a:gd name="T58" fmla="*/ 2147483646 w 850"/>
                <a:gd name="T59" fmla="*/ 2147483646 h 2845"/>
                <a:gd name="T60" fmla="*/ 2147483646 w 850"/>
                <a:gd name="T61" fmla="*/ 2147483646 h 2845"/>
                <a:gd name="T62" fmla="*/ 2147483646 w 850"/>
                <a:gd name="T63" fmla="*/ 2147483646 h 2845"/>
                <a:gd name="T64" fmla="*/ 2147483646 w 850"/>
                <a:gd name="T65" fmla="*/ 2147483646 h 284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850"/>
                <a:gd name="T100" fmla="*/ 0 h 2845"/>
                <a:gd name="T101" fmla="*/ 850 w 850"/>
                <a:gd name="T102" fmla="*/ 2845 h 284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850" h="2845">
                  <a:moveTo>
                    <a:pt x="0" y="0"/>
                  </a:moveTo>
                  <a:lnTo>
                    <a:pt x="91" y="61"/>
                  </a:lnTo>
                  <a:lnTo>
                    <a:pt x="177" y="128"/>
                  </a:lnTo>
                  <a:lnTo>
                    <a:pt x="257" y="201"/>
                  </a:lnTo>
                  <a:lnTo>
                    <a:pt x="331" y="279"/>
                  </a:lnTo>
                  <a:lnTo>
                    <a:pt x="401" y="363"/>
                  </a:lnTo>
                  <a:lnTo>
                    <a:pt x="465" y="452"/>
                  </a:lnTo>
                  <a:lnTo>
                    <a:pt x="525" y="545"/>
                  </a:lnTo>
                  <a:lnTo>
                    <a:pt x="579" y="640"/>
                  </a:lnTo>
                  <a:lnTo>
                    <a:pt x="627" y="739"/>
                  </a:lnTo>
                  <a:lnTo>
                    <a:pt x="670" y="842"/>
                  </a:lnTo>
                  <a:lnTo>
                    <a:pt x="710" y="946"/>
                  </a:lnTo>
                  <a:lnTo>
                    <a:pt x="743" y="1052"/>
                  </a:lnTo>
                  <a:lnTo>
                    <a:pt x="772" y="1160"/>
                  </a:lnTo>
                  <a:lnTo>
                    <a:pt x="797" y="1268"/>
                  </a:lnTo>
                  <a:lnTo>
                    <a:pt x="817" y="1377"/>
                  </a:lnTo>
                  <a:lnTo>
                    <a:pt x="832" y="1486"/>
                  </a:lnTo>
                  <a:lnTo>
                    <a:pt x="843" y="1594"/>
                  </a:lnTo>
                  <a:lnTo>
                    <a:pt x="849" y="1702"/>
                  </a:lnTo>
                  <a:lnTo>
                    <a:pt x="850" y="1808"/>
                  </a:lnTo>
                  <a:lnTo>
                    <a:pt x="848" y="1913"/>
                  </a:lnTo>
                  <a:lnTo>
                    <a:pt x="841" y="2013"/>
                  </a:lnTo>
                  <a:lnTo>
                    <a:pt x="831" y="2113"/>
                  </a:lnTo>
                  <a:lnTo>
                    <a:pt x="815" y="2208"/>
                  </a:lnTo>
                  <a:lnTo>
                    <a:pt x="795" y="2300"/>
                  </a:lnTo>
                  <a:lnTo>
                    <a:pt x="772" y="2389"/>
                  </a:lnTo>
                  <a:lnTo>
                    <a:pt x="745" y="2471"/>
                  </a:lnTo>
                  <a:lnTo>
                    <a:pt x="714" y="2549"/>
                  </a:lnTo>
                  <a:lnTo>
                    <a:pt x="678" y="2621"/>
                  </a:lnTo>
                  <a:lnTo>
                    <a:pt x="640" y="2687"/>
                  </a:lnTo>
                  <a:lnTo>
                    <a:pt x="597" y="2746"/>
                  </a:lnTo>
                  <a:lnTo>
                    <a:pt x="551" y="2800"/>
                  </a:lnTo>
                  <a:lnTo>
                    <a:pt x="502" y="2845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297" name="Rectangle 29">
              <a:extLst>
                <a:ext uri="{FF2B5EF4-FFF2-40B4-BE49-F238E27FC236}">
                  <a16:creationId xmlns:a16="http://schemas.microsoft.com/office/drawing/2014/main" id="{BAEBA2F0-4437-4305-8168-0012C828AC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2650" y="388938"/>
              <a:ext cx="4381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298" name="Freeform 30">
              <a:extLst>
                <a:ext uri="{FF2B5EF4-FFF2-40B4-BE49-F238E27FC236}">
                  <a16:creationId xmlns:a16="http://schemas.microsoft.com/office/drawing/2014/main" id="{4F7B1A57-5530-4CD1-80D7-D2404ECFC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600" y="795338"/>
              <a:ext cx="125413" cy="104775"/>
            </a:xfrm>
            <a:custGeom>
              <a:avLst/>
              <a:gdLst>
                <a:gd name="T0" fmla="*/ 0 w 159"/>
                <a:gd name="T1" fmla="*/ 2147483646 h 133"/>
                <a:gd name="T2" fmla="*/ 2147483646 w 159"/>
                <a:gd name="T3" fmla="*/ 2147483646 h 133"/>
                <a:gd name="T4" fmla="*/ 2147483646 w 159"/>
                <a:gd name="T5" fmla="*/ 0 h 133"/>
                <a:gd name="T6" fmla="*/ 2147483646 w 159"/>
                <a:gd name="T7" fmla="*/ 2147483646 h 133"/>
                <a:gd name="T8" fmla="*/ 0 w 159"/>
                <a:gd name="T9" fmla="*/ 2147483646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133"/>
                <a:gd name="T17" fmla="*/ 159 w 159"/>
                <a:gd name="T18" fmla="*/ 133 h 1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133">
                  <a:moveTo>
                    <a:pt x="0" y="53"/>
                  </a:moveTo>
                  <a:lnTo>
                    <a:pt x="159" y="133"/>
                  </a:lnTo>
                  <a:lnTo>
                    <a:pt x="53" y="0"/>
                  </a:lnTo>
                  <a:lnTo>
                    <a:pt x="27" y="27"/>
                  </a:lnTo>
                  <a:lnTo>
                    <a:pt x="0" y="53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299" name="Line 31">
              <a:extLst>
                <a:ext uri="{FF2B5EF4-FFF2-40B4-BE49-F238E27FC236}">
                  <a16:creationId xmlns:a16="http://schemas.microsoft.com/office/drawing/2014/main" id="{7D03040D-331D-495D-8424-EAA4E72CB7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0463" y="627063"/>
              <a:ext cx="231775" cy="188912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00" name="Rectangle 32">
              <a:extLst>
                <a:ext uri="{FF2B5EF4-FFF2-40B4-BE49-F238E27FC236}">
                  <a16:creationId xmlns:a16="http://schemas.microsoft.com/office/drawing/2014/main" id="{8C731966-45C0-461E-A972-8EE7B5E7BF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2650" y="2835275"/>
              <a:ext cx="4381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1xx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01" name="Rectangle 33">
              <a:extLst>
                <a:ext uri="{FF2B5EF4-FFF2-40B4-BE49-F238E27FC236}">
                  <a16:creationId xmlns:a16="http://schemas.microsoft.com/office/drawing/2014/main" id="{0C588EF2-3607-4D27-8AE2-D7D5C787CF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9450" y="406400"/>
              <a:ext cx="5842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Reset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02" name="Rectangle 34">
              <a:extLst>
                <a:ext uri="{FF2B5EF4-FFF2-40B4-BE49-F238E27FC236}">
                  <a16:creationId xmlns:a16="http://schemas.microsoft.com/office/drawing/2014/main" id="{66421285-010C-43CD-96E2-496317FED0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4450" y="2190750"/>
              <a:ext cx="4445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gnt1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03" name="Rectangle 35">
              <a:extLst>
                <a:ext uri="{FF2B5EF4-FFF2-40B4-BE49-F238E27FC236}">
                  <a16:creationId xmlns:a16="http://schemas.microsoft.com/office/drawing/2014/main" id="{7EBA3E17-BFB7-45DA-A698-9C3C7479B7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6413" y="2190750"/>
              <a:ext cx="234950" cy="269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04" name="Rectangle 36">
              <a:extLst>
                <a:ext uri="{FF2B5EF4-FFF2-40B4-BE49-F238E27FC236}">
                  <a16:creationId xmlns:a16="http://schemas.microsoft.com/office/drawing/2014/main" id="{D2E0D78D-0E9A-4457-A4DA-0DF54B773A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8013" y="2286000"/>
              <a:ext cx="176212" cy="211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05" name="Rectangle 37">
              <a:extLst>
                <a:ext uri="{FF2B5EF4-FFF2-40B4-BE49-F238E27FC236}">
                  <a16:creationId xmlns:a16="http://schemas.microsoft.com/office/drawing/2014/main" id="{936D4AD7-A4ED-4B2F-A983-7E4E45BB92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8625" y="2184400"/>
              <a:ext cx="206375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panose="05050102010706020507" pitchFamily="18" charset="2"/>
                  <a:ea typeface="MS PGothic" panose="020B0600070205080204" pitchFamily="34" charset="-128"/>
                  <a:cs typeface="+mn-cs"/>
                </a:rPr>
                <a:t>¤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06" name="Rectangle 38">
              <a:extLst>
                <a:ext uri="{FF2B5EF4-FFF2-40B4-BE49-F238E27FC236}">
                  <a16:creationId xmlns:a16="http://schemas.microsoft.com/office/drawing/2014/main" id="{1DA44B86-349A-48F0-8777-EF886717B3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8838" y="2190750"/>
              <a:ext cx="2333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07" name="Freeform 39">
              <a:extLst>
                <a:ext uri="{FF2B5EF4-FFF2-40B4-BE49-F238E27FC236}">
                  <a16:creationId xmlns:a16="http://schemas.microsoft.com/office/drawing/2014/main" id="{23B3CFBF-E63E-458B-8A1D-958E24E9E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925" y="3297238"/>
              <a:ext cx="1192213" cy="598487"/>
            </a:xfrm>
            <a:custGeom>
              <a:avLst/>
              <a:gdLst>
                <a:gd name="T0" fmla="*/ 2147483646 w 1502"/>
                <a:gd name="T1" fmla="*/ 2147483646 h 753"/>
                <a:gd name="T2" fmla="*/ 2147483646 w 1502"/>
                <a:gd name="T3" fmla="*/ 2147483646 h 753"/>
                <a:gd name="T4" fmla="*/ 2147483646 w 1502"/>
                <a:gd name="T5" fmla="*/ 2147483646 h 753"/>
                <a:gd name="T6" fmla="*/ 2147483646 w 1502"/>
                <a:gd name="T7" fmla="*/ 2147483646 h 753"/>
                <a:gd name="T8" fmla="*/ 2147483646 w 1502"/>
                <a:gd name="T9" fmla="*/ 2147483646 h 753"/>
                <a:gd name="T10" fmla="*/ 2147483646 w 1502"/>
                <a:gd name="T11" fmla="*/ 2147483646 h 753"/>
                <a:gd name="T12" fmla="*/ 2147483646 w 1502"/>
                <a:gd name="T13" fmla="*/ 2147483646 h 753"/>
                <a:gd name="T14" fmla="*/ 2147483646 w 1502"/>
                <a:gd name="T15" fmla="*/ 2147483646 h 753"/>
                <a:gd name="T16" fmla="*/ 2147483646 w 1502"/>
                <a:gd name="T17" fmla="*/ 2147483646 h 753"/>
                <a:gd name="T18" fmla="*/ 2147483646 w 1502"/>
                <a:gd name="T19" fmla="*/ 2147483646 h 753"/>
                <a:gd name="T20" fmla="*/ 0 w 1502"/>
                <a:gd name="T21" fmla="*/ 2147483646 h 753"/>
                <a:gd name="T22" fmla="*/ 2147483646 w 1502"/>
                <a:gd name="T23" fmla="*/ 2147483646 h 753"/>
                <a:gd name="T24" fmla="*/ 2147483646 w 1502"/>
                <a:gd name="T25" fmla="*/ 2147483646 h 753"/>
                <a:gd name="T26" fmla="*/ 2147483646 w 1502"/>
                <a:gd name="T27" fmla="*/ 2147483646 h 753"/>
                <a:gd name="T28" fmla="*/ 2147483646 w 1502"/>
                <a:gd name="T29" fmla="*/ 2147483646 h 753"/>
                <a:gd name="T30" fmla="*/ 2147483646 w 1502"/>
                <a:gd name="T31" fmla="*/ 2147483646 h 753"/>
                <a:gd name="T32" fmla="*/ 2147483646 w 1502"/>
                <a:gd name="T33" fmla="*/ 2147483646 h 753"/>
                <a:gd name="T34" fmla="*/ 2147483646 w 1502"/>
                <a:gd name="T35" fmla="*/ 2147483646 h 753"/>
                <a:gd name="T36" fmla="*/ 2147483646 w 1502"/>
                <a:gd name="T37" fmla="*/ 2147483646 h 753"/>
                <a:gd name="T38" fmla="*/ 2147483646 w 1502"/>
                <a:gd name="T39" fmla="*/ 2147483646 h 753"/>
                <a:gd name="T40" fmla="*/ 2147483646 w 1502"/>
                <a:gd name="T41" fmla="*/ 2147483646 h 753"/>
                <a:gd name="T42" fmla="*/ 2147483646 w 1502"/>
                <a:gd name="T43" fmla="*/ 2147483646 h 753"/>
                <a:gd name="T44" fmla="*/ 2147483646 w 1502"/>
                <a:gd name="T45" fmla="*/ 2147483646 h 753"/>
                <a:gd name="T46" fmla="*/ 2147483646 w 1502"/>
                <a:gd name="T47" fmla="*/ 2147483646 h 753"/>
                <a:gd name="T48" fmla="*/ 2147483646 w 1502"/>
                <a:gd name="T49" fmla="*/ 2147483646 h 753"/>
                <a:gd name="T50" fmla="*/ 2147483646 w 1502"/>
                <a:gd name="T51" fmla="*/ 2147483646 h 753"/>
                <a:gd name="T52" fmla="*/ 2147483646 w 1502"/>
                <a:gd name="T53" fmla="*/ 2147483646 h 753"/>
                <a:gd name="T54" fmla="*/ 2147483646 w 1502"/>
                <a:gd name="T55" fmla="*/ 2147483646 h 753"/>
                <a:gd name="T56" fmla="*/ 2147483646 w 1502"/>
                <a:gd name="T57" fmla="*/ 2147483646 h 753"/>
                <a:gd name="T58" fmla="*/ 2147483646 w 1502"/>
                <a:gd name="T59" fmla="*/ 2147483646 h 753"/>
                <a:gd name="T60" fmla="*/ 2147483646 w 1502"/>
                <a:gd name="T61" fmla="*/ 2147483646 h 753"/>
                <a:gd name="T62" fmla="*/ 2147483646 w 1502"/>
                <a:gd name="T63" fmla="*/ 2147483646 h 753"/>
                <a:gd name="T64" fmla="*/ 2147483646 w 1502"/>
                <a:gd name="T65" fmla="*/ 2147483646 h 753"/>
                <a:gd name="T66" fmla="*/ 2147483646 w 1502"/>
                <a:gd name="T67" fmla="*/ 2147483646 h 753"/>
                <a:gd name="T68" fmla="*/ 2147483646 w 1502"/>
                <a:gd name="T69" fmla="*/ 2147483646 h 753"/>
                <a:gd name="T70" fmla="*/ 2147483646 w 1502"/>
                <a:gd name="T71" fmla="*/ 2147483646 h 753"/>
                <a:gd name="T72" fmla="*/ 2147483646 w 1502"/>
                <a:gd name="T73" fmla="*/ 2147483646 h 753"/>
                <a:gd name="T74" fmla="*/ 2147483646 w 1502"/>
                <a:gd name="T75" fmla="*/ 2147483646 h 753"/>
                <a:gd name="T76" fmla="*/ 2147483646 w 1502"/>
                <a:gd name="T77" fmla="*/ 2147483646 h 753"/>
                <a:gd name="T78" fmla="*/ 2147483646 w 1502"/>
                <a:gd name="T79" fmla="*/ 2147483646 h 753"/>
                <a:gd name="T80" fmla="*/ 2147483646 w 1502"/>
                <a:gd name="T81" fmla="*/ 2147483646 h 753"/>
                <a:gd name="T82" fmla="*/ 2147483646 w 1502"/>
                <a:gd name="T83" fmla="*/ 2147483646 h 753"/>
                <a:gd name="T84" fmla="*/ 2147483646 w 1502"/>
                <a:gd name="T85" fmla="*/ 2147483646 h 753"/>
                <a:gd name="T86" fmla="*/ 2147483646 w 1502"/>
                <a:gd name="T87" fmla="*/ 0 h 75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02"/>
                <a:gd name="T133" fmla="*/ 0 h 753"/>
                <a:gd name="T134" fmla="*/ 1502 w 1502"/>
                <a:gd name="T135" fmla="*/ 753 h 75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02" h="753">
                  <a:moveTo>
                    <a:pt x="751" y="0"/>
                  </a:moveTo>
                  <a:lnTo>
                    <a:pt x="712" y="1"/>
                  </a:lnTo>
                  <a:lnTo>
                    <a:pt x="674" y="2"/>
                  </a:lnTo>
                  <a:lnTo>
                    <a:pt x="637" y="5"/>
                  </a:lnTo>
                  <a:lnTo>
                    <a:pt x="600" y="8"/>
                  </a:lnTo>
                  <a:lnTo>
                    <a:pt x="563" y="12"/>
                  </a:lnTo>
                  <a:lnTo>
                    <a:pt x="528" y="17"/>
                  </a:lnTo>
                  <a:lnTo>
                    <a:pt x="492" y="23"/>
                  </a:lnTo>
                  <a:lnTo>
                    <a:pt x="458" y="30"/>
                  </a:lnTo>
                  <a:lnTo>
                    <a:pt x="425" y="38"/>
                  </a:lnTo>
                  <a:lnTo>
                    <a:pt x="393" y="46"/>
                  </a:lnTo>
                  <a:lnTo>
                    <a:pt x="361" y="55"/>
                  </a:lnTo>
                  <a:lnTo>
                    <a:pt x="331" y="65"/>
                  </a:lnTo>
                  <a:lnTo>
                    <a:pt x="302" y="75"/>
                  </a:lnTo>
                  <a:lnTo>
                    <a:pt x="274" y="86"/>
                  </a:lnTo>
                  <a:lnTo>
                    <a:pt x="246" y="98"/>
                  </a:lnTo>
                  <a:lnTo>
                    <a:pt x="220" y="111"/>
                  </a:lnTo>
                  <a:lnTo>
                    <a:pt x="194" y="124"/>
                  </a:lnTo>
                  <a:lnTo>
                    <a:pt x="172" y="137"/>
                  </a:lnTo>
                  <a:lnTo>
                    <a:pt x="149" y="152"/>
                  </a:lnTo>
                  <a:lnTo>
                    <a:pt x="128" y="167"/>
                  </a:lnTo>
                  <a:lnTo>
                    <a:pt x="108" y="181"/>
                  </a:lnTo>
                  <a:lnTo>
                    <a:pt x="91" y="197"/>
                  </a:lnTo>
                  <a:lnTo>
                    <a:pt x="74" y="213"/>
                  </a:lnTo>
                  <a:lnTo>
                    <a:pt x="59" y="230"/>
                  </a:lnTo>
                  <a:lnTo>
                    <a:pt x="46" y="248"/>
                  </a:lnTo>
                  <a:lnTo>
                    <a:pt x="34" y="265"/>
                  </a:lnTo>
                  <a:lnTo>
                    <a:pt x="23" y="283"/>
                  </a:lnTo>
                  <a:lnTo>
                    <a:pt x="16" y="301"/>
                  </a:lnTo>
                  <a:lnTo>
                    <a:pt x="9" y="319"/>
                  </a:lnTo>
                  <a:lnTo>
                    <a:pt x="4" y="338"/>
                  </a:lnTo>
                  <a:lnTo>
                    <a:pt x="1" y="358"/>
                  </a:lnTo>
                  <a:lnTo>
                    <a:pt x="0" y="376"/>
                  </a:lnTo>
                  <a:lnTo>
                    <a:pt x="1" y="396"/>
                  </a:lnTo>
                  <a:lnTo>
                    <a:pt x="4" y="416"/>
                  </a:lnTo>
                  <a:lnTo>
                    <a:pt x="9" y="434"/>
                  </a:lnTo>
                  <a:lnTo>
                    <a:pt x="16" y="453"/>
                  </a:lnTo>
                  <a:lnTo>
                    <a:pt x="23" y="470"/>
                  </a:lnTo>
                  <a:lnTo>
                    <a:pt x="34" y="489"/>
                  </a:lnTo>
                  <a:lnTo>
                    <a:pt x="46" y="506"/>
                  </a:lnTo>
                  <a:lnTo>
                    <a:pt x="59" y="523"/>
                  </a:lnTo>
                  <a:lnTo>
                    <a:pt x="74" y="540"/>
                  </a:lnTo>
                  <a:lnTo>
                    <a:pt x="91" y="556"/>
                  </a:lnTo>
                  <a:lnTo>
                    <a:pt x="108" y="572"/>
                  </a:lnTo>
                  <a:lnTo>
                    <a:pt x="128" y="587"/>
                  </a:lnTo>
                  <a:lnTo>
                    <a:pt x="149" y="601"/>
                  </a:lnTo>
                  <a:lnTo>
                    <a:pt x="172" y="616"/>
                  </a:lnTo>
                  <a:lnTo>
                    <a:pt x="194" y="629"/>
                  </a:lnTo>
                  <a:lnTo>
                    <a:pt x="220" y="643"/>
                  </a:lnTo>
                  <a:lnTo>
                    <a:pt x="246" y="656"/>
                  </a:lnTo>
                  <a:lnTo>
                    <a:pt x="274" y="668"/>
                  </a:lnTo>
                  <a:lnTo>
                    <a:pt x="302" y="678"/>
                  </a:lnTo>
                  <a:lnTo>
                    <a:pt x="331" y="689"/>
                  </a:lnTo>
                  <a:lnTo>
                    <a:pt x="361" y="698"/>
                  </a:lnTo>
                  <a:lnTo>
                    <a:pt x="393" y="708"/>
                  </a:lnTo>
                  <a:lnTo>
                    <a:pt x="425" y="715"/>
                  </a:lnTo>
                  <a:lnTo>
                    <a:pt x="458" y="723"/>
                  </a:lnTo>
                  <a:lnTo>
                    <a:pt x="492" y="730"/>
                  </a:lnTo>
                  <a:lnTo>
                    <a:pt x="528" y="737"/>
                  </a:lnTo>
                  <a:lnTo>
                    <a:pt x="563" y="742"/>
                  </a:lnTo>
                  <a:lnTo>
                    <a:pt x="600" y="746"/>
                  </a:lnTo>
                  <a:lnTo>
                    <a:pt x="637" y="749"/>
                  </a:lnTo>
                  <a:lnTo>
                    <a:pt x="674" y="751"/>
                  </a:lnTo>
                  <a:lnTo>
                    <a:pt x="712" y="753"/>
                  </a:lnTo>
                  <a:lnTo>
                    <a:pt x="751" y="753"/>
                  </a:lnTo>
                  <a:lnTo>
                    <a:pt x="789" y="753"/>
                  </a:lnTo>
                  <a:lnTo>
                    <a:pt x="828" y="751"/>
                  </a:lnTo>
                  <a:lnTo>
                    <a:pt x="866" y="749"/>
                  </a:lnTo>
                  <a:lnTo>
                    <a:pt x="902" y="746"/>
                  </a:lnTo>
                  <a:lnTo>
                    <a:pt x="939" y="742"/>
                  </a:lnTo>
                  <a:lnTo>
                    <a:pt x="975" y="737"/>
                  </a:lnTo>
                  <a:lnTo>
                    <a:pt x="1009" y="730"/>
                  </a:lnTo>
                  <a:lnTo>
                    <a:pt x="1044" y="723"/>
                  </a:lnTo>
                  <a:lnTo>
                    <a:pt x="1077" y="715"/>
                  </a:lnTo>
                  <a:lnTo>
                    <a:pt x="1109" y="708"/>
                  </a:lnTo>
                  <a:lnTo>
                    <a:pt x="1140" y="698"/>
                  </a:lnTo>
                  <a:lnTo>
                    <a:pt x="1171" y="689"/>
                  </a:lnTo>
                  <a:lnTo>
                    <a:pt x="1200" y="678"/>
                  </a:lnTo>
                  <a:lnTo>
                    <a:pt x="1229" y="668"/>
                  </a:lnTo>
                  <a:lnTo>
                    <a:pt x="1256" y="656"/>
                  </a:lnTo>
                  <a:lnTo>
                    <a:pt x="1282" y="643"/>
                  </a:lnTo>
                  <a:lnTo>
                    <a:pt x="1307" y="629"/>
                  </a:lnTo>
                  <a:lnTo>
                    <a:pt x="1331" y="616"/>
                  </a:lnTo>
                  <a:lnTo>
                    <a:pt x="1354" y="601"/>
                  </a:lnTo>
                  <a:lnTo>
                    <a:pt x="1374" y="587"/>
                  </a:lnTo>
                  <a:lnTo>
                    <a:pt x="1393" y="572"/>
                  </a:lnTo>
                  <a:lnTo>
                    <a:pt x="1412" y="556"/>
                  </a:lnTo>
                  <a:lnTo>
                    <a:pt x="1428" y="540"/>
                  </a:lnTo>
                  <a:lnTo>
                    <a:pt x="1444" y="523"/>
                  </a:lnTo>
                  <a:lnTo>
                    <a:pt x="1457" y="506"/>
                  </a:lnTo>
                  <a:lnTo>
                    <a:pt x="1469" y="489"/>
                  </a:lnTo>
                  <a:lnTo>
                    <a:pt x="1478" y="470"/>
                  </a:lnTo>
                  <a:lnTo>
                    <a:pt x="1487" y="453"/>
                  </a:lnTo>
                  <a:lnTo>
                    <a:pt x="1494" y="434"/>
                  </a:lnTo>
                  <a:lnTo>
                    <a:pt x="1498" y="416"/>
                  </a:lnTo>
                  <a:lnTo>
                    <a:pt x="1501" y="396"/>
                  </a:lnTo>
                  <a:lnTo>
                    <a:pt x="1502" y="376"/>
                  </a:lnTo>
                  <a:lnTo>
                    <a:pt x="1501" y="358"/>
                  </a:lnTo>
                  <a:lnTo>
                    <a:pt x="1498" y="338"/>
                  </a:lnTo>
                  <a:lnTo>
                    <a:pt x="1494" y="319"/>
                  </a:lnTo>
                  <a:lnTo>
                    <a:pt x="1487" y="301"/>
                  </a:lnTo>
                  <a:lnTo>
                    <a:pt x="1478" y="283"/>
                  </a:lnTo>
                  <a:lnTo>
                    <a:pt x="1469" y="265"/>
                  </a:lnTo>
                  <a:lnTo>
                    <a:pt x="1457" y="248"/>
                  </a:lnTo>
                  <a:lnTo>
                    <a:pt x="1444" y="230"/>
                  </a:lnTo>
                  <a:lnTo>
                    <a:pt x="1428" y="213"/>
                  </a:lnTo>
                  <a:lnTo>
                    <a:pt x="1412" y="197"/>
                  </a:lnTo>
                  <a:lnTo>
                    <a:pt x="1393" y="181"/>
                  </a:lnTo>
                  <a:lnTo>
                    <a:pt x="1374" y="167"/>
                  </a:lnTo>
                  <a:lnTo>
                    <a:pt x="1354" y="152"/>
                  </a:lnTo>
                  <a:lnTo>
                    <a:pt x="1331" y="137"/>
                  </a:lnTo>
                  <a:lnTo>
                    <a:pt x="1307" y="124"/>
                  </a:lnTo>
                  <a:lnTo>
                    <a:pt x="1282" y="111"/>
                  </a:lnTo>
                  <a:lnTo>
                    <a:pt x="1256" y="98"/>
                  </a:lnTo>
                  <a:lnTo>
                    <a:pt x="1229" y="86"/>
                  </a:lnTo>
                  <a:lnTo>
                    <a:pt x="1200" y="75"/>
                  </a:lnTo>
                  <a:lnTo>
                    <a:pt x="1171" y="65"/>
                  </a:lnTo>
                  <a:lnTo>
                    <a:pt x="1140" y="55"/>
                  </a:lnTo>
                  <a:lnTo>
                    <a:pt x="1109" y="46"/>
                  </a:lnTo>
                  <a:lnTo>
                    <a:pt x="1077" y="38"/>
                  </a:lnTo>
                  <a:lnTo>
                    <a:pt x="1044" y="30"/>
                  </a:lnTo>
                  <a:lnTo>
                    <a:pt x="1009" y="23"/>
                  </a:lnTo>
                  <a:lnTo>
                    <a:pt x="975" y="17"/>
                  </a:lnTo>
                  <a:lnTo>
                    <a:pt x="939" y="12"/>
                  </a:lnTo>
                  <a:lnTo>
                    <a:pt x="902" y="8"/>
                  </a:lnTo>
                  <a:lnTo>
                    <a:pt x="866" y="5"/>
                  </a:lnTo>
                  <a:lnTo>
                    <a:pt x="828" y="2"/>
                  </a:lnTo>
                  <a:lnTo>
                    <a:pt x="789" y="1"/>
                  </a:lnTo>
                  <a:lnTo>
                    <a:pt x="751" y="0"/>
                  </a:lnTo>
                </a:path>
              </a:pathLst>
            </a:custGeom>
            <a:solidFill>
              <a:schemeClr val="bg1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08" name="Rectangle 40">
              <a:extLst>
                <a:ext uri="{FF2B5EF4-FFF2-40B4-BE49-F238E27FC236}">
                  <a16:creationId xmlns:a16="http://schemas.microsoft.com/office/drawing/2014/main" id="{F560066F-CD86-4CD8-9487-C6F1A27E4F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9138" y="2190750"/>
              <a:ext cx="2460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09" name="Rectangle 41">
              <a:extLst>
                <a:ext uri="{FF2B5EF4-FFF2-40B4-BE49-F238E27FC236}">
                  <a16:creationId xmlns:a16="http://schemas.microsoft.com/office/drawing/2014/main" id="{05940996-6FF9-4A27-94D2-CB970B454E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2650" y="4135438"/>
              <a:ext cx="4381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x1x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10" name="Rectangle 42">
              <a:extLst>
                <a:ext uri="{FF2B5EF4-FFF2-40B4-BE49-F238E27FC236}">
                  <a16:creationId xmlns:a16="http://schemas.microsoft.com/office/drawing/2014/main" id="{4CEE3A57-2717-4368-A503-569C437650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4450" y="3473450"/>
              <a:ext cx="4445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gnt2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11" name="Rectangle 43">
              <a:extLst>
                <a:ext uri="{FF2B5EF4-FFF2-40B4-BE49-F238E27FC236}">
                  <a16:creationId xmlns:a16="http://schemas.microsoft.com/office/drawing/2014/main" id="{D7D6802B-8679-472B-889D-5595D926C7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6413" y="3473450"/>
              <a:ext cx="234950" cy="269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12" name="Rectangle 44">
              <a:extLst>
                <a:ext uri="{FF2B5EF4-FFF2-40B4-BE49-F238E27FC236}">
                  <a16:creationId xmlns:a16="http://schemas.microsoft.com/office/drawing/2014/main" id="{DDD972F8-7024-4339-8BA5-65EAE482E3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8013" y="3567113"/>
              <a:ext cx="176212" cy="211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13" name="Rectangle 45">
              <a:extLst>
                <a:ext uri="{FF2B5EF4-FFF2-40B4-BE49-F238E27FC236}">
                  <a16:creationId xmlns:a16="http://schemas.microsoft.com/office/drawing/2014/main" id="{AFECF144-6CC4-4BA5-B58E-61EB889F33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8625" y="3467100"/>
              <a:ext cx="206375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panose="05050102010706020507" pitchFamily="18" charset="2"/>
                  <a:ea typeface="MS PGothic" panose="020B0600070205080204" pitchFamily="34" charset="-128"/>
                  <a:cs typeface="+mn-cs"/>
                </a:rPr>
                <a:t>¤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14" name="Rectangle 46">
              <a:extLst>
                <a:ext uri="{FF2B5EF4-FFF2-40B4-BE49-F238E27FC236}">
                  <a16:creationId xmlns:a16="http://schemas.microsoft.com/office/drawing/2014/main" id="{F71C07F7-99EA-4D24-B998-25DC745597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8838" y="3473450"/>
              <a:ext cx="2333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15" name="Freeform 47">
              <a:extLst>
                <a:ext uri="{FF2B5EF4-FFF2-40B4-BE49-F238E27FC236}">
                  <a16:creationId xmlns:a16="http://schemas.microsoft.com/office/drawing/2014/main" id="{C8DD5D94-A8C7-49C7-90B0-CE039CBEB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925" y="4602163"/>
              <a:ext cx="1192213" cy="598487"/>
            </a:xfrm>
            <a:custGeom>
              <a:avLst/>
              <a:gdLst>
                <a:gd name="T0" fmla="*/ 2147483646 w 1502"/>
                <a:gd name="T1" fmla="*/ 2147483646 h 753"/>
                <a:gd name="T2" fmla="*/ 2147483646 w 1502"/>
                <a:gd name="T3" fmla="*/ 2147483646 h 753"/>
                <a:gd name="T4" fmla="*/ 2147483646 w 1502"/>
                <a:gd name="T5" fmla="*/ 2147483646 h 753"/>
                <a:gd name="T6" fmla="*/ 2147483646 w 1502"/>
                <a:gd name="T7" fmla="*/ 2147483646 h 753"/>
                <a:gd name="T8" fmla="*/ 2147483646 w 1502"/>
                <a:gd name="T9" fmla="*/ 2147483646 h 753"/>
                <a:gd name="T10" fmla="*/ 2147483646 w 1502"/>
                <a:gd name="T11" fmla="*/ 2147483646 h 753"/>
                <a:gd name="T12" fmla="*/ 2147483646 w 1502"/>
                <a:gd name="T13" fmla="*/ 2147483646 h 753"/>
                <a:gd name="T14" fmla="*/ 2147483646 w 1502"/>
                <a:gd name="T15" fmla="*/ 2147483646 h 753"/>
                <a:gd name="T16" fmla="*/ 2147483646 w 1502"/>
                <a:gd name="T17" fmla="*/ 2147483646 h 753"/>
                <a:gd name="T18" fmla="*/ 2147483646 w 1502"/>
                <a:gd name="T19" fmla="*/ 2147483646 h 753"/>
                <a:gd name="T20" fmla="*/ 0 w 1502"/>
                <a:gd name="T21" fmla="*/ 2147483646 h 753"/>
                <a:gd name="T22" fmla="*/ 2147483646 w 1502"/>
                <a:gd name="T23" fmla="*/ 2147483646 h 753"/>
                <a:gd name="T24" fmla="*/ 2147483646 w 1502"/>
                <a:gd name="T25" fmla="*/ 2147483646 h 753"/>
                <a:gd name="T26" fmla="*/ 2147483646 w 1502"/>
                <a:gd name="T27" fmla="*/ 2147483646 h 753"/>
                <a:gd name="T28" fmla="*/ 2147483646 w 1502"/>
                <a:gd name="T29" fmla="*/ 2147483646 h 753"/>
                <a:gd name="T30" fmla="*/ 2147483646 w 1502"/>
                <a:gd name="T31" fmla="*/ 2147483646 h 753"/>
                <a:gd name="T32" fmla="*/ 2147483646 w 1502"/>
                <a:gd name="T33" fmla="*/ 2147483646 h 753"/>
                <a:gd name="T34" fmla="*/ 2147483646 w 1502"/>
                <a:gd name="T35" fmla="*/ 2147483646 h 753"/>
                <a:gd name="T36" fmla="*/ 2147483646 w 1502"/>
                <a:gd name="T37" fmla="*/ 2147483646 h 753"/>
                <a:gd name="T38" fmla="*/ 2147483646 w 1502"/>
                <a:gd name="T39" fmla="*/ 2147483646 h 753"/>
                <a:gd name="T40" fmla="*/ 2147483646 w 1502"/>
                <a:gd name="T41" fmla="*/ 2147483646 h 753"/>
                <a:gd name="T42" fmla="*/ 2147483646 w 1502"/>
                <a:gd name="T43" fmla="*/ 2147483646 h 753"/>
                <a:gd name="T44" fmla="*/ 2147483646 w 1502"/>
                <a:gd name="T45" fmla="*/ 2147483646 h 753"/>
                <a:gd name="T46" fmla="*/ 2147483646 w 1502"/>
                <a:gd name="T47" fmla="*/ 2147483646 h 753"/>
                <a:gd name="T48" fmla="*/ 2147483646 w 1502"/>
                <a:gd name="T49" fmla="*/ 2147483646 h 753"/>
                <a:gd name="T50" fmla="*/ 2147483646 w 1502"/>
                <a:gd name="T51" fmla="*/ 2147483646 h 753"/>
                <a:gd name="T52" fmla="*/ 2147483646 w 1502"/>
                <a:gd name="T53" fmla="*/ 2147483646 h 753"/>
                <a:gd name="T54" fmla="*/ 2147483646 w 1502"/>
                <a:gd name="T55" fmla="*/ 2147483646 h 753"/>
                <a:gd name="T56" fmla="*/ 2147483646 w 1502"/>
                <a:gd name="T57" fmla="*/ 2147483646 h 753"/>
                <a:gd name="T58" fmla="*/ 2147483646 w 1502"/>
                <a:gd name="T59" fmla="*/ 2147483646 h 753"/>
                <a:gd name="T60" fmla="*/ 2147483646 w 1502"/>
                <a:gd name="T61" fmla="*/ 2147483646 h 753"/>
                <a:gd name="T62" fmla="*/ 2147483646 w 1502"/>
                <a:gd name="T63" fmla="*/ 2147483646 h 753"/>
                <a:gd name="T64" fmla="*/ 2147483646 w 1502"/>
                <a:gd name="T65" fmla="*/ 2147483646 h 753"/>
                <a:gd name="T66" fmla="*/ 2147483646 w 1502"/>
                <a:gd name="T67" fmla="*/ 2147483646 h 753"/>
                <a:gd name="T68" fmla="*/ 2147483646 w 1502"/>
                <a:gd name="T69" fmla="*/ 2147483646 h 753"/>
                <a:gd name="T70" fmla="*/ 2147483646 w 1502"/>
                <a:gd name="T71" fmla="*/ 2147483646 h 753"/>
                <a:gd name="T72" fmla="*/ 2147483646 w 1502"/>
                <a:gd name="T73" fmla="*/ 2147483646 h 753"/>
                <a:gd name="T74" fmla="*/ 2147483646 w 1502"/>
                <a:gd name="T75" fmla="*/ 2147483646 h 753"/>
                <a:gd name="T76" fmla="*/ 2147483646 w 1502"/>
                <a:gd name="T77" fmla="*/ 2147483646 h 753"/>
                <a:gd name="T78" fmla="*/ 2147483646 w 1502"/>
                <a:gd name="T79" fmla="*/ 2147483646 h 753"/>
                <a:gd name="T80" fmla="*/ 2147483646 w 1502"/>
                <a:gd name="T81" fmla="*/ 2147483646 h 753"/>
                <a:gd name="T82" fmla="*/ 2147483646 w 1502"/>
                <a:gd name="T83" fmla="*/ 2147483646 h 753"/>
                <a:gd name="T84" fmla="*/ 2147483646 w 1502"/>
                <a:gd name="T85" fmla="*/ 2147483646 h 753"/>
                <a:gd name="T86" fmla="*/ 2147483646 w 1502"/>
                <a:gd name="T87" fmla="*/ 0 h 75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02"/>
                <a:gd name="T133" fmla="*/ 0 h 753"/>
                <a:gd name="T134" fmla="*/ 1502 w 1502"/>
                <a:gd name="T135" fmla="*/ 753 h 75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02" h="753">
                  <a:moveTo>
                    <a:pt x="751" y="0"/>
                  </a:moveTo>
                  <a:lnTo>
                    <a:pt x="712" y="2"/>
                  </a:lnTo>
                  <a:lnTo>
                    <a:pt x="674" y="3"/>
                  </a:lnTo>
                  <a:lnTo>
                    <a:pt x="637" y="6"/>
                  </a:lnTo>
                  <a:lnTo>
                    <a:pt x="600" y="8"/>
                  </a:lnTo>
                  <a:lnTo>
                    <a:pt x="563" y="12"/>
                  </a:lnTo>
                  <a:lnTo>
                    <a:pt x="528" y="18"/>
                  </a:lnTo>
                  <a:lnTo>
                    <a:pt x="492" y="24"/>
                  </a:lnTo>
                  <a:lnTo>
                    <a:pt x="458" y="31"/>
                  </a:lnTo>
                  <a:lnTo>
                    <a:pt x="425" y="38"/>
                  </a:lnTo>
                  <a:lnTo>
                    <a:pt x="393" y="47"/>
                  </a:lnTo>
                  <a:lnTo>
                    <a:pt x="361" y="56"/>
                  </a:lnTo>
                  <a:lnTo>
                    <a:pt x="331" y="65"/>
                  </a:lnTo>
                  <a:lnTo>
                    <a:pt x="302" y="76"/>
                  </a:lnTo>
                  <a:lnTo>
                    <a:pt x="274" y="87"/>
                  </a:lnTo>
                  <a:lnTo>
                    <a:pt x="246" y="98"/>
                  </a:lnTo>
                  <a:lnTo>
                    <a:pt x="220" y="112"/>
                  </a:lnTo>
                  <a:lnTo>
                    <a:pt x="194" y="125"/>
                  </a:lnTo>
                  <a:lnTo>
                    <a:pt x="172" y="138"/>
                  </a:lnTo>
                  <a:lnTo>
                    <a:pt x="149" y="153"/>
                  </a:lnTo>
                  <a:lnTo>
                    <a:pt x="128" y="167"/>
                  </a:lnTo>
                  <a:lnTo>
                    <a:pt x="108" y="182"/>
                  </a:lnTo>
                  <a:lnTo>
                    <a:pt x="91" y="198"/>
                  </a:lnTo>
                  <a:lnTo>
                    <a:pt x="74" y="214"/>
                  </a:lnTo>
                  <a:lnTo>
                    <a:pt x="59" y="231"/>
                  </a:lnTo>
                  <a:lnTo>
                    <a:pt x="46" y="248"/>
                  </a:lnTo>
                  <a:lnTo>
                    <a:pt x="34" y="266"/>
                  </a:lnTo>
                  <a:lnTo>
                    <a:pt x="23" y="284"/>
                  </a:lnTo>
                  <a:lnTo>
                    <a:pt x="16" y="301"/>
                  </a:lnTo>
                  <a:lnTo>
                    <a:pt x="9" y="320"/>
                  </a:lnTo>
                  <a:lnTo>
                    <a:pt x="4" y="338"/>
                  </a:lnTo>
                  <a:lnTo>
                    <a:pt x="1" y="358"/>
                  </a:lnTo>
                  <a:lnTo>
                    <a:pt x="0" y="377"/>
                  </a:lnTo>
                  <a:lnTo>
                    <a:pt x="1" y="397"/>
                  </a:lnTo>
                  <a:lnTo>
                    <a:pt x="4" y="417"/>
                  </a:lnTo>
                  <a:lnTo>
                    <a:pt x="9" y="435"/>
                  </a:lnTo>
                  <a:lnTo>
                    <a:pt x="16" y="454"/>
                  </a:lnTo>
                  <a:lnTo>
                    <a:pt x="23" y="471"/>
                  </a:lnTo>
                  <a:lnTo>
                    <a:pt x="34" y="490"/>
                  </a:lnTo>
                  <a:lnTo>
                    <a:pt x="46" y="507"/>
                  </a:lnTo>
                  <a:lnTo>
                    <a:pt x="59" y="524"/>
                  </a:lnTo>
                  <a:lnTo>
                    <a:pt x="74" y="541"/>
                  </a:lnTo>
                  <a:lnTo>
                    <a:pt x="91" y="557"/>
                  </a:lnTo>
                  <a:lnTo>
                    <a:pt x="108" y="573"/>
                  </a:lnTo>
                  <a:lnTo>
                    <a:pt x="128" y="588"/>
                  </a:lnTo>
                  <a:lnTo>
                    <a:pt x="149" y="602"/>
                  </a:lnTo>
                  <a:lnTo>
                    <a:pt x="172" y="617"/>
                  </a:lnTo>
                  <a:lnTo>
                    <a:pt x="194" y="630"/>
                  </a:lnTo>
                  <a:lnTo>
                    <a:pt x="220" y="643"/>
                  </a:lnTo>
                  <a:lnTo>
                    <a:pt x="246" y="657"/>
                  </a:lnTo>
                  <a:lnTo>
                    <a:pt x="274" y="669"/>
                  </a:lnTo>
                  <a:lnTo>
                    <a:pt x="302" y="679"/>
                  </a:lnTo>
                  <a:lnTo>
                    <a:pt x="331" y="690"/>
                  </a:lnTo>
                  <a:lnTo>
                    <a:pt x="361" y="699"/>
                  </a:lnTo>
                  <a:lnTo>
                    <a:pt x="393" y="708"/>
                  </a:lnTo>
                  <a:lnTo>
                    <a:pt x="425" y="716"/>
                  </a:lnTo>
                  <a:lnTo>
                    <a:pt x="458" y="724"/>
                  </a:lnTo>
                  <a:lnTo>
                    <a:pt x="492" y="731"/>
                  </a:lnTo>
                  <a:lnTo>
                    <a:pt x="528" y="737"/>
                  </a:lnTo>
                  <a:lnTo>
                    <a:pt x="563" y="743"/>
                  </a:lnTo>
                  <a:lnTo>
                    <a:pt x="600" y="747"/>
                  </a:lnTo>
                  <a:lnTo>
                    <a:pt x="637" y="749"/>
                  </a:lnTo>
                  <a:lnTo>
                    <a:pt x="674" y="752"/>
                  </a:lnTo>
                  <a:lnTo>
                    <a:pt x="712" y="753"/>
                  </a:lnTo>
                  <a:lnTo>
                    <a:pt x="751" y="753"/>
                  </a:lnTo>
                  <a:lnTo>
                    <a:pt x="789" y="753"/>
                  </a:lnTo>
                  <a:lnTo>
                    <a:pt x="828" y="752"/>
                  </a:lnTo>
                  <a:lnTo>
                    <a:pt x="866" y="749"/>
                  </a:lnTo>
                  <a:lnTo>
                    <a:pt x="902" y="747"/>
                  </a:lnTo>
                  <a:lnTo>
                    <a:pt x="939" y="743"/>
                  </a:lnTo>
                  <a:lnTo>
                    <a:pt x="975" y="737"/>
                  </a:lnTo>
                  <a:lnTo>
                    <a:pt x="1009" y="731"/>
                  </a:lnTo>
                  <a:lnTo>
                    <a:pt x="1044" y="724"/>
                  </a:lnTo>
                  <a:lnTo>
                    <a:pt x="1077" y="716"/>
                  </a:lnTo>
                  <a:lnTo>
                    <a:pt x="1109" y="708"/>
                  </a:lnTo>
                  <a:lnTo>
                    <a:pt x="1140" y="699"/>
                  </a:lnTo>
                  <a:lnTo>
                    <a:pt x="1171" y="690"/>
                  </a:lnTo>
                  <a:lnTo>
                    <a:pt x="1200" y="679"/>
                  </a:lnTo>
                  <a:lnTo>
                    <a:pt x="1229" y="669"/>
                  </a:lnTo>
                  <a:lnTo>
                    <a:pt x="1256" y="657"/>
                  </a:lnTo>
                  <a:lnTo>
                    <a:pt x="1282" y="643"/>
                  </a:lnTo>
                  <a:lnTo>
                    <a:pt x="1307" y="630"/>
                  </a:lnTo>
                  <a:lnTo>
                    <a:pt x="1331" y="617"/>
                  </a:lnTo>
                  <a:lnTo>
                    <a:pt x="1354" y="602"/>
                  </a:lnTo>
                  <a:lnTo>
                    <a:pt x="1374" y="588"/>
                  </a:lnTo>
                  <a:lnTo>
                    <a:pt x="1393" y="573"/>
                  </a:lnTo>
                  <a:lnTo>
                    <a:pt x="1412" y="557"/>
                  </a:lnTo>
                  <a:lnTo>
                    <a:pt x="1428" y="541"/>
                  </a:lnTo>
                  <a:lnTo>
                    <a:pt x="1444" y="524"/>
                  </a:lnTo>
                  <a:lnTo>
                    <a:pt x="1457" y="507"/>
                  </a:lnTo>
                  <a:lnTo>
                    <a:pt x="1469" y="490"/>
                  </a:lnTo>
                  <a:lnTo>
                    <a:pt x="1478" y="471"/>
                  </a:lnTo>
                  <a:lnTo>
                    <a:pt x="1487" y="454"/>
                  </a:lnTo>
                  <a:lnTo>
                    <a:pt x="1494" y="435"/>
                  </a:lnTo>
                  <a:lnTo>
                    <a:pt x="1498" y="417"/>
                  </a:lnTo>
                  <a:lnTo>
                    <a:pt x="1501" y="397"/>
                  </a:lnTo>
                  <a:lnTo>
                    <a:pt x="1502" y="377"/>
                  </a:lnTo>
                  <a:lnTo>
                    <a:pt x="1501" y="358"/>
                  </a:lnTo>
                  <a:lnTo>
                    <a:pt x="1498" y="338"/>
                  </a:lnTo>
                  <a:lnTo>
                    <a:pt x="1494" y="320"/>
                  </a:lnTo>
                  <a:lnTo>
                    <a:pt x="1487" y="301"/>
                  </a:lnTo>
                  <a:lnTo>
                    <a:pt x="1478" y="284"/>
                  </a:lnTo>
                  <a:lnTo>
                    <a:pt x="1469" y="266"/>
                  </a:lnTo>
                  <a:lnTo>
                    <a:pt x="1457" y="248"/>
                  </a:lnTo>
                  <a:lnTo>
                    <a:pt x="1444" y="231"/>
                  </a:lnTo>
                  <a:lnTo>
                    <a:pt x="1428" y="214"/>
                  </a:lnTo>
                  <a:lnTo>
                    <a:pt x="1412" y="198"/>
                  </a:lnTo>
                  <a:lnTo>
                    <a:pt x="1393" y="182"/>
                  </a:lnTo>
                  <a:lnTo>
                    <a:pt x="1374" y="167"/>
                  </a:lnTo>
                  <a:lnTo>
                    <a:pt x="1354" y="153"/>
                  </a:lnTo>
                  <a:lnTo>
                    <a:pt x="1331" y="138"/>
                  </a:lnTo>
                  <a:lnTo>
                    <a:pt x="1307" y="125"/>
                  </a:lnTo>
                  <a:lnTo>
                    <a:pt x="1282" y="112"/>
                  </a:lnTo>
                  <a:lnTo>
                    <a:pt x="1256" y="98"/>
                  </a:lnTo>
                  <a:lnTo>
                    <a:pt x="1229" y="87"/>
                  </a:lnTo>
                  <a:lnTo>
                    <a:pt x="1200" y="76"/>
                  </a:lnTo>
                  <a:lnTo>
                    <a:pt x="1171" y="65"/>
                  </a:lnTo>
                  <a:lnTo>
                    <a:pt x="1140" y="56"/>
                  </a:lnTo>
                  <a:lnTo>
                    <a:pt x="1109" y="47"/>
                  </a:lnTo>
                  <a:lnTo>
                    <a:pt x="1077" y="38"/>
                  </a:lnTo>
                  <a:lnTo>
                    <a:pt x="1044" y="31"/>
                  </a:lnTo>
                  <a:lnTo>
                    <a:pt x="1009" y="24"/>
                  </a:lnTo>
                  <a:lnTo>
                    <a:pt x="975" y="18"/>
                  </a:lnTo>
                  <a:lnTo>
                    <a:pt x="939" y="12"/>
                  </a:lnTo>
                  <a:lnTo>
                    <a:pt x="902" y="8"/>
                  </a:lnTo>
                  <a:lnTo>
                    <a:pt x="866" y="6"/>
                  </a:lnTo>
                  <a:lnTo>
                    <a:pt x="828" y="3"/>
                  </a:lnTo>
                  <a:lnTo>
                    <a:pt x="789" y="2"/>
                  </a:lnTo>
                  <a:lnTo>
                    <a:pt x="751" y="0"/>
                  </a:lnTo>
                </a:path>
              </a:pathLst>
            </a:custGeom>
            <a:solidFill>
              <a:schemeClr val="bg1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16" name="Rectangle 48">
              <a:extLst>
                <a:ext uri="{FF2B5EF4-FFF2-40B4-BE49-F238E27FC236}">
                  <a16:creationId xmlns:a16="http://schemas.microsoft.com/office/drawing/2014/main" id="{2E663966-90B6-40E9-A389-0961A76BAF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9138" y="3473450"/>
              <a:ext cx="2460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17" name="Rectangle 49">
              <a:extLst>
                <a:ext uri="{FF2B5EF4-FFF2-40B4-BE49-F238E27FC236}">
                  <a16:creationId xmlns:a16="http://schemas.microsoft.com/office/drawing/2014/main" id="{F96F0105-1926-4686-B04B-26344FCE3C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2650" y="5453063"/>
              <a:ext cx="4381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xx1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18" name="Rectangle 50">
              <a:extLst>
                <a:ext uri="{FF2B5EF4-FFF2-40B4-BE49-F238E27FC236}">
                  <a16:creationId xmlns:a16="http://schemas.microsoft.com/office/drawing/2014/main" id="{07E1805B-9F1C-415A-8A96-BDBA00B98D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4450" y="4791075"/>
              <a:ext cx="4445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gnt3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19" name="Rectangle 51">
              <a:extLst>
                <a:ext uri="{FF2B5EF4-FFF2-40B4-BE49-F238E27FC236}">
                  <a16:creationId xmlns:a16="http://schemas.microsoft.com/office/drawing/2014/main" id="{8C7DA761-6C45-4566-813E-62732E759D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6413" y="4791075"/>
              <a:ext cx="234950" cy="269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20" name="Rectangle 52">
              <a:extLst>
                <a:ext uri="{FF2B5EF4-FFF2-40B4-BE49-F238E27FC236}">
                  <a16:creationId xmlns:a16="http://schemas.microsoft.com/office/drawing/2014/main" id="{8C01447D-D1B0-41CC-9119-D80E265B85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8013" y="4884738"/>
              <a:ext cx="176212" cy="211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21" name="Rectangle 53">
              <a:extLst>
                <a:ext uri="{FF2B5EF4-FFF2-40B4-BE49-F238E27FC236}">
                  <a16:creationId xmlns:a16="http://schemas.microsoft.com/office/drawing/2014/main" id="{04CBC88E-445D-4634-AE04-4C4D8AA1B8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8625" y="4784725"/>
              <a:ext cx="206375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panose="05050102010706020507" pitchFamily="18" charset="2"/>
                  <a:ea typeface="MS PGothic" panose="020B0600070205080204" pitchFamily="34" charset="-128"/>
                  <a:cs typeface="+mn-cs"/>
                </a:rPr>
                <a:t>¤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22" name="Rectangle 54">
              <a:extLst>
                <a:ext uri="{FF2B5EF4-FFF2-40B4-BE49-F238E27FC236}">
                  <a16:creationId xmlns:a16="http://schemas.microsoft.com/office/drawing/2014/main" id="{164AA334-C9D0-47E9-8F00-7C32EA5120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8838" y="4791075"/>
              <a:ext cx="2333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23" name="Freeform 55">
              <a:extLst>
                <a:ext uri="{FF2B5EF4-FFF2-40B4-BE49-F238E27FC236}">
                  <a16:creationId xmlns:a16="http://schemas.microsoft.com/office/drawing/2014/main" id="{337695EB-B9F4-4277-B464-F8C2FAE84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563" y="1868488"/>
              <a:ext cx="61912" cy="127000"/>
            </a:xfrm>
            <a:custGeom>
              <a:avLst/>
              <a:gdLst>
                <a:gd name="T0" fmla="*/ 0 w 80"/>
                <a:gd name="T1" fmla="*/ 0 h 159"/>
                <a:gd name="T2" fmla="*/ 2147483646 w 80"/>
                <a:gd name="T3" fmla="*/ 2147483646 h 159"/>
                <a:gd name="T4" fmla="*/ 2147483646 w 80"/>
                <a:gd name="T5" fmla="*/ 0 h 159"/>
                <a:gd name="T6" fmla="*/ 2147483646 w 80"/>
                <a:gd name="T7" fmla="*/ 0 h 159"/>
                <a:gd name="T8" fmla="*/ 0 w 80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59"/>
                <a:gd name="T17" fmla="*/ 80 w 80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59">
                  <a:moveTo>
                    <a:pt x="0" y="0"/>
                  </a:moveTo>
                  <a:lnTo>
                    <a:pt x="27" y="159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24" name="Freeform 56">
              <a:extLst>
                <a:ext uri="{FF2B5EF4-FFF2-40B4-BE49-F238E27FC236}">
                  <a16:creationId xmlns:a16="http://schemas.microsoft.com/office/drawing/2014/main" id="{4129E336-1C9E-4065-B06B-8DF05CF2B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863" y="1377950"/>
              <a:ext cx="50800" cy="484188"/>
            </a:xfrm>
            <a:custGeom>
              <a:avLst/>
              <a:gdLst>
                <a:gd name="T0" fmla="*/ 0 w 62"/>
                <a:gd name="T1" fmla="*/ 0 h 609"/>
                <a:gd name="T2" fmla="*/ 2147483646 w 62"/>
                <a:gd name="T3" fmla="*/ 2147483646 h 609"/>
                <a:gd name="T4" fmla="*/ 2147483646 w 62"/>
                <a:gd name="T5" fmla="*/ 2147483646 h 609"/>
                <a:gd name="T6" fmla="*/ 2147483646 w 62"/>
                <a:gd name="T7" fmla="*/ 2147483646 h 609"/>
                <a:gd name="T8" fmla="*/ 2147483646 w 62"/>
                <a:gd name="T9" fmla="*/ 2147483646 h 609"/>
                <a:gd name="T10" fmla="*/ 2147483646 w 62"/>
                <a:gd name="T11" fmla="*/ 2147483646 h 609"/>
                <a:gd name="T12" fmla="*/ 2147483646 w 62"/>
                <a:gd name="T13" fmla="*/ 2147483646 h 609"/>
                <a:gd name="T14" fmla="*/ 2147483646 w 62"/>
                <a:gd name="T15" fmla="*/ 2147483646 h 609"/>
                <a:gd name="T16" fmla="*/ 2147483646 w 62"/>
                <a:gd name="T17" fmla="*/ 2147483646 h 609"/>
                <a:gd name="T18" fmla="*/ 2147483646 w 62"/>
                <a:gd name="T19" fmla="*/ 2147483646 h 609"/>
                <a:gd name="T20" fmla="*/ 2147483646 w 62"/>
                <a:gd name="T21" fmla="*/ 2147483646 h 609"/>
                <a:gd name="T22" fmla="*/ 2147483646 w 62"/>
                <a:gd name="T23" fmla="*/ 2147483646 h 609"/>
                <a:gd name="T24" fmla="*/ 2147483646 w 62"/>
                <a:gd name="T25" fmla="*/ 2147483646 h 609"/>
                <a:gd name="T26" fmla="*/ 2147483646 w 62"/>
                <a:gd name="T27" fmla="*/ 2147483646 h 609"/>
                <a:gd name="T28" fmla="*/ 2147483646 w 62"/>
                <a:gd name="T29" fmla="*/ 2147483646 h 609"/>
                <a:gd name="T30" fmla="*/ 2147483646 w 62"/>
                <a:gd name="T31" fmla="*/ 2147483646 h 609"/>
                <a:gd name="T32" fmla="*/ 2147483646 w 62"/>
                <a:gd name="T33" fmla="*/ 2147483646 h 609"/>
                <a:gd name="T34" fmla="*/ 2147483646 w 62"/>
                <a:gd name="T35" fmla="*/ 2147483646 h 609"/>
                <a:gd name="T36" fmla="*/ 2147483646 w 62"/>
                <a:gd name="T37" fmla="*/ 2147483646 h 609"/>
                <a:gd name="T38" fmla="*/ 2147483646 w 62"/>
                <a:gd name="T39" fmla="*/ 2147483646 h 609"/>
                <a:gd name="T40" fmla="*/ 2147483646 w 62"/>
                <a:gd name="T41" fmla="*/ 2147483646 h 609"/>
                <a:gd name="T42" fmla="*/ 2147483646 w 62"/>
                <a:gd name="T43" fmla="*/ 2147483646 h 609"/>
                <a:gd name="T44" fmla="*/ 2147483646 w 62"/>
                <a:gd name="T45" fmla="*/ 2147483646 h 609"/>
                <a:gd name="T46" fmla="*/ 2147483646 w 62"/>
                <a:gd name="T47" fmla="*/ 2147483646 h 609"/>
                <a:gd name="T48" fmla="*/ 2147483646 w 62"/>
                <a:gd name="T49" fmla="*/ 2147483646 h 609"/>
                <a:gd name="T50" fmla="*/ 2147483646 w 62"/>
                <a:gd name="T51" fmla="*/ 2147483646 h 609"/>
                <a:gd name="T52" fmla="*/ 2147483646 w 62"/>
                <a:gd name="T53" fmla="*/ 2147483646 h 609"/>
                <a:gd name="T54" fmla="*/ 2147483646 w 62"/>
                <a:gd name="T55" fmla="*/ 2147483646 h 609"/>
                <a:gd name="T56" fmla="*/ 2147483646 w 62"/>
                <a:gd name="T57" fmla="*/ 2147483646 h 609"/>
                <a:gd name="T58" fmla="*/ 2147483646 w 62"/>
                <a:gd name="T59" fmla="*/ 2147483646 h 609"/>
                <a:gd name="T60" fmla="*/ 2147483646 w 62"/>
                <a:gd name="T61" fmla="*/ 2147483646 h 609"/>
                <a:gd name="T62" fmla="*/ 2147483646 w 62"/>
                <a:gd name="T63" fmla="*/ 2147483646 h 609"/>
                <a:gd name="T64" fmla="*/ 2147483646 w 62"/>
                <a:gd name="T65" fmla="*/ 2147483646 h 60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2"/>
                <a:gd name="T100" fmla="*/ 0 h 609"/>
                <a:gd name="T101" fmla="*/ 62 w 62"/>
                <a:gd name="T102" fmla="*/ 609 h 60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2" h="609">
                  <a:moveTo>
                    <a:pt x="0" y="0"/>
                  </a:moveTo>
                  <a:lnTo>
                    <a:pt x="6" y="17"/>
                  </a:lnTo>
                  <a:lnTo>
                    <a:pt x="13" y="34"/>
                  </a:lnTo>
                  <a:lnTo>
                    <a:pt x="18" y="51"/>
                  </a:lnTo>
                  <a:lnTo>
                    <a:pt x="24" y="69"/>
                  </a:lnTo>
                  <a:lnTo>
                    <a:pt x="29" y="87"/>
                  </a:lnTo>
                  <a:lnTo>
                    <a:pt x="33" y="104"/>
                  </a:lnTo>
                  <a:lnTo>
                    <a:pt x="37" y="123"/>
                  </a:lnTo>
                  <a:lnTo>
                    <a:pt x="41" y="141"/>
                  </a:lnTo>
                  <a:lnTo>
                    <a:pt x="45" y="160"/>
                  </a:lnTo>
                  <a:lnTo>
                    <a:pt x="47" y="179"/>
                  </a:lnTo>
                  <a:lnTo>
                    <a:pt x="50" y="197"/>
                  </a:lnTo>
                  <a:lnTo>
                    <a:pt x="53" y="216"/>
                  </a:lnTo>
                  <a:lnTo>
                    <a:pt x="55" y="236"/>
                  </a:lnTo>
                  <a:lnTo>
                    <a:pt x="57" y="254"/>
                  </a:lnTo>
                  <a:lnTo>
                    <a:pt x="58" y="274"/>
                  </a:lnTo>
                  <a:lnTo>
                    <a:pt x="59" y="294"/>
                  </a:lnTo>
                  <a:lnTo>
                    <a:pt x="61" y="314"/>
                  </a:lnTo>
                  <a:lnTo>
                    <a:pt x="61" y="332"/>
                  </a:lnTo>
                  <a:lnTo>
                    <a:pt x="62" y="352"/>
                  </a:lnTo>
                  <a:lnTo>
                    <a:pt x="62" y="372"/>
                  </a:lnTo>
                  <a:lnTo>
                    <a:pt x="62" y="392"/>
                  </a:lnTo>
                  <a:lnTo>
                    <a:pt x="62" y="412"/>
                  </a:lnTo>
                  <a:lnTo>
                    <a:pt x="61" y="432"/>
                  </a:lnTo>
                  <a:lnTo>
                    <a:pt x="61" y="452"/>
                  </a:lnTo>
                  <a:lnTo>
                    <a:pt x="59" y="472"/>
                  </a:lnTo>
                  <a:lnTo>
                    <a:pt x="58" y="491"/>
                  </a:lnTo>
                  <a:lnTo>
                    <a:pt x="57" y="511"/>
                  </a:lnTo>
                  <a:lnTo>
                    <a:pt x="55" y="531"/>
                  </a:lnTo>
                  <a:lnTo>
                    <a:pt x="54" y="550"/>
                  </a:lnTo>
                  <a:lnTo>
                    <a:pt x="53" y="570"/>
                  </a:lnTo>
                  <a:lnTo>
                    <a:pt x="50" y="590"/>
                  </a:lnTo>
                  <a:lnTo>
                    <a:pt x="49" y="609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25" name="Rectangle 57">
              <a:extLst>
                <a:ext uri="{FF2B5EF4-FFF2-40B4-BE49-F238E27FC236}">
                  <a16:creationId xmlns:a16="http://schemas.microsoft.com/office/drawing/2014/main" id="{5D73A0AE-F650-4198-B770-A07A79E9EA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9138" y="4791075"/>
              <a:ext cx="2460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26" name="Rectangle 58">
              <a:extLst>
                <a:ext uri="{FF2B5EF4-FFF2-40B4-BE49-F238E27FC236}">
                  <a16:creationId xmlns:a16="http://schemas.microsoft.com/office/drawing/2014/main" id="{5567E6A5-DEA6-4A84-8F3F-3B05B156ED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275" y="1592263"/>
              <a:ext cx="4381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0xx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27" name="Rectangle 59">
              <a:extLst>
                <a:ext uri="{FF2B5EF4-FFF2-40B4-BE49-F238E27FC236}">
                  <a16:creationId xmlns:a16="http://schemas.microsoft.com/office/drawing/2014/main" id="{09358D90-8892-4465-A30E-8DAB45F9CF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0263" y="1592263"/>
              <a:ext cx="4381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1xx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28" name="Freeform 60">
              <a:extLst>
                <a:ext uri="{FF2B5EF4-FFF2-40B4-BE49-F238E27FC236}">
                  <a16:creationId xmlns:a16="http://schemas.microsoft.com/office/drawing/2014/main" id="{ECF15501-2EA8-4D92-B29D-4997C75FF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100" y="1238250"/>
              <a:ext cx="104775" cy="104775"/>
            </a:xfrm>
            <a:custGeom>
              <a:avLst/>
              <a:gdLst>
                <a:gd name="T0" fmla="*/ 2147483646 w 132"/>
                <a:gd name="T1" fmla="*/ 2147483646 h 133"/>
                <a:gd name="T2" fmla="*/ 2147483646 w 132"/>
                <a:gd name="T3" fmla="*/ 0 h 133"/>
                <a:gd name="T4" fmla="*/ 0 w 132"/>
                <a:gd name="T5" fmla="*/ 2147483646 h 133"/>
                <a:gd name="T6" fmla="*/ 0 w 132"/>
                <a:gd name="T7" fmla="*/ 2147483646 h 133"/>
                <a:gd name="T8" fmla="*/ 2147483646 w 132"/>
                <a:gd name="T9" fmla="*/ 2147483646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2"/>
                <a:gd name="T16" fmla="*/ 0 h 133"/>
                <a:gd name="T17" fmla="*/ 132 w 132"/>
                <a:gd name="T18" fmla="*/ 133 h 1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2" h="133">
                  <a:moveTo>
                    <a:pt x="26" y="133"/>
                  </a:moveTo>
                  <a:lnTo>
                    <a:pt x="132" y="0"/>
                  </a:lnTo>
                  <a:lnTo>
                    <a:pt x="0" y="80"/>
                  </a:lnTo>
                  <a:lnTo>
                    <a:pt x="0" y="106"/>
                  </a:lnTo>
                  <a:lnTo>
                    <a:pt x="26" y="133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29" name="Freeform 61">
              <a:extLst>
                <a:ext uri="{FF2B5EF4-FFF2-40B4-BE49-F238E27FC236}">
                  <a16:creationId xmlns:a16="http://schemas.microsoft.com/office/drawing/2014/main" id="{90AFE3A5-4AFA-4724-8F17-EE97BC651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288" y="1322388"/>
              <a:ext cx="531812" cy="2265362"/>
            </a:xfrm>
            <a:custGeom>
              <a:avLst/>
              <a:gdLst>
                <a:gd name="T0" fmla="*/ 2147483646 w 669"/>
                <a:gd name="T1" fmla="*/ 0 h 2854"/>
                <a:gd name="T2" fmla="*/ 2147483646 w 669"/>
                <a:gd name="T3" fmla="*/ 2147483646 h 2854"/>
                <a:gd name="T4" fmla="*/ 2147483646 w 669"/>
                <a:gd name="T5" fmla="*/ 2147483646 h 2854"/>
                <a:gd name="T6" fmla="*/ 2147483646 w 669"/>
                <a:gd name="T7" fmla="*/ 2147483646 h 2854"/>
                <a:gd name="T8" fmla="*/ 2147483646 w 669"/>
                <a:gd name="T9" fmla="*/ 2147483646 h 2854"/>
                <a:gd name="T10" fmla="*/ 2147483646 w 669"/>
                <a:gd name="T11" fmla="*/ 2147483646 h 2854"/>
                <a:gd name="T12" fmla="*/ 2147483646 w 669"/>
                <a:gd name="T13" fmla="*/ 2147483646 h 2854"/>
                <a:gd name="T14" fmla="*/ 2147483646 w 669"/>
                <a:gd name="T15" fmla="*/ 2147483646 h 2854"/>
                <a:gd name="T16" fmla="*/ 2147483646 w 669"/>
                <a:gd name="T17" fmla="*/ 2147483646 h 2854"/>
                <a:gd name="T18" fmla="*/ 2147483646 w 669"/>
                <a:gd name="T19" fmla="*/ 2147483646 h 2854"/>
                <a:gd name="T20" fmla="*/ 2147483646 w 669"/>
                <a:gd name="T21" fmla="*/ 2147483646 h 2854"/>
                <a:gd name="T22" fmla="*/ 2147483646 w 669"/>
                <a:gd name="T23" fmla="*/ 2147483646 h 2854"/>
                <a:gd name="T24" fmla="*/ 2147483646 w 669"/>
                <a:gd name="T25" fmla="*/ 2147483646 h 2854"/>
                <a:gd name="T26" fmla="*/ 2147483646 w 669"/>
                <a:gd name="T27" fmla="*/ 2147483646 h 2854"/>
                <a:gd name="T28" fmla="*/ 2147483646 w 669"/>
                <a:gd name="T29" fmla="*/ 2147483646 h 2854"/>
                <a:gd name="T30" fmla="*/ 2147483646 w 669"/>
                <a:gd name="T31" fmla="*/ 2147483646 h 2854"/>
                <a:gd name="T32" fmla="*/ 0 w 669"/>
                <a:gd name="T33" fmla="*/ 2147483646 h 2854"/>
                <a:gd name="T34" fmla="*/ 2147483646 w 669"/>
                <a:gd name="T35" fmla="*/ 2147483646 h 2854"/>
                <a:gd name="T36" fmla="*/ 2147483646 w 669"/>
                <a:gd name="T37" fmla="*/ 2147483646 h 2854"/>
                <a:gd name="T38" fmla="*/ 2147483646 w 669"/>
                <a:gd name="T39" fmla="*/ 2147483646 h 2854"/>
                <a:gd name="T40" fmla="*/ 2147483646 w 669"/>
                <a:gd name="T41" fmla="*/ 2147483646 h 2854"/>
                <a:gd name="T42" fmla="*/ 2147483646 w 669"/>
                <a:gd name="T43" fmla="*/ 2147483646 h 2854"/>
                <a:gd name="T44" fmla="*/ 2147483646 w 669"/>
                <a:gd name="T45" fmla="*/ 2147483646 h 2854"/>
                <a:gd name="T46" fmla="*/ 2147483646 w 669"/>
                <a:gd name="T47" fmla="*/ 2147483646 h 2854"/>
                <a:gd name="T48" fmla="*/ 2147483646 w 669"/>
                <a:gd name="T49" fmla="*/ 2147483646 h 2854"/>
                <a:gd name="T50" fmla="*/ 2147483646 w 669"/>
                <a:gd name="T51" fmla="*/ 2147483646 h 2854"/>
                <a:gd name="T52" fmla="*/ 2147483646 w 669"/>
                <a:gd name="T53" fmla="*/ 2147483646 h 2854"/>
                <a:gd name="T54" fmla="*/ 2147483646 w 669"/>
                <a:gd name="T55" fmla="*/ 2147483646 h 2854"/>
                <a:gd name="T56" fmla="*/ 2147483646 w 669"/>
                <a:gd name="T57" fmla="*/ 2147483646 h 2854"/>
                <a:gd name="T58" fmla="*/ 2147483646 w 669"/>
                <a:gd name="T59" fmla="*/ 2147483646 h 2854"/>
                <a:gd name="T60" fmla="*/ 2147483646 w 669"/>
                <a:gd name="T61" fmla="*/ 2147483646 h 2854"/>
                <a:gd name="T62" fmla="*/ 2147483646 w 669"/>
                <a:gd name="T63" fmla="*/ 2147483646 h 2854"/>
                <a:gd name="T64" fmla="*/ 2147483646 w 669"/>
                <a:gd name="T65" fmla="*/ 2147483646 h 285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69"/>
                <a:gd name="T100" fmla="*/ 0 h 2854"/>
                <a:gd name="T101" fmla="*/ 669 w 669"/>
                <a:gd name="T102" fmla="*/ 2854 h 2854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69" h="2854">
                  <a:moveTo>
                    <a:pt x="669" y="0"/>
                  </a:moveTo>
                  <a:lnTo>
                    <a:pt x="580" y="69"/>
                  </a:lnTo>
                  <a:lnTo>
                    <a:pt x="498" y="145"/>
                  </a:lnTo>
                  <a:lnTo>
                    <a:pt x="424" y="226"/>
                  </a:lnTo>
                  <a:lnTo>
                    <a:pt x="355" y="312"/>
                  </a:lnTo>
                  <a:lnTo>
                    <a:pt x="294" y="403"/>
                  </a:lnTo>
                  <a:lnTo>
                    <a:pt x="238" y="500"/>
                  </a:lnTo>
                  <a:lnTo>
                    <a:pt x="189" y="600"/>
                  </a:lnTo>
                  <a:lnTo>
                    <a:pt x="147" y="703"/>
                  </a:lnTo>
                  <a:lnTo>
                    <a:pt x="110" y="809"/>
                  </a:lnTo>
                  <a:lnTo>
                    <a:pt x="78" y="918"/>
                  </a:lnTo>
                  <a:lnTo>
                    <a:pt x="52" y="1028"/>
                  </a:lnTo>
                  <a:lnTo>
                    <a:pt x="32" y="1139"/>
                  </a:lnTo>
                  <a:lnTo>
                    <a:pt x="16" y="1252"/>
                  </a:lnTo>
                  <a:lnTo>
                    <a:pt x="6" y="1364"/>
                  </a:lnTo>
                  <a:lnTo>
                    <a:pt x="1" y="1476"/>
                  </a:lnTo>
                  <a:lnTo>
                    <a:pt x="0" y="1588"/>
                  </a:lnTo>
                  <a:lnTo>
                    <a:pt x="4" y="1699"/>
                  </a:lnTo>
                  <a:lnTo>
                    <a:pt x="12" y="1807"/>
                  </a:lnTo>
                  <a:lnTo>
                    <a:pt x="25" y="1913"/>
                  </a:lnTo>
                  <a:lnTo>
                    <a:pt x="41" y="2017"/>
                  </a:lnTo>
                  <a:lnTo>
                    <a:pt x="61" y="2117"/>
                  </a:lnTo>
                  <a:lnTo>
                    <a:pt x="86" y="2214"/>
                  </a:lnTo>
                  <a:lnTo>
                    <a:pt x="114" y="2306"/>
                  </a:lnTo>
                  <a:lnTo>
                    <a:pt x="144" y="2393"/>
                  </a:lnTo>
                  <a:lnTo>
                    <a:pt x="179" y="2475"/>
                  </a:lnTo>
                  <a:lnTo>
                    <a:pt x="216" y="2551"/>
                  </a:lnTo>
                  <a:lnTo>
                    <a:pt x="257" y="2621"/>
                  </a:lnTo>
                  <a:lnTo>
                    <a:pt x="299" y="2683"/>
                  </a:lnTo>
                  <a:lnTo>
                    <a:pt x="344" y="2739"/>
                  </a:lnTo>
                  <a:lnTo>
                    <a:pt x="393" y="2786"/>
                  </a:lnTo>
                  <a:lnTo>
                    <a:pt x="444" y="2825"/>
                  </a:lnTo>
                  <a:lnTo>
                    <a:pt x="495" y="2854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30" name="Rectangle 62">
              <a:extLst>
                <a:ext uri="{FF2B5EF4-FFF2-40B4-BE49-F238E27FC236}">
                  <a16:creationId xmlns:a16="http://schemas.microsoft.com/office/drawing/2014/main" id="{3F65CA71-9676-4FFC-9CE0-A141299698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9400" y="2881313"/>
              <a:ext cx="4381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31" name="Freeform 63">
              <a:extLst>
                <a:ext uri="{FF2B5EF4-FFF2-40B4-BE49-F238E27FC236}">
                  <a16:creationId xmlns:a16="http://schemas.microsoft.com/office/drawing/2014/main" id="{0233E27B-B225-41AA-A974-15DBACE0A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250" y="4794250"/>
              <a:ext cx="125413" cy="84138"/>
            </a:xfrm>
            <a:custGeom>
              <a:avLst/>
              <a:gdLst>
                <a:gd name="T0" fmla="*/ 2147483646 w 159"/>
                <a:gd name="T1" fmla="*/ 0 h 106"/>
                <a:gd name="T2" fmla="*/ 0 w 159"/>
                <a:gd name="T3" fmla="*/ 2147483646 h 106"/>
                <a:gd name="T4" fmla="*/ 2147483646 w 159"/>
                <a:gd name="T5" fmla="*/ 2147483646 h 106"/>
                <a:gd name="T6" fmla="*/ 2147483646 w 159"/>
                <a:gd name="T7" fmla="*/ 2147483646 h 106"/>
                <a:gd name="T8" fmla="*/ 2147483646 w 159"/>
                <a:gd name="T9" fmla="*/ 0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106"/>
                <a:gd name="T17" fmla="*/ 159 w 159"/>
                <a:gd name="T18" fmla="*/ 106 h 1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106">
                  <a:moveTo>
                    <a:pt x="133" y="0"/>
                  </a:moveTo>
                  <a:lnTo>
                    <a:pt x="0" y="106"/>
                  </a:lnTo>
                  <a:lnTo>
                    <a:pt x="159" y="53"/>
                  </a:lnTo>
                  <a:lnTo>
                    <a:pt x="133" y="26"/>
                  </a:lnTo>
                  <a:lnTo>
                    <a:pt x="133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32" name="Freeform 64">
              <a:extLst>
                <a:ext uri="{FF2B5EF4-FFF2-40B4-BE49-F238E27FC236}">
                  <a16:creationId xmlns:a16="http://schemas.microsoft.com/office/drawing/2014/main" id="{8069ED84-F5DB-485E-BD43-B39C1D193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963" y="1125538"/>
              <a:ext cx="1223962" cy="3687762"/>
            </a:xfrm>
            <a:custGeom>
              <a:avLst/>
              <a:gdLst>
                <a:gd name="T0" fmla="*/ 0 w 1543"/>
                <a:gd name="T1" fmla="*/ 0 h 4648"/>
                <a:gd name="T2" fmla="*/ 2147483646 w 1543"/>
                <a:gd name="T3" fmla="*/ 2147483646 h 4648"/>
                <a:gd name="T4" fmla="*/ 2147483646 w 1543"/>
                <a:gd name="T5" fmla="*/ 2147483646 h 4648"/>
                <a:gd name="T6" fmla="*/ 2147483646 w 1543"/>
                <a:gd name="T7" fmla="*/ 2147483646 h 4648"/>
                <a:gd name="T8" fmla="*/ 2147483646 w 1543"/>
                <a:gd name="T9" fmla="*/ 2147483646 h 4648"/>
                <a:gd name="T10" fmla="*/ 2147483646 w 1543"/>
                <a:gd name="T11" fmla="*/ 2147483646 h 4648"/>
                <a:gd name="T12" fmla="*/ 2147483646 w 1543"/>
                <a:gd name="T13" fmla="*/ 2147483646 h 4648"/>
                <a:gd name="T14" fmla="*/ 2147483646 w 1543"/>
                <a:gd name="T15" fmla="*/ 2147483646 h 4648"/>
                <a:gd name="T16" fmla="*/ 2147483646 w 1543"/>
                <a:gd name="T17" fmla="*/ 2147483646 h 4648"/>
                <a:gd name="T18" fmla="*/ 2147483646 w 1543"/>
                <a:gd name="T19" fmla="*/ 2147483646 h 4648"/>
                <a:gd name="T20" fmla="*/ 2147483646 w 1543"/>
                <a:gd name="T21" fmla="*/ 2147483646 h 4648"/>
                <a:gd name="T22" fmla="*/ 2147483646 w 1543"/>
                <a:gd name="T23" fmla="*/ 2147483646 h 4648"/>
                <a:gd name="T24" fmla="*/ 2147483646 w 1543"/>
                <a:gd name="T25" fmla="*/ 2147483646 h 4648"/>
                <a:gd name="T26" fmla="*/ 2147483646 w 1543"/>
                <a:gd name="T27" fmla="*/ 2147483646 h 4648"/>
                <a:gd name="T28" fmla="*/ 2147483646 w 1543"/>
                <a:gd name="T29" fmla="*/ 2147483646 h 4648"/>
                <a:gd name="T30" fmla="*/ 2147483646 w 1543"/>
                <a:gd name="T31" fmla="*/ 2147483646 h 4648"/>
                <a:gd name="T32" fmla="*/ 2147483646 w 1543"/>
                <a:gd name="T33" fmla="*/ 2147483646 h 4648"/>
                <a:gd name="T34" fmla="*/ 2147483646 w 1543"/>
                <a:gd name="T35" fmla="*/ 2147483646 h 4648"/>
                <a:gd name="T36" fmla="*/ 2147483646 w 1543"/>
                <a:gd name="T37" fmla="*/ 2147483646 h 4648"/>
                <a:gd name="T38" fmla="*/ 2147483646 w 1543"/>
                <a:gd name="T39" fmla="*/ 2147483646 h 4648"/>
                <a:gd name="T40" fmla="*/ 2147483646 w 1543"/>
                <a:gd name="T41" fmla="*/ 2147483646 h 4648"/>
                <a:gd name="T42" fmla="*/ 2147483646 w 1543"/>
                <a:gd name="T43" fmla="*/ 2147483646 h 4648"/>
                <a:gd name="T44" fmla="*/ 2147483646 w 1543"/>
                <a:gd name="T45" fmla="*/ 2147483646 h 4648"/>
                <a:gd name="T46" fmla="*/ 2147483646 w 1543"/>
                <a:gd name="T47" fmla="*/ 2147483646 h 4648"/>
                <a:gd name="T48" fmla="*/ 2147483646 w 1543"/>
                <a:gd name="T49" fmla="*/ 2147483646 h 4648"/>
                <a:gd name="T50" fmla="*/ 2147483646 w 1543"/>
                <a:gd name="T51" fmla="*/ 2147483646 h 4648"/>
                <a:gd name="T52" fmla="*/ 2147483646 w 1543"/>
                <a:gd name="T53" fmla="*/ 2147483646 h 4648"/>
                <a:gd name="T54" fmla="*/ 2147483646 w 1543"/>
                <a:gd name="T55" fmla="*/ 2147483646 h 4648"/>
                <a:gd name="T56" fmla="*/ 2147483646 w 1543"/>
                <a:gd name="T57" fmla="*/ 2147483646 h 4648"/>
                <a:gd name="T58" fmla="*/ 2147483646 w 1543"/>
                <a:gd name="T59" fmla="*/ 2147483646 h 4648"/>
                <a:gd name="T60" fmla="*/ 2147483646 w 1543"/>
                <a:gd name="T61" fmla="*/ 2147483646 h 4648"/>
                <a:gd name="T62" fmla="*/ 2147483646 w 1543"/>
                <a:gd name="T63" fmla="*/ 2147483646 h 4648"/>
                <a:gd name="T64" fmla="*/ 2147483646 w 1543"/>
                <a:gd name="T65" fmla="*/ 2147483646 h 464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543"/>
                <a:gd name="T100" fmla="*/ 0 h 4648"/>
                <a:gd name="T101" fmla="*/ 1543 w 1543"/>
                <a:gd name="T102" fmla="*/ 4648 h 464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543" h="4648">
                  <a:moveTo>
                    <a:pt x="0" y="0"/>
                  </a:moveTo>
                  <a:lnTo>
                    <a:pt x="236" y="172"/>
                  </a:lnTo>
                  <a:lnTo>
                    <a:pt x="450" y="347"/>
                  </a:lnTo>
                  <a:lnTo>
                    <a:pt x="640" y="525"/>
                  </a:lnTo>
                  <a:lnTo>
                    <a:pt x="811" y="703"/>
                  </a:lnTo>
                  <a:lnTo>
                    <a:pt x="961" y="883"/>
                  </a:lnTo>
                  <a:lnTo>
                    <a:pt x="1091" y="1063"/>
                  </a:lnTo>
                  <a:lnTo>
                    <a:pt x="1203" y="1244"/>
                  </a:lnTo>
                  <a:lnTo>
                    <a:pt x="1297" y="1424"/>
                  </a:lnTo>
                  <a:lnTo>
                    <a:pt x="1376" y="1604"/>
                  </a:lnTo>
                  <a:lnTo>
                    <a:pt x="1438" y="1784"/>
                  </a:lnTo>
                  <a:lnTo>
                    <a:pt x="1484" y="1962"/>
                  </a:lnTo>
                  <a:lnTo>
                    <a:pt x="1516" y="2138"/>
                  </a:lnTo>
                  <a:lnTo>
                    <a:pt x="1536" y="2312"/>
                  </a:lnTo>
                  <a:lnTo>
                    <a:pt x="1543" y="2483"/>
                  </a:lnTo>
                  <a:lnTo>
                    <a:pt x="1537" y="2653"/>
                  </a:lnTo>
                  <a:lnTo>
                    <a:pt x="1521" y="2817"/>
                  </a:lnTo>
                  <a:lnTo>
                    <a:pt x="1496" y="2979"/>
                  </a:lnTo>
                  <a:lnTo>
                    <a:pt x="1460" y="3135"/>
                  </a:lnTo>
                  <a:lnTo>
                    <a:pt x="1417" y="3288"/>
                  </a:lnTo>
                  <a:lnTo>
                    <a:pt x="1366" y="3435"/>
                  </a:lnTo>
                  <a:lnTo>
                    <a:pt x="1309" y="3577"/>
                  </a:lnTo>
                  <a:lnTo>
                    <a:pt x="1246" y="3712"/>
                  </a:lnTo>
                  <a:lnTo>
                    <a:pt x="1178" y="3841"/>
                  </a:lnTo>
                  <a:lnTo>
                    <a:pt x="1107" y="3964"/>
                  </a:lnTo>
                  <a:lnTo>
                    <a:pt x="1031" y="4079"/>
                  </a:lnTo>
                  <a:lnTo>
                    <a:pt x="953" y="4187"/>
                  </a:lnTo>
                  <a:lnTo>
                    <a:pt x="875" y="4286"/>
                  </a:lnTo>
                  <a:lnTo>
                    <a:pt x="795" y="4377"/>
                  </a:lnTo>
                  <a:lnTo>
                    <a:pt x="716" y="4460"/>
                  </a:lnTo>
                  <a:lnTo>
                    <a:pt x="638" y="4533"/>
                  </a:lnTo>
                  <a:lnTo>
                    <a:pt x="561" y="4595"/>
                  </a:lnTo>
                  <a:lnTo>
                    <a:pt x="487" y="4648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33" name="Rectangle 65">
              <a:extLst>
                <a:ext uri="{FF2B5EF4-FFF2-40B4-BE49-F238E27FC236}">
                  <a16:creationId xmlns:a16="http://schemas.microsoft.com/office/drawing/2014/main" id="{E2AC8B38-1225-4CBF-B281-ED1004E619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7200" y="2881313"/>
              <a:ext cx="4381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x0x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34" name="Freeform 66">
              <a:extLst>
                <a:ext uri="{FF2B5EF4-FFF2-40B4-BE49-F238E27FC236}">
                  <a16:creationId xmlns:a16="http://schemas.microsoft.com/office/drawing/2014/main" id="{AEF1AEEE-8A82-42BC-8679-35DA157D6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463" y="1131888"/>
              <a:ext cx="104775" cy="106362"/>
            </a:xfrm>
            <a:custGeom>
              <a:avLst/>
              <a:gdLst>
                <a:gd name="T0" fmla="*/ 2147483646 w 133"/>
                <a:gd name="T1" fmla="*/ 2147483646 h 133"/>
                <a:gd name="T2" fmla="*/ 2147483646 w 133"/>
                <a:gd name="T3" fmla="*/ 0 h 133"/>
                <a:gd name="T4" fmla="*/ 0 w 133"/>
                <a:gd name="T5" fmla="*/ 2147483646 h 133"/>
                <a:gd name="T6" fmla="*/ 0 w 133"/>
                <a:gd name="T7" fmla="*/ 2147483646 h 133"/>
                <a:gd name="T8" fmla="*/ 2147483646 w 133"/>
                <a:gd name="T9" fmla="*/ 2147483646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3"/>
                <a:gd name="T16" fmla="*/ 0 h 133"/>
                <a:gd name="T17" fmla="*/ 133 w 133"/>
                <a:gd name="T18" fmla="*/ 133 h 1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3" h="133">
                  <a:moveTo>
                    <a:pt x="27" y="133"/>
                  </a:moveTo>
                  <a:lnTo>
                    <a:pt x="133" y="0"/>
                  </a:lnTo>
                  <a:lnTo>
                    <a:pt x="0" y="80"/>
                  </a:lnTo>
                  <a:lnTo>
                    <a:pt x="0" y="106"/>
                  </a:lnTo>
                  <a:lnTo>
                    <a:pt x="27" y="133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35" name="Freeform 67">
              <a:extLst>
                <a:ext uri="{FF2B5EF4-FFF2-40B4-BE49-F238E27FC236}">
                  <a16:creationId xmlns:a16="http://schemas.microsoft.com/office/drawing/2014/main" id="{CC7FF60F-2D63-43AB-9DA4-3061FD1FE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675" y="1220788"/>
              <a:ext cx="1093788" cy="3684587"/>
            </a:xfrm>
            <a:custGeom>
              <a:avLst/>
              <a:gdLst>
                <a:gd name="T0" fmla="*/ 2147483646 w 1378"/>
                <a:gd name="T1" fmla="*/ 0 h 4642"/>
                <a:gd name="T2" fmla="*/ 2147483646 w 1378"/>
                <a:gd name="T3" fmla="*/ 2147483646 h 4642"/>
                <a:gd name="T4" fmla="*/ 2147483646 w 1378"/>
                <a:gd name="T5" fmla="*/ 2147483646 h 4642"/>
                <a:gd name="T6" fmla="*/ 2147483646 w 1378"/>
                <a:gd name="T7" fmla="*/ 2147483646 h 4642"/>
                <a:gd name="T8" fmla="*/ 2147483646 w 1378"/>
                <a:gd name="T9" fmla="*/ 2147483646 h 4642"/>
                <a:gd name="T10" fmla="*/ 2147483646 w 1378"/>
                <a:gd name="T11" fmla="*/ 2147483646 h 4642"/>
                <a:gd name="T12" fmla="*/ 2147483646 w 1378"/>
                <a:gd name="T13" fmla="*/ 2147483646 h 4642"/>
                <a:gd name="T14" fmla="*/ 2147483646 w 1378"/>
                <a:gd name="T15" fmla="*/ 2147483646 h 4642"/>
                <a:gd name="T16" fmla="*/ 2147483646 w 1378"/>
                <a:gd name="T17" fmla="*/ 2147483646 h 4642"/>
                <a:gd name="T18" fmla="*/ 2147483646 w 1378"/>
                <a:gd name="T19" fmla="*/ 2147483646 h 4642"/>
                <a:gd name="T20" fmla="*/ 2147483646 w 1378"/>
                <a:gd name="T21" fmla="*/ 2147483646 h 4642"/>
                <a:gd name="T22" fmla="*/ 2147483646 w 1378"/>
                <a:gd name="T23" fmla="*/ 2147483646 h 4642"/>
                <a:gd name="T24" fmla="*/ 0 w 1378"/>
                <a:gd name="T25" fmla="*/ 2147483646 h 4642"/>
                <a:gd name="T26" fmla="*/ 2147483646 w 1378"/>
                <a:gd name="T27" fmla="*/ 2147483646 h 4642"/>
                <a:gd name="T28" fmla="*/ 2147483646 w 1378"/>
                <a:gd name="T29" fmla="*/ 2147483646 h 4642"/>
                <a:gd name="T30" fmla="*/ 2147483646 w 1378"/>
                <a:gd name="T31" fmla="*/ 2147483646 h 4642"/>
                <a:gd name="T32" fmla="*/ 2147483646 w 1378"/>
                <a:gd name="T33" fmla="*/ 2147483646 h 4642"/>
                <a:gd name="T34" fmla="*/ 2147483646 w 1378"/>
                <a:gd name="T35" fmla="*/ 2147483646 h 4642"/>
                <a:gd name="T36" fmla="*/ 2147483646 w 1378"/>
                <a:gd name="T37" fmla="*/ 2147483646 h 4642"/>
                <a:gd name="T38" fmla="*/ 2147483646 w 1378"/>
                <a:gd name="T39" fmla="*/ 2147483646 h 4642"/>
                <a:gd name="T40" fmla="*/ 2147483646 w 1378"/>
                <a:gd name="T41" fmla="*/ 2147483646 h 4642"/>
                <a:gd name="T42" fmla="*/ 2147483646 w 1378"/>
                <a:gd name="T43" fmla="*/ 2147483646 h 4642"/>
                <a:gd name="T44" fmla="*/ 2147483646 w 1378"/>
                <a:gd name="T45" fmla="*/ 2147483646 h 4642"/>
                <a:gd name="T46" fmla="*/ 2147483646 w 1378"/>
                <a:gd name="T47" fmla="*/ 2147483646 h 4642"/>
                <a:gd name="T48" fmla="*/ 2147483646 w 1378"/>
                <a:gd name="T49" fmla="*/ 2147483646 h 4642"/>
                <a:gd name="T50" fmla="*/ 2147483646 w 1378"/>
                <a:gd name="T51" fmla="*/ 2147483646 h 4642"/>
                <a:gd name="T52" fmla="*/ 2147483646 w 1378"/>
                <a:gd name="T53" fmla="*/ 2147483646 h 4642"/>
                <a:gd name="T54" fmla="*/ 2147483646 w 1378"/>
                <a:gd name="T55" fmla="*/ 2147483646 h 4642"/>
                <a:gd name="T56" fmla="*/ 2147483646 w 1378"/>
                <a:gd name="T57" fmla="*/ 2147483646 h 4642"/>
                <a:gd name="T58" fmla="*/ 2147483646 w 1378"/>
                <a:gd name="T59" fmla="*/ 2147483646 h 4642"/>
                <a:gd name="T60" fmla="*/ 2147483646 w 1378"/>
                <a:gd name="T61" fmla="*/ 2147483646 h 4642"/>
                <a:gd name="T62" fmla="*/ 2147483646 w 1378"/>
                <a:gd name="T63" fmla="*/ 2147483646 h 4642"/>
                <a:gd name="T64" fmla="*/ 2147483646 w 1378"/>
                <a:gd name="T65" fmla="*/ 2147483646 h 464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378"/>
                <a:gd name="T100" fmla="*/ 0 h 4642"/>
                <a:gd name="T101" fmla="*/ 1378 w 1378"/>
                <a:gd name="T102" fmla="*/ 4642 h 464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378" h="4642">
                  <a:moveTo>
                    <a:pt x="1378" y="0"/>
                  </a:moveTo>
                  <a:lnTo>
                    <a:pt x="1141" y="181"/>
                  </a:lnTo>
                  <a:lnTo>
                    <a:pt x="929" y="366"/>
                  </a:lnTo>
                  <a:lnTo>
                    <a:pt x="742" y="551"/>
                  </a:lnTo>
                  <a:lnTo>
                    <a:pt x="579" y="738"/>
                  </a:lnTo>
                  <a:lnTo>
                    <a:pt x="438" y="928"/>
                  </a:lnTo>
                  <a:lnTo>
                    <a:pt x="319" y="1116"/>
                  </a:lnTo>
                  <a:lnTo>
                    <a:pt x="221" y="1306"/>
                  </a:lnTo>
                  <a:lnTo>
                    <a:pt x="142" y="1495"/>
                  </a:lnTo>
                  <a:lnTo>
                    <a:pt x="82" y="1683"/>
                  </a:lnTo>
                  <a:lnTo>
                    <a:pt x="38" y="1870"/>
                  </a:lnTo>
                  <a:lnTo>
                    <a:pt x="12" y="2055"/>
                  </a:lnTo>
                  <a:lnTo>
                    <a:pt x="0" y="2237"/>
                  </a:lnTo>
                  <a:lnTo>
                    <a:pt x="1" y="2418"/>
                  </a:lnTo>
                  <a:lnTo>
                    <a:pt x="16" y="2594"/>
                  </a:lnTo>
                  <a:lnTo>
                    <a:pt x="44" y="2766"/>
                  </a:lnTo>
                  <a:lnTo>
                    <a:pt x="81" y="2935"/>
                  </a:lnTo>
                  <a:lnTo>
                    <a:pt x="127" y="3099"/>
                  </a:lnTo>
                  <a:lnTo>
                    <a:pt x="183" y="3257"/>
                  </a:lnTo>
                  <a:lnTo>
                    <a:pt x="245" y="3409"/>
                  </a:lnTo>
                  <a:lnTo>
                    <a:pt x="314" y="3556"/>
                  </a:lnTo>
                  <a:lnTo>
                    <a:pt x="388" y="3696"/>
                  </a:lnTo>
                  <a:lnTo>
                    <a:pt x="466" y="3828"/>
                  </a:lnTo>
                  <a:lnTo>
                    <a:pt x="547" y="3953"/>
                  </a:lnTo>
                  <a:lnTo>
                    <a:pt x="631" y="4068"/>
                  </a:lnTo>
                  <a:lnTo>
                    <a:pt x="714" y="4176"/>
                  </a:lnTo>
                  <a:lnTo>
                    <a:pt x="797" y="4275"/>
                  </a:lnTo>
                  <a:lnTo>
                    <a:pt x="880" y="4362"/>
                  </a:lnTo>
                  <a:lnTo>
                    <a:pt x="960" y="4441"/>
                  </a:lnTo>
                  <a:lnTo>
                    <a:pt x="1036" y="4508"/>
                  </a:lnTo>
                  <a:lnTo>
                    <a:pt x="1107" y="4565"/>
                  </a:lnTo>
                  <a:lnTo>
                    <a:pt x="1174" y="4609"/>
                  </a:lnTo>
                  <a:lnTo>
                    <a:pt x="1232" y="4642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36" name="Rectangle 68">
              <a:extLst>
                <a:ext uri="{FF2B5EF4-FFF2-40B4-BE49-F238E27FC236}">
                  <a16:creationId xmlns:a16="http://schemas.microsoft.com/office/drawing/2014/main" id="{F2B283E5-5184-497A-958A-DABCBDCE51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65788" y="4191000"/>
              <a:ext cx="4381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37" name="Freeform 69">
              <a:extLst>
                <a:ext uri="{FF2B5EF4-FFF2-40B4-BE49-F238E27FC236}">
                  <a16:creationId xmlns:a16="http://schemas.microsoft.com/office/drawing/2014/main" id="{577D6949-7FAD-4B76-BFCC-6FEE356D2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650" y="1406525"/>
              <a:ext cx="63500" cy="125413"/>
            </a:xfrm>
            <a:custGeom>
              <a:avLst/>
              <a:gdLst>
                <a:gd name="T0" fmla="*/ 2147483646 w 79"/>
                <a:gd name="T1" fmla="*/ 2147483646 h 159"/>
                <a:gd name="T2" fmla="*/ 2147483646 w 79"/>
                <a:gd name="T3" fmla="*/ 0 h 159"/>
                <a:gd name="T4" fmla="*/ 0 w 79"/>
                <a:gd name="T5" fmla="*/ 2147483646 h 159"/>
                <a:gd name="T6" fmla="*/ 2147483646 w 79"/>
                <a:gd name="T7" fmla="*/ 2147483646 h 159"/>
                <a:gd name="T8" fmla="*/ 2147483646 w 79"/>
                <a:gd name="T9" fmla="*/ 2147483646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9"/>
                <a:gd name="T16" fmla="*/ 0 h 159"/>
                <a:gd name="T17" fmla="*/ 79 w 79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9" h="159">
                  <a:moveTo>
                    <a:pt x="79" y="159"/>
                  </a:moveTo>
                  <a:lnTo>
                    <a:pt x="79" y="0"/>
                  </a:lnTo>
                  <a:lnTo>
                    <a:pt x="0" y="159"/>
                  </a:lnTo>
                  <a:lnTo>
                    <a:pt x="26" y="159"/>
                  </a:lnTo>
                  <a:lnTo>
                    <a:pt x="79" y="159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38" name="Freeform 70">
              <a:extLst>
                <a:ext uri="{FF2B5EF4-FFF2-40B4-BE49-F238E27FC236}">
                  <a16:creationId xmlns:a16="http://schemas.microsoft.com/office/drawing/2014/main" id="{CE0BE186-4C53-4B5B-9D3B-AFEF87E13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350" y="1539875"/>
              <a:ext cx="34925" cy="485775"/>
            </a:xfrm>
            <a:custGeom>
              <a:avLst/>
              <a:gdLst>
                <a:gd name="T0" fmla="*/ 2147483646 w 46"/>
                <a:gd name="T1" fmla="*/ 0 h 613"/>
                <a:gd name="T2" fmla="*/ 2147483646 w 46"/>
                <a:gd name="T3" fmla="*/ 2147483646 h 613"/>
                <a:gd name="T4" fmla="*/ 2147483646 w 46"/>
                <a:gd name="T5" fmla="*/ 2147483646 h 613"/>
                <a:gd name="T6" fmla="*/ 2147483646 w 46"/>
                <a:gd name="T7" fmla="*/ 2147483646 h 613"/>
                <a:gd name="T8" fmla="*/ 2147483646 w 46"/>
                <a:gd name="T9" fmla="*/ 2147483646 h 613"/>
                <a:gd name="T10" fmla="*/ 2147483646 w 46"/>
                <a:gd name="T11" fmla="*/ 2147483646 h 613"/>
                <a:gd name="T12" fmla="*/ 2147483646 w 46"/>
                <a:gd name="T13" fmla="*/ 2147483646 h 613"/>
                <a:gd name="T14" fmla="*/ 2147483646 w 46"/>
                <a:gd name="T15" fmla="*/ 2147483646 h 613"/>
                <a:gd name="T16" fmla="*/ 0 w 46"/>
                <a:gd name="T17" fmla="*/ 2147483646 h 613"/>
                <a:gd name="T18" fmla="*/ 0 w 46"/>
                <a:gd name="T19" fmla="*/ 2147483646 h 613"/>
                <a:gd name="T20" fmla="*/ 0 w 46"/>
                <a:gd name="T21" fmla="*/ 2147483646 h 613"/>
                <a:gd name="T22" fmla="*/ 0 w 46"/>
                <a:gd name="T23" fmla="*/ 2147483646 h 613"/>
                <a:gd name="T24" fmla="*/ 2147483646 w 46"/>
                <a:gd name="T25" fmla="*/ 2147483646 h 613"/>
                <a:gd name="T26" fmla="*/ 2147483646 w 46"/>
                <a:gd name="T27" fmla="*/ 2147483646 h 613"/>
                <a:gd name="T28" fmla="*/ 2147483646 w 46"/>
                <a:gd name="T29" fmla="*/ 2147483646 h 613"/>
                <a:gd name="T30" fmla="*/ 2147483646 w 46"/>
                <a:gd name="T31" fmla="*/ 2147483646 h 613"/>
                <a:gd name="T32" fmla="*/ 2147483646 w 46"/>
                <a:gd name="T33" fmla="*/ 2147483646 h 613"/>
                <a:gd name="T34" fmla="*/ 2147483646 w 46"/>
                <a:gd name="T35" fmla="*/ 2147483646 h 613"/>
                <a:gd name="T36" fmla="*/ 2147483646 w 46"/>
                <a:gd name="T37" fmla="*/ 2147483646 h 613"/>
                <a:gd name="T38" fmla="*/ 2147483646 w 46"/>
                <a:gd name="T39" fmla="*/ 2147483646 h 613"/>
                <a:gd name="T40" fmla="*/ 2147483646 w 46"/>
                <a:gd name="T41" fmla="*/ 2147483646 h 613"/>
                <a:gd name="T42" fmla="*/ 2147483646 w 46"/>
                <a:gd name="T43" fmla="*/ 2147483646 h 613"/>
                <a:gd name="T44" fmla="*/ 2147483646 w 46"/>
                <a:gd name="T45" fmla="*/ 2147483646 h 613"/>
                <a:gd name="T46" fmla="*/ 2147483646 w 46"/>
                <a:gd name="T47" fmla="*/ 2147483646 h 613"/>
                <a:gd name="T48" fmla="*/ 2147483646 w 46"/>
                <a:gd name="T49" fmla="*/ 2147483646 h 613"/>
                <a:gd name="T50" fmla="*/ 2147483646 w 46"/>
                <a:gd name="T51" fmla="*/ 2147483646 h 613"/>
                <a:gd name="T52" fmla="*/ 2147483646 w 46"/>
                <a:gd name="T53" fmla="*/ 2147483646 h 613"/>
                <a:gd name="T54" fmla="*/ 2147483646 w 46"/>
                <a:gd name="T55" fmla="*/ 2147483646 h 613"/>
                <a:gd name="T56" fmla="*/ 2147483646 w 46"/>
                <a:gd name="T57" fmla="*/ 2147483646 h 613"/>
                <a:gd name="T58" fmla="*/ 2147483646 w 46"/>
                <a:gd name="T59" fmla="*/ 2147483646 h 613"/>
                <a:gd name="T60" fmla="*/ 2147483646 w 46"/>
                <a:gd name="T61" fmla="*/ 2147483646 h 613"/>
                <a:gd name="T62" fmla="*/ 2147483646 w 46"/>
                <a:gd name="T63" fmla="*/ 2147483646 h 613"/>
                <a:gd name="T64" fmla="*/ 2147483646 w 46"/>
                <a:gd name="T65" fmla="*/ 2147483646 h 61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46"/>
                <a:gd name="T100" fmla="*/ 0 h 613"/>
                <a:gd name="T101" fmla="*/ 46 w 46"/>
                <a:gd name="T102" fmla="*/ 613 h 61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46" h="613">
                  <a:moveTo>
                    <a:pt x="20" y="0"/>
                  </a:moveTo>
                  <a:lnTo>
                    <a:pt x="16" y="19"/>
                  </a:lnTo>
                  <a:lnTo>
                    <a:pt x="12" y="38"/>
                  </a:lnTo>
                  <a:lnTo>
                    <a:pt x="10" y="56"/>
                  </a:lnTo>
                  <a:lnTo>
                    <a:pt x="7" y="75"/>
                  </a:lnTo>
                  <a:lnTo>
                    <a:pt x="4" y="95"/>
                  </a:lnTo>
                  <a:lnTo>
                    <a:pt x="3" y="113"/>
                  </a:lnTo>
                  <a:lnTo>
                    <a:pt x="2" y="133"/>
                  </a:lnTo>
                  <a:lnTo>
                    <a:pt x="0" y="153"/>
                  </a:lnTo>
                  <a:lnTo>
                    <a:pt x="0" y="171"/>
                  </a:lnTo>
                  <a:lnTo>
                    <a:pt x="0" y="191"/>
                  </a:lnTo>
                  <a:lnTo>
                    <a:pt x="0" y="211"/>
                  </a:lnTo>
                  <a:lnTo>
                    <a:pt x="2" y="231"/>
                  </a:lnTo>
                  <a:lnTo>
                    <a:pt x="2" y="251"/>
                  </a:lnTo>
                  <a:lnTo>
                    <a:pt x="3" y="271"/>
                  </a:lnTo>
                  <a:lnTo>
                    <a:pt x="4" y="289"/>
                  </a:lnTo>
                  <a:lnTo>
                    <a:pt x="6" y="309"/>
                  </a:lnTo>
                  <a:lnTo>
                    <a:pt x="8" y="329"/>
                  </a:lnTo>
                  <a:lnTo>
                    <a:pt x="10" y="349"/>
                  </a:lnTo>
                  <a:lnTo>
                    <a:pt x="12" y="369"/>
                  </a:lnTo>
                  <a:lnTo>
                    <a:pt x="15" y="389"/>
                  </a:lnTo>
                  <a:lnTo>
                    <a:pt x="18" y="407"/>
                  </a:lnTo>
                  <a:lnTo>
                    <a:pt x="20" y="427"/>
                  </a:lnTo>
                  <a:lnTo>
                    <a:pt x="23" y="446"/>
                  </a:lnTo>
                  <a:lnTo>
                    <a:pt x="26" y="466"/>
                  </a:lnTo>
                  <a:lnTo>
                    <a:pt x="28" y="484"/>
                  </a:lnTo>
                  <a:lnTo>
                    <a:pt x="31" y="503"/>
                  </a:lnTo>
                  <a:lnTo>
                    <a:pt x="34" y="521"/>
                  </a:lnTo>
                  <a:lnTo>
                    <a:pt x="36" y="540"/>
                  </a:lnTo>
                  <a:lnTo>
                    <a:pt x="38" y="559"/>
                  </a:lnTo>
                  <a:lnTo>
                    <a:pt x="40" y="577"/>
                  </a:lnTo>
                  <a:lnTo>
                    <a:pt x="43" y="594"/>
                  </a:lnTo>
                  <a:lnTo>
                    <a:pt x="46" y="613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39" name="Rectangle 71">
              <a:extLst>
                <a:ext uri="{FF2B5EF4-FFF2-40B4-BE49-F238E27FC236}">
                  <a16:creationId xmlns:a16="http://schemas.microsoft.com/office/drawing/2014/main" id="{C7519866-AC6B-4A25-BB59-1C522C797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6213" y="4191000"/>
              <a:ext cx="4381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xx0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97282" name="TextBox 125">
            <a:extLst>
              <a:ext uri="{FF2B5EF4-FFF2-40B4-BE49-F238E27FC236}">
                <a16:creationId xmlns:a16="http://schemas.microsoft.com/office/drawing/2014/main" id="{412C37A7-DA92-4F32-BE18-9CF1B0BE86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16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6.72 from the textbook ]</a:t>
            </a:r>
          </a:p>
        </p:txBody>
      </p:sp>
      <p:sp>
        <p:nvSpPr>
          <p:cNvPr id="97283" name="Rectangle 2">
            <a:extLst>
              <a:ext uri="{FF2B5EF4-FFF2-40B4-BE49-F238E27FC236}">
                <a16:creationId xmlns:a16="http://schemas.microsoft.com/office/drawing/2014/main" id="{19F8A06B-BFBF-4F2E-ACAB-19AD5DBD16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State diagram for the arbiter</a:t>
            </a:r>
          </a:p>
        </p:txBody>
      </p:sp>
    </p:spTree>
    <p:extLst>
      <p:ext uri="{BB962C8B-B14F-4D97-AF65-F5344CB8AC3E}">
        <p14:creationId xmlns:p14="http://schemas.microsoft.com/office/powerpoint/2010/main" val="3355972097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9329" name="Group 1">
            <a:extLst>
              <a:ext uri="{FF2B5EF4-FFF2-40B4-BE49-F238E27FC236}">
                <a16:creationId xmlns:a16="http://schemas.microsoft.com/office/drawing/2014/main" id="{F0258765-34B3-466D-9CF6-F080C014FDFA}"/>
              </a:ext>
            </a:extLst>
          </p:cNvPr>
          <p:cNvGrpSpPr>
            <a:grpSpLocks/>
          </p:cNvGrpSpPr>
          <p:nvPr/>
        </p:nvGrpSpPr>
        <p:grpSpPr bwMode="auto">
          <a:xfrm>
            <a:off x="2716213" y="1143000"/>
            <a:ext cx="3387725" cy="5449888"/>
            <a:chOff x="2716213" y="290513"/>
            <a:chExt cx="3387725" cy="5449887"/>
          </a:xfrm>
        </p:grpSpPr>
        <p:sp>
          <p:nvSpPr>
            <p:cNvPr id="99335" name="Freeform 4">
              <a:extLst>
                <a:ext uri="{FF2B5EF4-FFF2-40B4-BE49-F238E27FC236}">
                  <a16:creationId xmlns:a16="http://schemas.microsoft.com/office/drawing/2014/main" id="{BB27D1E3-6FEB-4F7A-9A0A-98B5E7FEA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700" y="5194300"/>
              <a:ext cx="104775" cy="125413"/>
            </a:xfrm>
            <a:custGeom>
              <a:avLst/>
              <a:gdLst>
                <a:gd name="T0" fmla="*/ 2147483646 w 133"/>
                <a:gd name="T1" fmla="*/ 2147483646 h 159"/>
                <a:gd name="T2" fmla="*/ 0 w 133"/>
                <a:gd name="T3" fmla="*/ 0 h 159"/>
                <a:gd name="T4" fmla="*/ 2147483646 w 133"/>
                <a:gd name="T5" fmla="*/ 2147483646 h 159"/>
                <a:gd name="T6" fmla="*/ 2147483646 w 133"/>
                <a:gd name="T7" fmla="*/ 2147483646 h 159"/>
                <a:gd name="T8" fmla="*/ 2147483646 w 133"/>
                <a:gd name="T9" fmla="*/ 2147483646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3"/>
                <a:gd name="T16" fmla="*/ 0 h 159"/>
                <a:gd name="T17" fmla="*/ 133 w 133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3" h="159">
                  <a:moveTo>
                    <a:pt x="133" y="106"/>
                  </a:moveTo>
                  <a:lnTo>
                    <a:pt x="0" y="0"/>
                  </a:lnTo>
                  <a:lnTo>
                    <a:pt x="80" y="159"/>
                  </a:lnTo>
                  <a:lnTo>
                    <a:pt x="106" y="133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36" name="Freeform 7">
              <a:extLst>
                <a:ext uri="{FF2B5EF4-FFF2-40B4-BE49-F238E27FC236}">
                  <a16:creationId xmlns:a16="http://schemas.microsoft.com/office/drawing/2014/main" id="{B3994456-EBCF-4570-9C39-74B9FC964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738" y="5151438"/>
              <a:ext cx="609600" cy="588962"/>
            </a:xfrm>
            <a:custGeom>
              <a:avLst/>
              <a:gdLst>
                <a:gd name="T0" fmla="*/ 0 w 769"/>
                <a:gd name="T1" fmla="*/ 2147483646 h 743"/>
                <a:gd name="T2" fmla="*/ 2147483646 w 769"/>
                <a:gd name="T3" fmla="*/ 2147483646 h 743"/>
                <a:gd name="T4" fmla="*/ 2147483646 w 769"/>
                <a:gd name="T5" fmla="*/ 2147483646 h 743"/>
                <a:gd name="T6" fmla="*/ 2147483646 w 769"/>
                <a:gd name="T7" fmla="*/ 2147483646 h 743"/>
                <a:gd name="T8" fmla="*/ 2147483646 w 769"/>
                <a:gd name="T9" fmla="*/ 2147483646 h 743"/>
                <a:gd name="T10" fmla="*/ 2147483646 w 769"/>
                <a:gd name="T11" fmla="*/ 2147483646 h 743"/>
                <a:gd name="T12" fmla="*/ 2147483646 w 769"/>
                <a:gd name="T13" fmla="*/ 2147483646 h 743"/>
                <a:gd name="T14" fmla="*/ 2147483646 w 769"/>
                <a:gd name="T15" fmla="*/ 2147483646 h 743"/>
                <a:gd name="T16" fmla="*/ 2147483646 w 769"/>
                <a:gd name="T17" fmla="*/ 2147483646 h 743"/>
                <a:gd name="T18" fmla="*/ 2147483646 w 769"/>
                <a:gd name="T19" fmla="*/ 2147483646 h 743"/>
                <a:gd name="T20" fmla="*/ 2147483646 w 769"/>
                <a:gd name="T21" fmla="*/ 2147483646 h 743"/>
                <a:gd name="T22" fmla="*/ 2147483646 w 769"/>
                <a:gd name="T23" fmla="*/ 0 h 743"/>
                <a:gd name="T24" fmla="*/ 2147483646 w 769"/>
                <a:gd name="T25" fmla="*/ 2147483646 h 743"/>
                <a:gd name="T26" fmla="*/ 2147483646 w 769"/>
                <a:gd name="T27" fmla="*/ 2147483646 h 743"/>
                <a:gd name="T28" fmla="*/ 2147483646 w 769"/>
                <a:gd name="T29" fmla="*/ 2147483646 h 743"/>
                <a:gd name="T30" fmla="*/ 2147483646 w 769"/>
                <a:gd name="T31" fmla="*/ 2147483646 h 743"/>
                <a:gd name="T32" fmla="*/ 2147483646 w 769"/>
                <a:gd name="T33" fmla="*/ 2147483646 h 743"/>
                <a:gd name="T34" fmla="*/ 2147483646 w 769"/>
                <a:gd name="T35" fmla="*/ 2147483646 h 743"/>
                <a:gd name="T36" fmla="*/ 2147483646 w 769"/>
                <a:gd name="T37" fmla="*/ 2147483646 h 743"/>
                <a:gd name="T38" fmla="*/ 2147483646 w 769"/>
                <a:gd name="T39" fmla="*/ 2147483646 h 743"/>
                <a:gd name="T40" fmla="*/ 2147483646 w 769"/>
                <a:gd name="T41" fmla="*/ 2147483646 h 743"/>
                <a:gd name="T42" fmla="*/ 2147483646 w 769"/>
                <a:gd name="T43" fmla="*/ 2147483646 h 743"/>
                <a:gd name="T44" fmla="*/ 2147483646 w 769"/>
                <a:gd name="T45" fmla="*/ 2147483646 h 743"/>
                <a:gd name="T46" fmla="*/ 2147483646 w 769"/>
                <a:gd name="T47" fmla="*/ 2147483646 h 743"/>
                <a:gd name="T48" fmla="*/ 2147483646 w 769"/>
                <a:gd name="T49" fmla="*/ 2147483646 h 743"/>
                <a:gd name="T50" fmla="*/ 2147483646 w 769"/>
                <a:gd name="T51" fmla="*/ 2147483646 h 743"/>
                <a:gd name="T52" fmla="*/ 2147483646 w 769"/>
                <a:gd name="T53" fmla="*/ 2147483646 h 743"/>
                <a:gd name="T54" fmla="*/ 2147483646 w 769"/>
                <a:gd name="T55" fmla="*/ 2147483646 h 743"/>
                <a:gd name="T56" fmla="*/ 2147483646 w 769"/>
                <a:gd name="T57" fmla="*/ 2147483646 h 743"/>
                <a:gd name="T58" fmla="*/ 2147483646 w 769"/>
                <a:gd name="T59" fmla="*/ 2147483646 h 743"/>
                <a:gd name="T60" fmla="*/ 2147483646 w 769"/>
                <a:gd name="T61" fmla="*/ 2147483646 h 743"/>
                <a:gd name="T62" fmla="*/ 2147483646 w 769"/>
                <a:gd name="T63" fmla="*/ 2147483646 h 743"/>
                <a:gd name="T64" fmla="*/ 2147483646 w 769"/>
                <a:gd name="T65" fmla="*/ 2147483646 h 743"/>
                <a:gd name="T66" fmla="*/ 2147483646 w 769"/>
                <a:gd name="T67" fmla="*/ 2147483646 h 743"/>
                <a:gd name="T68" fmla="*/ 2147483646 w 769"/>
                <a:gd name="T69" fmla="*/ 2147483646 h 743"/>
                <a:gd name="T70" fmla="*/ 2147483646 w 769"/>
                <a:gd name="T71" fmla="*/ 2147483646 h 743"/>
                <a:gd name="T72" fmla="*/ 2147483646 w 769"/>
                <a:gd name="T73" fmla="*/ 2147483646 h 743"/>
                <a:gd name="T74" fmla="*/ 2147483646 w 769"/>
                <a:gd name="T75" fmla="*/ 2147483646 h 743"/>
                <a:gd name="T76" fmla="*/ 2147483646 w 769"/>
                <a:gd name="T77" fmla="*/ 2147483646 h 743"/>
                <a:gd name="T78" fmla="*/ 2147483646 w 769"/>
                <a:gd name="T79" fmla="*/ 2147483646 h 743"/>
                <a:gd name="T80" fmla="*/ 2147483646 w 769"/>
                <a:gd name="T81" fmla="*/ 2147483646 h 743"/>
                <a:gd name="T82" fmla="*/ 2147483646 w 769"/>
                <a:gd name="T83" fmla="*/ 2147483646 h 743"/>
                <a:gd name="T84" fmla="*/ 2147483646 w 769"/>
                <a:gd name="T85" fmla="*/ 2147483646 h 743"/>
                <a:gd name="T86" fmla="*/ 2147483646 w 769"/>
                <a:gd name="T87" fmla="*/ 2147483646 h 743"/>
                <a:gd name="T88" fmla="*/ 2147483646 w 769"/>
                <a:gd name="T89" fmla="*/ 2147483646 h 743"/>
                <a:gd name="T90" fmla="*/ 2147483646 w 769"/>
                <a:gd name="T91" fmla="*/ 2147483646 h 743"/>
                <a:gd name="T92" fmla="*/ 2147483646 w 769"/>
                <a:gd name="T93" fmla="*/ 2147483646 h 743"/>
                <a:gd name="T94" fmla="*/ 2147483646 w 769"/>
                <a:gd name="T95" fmla="*/ 2147483646 h 743"/>
                <a:gd name="T96" fmla="*/ 2147483646 w 769"/>
                <a:gd name="T97" fmla="*/ 2147483646 h 743"/>
                <a:gd name="T98" fmla="*/ 2147483646 w 769"/>
                <a:gd name="T99" fmla="*/ 2147483646 h 743"/>
                <a:gd name="T100" fmla="*/ 2147483646 w 769"/>
                <a:gd name="T101" fmla="*/ 2147483646 h 743"/>
                <a:gd name="T102" fmla="*/ 2147483646 w 769"/>
                <a:gd name="T103" fmla="*/ 2147483646 h 743"/>
                <a:gd name="T104" fmla="*/ 2147483646 w 769"/>
                <a:gd name="T105" fmla="*/ 2147483646 h 743"/>
                <a:gd name="T106" fmla="*/ 2147483646 w 769"/>
                <a:gd name="T107" fmla="*/ 2147483646 h 743"/>
                <a:gd name="T108" fmla="*/ 2147483646 w 769"/>
                <a:gd name="T109" fmla="*/ 2147483646 h 743"/>
                <a:gd name="T110" fmla="*/ 0 w 769"/>
                <a:gd name="T111" fmla="*/ 2147483646 h 7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69"/>
                <a:gd name="T169" fmla="*/ 0 h 743"/>
                <a:gd name="T170" fmla="*/ 769 w 769"/>
                <a:gd name="T171" fmla="*/ 743 h 7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69" h="743">
                  <a:moveTo>
                    <a:pt x="0" y="368"/>
                  </a:moveTo>
                  <a:lnTo>
                    <a:pt x="0" y="377"/>
                  </a:lnTo>
                  <a:lnTo>
                    <a:pt x="0" y="357"/>
                  </a:lnTo>
                  <a:lnTo>
                    <a:pt x="2" y="338"/>
                  </a:lnTo>
                  <a:lnTo>
                    <a:pt x="4" y="320"/>
                  </a:lnTo>
                  <a:lnTo>
                    <a:pt x="7" y="301"/>
                  </a:lnTo>
                  <a:lnTo>
                    <a:pt x="12" y="283"/>
                  </a:lnTo>
                  <a:lnTo>
                    <a:pt x="16" y="266"/>
                  </a:lnTo>
                  <a:lnTo>
                    <a:pt x="23" y="247"/>
                  </a:lnTo>
                  <a:lnTo>
                    <a:pt x="30" y="231"/>
                  </a:lnTo>
                  <a:lnTo>
                    <a:pt x="37" y="214"/>
                  </a:lnTo>
                  <a:lnTo>
                    <a:pt x="45" y="198"/>
                  </a:lnTo>
                  <a:lnTo>
                    <a:pt x="55" y="182"/>
                  </a:lnTo>
                  <a:lnTo>
                    <a:pt x="64" y="166"/>
                  </a:lnTo>
                  <a:lnTo>
                    <a:pt x="75" y="152"/>
                  </a:lnTo>
                  <a:lnTo>
                    <a:pt x="85" y="138"/>
                  </a:lnTo>
                  <a:lnTo>
                    <a:pt x="97" y="124"/>
                  </a:lnTo>
                  <a:lnTo>
                    <a:pt x="110" y="110"/>
                  </a:lnTo>
                  <a:lnTo>
                    <a:pt x="124" y="98"/>
                  </a:lnTo>
                  <a:lnTo>
                    <a:pt x="137" y="87"/>
                  </a:lnTo>
                  <a:lnTo>
                    <a:pt x="151" y="76"/>
                  </a:lnTo>
                  <a:lnTo>
                    <a:pt x="166" y="65"/>
                  </a:lnTo>
                  <a:lnTo>
                    <a:pt x="181" y="56"/>
                  </a:lnTo>
                  <a:lnTo>
                    <a:pt x="196" y="47"/>
                  </a:lnTo>
                  <a:lnTo>
                    <a:pt x="212" y="38"/>
                  </a:lnTo>
                  <a:lnTo>
                    <a:pt x="230" y="31"/>
                  </a:lnTo>
                  <a:lnTo>
                    <a:pt x="247" y="24"/>
                  </a:lnTo>
                  <a:lnTo>
                    <a:pt x="264" y="18"/>
                  </a:lnTo>
                  <a:lnTo>
                    <a:pt x="281" y="12"/>
                  </a:lnTo>
                  <a:lnTo>
                    <a:pt x="300" y="8"/>
                  </a:lnTo>
                  <a:lnTo>
                    <a:pt x="318" y="6"/>
                  </a:lnTo>
                  <a:lnTo>
                    <a:pt x="337" y="3"/>
                  </a:lnTo>
                  <a:lnTo>
                    <a:pt x="357" y="2"/>
                  </a:lnTo>
                  <a:lnTo>
                    <a:pt x="375" y="0"/>
                  </a:lnTo>
                  <a:lnTo>
                    <a:pt x="393" y="0"/>
                  </a:lnTo>
                  <a:lnTo>
                    <a:pt x="412" y="2"/>
                  </a:lnTo>
                  <a:lnTo>
                    <a:pt x="431" y="3"/>
                  </a:lnTo>
                  <a:lnTo>
                    <a:pt x="450" y="6"/>
                  </a:lnTo>
                  <a:lnTo>
                    <a:pt x="468" y="8"/>
                  </a:lnTo>
                  <a:lnTo>
                    <a:pt x="487" y="12"/>
                  </a:lnTo>
                  <a:lnTo>
                    <a:pt x="505" y="18"/>
                  </a:lnTo>
                  <a:lnTo>
                    <a:pt x="522" y="24"/>
                  </a:lnTo>
                  <a:lnTo>
                    <a:pt x="540" y="31"/>
                  </a:lnTo>
                  <a:lnTo>
                    <a:pt x="556" y="38"/>
                  </a:lnTo>
                  <a:lnTo>
                    <a:pt x="571" y="47"/>
                  </a:lnTo>
                  <a:lnTo>
                    <a:pt x="587" y="56"/>
                  </a:lnTo>
                  <a:lnTo>
                    <a:pt x="603" y="65"/>
                  </a:lnTo>
                  <a:lnTo>
                    <a:pt x="618" y="76"/>
                  </a:lnTo>
                  <a:lnTo>
                    <a:pt x="632" y="87"/>
                  </a:lnTo>
                  <a:lnTo>
                    <a:pt x="646" y="98"/>
                  </a:lnTo>
                  <a:lnTo>
                    <a:pt x="659" y="110"/>
                  </a:lnTo>
                  <a:lnTo>
                    <a:pt x="671" y="124"/>
                  </a:lnTo>
                  <a:lnTo>
                    <a:pt x="683" y="138"/>
                  </a:lnTo>
                  <a:lnTo>
                    <a:pt x="693" y="152"/>
                  </a:lnTo>
                  <a:lnTo>
                    <a:pt x="704" y="166"/>
                  </a:lnTo>
                  <a:lnTo>
                    <a:pt x="714" y="182"/>
                  </a:lnTo>
                  <a:lnTo>
                    <a:pt x="722" y="198"/>
                  </a:lnTo>
                  <a:lnTo>
                    <a:pt x="732" y="214"/>
                  </a:lnTo>
                  <a:lnTo>
                    <a:pt x="738" y="231"/>
                  </a:lnTo>
                  <a:lnTo>
                    <a:pt x="745" y="247"/>
                  </a:lnTo>
                  <a:lnTo>
                    <a:pt x="752" y="266"/>
                  </a:lnTo>
                  <a:lnTo>
                    <a:pt x="757" y="283"/>
                  </a:lnTo>
                  <a:lnTo>
                    <a:pt x="761" y="301"/>
                  </a:lnTo>
                  <a:lnTo>
                    <a:pt x="764" y="320"/>
                  </a:lnTo>
                  <a:lnTo>
                    <a:pt x="766" y="338"/>
                  </a:lnTo>
                  <a:lnTo>
                    <a:pt x="767" y="357"/>
                  </a:lnTo>
                  <a:lnTo>
                    <a:pt x="769" y="377"/>
                  </a:lnTo>
                  <a:lnTo>
                    <a:pt x="769" y="368"/>
                  </a:lnTo>
                  <a:lnTo>
                    <a:pt x="767" y="387"/>
                  </a:lnTo>
                  <a:lnTo>
                    <a:pt x="766" y="406"/>
                  </a:lnTo>
                  <a:lnTo>
                    <a:pt x="764" y="425"/>
                  </a:lnTo>
                  <a:lnTo>
                    <a:pt x="761" y="443"/>
                  </a:lnTo>
                  <a:lnTo>
                    <a:pt x="757" y="462"/>
                  </a:lnTo>
                  <a:lnTo>
                    <a:pt x="752" y="479"/>
                  </a:lnTo>
                  <a:lnTo>
                    <a:pt x="745" y="498"/>
                  </a:lnTo>
                  <a:lnTo>
                    <a:pt x="738" y="513"/>
                  </a:lnTo>
                  <a:lnTo>
                    <a:pt x="732" y="531"/>
                  </a:lnTo>
                  <a:lnTo>
                    <a:pt x="722" y="547"/>
                  </a:lnTo>
                  <a:lnTo>
                    <a:pt x="714" y="562"/>
                  </a:lnTo>
                  <a:lnTo>
                    <a:pt x="704" y="578"/>
                  </a:lnTo>
                  <a:lnTo>
                    <a:pt x="693" y="593"/>
                  </a:lnTo>
                  <a:lnTo>
                    <a:pt x="683" y="606"/>
                  </a:lnTo>
                  <a:lnTo>
                    <a:pt x="671" y="621"/>
                  </a:lnTo>
                  <a:lnTo>
                    <a:pt x="659" y="633"/>
                  </a:lnTo>
                  <a:lnTo>
                    <a:pt x="646" y="646"/>
                  </a:lnTo>
                  <a:lnTo>
                    <a:pt x="632" y="658"/>
                  </a:lnTo>
                  <a:lnTo>
                    <a:pt x="618" y="669"/>
                  </a:lnTo>
                  <a:lnTo>
                    <a:pt x="603" y="679"/>
                  </a:lnTo>
                  <a:lnTo>
                    <a:pt x="587" y="688"/>
                  </a:lnTo>
                  <a:lnTo>
                    <a:pt x="571" y="698"/>
                  </a:lnTo>
                  <a:lnTo>
                    <a:pt x="556" y="707"/>
                  </a:lnTo>
                  <a:lnTo>
                    <a:pt x="540" y="714"/>
                  </a:lnTo>
                  <a:lnTo>
                    <a:pt x="522" y="720"/>
                  </a:lnTo>
                  <a:lnTo>
                    <a:pt x="505" y="727"/>
                  </a:lnTo>
                  <a:lnTo>
                    <a:pt x="487" y="732"/>
                  </a:lnTo>
                  <a:lnTo>
                    <a:pt x="468" y="736"/>
                  </a:lnTo>
                  <a:lnTo>
                    <a:pt x="450" y="739"/>
                  </a:lnTo>
                  <a:lnTo>
                    <a:pt x="431" y="741"/>
                  </a:lnTo>
                  <a:lnTo>
                    <a:pt x="412" y="743"/>
                  </a:lnTo>
                  <a:lnTo>
                    <a:pt x="393" y="743"/>
                  </a:lnTo>
                  <a:lnTo>
                    <a:pt x="375" y="743"/>
                  </a:lnTo>
                  <a:lnTo>
                    <a:pt x="357" y="743"/>
                  </a:lnTo>
                  <a:lnTo>
                    <a:pt x="337" y="741"/>
                  </a:lnTo>
                  <a:lnTo>
                    <a:pt x="318" y="739"/>
                  </a:lnTo>
                  <a:lnTo>
                    <a:pt x="300" y="736"/>
                  </a:lnTo>
                  <a:lnTo>
                    <a:pt x="281" y="732"/>
                  </a:lnTo>
                  <a:lnTo>
                    <a:pt x="264" y="727"/>
                  </a:lnTo>
                  <a:lnTo>
                    <a:pt x="247" y="720"/>
                  </a:lnTo>
                  <a:lnTo>
                    <a:pt x="230" y="714"/>
                  </a:lnTo>
                  <a:lnTo>
                    <a:pt x="212" y="707"/>
                  </a:lnTo>
                  <a:lnTo>
                    <a:pt x="196" y="698"/>
                  </a:lnTo>
                  <a:lnTo>
                    <a:pt x="181" y="688"/>
                  </a:lnTo>
                  <a:lnTo>
                    <a:pt x="166" y="679"/>
                  </a:lnTo>
                  <a:lnTo>
                    <a:pt x="151" y="669"/>
                  </a:lnTo>
                  <a:lnTo>
                    <a:pt x="137" y="658"/>
                  </a:lnTo>
                  <a:lnTo>
                    <a:pt x="124" y="646"/>
                  </a:lnTo>
                  <a:lnTo>
                    <a:pt x="110" y="633"/>
                  </a:lnTo>
                  <a:lnTo>
                    <a:pt x="97" y="621"/>
                  </a:lnTo>
                  <a:lnTo>
                    <a:pt x="85" y="606"/>
                  </a:lnTo>
                  <a:lnTo>
                    <a:pt x="75" y="593"/>
                  </a:lnTo>
                  <a:lnTo>
                    <a:pt x="64" y="578"/>
                  </a:lnTo>
                  <a:lnTo>
                    <a:pt x="55" y="562"/>
                  </a:lnTo>
                  <a:lnTo>
                    <a:pt x="45" y="547"/>
                  </a:lnTo>
                  <a:lnTo>
                    <a:pt x="37" y="531"/>
                  </a:lnTo>
                  <a:lnTo>
                    <a:pt x="30" y="513"/>
                  </a:lnTo>
                  <a:lnTo>
                    <a:pt x="23" y="498"/>
                  </a:lnTo>
                  <a:lnTo>
                    <a:pt x="16" y="479"/>
                  </a:lnTo>
                  <a:lnTo>
                    <a:pt x="12" y="462"/>
                  </a:lnTo>
                  <a:lnTo>
                    <a:pt x="7" y="443"/>
                  </a:lnTo>
                  <a:lnTo>
                    <a:pt x="4" y="425"/>
                  </a:lnTo>
                  <a:lnTo>
                    <a:pt x="2" y="406"/>
                  </a:lnTo>
                  <a:lnTo>
                    <a:pt x="0" y="387"/>
                  </a:lnTo>
                  <a:lnTo>
                    <a:pt x="0" y="368"/>
                  </a:lnTo>
                  <a:close/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37" name="Freeform 9">
              <a:extLst>
                <a:ext uri="{FF2B5EF4-FFF2-40B4-BE49-F238E27FC236}">
                  <a16:creationId xmlns:a16="http://schemas.microsoft.com/office/drawing/2014/main" id="{C191B677-F283-4A9F-B605-1924E99AF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700" y="3889375"/>
              <a:ext cx="104775" cy="104775"/>
            </a:xfrm>
            <a:custGeom>
              <a:avLst/>
              <a:gdLst>
                <a:gd name="T0" fmla="*/ 2147483646 w 133"/>
                <a:gd name="T1" fmla="*/ 2147483646 h 132"/>
                <a:gd name="T2" fmla="*/ 0 w 133"/>
                <a:gd name="T3" fmla="*/ 0 h 132"/>
                <a:gd name="T4" fmla="*/ 2147483646 w 133"/>
                <a:gd name="T5" fmla="*/ 2147483646 h 132"/>
                <a:gd name="T6" fmla="*/ 2147483646 w 133"/>
                <a:gd name="T7" fmla="*/ 2147483646 h 132"/>
                <a:gd name="T8" fmla="*/ 2147483646 w 133"/>
                <a:gd name="T9" fmla="*/ 2147483646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3"/>
                <a:gd name="T16" fmla="*/ 0 h 132"/>
                <a:gd name="T17" fmla="*/ 133 w 133"/>
                <a:gd name="T18" fmla="*/ 132 h 13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3" h="132">
                  <a:moveTo>
                    <a:pt x="133" y="79"/>
                  </a:moveTo>
                  <a:lnTo>
                    <a:pt x="0" y="0"/>
                  </a:lnTo>
                  <a:lnTo>
                    <a:pt x="80" y="132"/>
                  </a:lnTo>
                  <a:lnTo>
                    <a:pt x="106" y="106"/>
                  </a:lnTo>
                  <a:lnTo>
                    <a:pt x="133" y="79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38" name="Freeform 12">
              <a:extLst>
                <a:ext uri="{FF2B5EF4-FFF2-40B4-BE49-F238E27FC236}">
                  <a16:creationId xmlns:a16="http://schemas.microsoft.com/office/drawing/2014/main" id="{B47E7AFE-BFDF-46EE-A332-EE138AD50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738" y="3825875"/>
              <a:ext cx="609600" cy="609600"/>
            </a:xfrm>
            <a:custGeom>
              <a:avLst/>
              <a:gdLst>
                <a:gd name="T0" fmla="*/ 0 w 769"/>
                <a:gd name="T1" fmla="*/ 2147483646 h 769"/>
                <a:gd name="T2" fmla="*/ 2147483646 w 769"/>
                <a:gd name="T3" fmla="*/ 2147483646 h 769"/>
                <a:gd name="T4" fmla="*/ 2147483646 w 769"/>
                <a:gd name="T5" fmla="*/ 2147483646 h 769"/>
                <a:gd name="T6" fmla="*/ 2147483646 w 769"/>
                <a:gd name="T7" fmla="*/ 2147483646 h 769"/>
                <a:gd name="T8" fmla="*/ 2147483646 w 769"/>
                <a:gd name="T9" fmla="*/ 2147483646 h 769"/>
                <a:gd name="T10" fmla="*/ 2147483646 w 769"/>
                <a:gd name="T11" fmla="*/ 2147483646 h 769"/>
                <a:gd name="T12" fmla="*/ 2147483646 w 769"/>
                <a:gd name="T13" fmla="*/ 2147483646 h 769"/>
                <a:gd name="T14" fmla="*/ 2147483646 w 769"/>
                <a:gd name="T15" fmla="*/ 2147483646 h 769"/>
                <a:gd name="T16" fmla="*/ 2147483646 w 769"/>
                <a:gd name="T17" fmla="*/ 2147483646 h 769"/>
                <a:gd name="T18" fmla="*/ 2147483646 w 769"/>
                <a:gd name="T19" fmla="*/ 2147483646 h 769"/>
                <a:gd name="T20" fmla="*/ 2147483646 w 769"/>
                <a:gd name="T21" fmla="*/ 2147483646 h 769"/>
                <a:gd name="T22" fmla="*/ 2147483646 w 769"/>
                <a:gd name="T23" fmla="*/ 0 h 769"/>
                <a:gd name="T24" fmla="*/ 2147483646 w 769"/>
                <a:gd name="T25" fmla="*/ 2147483646 h 769"/>
                <a:gd name="T26" fmla="*/ 2147483646 w 769"/>
                <a:gd name="T27" fmla="*/ 2147483646 h 769"/>
                <a:gd name="T28" fmla="*/ 2147483646 w 769"/>
                <a:gd name="T29" fmla="*/ 2147483646 h 769"/>
                <a:gd name="T30" fmla="*/ 2147483646 w 769"/>
                <a:gd name="T31" fmla="*/ 2147483646 h 769"/>
                <a:gd name="T32" fmla="*/ 2147483646 w 769"/>
                <a:gd name="T33" fmla="*/ 2147483646 h 769"/>
                <a:gd name="T34" fmla="*/ 2147483646 w 769"/>
                <a:gd name="T35" fmla="*/ 2147483646 h 769"/>
                <a:gd name="T36" fmla="*/ 2147483646 w 769"/>
                <a:gd name="T37" fmla="*/ 2147483646 h 769"/>
                <a:gd name="T38" fmla="*/ 2147483646 w 769"/>
                <a:gd name="T39" fmla="*/ 2147483646 h 769"/>
                <a:gd name="T40" fmla="*/ 2147483646 w 769"/>
                <a:gd name="T41" fmla="*/ 2147483646 h 769"/>
                <a:gd name="T42" fmla="*/ 2147483646 w 769"/>
                <a:gd name="T43" fmla="*/ 2147483646 h 769"/>
                <a:gd name="T44" fmla="*/ 2147483646 w 769"/>
                <a:gd name="T45" fmla="*/ 2147483646 h 769"/>
                <a:gd name="T46" fmla="*/ 2147483646 w 769"/>
                <a:gd name="T47" fmla="*/ 2147483646 h 769"/>
                <a:gd name="T48" fmla="*/ 2147483646 w 769"/>
                <a:gd name="T49" fmla="*/ 2147483646 h 769"/>
                <a:gd name="T50" fmla="*/ 2147483646 w 769"/>
                <a:gd name="T51" fmla="*/ 2147483646 h 769"/>
                <a:gd name="T52" fmla="*/ 2147483646 w 769"/>
                <a:gd name="T53" fmla="*/ 2147483646 h 769"/>
                <a:gd name="T54" fmla="*/ 2147483646 w 769"/>
                <a:gd name="T55" fmla="*/ 2147483646 h 769"/>
                <a:gd name="T56" fmla="*/ 2147483646 w 769"/>
                <a:gd name="T57" fmla="*/ 2147483646 h 769"/>
                <a:gd name="T58" fmla="*/ 2147483646 w 769"/>
                <a:gd name="T59" fmla="*/ 2147483646 h 769"/>
                <a:gd name="T60" fmla="*/ 2147483646 w 769"/>
                <a:gd name="T61" fmla="*/ 2147483646 h 769"/>
                <a:gd name="T62" fmla="*/ 2147483646 w 769"/>
                <a:gd name="T63" fmla="*/ 2147483646 h 769"/>
                <a:gd name="T64" fmla="*/ 2147483646 w 769"/>
                <a:gd name="T65" fmla="*/ 2147483646 h 769"/>
                <a:gd name="T66" fmla="*/ 2147483646 w 769"/>
                <a:gd name="T67" fmla="*/ 2147483646 h 769"/>
                <a:gd name="T68" fmla="*/ 2147483646 w 769"/>
                <a:gd name="T69" fmla="*/ 2147483646 h 769"/>
                <a:gd name="T70" fmla="*/ 2147483646 w 769"/>
                <a:gd name="T71" fmla="*/ 2147483646 h 769"/>
                <a:gd name="T72" fmla="*/ 2147483646 w 769"/>
                <a:gd name="T73" fmla="*/ 2147483646 h 769"/>
                <a:gd name="T74" fmla="*/ 2147483646 w 769"/>
                <a:gd name="T75" fmla="*/ 2147483646 h 769"/>
                <a:gd name="T76" fmla="*/ 2147483646 w 769"/>
                <a:gd name="T77" fmla="*/ 2147483646 h 769"/>
                <a:gd name="T78" fmla="*/ 2147483646 w 769"/>
                <a:gd name="T79" fmla="*/ 2147483646 h 769"/>
                <a:gd name="T80" fmla="*/ 2147483646 w 769"/>
                <a:gd name="T81" fmla="*/ 2147483646 h 769"/>
                <a:gd name="T82" fmla="*/ 2147483646 w 769"/>
                <a:gd name="T83" fmla="*/ 2147483646 h 769"/>
                <a:gd name="T84" fmla="*/ 2147483646 w 769"/>
                <a:gd name="T85" fmla="*/ 2147483646 h 769"/>
                <a:gd name="T86" fmla="*/ 2147483646 w 769"/>
                <a:gd name="T87" fmla="*/ 2147483646 h 769"/>
                <a:gd name="T88" fmla="*/ 2147483646 w 769"/>
                <a:gd name="T89" fmla="*/ 2147483646 h 769"/>
                <a:gd name="T90" fmla="*/ 2147483646 w 769"/>
                <a:gd name="T91" fmla="*/ 2147483646 h 769"/>
                <a:gd name="T92" fmla="*/ 2147483646 w 769"/>
                <a:gd name="T93" fmla="*/ 2147483646 h 769"/>
                <a:gd name="T94" fmla="*/ 2147483646 w 769"/>
                <a:gd name="T95" fmla="*/ 2147483646 h 769"/>
                <a:gd name="T96" fmla="*/ 2147483646 w 769"/>
                <a:gd name="T97" fmla="*/ 2147483646 h 769"/>
                <a:gd name="T98" fmla="*/ 2147483646 w 769"/>
                <a:gd name="T99" fmla="*/ 2147483646 h 769"/>
                <a:gd name="T100" fmla="*/ 2147483646 w 769"/>
                <a:gd name="T101" fmla="*/ 2147483646 h 769"/>
                <a:gd name="T102" fmla="*/ 2147483646 w 769"/>
                <a:gd name="T103" fmla="*/ 2147483646 h 769"/>
                <a:gd name="T104" fmla="*/ 2147483646 w 769"/>
                <a:gd name="T105" fmla="*/ 2147483646 h 769"/>
                <a:gd name="T106" fmla="*/ 2147483646 w 769"/>
                <a:gd name="T107" fmla="*/ 2147483646 h 769"/>
                <a:gd name="T108" fmla="*/ 2147483646 w 769"/>
                <a:gd name="T109" fmla="*/ 2147483646 h 769"/>
                <a:gd name="T110" fmla="*/ 0 w 769"/>
                <a:gd name="T111" fmla="*/ 2147483646 h 76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69"/>
                <a:gd name="T169" fmla="*/ 0 h 769"/>
                <a:gd name="T170" fmla="*/ 769 w 769"/>
                <a:gd name="T171" fmla="*/ 769 h 769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69" h="769">
                  <a:moveTo>
                    <a:pt x="0" y="394"/>
                  </a:moveTo>
                  <a:lnTo>
                    <a:pt x="0" y="377"/>
                  </a:lnTo>
                  <a:lnTo>
                    <a:pt x="0" y="357"/>
                  </a:lnTo>
                  <a:lnTo>
                    <a:pt x="2" y="338"/>
                  </a:lnTo>
                  <a:lnTo>
                    <a:pt x="4" y="320"/>
                  </a:lnTo>
                  <a:lnTo>
                    <a:pt x="7" y="301"/>
                  </a:lnTo>
                  <a:lnTo>
                    <a:pt x="12" y="282"/>
                  </a:lnTo>
                  <a:lnTo>
                    <a:pt x="16" y="265"/>
                  </a:lnTo>
                  <a:lnTo>
                    <a:pt x="23" y="247"/>
                  </a:lnTo>
                  <a:lnTo>
                    <a:pt x="30" y="231"/>
                  </a:lnTo>
                  <a:lnTo>
                    <a:pt x="37" y="214"/>
                  </a:lnTo>
                  <a:lnTo>
                    <a:pt x="45" y="198"/>
                  </a:lnTo>
                  <a:lnTo>
                    <a:pt x="55" y="182"/>
                  </a:lnTo>
                  <a:lnTo>
                    <a:pt x="64" y="166"/>
                  </a:lnTo>
                  <a:lnTo>
                    <a:pt x="75" y="151"/>
                  </a:lnTo>
                  <a:lnTo>
                    <a:pt x="85" y="138"/>
                  </a:lnTo>
                  <a:lnTo>
                    <a:pt x="97" y="123"/>
                  </a:lnTo>
                  <a:lnTo>
                    <a:pt x="110" y="111"/>
                  </a:lnTo>
                  <a:lnTo>
                    <a:pt x="124" y="98"/>
                  </a:lnTo>
                  <a:lnTo>
                    <a:pt x="137" y="86"/>
                  </a:lnTo>
                  <a:lnTo>
                    <a:pt x="151" y="76"/>
                  </a:lnTo>
                  <a:lnTo>
                    <a:pt x="166" y="65"/>
                  </a:lnTo>
                  <a:lnTo>
                    <a:pt x="181" y="56"/>
                  </a:lnTo>
                  <a:lnTo>
                    <a:pt x="196" y="46"/>
                  </a:lnTo>
                  <a:lnTo>
                    <a:pt x="212" y="37"/>
                  </a:lnTo>
                  <a:lnTo>
                    <a:pt x="230" y="31"/>
                  </a:lnTo>
                  <a:lnTo>
                    <a:pt x="247" y="24"/>
                  </a:lnTo>
                  <a:lnTo>
                    <a:pt x="264" y="17"/>
                  </a:lnTo>
                  <a:lnTo>
                    <a:pt x="281" y="12"/>
                  </a:lnTo>
                  <a:lnTo>
                    <a:pt x="300" y="8"/>
                  </a:lnTo>
                  <a:lnTo>
                    <a:pt x="318" y="5"/>
                  </a:lnTo>
                  <a:lnTo>
                    <a:pt x="337" y="3"/>
                  </a:lnTo>
                  <a:lnTo>
                    <a:pt x="357" y="1"/>
                  </a:lnTo>
                  <a:lnTo>
                    <a:pt x="375" y="0"/>
                  </a:lnTo>
                  <a:lnTo>
                    <a:pt x="393" y="0"/>
                  </a:lnTo>
                  <a:lnTo>
                    <a:pt x="412" y="1"/>
                  </a:lnTo>
                  <a:lnTo>
                    <a:pt x="431" y="3"/>
                  </a:lnTo>
                  <a:lnTo>
                    <a:pt x="450" y="5"/>
                  </a:lnTo>
                  <a:lnTo>
                    <a:pt x="468" y="8"/>
                  </a:lnTo>
                  <a:lnTo>
                    <a:pt x="487" y="12"/>
                  </a:lnTo>
                  <a:lnTo>
                    <a:pt x="505" y="17"/>
                  </a:lnTo>
                  <a:lnTo>
                    <a:pt x="522" y="24"/>
                  </a:lnTo>
                  <a:lnTo>
                    <a:pt x="540" y="31"/>
                  </a:lnTo>
                  <a:lnTo>
                    <a:pt x="556" y="37"/>
                  </a:lnTo>
                  <a:lnTo>
                    <a:pt x="571" y="46"/>
                  </a:lnTo>
                  <a:lnTo>
                    <a:pt x="587" y="56"/>
                  </a:lnTo>
                  <a:lnTo>
                    <a:pt x="603" y="65"/>
                  </a:lnTo>
                  <a:lnTo>
                    <a:pt x="618" y="76"/>
                  </a:lnTo>
                  <a:lnTo>
                    <a:pt x="632" y="86"/>
                  </a:lnTo>
                  <a:lnTo>
                    <a:pt x="646" y="98"/>
                  </a:lnTo>
                  <a:lnTo>
                    <a:pt x="659" y="111"/>
                  </a:lnTo>
                  <a:lnTo>
                    <a:pt x="671" y="123"/>
                  </a:lnTo>
                  <a:lnTo>
                    <a:pt x="683" y="138"/>
                  </a:lnTo>
                  <a:lnTo>
                    <a:pt x="693" y="151"/>
                  </a:lnTo>
                  <a:lnTo>
                    <a:pt x="704" y="166"/>
                  </a:lnTo>
                  <a:lnTo>
                    <a:pt x="714" y="182"/>
                  </a:lnTo>
                  <a:lnTo>
                    <a:pt x="722" y="198"/>
                  </a:lnTo>
                  <a:lnTo>
                    <a:pt x="732" y="214"/>
                  </a:lnTo>
                  <a:lnTo>
                    <a:pt x="738" y="231"/>
                  </a:lnTo>
                  <a:lnTo>
                    <a:pt x="745" y="247"/>
                  </a:lnTo>
                  <a:lnTo>
                    <a:pt x="752" y="265"/>
                  </a:lnTo>
                  <a:lnTo>
                    <a:pt x="757" y="282"/>
                  </a:lnTo>
                  <a:lnTo>
                    <a:pt x="761" y="301"/>
                  </a:lnTo>
                  <a:lnTo>
                    <a:pt x="764" y="320"/>
                  </a:lnTo>
                  <a:lnTo>
                    <a:pt x="766" y="338"/>
                  </a:lnTo>
                  <a:lnTo>
                    <a:pt x="767" y="357"/>
                  </a:lnTo>
                  <a:lnTo>
                    <a:pt x="769" y="377"/>
                  </a:lnTo>
                  <a:lnTo>
                    <a:pt x="769" y="394"/>
                  </a:lnTo>
                  <a:lnTo>
                    <a:pt x="767" y="414"/>
                  </a:lnTo>
                  <a:lnTo>
                    <a:pt x="766" y="432"/>
                  </a:lnTo>
                  <a:lnTo>
                    <a:pt x="764" y="451"/>
                  </a:lnTo>
                  <a:lnTo>
                    <a:pt x="761" y="469"/>
                  </a:lnTo>
                  <a:lnTo>
                    <a:pt x="757" y="488"/>
                  </a:lnTo>
                  <a:lnTo>
                    <a:pt x="752" y="505"/>
                  </a:lnTo>
                  <a:lnTo>
                    <a:pt x="745" y="524"/>
                  </a:lnTo>
                  <a:lnTo>
                    <a:pt x="738" y="540"/>
                  </a:lnTo>
                  <a:lnTo>
                    <a:pt x="732" y="557"/>
                  </a:lnTo>
                  <a:lnTo>
                    <a:pt x="722" y="573"/>
                  </a:lnTo>
                  <a:lnTo>
                    <a:pt x="714" y="589"/>
                  </a:lnTo>
                  <a:lnTo>
                    <a:pt x="704" y="605"/>
                  </a:lnTo>
                  <a:lnTo>
                    <a:pt x="693" y="619"/>
                  </a:lnTo>
                  <a:lnTo>
                    <a:pt x="683" y="632"/>
                  </a:lnTo>
                  <a:lnTo>
                    <a:pt x="671" y="647"/>
                  </a:lnTo>
                  <a:lnTo>
                    <a:pt x="659" y="659"/>
                  </a:lnTo>
                  <a:lnTo>
                    <a:pt x="646" y="672"/>
                  </a:lnTo>
                  <a:lnTo>
                    <a:pt x="632" y="684"/>
                  </a:lnTo>
                  <a:lnTo>
                    <a:pt x="618" y="695"/>
                  </a:lnTo>
                  <a:lnTo>
                    <a:pt x="603" y="705"/>
                  </a:lnTo>
                  <a:lnTo>
                    <a:pt x="587" y="715"/>
                  </a:lnTo>
                  <a:lnTo>
                    <a:pt x="571" y="724"/>
                  </a:lnTo>
                  <a:lnTo>
                    <a:pt x="556" y="733"/>
                  </a:lnTo>
                  <a:lnTo>
                    <a:pt x="540" y="740"/>
                  </a:lnTo>
                  <a:lnTo>
                    <a:pt x="522" y="746"/>
                  </a:lnTo>
                  <a:lnTo>
                    <a:pt x="505" y="753"/>
                  </a:lnTo>
                  <a:lnTo>
                    <a:pt x="487" y="758"/>
                  </a:lnTo>
                  <a:lnTo>
                    <a:pt x="468" y="762"/>
                  </a:lnTo>
                  <a:lnTo>
                    <a:pt x="450" y="765"/>
                  </a:lnTo>
                  <a:lnTo>
                    <a:pt x="431" y="768"/>
                  </a:lnTo>
                  <a:lnTo>
                    <a:pt x="412" y="769"/>
                  </a:lnTo>
                  <a:lnTo>
                    <a:pt x="393" y="769"/>
                  </a:lnTo>
                  <a:lnTo>
                    <a:pt x="375" y="769"/>
                  </a:lnTo>
                  <a:lnTo>
                    <a:pt x="357" y="769"/>
                  </a:lnTo>
                  <a:lnTo>
                    <a:pt x="337" y="768"/>
                  </a:lnTo>
                  <a:lnTo>
                    <a:pt x="318" y="765"/>
                  </a:lnTo>
                  <a:lnTo>
                    <a:pt x="300" y="762"/>
                  </a:lnTo>
                  <a:lnTo>
                    <a:pt x="281" y="758"/>
                  </a:lnTo>
                  <a:lnTo>
                    <a:pt x="264" y="753"/>
                  </a:lnTo>
                  <a:lnTo>
                    <a:pt x="247" y="746"/>
                  </a:lnTo>
                  <a:lnTo>
                    <a:pt x="230" y="740"/>
                  </a:lnTo>
                  <a:lnTo>
                    <a:pt x="212" y="733"/>
                  </a:lnTo>
                  <a:lnTo>
                    <a:pt x="196" y="724"/>
                  </a:lnTo>
                  <a:lnTo>
                    <a:pt x="181" y="715"/>
                  </a:lnTo>
                  <a:lnTo>
                    <a:pt x="166" y="705"/>
                  </a:lnTo>
                  <a:lnTo>
                    <a:pt x="151" y="695"/>
                  </a:lnTo>
                  <a:lnTo>
                    <a:pt x="137" y="684"/>
                  </a:lnTo>
                  <a:lnTo>
                    <a:pt x="124" y="672"/>
                  </a:lnTo>
                  <a:lnTo>
                    <a:pt x="110" y="659"/>
                  </a:lnTo>
                  <a:lnTo>
                    <a:pt x="97" y="647"/>
                  </a:lnTo>
                  <a:lnTo>
                    <a:pt x="85" y="632"/>
                  </a:lnTo>
                  <a:lnTo>
                    <a:pt x="75" y="619"/>
                  </a:lnTo>
                  <a:lnTo>
                    <a:pt x="64" y="605"/>
                  </a:lnTo>
                  <a:lnTo>
                    <a:pt x="55" y="589"/>
                  </a:lnTo>
                  <a:lnTo>
                    <a:pt x="45" y="573"/>
                  </a:lnTo>
                  <a:lnTo>
                    <a:pt x="37" y="557"/>
                  </a:lnTo>
                  <a:lnTo>
                    <a:pt x="30" y="540"/>
                  </a:lnTo>
                  <a:lnTo>
                    <a:pt x="23" y="524"/>
                  </a:lnTo>
                  <a:lnTo>
                    <a:pt x="16" y="505"/>
                  </a:lnTo>
                  <a:lnTo>
                    <a:pt x="12" y="488"/>
                  </a:lnTo>
                  <a:lnTo>
                    <a:pt x="7" y="469"/>
                  </a:lnTo>
                  <a:lnTo>
                    <a:pt x="4" y="451"/>
                  </a:lnTo>
                  <a:lnTo>
                    <a:pt x="2" y="432"/>
                  </a:lnTo>
                  <a:lnTo>
                    <a:pt x="0" y="414"/>
                  </a:lnTo>
                  <a:lnTo>
                    <a:pt x="0" y="394"/>
                  </a:lnTo>
                  <a:close/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39" name="Freeform 14">
              <a:extLst>
                <a:ext uri="{FF2B5EF4-FFF2-40B4-BE49-F238E27FC236}">
                  <a16:creationId xmlns:a16="http://schemas.microsoft.com/office/drawing/2014/main" id="{5682AE8C-C39E-4C9E-A445-7483C8C2B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700" y="2605088"/>
              <a:ext cx="104775" cy="104775"/>
            </a:xfrm>
            <a:custGeom>
              <a:avLst/>
              <a:gdLst>
                <a:gd name="T0" fmla="*/ 2147483646 w 133"/>
                <a:gd name="T1" fmla="*/ 2147483646 h 133"/>
                <a:gd name="T2" fmla="*/ 0 w 133"/>
                <a:gd name="T3" fmla="*/ 0 h 133"/>
                <a:gd name="T4" fmla="*/ 2147483646 w 133"/>
                <a:gd name="T5" fmla="*/ 2147483646 h 133"/>
                <a:gd name="T6" fmla="*/ 2147483646 w 133"/>
                <a:gd name="T7" fmla="*/ 2147483646 h 133"/>
                <a:gd name="T8" fmla="*/ 2147483646 w 133"/>
                <a:gd name="T9" fmla="*/ 2147483646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3"/>
                <a:gd name="T16" fmla="*/ 0 h 133"/>
                <a:gd name="T17" fmla="*/ 133 w 133"/>
                <a:gd name="T18" fmla="*/ 133 h 1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3" h="133">
                  <a:moveTo>
                    <a:pt x="133" y="80"/>
                  </a:moveTo>
                  <a:lnTo>
                    <a:pt x="0" y="0"/>
                  </a:lnTo>
                  <a:lnTo>
                    <a:pt x="80" y="133"/>
                  </a:lnTo>
                  <a:lnTo>
                    <a:pt x="106" y="106"/>
                  </a:lnTo>
                  <a:lnTo>
                    <a:pt x="133" y="8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40" name="Freeform 17">
              <a:extLst>
                <a:ext uri="{FF2B5EF4-FFF2-40B4-BE49-F238E27FC236}">
                  <a16:creationId xmlns:a16="http://schemas.microsoft.com/office/drawing/2014/main" id="{AB896CE2-A34E-4C47-AEBE-93F25A2C1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738" y="2541588"/>
              <a:ext cx="609600" cy="611187"/>
            </a:xfrm>
            <a:custGeom>
              <a:avLst/>
              <a:gdLst>
                <a:gd name="T0" fmla="*/ 0 w 769"/>
                <a:gd name="T1" fmla="*/ 2147483646 h 769"/>
                <a:gd name="T2" fmla="*/ 2147483646 w 769"/>
                <a:gd name="T3" fmla="*/ 2147483646 h 769"/>
                <a:gd name="T4" fmla="*/ 2147483646 w 769"/>
                <a:gd name="T5" fmla="*/ 2147483646 h 769"/>
                <a:gd name="T6" fmla="*/ 2147483646 w 769"/>
                <a:gd name="T7" fmla="*/ 2147483646 h 769"/>
                <a:gd name="T8" fmla="*/ 2147483646 w 769"/>
                <a:gd name="T9" fmla="*/ 2147483646 h 769"/>
                <a:gd name="T10" fmla="*/ 2147483646 w 769"/>
                <a:gd name="T11" fmla="*/ 2147483646 h 769"/>
                <a:gd name="T12" fmla="*/ 2147483646 w 769"/>
                <a:gd name="T13" fmla="*/ 2147483646 h 769"/>
                <a:gd name="T14" fmla="*/ 2147483646 w 769"/>
                <a:gd name="T15" fmla="*/ 2147483646 h 769"/>
                <a:gd name="T16" fmla="*/ 2147483646 w 769"/>
                <a:gd name="T17" fmla="*/ 2147483646 h 769"/>
                <a:gd name="T18" fmla="*/ 2147483646 w 769"/>
                <a:gd name="T19" fmla="*/ 2147483646 h 769"/>
                <a:gd name="T20" fmla="*/ 2147483646 w 769"/>
                <a:gd name="T21" fmla="*/ 2147483646 h 769"/>
                <a:gd name="T22" fmla="*/ 2147483646 w 769"/>
                <a:gd name="T23" fmla="*/ 0 h 769"/>
                <a:gd name="T24" fmla="*/ 2147483646 w 769"/>
                <a:gd name="T25" fmla="*/ 2147483646 h 769"/>
                <a:gd name="T26" fmla="*/ 2147483646 w 769"/>
                <a:gd name="T27" fmla="*/ 2147483646 h 769"/>
                <a:gd name="T28" fmla="*/ 2147483646 w 769"/>
                <a:gd name="T29" fmla="*/ 2147483646 h 769"/>
                <a:gd name="T30" fmla="*/ 2147483646 w 769"/>
                <a:gd name="T31" fmla="*/ 2147483646 h 769"/>
                <a:gd name="T32" fmla="*/ 2147483646 w 769"/>
                <a:gd name="T33" fmla="*/ 2147483646 h 769"/>
                <a:gd name="T34" fmla="*/ 2147483646 w 769"/>
                <a:gd name="T35" fmla="*/ 2147483646 h 769"/>
                <a:gd name="T36" fmla="*/ 2147483646 w 769"/>
                <a:gd name="T37" fmla="*/ 2147483646 h 769"/>
                <a:gd name="T38" fmla="*/ 2147483646 w 769"/>
                <a:gd name="T39" fmla="*/ 2147483646 h 769"/>
                <a:gd name="T40" fmla="*/ 2147483646 w 769"/>
                <a:gd name="T41" fmla="*/ 2147483646 h 769"/>
                <a:gd name="T42" fmla="*/ 2147483646 w 769"/>
                <a:gd name="T43" fmla="*/ 2147483646 h 769"/>
                <a:gd name="T44" fmla="*/ 2147483646 w 769"/>
                <a:gd name="T45" fmla="*/ 2147483646 h 769"/>
                <a:gd name="T46" fmla="*/ 2147483646 w 769"/>
                <a:gd name="T47" fmla="*/ 2147483646 h 769"/>
                <a:gd name="T48" fmla="*/ 2147483646 w 769"/>
                <a:gd name="T49" fmla="*/ 2147483646 h 769"/>
                <a:gd name="T50" fmla="*/ 2147483646 w 769"/>
                <a:gd name="T51" fmla="*/ 2147483646 h 769"/>
                <a:gd name="T52" fmla="*/ 2147483646 w 769"/>
                <a:gd name="T53" fmla="*/ 2147483646 h 769"/>
                <a:gd name="T54" fmla="*/ 2147483646 w 769"/>
                <a:gd name="T55" fmla="*/ 2147483646 h 769"/>
                <a:gd name="T56" fmla="*/ 2147483646 w 769"/>
                <a:gd name="T57" fmla="*/ 2147483646 h 769"/>
                <a:gd name="T58" fmla="*/ 2147483646 w 769"/>
                <a:gd name="T59" fmla="*/ 2147483646 h 769"/>
                <a:gd name="T60" fmla="*/ 2147483646 w 769"/>
                <a:gd name="T61" fmla="*/ 2147483646 h 769"/>
                <a:gd name="T62" fmla="*/ 2147483646 w 769"/>
                <a:gd name="T63" fmla="*/ 2147483646 h 769"/>
                <a:gd name="T64" fmla="*/ 2147483646 w 769"/>
                <a:gd name="T65" fmla="*/ 2147483646 h 769"/>
                <a:gd name="T66" fmla="*/ 2147483646 w 769"/>
                <a:gd name="T67" fmla="*/ 2147483646 h 769"/>
                <a:gd name="T68" fmla="*/ 2147483646 w 769"/>
                <a:gd name="T69" fmla="*/ 2147483646 h 769"/>
                <a:gd name="T70" fmla="*/ 2147483646 w 769"/>
                <a:gd name="T71" fmla="*/ 2147483646 h 769"/>
                <a:gd name="T72" fmla="*/ 2147483646 w 769"/>
                <a:gd name="T73" fmla="*/ 2147483646 h 769"/>
                <a:gd name="T74" fmla="*/ 2147483646 w 769"/>
                <a:gd name="T75" fmla="*/ 2147483646 h 769"/>
                <a:gd name="T76" fmla="*/ 2147483646 w 769"/>
                <a:gd name="T77" fmla="*/ 2147483646 h 769"/>
                <a:gd name="T78" fmla="*/ 2147483646 w 769"/>
                <a:gd name="T79" fmla="*/ 2147483646 h 769"/>
                <a:gd name="T80" fmla="*/ 2147483646 w 769"/>
                <a:gd name="T81" fmla="*/ 2147483646 h 769"/>
                <a:gd name="T82" fmla="*/ 2147483646 w 769"/>
                <a:gd name="T83" fmla="*/ 2147483646 h 769"/>
                <a:gd name="T84" fmla="*/ 2147483646 w 769"/>
                <a:gd name="T85" fmla="*/ 2147483646 h 769"/>
                <a:gd name="T86" fmla="*/ 2147483646 w 769"/>
                <a:gd name="T87" fmla="*/ 2147483646 h 769"/>
                <a:gd name="T88" fmla="*/ 2147483646 w 769"/>
                <a:gd name="T89" fmla="*/ 2147483646 h 769"/>
                <a:gd name="T90" fmla="*/ 2147483646 w 769"/>
                <a:gd name="T91" fmla="*/ 2147483646 h 769"/>
                <a:gd name="T92" fmla="*/ 2147483646 w 769"/>
                <a:gd name="T93" fmla="*/ 2147483646 h 769"/>
                <a:gd name="T94" fmla="*/ 2147483646 w 769"/>
                <a:gd name="T95" fmla="*/ 2147483646 h 769"/>
                <a:gd name="T96" fmla="*/ 2147483646 w 769"/>
                <a:gd name="T97" fmla="*/ 2147483646 h 769"/>
                <a:gd name="T98" fmla="*/ 2147483646 w 769"/>
                <a:gd name="T99" fmla="*/ 2147483646 h 769"/>
                <a:gd name="T100" fmla="*/ 2147483646 w 769"/>
                <a:gd name="T101" fmla="*/ 2147483646 h 769"/>
                <a:gd name="T102" fmla="*/ 2147483646 w 769"/>
                <a:gd name="T103" fmla="*/ 2147483646 h 769"/>
                <a:gd name="T104" fmla="*/ 2147483646 w 769"/>
                <a:gd name="T105" fmla="*/ 2147483646 h 769"/>
                <a:gd name="T106" fmla="*/ 2147483646 w 769"/>
                <a:gd name="T107" fmla="*/ 2147483646 h 769"/>
                <a:gd name="T108" fmla="*/ 2147483646 w 769"/>
                <a:gd name="T109" fmla="*/ 2147483646 h 769"/>
                <a:gd name="T110" fmla="*/ 0 w 769"/>
                <a:gd name="T111" fmla="*/ 2147483646 h 76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69"/>
                <a:gd name="T169" fmla="*/ 0 h 769"/>
                <a:gd name="T170" fmla="*/ 769 w 769"/>
                <a:gd name="T171" fmla="*/ 769 h 769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69" h="769">
                  <a:moveTo>
                    <a:pt x="0" y="394"/>
                  </a:moveTo>
                  <a:lnTo>
                    <a:pt x="0" y="376"/>
                  </a:lnTo>
                  <a:lnTo>
                    <a:pt x="0" y="356"/>
                  </a:lnTo>
                  <a:lnTo>
                    <a:pt x="2" y="338"/>
                  </a:lnTo>
                  <a:lnTo>
                    <a:pt x="4" y="319"/>
                  </a:lnTo>
                  <a:lnTo>
                    <a:pt x="7" y="301"/>
                  </a:lnTo>
                  <a:lnTo>
                    <a:pt x="12" y="282"/>
                  </a:lnTo>
                  <a:lnTo>
                    <a:pt x="16" y="265"/>
                  </a:lnTo>
                  <a:lnTo>
                    <a:pt x="23" y="246"/>
                  </a:lnTo>
                  <a:lnTo>
                    <a:pt x="30" y="230"/>
                  </a:lnTo>
                  <a:lnTo>
                    <a:pt x="37" y="213"/>
                  </a:lnTo>
                  <a:lnTo>
                    <a:pt x="45" y="197"/>
                  </a:lnTo>
                  <a:lnTo>
                    <a:pt x="55" y="181"/>
                  </a:lnTo>
                  <a:lnTo>
                    <a:pt x="64" y="166"/>
                  </a:lnTo>
                  <a:lnTo>
                    <a:pt x="75" y="151"/>
                  </a:lnTo>
                  <a:lnTo>
                    <a:pt x="85" y="138"/>
                  </a:lnTo>
                  <a:lnTo>
                    <a:pt x="97" y="123"/>
                  </a:lnTo>
                  <a:lnTo>
                    <a:pt x="110" y="111"/>
                  </a:lnTo>
                  <a:lnTo>
                    <a:pt x="124" y="98"/>
                  </a:lnTo>
                  <a:lnTo>
                    <a:pt x="137" y="86"/>
                  </a:lnTo>
                  <a:lnTo>
                    <a:pt x="151" y="75"/>
                  </a:lnTo>
                  <a:lnTo>
                    <a:pt x="166" y="65"/>
                  </a:lnTo>
                  <a:lnTo>
                    <a:pt x="181" y="55"/>
                  </a:lnTo>
                  <a:lnTo>
                    <a:pt x="196" y="46"/>
                  </a:lnTo>
                  <a:lnTo>
                    <a:pt x="212" y="37"/>
                  </a:lnTo>
                  <a:lnTo>
                    <a:pt x="230" y="30"/>
                  </a:lnTo>
                  <a:lnTo>
                    <a:pt x="247" y="24"/>
                  </a:lnTo>
                  <a:lnTo>
                    <a:pt x="264" y="17"/>
                  </a:lnTo>
                  <a:lnTo>
                    <a:pt x="281" y="12"/>
                  </a:lnTo>
                  <a:lnTo>
                    <a:pt x="300" y="8"/>
                  </a:lnTo>
                  <a:lnTo>
                    <a:pt x="318" y="5"/>
                  </a:lnTo>
                  <a:lnTo>
                    <a:pt x="337" y="2"/>
                  </a:lnTo>
                  <a:lnTo>
                    <a:pt x="357" y="1"/>
                  </a:lnTo>
                  <a:lnTo>
                    <a:pt x="375" y="0"/>
                  </a:lnTo>
                  <a:lnTo>
                    <a:pt x="393" y="0"/>
                  </a:lnTo>
                  <a:lnTo>
                    <a:pt x="412" y="1"/>
                  </a:lnTo>
                  <a:lnTo>
                    <a:pt x="431" y="2"/>
                  </a:lnTo>
                  <a:lnTo>
                    <a:pt x="450" y="5"/>
                  </a:lnTo>
                  <a:lnTo>
                    <a:pt x="468" y="8"/>
                  </a:lnTo>
                  <a:lnTo>
                    <a:pt x="487" y="12"/>
                  </a:lnTo>
                  <a:lnTo>
                    <a:pt x="505" y="17"/>
                  </a:lnTo>
                  <a:lnTo>
                    <a:pt x="522" y="24"/>
                  </a:lnTo>
                  <a:lnTo>
                    <a:pt x="540" y="30"/>
                  </a:lnTo>
                  <a:lnTo>
                    <a:pt x="556" y="37"/>
                  </a:lnTo>
                  <a:lnTo>
                    <a:pt x="571" y="46"/>
                  </a:lnTo>
                  <a:lnTo>
                    <a:pt x="587" y="55"/>
                  </a:lnTo>
                  <a:lnTo>
                    <a:pt x="603" y="65"/>
                  </a:lnTo>
                  <a:lnTo>
                    <a:pt x="618" y="75"/>
                  </a:lnTo>
                  <a:lnTo>
                    <a:pt x="632" y="86"/>
                  </a:lnTo>
                  <a:lnTo>
                    <a:pt x="646" y="98"/>
                  </a:lnTo>
                  <a:lnTo>
                    <a:pt x="659" y="111"/>
                  </a:lnTo>
                  <a:lnTo>
                    <a:pt x="671" y="123"/>
                  </a:lnTo>
                  <a:lnTo>
                    <a:pt x="683" y="138"/>
                  </a:lnTo>
                  <a:lnTo>
                    <a:pt x="693" y="151"/>
                  </a:lnTo>
                  <a:lnTo>
                    <a:pt x="704" y="166"/>
                  </a:lnTo>
                  <a:lnTo>
                    <a:pt x="714" y="181"/>
                  </a:lnTo>
                  <a:lnTo>
                    <a:pt x="722" y="197"/>
                  </a:lnTo>
                  <a:lnTo>
                    <a:pt x="732" y="213"/>
                  </a:lnTo>
                  <a:lnTo>
                    <a:pt x="738" y="230"/>
                  </a:lnTo>
                  <a:lnTo>
                    <a:pt x="745" y="246"/>
                  </a:lnTo>
                  <a:lnTo>
                    <a:pt x="752" y="265"/>
                  </a:lnTo>
                  <a:lnTo>
                    <a:pt x="757" y="282"/>
                  </a:lnTo>
                  <a:lnTo>
                    <a:pt x="761" y="301"/>
                  </a:lnTo>
                  <a:lnTo>
                    <a:pt x="764" y="319"/>
                  </a:lnTo>
                  <a:lnTo>
                    <a:pt x="766" y="338"/>
                  </a:lnTo>
                  <a:lnTo>
                    <a:pt x="767" y="356"/>
                  </a:lnTo>
                  <a:lnTo>
                    <a:pt x="769" y="376"/>
                  </a:lnTo>
                  <a:lnTo>
                    <a:pt x="769" y="394"/>
                  </a:lnTo>
                  <a:lnTo>
                    <a:pt x="767" y="413"/>
                  </a:lnTo>
                  <a:lnTo>
                    <a:pt x="766" y="432"/>
                  </a:lnTo>
                  <a:lnTo>
                    <a:pt x="764" y="451"/>
                  </a:lnTo>
                  <a:lnTo>
                    <a:pt x="761" y="469"/>
                  </a:lnTo>
                  <a:lnTo>
                    <a:pt x="757" y="488"/>
                  </a:lnTo>
                  <a:lnTo>
                    <a:pt x="752" y="505"/>
                  </a:lnTo>
                  <a:lnTo>
                    <a:pt x="745" y="523"/>
                  </a:lnTo>
                  <a:lnTo>
                    <a:pt x="738" y="539"/>
                  </a:lnTo>
                  <a:lnTo>
                    <a:pt x="732" y="557"/>
                  </a:lnTo>
                  <a:lnTo>
                    <a:pt x="722" y="572"/>
                  </a:lnTo>
                  <a:lnTo>
                    <a:pt x="714" y="588"/>
                  </a:lnTo>
                  <a:lnTo>
                    <a:pt x="704" y="604"/>
                  </a:lnTo>
                  <a:lnTo>
                    <a:pt x="693" y="619"/>
                  </a:lnTo>
                  <a:lnTo>
                    <a:pt x="683" y="632"/>
                  </a:lnTo>
                  <a:lnTo>
                    <a:pt x="671" y="647"/>
                  </a:lnTo>
                  <a:lnTo>
                    <a:pt x="659" y="659"/>
                  </a:lnTo>
                  <a:lnTo>
                    <a:pt x="646" y="672"/>
                  </a:lnTo>
                  <a:lnTo>
                    <a:pt x="632" y="684"/>
                  </a:lnTo>
                  <a:lnTo>
                    <a:pt x="618" y="694"/>
                  </a:lnTo>
                  <a:lnTo>
                    <a:pt x="603" y="705"/>
                  </a:lnTo>
                  <a:lnTo>
                    <a:pt x="587" y="714"/>
                  </a:lnTo>
                  <a:lnTo>
                    <a:pt x="571" y="724"/>
                  </a:lnTo>
                  <a:lnTo>
                    <a:pt x="556" y="733"/>
                  </a:lnTo>
                  <a:lnTo>
                    <a:pt x="540" y="740"/>
                  </a:lnTo>
                  <a:lnTo>
                    <a:pt x="522" y="746"/>
                  </a:lnTo>
                  <a:lnTo>
                    <a:pt x="505" y="753"/>
                  </a:lnTo>
                  <a:lnTo>
                    <a:pt x="487" y="758"/>
                  </a:lnTo>
                  <a:lnTo>
                    <a:pt x="468" y="762"/>
                  </a:lnTo>
                  <a:lnTo>
                    <a:pt x="450" y="765"/>
                  </a:lnTo>
                  <a:lnTo>
                    <a:pt x="431" y="767"/>
                  </a:lnTo>
                  <a:lnTo>
                    <a:pt x="412" y="769"/>
                  </a:lnTo>
                  <a:lnTo>
                    <a:pt x="393" y="769"/>
                  </a:lnTo>
                  <a:lnTo>
                    <a:pt x="375" y="769"/>
                  </a:lnTo>
                  <a:lnTo>
                    <a:pt x="357" y="769"/>
                  </a:lnTo>
                  <a:lnTo>
                    <a:pt x="337" y="767"/>
                  </a:lnTo>
                  <a:lnTo>
                    <a:pt x="318" y="765"/>
                  </a:lnTo>
                  <a:lnTo>
                    <a:pt x="300" y="762"/>
                  </a:lnTo>
                  <a:lnTo>
                    <a:pt x="281" y="758"/>
                  </a:lnTo>
                  <a:lnTo>
                    <a:pt x="264" y="753"/>
                  </a:lnTo>
                  <a:lnTo>
                    <a:pt x="247" y="746"/>
                  </a:lnTo>
                  <a:lnTo>
                    <a:pt x="230" y="740"/>
                  </a:lnTo>
                  <a:lnTo>
                    <a:pt x="212" y="733"/>
                  </a:lnTo>
                  <a:lnTo>
                    <a:pt x="196" y="724"/>
                  </a:lnTo>
                  <a:lnTo>
                    <a:pt x="181" y="714"/>
                  </a:lnTo>
                  <a:lnTo>
                    <a:pt x="166" y="705"/>
                  </a:lnTo>
                  <a:lnTo>
                    <a:pt x="151" y="694"/>
                  </a:lnTo>
                  <a:lnTo>
                    <a:pt x="137" y="684"/>
                  </a:lnTo>
                  <a:lnTo>
                    <a:pt x="124" y="672"/>
                  </a:lnTo>
                  <a:lnTo>
                    <a:pt x="110" y="659"/>
                  </a:lnTo>
                  <a:lnTo>
                    <a:pt x="97" y="647"/>
                  </a:lnTo>
                  <a:lnTo>
                    <a:pt x="85" y="632"/>
                  </a:lnTo>
                  <a:lnTo>
                    <a:pt x="75" y="619"/>
                  </a:lnTo>
                  <a:lnTo>
                    <a:pt x="64" y="604"/>
                  </a:lnTo>
                  <a:lnTo>
                    <a:pt x="55" y="588"/>
                  </a:lnTo>
                  <a:lnTo>
                    <a:pt x="45" y="572"/>
                  </a:lnTo>
                  <a:lnTo>
                    <a:pt x="37" y="557"/>
                  </a:lnTo>
                  <a:lnTo>
                    <a:pt x="30" y="539"/>
                  </a:lnTo>
                  <a:lnTo>
                    <a:pt x="23" y="523"/>
                  </a:lnTo>
                  <a:lnTo>
                    <a:pt x="16" y="505"/>
                  </a:lnTo>
                  <a:lnTo>
                    <a:pt x="12" y="488"/>
                  </a:lnTo>
                  <a:lnTo>
                    <a:pt x="7" y="469"/>
                  </a:lnTo>
                  <a:lnTo>
                    <a:pt x="4" y="451"/>
                  </a:lnTo>
                  <a:lnTo>
                    <a:pt x="2" y="432"/>
                  </a:lnTo>
                  <a:lnTo>
                    <a:pt x="0" y="413"/>
                  </a:lnTo>
                  <a:lnTo>
                    <a:pt x="0" y="394"/>
                  </a:lnTo>
                  <a:close/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41" name="Freeform 19">
              <a:extLst>
                <a:ext uri="{FF2B5EF4-FFF2-40B4-BE49-F238E27FC236}">
                  <a16:creationId xmlns:a16="http://schemas.microsoft.com/office/drawing/2014/main" id="{37FBD125-9A03-4323-82A2-021C0A6BE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700" y="731838"/>
              <a:ext cx="104775" cy="106362"/>
            </a:xfrm>
            <a:custGeom>
              <a:avLst/>
              <a:gdLst>
                <a:gd name="T0" fmla="*/ 2147483646 w 133"/>
                <a:gd name="T1" fmla="*/ 0 h 132"/>
                <a:gd name="T2" fmla="*/ 0 w 133"/>
                <a:gd name="T3" fmla="*/ 2147483646 h 132"/>
                <a:gd name="T4" fmla="*/ 2147483646 w 133"/>
                <a:gd name="T5" fmla="*/ 2147483646 h 132"/>
                <a:gd name="T6" fmla="*/ 2147483646 w 133"/>
                <a:gd name="T7" fmla="*/ 2147483646 h 132"/>
                <a:gd name="T8" fmla="*/ 2147483646 w 133"/>
                <a:gd name="T9" fmla="*/ 0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3"/>
                <a:gd name="T16" fmla="*/ 0 h 132"/>
                <a:gd name="T17" fmla="*/ 133 w 133"/>
                <a:gd name="T18" fmla="*/ 132 h 13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3" h="132">
                  <a:moveTo>
                    <a:pt x="80" y="0"/>
                  </a:moveTo>
                  <a:lnTo>
                    <a:pt x="0" y="132"/>
                  </a:lnTo>
                  <a:lnTo>
                    <a:pt x="133" y="53"/>
                  </a:lnTo>
                  <a:lnTo>
                    <a:pt x="106" y="26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42" name="Freeform 22">
              <a:extLst>
                <a:ext uri="{FF2B5EF4-FFF2-40B4-BE49-F238E27FC236}">
                  <a16:creationId xmlns:a16="http://schemas.microsoft.com/office/drawing/2014/main" id="{C8B5A4BD-8BCB-4FE7-A2AE-5AB2F3E58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738" y="290513"/>
              <a:ext cx="609600" cy="609600"/>
            </a:xfrm>
            <a:custGeom>
              <a:avLst/>
              <a:gdLst>
                <a:gd name="T0" fmla="*/ 0 w 769"/>
                <a:gd name="T1" fmla="*/ 2147483646 h 769"/>
                <a:gd name="T2" fmla="*/ 2147483646 w 769"/>
                <a:gd name="T3" fmla="*/ 2147483646 h 769"/>
                <a:gd name="T4" fmla="*/ 2147483646 w 769"/>
                <a:gd name="T5" fmla="*/ 2147483646 h 769"/>
                <a:gd name="T6" fmla="*/ 2147483646 w 769"/>
                <a:gd name="T7" fmla="*/ 2147483646 h 769"/>
                <a:gd name="T8" fmla="*/ 2147483646 w 769"/>
                <a:gd name="T9" fmla="*/ 2147483646 h 769"/>
                <a:gd name="T10" fmla="*/ 2147483646 w 769"/>
                <a:gd name="T11" fmla="*/ 2147483646 h 769"/>
                <a:gd name="T12" fmla="*/ 2147483646 w 769"/>
                <a:gd name="T13" fmla="*/ 2147483646 h 769"/>
                <a:gd name="T14" fmla="*/ 2147483646 w 769"/>
                <a:gd name="T15" fmla="*/ 2147483646 h 769"/>
                <a:gd name="T16" fmla="*/ 2147483646 w 769"/>
                <a:gd name="T17" fmla="*/ 2147483646 h 769"/>
                <a:gd name="T18" fmla="*/ 2147483646 w 769"/>
                <a:gd name="T19" fmla="*/ 2147483646 h 769"/>
                <a:gd name="T20" fmla="*/ 2147483646 w 769"/>
                <a:gd name="T21" fmla="*/ 2147483646 h 769"/>
                <a:gd name="T22" fmla="*/ 2147483646 w 769"/>
                <a:gd name="T23" fmla="*/ 0 h 769"/>
                <a:gd name="T24" fmla="*/ 2147483646 w 769"/>
                <a:gd name="T25" fmla="*/ 2147483646 h 769"/>
                <a:gd name="T26" fmla="*/ 2147483646 w 769"/>
                <a:gd name="T27" fmla="*/ 2147483646 h 769"/>
                <a:gd name="T28" fmla="*/ 2147483646 w 769"/>
                <a:gd name="T29" fmla="*/ 2147483646 h 769"/>
                <a:gd name="T30" fmla="*/ 2147483646 w 769"/>
                <a:gd name="T31" fmla="*/ 2147483646 h 769"/>
                <a:gd name="T32" fmla="*/ 2147483646 w 769"/>
                <a:gd name="T33" fmla="*/ 2147483646 h 769"/>
                <a:gd name="T34" fmla="*/ 2147483646 w 769"/>
                <a:gd name="T35" fmla="*/ 2147483646 h 769"/>
                <a:gd name="T36" fmla="*/ 2147483646 w 769"/>
                <a:gd name="T37" fmla="*/ 2147483646 h 769"/>
                <a:gd name="T38" fmla="*/ 2147483646 w 769"/>
                <a:gd name="T39" fmla="*/ 2147483646 h 769"/>
                <a:gd name="T40" fmla="*/ 2147483646 w 769"/>
                <a:gd name="T41" fmla="*/ 2147483646 h 769"/>
                <a:gd name="T42" fmla="*/ 2147483646 w 769"/>
                <a:gd name="T43" fmla="*/ 2147483646 h 769"/>
                <a:gd name="T44" fmla="*/ 2147483646 w 769"/>
                <a:gd name="T45" fmla="*/ 2147483646 h 769"/>
                <a:gd name="T46" fmla="*/ 2147483646 w 769"/>
                <a:gd name="T47" fmla="*/ 2147483646 h 769"/>
                <a:gd name="T48" fmla="*/ 2147483646 w 769"/>
                <a:gd name="T49" fmla="*/ 2147483646 h 769"/>
                <a:gd name="T50" fmla="*/ 2147483646 w 769"/>
                <a:gd name="T51" fmla="*/ 2147483646 h 769"/>
                <a:gd name="T52" fmla="*/ 2147483646 w 769"/>
                <a:gd name="T53" fmla="*/ 2147483646 h 769"/>
                <a:gd name="T54" fmla="*/ 2147483646 w 769"/>
                <a:gd name="T55" fmla="*/ 2147483646 h 769"/>
                <a:gd name="T56" fmla="*/ 2147483646 w 769"/>
                <a:gd name="T57" fmla="*/ 2147483646 h 769"/>
                <a:gd name="T58" fmla="*/ 2147483646 w 769"/>
                <a:gd name="T59" fmla="*/ 2147483646 h 769"/>
                <a:gd name="T60" fmla="*/ 2147483646 w 769"/>
                <a:gd name="T61" fmla="*/ 2147483646 h 769"/>
                <a:gd name="T62" fmla="*/ 2147483646 w 769"/>
                <a:gd name="T63" fmla="*/ 2147483646 h 769"/>
                <a:gd name="T64" fmla="*/ 2147483646 w 769"/>
                <a:gd name="T65" fmla="*/ 2147483646 h 769"/>
                <a:gd name="T66" fmla="*/ 2147483646 w 769"/>
                <a:gd name="T67" fmla="*/ 2147483646 h 769"/>
                <a:gd name="T68" fmla="*/ 2147483646 w 769"/>
                <a:gd name="T69" fmla="*/ 2147483646 h 769"/>
                <a:gd name="T70" fmla="*/ 2147483646 w 769"/>
                <a:gd name="T71" fmla="*/ 2147483646 h 769"/>
                <a:gd name="T72" fmla="*/ 2147483646 w 769"/>
                <a:gd name="T73" fmla="*/ 2147483646 h 769"/>
                <a:gd name="T74" fmla="*/ 2147483646 w 769"/>
                <a:gd name="T75" fmla="*/ 2147483646 h 769"/>
                <a:gd name="T76" fmla="*/ 2147483646 w 769"/>
                <a:gd name="T77" fmla="*/ 2147483646 h 769"/>
                <a:gd name="T78" fmla="*/ 2147483646 w 769"/>
                <a:gd name="T79" fmla="*/ 2147483646 h 769"/>
                <a:gd name="T80" fmla="*/ 2147483646 w 769"/>
                <a:gd name="T81" fmla="*/ 2147483646 h 769"/>
                <a:gd name="T82" fmla="*/ 2147483646 w 769"/>
                <a:gd name="T83" fmla="*/ 2147483646 h 769"/>
                <a:gd name="T84" fmla="*/ 2147483646 w 769"/>
                <a:gd name="T85" fmla="*/ 2147483646 h 769"/>
                <a:gd name="T86" fmla="*/ 2147483646 w 769"/>
                <a:gd name="T87" fmla="*/ 2147483646 h 769"/>
                <a:gd name="T88" fmla="*/ 2147483646 w 769"/>
                <a:gd name="T89" fmla="*/ 2147483646 h 769"/>
                <a:gd name="T90" fmla="*/ 2147483646 w 769"/>
                <a:gd name="T91" fmla="*/ 2147483646 h 769"/>
                <a:gd name="T92" fmla="*/ 2147483646 w 769"/>
                <a:gd name="T93" fmla="*/ 2147483646 h 769"/>
                <a:gd name="T94" fmla="*/ 2147483646 w 769"/>
                <a:gd name="T95" fmla="*/ 2147483646 h 769"/>
                <a:gd name="T96" fmla="*/ 2147483646 w 769"/>
                <a:gd name="T97" fmla="*/ 2147483646 h 769"/>
                <a:gd name="T98" fmla="*/ 2147483646 w 769"/>
                <a:gd name="T99" fmla="*/ 2147483646 h 769"/>
                <a:gd name="T100" fmla="*/ 2147483646 w 769"/>
                <a:gd name="T101" fmla="*/ 2147483646 h 769"/>
                <a:gd name="T102" fmla="*/ 2147483646 w 769"/>
                <a:gd name="T103" fmla="*/ 2147483646 h 769"/>
                <a:gd name="T104" fmla="*/ 2147483646 w 769"/>
                <a:gd name="T105" fmla="*/ 2147483646 h 769"/>
                <a:gd name="T106" fmla="*/ 2147483646 w 769"/>
                <a:gd name="T107" fmla="*/ 2147483646 h 769"/>
                <a:gd name="T108" fmla="*/ 2147483646 w 769"/>
                <a:gd name="T109" fmla="*/ 2147483646 h 769"/>
                <a:gd name="T110" fmla="*/ 0 w 769"/>
                <a:gd name="T111" fmla="*/ 2147483646 h 76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69"/>
                <a:gd name="T169" fmla="*/ 0 h 769"/>
                <a:gd name="T170" fmla="*/ 769 w 769"/>
                <a:gd name="T171" fmla="*/ 769 h 769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69" h="769">
                  <a:moveTo>
                    <a:pt x="0" y="394"/>
                  </a:moveTo>
                  <a:lnTo>
                    <a:pt x="0" y="376"/>
                  </a:lnTo>
                  <a:lnTo>
                    <a:pt x="0" y="357"/>
                  </a:lnTo>
                  <a:lnTo>
                    <a:pt x="2" y="338"/>
                  </a:lnTo>
                  <a:lnTo>
                    <a:pt x="4" y="319"/>
                  </a:lnTo>
                  <a:lnTo>
                    <a:pt x="7" y="301"/>
                  </a:lnTo>
                  <a:lnTo>
                    <a:pt x="12" y="282"/>
                  </a:lnTo>
                  <a:lnTo>
                    <a:pt x="16" y="265"/>
                  </a:lnTo>
                  <a:lnTo>
                    <a:pt x="23" y="246"/>
                  </a:lnTo>
                  <a:lnTo>
                    <a:pt x="30" y="231"/>
                  </a:lnTo>
                  <a:lnTo>
                    <a:pt x="37" y="213"/>
                  </a:lnTo>
                  <a:lnTo>
                    <a:pt x="45" y="197"/>
                  </a:lnTo>
                  <a:lnTo>
                    <a:pt x="55" y="182"/>
                  </a:lnTo>
                  <a:lnTo>
                    <a:pt x="64" y="166"/>
                  </a:lnTo>
                  <a:lnTo>
                    <a:pt x="75" y="151"/>
                  </a:lnTo>
                  <a:lnTo>
                    <a:pt x="85" y="138"/>
                  </a:lnTo>
                  <a:lnTo>
                    <a:pt x="97" y="123"/>
                  </a:lnTo>
                  <a:lnTo>
                    <a:pt x="110" y="111"/>
                  </a:lnTo>
                  <a:lnTo>
                    <a:pt x="124" y="98"/>
                  </a:lnTo>
                  <a:lnTo>
                    <a:pt x="137" y="86"/>
                  </a:lnTo>
                  <a:lnTo>
                    <a:pt x="151" y="75"/>
                  </a:lnTo>
                  <a:lnTo>
                    <a:pt x="166" y="65"/>
                  </a:lnTo>
                  <a:lnTo>
                    <a:pt x="181" y="56"/>
                  </a:lnTo>
                  <a:lnTo>
                    <a:pt x="196" y="46"/>
                  </a:lnTo>
                  <a:lnTo>
                    <a:pt x="212" y="37"/>
                  </a:lnTo>
                  <a:lnTo>
                    <a:pt x="230" y="30"/>
                  </a:lnTo>
                  <a:lnTo>
                    <a:pt x="247" y="24"/>
                  </a:lnTo>
                  <a:lnTo>
                    <a:pt x="264" y="17"/>
                  </a:lnTo>
                  <a:lnTo>
                    <a:pt x="281" y="12"/>
                  </a:lnTo>
                  <a:lnTo>
                    <a:pt x="300" y="8"/>
                  </a:lnTo>
                  <a:lnTo>
                    <a:pt x="318" y="5"/>
                  </a:lnTo>
                  <a:lnTo>
                    <a:pt x="337" y="3"/>
                  </a:lnTo>
                  <a:lnTo>
                    <a:pt x="357" y="1"/>
                  </a:lnTo>
                  <a:lnTo>
                    <a:pt x="375" y="0"/>
                  </a:lnTo>
                  <a:lnTo>
                    <a:pt x="393" y="0"/>
                  </a:lnTo>
                  <a:lnTo>
                    <a:pt x="412" y="1"/>
                  </a:lnTo>
                  <a:lnTo>
                    <a:pt x="431" y="3"/>
                  </a:lnTo>
                  <a:lnTo>
                    <a:pt x="450" y="5"/>
                  </a:lnTo>
                  <a:lnTo>
                    <a:pt x="468" y="8"/>
                  </a:lnTo>
                  <a:lnTo>
                    <a:pt x="487" y="12"/>
                  </a:lnTo>
                  <a:lnTo>
                    <a:pt x="505" y="17"/>
                  </a:lnTo>
                  <a:lnTo>
                    <a:pt x="522" y="24"/>
                  </a:lnTo>
                  <a:lnTo>
                    <a:pt x="540" y="30"/>
                  </a:lnTo>
                  <a:lnTo>
                    <a:pt x="556" y="37"/>
                  </a:lnTo>
                  <a:lnTo>
                    <a:pt x="571" y="46"/>
                  </a:lnTo>
                  <a:lnTo>
                    <a:pt x="587" y="56"/>
                  </a:lnTo>
                  <a:lnTo>
                    <a:pt x="603" y="65"/>
                  </a:lnTo>
                  <a:lnTo>
                    <a:pt x="618" y="75"/>
                  </a:lnTo>
                  <a:lnTo>
                    <a:pt x="632" y="86"/>
                  </a:lnTo>
                  <a:lnTo>
                    <a:pt x="646" y="98"/>
                  </a:lnTo>
                  <a:lnTo>
                    <a:pt x="659" y="111"/>
                  </a:lnTo>
                  <a:lnTo>
                    <a:pt x="671" y="123"/>
                  </a:lnTo>
                  <a:lnTo>
                    <a:pt x="683" y="138"/>
                  </a:lnTo>
                  <a:lnTo>
                    <a:pt x="693" y="151"/>
                  </a:lnTo>
                  <a:lnTo>
                    <a:pt x="704" y="166"/>
                  </a:lnTo>
                  <a:lnTo>
                    <a:pt x="714" y="182"/>
                  </a:lnTo>
                  <a:lnTo>
                    <a:pt x="722" y="197"/>
                  </a:lnTo>
                  <a:lnTo>
                    <a:pt x="732" y="213"/>
                  </a:lnTo>
                  <a:lnTo>
                    <a:pt x="738" y="231"/>
                  </a:lnTo>
                  <a:lnTo>
                    <a:pt x="745" y="246"/>
                  </a:lnTo>
                  <a:lnTo>
                    <a:pt x="752" y="265"/>
                  </a:lnTo>
                  <a:lnTo>
                    <a:pt x="757" y="282"/>
                  </a:lnTo>
                  <a:lnTo>
                    <a:pt x="761" y="301"/>
                  </a:lnTo>
                  <a:lnTo>
                    <a:pt x="764" y="319"/>
                  </a:lnTo>
                  <a:lnTo>
                    <a:pt x="766" y="338"/>
                  </a:lnTo>
                  <a:lnTo>
                    <a:pt x="767" y="357"/>
                  </a:lnTo>
                  <a:lnTo>
                    <a:pt x="769" y="376"/>
                  </a:lnTo>
                  <a:lnTo>
                    <a:pt x="769" y="394"/>
                  </a:lnTo>
                  <a:lnTo>
                    <a:pt x="767" y="414"/>
                  </a:lnTo>
                  <a:lnTo>
                    <a:pt x="766" y="432"/>
                  </a:lnTo>
                  <a:lnTo>
                    <a:pt x="764" y="451"/>
                  </a:lnTo>
                  <a:lnTo>
                    <a:pt x="761" y="469"/>
                  </a:lnTo>
                  <a:lnTo>
                    <a:pt x="757" y="488"/>
                  </a:lnTo>
                  <a:lnTo>
                    <a:pt x="752" y="505"/>
                  </a:lnTo>
                  <a:lnTo>
                    <a:pt x="745" y="524"/>
                  </a:lnTo>
                  <a:lnTo>
                    <a:pt x="738" y="539"/>
                  </a:lnTo>
                  <a:lnTo>
                    <a:pt x="732" y="557"/>
                  </a:lnTo>
                  <a:lnTo>
                    <a:pt x="722" y="573"/>
                  </a:lnTo>
                  <a:lnTo>
                    <a:pt x="714" y="589"/>
                  </a:lnTo>
                  <a:lnTo>
                    <a:pt x="704" y="604"/>
                  </a:lnTo>
                  <a:lnTo>
                    <a:pt x="693" y="619"/>
                  </a:lnTo>
                  <a:lnTo>
                    <a:pt x="683" y="632"/>
                  </a:lnTo>
                  <a:lnTo>
                    <a:pt x="671" y="647"/>
                  </a:lnTo>
                  <a:lnTo>
                    <a:pt x="659" y="659"/>
                  </a:lnTo>
                  <a:lnTo>
                    <a:pt x="646" y="672"/>
                  </a:lnTo>
                  <a:lnTo>
                    <a:pt x="632" y="684"/>
                  </a:lnTo>
                  <a:lnTo>
                    <a:pt x="618" y="695"/>
                  </a:lnTo>
                  <a:lnTo>
                    <a:pt x="603" y="705"/>
                  </a:lnTo>
                  <a:lnTo>
                    <a:pt x="587" y="714"/>
                  </a:lnTo>
                  <a:lnTo>
                    <a:pt x="571" y="724"/>
                  </a:lnTo>
                  <a:lnTo>
                    <a:pt x="556" y="733"/>
                  </a:lnTo>
                  <a:lnTo>
                    <a:pt x="540" y="740"/>
                  </a:lnTo>
                  <a:lnTo>
                    <a:pt x="522" y="746"/>
                  </a:lnTo>
                  <a:lnTo>
                    <a:pt x="505" y="753"/>
                  </a:lnTo>
                  <a:lnTo>
                    <a:pt x="487" y="758"/>
                  </a:lnTo>
                  <a:lnTo>
                    <a:pt x="468" y="762"/>
                  </a:lnTo>
                  <a:lnTo>
                    <a:pt x="450" y="765"/>
                  </a:lnTo>
                  <a:lnTo>
                    <a:pt x="431" y="767"/>
                  </a:lnTo>
                  <a:lnTo>
                    <a:pt x="412" y="769"/>
                  </a:lnTo>
                  <a:lnTo>
                    <a:pt x="393" y="769"/>
                  </a:lnTo>
                  <a:lnTo>
                    <a:pt x="375" y="769"/>
                  </a:lnTo>
                  <a:lnTo>
                    <a:pt x="357" y="769"/>
                  </a:lnTo>
                  <a:lnTo>
                    <a:pt x="337" y="767"/>
                  </a:lnTo>
                  <a:lnTo>
                    <a:pt x="318" y="765"/>
                  </a:lnTo>
                  <a:lnTo>
                    <a:pt x="300" y="762"/>
                  </a:lnTo>
                  <a:lnTo>
                    <a:pt x="281" y="758"/>
                  </a:lnTo>
                  <a:lnTo>
                    <a:pt x="264" y="753"/>
                  </a:lnTo>
                  <a:lnTo>
                    <a:pt x="247" y="746"/>
                  </a:lnTo>
                  <a:lnTo>
                    <a:pt x="230" y="740"/>
                  </a:lnTo>
                  <a:lnTo>
                    <a:pt x="212" y="733"/>
                  </a:lnTo>
                  <a:lnTo>
                    <a:pt x="196" y="724"/>
                  </a:lnTo>
                  <a:lnTo>
                    <a:pt x="181" y="714"/>
                  </a:lnTo>
                  <a:lnTo>
                    <a:pt x="166" y="705"/>
                  </a:lnTo>
                  <a:lnTo>
                    <a:pt x="151" y="695"/>
                  </a:lnTo>
                  <a:lnTo>
                    <a:pt x="137" y="684"/>
                  </a:lnTo>
                  <a:lnTo>
                    <a:pt x="124" y="672"/>
                  </a:lnTo>
                  <a:lnTo>
                    <a:pt x="110" y="659"/>
                  </a:lnTo>
                  <a:lnTo>
                    <a:pt x="97" y="647"/>
                  </a:lnTo>
                  <a:lnTo>
                    <a:pt x="85" y="632"/>
                  </a:lnTo>
                  <a:lnTo>
                    <a:pt x="75" y="619"/>
                  </a:lnTo>
                  <a:lnTo>
                    <a:pt x="64" y="604"/>
                  </a:lnTo>
                  <a:lnTo>
                    <a:pt x="55" y="589"/>
                  </a:lnTo>
                  <a:lnTo>
                    <a:pt x="45" y="573"/>
                  </a:lnTo>
                  <a:lnTo>
                    <a:pt x="37" y="557"/>
                  </a:lnTo>
                  <a:lnTo>
                    <a:pt x="30" y="539"/>
                  </a:lnTo>
                  <a:lnTo>
                    <a:pt x="23" y="524"/>
                  </a:lnTo>
                  <a:lnTo>
                    <a:pt x="16" y="505"/>
                  </a:lnTo>
                  <a:lnTo>
                    <a:pt x="12" y="488"/>
                  </a:lnTo>
                  <a:lnTo>
                    <a:pt x="7" y="469"/>
                  </a:lnTo>
                  <a:lnTo>
                    <a:pt x="4" y="451"/>
                  </a:lnTo>
                  <a:lnTo>
                    <a:pt x="2" y="432"/>
                  </a:lnTo>
                  <a:lnTo>
                    <a:pt x="0" y="414"/>
                  </a:lnTo>
                  <a:lnTo>
                    <a:pt x="0" y="394"/>
                  </a:lnTo>
                  <a:close/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43" name="Freeform 24">
              <a:extLst>
                <a:ext uri="{FF2B5EF4-FFF2-40B4-BE49-F238E27FC236}">
                  <a16:creationId xmlns:a16="http://schemas.microsoft.com/office/drawing/2014/main" id="{AE086D3A-5AD4-4832-B71F-17D1F341D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113" y="835025"/>
              <a:ext cx="693737" cy="598488"/>
            </a:xfrm>
            <a:custGeom>
              <a:avLst/>
              <a:gdLst>
                <a:gd name="T0" fmla="*/ 2147483646 w 874"/>
                <a:gd name="T1" fmla="*/ 2147483646 h 753"/>
                <a:gd name="T2" fmla="*/ 2147483646 w 874"/>
                <a:gd name="T3" fmla="*/ 2147483646 h 753"/>
                <a:gd name="T4" fmla="*/ 2147483646 w 874"/>
                <a:gd name="T5" fmla="*/ 2147483646 h 753"/>
                <a:gd name="T6" fmla="*/ 2147483646 w 874"/>
                <a:gd name="T7" fmla="*/ 2147483646 h 753"/>
                <a:gd name="T8" fmla="*/ 2147483646 w 874"/>
                <a:gd name="T9" fmla="*/ 2147483646 h 753"/>
                <a:gd name="T10" fmla="*/ 2147483646 w 874"/>
                <a:gd name="T11" fmla="*/ 2147483646 h 753"/>
                <a:gd name="T12" fmla="*/ 2147483646 w 874"/>
                <a:gd name="T13" fmla="*/ 2147483646 h 753"/>
                <a:gd name="T14" fmla="*/ 2147483646 w 874"/>
                <a:gd name="T15" fmla="*/ 2147483646 h 753"/>
                <a:gd name="T16" fmla="*/ 2147483646 w 874"/>
                <a:gd name="T17" fmla="*/ 2147483646 h 753"/>
                <a:gd name="T18" fmla="*/ 2147483646 w 874"/>
                <a:gd name="T19" fmla="*/ 2147483646 h 753"/>
                <a:gd name="T20" fmla="*/ 0 w 874"/>
                <a:gd name="T21" fmla="*/ 2147483646 h 753"/>
                <a:gd name="T22" fmla="*/ 2147483646 w 874"/>
                <a:gd name="T23" fmla="*/ 2147483646 h 753"/>
                <a:gd name="T24" fmla="*/ 2147483646 w 874"/>
                <a:gd name="T25" fmla="*/ 2147483646 h 753"/>
                <a:gd name="T26" fmla="*/ 2147483646 w 874"/>
                <a:gd name="T27" fmla="*/ 2147483646 h 753"/>
                <a:gd name="T28" fmla="*/ 2147483646 w 874"/>
                <a:gd name="T29" fmla="*/ 2147483646 h 753"/>
                <a:gd name="T30" fmla="*/ 2147483646 w 874"/>
                <a:gd name="T31" fmla="*/ 2147483646 h 753"/>
                <a:gd name="T32" fmla="*/ 2147483646 w 874"/>
                <a:gd name="T33" fmla="*/ 2147483646 h 753"/>
                <a:gd name="T34" fmla="*/ 2147483646 w 874"/>
                <a:gd name="T35" fmla="*/ 2147483646 h 753"/>
                <a:gd name="T36" fmla="*/ 2147483646 w 874"/>
                <a:gd name="T37" fmla="*/ 2147483646 h 753"/>
                <a:gd name="T38" fmla="*/ 2147483646 w 874"/>
                <a:gd name="T39" fmla="*/ 2147483646 h 753"/>
                <a:gd name="T40" fmla="*/ 2147483646 w 874"/>
                <a:gd name="T41" fmla="*/ 2147483646 h 753"/>
                <a:gd name="T42" fmla="*/ 2147483646 w 874"/>
                <a:gd name="T43" fmla="*/ 2147483646 h 753"/>
                <a:gd name="T44" fmla="*/ 2147483646 w 874"/>
                <a:gd name="T45" fmla="*/ 2147483646 h 753"/>
                <a:gd name="T46" fmla="*/ 2147483646 w 874"/>
                <a:gd name="T47" fmla="*/ 2147483646 h 753"/>
                <a:gd name="T48" fmla="*/ 2147483646 w 874"/>
                <a:gd name="T49" fmla="*/ 2147483646 h 753"/>
                <a:gd name="T50" fmla="*/ 2147483646 w 874"/>
                <a:gd name="T51" fmla="*/ 2147483646 h 753"/>
                <a:gd name="T52" fmla="*/ 2147483646 w 874"/>
                <a:gd name="T53" fmla="*/ 2147483646 h 753"/>
                <a:gd name="T54" fmla="*/ 2147483646 w 874"/>
                <a:gd name="T55" fmla="*/ 2147483646 h 753"/>
                <a:gd name="T56" fmla="*/ 2147483646 w 874"/>
                <a:gd name="T57" fmla="*/ 2147483646 h 753"/>
                <a:gd name="T58" fmla="*/ 2147483646 w 874"/>
                <a:gd name="T59" fmla="*/ 2147483646 h 753"/>
                <a:gd name="T60" fmla="*/ 2147483646 w 874"/>
                <a:gd name="T61" fmla="*/ 2147483646 h 753"/>
                <a:gd name="T62" fmla="*/ 2147483646 w 874"/>
                <a:gd name="T63" fmla="*/ 2147483646 h 753"/>
                <a:gd name="T64" fmla="*/ 2147483646 w 874"/>
                <a:gd name="T65" fmla="*/ 2147483646 h 753"/>
                <a:gd name="T66" fmla="*/ 2147483646 w 874"/>
                <a:gd name="T67" fmla="*/ 2147483646 h 753"/>
                <a:gd name="T68" fmla="*/ 2147483646 w 874"/>
                <a:gd name="T69" fmla="*/ 2147483646 h 753"/>
                <a:gd name="T70" fmla="*/ 2147483646 w 874"/>
                <a:gd name="T71" fmla="*/ 2147483646 h 753"/>
                <a:gd name="T72" fmla="*/ 2147483646 w 874"/>
                <a:gd name="T73" fmla="*/ 2147483646 h 753"/>
                <a:gd name="T74" fmla="*/ 2147483646 w 874"/>
                <a:gd name="T75" fmla="*/ 2147483646 h 753"/>
                <a:gd name="T76" fmla="*/ 2147483646 w 874"/>
                <a:gd name="T77" fmla="*/ 2147483646 h 753"/>
                <a:gd name="T78" fmla="*/ 2147483646 w 874"/>
                <a:gd name="T79" fmla="*/ 2147483646 h 753"/>
                <a:gd name="T80" fmla="*/ 2147483646 w 874"/>
                <a:gd name="T81" fmla="*/ 2147483646 h 753"/>
                <a:gd name="T82" fmla="*/ 2147483646 w 874"/>
                <a:gd name="T83" fmla="*/ 2147483646 h 753"/>
                <a:gd name="T84" fmla="*/ 2147483646 w 874"/>
                <a:gd name="T85" fmla="*/ 2147483646 h 753"/>
                <a:gd name="T86" fmla="*/ 2147483646 w 874"/>
                <a:gd name="T87" fmla="*/ 0 h 75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74"/>
                <a:gd name="T133" fmla="*/ 0 h 753"/>
                <a:gd name="T134" fmla="*/ 874 w 874"/>
                <a:gd name="T135" fmla="*/ 753 h 75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74" h="753">
                  <a:moveTo>
                    <a:pt x="437" y="0"/>
                  </a:moveTo>
                  <a:lnTo>
                    <a:pt x="414" y="1"/>
                  </a:lnTo>
                  <a:lnTo>
                    <a:pt x="392" y="2"/>
                  </a:lnTo>
                  <a:lnTo>
                    <a:pt x="371" y="5"/>
                  </a:lnTo>
                  <a:lnTo>
                    <a:pt x="348" y="8"/>
                  </a:lnTo>
                  <a:lnTo>
                    <a:pt x="327" y="12"/>
                  </a:lnTo>
                  <a:lnTo>
                    <a:pt x="307" y="17"/>
                  </a:lnTo>
                  <a:lnTo>
                    <a:pt x="286" y="23"/>
                  </a:lnTo>
                  <a:lnTo>
                    <a:pt x="266" y="30"/>
                  </a:lnTo>
                  <a:lnTo>
                    <a:pt x="248" y="38"/>
                  </a:lnTo>
                  <a:lnTo>
                    <a:pt x="228" y="46"/>
                  </a:lnTo>
                  <a:lnTo>
                    <a:pt x="210" y="55"/>
                  </a:lnTo>
                  <a:lnTo>
                    <a:pt x="192" y="65"/>
                  </a:lnTo>
                  <a:lnTo>
                    <a:pt x="175" y="75"/>
                  </a:lnTo>
                  <a:lnTo>
                    <a:pt x="159" y="86"/>
                  </a:lnTo>
                  <a:lnTo>
                    <a:pt x="143" y="98"/>
                  </a:lnTo>
                  <a:lnTo>
                    <a:pt x="127" y="111"/>
                  </a:lnTo>
                  <a:lnTo>
                    <a:pt x="112" y="124"/>
                  </a:lnTo>
                  <a:lnTo>
                    <a:pt x="99" y="137"/>
                  </a:lnTo>
                  <a:lnTo>
                    <a:pt x="86" y="152"/>
                  </a:lnTo>
                  <a:lnTo>
                    <a:pt x="74" y="167"/>
                  </a:lnTo>
                  <a:lnTo>
                    <a:pt x="62" y="181"/>
                  </a:lnTo>
                  <a:lnTo>
                    <a:pt x="51" y="197"/>
                  </a:lnTo>
                  <a:lnTo>
                    <a:pt x="42" y="213"/>
                  </a:lnTo>
                  <a:lnTo>
                    <a:pt x="34" y="230"/>
                  </a:lnTo>
                  <a:lnTo>
                    <a:pt x="26" y="248"/>
                  </a:lnTo>
                  <a:lnTo>
                    <a:pt x="18" y="265"/>
                  </a:lnTo>
                  <a:lnTo>
                    <a:pt x="13" y="283"/>
                  </a:lnTo>
                  <a:lnTo>
                    <a:pt x="8" y="301"/>
                  </a:lnTo>
                  <a:lnTo>
                    <a:pt x="4" y="319"/>
                  </a:lnTo>
                  <a:lnTo>
                    <a:pt x="1" y="338"/>
                  </a:lnTo>
                  <a:lnTo>
                    <a:pt x="0" y="358"/>
                  </a:lnTo>
                  <a:lnTo>
                    <a:pt x="0" y="376"/>
                  </a:lnTo>
                  <a:lnTo>
                    <a:pt x="0" y="396"/>
                  </a:lnTo>
                  <a:lnTo>
                    <a:pt x="1" y="416"/>
                  </a:lnTo>
                  <a:lnTo>
                    <a:pt x="4" y="434"/>
                  </a:lnTo>
                  <a:lnTo>
                    <a:pt x="8" y="453"/>
                  </a:lnTo>
                  <a:lnTo>
                    <a:pt x="13" y="470"/>
                  </a:lnTo>
                  <a:lnTo>
                    <a:pt x="18" y="489"/>
                  </a:lnTo>
                  <a:lnTo>
                    <a:pt x="26" y="506"/>
                  </a:lnTo>
                  <a:lnTo>
                    <a:pt x="34" y="523"/>
                  </a:lnTo>
                  <a:lnTo>
                    <a:pt x="42" y="540"/>
                  </a:lnTo>
                  <a:lnTo>
                    <a:pt x="51" y="556"/>
                  </a:lnTo>
                  <a:lnTo>
                    <a:pt x="62" y="572"/>
                  </a:lnTo>
                  <a:lnTo>
                    <a:pt x="74" y="587"/>
                  </a:lnTo>
                  <a:lnTo>
                    <a:pt x="86" y="601"/>
                  </a:lnTo>
                  <a:lnTo>
                    <a:pt x="99" y="616"/>
                  </a:lnTo>
                  <a:lnTo>
                    <a:pt x="112" y="629"/>
                  </a:lnTo>
                  <a:lnTo>
                    <a:pt x="127" y="643"/>
                  </a:lnTo>
                  <a:lnTo>
                    <a:pt x="143" y="656"/>
                  </a:lnTo>
                  <a:lnTo>
                    <a:pt x="159" y="668"/>
                  </a:lnTo>
                  <a:lnTo>
                    <a:pt x="175" y="678"/>
                  </a:lnTo>
                  <a:lnTo>
                    <a:pt x="192" y="689"/>
                  </a:lnTo>
                  <a:lnTo>
                    <a:pt x="210" y="698"/>
                  </a:lnTo>
                  <a:lnTo>
                    <a:pt x="228" y="708"/>
                  </a:lnTo>
                  <a:lnTo>
                    <a:pt x="248" y="715"/>
                  </a:lnTo>
                  <a:lnTo>
                    <a:pt x="266" y="723"/>
                  </a:lnTo>
                  <a:lnTo>
                    <a:pt x="286" y="730"/>
                  </a:lnTo>
                  <a:lnTo>
                    <a:pt x="307" y="737"/>
                  </a:lnTo>
                  <a:lnTo>
                    <a:pt x="327" y="742"/>
                  </a:lnTo>
                  <a:lnTo>
                    <a:pt x="348" y="746"/>
                  </a:lnTo>
                  <a:lnTo>
                    <a:pt x="371" y="749"/>
                  </a:lnTo>
                  <a:lnTo>
                    <a:pt x="392" y="751"/>
                  </a:lnTo>
                  <a:lnTo>
                    <a:pt x="414" y="753"/>
                  </a:lnTo>
                  <a:lnTo>
                    <a:pt x="437" y="753"/>
                  </a:lnTo>
                  <a:lnTo>
                    <a:pt x="460" y="753"/>
                  </a:lnTo>
                  <a:lnTo>
                    <a:pt x="482" y="751"/>
                  </a:lnTo>
                  <a:lnTo>
                    <a:pt x="503" y="749"/>
                  </a:lnTo>
                  <a:lnTo>
                    <a:pt x="524" y="746"/>
                  </a:lnTo>
                  <a:lnTo>
                    <a:pt x="546" y="742"/>
                  </a:lnTo>
                  <a:lnTo>
                    <a:pt x="567" y="737"/>
                  </a:lnTo>
                  <a:lnTo>
                    <a:pt x="587" y="730"/>
                  </a:lnTo>
                  <a:lnTo>
                    <a:pt x="607" y="723"/>
                  </a:lnTo>
                  <a:lnTo>
                    <a:pt x="626" y="715"/>
                  </a:lnTo>
                  <a:lnTo>
                    <a:pt x="645" y="708"/>
                  </a:lnTo>
                  <a:lnTo>
                    <a:pt x="664" y="698"/>
                  </a:lnTo>
                  <a:lnTo>
                    <a:pt x="681" y="689"/>
                  </a:lnTo>
                  <a:lnTo>
                    <a:pt x="698" y="678"/>
                  </a:lnTo>
                  <a:lnTo>
                    <a:pt x="715" y="668"/>
                  </a:lnTo>
                  <a:lnTo>
                    <a:pt x="731" y="656"/>
                  </a:lnTo>
                  <a:lnTo>
                    <a:pt x="746" y="643"/>
                  </a:lnTo>
                  <a:lnTo>
                    <a:pt x="760" y="629"/>
                  </a:lnTo>
                  <a:lnTo>
                    <a:pt x="775" y="616"/>
                  </a:lnTo>
                  <a:lnTo>
                    <a:pt x="787" y="601"/>
                  </a:lnTo>
                  <a:lnTo>
                    <a:pt x="800" y="587"/>
                  </a:lnTo>
                  <a:lnTo>
                    <a:pt x="811" y="572"/>
                  </a:lnTo>
                  <a:lnTo>
                    <a:pt x="821" y="556"/>
                  </a:lnTo>
                  <a:lnTo>
                    <a:pt x="830" y="540"/>
                  </a:lnTo>
                  <a:lnTo>
                    <a:pt x="840" y="523"/>
                  </a:lnTo>
                  <a:lnTo>
                    <a:pt x="848" y="506"/>
                  </a:lnTo>
                  <a:lnTo>
                    <a:pt x="854" y="489"/>
                  </a:lnTo>
                  <a:lnTo>
                    <a:pt x="861" y="470"/>
                  </a:lnTo>
                  <a:lnTo>
                    <a:pt x="865" y="453"/>
                  </a:lnTo>
                  <a:lnTo>
                    <a:pt x="869" y="434"/>
                  </a:lnTo>
                  <a:lnTo>
                    <a:pt x="872" y="416"/>
                  </a:lnTo>
                  <a:lnTo>
                    <a:pt x="874" y="396"/>
                  </a:lnTo>
                  <a:lnTo>
                    <a:pt x="874" y="376"/>
                  </a:lnTo>
                  <a:lnTo>
                    <a:pt x="874" y="358"/>
                  </a:lnTo>
                  <a:lnTo>
                    <a:pt x="872" y="338"/>
                  </a:lnTo>
                  <a:lnTo>
                    <a:pt x="869" y="319"/>
                  </a:lnTo>
                  <a:lnTo>
                    <a:pt x="865" y="301"/>
                  </a:lnTo>
                  <a:lnTo>
                    <a:pt x="861" y="283"/>
                  </a:lnTo>
                  <a:lnTo>
                    <a:pt x="854" y="265"/>
                  </a:lnTo>
                  <a:lnTo>
                    <a:pt x="848" y="248"/>
                  </a:lnTo>
                  <a:lnTo>
                    <a:pt x="840" y="230"/>
                  </a:lnTo>
                  <a:lnTo>
                    <a:pt x="830" y="213"/>
                  </a:lnTo>
                  <a:lnTo>
                    <a:pt x="821" y="197"/>
                  </a:lnTo>
                  <a:lnTo>
                    <a:pt x="811" y="181"/>
                  </a:lnTo>
                  <a:lnTo>
                    <a:pt x="800" y="167"/>
                  </a:lnTo>
                  <a:lnTo>
                    <a:pt x="787" y="152"/>
                  </a:lnTo>
                  <a:lnTo>
                    <a:pt x="775" y="137"/>
                  </a:lnTo>
                  <a:lnTo>
                    <a:pt x="760" y="124"/>
                  </a:lnTo>
                  <a:lnTo>
                    <a:pt x="746" y="111"/>
                  </a:lnTo>
                  <a:lnTo>
                    <a:pt x="731" y="98"/>
                  </a:lnTo>
                  <a:lnTo>
                    <a:pt x="715" y="86"/>
                  </a:lnTo>
                  <a:lnTo>
                    <a:pt x="698" y="75"/>
                  </a:lnTo>
                  <a:lnTo>
                    <a:pt x="681" y="65"/>
                  </a:lnTo>
                  <a:lnTo>
                    <a:pt x="664" y="55"/>
                  </a:lnTo>
                  <a:lnTo>
                    <a:pt x="645" y="46"/>
                  </a:lnTo>
                  <a:lnTo>
                    <a:pt x="626" y="38"/>
                  </a:lnTo>
                  <a:lnTo>
                    <a:pt x="607" y="30"/>
                  </a:lnTo>
                  <a:lnTo>
                    <a:pt x="587" y="23"/>
                  </a:lnTo>
                  <a:lnTo>
                    <a:pt x="567" y="17"/>
                  </a:lnTo>
                  <a:lnTo>
                    <a:pt x="546" y="12"/>
                  </a:lnTo>
                  <a:lnTo>
                    <a:pt x="524" y="8"/>
                  </a:lnTo>
                  <a:lnTo>
                    <a:pt x="503" y="5"/>
                  </a:lnTo>
                  <a:lnTo>
                    <a:pt x="482" y="2"/>
                  </a:lnTo>
                  <a:lnTo>
                    <a:pt x="460" y="1"/>
                  </a:lnTo>
                  <a:lnTo>
                    <a:pt x="437" y="0"/>
                  </a:lnTo>
                </a:path>
              </a:pathLst>
            </a:custGeom>
            <a:solidFill>
              <a:schemeClr val="bg1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44" name="Rectangle 25">
              <a:extLst>
                <a:ext uri="{FF2B5EF4-FFF2-40B4-BE49-F238E27FC236}">
                  <a16:creationId xmlns:a16="http://schemas.microsoft.com/office/drawing/2014/main" id="{853BD4FD-F42B-452B-9430-486754BDD1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7663" y="1031875"/>
              <a:ext cx="396875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Idle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45" name="Freeform 26">
              <a:extLst>
                <a:ext uri="{FF2B5EF4-FFF2-40B4-BE49-F238E27FC236}">
                  <a16:creationId xmlns:a16="http://schemas.microsoft.com/office/drawing/2014/main" id="{A2746DA9-B6AF-4E77-ABB0-0D60F9321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925" y="2014538"/>
              <a:ext cx="1192213" cy="596900"/>
            </a:xfrm>
            <a:custGeom>
              <a:avLst/>
              <a:gdLst>
                <a:gd name="T0" fmla="*/ 2147483646 w 1502"/>
                <a:gd name="T1" fmla="*/ 2147483646 h 753"/>
                <a:gd name="T2" fmla="*/ 2147483646 w 1502"/>
                <a:gd name="T3" fmla="*/ 2147483646 h 753"/>
                <a:gd name="T4" fmla="*/ 2147483646 w 1502"/>
                <a:gd name="T5" fmla="*/ 2147483646 h 753"/>
                <a:gd name="T6" fmla="*/ 2147483646 w 1502"/>
                <a:gd name="T7" fmla="*/ 2147483646 h 753"/>
                <a:gd name="T8" fmla="*/ 2147483646 w 1502"/>
                <a:gd name="T9" fmla="*/ 2147483646 h 753"/>
                <a:gd name="T10" fmla="*/ 2147483646 w 1502"/>
                <a:gd name="T11" fmla="*/ 2147483646 h 753"/>
                <a:gd name="T12" fmla="*/ 2147483646 w 1502"/>
                <a:gd name="T13" fmla="*/ 2147483646 h 753"/>
                <a:gd name="T14" fmla="*/ 2147483646 w 1502"/>
                <a:gd name="T15" fmla="*/ 2147483646 h 753"/>
                <a:gd name="T16" fmla="*/ 2147483646 w 1502"/>
                <a:gd name="T17" fmla="*/ 2147483646 h 753"/>
                <a:gd name="T18" fmla="*/ 2147483646 w 1502"/>
                <a:gd name="T19" fmla="*/ 2147483646 h 753"/>
                <a:gd name="T20" fmla="*/ 0 w 1502"/>
                <a:gd name="T21" fmla="*/ 2147483646 h 753"/>
                <a:gd name="T22" fmla="*/ 2147483646 w 1502"/>
                <a:gd name="T23" fmla="*/ 2147483646 h 753"/>
                <a:gd name="T24" fmla="*/ 2147483646 w 1502"/>
                <a:gd name="T25" fmla="*/ 2147483646 h 753"/>
                <a:gd name="T26" fmla="*/ 2147483646 w 1502"/>
                <a:gd name="T27" fmla="*/ 2147483646 h 753"/>
                <a:gd name="T28" fmla="*/ 2147483646 w 1502"/>
                <a:gd name="T29" fmla="*/ 2147483646 h 753"/>
                <a:gd name="T30" fmla="*/ 2147483646 w 1502"/>
                <a:gd name="T31" fmla="*/ 2147483646 h 753"/>
                <a:gd name="T32" fmla="*/ 2147483646 w 1502"/>
                <a:gd name="T33" fmla="*/ 2147483646 h 753"/>
                <a:gd name="T34" fmla="*/ 2147483646 w 1502"/>
                <a:gd name="T35" fmla="*/ 2147483646 h 753"/>
                <a:gd name="T36" fmla="*/ 2147483646 w 1502"/>
                <a:gd name="T37" fmla="*/ 2147483646 h 753"/>
                <a:gd name="T38" fmla="*/ 2147483646 w 1502"/>
                <a:gd name="T39" fmla="*/ 2147483646 h 753"/>
                <a:gd name="T40" fmla="*/ 2147483646 w 1502"/>
                <a:gd name="T41" fmla="*/ 2147483646 h 753"/>
                <a:gd name="T42" fmla="*/ 2147483646 w 1502"/>
                <a:gd name="T43" fmla="*/ 2147483646 h 753"/>
                <a:gd name="T44" fmla="*/ 2147483646 w 1502"/>
                <a:gd name="T45" fmla="*/ 2147483646 h 753"/>
                <a:gd name="T46" fmla="*/ 2147483646 w 1502"/>
                <a:gd name="T47" fmla="*/ 2147483646 h 753"/>
                <a:gd name="T48" fmla="*/ 2147483646 w 1502"/>
                <a:gd name="T49" fmla="*/ 2147483646 h 753"/>
                <a:gd name="T50" fmla="*/ 2147483646 w 1502"/>
                <a:gd name="T51" fmla="*/ 2147483646 h 753"/>
                <a:gd name="T52" fmla="*/ 2147483646 w 1502"/>
                <a:gd name="T53" fmla="*/ 2147483646 h 753"/>
                <a:gd name="T54" fmla="*/ 2147483646 w 1502"/>
                <a:gd name="T55" fmla="*/ 2147483646 h 753"/>
                <a:gd name="T56" fmla="*/ 2147483646 w 1502"/>
                <a:gd name="T57" fmla="*/ 2147483646 h 753"/>
                <a:gd name="T58" fmla="*/ 2147483646 w 1502"/>
                <a:gd name="T59" fmla="*/ 2147483646 h 753"/>
                <a:gd name="T60" fmla="*/ 2147483646 w 1502"/>
                <a:gd name="T61" fmla="*/ 2147483646 h 753"/>
                <a:gd name="T62" fmla="*/ 2147483646 w 1502"/>
                <a:gd name="T63" fmla="*/ 2147483646 h 753"/>
                <a:gd name="T64" fmla="*/ 2147483646 w 1502"/>
                <a:gd name="T65" fmla="*/ 2147483646 h 753"/>
                <a:gd name="T66" fmla="*/ 2147483646 w 1502"/>
                <a:gd name="T67" fmla="*/ 2147483646 h 753"/>
                <a:gd name="T68" fmla="*/ 2147483646 w 1502"/>
                <a:gd name="T69" fmla="*/ 2147483646 h 753"/>
                <a:gd name="T70" fmla="*/ 2147483646 w 1502"/>
                <a:gd name="T71" fmla="*/ 2147483646 h 753"/>
                <a:gd name="T72" fmla="*/ 2147483646 w 1502"/>
                <a:gd name="T73" fmla="*/ 2147483646 h 753"/>
                <a:gd name="T74" fmla="*/ 2147483646 w 1502"/>
                <a:gd name="T75" fmla="*/ 2147483646 h 753"/>
                <a:gd name="T76" fmla="*/ 2147483646 w 1502"/>
                <a:gd name="T77" fmla="*/ 2147483646 h 753"/>
                <a:gd name="T78" fmla="*/ 2147483646 w 1502"/>
                <a:gd name="T79" fmla="*/ 2147483646 h 753"/>
                <a:gd name="T80" fmla="*/ 2147483646 w 1502"/>
                <a:gd name="T81" fmla="*/ 2147483646 h 753"/>
                <a:gd name="T82" fmla="*/ 2147483646 w 1502"/>
                <a:gd name="T83" fmla="*/ 2147483646 h 753"/>
                <a:gd name="T84" fmla="*/ 2147483646 w 1502"/>
                <a:gd name="T85" fmla="*/ 2147483646 h 753"/>
                <a:gd name="T86" fmla="*/ 2147483646 w 1502"/>
                <a:gd name="T87" fmla="*/ 0 h 75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02"/>
                <a:gd name="T133" fmla="*/ 0 h 753"/>
                <a:gd name="T134" fmla="*/ 1502 w 1502"/>
                <a:gd name="T135" fmla="*/ 753 h 75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02" h="753">
                  <a:moveTo>
                    <a:pt x="751" y="0"/>
                  </a:moveTo>
                  <a:lnTo>
                    <a:pt x="712" y="2"/>
                  </a:lnTo>
                  <a:lnTo>
                    <a:pt x="674" y="3"/>
                  </a:lnTo>
                  <a:lnTo>
                    <a:pt x="637" y="6"/>
                  </a:lnTo>
                  <a:lnTo>
                    <a:pt x="600" y="8"/>
                  </a:lnTo>
                  <a:lnTo>
                    <a:pt x="563" y="12"/>
                  </a:lnTo>
                  <a:lnTo>
                    <a:pt x="528" y="18"/>
                  </a:lnTo>
                  <a:lnTo>
                    <a:pt x="492" y="24"/>
                  </a:lnTo>
                  <a:lnTo>
                    <a:pt x="458" y="31"/>
                  </a:lnTo>
                  <a:lnTo>
                    <a:pt x="425" y="39"/>
                  </a:lnTo>
                  <a:lnTo>
                    <a:pt x="393" y="47"/>
                  </a:lnTo>
                  <a:lnTo>
                    <a:pt x="361" y="56"/>
                  </a:lnTo>
                  <a:lnTo>
                    <a:pt x="331" y="65"/>
                  </a:lnTo>
                  <a:lnTo>
                    <a:pt x="302" y="76"/>
                  </a:lnTo>
                  <a:lnTo>
                    <a:pt x="274" y="86"/>
                  </a:lnTo>
                  <a:lnTo>
                    <a:pt x="246" y="98"/>
                  </a:lnTo>
                  <a:lnTo>
                    <a:pt x="220" y="112"/>
                  </a:lnTo>
                  <a:lnTo>
                    <a:pt x="194" y="125"/>
                  </a:lnTo>
                  <a:lnTo>
                    <a:pt x="172" y="138"/>
                  </a:lnTo>
                  <a:lnTo>
                    <a:pt x="149" y="153"/>
                  </a:lnTo>
                  <a:lnTo>
                    <a:pt x="128" y="167"/>
                  </a:lnTo>
                  <a:lnTo>
                    <a:pt x="108" y="182"/>
                  </a:lnTo>
                  <a:lnTo>
                    <a:pt x="91" y="198"/>
                  </a:lnTo>
                  <a:lnTo>
                    <a:pt x="74" y="214"/>
                  </a:lnTo>
                  <a:lnTo>
                    <a:pt x="59" y="231"/>
                  </a:lnTo>
                  <a:lnTo>
                    <a:pt x="46" y="248"/>
                  </a:lnTo>
                  <a:lnTo>
                    <a:pt x="34" y="265"/>
                  </a:lnTo>
                  <a:lnTo>
                    <a:pt x="23" y="284"/>
                  </a:lnTo>
                  <a:lnTo>
                    <a:pt x="16" y="301"/>
                  </a:lnTo>
                  <a:lnTo>
                    <a:pt x="9" y="320"/>
                  </a:lnTo>
                  <a:lnTo>
                    <a:pt x="4" y="338"/>
                  </a:lnTo>
                  <a:lnTo>
                    <a:pt x="1" y="358"/>
                  </a:lnTo>
                  <a:lnTo>
                    <a:pt x="0" y="377"/>
                  </a:lnTo>
                  <a:lnTo>
                    <a:pt x="1" y="397"/>
                  </a:lnTo>
                  <a:lnTo>
                    <a:pt x="4" y="417"/>
                  </a:lnTo>
                  <a:lnTo>
                    <a:pt x="9" y="435"/>
                  </a:lnTo>
                  <a:lnTo>
                    <a:pt x="16" y="454"/>
                  </a:lnTo>
                  <a:lnTo>
                    <a:pt x="23" y="471"/>
                  </a:lnTo>
                  <a:lnTo>
                    <a:pt x="34" y="489"/>
                  </a:lnTo>
                  <a:lnTo>
                    <a:pt x="46" y="507"/>
                  </a:lnTo>
                  <a:lnTo>
                    <a:pt x="59" y="524"/>
                  </a:lnTo>
                  <a:lnTo>
                    <a:pt x="74" y="541"/>
                  </a:lnTo>
                  <a:lnTo>
                    <a:pt x="91" y="557"/>
                  </a:lnTo>
                  <a:lnTo>
                    <a:pt x="108" y="573"/>
                  </a:lnTo>
                  <a:lnTo>
                    <a:pt x="128" y="588"/>
                  </a:lnTo>
                  <a:lnTo>
                    <a:pt x="149" y="602"/>
                  </a:lnTo>
                  <a:lnTo>
                    <a:pt x="172" y="617"/>
                  </a:lnTo>
                  <a:lnTo>
                    <a:pt x="194" y="630"/>
                  </a:lnTo>
                  <a:lnTo>
                    <a:pt x="220" y="643"/>
                  </a:lnTo>
                  <a:lnTo>
                    <a:pt x="246" y="657"/>
                  </a:lnTo>
                  <a:lnTo>
                    <a:pt x="274" y="668"/>
                  </a:lnTo>
                  <a:lnTo>
                    <a:pt x="302" y="679"/>
                  </a:lnTo>
                  <a:lnTo>
                    <a:pt x="331" y="690"/>
                  </a:lnTo>
                  <a:lnTo>
                    <a:pt x="361" y="699"/>
                  </a:lnTo>
                  <a:lnTo>
                    <a:pt x="393" y="708"/>
                  </a:lnTo>
                  <a:lnTo>
                    <a:pt x="425" y="716"/>
                  </a:lnTo>
                  <a:lnTo>
                    <a:pt x="458" y="724"/>
                  </a:lnTo>
                  <a:lnTo>
                    <a:pt x="492" y="731"/>
                  </a:lnTo>
                  <a:lnTo>
                    <a:pt x="528" y="737"/>
                  </a:lnTo>
                  <a:lnTo>
                    <a:pt x="563" y="743"/>
                  </a:lnTo>
                  <a:lnTo>
                    <a:pt x="600" y="747"/>
                  </a:lnTo>
                  <a:lnTo>
                    <a:pt x="637" y="749"/>
                  </a:lnTo>
                  <a:lnTo>
                    <a:pt x="674" y="752"/>
                  </a:lnTo>
                  <a:lnTo>
                    <a:pt x="712" y="753"/>
                  </a:lnTo>
                  <a:lnTo>
                    <a:pt x="751" y="753"/>
                  </a:lnTo>
                  <a:lnTo>
                    <a:pt x="789" y="753"/>
                  </a:lnTo>
                  <a:lnTo>
                    <a:pt x="828" y="752"/>
                  </a:lnTo>
                  <a:lnTo>
                    <a:pt x="866" y="749"/>
                  </a:lnTo>
                  <a:lnTo>
                    <a:pt x="902" y="747"/>
                  </a:lnTo>
                  <a:lnTo>
                    <a:pt x="939" y="743"/>
                  </a:lnTo>
                  <a:lnTo>
                    <a:pt x="975" y="737"/>
                  </a:lnTo>
                  <a:lnTo>
                    <a:pt x="1009" y="731"/>
                  </a:lnTo>
                  <a:lnTo>
                    <a:pt x="1044" y="724"/>
                  </a:lnTo>
                  <a:lnTo>
                    <a:pt x="1077" y="716"/>
                  </a:lnTo>
                  <a:lnTo>
                    <a:pt x="1109" y="708"/>
                  </a:lnTo>
                  <a:lnTo>
                    <a:pt x="1140" y="699"/>
                  </a:lnTo>
                  <a:lnTo>
                    <a:pt x="1171" y="690"/>
                  </a:lnTo>
                  <a:lnTo>
                    <a:pt x="1200" y="679"/>
                  </a:lnTo>
                  <a:lnTo>
                    <a:pt x="1229" y="668"/>
                  </a:lnTo>
                  <a:lnTo>
                    <a:pt x="1256" y="657"/>
                  </a:lnTo>
                  <a:lnTo>
                    <a:pt x="1282" y="643"/>
                  </a:lnTo>
                  <a:lnTo>
                    <a:pt x="1307" y="630"/>
                  </a:lnTo>
                  <a:lnTo>
                    <a:pt x="1331" y="617"/>
                  </a:lnTo>
                  <a:lnTo>
                    <a:pt x="1354" y="602"/>
                  </a:lnTo>
                  <a:lnTo>
                    <a:pt x="1374" y="588"/>
                  </a:lnTo>
                  <a:lnTo>
                    <a:pt x="1393" y="573"/>
                  </a:lnTo>
                  <a:lnTo>
                    <a:pt x="1412" y="557"/>
                  </a:lnTo>
                  <a:lnTo>
                    <a:pt x="1428" y="541"/>
                  </a:lnTo>
                  <a:lnTo>
                    <a:pt x="1444" y="524"/>
                  </a:lnTo>
                  <a:lnTo>
                    <a:pt x="1457" y="507"/>
                  </a:lnTo>
                  <a:lnTo>
                    <a:pt x="1469" y="489"/>
                  </a:lnTo>
                  <a:lnTo>
                    <a:pt x="1478" y="471"/>
                  </a:lnTo>
                  <a:lnTo>
                    <a:pt x="1487" y="454"/>
                  </a:lnTo>
                  <a:lnTo>
                    <a:pt x="1494" y="435"/>
                  </a:lnTo>
                  <a:lnTo>
                    <a:pt x="1498" y="417"/>
                  </a:lnTo>
                  <a:lnTo>
                    <a:pt x="1501" y="397"/>
                  </a:lnTo>
                  <a:lnTo>
                    <a:pt x="1502" y="377"/>
                  </a:lnTo>
                  <a:lnTo>
                    <a:pt x="1501" y="358"/>
                  </a:lnTo>
                  <a:lnTo>
                    <a:pt x="1498" y="338"/>
                  </a:lnTo>
                  <a:lnTo>
                    <a:pt x="1494" y="320"/>
                  </a:lnTo>
                  <a:lnTo>
                    <a:pt x="1487" y="301"/>
                  </a:lnTo>
                  <a:lnTo>
                    <a:pt x="1478" y="284"/>
                  </a:lnTo>
                  <a:lnTo>
                    <a:pt x="1469" y="265"/>
                  </a:lnTo>
                  <a:lnTo>
                    <a:pt x="1457" y="248"/>
                  </a:lnTo>
                  <a:lnTo>
                    <a:pt x="1444" y="231"/>
                  </a:lnTo>
                  <a:lnTo>
                    <a:pt x="1428" y="214"/>
                  </a:lnTo>
                  <a:lnTo>
                    <a:pt x="1412" y="198"/>
                  </a:lnTo>
                  <a:lnTo>
                    <a:pt x="1393" y="182"/>
                  </a:lnTo>
                  <a:lnTo>
                    <a:pt x="1374" y="167"/>
                  </a:lnTo>
                  <a:lnTo>
                    <a:pt x="1354" y="153"/>
                  </a:lnTo>
                  <a:lnTo>
                    <a:pt x="1331" y="138"/>
                  </a:lnTo>
                  <a:lnTo>
                    <a:pt x="1307" y="125"/>
                  </a:lnTo>
                  <a:lnTo>
                    <a:pt x="1282" y="112"/>
                  </a:lnTo>
                  <a:lnTo>
                    <a:pt x="1256" y="98"/>
                  </a:lnTo>
                  <a:lnTo>
                    <a:pt x="1229" y="86"/>
                  </a:lnTo>
                  <a:lnTo>
                    <a:pt x="1200" y="76"/>
                  </a:lnTo>
                  <a:lnTo>
                    <a:pt x="1171" y="65"/>
                  </a:lnTo>
                  <a:lnTo>
                    <a:pt x="1140" y="56"/>
                  </a:lnTo>
                  <a:lnTo>
                    <a:pt x="1109" y="47"/>
                  </a:lnTo>
                  <a:lnTo>
                    <a:pt x="1077" y="39"/>
                  </a:lnTo>
                  <a:lnTo>
                    <a:pt x="1044" y="31"/>
                  </a:lnTo>
                  <a:lnTo>
                    <a:pt x="1009" y="24"/>
                  </a:lnTo>
                  <a:lnTo>
                    <a:pt x="975" y="18"/>
                  </a:lnTo>
                  <a:lnTo>
                    <a:pt x="939" y="12"/>
                  </a:lnTo>
                  <a:lnTo>
                    <a:pt x="902" y="8"/>
                  </a:lnTo>
                  <a:lnTo>
                    <a:pt x="866" y="6"/>
                  </a:lnTo>
                  <a:lnTo>
                    <a:pt x="828" y="3"/>
                  </a:lnTo>
                  <a:lnTo>
                    <a:pt x="789" y="2"/>
                  </a:lnTo>
                  <a:lnTo>
                    <a:pt x="751" y="0"/>
                  </a:lnTo>
                </a:path>
              </a:pathLst>
            </a:custGeom>
            <a:solidFill>
              <a:schemeClr val="bg1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46" name="Freeform 27">
              <a:extLst>
                <a:ext uri="{FF2B5EF4-FFF2-40B4-BE49-F238E27FC236}">
                  <a16:creationId xmlns:a16="http://schemas.microsoft.com/office/drawing/2014/main" id="{3FAA1ABF-1311-4BFC-9E30-74AECBACD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250" y="3468688"/>
              <a:ext cx="125413" cy="104775"/>
            </a:xfrm>
            <a:custGeom>
              <a:avLst/>
              <a:gdLst>
                <a:gd name="T0" fmla="*/ 2147483646 w 159"/>
                <a:gd name="T1" fmla="*/ 0 h 133"/>
                <a:gd name="T2" fmla="*/ 0 w 159"/>
                <a:gd name="T3" fmla="*/ 2147483646 h 133"/>
                <a:gd name="T4" fmla="*/ 2147483646 w 159"/>
                <a:gd name="T5" fmla="*/ 2147483646 h 133"/>
                <a:gd name="T6" fmla="*/ 2147483646 w 159"/>
                <a:gd name="T7" fmla="*/ 2147483646 h 133"/>
                <a:gd name="T8" fmla="*/ 2147483646 w 159"/>
                <a:gd name="T9" fmla="*/ 0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133"/>
                <a:gd name="T17" fmla="*/ 159 w 159"/>
                <a:gd name="T18" fmla="*/ 133 h 1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133">
                  <a:moveTo>
                    <a:pt x="106" y="0"/>
                  </a:moveTo>
                  <a:lnTo>
                    <a:pt x="0" y="133"/>
                  </a:lnTo>
                  <a:lnTo>
                    <a:pt x="159" y="53"/>
                  </a:lnTo>
                  <a:lnTo>
                    <a:pt x="133" y="27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47" name="Freeform 28">
              <a:extLst>
                <a:ext uri="{FF2B5EF4-FFF2-40B4-BE49-F238E27FC236}">
                  <a16:creationId xmlns:a16="http://schemas.microsoft.com/office/drawing/2014/main" id="{B9E7F439-EDB1-48D3-8B29-1864EF38F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738" y="1227138"/>
              <a:ext cx="676275" cy="2257425"/>
            </a:xfrm>
            <a:custGeom>
              <a:avLst/>
              <a:gdLst>
                <a:gd name="T0" fmla="*/ 0 w 850"/>
                <a:gd name="T1" fmla="*/ 0 h 2845"/>
                <a:gd name="T2" fmla="*/ 2147483646 w 850"/>
                <a:gd name="T3" fmla="*/ 2147483646 h 2845"/>
                <a:gd name="T4" fmla="*/ 2147483646 w 850"/>
                <a:gd name="T5" fmla="*/ 2147483646 h 2845"/>
                <a:gd name="T6" fmla="*/ 2147483646 w 850"/>
                <a:gd name="T7" fmla="*/ 2147483646 h 2845"/>
                <a:gd name="T8" fmla="*/ 2147483646 w 850"/>
                <a:gd name="T9" fmla="*/ 2147483646 h 2845"/>
                <a:gd name="T10" fmla="*/ 2147483646 w 850"/>
                <a:gd name="T11" fmla="*/ 2147483646 h 2845"/>
                <a:gd name="T12" fmla="*/ 2147483646 w 850"/>
                <a:gd name="T13" fmla="*/ 2147483646 h 2845"/>
                <a:gd name="T14" fmla="*/ 2147483646 w 850"/>
                <a:gd name="T15" fmla="*/ 2147483646 h 2845"/>
                <a:gd name="T16" fmla="*/ 2147483646 w 850"/>
                <a:gd name="T17" fmla="*/ 2147483646 h 2845"/>
                <a:gd name="T18" fmla="*/ 2147483646 w 850"/>
                <a:gd name="T19" fmla="*/ 2147483646 h 2845"/>
                <a:gd name="T20" fmla="*/ 2147483646 w 850"/>
                <a:gd name="T21" fmla="*/ 2147483646 h 2845"/>
                <a:gd name="T22" fmla="*/ 2147483646 w 850"/>
                <a:gd name="T23" fmla="*/ 2147483646 h 2845"/>
                <a:gd name="T24" fmla="*/ 2147483646 w 850"/>
                <a:gd name="T25" fmla="*/ 2147483646 h 2845"/>
                <a:gd name="T26" fmla="*/ 2147483646 w 850"/>
                <a:gd name="T27" fmla="*/ 2147483646 h 2845"/>
                <a:gd name="T28" fmla="*/ 2147483646 w 850"/>
                <a:gd name="T29" fmla="*/ 2147483646 h 2845"/>
                <a:gd name="T30" fmla="*/ 2147483646 w 850"/>
                <a:gd name="T31" fmla="*/ 2147483646 h 2845"/>
                <a:gd name="T32" fmla="*/ 2147483646 w 850"/>
                <a:gd name="T33" fmla="*/ 2147483646 h 2845"/>
                <a:gd name="T34" fmla="*/ 2147483646 w 850"/>
                <a:gd name="T35" fmla="*/ 2147483646 h 2845"/>
                <a:gd name="T36" fmla="*/ 2147483646 w 850"/>
                <a:gd name="T37" fmla="*/ 2147483646 h 2845"/>
                <a:gd name="T38" fmla="*/ 2147483646 w 850"/>
                <a:gd name="T39" fmla="*/ 2147483646 h 2845"/>
                <a:gd name="T40" fmla="*/ 2147483646 w 850"/>
                <a:gd name="T41" fmla="*/ 2147483646 h 2845"/>
                <a:gd name="T42" fmla="*/ 2147483646 w 850"/>
                <a:gd name="T43" fmla="*/ 2147483646 h 2845"/>
                <a:gd name="T44" fmla="*/ 2147483646 w 850"/>
                <a:gd name="T45" fmla="*/ 2147483646 h 2845"/>
                <a:gd name="T46" fmla="*/ 2147483646 w 850"/>
                <a:gd name="T47" fmla="*/ 2147483646 h 2845"/>
                <a:gd name="T48" fmla="*/ 2147483646 w 850"/>
                <a:gd name="T49" fmla="*/ 2147483646 h 2845"/>
                <a:gd name="T50" fmla="*/ 2147483646 w 850"/>
                <a:gd name="T51" fmla="*/ 2147483646 h 2845"/>
                <a:gd name="T52" fmla="*/ 2147483646 w 850"/>
                <a:gd name="T53" fmla="*/ 2147483646 h 2845"/>
                <a:gd name="T54" fmla="*/ 2147483646 w 850"/>
                <a:gd name="T55" fmla="*/ 2147483646 h 2845"/>
                <a:gd name="T56" fmla="*/ 2147483646 w 850"/>
                <a:gd name="T57" fmla="*/ 2147483646 h 2845"/>
                <a:gd name="T58" fmla="*/ 2147483646 w 850"/>
                <a:gd name="T59" fmla="*/ 2147483646 h 2845"/>
                <a:gd name="T60" fmla="*/ 2147483646 w 850"/>
                <a:gd name="T61" fmla="*/ 2147483646 h 2845"/>
                <a:gd name="T62" fmla="*/ 2147483646 w 850"/>
                <a:gd name="T63" fmla="*/ 2147483646 h 2845"/>
                <a:gd name="T64" fmla="*/ 2147483646 w 850"/>
                <a:gd name="T65" fmla="*/ 2147483646 h 284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850"/>
                <a:gd name="T100" fmla="*/ 0 h 2845"/>
                <a:gd name="T101" fmla="*/ 850 w 850"/>
                <a:gd name="T102" fmla="*/ 2845 h 284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850" h="2845">
                  <a:moveTo>
                    <a:pt x="0" y="0"/>
                  </a:moveTo>
                  <a:lnTo>
                    <a:pt x="91" y="61"/>
                  </a:lnTo>
                  <a:lnTo>
                    <a:pt x="177" y="128"/>
                  </a:lnTo>
                  <a:lnTo>
                    <a:pt x="257" y="201"/>
                  </a:lnTo>
                  <a:lnTo>
                    <a:pt x="331" y="279"/>
                  </a:lnTo>
                  <a:lnTo>
                    <a:pt x="401" y="363"/>
                  </a:lnTo>
                  <a:lnTo>
                    <a:pt x="465" y="452"/>
                  </a:lnTo>
                  <a:lnTo>
                    <a:pt x="525" y="545"/>
                  </a:lnTo>
                  <a:lnTo>
                    <a:pt x="579" y="640"/>
                  </a:lnTo>
                  <a:lnTo>
                    <a:pt x="627" y="739"/>
                  </a:lnTo>
                  <a:lnTo>
                    <a:pt x="670" y="842"/>
                  </a:lnTo>
                  <a:lnTo>
                    <a:pt x="710" y="946"/>
                  </a:lnTo>
                  <a:lnTo>
                    <a:pt x="743" y="1052"/>
                  </a:lnTo>
                  <a:lnTo>
                    <a:pt x="772" y="1160"/>
                  </a:lnTo>
                  <a:lnTo>
                    <a:pt x="797" y="1268"/>
                  </a:lnTo>
                  <a:lnTo>
                    <a:pt x="817" y="1377"/>
                  </a:lnTo>
                  <a:lnTo>
                    <a:pt x="832" y="1486"/>
                  </a:lnTo>
                  <a:lnTo>
                    <a:pt x="843" y="1594"/>
                  </a:lnTo>
                  <a:lnTo>
                    <a:pt x="849" y="1702"/>
                  </a:lnTo>
                  <a:lnTo>
                    <a:pt x="850" y="1808"/>
                  </a:lnTo>
                  <a:lnTo>
                    <a:pt x="848" y="1913"/>
                  </a:lnTo>
                  <a:lnTo>
                    <a:pt x="841" y="2013"/>
                  </a:lnTo>
                  <a:lnTo>
                    <a:pt x="831" y="2113"/>
                  </a:lnTo>
                  <a:lnTo>
                    <a:pt x="815" y="2208"/>
                  </a:lnTo>
                  <a:lnTo>
                    <a:pt x="795" y="2300"/>
                  </a:lnTo>
                  <a:lnTo>
                    <a:pt x="772" y="2389"/>
                  </a:lnTo>
                  <a:lnTo>
                    <a:pt x="745" y="2471"/>
                  </a:lnTo>
                  <a:lnTo>
                    <a:pt x="714" y="2549"/>
                  </a:lnTo>
                  <a:lnTo>
                    <a:pt x="678" y="2621"/>
                  </a:lnTo>
                  <a:lnTo>
                    <a:pt x="640" y="2687"/>
                  </a:lnTo>
                  <a:lnTo>
                    <a:pt x="597" y="2746"/>
                  </a:lnTo>
                  <a:lnTo>
                    <a:pt x="551" y="2800"/>
                  </a:lnTo>
                  <a:lnTo>
                    <a:pt x="502" y="2845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48" name="Rectangle 29">
              <a:extLst>
                <a:ext uri="{FF2B5EF4-FFF2-40B4-BE49-F238E27FC236}">
                  <a16:creationId xmlns:a16="http://schemas.microsoft.com/office/drawing/2014/main" id="{0BAA6A06-F79C-42D5-B807-87C357091D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2650" y="388938"/>
              <a:ext cx="4381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49" name="Freeform 30">
              <a:extLst>
                <a:ext uri="{FF2B5EF4-FFF2-40B4-BE49-F238E27FC236}">
                  <a16:creationId xmlns:a16="http://schemas.microsoft.com/office/drawing/2014/main" id="{0BBDCE92-D8A1-4678-9559-1AA87AC01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600" y="795338"/>
              <a:ext cx="125413" cy="104775"/>
            </a:xfrm>
            <a:custGeom>
              <a:avLst/>
              <a:gdLst>
                <a:gd name="T0" fmla="*/ 0 w 159"/>
                <a:gd name="T1" fmla="*/ 2147483646 h 133"/>
                <a:gd name="T2" fmla="*/ 2147483646 w 159"/>
                <a:gd name="T3" fmla="*/ 2147483646 h 133"/>
                <a:gd name="T4" fmla="*/ 2147483646 w 159"/>
                <a:gd name="T5" fmla="*/ 0 h 133"/>
                <a:gd name="T6" fmla="*/ 2147483646 w 159"/>
                <a:gd name="T7" fmla="*/ 2147483646 h 133"/>
                <a:gd name="T8" fmla="*/ 0 w 159"/>
                <a:gd name="T9" fmla="*/ 2147483646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133"/>
                <a:gd name="T17" fmla="*/ 159 w 159"/>
                <a:gd name="T18" fmla="*/ 133 h 1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133">
                  <a:moveTo>
                    <a:pt x="0" y="53"/>
                  </a:moveTo>
                  <a:lnTo>
                    <a:pt x="159" y="133"/>
                  </a:lnTo>
                  <a:lnTo>
                    <a:pt x="53" y="0"/>
                  </a:lnTo>
                  <a:lnTo>
                    <a:pt x="27" y="27"/>
                  </a:lnTo>
                  <a:lnTo>
                    <a:pt x="0" y="53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50" name="Line 31">
              <a:extLst>
                <a:ext uri="{FF2B5EF4-FFF2-40B4-BE49-F238E27FC236}">
                  <a16:creationId xmlns:a16="http://schemas.microsoft.com/office/drawing/2014/main" id="{F220BDD2-66B1-4922-A622-F6358F6B9C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0463" y="627063"/>
              <a:ext cx="231775" cy="188912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51" name="Rectangle 32">
              <a:extLst>
                <a:ext uri="{FF2B5EF4-FFF2-40B4-BE49-F238E27FC236}">
                  <a16:creationId xmlns:a16="http://schemas.microsoft.com/office/drawing/2014/main" id="{766741FC-922E-460B-A691-A0DEFBBF10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2650" y="2835275"/>
              <a:ext cx="4381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1xx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52" name="Rectangle 33">
              <a:extLst>
                <a:ext uri="{FF2B5EF4-FFF2-40B4-BE49-F238E27FC236}">
                  <a16:creationId xmlns:a16="http://schemas.microsoft.com/office/drawing/2014/main" id="{89500068-A06E-4BA7-9F6C-F943935CA7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9450" y="406400"/>
              <a:ext cx="5842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Reset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53" name="Rectangle 34">
              <a:extLst>
                <a:ext uri="{FF2B5EF4-FFF2-40B4-BE49-F238E27FC236}">
                  <a16:creationId xmlns:a16="http://schemas.microsoft.com/office/drawing/2014/main" id="{4A0FA658-EF11-479D-8F26-4AEF3B2AD1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4450" y="2190750"/>
              <a:ext cx="4445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gnt1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54" name="Rectangle 35">
              <a:extLst>
                <a:ext uri="{FF2B5EF4-FFF2-40B4-BE49-F238E27FC236}">
                  <a16:creationId xmlns:a16="http://schemas.microsoft.com/office/drawing/2014/main" id="{8A42EF7E-9DE6-439D-8763-11B061436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6413" y="2190750"/>
              <a:ext cx="234950" cy="269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55" name="Rectangle 36">
              <a:extLst>
                <a:ext uri="{FF2B5EF4-FFF2-40B4-BE49-F238E27FC236}">
                  <a16:creationId xmlns:a16="http://schemas.microsoft.com/office/drawing/2014/main" id="{2D6E5A8A-98E4-434F-98DD-D0930D78DE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8013" y="2286000"/>
              <a:ext cx="176212" cy="211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56" name="Rectangle 37">
              <a:extLst>
                <a:ext uri="{FF2B5EF4-FFF2-40B4-BE49-F238E27FC236}">
                  <a16:creationId xmlns:a16="http://schemas.microsoft.com/office/drawing/2014/main" id="{9DD38BB3-4CF1-4C38-A9A9-6F9336FB0C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8625" y="2184400"/>
              <a:ext cx="206375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panose="05050102010706020507" pitchFamily="18" charset="2"/>
                  <a:ea typeface="MS PGothic" panose="020B0600070205080204" pitchFamily="34" charset="-128"/>
                  <a:cs typeface="+mn-cs"/>
                </a:rPr>
                <a:t>¤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57" name="Rectangle 38">
              <a:extLst>
                <a:ext uri="{FF2B5EF4-FFF2-40B4-BE49-F238E27FC236}">
                  <a16:creationId xmlns:a16="http://schemas.microsoft.com/office/drawing/2014/main" id="{5F4A86A1-C1E5-4E3E-BDD5-25C765F5AD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8838" y="2190750"/>
              <a:ext cx="2333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58" name="Freeform 39">
              <a:extLst>
                <a:ext uri="{FF2B5EF4-FFF2-40B4-BE49-F238E27FC236}">
                  <a16:creationId xmlns:a16="http://schemas.microsoft.com/office/drawing/2014/main" id="{680194BD-7B64-447B-B2B7-71A8B027D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925" y="3297238"/>
              <a:ext cx="1192213" cy="598487"/>
            </a:xfrm>
            <a:custGeom>
              <a:avLst/>
              <a:gdLst>
                <a:gd name="T0" fmla="*/ 2147483646 w 1502"/>
                <a:gd name="T1" fmla="*/ 2147483646 h 753"/>
                <a:gd name="T2" fmla="*/ 2147483646 w 1502"/>
                <a:gd name="T3" fmla="*/ 2147483646 h 753"/>
                <a:gd name="T4" fmla="*/ 2147483646 w 1502"/>
                <a:gd name="T5" fmla="*/ 2147483646 h 753"/>
                <a:gd name="T6" fmla="*/ 2147483646 w 1502"/>
                <a:gd name="T7" fmla="*/ 2147483646 h 753"/>
                <a:gd name="T8" fmla="*/ 2147483646 w 1502"/>
                <a:gd name="T9" fmla="*/ 2147483646 h 753"/>
                <a:gd name="T10" fmla="*/ 2147483646 w 1502"/>
                <a:gd name="T11" fmla="*/ 2147483646 h 753"/>
                <a:gd name="T12" fmla="*/ 2147483646 w 1502"/>
                <a:gd name="T13" fmla="*/ 2147483646 h 753"/>
                <a:gd name="T14" fmla="*/ 2147483646 w 1502"/>
                <a:gd name="T15" fmla="*/ 2147483646 h 753"/>
                <a:gd name="T16" fmla="*/ 2147483646 w 1502"/>
                <a:gd name="T17" fmla="*/ 2147483646 h 753"/>
                <a:gd name="T18" fmla="*/ 2147483646 w 1502"/>
                <a:gd name="T19" fmla="*/ 2147483646 h 753"/>
                <a:gd name="T20" fmla="*/ 0 w 1502"/>
                <a:gd name="T21" fmla="*/ 2147483646 h 753"/>
                <a:gd name="T22" fmla="*/ 2147483646 w 1502"/>
                <a:gd name="T23" fmla="*/ 2147483646 h 753"/>
                <a:gd name="T24" fmla="*/ 2147483646 w 1502"/>
                <a:gd name="T25" fmla="*/ 2147483646 h 753"/>
                <a:gd name="T26" fmla="*/ 2147483646 w 1502"/>
                <a:gd name="T27" fmla="*/ 2147483646 h 753"/>
                <a:gd name="T28" fmla="*/ 2147483646 w 1502"/>
                <a:gd name="T29" fmla="*/ 2147483646 h 753"/>
                <a:gd name="T30" fmla="*/ 2147483646 w 1502"/>
                <a:gd name="T31" fmla="*/ 2147483646 h 753"/>
                <a:gd name="T32" fmla="*/ 2147483646 w 1502"/>
                <a:gd name="T33" fmla="*/ 2147483646 h 753"/>
                <a:gd name="T34" fmla="*/ 2147483646 w 1502"/>
                <a:gd name="T35" fmla="*/ 2147483646 h 753"/>
                <a:gd name="T36" fmla="*/ 2147483646 w 1502"/>
                <a:gd name="T37" fmla="*/ 2147483646 h 753"/>
                <a:gd name="T38" fmla="*/ 2147483646 w 1502"/>
                <a:gd name="T39" fmla="*/ 2147483646 h 753"/>
                <a:gd name="T40" fmla="*/ 2147483646 w 1502"/>
                <a:gd name="T41" fmla="*/ 2147483646 h 753"/>
                <a:gd name="T42" fmla="*/ 2147483646 w 1502"/>
                <a:gd name="T43" fmla="*/ 2147483646 h 753"/>
                <a:gd name="T44" fmla="*/ 2147483646 w 1502"/>
                <a:gd name="T45" fmla="*/ 2147483646 h 753"/>
                <a:gd name="T46" fmla="*/ 2147483646 w 1502"/>
                <a:gd name="T47" fmla="*/ 2147483646 h 753"/>
                <a:gd name="T48" fmla="*/ 2147483646 w 1502"/>
                <a:gd name="T49" fmla="*/ 2147483646 h 753"/>
                <a:gd name="T50" fmla="*/ 2147483646 w 1502"/>
                <a:gd name="T51" fmla="*/ 2147483646 h 753"/>
                <a:gd name="T52" fmla="*/ 2147483646 w 1502"/>
                <a:gd name="T53" fmla="*/ 2147483646 h 753"/>
                <a:gd name="T54" fmla="*/ 2147483646 w 1502"/>
                <a:gd name="T55" fmla="*/ 2147483646 h 753"/>
                <a:gd name="T56" fmla="*/ 2147483646 w 1502"/>
                <a:gd name="T57" fmla="*/ 2147483646 h 753"/>
                <a:gd name="T58" fmla="*/ 2147483646 w 1502"/>
                <a:gd name="T59" fmla="*/ 2147483646 h 753"/>
                <a:gd name="T60" fmla="*/ 2147483646 w 1502"/>
                <a:gd name="T61" fmla="*/ 2147483646 h 753"/>
                <a:gd name="T62" fmla="*/ 2147483646 w 1502"/>
                <a:gd name="T63" fmla="*/ 2147483646 h 753"/>
                <a:gd name="T64" fmla="*/ 2147483646 w 1502"/>
                <a:gd name="T65" fmla="*/ 2147483646 h 753"/>
                <a:gd name="T66" fmla="*/ 2147483646 w 1502"/>
                <a:gd name="T67" fmla="*/ 2147483646 h 753"/>
                <a:gd name="T68" fmla="*/ 2147483646 w 1502"/>
                <a:gd name="T69" fmla="*/ 2147483646 h 753"/>
                <a:gd name="T70" fmla="*/ 2147483646 w 1502"/>
                <a:gd name="T71" fmla="*/ 2147483646 h 753"/>
                <a:gd name="T72" fmla="*/ 2147483646 w 1502"/>
                <a:gd name="T73" fmla="*/ 2147483646 h 753"/>
                <a:gd name="T74" fmla="*/ 2147483646 w 1502"/>
                <a:gd name="T75" fmla="*/ 2147483646 h 753"/>
                <a:gd name="T76" fmla="*/ 2147483646 w 1502"/>
                <a:gd name="T77" fmla="*/ 2147483646 h 753"/>
                <a:gd name="T78" fmla="*/ 2147483646 w 1502"/>
                <a:gd name="T79" fmla="*/ 2147483646 h 753"/>
                <a:gd name="T80" fmla="*/ 2147483646 w 1502"/>
                <a:gd name="T81" fmla="*/ 2147483646 h 753"/>
                <a:gd name="T82" fmla="*/ 2147483646 w 1502"/>
                <a:gd name="T83" fmla="*/ 2147483646 h 753"/>
                <a:gd name="T84" fmla="*/ 2147483646 w 1502"/>
                <a:gd name="T85" fmla="*/ 2147483646 h 753"/>
                <a:gd name="T86" fmla="*/ 2147483646 w 1502"/>
                <a:gd name="T87" fmla="*/ 0 h 75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02"/>
                <a:gd name="T133" fmla="*/ 0 h 753"/>
                <a:gd name="T134" fmla="*/ 1502 w 1502"/>
                <a:gd name="T135" fmla="*/ 753 h 75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02" h="753">
                  <a:moveTo>
                    <a:pt x="751" y="0"/>
                  </a:moveTo>
                  <a:lnTo>
                    <a:pt x="712" y="1"/>
                  </a:lnTo>
                  <a:lnTo>
                    <a:pt x="674" y="2"/>
                  </a:lnTo>
                  <a:lnTo>
                    <a:pt x="637" y="5"/>
                  </a:lnTo>
                  <a:lnTo>
                    <a:pt x="600" y="8"/>
                  </a:lnTo>
                  <a:lnTo>
                    <a:pt x="563" y="12"/>
                  </a:lnTo>
                  <a:lnTo>
                    <a:pt x="528" y="17"/>
                  </a:lnTo>
                  <a:lnTo>
                    <a:pt x="492" y="23"/>
                  </a:lnTo>
                  <a:lnTo>
                    <a:pt x="458" y="30"/>
                  </a:lnTo>
                  <a:lnTo>
                    <a:pt x="425" y="38"/>
                  </a:lnTo>
                  <a:lnTo>
                    <a:pt x="393" y="46"/>
                  </a:lnTo>
                  <a:lnTo>
                    <a:pt x="361" y="55"/>
                  </a:lnTo>
                  <a:lnTo>
                    <a:pt x="331" y="65"/>
                  </a:lnTo>
                  <a:lnTo>
                    <a:pt x="302" y="75"/>
                  </a:lnTo>
                  <a:lnTo>
                    <a:pt x="274" y="86"/>
                  </a:lnTo>
                  <a:lnTo>
                    <a:pt x="246" y="98"/>
                  </a:lnTo>
                  <a:lnTo>
                    <a:pt x="220" y="111"/>
                  </a:lnTo>
                  <a:lnTo>
                    <a:pt x="194" y="124"/>
                  </a:lnTo>
                  <a:lnTo>
                    <a:pt x="172" y="137"/>
                  </a:lnTo>
                  <a:lnTo>
                    <a:pt x="149" y="152"/>
                  </a:lnTo>
                  <a:lnTo>
                    <a:pt x="128" y="167"/>
                  </a:lnTo>
                  <a:lnTo>
                    <a:pt x="108" y="181"/>
                  </a:lnTo>
                  <a:lnTo>
                    <a:pt x="91" y="197"/>
                  </a:lnTo>
                  <a:lnTo>
                    <a:pt x="74" y="213"/>
                  </a:lnTo>
                  <a:lnTo>
                    <a:pt x="59" y="230"/>
                  </a:lnTo>
                  <a:lnTo>
                    <a:pt x="46" y="248"/>
                  </a:lnTo>
                  <a:lnTo>
                    <a:pt x="34" y="265"/>
                  </a:lnTo>
                  <a:lnTo>
                    <a:pt x="23" y="283"/>
                  </a:lnTo>
                  <a:lnTo>
                    <a:pt x="16" y="301"/>
                  </a:lnTo>
                  <a:lnTo>
                    <a:pt x="9" y="319"/>
                  </a:lnTo>
                  <a:lnTo>
                    <a:pt x="4" y="338"/>
                  </a:lnTo>
                  <a:lnTo>
                    <a:pt x="1" y="358"/>
                  </a:lnTo>
                  <a:lnTo>
                    <a:pt x="0" y="376"/>
                  </a:lnTo>
                  <a:lnTo>
                    <a:pt x="1" y="396"/>
                  </a:lnTo>
                  <a:lnTo>
                    <a:pt x="4" y="416"/>
                  </a:lnTo>
                  <a:lnTo>
                    <a:pt x="9" y="434"/>
                  </a:lnTo>
                  <a:lnTo>
                    <a:pt x="16" y="453"/>
                  </a:lnTo>
                  <a:lnTo>
                    <a:pt x="23" y="470"/>
                  </a:lnTo>
                  <a:lnTo>
                    <a:pt x="34" y="489"/>
                  </a:lnTo>
                  <a:lnTo>
                    <a:pt x="46" y="506"/>
                  </a:lnTo>
                  <a:lnTo>
                    <a:pt x="59" y="523"/>
                  </a:lnTo>
                  <a:lnTo>
                    <a:pt x="74" y="540"/>
                  </a:lnTo>
                  <a:lnTo>
                    <a:pt x="91" y="556"/>
                  </a:lnTo>
                  <a:lnTo>
                    <a:pt x="108" y="572"/>
                  </a:lnTo>
                  <a:lnTo>
                    <a:pt x="128" y="587"/>
                  </a:lnTo>
                  <a:lnTo>
                    <a:pt x="149" y="601"/>
                  </a:lnTo>
                  <a:lnTo>
                    <a:pt x="172" y="616"/>
                  </a:lnTo>
                  <a:lnTo>
                    <a:pt x="194" y="629"/>
                  </a:lnTo>
                  <a:lnTo>
                    <a:pt x="220" y="643"/>
                  </a:lnTo>
                  <a:lnTo>
                    <a:pt x="246" y="656"/>
                  </a:lnTo>
                  <a:lnTo>
                    <a:pt x="274" y="668"/>
                  </a:lnTo>
                  <a:lnTo>
                    <a:pt x="302" y="678"/>
                  </a:lnTo>
                  <a:lnTo>
                    <a:pt x="331" y="689"/>
                  </a:lnTo>
                  <a:lnTo>
                    <a:pt x="361" y="698"/>
                  </a:lnTo>
                  <a:lnTo>
                    <a:pt x="393" y="708"/>
                  </a:lnTo>
                  <a:lnTo>
                    <a:pt x="425" y="715"/>
                  </a:lnTo>
                  <a:lnTo>
                    <a:pt x="458" y="723"/>
                  </a:lnTo>
                  <a:lnTo>
                    <a:pt x="492" y="730"/>
                  </a:lnTo>
                  <a:lnTo>
                    <a:pt x="528" y="737"/>
                  </a:lnTo>
                  <a:lnTo>
                    <a:pt x="563" y="742"/>
                  </a:lnTo>
                  <a:lnTo>
                    <a:pt x="600" y="746"/>
                  </a:lnTo>
                  <a:lnTo>
                    <a:pt x="637" y="749"/>
                  </a:lnTo>
                  <a:lnTo>
                    <a:pt x="674" y="751"/>
                  </a:lnTo>
                  <a:lnTo>
                    <a:pt x="712" y="753"/>
                  </a:lnTo>
                  <a:lnTo>
                    <a:pt x="751" y="753"/>
                  </a:lnTo>
                  <a:lnTo>
                    <a:pt x="789" y="753"/>
                  </a:lnTo>
                  <a:lnTo>
                    <a:pt x="828" y="751"/>
                  </a:lnTo>
                  <a:lnTo>
                    <a:pt x="866" y="749"/>
                  </a:lnTo>
                  <a:lnTo>
                    <a:pt x="902" y="746"/>
                  </a:lnTo>
                  <a:lnTo>
                    <a:pt x="939" y="742"/>
                  </a:lnTo>
                  <a:lnTo>
                    <a:pt x="975" y="737"/>
                  </a:lnTo>
                  <a:lnTo>
                    <a:pt x="1009" y="730"/>
                  </a:lnTo>
                  <a:lnTo>
                    <a:pt x="1044" y="723"/>
                  </a:lnTo>
                  <a:lnTo>
                    <a:pt x="1077" y="715"/>
                  </a:lnTo>
                  <a:lnTo>
                    <a:pt x="1109" y="708"/>
                  </a:lnTo>
                  <a:lnTo>
                    <a:pt x="1140" y="698"/>
                  </a:lnTo>
                  <a:lnTo>
                    <a:pt x="1171" y="689"/>
                  </a:lnTo>
                  <a:lnTo>
                    <a:pt x="1200" y="678"/>
                  </a:lnTo>
                  <a:lnTo>
                    <a:pt x="1229" y="668"/>
                  </a:lnTo>
                  <a:lnTo>
                    <a:pt x="1256" y="656"/>
                  </a:lnTo>
                  <a:lnTo>
                    <a:pt x="1282" y="643"/>
                  </a:lnTo>
                  <a:lnTo>
                    <a:pt x="1307" y="629"/>
                  </a:lnTo>
                  <a:lnTo>
                    <a:pt x="1331" y="616"/>
                  </a:lnTo>
                  <a:lnTo>
                    <a:pt x="1354" y="601"/>
                  </a:lnTo>
                  <a:lnTo>
                    <a:pt x="1374" y="587"/>
                  </a:lnTo>
                  <a:lnTo>
                    <a:pt x="1393" y="572"/>
                  </a:lnTo>
                  <a:lnTo>
                    <a:pt x="1412" y="556"/>
                  </a:lnTo>
                  <a:lnTo>
                    <a:pt x="1428" y="540"/>
                  </a:lnTo>
                  <a:lnTo>
                    <a:pt x="1444" y="523"/>
                  </a:lnTo>
                  <a:lnTo>
                    <a:pt x="1457" y="506"/>
                  </a:lnTo>
                  <a:lnTo>
                    <a:pt x="1469" y="489"/>
                  </a:lnTo>
                  <a:lnTo>
                    <a:pt x="1478" y="470"/>
                  </a:lnTo>
                  <a:lnTo>
                    <a:pt x="1487" y="453"/>
                  </a:lnTo>
                  <a:lnTo>
                    <a:pt x="1494" y="434"/>
                  </a:lnTo>
                  <a:lnTo>
                    <a:pt x="1498" y="416"/>
                  </a:lnTo>
                  <a:lnTo>
                    <a:pt x="1501" y="396"/>
                  </a:lnTo>
                  <a:lnTo>
                    <a:pt x="1502" y="376"/>
                  </a:lnTo>
                  <a:lnTo>
                    <a:pt x="1501" y="358"/>
                  </a:lnTo>
                  <a:lnTo>
                    <a:pt x="1498" y="338"/>
                  </a:lnTo>
                  <a:lnTo>
                    <a:pt x="1494" y="319"/>
                  </a:lnTo>
                  <a:lnTo>
                    <a:pt x="1487" y="301"/>
                  </a:lnTo>
                  <a:lnTo>
                    <a:pt x="1478" y="283"/>
                  </a:lnTo>
                  <a:lnTo>
                    <a:pt x="1469" y="265"/>
                  </a:lnTo>
                  <a:lnTo>
                    <a:pt x="1457" y="248"/>
                  </a:lnTo>
                  <a:lnTo>
                    <a:pt x="1444" y="230"/>
                  </a:lnTo>
                  <a:lnTo>
                    <a:pt x="1428" y="213"/>
                  </a:lnTo>
                  <a:lnTo>
                    <a:pt x="1412" y="197"/>
                  </a:lnTo>
                  <a:lnTo>
                    <a:pt x="1393" y="181"/>
                  </a:lnTo>
                  <a:lnTo>
                    <a:pt x="1374" y="167"/>
                  </a:lnTo>
                  <a:lnTo>
                    <a:pt x="1354" y="152"/>
                  </a:lnTo>
                  <a:lnTo>
                    <a:pt x="1331" y="137"/>
                  </a:lnTo>
                  <a:lnTo>
                    <a:pt x="1307" y="124"/>
                  </a:lnTo>
                  <a:lnTo>
                    <a:pt x="1282" y="111"/>
                  </a:lnTo>
                  <a:lnTo>
                    <a:pt x="1256" y="98"/>
                  </a:lnTo>
                  <a:lnTo>
                    <a:pt x="1229" y="86"/>
                  </a:lnTo>
                  <a:lnTo>
                    <a:pt x="1200" y="75"/>
                  </a:lnTo>
                  <a:lnTo>
                    <a:pt x="1171" y="65"/>
                  </a:lnTo>
                  <a:lnTo>
                    <a:pt x="1140" y="55"/>
                  </a:lnTo>
                  <a:lnTo>
                    <a:pt x="1109" y="46"/>
                  </a:lnTo>
                  <a:lnTo>
                    <a:pt x="1077" y="38"/>
                  </a:lnTo>
                  <a:lnTo>
                    <a:pt x="1044" y="30"/>
                  </a:lnTo>
                  <a:lnTo>
                    <a:pt x="1009" y="23"/>
                  </a:lnTo>
                  <a:lnTo>
                    <a:pt x="975" y="17"/>
                  </a:lnTo>
                  <a:lnTo>
                    <a:pt x="939" y="12"/>
                  </a:lnTo>
                  <a:lnTo>
                    <a:pt x="902" y="8"/>
                  </a:lnTo>
                  <a:lnTo>
                    <a:pt x="866" y="5"/>
                  </a:lnTo>
                  <a:lnTo>
                    <a:pt x="828" y="2"/>
                  </a:lnTo>
                  <a:lnTo>
                    <a:pt x="789" y="1"/>
                  </a:lnTo>
                  <a:lnTo>
                    <a:pt x="751" y="0"/>
                  </a:lnTo>
                </a:path>
              </a:pathLst>
            </a:custGeom>
            <a:solidFill>
              <a:schemeClr val="bg1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59" name="Rectangle 40">
              <a:extLst>
                <a:ext uri="{FF2B5EF4-FFF2-40B4-BE49-F238E27FC236}">
                  <a16:creationId xmlns:a16="http://schemas.microsoft.com/office/drawing/2014/main" id="{62EA696F-9C0C-41D0-8EB0-60D5BABBF7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9138" y="2190750"/>
              <a:ext cx="2460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60" name="Rectangle 41">
              <a:extLst>
                <a:ext uri="{FF2B5EF4-FFF2-40B4-BE49-F238E27FC236}">
                  <a16:creationId xmlns:a16="http://schemas.microsoft.com/office/drawing/2014/main" id="{928DA9C0-2800-44AA-8B63-A644210982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2650" y="4135438"/>
              <a:ext cx="4381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x1x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61" name="Rectangle 42">
              <a:extLst>
                <a:ext uri="{FF2B5EF4-FFF2-40B4-BE49-F238E27FC236}">
                  <a16:creationId xmlns:a16="http://schemas.microsoft.com/office/drawing/2014/main" id="{1EF1DFAB-9BE0-439A-A775-B59E331C2E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4450" y="3473450"/>
              <a:ext cx="4445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gnt2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62" name="Rectangle 43">
              <a:extLst>
                <a:ext uri="{FF2B5EF4-FFF2-40B4-BE49-F238E27FC236}">
                  <a16:creationId xmlns:a16="http://schemas.microsoft.com/office/drawing/2014/main" id="{023646D8-8B3A-4955-AD2B-E4CBF63867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6413" y="3473450"/>
              <a:ext cx="234950" cy="269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63" name="Rectangle 44">
              <a:extLst>
                <a:ext uri="{FF2B5EF4-FFF2-40B4-BE49-F238E27FC236}">
                  <a16:creationId xmlns:a16="http://schemas.microsoft.com/office/drawing/2014/main" id="{EA83C44C-88DB-480D-AA40-D02C810D4A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8013" y="3567113"/>
              <a:ext cx="176212" cy="211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64" name="Rectangle 45">
              <a:extLst>
                <a:ext uri="{FF2B5EF4-FFF2-40B4-BE49-F238E27FC236}">
                  <a16:creationId xmlns:a16="http://schemas.microsoft.com/office/drawing/2014/main" id="{E161E5F1-2F2F-43D4-AE47-932C5FDBAB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8625" y="3467100"/>
              <a:ext cx="206375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panose="05050102010706020507" pitchFamily="18" charset="2"/>
                  <a:ea typeface="MS PGothic" panose="020B0600070205080204" pitchFamily="34" charset="-128"/>
                  <a:cs typeface="+mn-cs"/>
                </a:rPr>
                <a:t>¤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65" name="Rectangle 46">
              <a:extLst>
                <a:ext uri="{FF2B5EF4-FFF2-40B4-BE49-F238E27FC236}">
                  <a16:creationId xmlns:a16="http://schemas.microsoft.com/office/drawing/2014/main" id="{B59660C1-6EC4-4415-89A8-7E88F80D5D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8838" y="3473450"/>
              <a:ext cx="2333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66" name="Freeform 47">
              <a:extLst>
                <a:ext uri="{FF2B5EF4-FFF2-40B4-BE49-F238E27FC236}">
                  <a16:creationId xmlns:a16="http://schemas.microsoft.com/office/drawing/2014/main" id="{E570835F-D17B-47B9-8961-9309FE55B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925" y="4602163"/>
              <a:ext cx="1192213" cy="598487"/>
            </a:xfrm>
            <a:custGeom>
              <a:avLst/>
              <a:gdLst>
                <a:gd name="T0" fmla="*/ 2147483646 w 1502"/>
                <a:gd name="T1" fmla="*/ 2147483646 h 753"/>
                <a:gd name="T2" fmla="*/ 2147483646 w 1502"/>
                <a:gd name="T3" fmla="*/ 2147483646 h 753"/>
                <a:gd name="T4" fmla="*/ 2147483646 w 1502"/>
                <a:gd name="T5" fmla="*/ 2147483646 h 753"/>
                <a:gd name="T6" fmla="*/ 2147483646 w 1502"/>
                <a:gd name="T7" fmla="*/ 2147483646 h 753"/>
                <a:gd name="T8" fmla="*/ 2147483646 w 1502"/>
                <a:gd name="T9" fmla="*/ 2147483646 h 753"/>
                <a:gd name="T10" fmla="*/ 2147483646 w 1502"/>
                <a:gd name="T11" fmla="*/ 2147483646 h 753"/>
                <a:gd name="T12" fmla="*/ 2147483646 w 1502"/>
                <a:gd name="T13" fmla="*/ 2147483646 h 753"/>
                <a:gd name="T14" fmla="*/ 2147483646 w 1502"/>
                <a:gd name="T15" fmla="*/ 2147483646 h 753"/>
                <a:gd name="T16" fmla="*/ 2147483646 w 1502"/>
                <a:gd name="T17" fmla="*/ 2147483646 h 753"/>
                <a:gd name="T18" fmla="*/ 2147483646 w 1502"/>
                <a:gd name="T19" fmla="*/ 2147483646 h 753"/>
                <a:gd name="T20" fmla="*/ 0 w 1502"/>
                <a:gd name="T21" fmla="*/ 2147483646 h 753"/>
                <a:gd name="T22" fmla="*/ 2147483646 w 1502"/>
                <a:gd name="T23" fmla="*/ 2147483646 h 753"/>
                <a:gd name="T24" fmla="*/ 2147483646 w 1502"/>
                <a:gd name="T25" fmla="*/ 2147483646 h 753"/>
                <a:gd name="T26" fmla="*/ 2147483646 w 1502"/>
                <a:gd name="T27" fmla="*/ 2147483646 h 753"/>
                <a:gd name="T28" fmla="*/ 2147483646 w 1502"/>
                <a:gd name="T29" fmla="*/ 2147483646 h 753"/>
                <a:gd name="T30" fmla="*/ 2147483646 w 1502"/>
                <a:gd name="T31" fmla="*/ 2147483646 h 753"/>
                <a:gd name="T32" fmla="*/ 2147483646 w 1502"/>
                <a:gd name="T33" fmla="*/ 2147483646 h 753"/>
                <a:gd name="T34" fmla="*/ 2147483646 w 1502"/>
                <a:gd name="T35" fmla="*/ 2147483646 h 753"/>
                <a:gd name="T36" fmla="*/ 2147483646 w 1502"/>
                <a:gd name="T37" fmla="*/ 2147483646 h 753"/>
                <a:gd name="T38" fmla="*/ 2147483646 w 1502"/>
                <a:gd name="T39" fmla="*/ 2147483646 h 753"/>
                <a:gd name="T40" fmla="*/ 2147483646 w 1502"/>
                <a:gd name="T41" fmla="*/ 2147483646 h 753"/>
                <a:gd name="T42" fmla="*/ 2147483646 w 1502"/>
                <a:gd name="T43" fmla="*/ 2147483646 h 753"/>
                <a:gd name="T44" fmla="*/ 2147483646 w 1502"/>
                <a:gd name="T45" fmla="*/ 2147483646 h 753"/>
                <a:gd name="T46" fmla="*/ 2147483646 w 1502"/>
                <a:gd name="T47" fmla="*/ 2147483646 h 753"/>
                <a:gd name="T48" fmla="*/ 2147483646 w 1502"/>
                <a:gd name="T49" fmla="*/ 2147483646 h 753"/>
                <a:gd name="T50" fmla="*/ 2147483646 w 1502"/>
                <a:gd name="T51" fmla="*/ 2147483646 h 753"/>
                <a:gd name="T52" fmla="*/ 2147483646 w 1502"/>
                <a:gd name="T53" fmla="*/ 2147483646 h 753"/>
                <a:gd name="T54" fmla="*/ 2147483646 w 1502"/>
                <a:gd name="T55" fmla="*/ 2147483646 h 753"/>
                <a:gd name="T56" fmla="*/ 2147483646 w 1502"/>
                <a:gd name="T57" fmla="*/ 2147483646 h 753"/>
                <a:gd name="T58" fmla="*/ 2147483646 w 1502"/>
                <a:gd name="T59" fmla="*/ 2147483646 h 753"/>
                <a:gd name="T60" fmla="*/ 2147483646 w 1502"/>
                <a:gd name="T61" fmla="*/ 2147483646 h 753"/>
                <a:gd name="T62" fmla="*/ 2147483646 w 1502"/>
                <a:gd name="T63" fmla="*/ 2147483646 h 753"/>
                <a:gd name="T64" fmla="*/ 2147483646 w 1502"/>
                <a:gd name="T65" fmla="*/ 2147483646 h 753"/>
                <a:gd name="T66" fmla="*/ 2147483646 w 1502"/>
                <a:gd name="T67" fmla="*/ 2147483646 h 753"/>
                <a:gd name="T68" fmla="*/ 2147483646 w 1502"/>
                <a:gd name="T69" fmla="*/ 2147483646 h 753"/>
                <a:gd name="T70" fmla="*/ 2147483646 w 1502"/>
                <a:gd name="T71" fmla="*/ 2147483646 h 753"/>
                <a:gd name="T72" fmla="*/ 2147483646 w 1502"/>
                <a:gd name="T73" fmla="*/ 2147483646 h 753"/>
                <a:gd name="T74" fmla="*/ 2147483646 w 1502"/>
                <a:gd name="T75" fmla="*/ 2147483646 h 753"/>
                <a:gd name="T76" fmla="*/ 2147483646 w 1502"/>
                <a:gd name="T77" fmla="*/ 2147483646 h 753"/>
                <a:gd name="T78" fmla="*/ 2147483646 w 1502"/>
                <a:gd name="T79" fmla="*/ 2147483646 h 753"/>
                <a:gd name="T80" fmla="*/ 2147483646 w 1502"/>
                <a:gd name="T81" fmla="*/ 2147483646 h 753"/>
                <a:gd name="T82" fmla="*/ 2147483646 w 1502"/>
                <a:gd name="T83" fmla="*/ 2147483646 h 753"/>
                <a:gd name="T84" fmla="*/ 2147483646 w 1502"/>
                <a:gd name="T85" fmla="*/ 2147483646 h 753"/>
                <a:gd name="T86" fmla="*/ 2147483646 w 1502"/>
                <a:gd name="T87" fmla="*/ 0 h 75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02"/>
                <a:gd name="T133" fmla="*/ 0 h 753"/>
                <a:gd name="T134" fmla="*/ 1502 w 1502"/>
                <a:gd name="T135" fmla="*/ 753 h 75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02" h="753">
                  <a:moveTo>
                    <a:pt x="751" y="0"/>
                  </a:moveTo>
                  <a:lnTo>
                    <a:pt x="712" y="2"/>
                  </a:lnTo>
                  <a:lnTo>
                    <a:pt x="674" y="3"/>
                  </a:lnTo>
                  <a:lnTo>
                    <a:pt x="637" y="6"/>
                  </a:lnTo>
                  <a:lnTo>
                    <a:pt x="600" y="8"/>
                  </a:lnTo>
                  <a:lnTo>
                    <a:pt x="563" y="12"/>
                  </a:lnTo>
                  <a:lnTo>
                    <a:pt x="528" y="18"/>
                  </a:lnTo>
                  <a:lnTo>
                    <a:pt x="492" y="24"/>
                  </a:lnTo>
                  <a:lnTo>
                    <a:pt x="458" y="31"/>
                  </a:lnTo>
                  <a:lnTo>
                    <a:pt x="425" y="38"/>
                  </a:lnTo>
                  <a:lnTo>
                    <a:pt x="393" y="47"/>
                  </a:lnTo>
                  <a:lnTo>
                    <a:pt x="361" y="56"/>
                  </a:lnTo>
                  <a:lnTo>
                    <a:pt x="331" y="65"/>
                  </a:lnTo>
                  <a:lnTo>
                    <a:pt x="302" y="76"/>
                  </a:lnTo>
                  <a:lnTo>
                    <a:pt x="274" y="87"/>
                  </a:lnTo>
                  <a:lnTo>
                    <a:pt x="246" y="98"/>
                  </a:lnTo>
                  <a:lnTo>
                    <a:pt x="220" y="112"/>
                  </a:lnTo>
                  <a:lnTo>
                    <a:pt x="194" y="125"/>
                  </a:lnTo>
                  <a:lnTo>
                    <a:pt x="172" y="138"/>
                  </a:lnTo>
                  <a:lnTo>
                    <a:pt x="149" y="153"/>
                  </a:lnTo>
                  <a:lnTo>
                    <a:pt x="128" y="167"/>
                  </a:lnTo>
                  <a:lnTo>
                    <a:pt x="108" y="182"/>
                  </a:lnTo>
                  <a:lnTo>
                    <a:pt x="91" y="198"/>
                  </a:lnTo>
                  <a:lnTo>
                    <a:pt x="74" y="214"/>
                  </a:lnTo>
                  <a:lnTo>
                    <a:pt x="59" y="231"/>
                  </a:lnTo>
                  <a:lnTo>
                    <a:pt x="46" y="248"/>
                  </a:lnTo>
                  <a:lnTo>
                    <a:pt x="34" y="266"/>
                  </a:lnTo>
                  <a:lnTo>
                    <a:pt x="23" y="284"/>
                  </a:lnTo>
                  <a:lnTo>
                    <a:pt x="16" y="301"/>
                  </a:lnTo>
                  <a:lnTo>
                    <a:pt x="9" y="320"/>
                  </a:lnTo>
                  <a:lnTo>
                    <a:pt x="4" y="338"/>
                  </a:lnTo>
                  <a:lnTo>
                    <a:pt x="1" y="358"/>
                  </a:lnTo>
                  <a:lnTo>
                    <a:pt x="0" y="377"/>
                  </a:lnTo>
                  <a:lnTo>
                    <a:pt x="1" y="397"/>
                  </a:lnTo>
                  <a:lnTo>
                    <a:pt x="4" y="417"/>
                  </a:lnTo>
                  <a:lnTo>
                    <a:pt x="9" y="435"/>
                  </a:lnTo>
                  <a:lnTo>
                    <a:pt x="16" y="454"/>
                  </a:lnTo>
                  <a:lnTo>
                    <a:pt x="23" y="471"/>
                  </a:lnTo>
                  <a:lnTo>
                    <a:pt x="34" y="490"/>
                  </a:lnTo>
                  <a:lnTo>
                    <a:pt x="46" y="507"/>
                  </a:lnTo>
                  <a:lnTo>
                    <a:pt x="59" y="524"/>
                  </a:lnTo>
                  <a:lnTo>
                    <a:pt x="74" y="541"/>
                  </a:lnTo>
                  <a:lnTo>
                    <a:pt x="91" y="557"/>
                  </a:lnTo>
                  <a:lnTo>
                    <a:pt x="108" y="573"/>
                  </a:lnTo>
                  <a:lnTo>
                    <a:pt x="128" y="588"/>
                  </a:lnTo>
                  <a:lnTo>
                    <a:pt x="149" y="602"/>
                  </a:lnTo>
                  <a:lnTo>
                    <a:pt x="172" y="617"/>
                  </a:lnTo>
                  <a:lnTo>
                    <a:pt x="194" y="630"/>
                  </a:lnTo>
                  <a:lnTo>
                    <a:pt x="220" y="643"/>
                  </a:lnTo>
                  <a:lnTo>
                    <a:pt x="246" y="657"/>
                  </a:lnTo>
                  <a:lnTo>
                    <a:pt x="274" y="669"/>
                  </a:lnTo>
                  <a:lnTo>
                    <a:pt x="302" y="679"/>
                  </a:lnTo>
                  <a:lnTo>
                    <a:pt x="331" y="690"/>
                  </a:lnTo>
                  <a:lnTo>
                    <a:pt x="361" y="699"/>
                  </a:lnTo>
                  <a:lnTo>
                    <a:pt x="393" y="708"/>
                  </a:lnTo>
                  <a:lnTo>
                    <a:pt x="425" y="716"/>
                  </a:lnTo>
                  <a:lnTo>
                    <a:pt x="458" y="724"/>
                  </a:lnTo>
                  <a:lnTo>
                    <a:pt x="492" y="731"/>
                  </a:lnTo>
                  <a:lnTo>
                    <a:pt x="528" y="737"/>
                  </a:lnTo>
                  <a:lnTo>
                    <a:pt x="563" y="743"/>
                  </a:lnTo>
                  <a:lnTo>
                    <a:pt x="600" y="747"/>
                  </a:lnTo>
                  <a:lnTo>
                    <a:pt x="637" y="749"/>
                  </a:lnTo>
                  <a:lnTo>
                    <a:pt x="674" y="752"/>
                  </a:lnTo>
                  <a:lnTo>
                    <a:pt x="712" y="753"/>
                  </a:lnTo>
                  <a:lnTo>
                    <a:pt x="751" y="753"/>
                  </a:lnTo>
                  <a:lnTo>
                    <a:pt x="789" y="753"/>
                  </a:lnTo>
                  <a:lnTo>
                    <a:pt x="828" y="752"/>
                  </a:lnTo>
                  <a:lnTo>
                    <a:pt x="866" y="749"/>
                  </a:lnTo>
                  <a:lnTo>
                    <a:pt x="902" y="747"/>
                  </a:lnTo>
                  <a:lnTo>
                    <a:pt x="939" y="743"/>
                  </a:lnTo>
                  <a:lnTo>
                    <a:pt x="975" y="737"/>
                  </a:lnTo>
                  <a:lnTo>
                    <a:pt x="1009" y="731"/>
                  </a:lnTo>
                  <a:lnTo>
                    <a:pt x="1044" y="724"/>
                  </a:lnTo>
                  <a:lnTo>
                    <a:pt x="1077" y="716"/>
                  </a:lnTo>
                  <a:lnTo>
                    <a:pt x="1109" y="708"/>
                  </a:lnTo>
                  <a:lnTo>
                    <a:pt x="1140" y="699"/>
                  </a:lnTo>
                  <a:lnTo>
                    <a:pt x="1171" y="690"/>
                  </a:lnTo>
                  <a:lnTo>
                    <a:pt x="1200" y="679"/>
                  </a:lnTo>
                  <a:lnTo>
                    <a:pt x="1229" y="669"/>
                  </a:lnTo>
                  <a:lnTo>
                    <a:pt x="1256" y="657"/>
                  </a:lnTo>
                  <a:lnTo>
                    <a:pt x="1282" y="643"/>
                  </a:lnTo>
                  <a:lnTo>
                    <a:pt x="1307" y="630"/>
                  </a:lnTo>
                  <a:lnTo>
                    <a:pt x="1331" y="617"/>
                  </a:lnTo>
                  <a:lnTo>
                    <a:pt x="1354" y="602"/>
                  </a:lnTo>
                  <a:lnTo>
                    <a:pt x="1374" y="588"/>
                  </a:lnTo>
                  <a:lnTo>
                    <a:pt x="1393" y="573"/>
                  </a:lnTo>
                  <a:lnTo>
                    <a:pt x="1412" y="557"/>
                  </a:lnTo>
                  <a:lnTo>
                    <a:pt x="1428" y="541"/>
                  </a:lnTo>
                  <a:lnTo>
                    <a:pt x="1444" y="524"/>
                  </a:lnTo>
                  <a:lnTo>
                    <a:pt x="1457" y="507"/>
                  </a:lnTo>
                  <a:lnTo>
                    <a:pt x="1469" y="490"/>
                  </a:lnTo>
                  <a:lnTo>
                    <a:pt x="1478" y="471"/>
                  </a:lnTo>
                  <a:lnTo>
                    <a:pt x="1487" y="454"/>
                  </a:lnTo>
                  <a:lnTo>
                    <a:pt x="1494" y="435"/>
                  </a:lnTo>
                  <a:lnTo>
                    <a:pt x="1498" y="417"/>
                  </a:lnTo>
                  <a:lnTo>
                    <a:pt x="1501" y="397"/>
                  </a:lnTo>
                  <a:lnTo>
                    <a:pt x="1502" y="377"/>
                  </a:lnTo>
                  <a:lnTo>
                    <a:pt x="1501" y="358"/>
                  </a:lnTo>
                  <a:lnTo>
                    <a:pt x="1498" y="338"/>
                  </a:lnTo>
                  <a:lnTo>
                    <a:pt x="1494" y="320"/>
                  </a:lnTo>
                  <a:lnTo>
                    <a:pt x="1487" y="301"/>
                  </a:lnTo>
                  <a:lnTo>
                    <a:pt x="1478" y="284"/>
                  </a:lnTo>
                  <a:lnTo>
                    <a:pt x="1469" y="266"/>
                  </a:lnTo>
                  <a:lnTo>
                    <a:pt x="1457" y="248"/>
                  </a:lnTo>
                  <a:lnTo>
                    <a:pt x="1444" y="231"/>
                  </a:lnTo>
                  <a:lnTo>
                    <a:pt x="1428" y="214"/>
                  </a:lnTo>
                  <a:lnTo>
                    <a:pt x="1412" y="198"/>
                  </a:lnTo>
                  <a:lnTo>
                    <a:pt x="1393" y="182"/>
                  </a:lnTo>
                  <a:lnTo>
                    <a:pt x="1374" y="167"/>
                  </a:lnTo>
                  <a:lnTo>
                    <a:pt x="1354" y="153"/>
                  </a:lnTo>
                  <a:lnTo>
                    <a:pt x="1331" y="138"/>
                  </a:lnTo>
                  <a:lnTo>
                    <a:pt x="1307" y="125"/>
                  </a:lnTo>
                  <a:lnTo>
                    <a:pt x="1282" y="112"/>
                  </a:lnTo>
                  <a:lnTo>
                    <a:pt x="1256" y="98"/>
                  </a:lnTo>
                  <a:lnTo>
                    <a:pt x="1229" y="87"/>
                  </a:lnTo>
                  <a:lnTo>
                    <a:pt x="1200" y="76"/>
                  </a:lnTo>
                  <a:lnTo>
                    <a:pt x="1171" y="65"/>
                  </a:lnTo>
                  <a:lnTo>
                    <a:pt x="1140" y="56"/>
                  </a:lnTo>
                  <a:lnTo>
                    <a:pt x="1109" y="47"/>
                  </a:lnTo>
                  <a:lnTo>
                    <a:pt x="1077" y="38"/>
                  </a:lnTo>
                  <a:lnTo>
                    <a:pt x="1044" y="31"/>
                  </a:lnTo>
                  <a:lnTo>
                    <a:pt x="1009" y="24"/>
                  </a:lnTo>
                  <a:lnTo>
                    <a:pt x="975" y="18"/>
                  </a:lnTo>
                  <a:lnTo>
                    <a:pt x="939" y="12"/>
                  </a:lnTo>
                  <a:lnTo>
                    <a:pt x="902" y="8"/>
                  </a:lnTo>
                  <a:lnTo>
                    <a:pt x="866" y="6"/>
                  </a:lnTo>
                  <a:lnTo>
                    <a:pt x="828" y="3"/>
                  </a:lnTo>
                  <a:lnTo>
                    <a:pt x="789" y="2"/>
                  </a:lnTo>
                  <a:lnTo>
                    <a:pt x="751" y="0"/>
                  </a:lnTo>
                </a:path>
              </a:pathLst>
            </a:custGeom>
            <a:solidFill>
              <a:schemeClr val="bg1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67" name="Rectangle 48">
              <a:extLst>
                <a:ext uri="{FF2B5EF4-FFF2-40B4-BE49-F238E27FC236}">
                  <a16:creationId xmlns:a16="http://schemas.microsoft.com/office/drawing/2014/main" id="{EBCA853F-41D8-478B-8C3E-0C9BC62B83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9138" y="3473450"/>
              <a:ext cx="2460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68" name="Rectangle 49">
              <a:extLst>
                <a:ext uri="{FF2B5EF4-FFF2-40B4-BE49-F238E27FC236}">
                  <a16:creationId xmlns:a16="http://schemas.microsoft.com/office/drawing/2014/main" id="{21E0527F-29C8-465A-ACB7-947E3BB26E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2650" y="5453063"/>
              <a:ext cx="4381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xx1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69" name="Rectangle 50">
              <a:extLst>
                <a:ext uri="{FF2B5EF4-FFF2-40B4-BE49-F238E27FC236}">
                  <a16:creationId xmlns:a16="http://schemas.microsoft.com/office/drawing/2014/main" id="{7794B650-82E2-4B35-95AC-3507F28AEE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4450" y="4791075"/>
              <a:ext cx="4445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gnt3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70" name="Rectangle 51">
              <a:extLst>
                <a:ext uri="{FF2B5EF4-FFF2-40B4-BE49-F238E27FC236}">
                  <a16:creationId xmlns:a16="http://schemas.microsoft.com/office/drawing/2014/main" id="{C1B4BBF7-47AD-48BD-B979-0DE64D4FEF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6413" y="4791075"/>
              <a:ext cx="234950" cy="269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71" name="Rectangle 52">
              <a:extLst>
                <a:ext uri="{FF2B5EF4-FFF2-40B4-BE49-F238E27FC236}">
                  <a16:creationId xmlns:a16="http://schemas.microsoft.com/office/drawing/2014/main" id="{91E5950D-E82E-4DE6-B20F-FDB6DE15A7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8013" y="4884738"/>
              <a:ext cx="176212" cy="211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72" name="Rectangle 53">
              <a:extLst>
                <a:ext uri="{FF2B5EF4-FFF2-40B4-BE49-F238E27FC236}">
                  <a16:creationId xmlns:a16="http://schemas.microsoft.com/office/drawing/2014/main" id="{A4FA5B95-0EC3-4A4C-8905-0497BC9801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8625" y="4784725"/>
              <a:ext cx="206375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panose="05050102010706020507" pitchFamily="18" charset="2"/>
                  <a:ea typeface="MS PGothic" panose="020B0600070205080204" pitchFamily="34" charset="-128"/>
                  <a:cs typeface="+mn-cs"/>
                </a:rPr>
                <a:t>¤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73" name="Rectangle 54">
              <a:extLst>
                <a:ext uri="{FF2B5EF4-FFF2-40B4-BE49-F238E27FC236}">
                  <a16:creationId xmlns:a16="http://schemas.microsoft.com/office/drawing/2014/main" id="{70D787E0-782B-458B-8D88-EE5C1FDC3B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8838" y="4791075"/>
              <a:ext cx="2333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74" name="Freeform 55">
              <a:extLst>
                <a:ext uri="{FF2B5EF4-FFF2-40B4-BE49-F238E27FC236}">
                  <a16:creationId xmlns:a16="http://schemas.microsoft.com/office/drawing/2014/main" id="{919922BB-6EC0-495D-9522-AE55E7635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563" y="1868488"/>
              <a:ext cx="61912" cy="127000"/>
            </a:xfrm>
            <a:custGeom>
              <a:avLst/>
              <a:gdLst>
                <a:gd name="T0" fmla="*/ 0 w 80"/>
                <a:gd name="T1" fmla="*/ 0 h 159"/>
                <a:gd name="T2" fmla="*/ 2147483646 w 80"/>
                <a:gd name="T3" fmla="*/ 2147483646 h 159"/>
                <a:gd name="T4" fmla="*/ 2147483646 w 80"/>
                <a:gd name="T5" fmla="*/ 0 h 159"/>
                <a:gd name="T6" fmla="*/ 2147483646 w 80"/>
                <a:gd name="T7" fmla="*/ 0 h 159"/>
                <a:gd name="T8" fmla="*/ 0 w 80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59"/>
                <a:gd name="T17" fmla="*/ 80 w 80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59">
                  <a:moveTo>
                    <a:pt x="0" y="0"/>
                  </a:moveTo>
                  <a:lnTo>
                    <a:pt x="27" y="159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75" name="Freeform 56">
              <a:extLst>
                <a:ext uri="{FF2B5EF4-FFF2-40B4-BE49-F238E27FC236}">
                  <a16:creationId xmlns:a16="http://schemas.microsoft.com/office/drawing/2014/main" id="{B0EA5396-5206-470E-932B-850F4E8DE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863" y="1377950"/>
              <a:ext cx="50800" cy="484188"/>
            </a:xfrm>
            <a:custGeom>
              <a:avLst/>
              <a:gdLst>
                <a:gd name="T0" fmla="*/ 0 w 62"/>
                <a:gd name="T1" fmla="*/ 0 h 609"/>
                <a:gd name="T2" fmla="*/ 2147483646 w 62"/>
                <a:gd name="T3" fmla="*/ 2147483646 h 609"/>
                <a:gd name="T4" fmla="*/ 2147483646 w 62"/>
                <a:gd name="T5" fmla="*/ 2147483646 h 609"/>
                <a:gd name="T6" fmla="*/ 2147483646 w 62"/>
                <a:gd name="T7" fmla="*/ 2147483646 h 609"/>
                <a:gd name="T8" fmla="*/ 2147483646 w 62"/>
                <a:gd name="T9" fmla="*/ 2147483646 h 609"/>
                <a:gd name="T10" fmla="*/ 2147483646 w 62"/>
                <a:gd name="T11" fmla="*/ 2147483646 h 609"/>
                <a:gd name="T12" fmla="*/ 2147483646 w 62"/>
                <a:gd name="T13" fmla="*/ 2147483646 h 609"/>
                <a:gd name="T14" fmla="*/ 2147483646 w 62"/>
                <a:gd name="T15" fmla="*/ 2147483646 h 609"/>
                <a:gd name="T16" fmla="*/ 2147483646 w 62"/>
                <a:gd name="T17" fmla="*/ 2147483646 h 609"/>
                <a:gd name="T18" fmla="*/ 2147483646 w 62"/>
                <a:gd name="T19" fmla="*/ 2147483646 h 609"/>
                <a:gd name="T20" fmla="*/ 2147483646 w 62"/>
                <a:gd name="T21" fmla="*/ 2147483646 h 609"/>
                <a:gd name="T22" fmla="*/ 2147483646 w 62"/>
                <a:gd name="T23" fmla="*/ 2147483646 h 609"/>
                <a:gd name="T24" fmla="*/ 2147483646 w 62"/>
                <a:gd name="T25" fmla="*/ 2147483646 h 609"/>
                <a:gd name="T26" fmla="*/ 2147483646 w 62"/>
                <a:gd name="T27" fmla="*/ 2147483646 h 609"/>
                <a:gd name="T28" fmla="*/ 2147483646 w 62"/>
                <a:gd name="T29" fmla="*/ 2147483646 h 609"/>
                <a:gd name="T30" fmla="*/ 2147483646 w 62"/>
                <a:gd name="T31" fmla="*/ 2147483646 h 609"/>
                <a:gd name="T32" fmla="*/ 2147483646 w 62"/>
                <a:gd name="T33" fmla="*/ 2147483646 h 609"/>
                <a:gd name="T34" fmla="*/ 2147483646 w 62"/>
                <a:gd name="T35" fmla="*/ 2147483646 h 609"/>
                <a:gd name="T36" fmla="*/ 2147483646 w 62"/>
                <a:gd name="T37" fmla="*/ 2147483646 h 609"/>
                <a:gd name="T38" fmla="*/ 2147483646 w 62"/>
                <a:gd name="T39" fmla="*/ 2147483646 h 609"/>
                <a:gd name="T40" fmla="*/ 2147483646 w 62"/>
                <a:gd name="T41" fmla="*/ 2147483646 h 609"/>
                <a:gd name="T42" fmla="*/ 2147483646 w 62"/>
                <a:gd name="T43" fmla="*/ 2147483646 h 609"/>
                <a:gd name="T44" fmla="*/ 2147483646 w 62"/>
                <a:gd name="T45" fmla="*/ 2147483646 h 609"/>
                <a:gd name="T46" fmla="*/ 2147483646 w 62"/>
                <a:gd name="T47" fmla="*/ 2147483646 h 609"/>
                <a:gd name="T48" fmla="*/ 2147483646 w 62"/>
                <a:gd name="T49" fmla="*/ 2147483646 h 609"/>
                <a:gd name="T50" fmla="*/ 2147483646 w 62"/>
                <a:gd name="T51" fmla="*/ 2147483646 h 609"/>
                <a:gd name="T52" fmla="*/ 2147483646 w 62"/>
                <a:gd name="T53" fmla="*/ 2147483646 h 609"/>
                <a:gd name="T54" fmla="*/ 2147483646 w 62"/>
                <a:gd name="T55" fmla="*/ 2147483646 h 609"/>
                <a:gd name="T56" fmla="*/ 2147483646 w 62"/>
                <a:gd name="T57" fmla="*/ 2147483646 h 609"/>
                <a:gd name="T58" fmla="*/ 2147483646 w 62"/>
                <a:gd name="T59" fmla="*/ 2147483646 h 609"/>
                <a:gd name="T60" fmla="*/ 2147483646 w 62"/>
                <a:gd name="T61" fmla="*/ 2147483646 h 609"/>
                <a:gd name="T62" fmla="*/ 2147483646 w 62"/>
                <a:gd name="T63" fmla="*/ 2147483646 h 609"/>
                <a:gd name="T64" fmla="*/ 2147483646 w 62"/>
                <a:gd name="T65" fmla="*/ 2147483646 h 60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2"/>
                <a:gd name="T100" fmla="*/ 0 h 609"/>
                <a:gd name="T101" fmla="*/ 62 w 62"/>
                <a:gd name="T102" fmla="*/ 609 h 60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2" h="609">
                  <a:moveTo>
                    <a:pt x="0" y="0"/>
                  </a:moveTo>
                  <a:lnTo>
                    <a:pt x="6" y="17"/>
                  </a:lnTo>
                  <a:lnTo>
                    <a:pt x="13" y="34"/>
                  </a:lnTo>
                  <a:lnTo>
                    <a:pt x="18" y="51"/>
                  </a:lnTo>
                  <a:lnTo>
                    <a:pt x="24" y="69"/>
                  </a:lnTo>
                  <a:lnTo>
                    <a:pt x="29" y="87"/>
                  </a:lnTo>
                  <a:lnTo>
                    <a:pt x="33" y="104"/>
                  </a:lnTo>
                  <a:lnTo>
                    <a:pt x="37" y="123"/>
                  </a:lnTo>
                  <a:lnTo>
                    <a:pt x="41" y="141"/>
                  </a:lnTo>
                  <a:lnTo>
                    <a:pt x="45" y="160"/>
                  </a:lnTo>
                  <a:lnTo>
                    <a:pt x="47" y="179"/>
                  </a:lnTo>
                  <a:lnTo>
                    <a:pt x="50" y="197"/>
                  </a:lnTo>
                  <a:lnTo>
                    <a:pt x="53" y="216"/>
                  </a:lnTo>
                  <a:lnTo>
                    <a:pt x="55" y="236"/>
                  </a:lnTo>
                  <a:lnTo>
                    <a:pt x="57" y="254"/>
                  </a:lnTo>
                  <a:lnTo>
                    <a:pt x="58" y="274"/>
                  </a:lnTo>
                  <a:lnTo>
                    <a:pt x="59" y="294"/>
                  </a:lnTo>
                  <a:lnTo>
                    <a:pt x="61" y="314"/>
                  </a:lnTo>
                  <a:lnTo>
                    <a:pt x="61" y="332"/>
                  </a:lnTo>
                  <a:lnTo>
                    <a:pt x="62" y="352"/>
                  </a:lnTo>
                  <a:lnTo>
                    <a:pt x="62" y="372"/>
                  </a:lnTo>
                  <a:lnTo>
                    <a:pt x="62" y="392"/>
                  </a:lnTo>
                  <a:lnTo>
                    <a:pt x="62" y="412"/>
                  </a:lnTo>
                  <a:lnTo>
                    <a:pt x="61" y="432"/>
                  </a:lnTo>
                  <a:lnTo>
                    <a:pt x="61" y="452"/>
                  </a:lnTo>
                  <a:lnTo>
                    <a:pt x="59" y="472"/>
                  </a:lnTo>
                  <a:lnTo>
                    <a:pt x="58" y="491"/>
                  </a:lnTo>
                  <a:lnTo>
                    <a:pt x="57" y="511"/>
                  </a:lnTo>
                  <a:lnTo>
                    <a:pt x="55" y="531"/>
                  </a:lnTo>
                  <a:lnTo>
                    <a:pt x="54" y="550"/>
                  </a:lnTo>
                  <a:lnTo>
                    <a:pt x="53" y="570"/>
                  </a:lnTo>
                  <a:lnTo>
                    <a:pt x="50" y="590"/>
                  </a:lnTo>
                  <a:lnTo>
                    <a:pt x="49" y="609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76" name="Rectangle 57">
              <a:extLst>
                <a:ext uri="{FF2B5EF4-FFF2-40B4-BE49-F238E27FC236}">
                  <a16:creationId xmlns:a16="http://schemas.microsoft.com/office/drawing/2014/main" id="{0A45A8E4-7CD0-4025-AC28-074FF192EF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9138" y="4791075"/>
              <a:ext cx="2460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77" name="Rectangle 58">
              <a:extLst>
                <a:ext uri="{FF2B5EF4-FFF2-40B4-BE49-F238E27FC236}">
                  <a16:creationId xmlns:a16="http://schemas.microsoft.com/office/drawing/2014/main" id="{F411B284-E886-434C-B37E-461196A55B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275" y="1592263"/>
              <a:ext cx="4381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0xx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78" name="Rectangle 59">
              <a:extLst>
                <a:ext uri="{FF2B5EF4-FFF2-40B4-BE49-F238E27FC236}">
                  <a16:creationId xmlns:a16="http://schemas.microsoft.com/office/drawing/2014/main" id="{045B94EF-ECEC-4A80-B0C3-BAA75B98DB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0263" y="1592263"/>
              <a:ext cx="4381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1xx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79" name="Freeform 60">
              <a:extLst>
                <a:ext uri="{FF2B5EF4-FFF2-40B4-BE49-F238E27FC236}">
                  <a16:creationId xmlns:a16="http://schemas.microsoft.com/office/drawing/2014/main" id="{EA411EF3-886C-4A06-9455-1683AD5F3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100" y="1238250"/>
              <a:ext cx="104775" cy="104775"/>
            </a:xfrm>
            <a:custGeom>
              <a:avLst/>
              <a:gdLst>
                <a:gd name="T0" fmla="*/ 2147483646 w 132"/>
                <a:gd name="T1" fmla="*/ 2147483646 h 133"/>
                <a:gd name="T2" fmla="*/ 2147483646 w 132"/>
                <a:gd name="T3" fmla="*/ 0 h 133"/>
                <a:gd name="T4" fmla="*/ 0 w 132"/>
                <a:gd name="T5" fmla="*/ 2147483646 h 133"/>
                <a:gd name="T6" fmla="*/ 0 w 132"/>
                <a:gd name="T7" fmla="*/ 2147483646 h 133"/>
                <a:gd name="T8" fmla="*/ 2147483646 w 132"/>
                <a:gd name="T9" fmla="*/ 2147483646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2"/>
                <a:gd name="T16" fmla="*/ 0 h 133"/>
                <a:gd name="T17" fmla="*/ 132 w 132"/>
                <a:gd name="T18" fmla="*/ 133 h 1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2" h="133">
                  <a:moveTo>
                    <a:pt x="26" y="133"/>
                  </a:moveTo>
                  <a:lnTo>
                    <a:pt x="132" y="0"/>
                  </a:lnTo>
                  <a:lnTo>
                    <a:pt x="0" y="80"/>
                  </a:lnTo>
                  <a:lnTo>
                    <a:pt x="0" y="106"/>
                  </a:lnTo>
                  <a:lnTo>
                    <a:pt x="26" y="133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80" name="Freeform 61">
              <a:extLst>
                <a:ext uri="{FF2B5EF4-FFF2-40B4-BE49-F238E27FC236}">
                  <a16:creationId xmlns:a16="http://schemas.microsoft.com/office/drawing/2014/main" id="{2C4F5551-2C6A-4F8B-92FA-8D7B58A03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288" y="1322388"/>
              <a:ext cx="531812" cy="2265362"/>
            </a:xfrm>
            <a:custGeom>
              <a:avLst/>
              <a:gdLst>
                <a:gd name="T0" fmla="*/ 2147483646 w 669"/>
                <a:gd name="T1" fmla="*/ 0 h 2854"/>
                <a:gd name="T2" fmla="*/ 2147483646 w 669"/>
                <a:gd name="T3" fmla="*/ 2147483646 h 2854"/>
                <a:gd name="T4" fmla="*/ 2147483646 w 669"/>
                <a:gd name="T5" fmla="*/ 2147483646 h 2854"/>
                <a:gd name="T6" fmla="*/ 2147483646 w 669"/>
                <a:gd name="T7" fmla="*/ 2147483646 h 2854"/>
                <a:gd name="T8" fmla="*/ 2147483646 w 669"/>
                <a:gd name="T9" fmla="*/ 2147483646 h 2854"/>
                <a:gd name="T10" fmla="*/ 2147483646 w 669"/>
                <a:gd name="T11" fmla="*/ 2147483646 h 2854"/>
                <a:gd name="T12" fmla="*/ 2147483646 w 669"/>
                <a:gd name="T13" fmla="*/ 2147483646 h 2854"/>
                <a:gd name="T14" fmla="*/ 2147483646 w 669"/>
                <a:gd name="T15" fmla="*/ 2147483646 h 2854"/>
                <a:gd name="T16" fmla="*/ 2147483646 w 669"/>
                <a:gd name="T17" fmla="*/ 2147483646 h 2854"/>
                <a:gd name="T18" fmla="*/ 2147483646 w 669"/>
                <a:gd name="T19" fmla="*/ 2147483646 h 2854"/>
                <a:gd name="T20" fmla="*/ 2147483646 w 669"/>
                <a:gd name="T21" fmla="*/ 2147483646 h 2854"/>
                <a:gd name="T22" fmla="*/ 2147483646 w 669"/>
                <a:gd name="T23" fmla="*/ 2147483646 h 2854"/>
                <a:gd name="T24" fmla="*/ 2147483646 w 669"/>
                <a:gd name="T25" fmla="*/ 2147483646 h 2854"/>
                <a:gd name="T26" fmla="*/ 2147483646 w 669"/>
                <a:gd name="T27" fmla="*/ 2147483646 h 2854"/>
                <a:gd name="T28" fmla="*/ 2147483646 w 669"/>
                <a:gd name="T29" fmla="*/ 2147483646 h 2854"/>
                <a:gd name="T30" fmla="*/ 2147483646 w 669"/>
                <a:gd name="T31" fmla="*/ 2147483646 h 2854"/>
                <a:gd name="T32" fmla="*/ 0 w 669"/>
                <a:gd name="T33" fmla="*/ 2147483646 h 2854"/>
                <a:gd name="T34" fmla="*/ 2147483646 w 669"/>
                <a:gd name="T35" fmla="*/ 2147483646 h 2854"/>
                <a:gd name="T36" fmla="*/ 2147483646 w 669"/>
                <a:gd name="T37" fmla="*/ 2147483646 h 2854"/>
                <a:gd name="T38" fmla="*/ 2147483646 w 669"/>
                <a:gd name="T39" fmla="*/ 2147483646 h 2854"/>
                <a:gd name="T40" fmla="*/ 2147483646 w 669"/>
                <a:gd name="T41" fmla="*/ 2147483646 h 2854"/>
                <a:gd name="T42" fmla="*/ 2147483646 w 669"/>
                <a:gd name="T43" fmla="*/ 2147483646 h 2854"/>
                <a:gd name="T44" fmla="*/ 2147483646 w 669"/>
                <a:gd name="T45" fmla="*/ 2147483646 h 2854"/>
                <a:gd name="T46" fmla="*/ 2147483646 w 669"/>
                <a:gd name="T47" fmla="*/ 2147483646 h 2854"/>
                <a:gd name="T48" fmla="*/ 2147483646 w 669"/>
                <a:gd name="T49" fmla="*/ 2147483646 h 2854"/>
                <a:gd name="T50" fmla="*/ 2147483646 w 669"/>
                <a:gd name="T51" fmla="*/ 2147483646 h 2854"/>
                <a:gd name="T52" fmla="*/ 2147483646 w 669"/>
                <a:gd name="T53" fmla="*/ 2147483646 h 2854"/>
                <a:gd name="T54" fmla="*/ 2147483646 w 669"/>
                <a:gd name="T55" fmla="*/ 2147483646 h 2854"/>
                <a:gd name="T56" fmla="*/ 2147483646 w 669"/>
                <a:gd name="T57" fmla="*/ 2147483646 h 2854"/>
                <a:gd name="T58" fmla="*/ 2147483646 w 669"/>
                <a:gd name="T59" fmla="*/ 2147483646 h 2854"/>
                <a:gd name="T60" fmla="*/ 2147483646 w 669"/>
                <a:gd name="T61" fmla="*/ 2147483646 h 2854"/>
                <a:gd name="T62" fmla="*/ 2147483646 w 669"/>
                <a:gd name="T63" fmla="*/ 2147483646 h 2854"/>
                <a:gd name="T64" fmla="*/ 2147483646 w 669"/>
                <a:gd name="T65" fmla="*/ 2147483646 h 285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69"/>
                <a:gd name="T100" fmla="*/ 0 h 2854"/>
                <a:gd name="T101" fmla="*/ 669 w 669"/>
                <a:gd name="T102" fmla="*/ 2854 h 2854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69" h="2854">
                  <a:moveTo>
                    <a:pt x="669" y="0"/>
                  </a:moveTo>
                  <a:lnTo>
                    <a:pt x="580" y="69"/>
                  </a:lnTo>
                  <a:lnTo>
                    <a:pt x="498" y="145"/>
                  </a:lnTo>
                  <a:lnTo>
                    <a:pt x="424" y="226"/>
                  </a:lnTo>
                  <a:lnTo>
                    <a:pt x="355" y="312"/>
                  </a:lnTo>
                  <a:lnTo>
                    <a:pt x="294" y="403"/>
                  </a:lnTo>
                  <a:lnTo>
                    <a:pt x="238" y="500"/>
                  </a:lnTo>
                  <a:lnTo>
                    <a:pt x="189" y="600"/>
                  </a:lnTo>
                  <a:lnTo>
                    <a:pt x="147" y="703"/>
                  </a:lnTo>
                  <a:lnTo>
                    <a:pt x="110" y="809"/>
                  </a:lnTo>
                  <a:lnTo>
                    <a:pt x="78" y="918"/>
                  </a:lnTo>
                  <a:lnTo>
                    <a:pt x="52" y="1028"/>
                  </a:lnTo>
                  <a:lnTo>
                    <a:pt x="32" y="1139"/>
                  </a:lnTo>
                  <a:lnTo>
                    <a:pt x="16" y="1252"/>
                  </a:lnTo>
                  <a:lnTo>
                    <a:pt x="6" y="1364"/>
                  </a:lnTo>
                  <a:lnTo>
                    <a:pt x="1" y="1476"/>
                  </a:lnTo>
                  <a:lnTo>
                    <a:pt x="0" y="1588"/>
                  </a:lnTo>
                  <a:lnTo>
                    <a:pt x="4" y="1699"/>
                  </a:lnTo>
                  <a:lnTo>
                    <a:pt x="12" y="1807"/>
                  </a:lnTo>
                  <a:lnTo>
                    <a:pt x="25" y="1913"/>
                  </a:lnTo>
                  <a:lnTo>
                    <a:pt x="41" y="2017"/>
                  </a:lnTo>
                  <a:lnTo>
                    <a:pt x="61" y="2117"/>
                  </a:lnTo>
                  <a:lnTo>
                    <a:pt x="86" y="2214"/>
                  </a:lnTo>
                  <a:lnTo>
                    <a:pt x="114" y="2306"/>
                  </a:lnTo>
                  <a:lnTo>
                    <a:pt x="144" y="2393"/>
                  </a:lnTo>
                  <a:lnTo>
                    <a:pt x="179" y="2475"/>
                  </a:lnTo>
                  <a:lnTo>
                    <a:pt x="216" y="2551"/>
                  </a:lnTo>
                  <a:lnTo>
                    <a:pt x="257" y="2621"/>
                  </a:lnTo>
                  <a:lnTo>
                    <a:pt x="299" y="2683"/>
                  </a:lnTo>
                  <a:lnTo>
                    <a:pt x="344" y="2739"/>
                  </a:lnTo>
                  <a:lnTo>
                    <a:pt x="393" y="2786"/>
                  </a:lnTo>
                  <a:lnTo>
                    <a:pt x="444" y="2825"/>
                  </a:lnTo>
                  <a:lnTo>
                    <a:pt x="495" y="2854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81" name="Rectangle 62">
              <a:extLst>
                <a:ext uri="{FF2B5EF4-FFF2-40B4-BE49-F238E27FC236}">
                  <a16:creationId xmlns:a16="http://schemas.microsoft.com/office/drawing/2014/main" id="{4FBADEA0-CE30-4351-8AAD-2C829A67EC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9400" y="2881313"/>
              <a:ext cx="4381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82" name="Freeform 63">
              <a:extLst>
                <a:ext uri="{FF2B5EF4-FFF2-40B4-BE49-F238E27FC236}">
                  <a16:creationId xmlns:a16="http://schemas.microsoft.com/office/drawing/2014/main" id="{6F08100E-E5B7-4C42-9981-2FA4ECDE4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250" y="4794250"/>
              <a:ext cx="125413" cy="84138"/>
            </a:xfrm>
            <a:custGeom>
              <a:avLst/>
              <a:gdLst>
                <a:gd name="T0" fmla="*/ 2147483646 w 159"/>
                <a:gd name="T1" fmla="*/ 0 h 106"/>
                <a:gd name="T2" fmla="*/ 0 w 159"/>
                <a:gd name="T3" fmla="*/ 2147483646 h 106"/>
                <a:gd name="T4" fmla="*/ 2147483646 w 159"/>
                <a:gd name="T5" fmla="*/ 2147483646 h 106"/>
                <a:gd name="T6" fmla="*/ 2147483646 w 159"/>
                <a:gd name="T7" fmla="*/ 2147483646 h 106"/>
                <a:gd name="T8" fmla="*/ 2147483646 w 159"/>
                <a:gd name="T9" fmla="*/ 0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106"/>
                <a:gd name="T17" fmla="*/ 159 w 159"/>
                <a:gd name="T18" fmla="*/ 106 h 1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106">
                  <a:moveTo>
                    <a:pt x="133" y="0"/>
                  </a:moveTo>
                  <a:lnTo>
                    <a:pt x="0" y="106"/>
                  </a:lnTo>
                  <a:lnTo>
                    <a:pt x="159" y="53"/>
                  </a:lnTo>
                  <a:lnTo>
                    <a:pt x="133" y="26"/>
                  </a:lnTo>
                  <a:lnTo>
                    <a:pt x="133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83" name="Freeform 64">
              <a:extLst>
                <a:ext uri="{FF2B5EF4-FFF2-40B4-BE49-F238E27FC236}">
                  <a16:creationId xmlns:a16="http://schemas.microsoft.com/office/drawing/2014/main" id="{FA9D8487-2CC5-4961-803F-D977E6425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963" y="1125538"/>
              <a:ext cx="1223962" cy="3687762"/>
            </a:xfrm>
            <a:custGeom>
              <a:avLst/>
              <a:gdLst>
                <a:gd name="T0" fmla="*/ 0 w 1543"/>
                <a:gd name="T1" fmla="*/ 0 h 4648"/>
                <a:gd name="T2" fmla="*/ 2147483646 w 1543"/>
                <a:gd name="T3" fmla="*/ 2147483646 h 4648"/>
                <a:gd name="T4" fmla="*/ 2147483646 w 1543"/>
                <a:gd name="T5" fmla="*/ 2147483646 h 4648"/>
                <a:gd name="T6" fmla="*/ 2147483646 w 1543"/>
                <a:gd name="T7" fmla="*/ 2147483646 h 4648"/>
                <a:gd name="T8" fmla="*/ 2147483646 w 1543"/>
                <a:gd name="T9" fmla="*/ 2147483646 h 4648"/>
                <a:gd name="T10" fmla="*/ 2147483646 w 1543"/>
                <a:gd name="T11" fmla="*/ 2147483646 h 4648"/>
                <a:gd name="T12" fmla="*/ 2147483646 w 1543"/>
                <a:gd name="T13" fmla="*/ 2147483646 h 4648"/>
                <a:gd name="T14" fmla="*/ 2147483646 w 1543"/>
                <a:gd name="T15" fmla="*/ 2147483646 h 4648"/>
                <a:gd name="T16" fmla="*/ 2147483646 w 1543"/>
                <a:gd name="T17" fmla="*/ 2147483646 h 4648"/>
                <a:gd name="T18" fmla="*/ 2147483646 w 1543"/>
                <a:gd name="T19" fmla="*/ 2147483646 h 4648"/>
                <a:gd name="T20" fmla="*/ 2147483646 w 1543"/>
                <a:gd name="T21" fmla="*/ 2147483646 h 4648"/>
                <a:gd name="T22" fmla="*/ 2147483646 w 1543"/>
                <a:gd name="T23" fmla="*/ 2147483646 h 4648"/>
                <a:gd name="T24" fmla="*/ 2147483646 w 1543"/>
                <a:gd name="T25" fmla="*/ 2147483646 h 4648"/>
                <a:gd name="T26" fmla="*/ 2147483646 w 1543"/>
                <a:gd name="T27" fmla="*/ 2147483646 h 4648"/>
                <a:gd name="T28" fmla="*/ 2147483646 w 1543"/>
                <a:gd name="T29" fmla="*/ 2147483646 h 4648"/>
                <a:gd name="T30" fmla="*/ 2147483646 w 1543"/>
                <a:gd name="T31" fmla="*/ 2147483646 h 4648"/>
                <a:gd name="T32" fmla="*/ 2147483646 w 1543"/>
                <a:gd name="T33" fmla="*/ 2147483646 h 4648"/>
                <a:gd name="T34" fmla="*/ 2147483646 w 1543"/>
                <a:gd name="T35" fmla="*/ 2147483646 h 4648"/>
                <a:gd name="T36" fmla="*/ 2147483646 w 1543"/>
                <a:gd name="T37" fmla="*/ 2147483646 h 4648"/>
                <a:gd name="T38" fmla="*/ 2147483646 w 1543"/>
                <a:gd name="T39" fmla="*/ 2147483646 h 4648"/>
                <a:gd name="T40" fmla="*/ 2147483646 w 1543"/>
                <a:gd name="T41" fmla="*/ 2147483646 h 4648"/>
                <a:gd name="T42" fmla="*/ 2147483646 w 1543"/>
                <a:gd name="T43" fmla="*/ 2147483646 h 4648"/>
                <a:gd name="T44" fmla="*/ 2147483646 w 1543"/>
                <a:gd name="T45" fmla="*/ 2147483646 h 4648"/>
                <a:gd name="T46" fmla="*/ 2147483646 w 1543"/>
                <a:gd name="T47" fmla="*/ 2147483646 h 4648"/>
                <a:gd name="T48" fmla="*/ 2147483646 w 1543"/>
                <a:gd name="T49" fmla="*/ 2147483646 h 4648"/>
                <a:gd name="T50" fmla="*/ 2147483646 w 1543"/>
                <a:gd name="T51" fmla="*/ 2147483646 h 4648"/>
                <a:gd name="T52" fmla="*/ 2147483646 w 1543"/>
                <a:gd name="T53" fmla="*/ 2147483646 h 4648"/>
                <a:gd name="T54" fmla="*/ 2147483646 w 1543"/>
                <a:gd name="T55" fmla="*/ 2147483646 h 4648"/>
                <a:gd name="T56" fmla="*/ 2147483646 w 1543"/>
                <a:gd name="T57" fmla="*/ 2147483646 h 4648"/>
                <a:gd name="T58" fmla="*/ 2147483646 w 1543"/>
                <a:gd name="T59" fmla="*/ 2147483646 h 4648"/>
                <a:gd name="T60" fmla="*/ 2147483646 w 1543"/>
                <a:gd name="T61" fmla="*/ 2147483646 h 4648"/>
                <a:gd name="T62" fmla="*/ 2147483646 w 1543"/>
                <a:gd name="T63" fmla="*/ 2147483646 h 4648"/>
                <a:gd name="T64" fmla="*/ 2147483646 w 1543"/>
                <a:gd name="T65" fmla="*/ 2147483646 h 464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543"/>
                <a:gd name="T100" fmla="*/ 0 h 4648"/>
                <a:gd name="T101" fmla="*/ 1543 w 1543"/>
                <a:gd name="T102" fmla="*/ 4648 h 464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543" h="4648">
                  <a:moveTo>
                    <a:pt x="0" y="0"/>
                  </a:moveTo>
                  <a:lnTo>
                    <a:pt x="236" y="172"/>
                  </a:lnTo>
                  <a:lnTo>
                    <a:pt x="450" y="347"/>
                  </a:lnTo>
                  <a:lnTo>
                    <a:pt x="640" y="525"/>
                  </a:lnTo>
                  <a:lnTo>
                    <a:pt x="811" y="703"/>
                  </a:lnTo>
                  <a:lnTo>
                    <a:pt x="961" y="883"/>
                  </a:lnTo>
                  <a:lnTo>
                    <a:pt x="1091" y="1063"/>
                  </a:lnTo>
                  <a:lnTo>
                    <a:pt x="1203" y="1244"/>
                  </a:lnTo>
                  <a:lnTo>
                    <a:pt x="1297" y="1424"/>
                  </a:lnTo>
                  <a:lnTo>
                    <a:pt x="1376" y="1604"/>
                  </a:lnTo>
                  <a:lnTo>
                    <a:pt x="1438" y="1784"/>
                  </a:lnTo>
                  <a:lnTo>
                    <a:pt x="1484" y="1962"/>
                  </a:lnTo>
                  <a:lnTo>
                    <a:pt x="1516" y="2138"/>
                  </a:lnTo>
                  <a:lnTo>
                    <a:pt x="1536" y="2312"/>
                  </a:lnTo>
                  <a:lnTo>
                    <a:pt x="1543" y="2483"/>
                  </a:lnTo>
                  <a:lnTo>
                    <a:pt x="1537" y="2653"/>
                  </a:lnTo>
                  <a:lnTo>
                    <a:pt x="1521" y="2817"/>
                  </a:lnTo>
                  <a:lnTo>
                    <a:pt x="1496" y="2979"/>
                  </a:lnTo>
                  <a:lnTo>
                    <a:pt x="1460" y="3135"/>
                  </a:lnTo>
                  <a:lnTo>
                    <a:pt x="1417" y="3288"/>
                  </a:lnTo>
                  <a:lnTo>
                    <a:pt x="1366" y="3435"/>
                  </a:lnTo>
                  <a:lnTo>
                    <a:pt x="1309" y="3577"/>
                  </a:lnTo>
                  <a:lnTo>
                    <a:pt x="1246" y="3712"/>
                  </a:lnTo>
                  <a:lnTo>
                    <a:pt x="1178" y="3841"/>
                  </a:lnTo>
                  <a:lnTo>
                    <a:pt x="1107" y="3964"/>
                  </a:lnTo>
                  <a:lnTo>
                    <a:pt x="1031" y="4079"/>
                  </a:lnTo>
                  <a:lnTo>
                    <a:pt x="953" y="4187"/>
                  </a:lnTo>
                  <a:lnTo>
                    <a:pt x="875" y="4286"/>
                  </a:lnTo>
                  <a:lnTo>
                    <a:pt x="795" y="4377"/>
                  </a:lnTo>
                  <a:lnTo>
                    <a:pt x="716" y="4460"/>
                  </a:lnTo>
                  <a:lnTo>
                    <a:pt x="638" y="4533"/>
                  </a:lnTo>
                  <a:lnTo>
                    <a:pt x="561" y="4595"/>
                  </a:lnTo>
                  <a:lnTo>
                    <a:pt x="487" y="4648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84" name="Rectangle 65">
              <a:extLst>
                <a:ext uri="{FF2B5EF4-FFF2-40B4-BE49-F238E27FC236}">
                  <a16:creationId xmlns:a16="http://schemas.microsoft.com/office/drawing/2014/main" id="{F56D635C-5637-4B70-AAA3-6AD9E0F5BF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7200" y="2881313"/>
              <a:ext cx="4381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x0x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85" name="Freeform 66">
              <a:extLst>
                <a:ext uri="{FF2B5EF4-FFF2-40B4-BE49-F238E27FC236}">
                  <a16:creationId xmlns:a16="http://schemas.microsoft.com/office/drawing/2014/main" id="{A70CAC01-A94E-417F-A0F3-0D35EC358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463" y="1131888"/>
              <a:ext cx="104775" cy="106362"/>
            </a:xfrm>
            <a:custGeom>
              <a:avLst/>
              <a:gdLst>
                <a:gd name="T0" fmla="*/ 2147483646 w 133"/>
                <a:gd name="T1" fmla="*/ 2147483646 h 133"/>
                <a:gd name="T2" fmla="*/ 2147483646 w 133"/>
                <a:gd name="T3" fmla="*/ 0 h 133"/>
                <a:gd name="T4" fmla="*/ 0 w 133"/>
                <a:gd name="T5" fmla="*/ 2147483646 h 133"/>
                <a:gd name="T6" fmla="*/ 0 w 133"/>
                <a:gd name="T7" fmla="*/ 2147483646 h 133"/>
                <a:gd name="T8" fmla="*/ 2147483646 w 133"/>
                <a:gd name="T9" fmla="*/ 2147483646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3"/>
                <a:gd name="T16" fmla="*/ 0 h 133"/>
                <a:gd name="T17" fmla="*/ 133 w 133"/>
                <a:gd name="T18" fmla="*/ 133 h 1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3" h="133">
                  <a:moveTo>
                    <a:pt x="27" y="133"/>
                  </a:moveTo>
                  <a:lnTo>
                    <a:pt x="133" y="0"/>
                  </a:lnTo>
                  <a:lnTo>
                    <a:pt x="0" y="80"/>
                  </a:lnTo>
                  <a:lnTo>
                    <a:pt x="0" y="106"/>
                  </a:lnTo>
                  <a:lnTo>
                    <a:pt x="27" y="133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86" name="Freeform 67">
              <a:extLst>
                <a:ext uri="{FF2B5EF4-FFF2-40B4-BE49-F238E27FC236}">
                  <a16:creationId xmlns:a16="http://schemas.microsoft.com/office/drawing/2014/main" id="{9DB8FCBC-FE41-42AE-B255-3DB6E9DD5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675" y="1220788"/>
              <a:ext cx="1093788" cy="3684587"/>
            </a:xfrm>
            <a:custGeom>
              <a:avLst/>
              <a:gdLst>
                <a:gd name="T0" fmla="*/ 2147483646 w 1378"/>
                <a:gd name="T1" fmla="*/ 0 h 4642"/>
                <a:gd name="T2" fmla="*/ 2147483646 w 1378"/>
                <a:gd name="T3" fmla="*/ 2147483646 h 4642"/>
                <a:gd name="T4" fmla="*/ 2147483646 w 1378"/>
                <a:gd name="T5" fmla="*/ 2147483646 h 4642"/>
                <a:gd name="T6" fmla="*/ 2147483646 w 1378"/>
                <a:gd name="T7" fmla="*/ 2147483646 h 4642"/>
                <a:gd name="T8" fmla="*/ 2147483646 w 1378"/>
                <a:gd name="T9" fmla="*/ 2147483646 h 4642"/>
                <a:gd name="T10" fmla="*/ 2147483646 w 1378"/>
                <a:gd name="T11" fmla="*/ 2147483646 h 4642"/>
                <a:gd name="T12" fmla="*/ 2147483646 w 1378"/>
                <a:gd name="T13" fmla="*/ 2147483646 h 4642"/>
                <a:gd name="T14" fmla="*/ 2147483646 w 1378"/>
                <a:gd name="T15" fmla="*/ 2147483646 h 4642"/>
                <a:gd name="T16" fmla="*/ 2147483646 w 1378"/>
                <a:gd name="T17" fmla="*/ 2147483646 h 4642"/>
                <a:gd name="T18" fmla="*/ 2147483646 w 1378"/>
                <a:gd name="T19" fmla="*/ 2147483646 h 4642"/>
                <a:gd name="T20" fmla="*/ 2147483646 w 1378"/>
                <a:gd name="T21" fmla="*/ 2147483646 h 4642"/>
                <a:gd name="T22" fmla="*/ 2147483646 w 1378"/>
                <a:gd name="T23" fmla="*/ 2147483646 h 4642"/>
                <a:gd name="T24" fmla="*/ 0 w 1378"/>
                <a:gd name="T25" fmla="*/ 2147483646 h 4642"/>
                <a:gd name="T26" fmla="*/ 2147483646 w 1378"/>
                <a:gd name="T27" fmla="*/ 2147483646 h 4642"/>
                <a:gd name="T28" fmla="*/ 2147483646 w 1378"/>
                <a:gd name="T29" fmla="*/ 2147483646 h 4642"/>
                <a:gd name="T30" fmla="*/ 2147483646 w 1378"/>
                <a:gd name="T31" fmla="*/ 2147483646 h 4642"/>
                <a:gd name="T32" fmla="*/ 2147483646 w 1378"/>
                <a:gd name="T33" fmla="*/ 2147483646 h 4642"/>
                <a:gd name="T34" fmla="*/ 2147483646 w 1378"/>
                <a:gd name="T35" fmla="*/ 2147483646 h 4642"/>
                <a:gd name="T36" fmla="*/ 2147483646 w 1378"/>
                <a:gd name="T37" fmla="*/ 2147483646 h 4642"/>
                <a:gd name="T38" fmla="*/ 2147483646 w 1378"/>
                <a:gd name="T39" fmla="*/ 2147483646 h 4642"/>
                <a:gd name="T40" fmla="*/ 2147483646 w 1378"/>
                <a:gd name="T41" fmla="*/ 2147483646 h 4642"/>
                <a:gd name="T42" fmla="*/ 2147483646 w 1378"/>
                <a:gd name="T43" fmla="*/ 2147483646 h 4642"/>
                <a:gd name="T44" fmla="*/ 2147483646 w 1378"/>
                <a:gd name="T45" fmla="*/ 2147483646 h 4642"/>
                <a:gd name="T46" fmla="*/ 2147483646 w 1378"/>
                <a:gd name="T47" fmla="*/ 2147483646 h 4642"/>
                <a:gd name="T48" fmla="*/ 2147483646 w 1378"/>
                <a:gd name="T49" fmla="*/ 2147483646 h 4642"/>
                <a:gd name="T50" fmla="*/ 2147483646 w 1378"/>
                <a:gd name="T51" fmla="*/ 2147483646 h 4642"/>
                <a:gd name="T52" fmla="*/ 2147483646 w 1378"/>
                <a:gd name="T53" fmla="*/ 2147483646 h 4642"/>
                <a:gd name="T54" fmla="*/ 2147483646 w 1378"/>
                <a:gd name="T55" fmla="*/ 2147483646 h 4642"/>
                <a:gd name="T56" fmla="*/ 2147483646 w 1378"/>
                <a:gd name="T57" fmla="*/ 2147483646 h 4642"/>
                <a:gd name="T58" fmla="*/ 2147483646 w 1378"/>
                <a:gd name="T59" fmla="*/ 2147483646 h 4642"/>
                <a:gd name="T60" fmla="*/ 2147483646 w 1378"/>
                <a:gd name="T61" fmla="*/ 2147483646 h 4642"/>
                <a:gd name="T62" fmla="*/ 2147483646 w 1378"/>
                <a:gd name="T63" fmla="*/ 2147483646 h 4642"/>
                <a:gd name="T64" fmla="*/ 2147483646 w 1378"/>
                <a:gd name="T65" fmla="*/ 2147483646 h 464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378"/>
                <a:gd name="T100" fmla="*/ 0 h 4642"/>
                <a:gd name="T101" fmla="*/ 1378 w 1378"/>
                <a:gd name="T102" fmla="*/ 4642 h 464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378" h="4642">
                  <a:moveTo>
                    <a:pt x="1378" y="0"/>
                  </a:moveTo>
                  <a:lnTo>
                    <a:pt x="1141" y="181"/>
                  </a:lnTo>
                  <a:lnTo>
                    <a:pt x="929" y="366"/>
                  </a:lnTo>
                  <a:lnTo>
                    <a:pt x="742" y="551"/>
                  </a:lnTo>
                  <a:lnTo>
                    <a:pt x="579" y="738"/>
                  </a:lnTo>
                  <a:lnTo>
                    <a:pt x="438" y="928"/>
                  </a:lnTo>
                  <a:lnTo>
                    <a:pt x="319" y="1116"/>
                  </a:lnTo>
                  <a:lnTo>
                    <a:pt x="221" y="1306"/>
                  </a:lnTo>
                  <a:lnTo>
                    <a:pt x="142" y="1495"/>
                  </a:lnTo>
                  <a:lnTo>
                    <a:pt x="82" y="1683"/>
                  </a:lnTo>
                  <a:lnTo>
                    <a:pt x="38" y="1870"/>
                  </a:lnTo>
                  <a:lnTo>
                    <a:pt x="12" y="2055"/>
                  </a:lnTo>
                  <a:lnTo>
                    <a:pt x="0" y="2237"/>
                  </a:lnTo>
                  <a:lnTo>
                    <a:pt x="1" y="2418"/>
                  </a:lnTo>
                  <a:lnTo>
                    <a:pt x="16" y="2594"/>
                  </a:lnTo>
                  <a:lnTo>
                    <a:pt x="44" y="2766"/>
                  </a:lnTo>
                  <a:lnTo>
                    <a:pt x="81" y="2935"/>
                  </a:lnTo>
                  <a:lnTo>
                    <a:pt x="127" y="3099"/>
                  </a:lnTo>
                  <a:lnTo>
                    <a:pt x="183" y="3257"/>
                  </a:lnTo>
                  <a:lnTo>
                    <a:pt x="245" y="3409"/>
                  </a:lnTo>
                  <a:lnTo>
                    <a:pt x="314" y="3556"/>
                  </a:lnTo>
                  <a:lnTo>
                    <a:pt x="388" y="3696"/>
                  </a:lnTo>
                  <a:lnTo>
                    <a:pt x="466" y="3828"/>
                  </a:lnTo>
                  <a:lnTo>
                    <a:pt x="547" y="3953"/>
                  </a:lnTo>
                  <a:lnTo>
                    <a:pt x="631" y="4068"/>
                  </a:lnTo>
                  <a:lnTo>
                    <a:pt x="714" y="4176"/>
                  </a:lnTo>
                  <a:lnTo>
                    <a:pt x="797" y="4275"/>
                  </a:lnTo>
                  <a:lnTo>
                    <a:pt x="880" y="4362"/>
                  </a:lnTo>
                  <a:lnTo>
                    <a:pt x="960" y="4441"/>
                  </a:lnTo>
                  <a:lnTo>
                    <a:pt x="1036" y="4508"/>
                  </a:lnTo>
                  <a:lnTo>
                    <a:pt x="1107" y="4565"/>
                  </a:lnTo>
                  <a:lnTo>
                    <a:pt x="1174" y="4609"/>
                  </a:lnTo>
                  <a:lnTo>
                    <a:pt x="1232" y="4642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87" name="Rectangle 68">
              <a:extLst>
                <a:ext uri="{FF2B5EF4-FFF2-40B4-BE49-F238E27FC236}">
                  <a16:creationId xmlns:a16="http://schemas.microsoft.com/office/drawing/2014/main" id="{E304AD93-12D0-4034-9841-41816BFA5B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65788" y="4191000"/>
              <a:ext cx="4381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88" name="Freeform 69">
              <a:extLst>
                <a:ext uri="{FF2B5EF4-FFF2-40B4-BE49-F238E27FC236}">
                  <a16:creationId xmlns:a16="http://schemas.microsoft.com/office/drawing/2014/main" id="{F57B6371-248E-4678-94DE-0972C05DB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650" y="1406525"/>
              <a:ext cx="63500" cy="125413"/>
            </a:xfrm>
            <a:custGeom>
              <a:avLst/>
              <a:gdLst>
                <a:gd name="T0" fmla="*/ 2147483646 w 79"/>
                <a:gd name="T1" fmla="*/ 2147483646 h 159"/>
                <a:gd name="T2" fmla="*/ 2147483646 w 79"/>
                <a:gd name="T3" fmla="*/ 0 h 159"/>
                <a:gd name="T4" fmla="*/ 0 w 79"/>
                <a:gd name="T5" fmla="*/ 2147483646 h 159"/>
                <a:gd name="T6" fmla="*/ 2147483646 w 79"/>
                <a:gd name="T7" fmla="*/ 2147483646 h 159"/>
                <a:gd name="T8" fmla="*/ 2147483646 w 79"/>
                <a:gd name="T9" fmla="*/ 2147483646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9"/>
                <a:gd name="T16" fmla="*/ 0 h 159"/>
                <a:gd name="T17" fmla="*/ 79 w 79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9" h="159">
                  <a:moveTo>
                    <a:pt x="79" y="159"/>
                  </a:moveTo>
                  <a:lnTo>
                    <a:pt x="79" y="0"/>
                  </a:lnTo>
                  <a:lnTo>
                    <a:pt x="0" y="159"/>
                  </a:lnTo>
                  <a:lnTo>
                    <a:pt x="26" y="159"/>
                  </a:lnTo>
                  <a:lnTo>
                    <a:pt x="79" y="159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89" name="Freeform 70">
              <a:extLst>
                <a:ext uri="{FF2B5EF4-FFF2-40B4-BE49-F238E27FC236}">
                  <a16:creationId xmlns:a16="http://schemas.microsoft.com/office/drawing/2014/main" id="{B6EBA48B-2F5D-4452-A051-44C8CB10A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350" y="1539875"/>
              <a:ext cx="34925" cy="485775"/>
            </a:xfrm>
            <a:custGeom>
              <a:avLst/>
              <a:gdLst>
                <a:gd name="T0" fmla="*/ 2147483646 w 46"/>
                <a:gd name="T1" fmla="*/ 0 h 613"/>
                <a:gd name="T2" fmla="*/ 2147483646 w 46"/>
                <a:gd name="T3" fmla="*/ 2147483646 h 613"/>
                <a:gd name="T4" fmla="*/ 2147483646 w 46"/>
                <a:gd name="T5" fmla="*/ 2147483646 h 613"/>
                <a:gd name="T6" fmla="*/ 2147483646 w 46"/>
                <a:gd name="T7" fmla="*/ 2147483646 h 613"/>
                <a:gd name="T8" fmla="*/ 2147483646 w 46"/>
                <a:gd name="T9" fmla="*/ 2147483646 h 613"/>
                <a:gd name="T10" fmla="*/ 2147483646 w 46"/>
                <a:gd name="T11" fmla="*/ 2147483646 h 613"/>
                <a:gd name="T12" fmla="*/ 2147483646 w 46"/>
                <a:gd name="T13" fmla="*/ 2147483646 h 613"/>
                <a:gd name="T14" fmla="*/ 2147483646 w 46"/>
                <a:gd name="T15" fmla="*/ 2147483646 h 613"/>
                <a:gd name="T16" fmla="*/ 0 w 46"/>
                <a:gd name="T17" fmla="*/ 2147483646 h 613"/>
                <a:gd name="T18" fmla="*/ 0 w 46"/>
                <a:gd name="T19" fmla="*/ 2147483646 h 613"/>
                <a:gd name="T20" fmla="*/ 0 w 46"/>
                <a:gd name="T21" fmla="*/ 2147483646 h 613"/>
                <a:gd name="T22" fmla="*/ 0 w 46"/>
                <a:gd name="T23" fmla="*/ 2147483646 h 613"/>
                <a:gd name="T24" fmla="*/ 2147483646 w 46"/>
                <a:gd name="T25" fmla="*/ 2147483646 h 613"/>
                <a:gd name="T26" fmla="*/ 2147483646 w 46"/>
                <a:gd name="T27" fmla="*/ 2147483646 h 613"/>
                <a:gd name="T28" fmla="*/ 2147483646 w 46"/>
                <a:gd name="T29" fmla="*/ 2147483646 h 613"/>
                <a:gd name="T30" fmla="*/ 2147483646 w 46"/>
                <a:gd name="T31" fmla="*/ 2147483646 h 613"/>
                <a:gd name="T32" fmla="*/ 2147483646 w 46"/>
                <a:gd name="T33" fmla="*/ 2147483646 h 613"/>
                <a:gd name="T34" fmla="*/ 2147483646 w 46"/>
                <a:gd name="T35" fmla="*/ 2147483646 h 613"/>
                <a:gd name="T36" fmla="*/ 2147483646 w 46"/>
                <a:gd name="T37" fmla="*/ 2147483646 h 613"/>
                <a:gd name="T38" fmla="*/ 2147483646 w 46"/>
                <a:gd name="T39" fmla="*/ 2147483646 h 613"/>
                <a:gd name="T40" fmla="*/ 2147483646 w 46"/>
                <a:gd name="T41" fmla="*/ 2147483646 h 613"/>
                <a:gd name="T42" fmla="*/ 2147483646 w 46"/>
                <a:gd name="T43" fmla="*/ 2147483646 h 613"/>
                <a:gd name="T44" fmla="*/ 2147483646 w 46"/>
                <a:gd name="T45" fmla="*/ 2147483646 h 613"/>
                <a:gd name="T46" fmla="*/ 2147483646 w 46"/>
                <a:gd name="T47" fmla="*/ 2147483646 h 613"/>
                <a:gd name="T48" fmla="*/ 2147483646 w 46"/>
                <a:gd name="T49" fmla="*/ 2147483646 h 613"/>
                <a:gd name="T50" fmla="*/ 2147483646 w 46"/>
                <a:gd name="T51" fmla="*/ 2147483646 h 613"/>
                <a:gd name="T52" fmla="*/ 2147483646 w 46"/>
                <a:gd name="T53" fmla="*/ 2147483646 h 613"/>
                <a:gd name="T54" fmla="*/ 2147483646 w 46"/>
                <a:gd name="T55" fmla="*/ 2147483646 h 613"/>
                <a:gd name="T56" fmla="*/ 2147483646 w 46"/>
                <a:gd name="T57" fmla="*/ 2147483646 h 613"/>
                <a:gd name="T58" fmla="*/ 2147483646 w 46"/>
                <a:gd name="T59" fmla="*/ 2147483646 h 613"/>
                <a:gd name="T60" fmla="*/ 2147483646 w 46"/>
                <a:gd name="T61" fmla="*/ 2147483646 h 613"/>
                <a:gd name="T62" fmla="*/ 2147483646 w 46"/>
                <a:gd name="T63" fmla="*/ 2147483646 h 613"/>
                <a:gd name="T64" fmla="*/ 2147483646 w 46"/>
                <a:gd name="T65" fmla="*/ 2147483646 h 61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46"/>
                <a:gd name="T100" fmla="*/ 0 h 613"/>
                <a:gd name="T101" fmla="*/ 46 w 46"/>
                <a:gd name="T102" fmla="*/ 613 h 61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46" h="613">
                  <a:moveTo>
                    <a:pt x="20" y="0"/>
                  </a:moveTo>
                  <a:lnTo>
                    <a:pt x="16" y="19"/>
                  </a:lnTo>
                  <a:lnTo>
                    <a:pt x="12" y="38"/>
                  </a:lnTo>
                  <a:lnTo>
                    <a:pt x="10" y="56"/>
                  </a:lnTo>
                  <a:lnTo>
                    <a:pt x="7" y="75"/>
                  </a:lnTo>
                  <a:lnTo>
                    <a:pt x="4" y="95"/>
                  </a:lnTo>
                  <a:lnTo>
                    <a:pt x="3" y="113"/>
                  </a:lnTo>
                  <a:lnTo>
                    <a:pt x="2" y="133"/>
                  </a:lnTo>
                  <a:lnTo>
                    <a:pt x="0" y="153"/>
                  </a:lnTo>
                  <a:lnTo>
                    <a:pt x="0" y="171"/>
                  </a:lnTo>
                  <a:lnTo>
                    <a:pt x="0" y="191"/>
                  </a:lnTo>
                  <a:lnTo>
                    <a:pt x="0" y="211"/>
                  </a:lnTo>
                  <a:lnTo>
                    <a:pt x="2" y="231"/>
                  </a:lnTo>
                  <a:lnTo>
                    <a:pt x="2" y="251"/>
                  </a:lnTo>
                  <a:lnTo>
                    <a:pt x="3" y="271"/>
                  </a:lnTo>
                  <a:lnTo>
                    <a:pt x="4" y="289"/>
                  </a:lnTo>
                  <a:lnTo>
                    <a:pt x="6" y="309"/>
                  </a:lnTo>
                  <a:lnTo>
                    <a:pt x="8" y="329"/>
                  </a:lnTo>
                  <a:lnTo>
                    <a:pt x="10" y="349"/>
                  </a:lnTo>
                  <a:lnTo>
                    <a:pt x="12" y="369"/>
                  </a:lnTo>
                  <a:lnTo>
                    <a:pt x="15" y="389"/>
                  </a:lnTo>
                  <a:lnTo>
                    <a:pt x="18" y="407"/>
                  </a:lnTo>
                  <a:lnTo>
                    <a:pt x="20" y="427"/>
                  </a:lnTo>
                  <a:lnTo>
                    <a:pt x="23" y="446"/>
                  </a:lnTo>
                  <a:lnTo>
                    <a:pt x="26" y="466"/>
                  </a:lnTo>
                  <a:lnTo>
                    <a:pt x="28" y="484"/>
                  </a:lnTo>
                  <a:lnTo>
                    <a:pt x="31" y="503"/>
                  </a:lnTo>
                  <a:lnTo>
                    <a:pt x="34" y="521"/>
                  </a:lnTo>
                  <a:lnTo>
                    <a:pt x="36" y="540"/>
                  </a:lnTo>
                  <a:lnTo>
                    <a:pt x="38" y="559"/>
                  </a:lnTo>
                  <a:lnTo>
                    <a:pt x="40" y="577"/>
                  </a:lnTo>
                  <a:lnTo>
                    <a:pt x="43" y="594"/>
                  </a:lnTo>
                  <a:lnTo>
                    <a:pt x="46" y="613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90" name="Rectangle 71">
              <a:extLst>
                <a:ext uri="{FF2B5EF4-FFF2-40B4-BE49-F238E27FC236}">
                  <a16:creationId xmlns:a16="http://schemas.microsoft.com/office/drawing/2014/main" id="{5673384F-CF31-4DAC-BF24-1154787BFD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6213" y="4191000"/>
              <a:ext cx="4381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xx0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99330" name="Rectangle 2">
            <a:extLst>
              <a:ext uri="{FF2B5EF4-FFF2-40B4-BE49-F238E27FC236}">
                <a16:creationId xmlns:a16="http://schemas.microsoft.com/office/drawing/2014/main" id="{839A0C39-0D0A-4EA6-A9FC-1C59E872E6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State diagram for the arbiter</a:t>
            </a:r>
          </a:p>
        </p:txBody>
      </p:sp>
      <p:cxnSp>
        <p:nvCxnSpPr>
          <p:cNvPr id="99331" name="Straight Arrow Connector 61">
            <a:extLst>
              <a:ext uri="{FF2B5EF4-FFF2-40B4-BE49-F238E27FC236}">
                <a16:creationId xmlns:a16="http://schemas.microsoft.com/office/drawing/2014/main" id="{8D05D197-E214-4FC1-B96A-5EF768B9B2B2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4592638" y="5192713"/>
            <a:ext cx="1981200" cy="457200"/>
          </a:xfrm>
          <a:prstGeom prst="straightConnector1">
            <a:avLst/>
          </a:prstGeom>
          <a:noFill/>
          <a:ln w="25400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9332" name="TextBox 3">
            <a:extLst>
              <a:ext uri="{FF2B5EF4-FFF2-40B4-BE49-F238E27FC236}">
                <a16:creationId xmlns:a16="http://schemas.microsoft.com/office/drawing/2014/main" id="{BFB62CC4-453E-41F4-91E7-CD5579C4E7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91225" y="4552950"/>
            <a:ext cx="30559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Lowest Priority Device</a:t>
            </a:r>
          </a:p>
        </p:txBody>
      </p:sp>
      <p:cxnSp>
        <p:nvCxnSpPr>
          <p:cNvPr id="99333" name="Straight Arrow Connector 62">
            <a:extLst>
              <a:ext uri="{FF2B5EF4-FFF2-40B4-BE49-F238E27FC236}">
                <a16:creationId xmlns:a16="http://schemas.microsoft.com/office/drawing/2014/main" id="{5E2A34D5-A14C-49CE-9182-FA53F75D79CA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4637088" y="2592388"/>
            <a:ext cx="1981200" cy="457200"/>
          </a:xfrm>
          <a:prstGeom prst="straightConnector1">
            <a:avLst/>
          </a:prstGeom>
          <a:noFill/>
          <a:ln w="25400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9334" name="TextBox 63">
            <a:extLst>
              <a:ext uri="{FF2B5EF4-FFF2-40B4-BE49-F238E27FC236}">
                <a16:creationId xmlns:a16="http://schemas.microsoft.com/office/drawing/2014/main" id="{9FFEF06F-DD16-41A3-AB27-E594AEB6B9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35675" y="2057400"/>
            <a:ext cx="3108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Highest Priority Device</a:t>
            </a: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0353" name="Group 1">
            <a:extLst>
              <a:ext uri="{FF2B5EF4-FFF2-40B4-BE49-F238E27FC236}">
                <a16:creationId xmlns:a16="http://schemas.microsoft.com/office/drawing/2014/main" id="{C9C8D623-10D9-4FBE-AD63-DF2C6AE1A52D}"/>
              </a:ext>
            </a:extLst>
          </p:cNvPr>
          <p:cNvGrpSpPr>
            <a:grpSpLocks/>
          </p:cNvGrpSpPr>
          <p:nvPr/>
        </p:nvGrpSpPr>
        <p:grpSpPr bwMode="auto">
          <a:xfrm>
            <a:off x="2716213" y="1143000"/>
            <a:ext cx="3387725" cy="5449888"/>
            <a:chOff x="2716213" y="290513"/>
            <a:chExt cx="3387725" cy="5449887"/>
          </a:xfrm>
        </p:grpSpPr>
        <p:sp>
          <p:nvSpPr>
            <p:cNvPr id="100359" name="Freeform 4">
              <a:extLst>
                <a:ext uri="{FF2B5EF4-FFF2-40B4-BE49-F238E27FC236}">
                  <a16:creationId xmlns:a16="http://schemas.microsoft.com/office/drawing/2014/main" id="{277D8F81-1AE3-4535-A017-545DF1301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700" y="5194300"/>
              <a:ext cx="104775" cy="125413"/>
            </a:xfrm>
            <a:custGeom>
              <a:avLst/>
              <a:gdLst>
                <a:gd name="T0" fmla="*/ 2147483646 w 133"/>
                <a:gd name="T1" fmla="*/ 2147483646 h 159"/>
                <a:gd name="T2" fmla="*/ 0 w 133"/>
                <a:gd name="T3" fmla="*/ 0 h 159"/>
                <a:gd name="T4" fmla="*/ 2147483646 w 133"/>
                <a:gd name="T5" fmla="*/ 2147483646 h 159"/>
                <a:gd name="T6" fmla="*/ 2147483646 w 133"/>
                <a:gd name="T7" fmla="*/ 2147483646 h 159"/>
                <a:gd name="T8" fmla="*/ 2147483646 w 133"/>
                <a:gd name="T9" fmla="*/ 2147483646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3"/>
                <a:gd name="T16" fmla="*/ 0 h 159"/>
                <a:gd name="T17" fmla="*/ 133 w 133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3" h="159">
                  <a:moveTo>
                    <a:pt x="133" y="106"/>
                  </a:moveTo>
                  <a:lnTo>
                    <a:pt x="0" y="0"/>
                  </a:lnTo>
                  <a:lnTo>
                    <a:pt x="80" y="159"/>
                  </a:lnTo>
                  <a:lnTo>
                    <a:pt x="106" y="133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60" name="Freeform 7">
              <a:extLst>
                <a:ext uri="{FF2B5EF4-FFF2-40B4-BE49-F238E27FC236}">
                  <a16:creationId xmlns:a16="http://schemas.microsoft.com/office/drawing/2014/main" id="{086F5C5A-0145-423C-9E04-6801C5DD9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738" y="5151438"/>
              <a:ext cx="609600" cy="588962"/>
            </a:xfrm>
            <a:custGeom>
              <a:avLst/>
              <a:gdLst>
                <a:gd name="T0" fmla="*/ 0 w 769"/>
                <a:gd name="T1" fmla="*/ 2147483646 h 743"/>
                <a:gd name="T2" fmla="*/ 2147483646 w 769"/>
                <a:gd name="T3" fmla="*/ 2147483646 h 743"/>
                <a:gd name="T4" fmla="*/ 2147483646 w 769"/>
                <a:gd name="T5" fmla="*/ 2147483646 h 743"/>
                <a:gd name="T6" fmla="*/ 2147483646 w 769"/>
                <a:gd name="T7" fmla="*/ 2147483646 h 743"/>
                <a:gd name="T8" fmla="*/ 2147483646 w 769"/>
                <a:gd name="T9" fmla="*/ 2147483646 h 743"/>
                <a:gd name="T10" fmla="*/ 2147483646 w 769"/>
                <a:gd name="T11" fmla="*/ 2147483646 h 743"/>
                <a:gd name="T12" fmla="*/ 2147483646 w 769"/>
                <a:gd name="T13" fmla="*/ 2147483646 h 743"/>
                <a:gd name="T14" fmla="*/ 2147483646 w 769"/>
                <a:gd name="T15" fmla="*/ 2147483646 h 743"/>
                <a:gd name="T16" fmla="*/ 2147483646 w 769"/>
                <a:gd name="T17" fmla="*/ 2147483646 h 743"/>
                <a:gd name="T18" fmla="*/ 2147483646 w 769"/>
                <a:gd name="T19" fmla="*/ 2147483646 h 743"/>
                <a:gd name="T20" fmla="*/ 2147483646 w 769"/>
                <a:gd name="T21" fmla="*/ 2147483646 h 743"/>
                <a:gd name="T22" fmla="*/ 2147483646 w 769"/>
                <a:gd name="T23" fmla="*/ 0 h 743"/>
                <a:gd name="T24" fmla="*/ 2147483646 w 769"/>
                <a:gd name="T25" fmla="*/ 2147483646 h 743"/>
                <a:gd name="T26" fmla="*/ 2147483646 w 769"/>
                <a:gd name="T27" fmla="*/ 2147483646 h 743"/>
                <a:gd name="T28" fmla="*/ 2147483646 w 769"/>
                <a:gd name="T29" fmla="*/ 2147483646 h 743"/>
                <a:gd name="T30" fmla="*/ 2147483646 w 769"/>
                <a:gd name="T31" fmla="*/ 2147483646 h 743"/>
                <a:gd name="T32" fmla="*/ 2147483646 w 769"/>
                <a:gd name="T33" fmla="*/ 2147483646 h 743"/>
                <a:gd name="T34" fmla="*/ 2147483646 w 769"/>
                <a:gd name="T35" fmla="*/ 2147483646 h 743"/>
                <a:gd name="T36" fmla="*/ 2147483646 w 769"/>
                <a:gd name="T37" fmla="*/ 2147483646 h 743"/>
                <a:gd name="T38" fmla="*/ 2147483646 w 769"/>
                <a:gd name="T39" fmla="*/ 2147483646 h 743"/>
                <a:gd name="T40" fmla="*/ 2147483646 w 769"/>
                <a:gd name="T41" fmla="*/ 2147483646 h 743"/>
                <a:gd name="T42" fmla="*/ 2147483646 w 769"/>
                <a:gd name="T43" fmla="*/ 2147483646 h 743"/>
                <a:gd name="T44" fmla="*/ 2147483646 w 769"/>
                <a:gd name="T45" fmla="*/ 2147483646 h 743"/>
                <a:gd name="T46" fmla="*/ 2147483646 w 769"/>
                <a:gd name="T47" fmla="*/ 2147483646 h 743"/>
                <a:gd name="T48" fmla="*/ 2147483646 w 769"/>
                <a:gd name="T49" fmla="*/ 2147483646 h 743"/>
                <a:gd name="T50" fmla="*/ 2147483646 w 769"/>
                <a:gd name="T51" fmla="*/ 2147483646 h 743"/>
                <a:gd name="T52" fmla="*/ 2147483646 w 769"/>
                <a:gd name="T53" fmla="*/ 2147483646 h 743"/>
                <a:gd name="T54" fmla="*/ 2147483646 w 769"/>
                <a:gd name="T55" fmla="*/ 2147483646 h 743"/>
                <a:gd name="T56" fmla="*/ 2147483646 w 769"/>
                <a:gd name="T57" fmla="*/ 2147483646 h 743"/>
                <a:gd name="T58" fmla="*/ 2147483646 w 769"/>
                <a:gd name="T59" fmla="*/ 2147483646 h 743"/>
                <a:gd name="T60" fmla="*/ 2147483646 w 769"/>
                <a:gd name="T61" fmla="*/ 2147483646 h 743"/>
                <a:gd name="T62" fmla="*/ 2147483646 w 769"/>
                <a:gd name="T63" fmla="*/ 2147483646 h 743"/>
                <a:gd name="T64" fmla="*/ 2147483646 w 769"/>
                <a:gd name="T65" fmla="*/ 2147483646 h 743"/>
                <a:gd name="T66" fmla="*/ 2147483646 w 769"/>
                <a:gd name="T67" fmla="*/ 2147483646 h 743"/>
                <a:gd name="T68" fmla="*/ 2147483646 w 769"/>
                <a:gd name="T69" fmla="*/ 2147483646 h 743"/>
                <a:gd name="T70" fmla="*/ 2147483646 w 769"/>
                <a:gd name="T71" fmla="*/ 2147483646 h 743"/>
                <a:gd name="T72" fmla="*/ 2147483646 w 769"/>
                <a:gd name="T73" fmla="*/ 2147483646 h 743"/>
                <a:gd name="T74" fmla="*/ 2147483646 w 769"/>
                <a:gd name="T75" fmla="*/ 2147483646 h 743"/>
                <a:gd name="T76" fmla="*/ 2147483646 w 769"/>
                <a:gd name="T77" fmla="*/ 2147483646 h 743"/>
                <a:gd name="T78" fmla="*/ 2147483646 w 769"/>
                <a:gd name="T79" fmla="*/ 2147483646 h 743"/>
                <a:gd name="T80" fmla="*/ 2147483646 w 769"/>
                <a:gd name="T81" fmla="*/ 2147483646 h 743"/>
                <a:gd name="T82" fmla="*/ 2147483646 w 769"/>
                <a:gd name="T83" fmla="*/ 2147483646 h 743"/>
                <a:gd name="T84" fmla="*/ 2147483646 w 769"/>
                <a:gd name="T85" fmla="*/ 2147483646 h 743"/>
                <a:gd name="T86" fmla="*/ 2147483646 w 769"/>
                <a:gd name="T87" fmla="*/ 2147483646 h 743"/>
                <a:gd name="T88" fmla="*/ 2147483646 w 769"/>
                <a:gd name="T89" fmla="*/ 2147483646 h 743"/>
                <a:gd name="T90" fmla="*/ 2147483646 w 769"/>
                <a:gd name="T91" fmla="*/ 2147483646 h 743"/>
                <a:gd name="T92" fmla="*/ 2147483646 w 769"/>
                <a:gd name="T93" fmla="*/ 2147483646 h 743"/>
                <a:gd name="T94" fmla="*/ 2147483646 w 769"/>
                <a:gd name="T95" fmla="*/ 2147483646 h 743"/>
                <a:gd name="T96" fmla="*/ 2147483646 w 769"/>
                <a:gd name="T97" fmla="*/ 2147483646 h 743"/>
                <a:gd name="T98" fmla="*/ 2147483646 w 769"/>
                <a:gd name="T99" fmla="*/ 2147483646 h 743"/>
                <a:gd name="T100" fmla="*/ 2147483646 w 769"/>
                <a:gd name="T101" fmla="*/ 2147483646 h 743"/>
                <a:gd name="T102" fmla="*/ 2147483646 w 769"/>
                <a:gd name="T103" fmla="*/ 2147483646 h 743"/>
                <a:gd name="T104" fmla="*/ 2147483646 w 769"/>
                <a:gd name="T105" fmla="*/ 2147483646 h 743"/>
                <a:gd name="T106" fmla="*/ 2147483646 w 769"/>
                <a:gd name="T107" fmla="*/ 2147483646 h 743"/>
                <a:gd name="T108" fmla="*/ 2147483646 w 769"/>
                <a:gd name="T109" fmla="*/ 2147483646 h 743"/>
                <a:gd name="T110" fmla="*/ 0 w 769"/>
                <a:gd name="T111" fmla="*/ 2147483646 h 7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69"/>
                <a:gd name="T169" fmla="*/ 0 h 743"/>
                <a:gd name="T170" fmla="*/ 769 w 769"/>
                <a:gd name="T171" fmla="*/ 743 h 7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69" h="743">
                  <a:moveTo>
                    <a:pt x="0" y="368"/>
                  </a:moveTo>
                  <a:lnTo>
                    <a:pt x="0" y="377"/>
                  </a:lnTo>
                  <a:lnTo>
                    <a:pt x="0" y="357"/>
                  </a:lnTo>
                  <a:lnTo>
                    <a:pt x="2" y="338"/>
                  </a:lnTo>
                  <a:lnTo>
                    <a:pt x="4" y="320"/>
                  </a:lnTo>
                  <a:lnTo>
                    <a:pt x="7" y="301"/>
                  </a:lnTo>
                  <a:lnTo>
                    <a:pt x="12" y="283"/>
                  </a:lnTo>
                  <a:lnTo>
                    <a:pt x="16" y="266"/>
                  </a:lnTo>
                  <a:lnTo>
                    <a:pt x="23" y="247"/>
                  </a:lnTo>
                  <a:lnTo>
                    <a:pt x="30" y="231"/>
                  </a:lnTo>
                  <a:lnTo>
                    <a:pt x="37" y="214"/>
                  </a:lnTo>
                  <a:lnTo>
                    <a:pt x="45" y="198"/>
                  </a:lnTo>
                  <a:lnTo>
                    <a:pt x="55" y="182"/>
                  </a:lnTo>
                  <a:lnTo>
                    <a:pt x="64" y="166"/>
                  </a:lnTo>
                  <a:lnTo>
                    <a:pt x="75" y="152"/>
                  </a:lnTo>
                  <a:lnTo>
                    <a:pt x="85" y="138"/>
                  </a:lnTo>
                  <a:lnTo>
                    <a:pt x="97" y="124"/>
                  </a:lnTo>
                  <a:lnTo>
                    <a:pt x="110" y="110"/>
                  </a:lnTo>
                  <a:lnTo>
                    <a:pt x="124" y="98"/>
                  </a:lnTo>
                  <a:lnTo>
                    <a:pt x="137" y="87"/>
                  </a:lnTo>
                  <a:lnTo>
                    <a:pt x="151" y="76"/>
                  </a:lnTo>
                  <a:lnTo>
                    <a:pt x="166" y="65"/>
                  </a:lnTo>
                  <a:lnTo>
                    <a:pt x="181" y="56"/>
                  </a:lnTo>
                  <a:lnTo>
                    <a:pt x="196" y="47"/>
                  </a:lnTo>
                  <a:lnTo>
                    <a:pt x="212" y="38"/>
                  </a:lnTo>
                  <a:lnTo>
                    <a:pt x="230" y="31"/>
                  </a:lnTo>
                  <a:lnTo>
                    <a:pt x="247" y="24"/>
                  </a:lnTo>
                  <a:lnTo>
                    <a:pt x="264" y="18"/>
                  </a:lnTo>
                  <a:lnTo>
                    <a:pt x="281" y="12"/>
                  </a:lnTo>
                  <a:lnTo>
                    <a:pt x="300" y="8"/>
                  </a:lnTo>
                  <a:lnTo>
                    <a:pt x="318" y="6"/>
                  </a:lnTo>
                  <a:lnTo>
                    <a:pt x="337" y="3"/>
                  </a:lnTo>
                  <a:lnTo>
                    <a:pt x="357" y="2"/>
                  </a:lnTo>
                  <a:lnTo>
                    <a:pt x="375" y="0"/>
                  </a:lnTo>
                  <a:lnTo>
                    <a:pt x="393" y="0"/>
                  </a:lnTo>
                  <a:lnTo>
                    <a:pt x="412" y="2"/>
                  </a:lnTo>
                  <a:lnTo>
                    <a:pt x="431" y="3"/>
                  </a:lnTo>
                  <a:lnTo>
                    <a:pt x="450" y="6"/>
                  </a:lnTo>
                  <a:lnTo>
                    <a:pt x="468" y="8"/>
                  </a:lnTo>
                  <a:lnTo>
                    <a:pt x="487" y="12"/>
                  </a:lnTo>
                  <a:lnTo>
                    <a:pt x="505" y="18"/>
                  </a:lnTo>
                  <a:lnTo>
                    <a:pt x="522" y="24"/>
                  </a:lnTo>
                  <a:lnTo>
                    <a:pt x="540" y="31"/>
                  </a:lnTo>
                  <a:lnTo>
                    <a:pt x="556" y="38"/>
                  </a:lnTo>
                  <a:lnTo>
                    <a:pt x="571" y="47"/>
                  </a:lnTo>
                  <a:lnTo>
                    <a:pt x="587" y="56"/>
                  </a:lnTo>
                  <a:lnTo>
                    <a:pt x="603" y="65"/>
                  </a:lnTo>
                  <a:lnTo>
                    <a:pt x="618" y="76"/>
                  </a:lnTo>
                  <a:lnTo>
                    <a:pt x="632" y="87"/>
                  </a:lnTo>
                  <a:lnTo>
                    <a:pt x="646" y="98"/>
                  </a:lnTo>
                  <a:lnTo>
                    <a:pt x="659" y="110"/>
                  </a:lnTo>
                  <a:lnTo>
                    <a:pt x="671" y="124"/>
                  </a:lnTo>
                  <a:lnTo>
                    <a:pt x="683" y="138"/>
                  </a:lnTo>
                  <a:lnTo>
                    <a:pt x="693" y="152"/>
                  </a:lnTo>
                  <a:lnTo>
                    <a:pt x="704" y="166"/>
                  </a:lnTo>
                  <a:lnTo>
                    <a:pt x="714" y="182"/>
                  </a:lnTo>
                  <a:lnTo>
                    <a:pt x="722" y="198"/>
                  </a:lnTo>
                  <a:lnTo>
                    <a:pt x="732" y="214"/>
                  </a:lnTo>
                  <a:lnTo>
                    <a:pt x="738" y="231"/>
                  </a:lnTo>
                  <a:lnTo>
                    <a:pt x="745" y="247"/>
                  </a:lnTo>
                  <a:lnTo>
                    <a:pt x="752" y="266"/>
                  </a:lnTo>
                  <a:lnTo>
                    <a:pt x="757" y="283"/>
                  </a:lnTo>
                  <a:lnTo>
                    <a:pt x="761" y="301"/>
                  </a:lnTo>
                  <a:lnTo>
                    <a:pt x="764" y="320"/>
                  </a:lnTo>
                  <a:lnTo>
                    <a:pt x="766" y="338"/>
                  </a:lnTo>
                  <a:lnTo>
                    <a:pt x="767" y="357"/>
                  </a:lnTo>
                  <a:lnTo>
                    <a:pt x="769" y="377"/>
                  </a:lnTo>
                  <a:lnTo>
                    <a:pt x="769" y="368"/>
                  </a:lnTo>
                  <a:lnTo>
                    <a:pt x="767" y="387"/>
                  </a:lnTo>
                  <a:lnTo>
                    <a:pt x="766" y="406"/>
                  </a:lnTo>
                  <a:lnTo>
                    <a:pt x="764" y="425"/>
                  </a:lnTo>
                  <a:lnTo>
                    <a:pt x="761" y="443"/>
                  </a:lnTo>
                  <a:lnTo>
                    <a:pt x="757" y="462"/>
                  </a:lnTo>
                  <a:lnTo>
                    <a:pt x="752" y="479"/>
                  </a:lnTo>
                  <a:lnTo>
                    <a:pt x="745" y="498"/>
                  </a:lnTo>
                  <a:lnTo>
                    <a:pt x="738" y="513"/>
                  </a:lnTo>
                  <a:lnTo>
                    <a:pt x="732" y="531"/>
                  </a:lnTo>
                  <a:lnTo>
                    <a:pt x="722" y="547"/>
                  </a:lnTo>
                  <a:lnTo>
                    <a:pt x="714" y="562"/>
                  </a:lnTo>
                  <a:lnTo>
                    <a:pt x="704" y="578"/>
                  </a:lnTo>
                  <a:lnTo>
                    <a:pt x="693" y="593"/>
                  </a:lnTo>
                  <a:lnTo>
                    <a:pt x="683" y="606"/>
                  </a:lnTo>
                  <a:lnTo>
                    <a:pt x="671" y="621"/>
                  </a:lnTo>
                  <a:lnTo>
                    <a:pt x="659" y="633"/>
                  </a:lnTo>
                  <a:lnTo>
                    <a:pt x="646" y="646"/>
                  </a:lnTo>
                  <a:lnTo>
                    <a:pt x="632" y="658"/>
                  </a:lnTo>
                  <a:lnTo>
                    <a:pt x="618" y="669"/>
                  </a:lnTo>
                  <a:lnTo>
                    <a:pt x="603" y="679"/>
                  </a:lnTo>
                  <a:lnTo>
                    <a:pt x="587" y="688"/>
                  </a:lnTo>
                  <a:lnTo>
                    <a:pt x="571" y="698"/>
                  </a:lnTo>
                  <a:lnTo>
                    <a:pt x="556" y="707"/>
                  </a:lnTo>
                  <a:lnTo>
                    <a:pt x="540" y="714"/>
                  </a:lnTo>
                  <a:lnTo>
                    <a:pt x="522" y="720"/>
                  </a:lnTo>
                  <a:lnTo>
                    <a:pt x="505" y="727"/>
                  </a:lnTo>
                  <a:lnTo>
                    <a:pt x="487" y="732"/>
                  </a:lnTo>
                  <a:lnTo>
                    <a:pt x="468" y="736"/>
                  </a:lnTo>
                  <a:lnTo>
                    <a:pt x="450" y="739"/>
                  </a:lnTo>
                  <a:lnTo>
                    <a:pt x="431" y="741"/>
                  </a:lnTo>
                  <a:lnTo>
                    <a:pt x="412" y="743"/>
                  </a:lnTo>
                  <a:lnTo>
                    <a:pt x="393" y="743"/>
                  </a:lnTo>
                  <a:lnTo>
                    <a:pt x="375" y="743"/>
                  </a:lnTo>
                  <a:lnTo>
                    <a:pt x="357" y="743"/>
                  </a:lnTo>
                  <a:lnTo>
                    <a:pt x="337" y="741"/>
                  </a:lnTo>
                  <a:lnTo>
                    <a:pt x="318" y="739"/>
                  </a:lnTo>
                  <a:lnTo>
                    <a:pt x="300" y="736"/>
                  </a:lnTo>
                  <a:lnTo>
                    <a:pt x="281" y="732"/>
                  </a:lnTo>
                  <a:lnTo>
                    <a:pt x="264" y="727"/>
                  </a:lnTo>
                  <a:lnTo>
                    <a:pt x="247" y="720"/>
                  </a:lnTo>
                  <a:lnTo>
                    <a:pt x="230" y="714"/>
                  </a:lnTo>
                  <a:lnTo>
                    <a:pt x="212" y="707"/>
                  </a:lnTo>
                  <a:lnTo>
                    <a:pt x="196" y="698"/>
                  </a:lnTo>
                  <a:lnTo>
                    <a:pt x="181" y="688"/>
                  </a:lnTo>
                  <a:lnTo>
                    <a:pt x="166" y="679"/>
                  </a:lnTo>
                  <a:lnTo>
                    <a:pt x="151" y="669"/>
                  </a:lnTo>
                  <a:lnTo>
                    <a:pt x="137" y="658"/>
                  </a:lnTo>
                  <a:lnTo>
                    <a:pt x="124" y="646"/>
                  </a:lnTo>
                  <a:lnTo>
                    <a:pt x="110" y="633"/>
                  </a:lnTo>
                  <a:lnTo>
                    <a:pt x="97" y="621"/>
                  </a:lnTo>
                  <a:lnTo>
                    <a:pt x="85" y="606"/>
                  </a:lnTo>
                  <a:lnTo>
                    <a:pt x="75" y="593"/>
                  </a:lnTo>
                  <a:lnTo>
                    <a:pt x="64" y="578"/>
                  </a:lnTo>
                  <a:lnTo>
                    <a:pt x="55" y="562"/>
                  </a:lnTo>
                  <a:lnTo>
                    <a:pt x="45" y="547"/>
                  </a:lnTo>
                  <a:lnTo>
                    <a:pt x="37" y="531"/>
                  </a:lnTo>
                  <a:lnTo>
                    <a:pt x="30" y="513"/>
                  </a:lnTo>
                  <a:lnTo>
                    <a:pt x="23" y="498"/>
                  </a:lnTo>
                  <a:lnTo>
                    <a:pt x="16" y="479"/>
                  </a:lnTo>
                  <a:lnTo>
                    <a:pt x="12" y="462"/>
                  </a:lnTo>
                  <a:lnTo>
                    <a:pt x="7" y="443"/>
                  </a:lnTo>
                  <a:lnTo>
                    <a:pt x="4" y="425"/>
                  </a:lnTo>
                  <a:lnTo>
                    <a:pt x="2" y="406"/>
                  </a:lnTo>
                  <a:lnTo>
                    <a:pt x="0" y="387"/>
                  </a:lnTo>
                  <a:lnTo>
                    <a:pt x="0" y="368"/>
                  </a:lnTo>
                  <a:close/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61" name="Freeform 9">
              <a:extLst>
                <a:ext uri="{FF2B5EF4-FFF2-40B4-BE49-F238E27FC236}">
                  <a16:creationId xmlns:a16="http://schemas.microsoft.com/office/drawing/2014/main" id="{29F365C1-29E6-4023-B4C6-020A1EFBE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700" y="3889375"/>
              <a:ext cx="104775" cy="104775"/>
            </a:xfrm>
            <a:custGeom>
              <a:avLst/>
              <a:gdLst>
                <a:gd name="T0" fmla="*/ 2147483646 w 133"/>
                <a:gd name="T1" fmla="*/ 2147483646 h 132"/>
                <a:gd name="T2" fmla="*/ 0 w 133"/>
                <a:gd name="T3" fmla="*/ 0 h 132"/>
                <a:gd name="T4" fmla="*/ 2147483646 w 133"/>
                <a:gd name="T5" fmla="*/ 2147483646 h 132"/>
                <a:gd name="T6" fmla="*/ 2147483646 w 133"/>
                <a:gd name="T7" fmla="*/ 2147483646 h 132"/>
                <a:gd name="T8" fmla="*/ 2147483646 w 133"/>
                <a:gd name="T9" fmla="*/ 2147483646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3"/>
                <a:gd name="T16" fmla="*/ 0 h 132"/>
                <a:gd name="T17" fmla="*/ 133 w 133"/>
                <a:gd name="T18" fmla="*/ 132 h 13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3" h="132">
                  <a:moveTo>
                    <a:pt x="133" y="79"/>
                  </a:moveTo>
                  <a:lnTo>
                    <a:pt x="0" y="0"/>
                  </a:lnTo>
                  <a:lnTo>
                    <a:pt x="80" y="132"/>
                  </a:lnTo>
                  <a:lnTo>
                    <a:pt x="106" y="106"/>
                  </a:lnTo>
                  <a:lnTo>
                    <a:pt x="133" y="79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62" name="Freeform 12">
              <a:extLst>
                <a:ext uri="{FF2B5EF4-FFF2-40B4-BE49-F238E27FC236}">
                  <a16:creationId xmlns:a16="http://schemas.microsoft.com/office/drawing/2014/main" id="{BEFD6AB3-F0BB-4187-833F-22DD0BD60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738" y="3825875"/>
              <a:ext cx="609600" cy="609600"/>
            </a:xfrm>
            <a:custGeom>
              <a:avLst/>
              <a:gdLst>
                <a:gd name="T0" fmla="*/ 0 w 769"/>
                <a:gd name="T1" fmla="*/ 2147483646 h 769"/>
                <a:gd name="T2" fmla="*/ 2147483646 w 769"/>
                <a:gd name="T3" fmla="*/ 2147483646 h 769"/>
                <a:gd name="T4" fmla="*/ 2147483646 w 769"/>
                <a:gd name="T5" fmla="*/ 2147483646 h 769"/>
                <a:gd name="T6" fmla="*/ 2147483646 w 769"/>
                <a:gd name="T7" fmla="*/ 2147483646 h 769"/>
                <a:gd name="T8" fmla="*/ 2147483646 w 769"/>
                <a:gd name="T9" fmla="*/ 2147483646 h 769"/>
                <a:gd name="T10" fmla="*/ 2147483646 w 769"/>
                <a:gd name="T11" fmla="*/ 2147483646 h 769"/>
                <a:gd name="T12" fmla="*/ 2147483646 w 769"/>
                <a:gd name="T13" fmla="*/ 2147483646 h 769"/>
                <a:gd name="T14" fmla="*/ 2147483646 w 769"/>
                <a:gd name="T15" fmla="*/ 2147483646 h 769"/>
                <a:gd name="T16" fmla="*/ 2147483646 w 769"/>
                <a:gd name="T17" fmla="*/ 2147483646 h 769"/>
                <a:gd name="T18" fmla="*/ 2147483646 w 769"/>
                <a:gd name="T19" fmla="*/ 2147483646 h 769"/>
                <a:gd name="T20" fmla="*/ 2147483646 w 769"/>
                <a:gd name="T21" fmla="*/ 2147483646 h 769"/>
                <a:gd name="T22" fmla="*/ 2147483646 w 769"/>
                <a:gd name="T23" fmla="*/ 0 h 769"/>
                <a:gd name="T24" fmla="*/ 2147483646 w 769"/>
                <a:gd name="T25" fmla="*/ 2147483646 h 769"/>
                <a:gd name="T26" fmla="*/ 2147483646 w 769"/>
                <a:gd name="T27" fmla="*/ 2147483646 h 769"/>
                <a:gd name="T28" fmla="*/ 2147483646 w 769"/>
                <a:gd name="T29" fmla="*/ 2147483646 h 769"/>
                <a:gd name="T30" fmla="*/ 2147483646 w 769"/>
                <a:gd name="T31" fmla="*/ 2147483646 h 769"/>
                <a:gd name="T32" fmla="*/ 2147483646 w 769"/>
                <a:gd name="T33" fmla="*/ 2147483646 h 769"/>
                <a:gd name="T34" fmla="*/ 2147483646 w 769"/>
                <a:gd name="T35" fmla="*/ 2147483646 h 769"/>
                <a:gd name="T36" fmla="*/ 2147483646 w 769"/>
                <a:gd name="T37" fmla="*/ 2147483646 h 769"/>
                <a:gd name="T38" fmla="*/ 2147483646 w 769"/>
                <a:gd name="T39" fmla="*/ 2147483646 h 769"/>
                <a:gd name="T40" fmla="*/ 2147483646 w 769"/>
                <a:gd name="T41" fmla="*/ 2147483646 h 769"/>
                <a:gd name="T42" fmla="*/ 2147483646 w 769"/>
                <a:gd name="T43" fmla="*/ 2147483646 h 769"/>
                <a:gd name="T44" fmla="*/ 2147483646 w 769"/>
                <a:gd name="T45" fmla="*/ 2147483646 h 769"/>
                <a:gd name="T46" fmla="*/ 2147483646 w 769"/>
                <a:gd name="T47" fmla="*/ 2147483646 h 769"/>
                <a:gd name="T48" fmla="*/ 2147483646 w 769"/>
                <a:gd name="T49" fmla="*/ 2147483646 h 769"/>
                <a:gd name="T50" fmla="*/ 2147483646 w 769"/>
                <a:gd name="T51" fmla="*/ 2147483646 h 769"/>
                <a:gd name="T52" fmla="*/ 2147483646 w 769"/>
                <a:gd name="T53" fmla="*/ 2147483646 h 769"/>
                <a:gd name="T54" fmla="*/ 2147483646 w 769"/>
                <a:gd name="T55" fmla="*/ 2147483646 h 769"/>
                <a:gd name="T56" fmla="*/ 2147483646 w 769"/>
                <a:gd name="T57" fmla="*/ 2147483646 h 769"/>
                <a:gd name="T58" fmla="*/ 2147483646 w 769"/>
                <a:gd name="T59" fmla="*/ 2147483646 h 769"/>
                <a:gd name="T60" fmla="*/ 2147483646 w 769"/>
                <a:gd name="T61" fmla="*/ 2147483646 h 769"/>
                <a:gd name="T62" fmla="*/ 2147483646 w 769"/>
                <a:gd name="T63" fmla="*/ 2147483646 h 769"/>
                <a:gd name="T64" fmla="*/ 2147483646 w 769"/>
                <a:gd name="T65" fmla="*/ 2147483646 h 769"/>
                <a:gd name="T66" fmla="*/ 2147483646 w 769"/>
                <a:gd name="T67" fmla="*/ 2147483646 h 769"/>
                <a:gd name="T68" fmla="*/ 2147483646 w 769"/>
                <a:gd name="T69" fmla="*/ 2147483646 h 769"/>
                <a:gd name="T70" fmla="*/ 2147483646 w 769"/>
                <a:gd name="T71" fmla="*/ 2147483646 h 769"/>
                <a:gd name="T72" fmla="*/ 2147483646 w 769"/>
                <a:gd name="T73" fmla="*/ 2147483646 h 769"/>
                <a:gd name="T74" fmla="*/ 2147483646 w 769"/>
                <a:gd name="T75" fmla="*/ 2147483646 h 769"/>
                <a:gd name="T76" fmla="*/ 2147483646 w 769"/>
                <a:gd name="T77" fmla="*/ 2147483646 h 769"/>
                <a:gd name="T78" fmla="*/ 2147483646 w 769"/>
                <a:gd name="T79" fmla="*/ 2147483646 h 769"/>
                <a:gd name="T80" fmla="*/ 2147483646 w 769"/>
                <a:gd name="T81" fmla="*/ 2147483646 h 769"/>
                <a:gd name="T82" fmla="*/ 2147483646 w 769"/>
                <a:gd name="T83" fmla="*/ 2147483646 h 769"/>
                <a:gd name="T84" fmla="*/ 2147483646 w 769"/>
                <a:gd name="T85" fmla="*/ 2147483646 h 769"/>
                <a:gd name="T86" fmla="*/ 2147483646 w 769"/>
                <a:gd name="T87" fmla="*/ 2147483646 h 769"/>
                <a:gd name="T88" fmla="*/ 2147483646 w 769"/>
                <a:gd name="T89" fmla="*/ 2147483646 h 769"/>
                <a:gd name="T90" fmla="*/ 2147483646 w 769"/>
                <a:gd name="T91" fmla="*/ 2147483646 h 769"/>
                <a:gd name="T92" fmla="*/ 2147483646 w 769"/>
                <a:gd name="T93" fmla="*/ 2147483646 h 769"/>
                <a:gd name="T94" fmla="*/ 2147483646 w 769"/>
                <a:gd name="T95" fmla="*/ 2147483646 h 769"/>
                <a:gd name="T96" fmla="*/ 2147483646 w 769"/>
                <a:gd name="T97" fmla="*/ 2147483646 h 769"/>
                <a:gd name="T98" fmla="*/ 2147483646 w 769"/>
                <a:gd name="T99" fmla="*/ 2147483646 h 769"/>
                <a:gd name="T100" fmla="*/ 2147483646 w 769"/>
                <a:gd name="T101" fmla="*/ 2147483646 h 769"/>
                <a:gd name="T102" fmla="*/ 2147483646 w 769"/>
                <a:gd name="T103" fmla="*/ 2147483646 h 769"/>
                <a:gd name="T104" fmla="*/ 2147483646 w 769"/>
                <a:gd name="T105" fmla="*/ 2147483646 h 769"/>
                <a:gd name="T106" fmla="*/ 2147483646 w 769"/>
                <a:gd name="T107" fmla="*/ 2147483646 h 769"/>
                <a:gd name="T108" fmla="*/ 2147483646 w 769"/>
                <a:gd name="T109" fmla="*/ 2147483646 h 769"/>
                <a:gd name="T110" fmla="*/ 0 w 769"/>
                <a:gd name="T111" fmla="*/ 2147483646 h 76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69"/>
                <a:gd name="T169" fmla="*/ 0 h 769"/>
                <a:gd name="T170" fmla="*/ 769 w 769"/>
                <a:gd name="T171" fmla="*/ 769 h 769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69" h="769">
                  <a:moveTo>
                    <a:pt x="0" y="394"/>
                  </a:moveTo>
                  <a:lnTo>
                    <a:pt x="0" y="377"/>
                  </a:lnTo>
                  <a:lnTo>
                    <a:pt x="0" y="357"/>
                  </a:lnTo>
                  <a:lnTo>
                    <a:pt x="2" y="338"/>
                  </a:lnTo>
                  <a:lnTo>
                    <a:pt x="4" y="320"/>
                  </a:lnTo>
                  <a:lnTo>
                    <a:pt x="7" y="301"/>
                  </a:lnTo>
                  <a:lnTo>
                    <a:pt x="12" y="282"/>
                  </a:lnTo>
                  <a:lnTo>
                    <a:pt x="16" y="265"/>
                  </a:lnTo>
                  <a:lnTo>
                    <a:pt x="23" y="247"/>
                  </a:lnTo>
                  <a:lnTo>
                    <a:pt x="30" y="231"/>
                  </a:lnTo>
                  <a:lnTo>
                    <a:pt x="37" y="214"/>
                  </a:lnTo>
                  <a:lnTo>
                    <a:pt x="45" y="198"/>
                  </a:lnTo>
                  <a:lnTo>
                    <a:pt x="55" y="182"/>
                  </a:lnTo>
                  <a:lnTo>
                    <a:pt x="64" y="166"/>
                  </a:lnTo>
                  <a:lnTo>
                    <a:pt x="75" y="151"/>
                  </a:lnTo>
                  <a:lnTo>
                    <a:pt x="85" y="138"/>
                  </a:lnTo>
                  <a:lnTo>
                    <a:pt x="97" y="123"/>
                  </a:lnTo>
                  <a:lnTo>
                    <a:pt x="110" y="111"/>
                  </a:lnTo>
                  <a:lnTo>
                    <a:pt x="124" y="98"/>
                  </a:lnTo>
                  <a:lnTo>
                    <a:pt x="137" y="86"/>
                  </a:lnTo>
                  <a:lnTo>
                    <a:pt x="151" y="76"/>
                  </a:lnTo>
                  <a:lnTo>
                    <a:pt x="166" y="65"/>
                  </a:lnTo>
                  <a:lnTo>
                    <a:pt x="181" y="56"/>
                  </a:lnTo>
                  <a:lnTo>
                    <a:pt x="196" y="46"/>
                  </a:lnTo>
                  <a:lnTo>
                    <a:pt x="212" y="37"/>
                  </a:lnTo>
                  <a:lnTo>
                    <a:pt x="230" y="31"/>
                  </a:lnTo>
                  <a:lnTo>
                    <a:pt x="247" y="24"/>
                  </a:lnTo>
                  <a:lnTo>
                    <a:pt x="264" y="17"/>
                  </a:lnTo>
                  <a:lnTo>
                    <a:pt x="281" y="12"/>
                  </a:lnTo>
                  <a:lnTo>
                    <a:pt x="300" y="8"/>
                  </a:lnTo>
                  <a:lnTo>
                    <a:pt x="318" y="5"/>
                  </a:lnTo>
                  <a:lnTo>
                    <a:pt x="337" y="3"/>
                  </a:lnTo>
                  <a:lnTo>
                    <a:pt x="357" y="1"/>
                  </a:lnTo>
                  <a:lnTo>
                    <a:pt x="375" y="0"/>
                  </a:lnTo>
                  <a:lnTo>
                    <a:pt x="393" y="0"/>
                  </a:lnTo>
                  <a:lnTo>
                    <a:pt x="412" y="1"/>
                  </a:lnTo>
                  <a:lnTo>
                    <a:pt x="431" y="3"/>
                  </a:lnTo>
                  <a:lnTo>
                    <a:pt x="450" y="5"/>
                  </a:lnTo>
                  <a:lnTo>
                    <a:pt x="468" y="8"/>
                  </a:lnTo>
                  <a:lnTo>
                    <a:pt x="487" y="12"/>
                  </a:lnTo>
                  <a:lnTo>
                    <a:pt x="505" y="17"/>
                  </a:lnTo>
                  <a:lnTo>
                    <a:pt x="522" y="24"/>
                  </a:lnTo>
                  <a:lnTo>
                    <a:pt x="540" y="31"/>
                  </a:lnTo>
                  <a:lnTo>
                    <a:pt x="556" y="37"/>
                  </a:lnTo>
                  <a:lnTo>
                    <a:pt x="571" y="46"/>
                  </a:lnTo>
                  <a:lnTo>
                    <a:pt x="587" y="56"/>
                  </a:lnTo>
                  <a:lnTo>
                    <a:pt x="603" y="65"/>
                  </a:lnTo>
                  <a:lnTo>
                    <a:pt x="618" y="76"/>
                  </a:lnTo>
                  <a:lnTo>
                    <a:pt x="632" y="86"/>
                  </a:lnTo>
                  <a:lnTo>
                    <a:pt x="646" y="98"/>
                  </a:lnTo>
                  <a:lnTo>
                    <a:pt x="659" y="111"/>
                  </a:lnTo>
                  <a:lnTo>
                    <a:pt x="671" y="123"/>
                  </a:lnTo>
                  <a:lnTo>
                    <a:pt x="683" y="138"/>
                  </a:lnTo>
                  <a:lnTo>
                    <a:pt x="693" y="151"/>
                  </a:lnTo>
                  <a:lnTo>
                    <a:pt x="704" y="166"/>
                  </a:lnTo>
                  <a:lnTo>
                    <a:pt x="714" y="182"/>
                  </a:lnTo>
                  <a:lnTo>
                    <a:pt x="722" y="198"/>
                  </a:lnTo>
                  <a:lnTo>
                    <a:pt x="732" y="214"/>
                  </a:lnTo>
                  <a:lnTo>
                    <a:pt x="738" y="231"/>
                  </a:lnTo>
                  <a:lnTo>
                    <a:pt x="745" y="247"/>
                  </a:lnTo>
                  <a:lnTo>
                    <a:pt x="752" y="265"/>
                  </a:lnTo>
                  <a:lnTo>
                    <a:pt x="757" y="282"/>
                  </a:lnTo>
                  <a:lnTo>
                    <a:pt x="761" y="301"/>
                  </a:lnTo>
                  <a:lnTo>
                    <a:pt x="764" y="320"/>
                  </a:lnTo>
                  <a:lnTo>
                    <a:pt x="766" y="338"/>
                  </a:lnTo>
                  <a:lnTo>
                    <a:pt x="767" y="357"/>
                  </a:lnTo>
                  <a:lnTo>
                    <a:pt x="769" y="377"/>
                  </a:lnTo>
                  <a:lnTo>
                    <a:pt x="769" y="394"/>
                  </a:lnTo>
                  <a:lnTo>
                    <a:pt x="767" y="414"/>
                  </a:lnTo>
                  <a:lnTo>
                    <a:pt x="766" y="432"/>
                  </a:lnTo>
                  <a:lnTo>
                    <a:pt x="764" y="451"/>
                  </a:lnTo>
                  <a:lnTo>
                    <a:pt x="761" y="469"/>
                  </a:lnTo>
                  <a:lnTo>
                    <a:pt x="757" y="488"/>
                  </a:lnTo>
                  <a:lnTo>
                    <a:pt x="752" y="505"/>
                  </a:lnTo>
                  <a:lnTo>
                    <a:pt x="745" y="524"/>
                  </a:lnTo>
                  <a:lnTo>
                    <a:pt x="738" y="540"/>
                  </a:lnTo>
                  <a:lnTo>
                    <a:pt x="732" y="557"/>
                  </a:lnTo>
                  <a:lnTo>
                    <a:pt x="722" y="573"/>
                  </a:lnTo>
                  <a:lnTo>
                    <a:pt x="714" y="589"/>
                  </a:lnTo>
                  <a:lnTo>
                    <a:pt x="704" y="605"/>
                  </a:lnTo>
                  <a:lnTo>
                    <a:pt x="693" y="619"/>
                  </a:lnTo>
                  <a:lnTo>
                    <a:pt x="683" y="632"/>
                  </a:lnTo>
                  <a:lnTo>
                    <a:pt x="671" y="647"/>
                  </a:lnTo>
                  <a:lnTo>
                    <a:pt x="659" y="659"/>
                  </a:lnTo>
                  <a:lnTo>
                    <a:pt x="646" y="672"/>
                  </a:lnTo>
                  <a:lnTo>
                    <a:pt x="632" y="684"/>
                  </a:lnTo>
                  <a:lnTo>
                    <a:pt x="618" y="695"/>
                  </a:lnTo>
                  <a:lnTo>
                    <a:pt x="603" y="705"/>
                  </a:lnTo>
                  <a:lnTo>
                    <a:pt x="587" y="715"/>
                  </a:lnTo>
                  <a:lnTo>
                    <a:pt x="571" y="724"/>
                  </a:lnTo>
                  <a:lnTo>
                    <a:pt x="556" y="733"/>
                  </a:lnTo>
                  <a:lnTo>
                    <a:pt x="540" y="740"/>
                  </a:lnTo>
                  <a:lnTo>
                    <a:pt x="522" y="746"/>
                  </a:lnTo>
                  <a:lnTo>
                    <a:pt x="505" y="753"/>
                  </a:lnTo>
                  <a:lnTo>
                    <a:pt x="487" y="758"/>
                  </a:lnTo>
                  <a:lnTo>
                    <a:pt x="468" y="762"/>
                  </a:lnTo>
                  <a:lnTo>
                    <a:pt x="450" y="765"/>
                  </a:lnTo>
                  <a:lnTo>
                    <a:pt x="431" y="768"/>
                  </a:lnTo>
                  <a:lnTo>
                    <a:pt x="412" y="769"/>
                  </a:lnTo>
                  <a:lnTo>
                    <a:pt x="393" y="769"/>
                  </a:lnTo>
                  <a:lnTo>
                    <a:pt x="375" y="769"/>
                  </a:lnTo>
                  <a:lnTo>
                    <a:pt x="357" y="769"/>
                  </a:lnTo>
                  <a:lnTo>
                    <a:pt x="337" y="768"/>
                  </a:lnTo>
                  <a:lnTo>
                    <a:pt x="318" y="765"/>
                  </a:lnTo>
                  <a:lnTo>
                    <a:pt x="300" y="762"/>
                  </a:lnTo>
                  <a:lnTo>
                    <a:pt x="281" y="758"/>
                  </a:lnTo>
                  <a:lnTo>
                    <a:pt x="264" y="753"/>
                  </a:lnTo>
                  <a:lnTo>
                    <a:pt x="247" y="746"/>
                  </a:lnTo>
                  <a:lnTo>
                    <a:pt x="230" y="740"/>
                  </a:lnTo>
                  <a:lnTo>
                    <a:pt x="212" y="733"/>
                  </a:lnTo>
                  <a:lnTo>
                    <a:pt x="196" y="724"/>
                  </a:lnTo>
                  <a:lnTo>
                    <a:pt x="181" y="715"/>
                  </a:lnTo>
                  <a:lnTo>
                    <a:pt x="166" y="705"/>
                  </a:lnTo>
                  <a:lnTo>
                    <a:pt x="151" y="695"/>
                  </a:lnTo>
                  <a:lnTo>
                    <a:pt x="137" y="684"/>
                  </a:lnTo>
                  <a:lnTo>
                    <a:pt x="124" y="672"/>
                  </a:lnTo>
                  <a:lnTo>
                    <a:pt x="110" y="659"/>
                  </a:lnTo>
                  <a:lnTo>
                    <a:pt x="97" y="647"/>
                  </a:lnTo>
                  <a:lnTo>
                    <a:pt x="85" y="632"/>
                  </a:lnTo>
                  <a:lnTo>
                    <a:pt x="75" y="619"/>
                  </a:lnTo>
                  <a:lnTo>
                    <a:pt x="64" y="605"/>
                  </a:lnTo>
                  <a:lnTo>
                    <a:pt x="55" y="589"/>
                  </a:lnTo>
                  <a:lnTo>
                    <a:pt x="45" y="573"/>
                  </a:lnTo>
                  <a:lnTo>
                    <a:pt x="37" y="557"/>
                  </a:lnTo>
                  <a:lnTo>
                    <a:pt x="30" y="540"/>
                  </a:lnTo>
                  <a:lnTo>
                    <a:pt x="23" y="524"/>
                  </a:lnTo>
                  <a:lnTo>
                    <a:pt x="16" y="505"/>
                  </a:lnTo>
                  <a:lnTo>
                    <a:pt x="12" y="488"/>
                  </a:lnTo>
                  <a:lnTo>
                    <a:pt x="7" y="469"/>
                  </a:lnTo>
                  <a:lnTo>
                    <a:pt x="4" y="451"/>
                  </a:lnTo>
                  <a:lnTo>
                    <a:pt x="2" y="432"/>
                  </a:lnTo>
                  <a:lnTo>
                    <a:pt x="0" y="414"/>
                  </a:lnTo>
                  <a:lnTo>
                    <a:pt x="0" y="394"/>
                  </a:lnTo>
                  <a:close/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63" name="Freeform 14">
              <a:extLst>
                <a:ext uri="{FF2B5EF4-FFF2-40B4-BE49-F238E27FC236}">
                  <a16:creationId xmlns:a16="http://schemas.microsoft.com/office/drawing/2014/main" id="{002BDC63-FB94-4FA5-B5F7-FA95BB896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700" y="2605088"/>
              <a:ext cx="104775" cy="104775"/>
            </a:xfrm>
            <a:custGeom>
              <a:avLst/>
              <a:gdLst>
                <a:gd name="T0" fmla="*/ 2147483646 w 133"/>
                <a:gd name="T1" fmla="*/ 2147483646 h 133"/>
                <a:gd name="T2" fmla="*/ 0 w 133"/>
                <a:gd name="T3" fmla="*/ 0 h 133"/>
                <a:gd name="T4" fmla="*/ 2147483646 w 133"/>
                <a:gd name="T5" fmla="*/ 2147483646 h 133"/>
                <a:gd name="T6" fmla="*/ 2147483646 w 133"/>
                <a:gd name="T7" fmla="*/ 2147483646 h 133"/>
                <a:gd name="T8" fmla="*/ 2147483646 w 133"/>
                <a:gd name="T9" fmla="*/ 2147483646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3"/>
                <a:gd name="T16" fmla="*/ 0 h 133"/>
                <a:gd name="T17" fmla="*/ 133 w 133"/>
                <a:gd name="T18" fmla="*/ 133 h 1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3" h="133">
                  <a:moveTo>
                    <a:pt x="133" y="80"/>
                  </a:moveTo>
                  <a:lnTo>
                    <a:pt x="0" y="0"/>
                  </a:lnTo>
                  <a:lnTo>
                    <a:pt x="80" y="133"/>
                  </a:lnTo>
                  <a:lnTo>
                    <a:pt x="106" y="106"/>
                  </a:lnTo>
                  <a:lnTo>
                    <a:pt x="133" y="8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64" name="Freeform 17">
              <a:extLst>
                <a:ext uri="{FF2B5EF4-FFF2-40B4-BE49-F238E27FC236}">
                  <a16:creationId xmlns:a16="http://schemas.microsoft.com/office/drawing/2014/main" id="{28971953-7309-4E30-A6F3-CED6BF932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738" y="2541588"/>
              <a:ext cx="609600" cy="611187"/>
            </a:xfrm>
            <a:custGeom>
              <a:avLst/>
              <a:gdLst>
                <a:gd name="T0" fmla="*/ 0 w 769"/>
                <a:gd name="T1" fmla="*/ 2147483646 h 769"/>
                <a:gd name="T2" fmla="*/ 2147483646 w 769"/>
                <a:gd name="T3" fmla="*/ 2147483646 h 769"/>
                <a:gd name="T4" fmla="*/ 2147483646 w 769"/>
                <a:gd name="T5" fmla="*/ 2147483646 h 769"/>
                <a:gd name="T6" fmla="*/ 2147483646 w 769"/>
                <a:gd name="T7" fmla="*/ 2147483646 h 769"/>
                <a:gd name="T8" fmla="*/ 2147483646 w 769"/>
                <a:gd name="T9" fmla="*/ 2147483646 h 769"/>
                <a:gd name="T10" fmla="*/ 2147483646 w 769"/>
                <a:gd name="T11" fmla="*/ 2147483646 h 769"/>
                <a:gd name="T12" fmla="*/ 2147483646 w 769"/>
                <a:gd name="T13" fmla="*/ 2147483646 h 769"/>
                <a:gd name="T14" fmla="*/ 2147483646 w 769"/>
                <a:gd name="T15" fmla="*/ 2147483646 h 769"/>
                <a:gd name="T16" fmla="*/ 2147483646 w 769"/>
                <a:gd name="T17" fmla="*/ 2147483646 h 769"/>
                <a:gd name="T18" fmla="*/ 2147483646 w 769"/>
                <a:gd name="T19" fmla="*/ 2147483646 h 769"/>
                <a:gd name="T20" fmla="*/ 2147483646 w 769"/>
                <a:gd name="T21" fmla="*/ 2147483646 h 769"/>
                <a:gd name="T22" fmla="*/ 2147483646 w 769"/>
                <a:gd name="T23" fmla="*/ 0 h 769"/>
                <a:gd name="T24" fmla="*/ 2147483646 w 769"/>
                <a:gd name="T25" fmla="*/ 2147483646 h 769"/>
                <a:gd name="T26" fmla="*/ 2147483646 w 769"/>
                <a:gd name="T27" fmla="*/ 2147483646 h 769"/>
                <a:gd name="T28" fmla="*/ 2147483646 w 769"/>
                <a:gd name="T29" fmla="*/ 2147483646 h 769"/>
                <a:gd name="T30" fmla="*/ 2147483646 w 769"/>
                <a:gd name="T31" fmla="*/ 2147483646 h 769"/>
                <a:gd name="T32" fmla="*/ 2147483646 w 769"/>
                <a:gd name="T33" fmla="*/ 2147483646 h 769"/>
                <a:gd name="T34" fmla="*/ 2147483646 w 769"/>
                <a:gd name="T35" fmla="*/ 2147483646 h 769"/>
                <a:gd name="T36" fmla="*/ 2147483646 w 769"/>
                <a:gd name="T37" fmla="*/ 2147483646 h 769"/>
                <a:gd name="T38" fmla="*/ 2147483646 w 769"/>
                <a:gd name="T39" fmla="*/ 2147483646 h 769"/>
                <a:gd name="T40" fmla="*/ 2147483646 w 769"/>
                <a:gd name="T41" fmla="*/ 2147483646 h 769"/>
                <a:gd name="T42" fmla="*/ 2147483646 w 769"/>
                <a:gd name="T43" fmla="*/ 2147483646 h 769"/>
                <a:gd name="T44" fmla="*/ 2147483646 w 769"/>
                <a:gd name="T45" fmla="*/ 2147483646 h 769"/>
                <a:gd name="T46" fmla="*/ 2147483646 w 769"/>
                <a:gd name="T47" fmla="*/ 2147483646 h 769"/>
                <a:gd name="T48" fmla="*/ 2147483646 w 769"/>
                <a:gd name="T49" fmla="*/ 2147483646 h 769"/>
                <a:gd name="T50" fmla="*/ 2147483646 w 769"/>
                <a:gd name="T51" fmla="*/ 2147483646 h 769"/>
                <a:gd name="T52" fmla="*/ 2147483646 w 769"/>
                <a:gd name="T53" fmla="*/ 2147483646 h 769"/>
                <a:gd name="T54" fmla="*/ 2147483646 w 769"/>
                <a:gd name="T55" fmla="*/ 2147483646 h 769"/>
                <a:gd name="T56" fmla="*/ 2147483646 w 769"/>
                <a:gd name="T57" fmla="*/ 2147483646 h 769"/>
                <a:gd name="T58" fmla="*/ 2147483646 w 769"/>
                <a:gd name="T59" fmla="*/ 2147483646 h 769"/>
                <a:gd name="T60" fmla="*/ 2147483646 w 769"/>
                <a:gd name="T61" fmla="*/ 2147483646 h 769"/>
                <a:gd name="T62" fmla="*/ 2147483646 w 769"/>
                <a:gd name="T63" fmla="*/ 2147483646 h 769"/>
                <a:gd name="T64" fmla="*/ 2147483646 w 769"/>
                <a:gd name="T65" fmla="*/ 2147483646 h 769"/>
                <a:gd name="T66" fmla="*/ 2147483646 w 769"/>
                <a:gd name="T67" fmla="*/ 2147483646 h 769"/>
                <a:gd name="T68" fmla="*/ 2147483646 w 769"/>
                <a:gd name="T69" fmla="*/ 2147483646 h 769"/>
                <a:gd name="T70" fmla="*/ 2147483646 w 769"/>
                <a:gd name="T71" fmla="*/ 2147483646 h 769"/>
                <a:gd name="T72" fmla="*/ 2147483646 w 769"/>
                <a:gd name="T73" fmla="*/ 2147483646 h 769"/>
                <a:gd name="T74" fmla="*/ 2147483646 w 769"/>
                <a:gd name="T75" fmla="*/ 2147483646 h 769"/>
                <a:gd name="T76" fmla="*/ 2147483646 w 769"/>
                <a:gd name="T77" fmla="*/ 2147483646 h 769"/>
                <a:gd name="T78" fmla="*/ 2147483646 w 769"/>
                <a:gd name="T79" fmla="*/ 2147483646 h 769"/>
                <a:gd name="T80" fmla="*/ 2147483646 w 769"/>
                <a:gd name="T81" fmla="*/ 2147483646 h 769"/>
                <a:gd name="T82" fmla="*/ 2147483646 w 769"/>
                <a:gd name="T83" fmla="*/ 2147483646 h 769"/>
                <a:gd name="T84" fmla="*/ 2147483646 w 769"/>
                <a:gd name="T85" fmla="*/ 2147483646 h 769"/>
                <a:gd name="T86" fmla="*/ 2147483646 w 769"/>
                <a:gd name="T87" fmla="*/ 2147483646 h 769"/>
                <a:gd name="T88" fmla="*/ 2147483646 w 769"/>
                <a:gd name="T89" fmla="*/ 2147483646 h 769"/>
                <a:gd name="T90" fmla="*/ 2147483646 w 769"/>
                <a:gd name="T91" fmla="*/ 2147483646 h 769"/>
                <a:gd name="T92" fmla="*/ 2147483646 w 769"/>
                <a:gd name="T93" fmla="*/ 2147483646 h 769"/>
                <a:gd name="T94" fmla="*/ 2147483646 w 769"/>
                <a:gd name="T95" fmla="*/ 2147483646 h 769"/>
                <a:gd name="T96" fmla="*/ 2147483646 w 769"/>
                <a:gd name="T97" fmla="*/ 2147483646 h 769"/>
                <a:gd name="T98" fmla="*/ 2147483646 w 769"/>
                <a:gd name="T99" fmla="*/ 2147483646 h 769"/>
                <a:gd name="T100" fmla="*/ 2147483646 w 769"/>
                <a:gd name="T101" fmla="*/ 2147483646 h 769"/>
                <a:gd name="T102" fmla="*/ 2147483646 w 769"/>
                <a:gd name="T103" fmla="*/ 2147483646 h 769"/>
                <a:gd name="T104" fmla="*/ 2147483646 w 769"/>
                <a:gd name="T105" fmla="*/ 2147483646 h 769"/>
                <a:gd name="T106" fmla="*/ 2147483646 w 769"/>
                <a:gd name="T107" fmla="*/ 2147483646 h 769"/>
                <a:gd name="T108" fmla="*/ 2147483646 w 769"/>
                <a:gd name="T109" fmla="*/ 2147483646 h 769"/>
                <a:gd name="T110" fmla="*/ 0 w 769"/>
                <a:gd name="T111" fmla="*/ 2147483646 h 76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69"/>
                <a:gd name="T169" fmla="*/ 0 h 769"/>
                <a:gd name="T170" fmla="*/ 769 w 769"/>
                <a:gd name="T171" fmla="*/ 769 h 769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69" h="769">
                  <a:moveTo>
                    <a:pt x="0" y="394"/>
                  </a:moveTo>
                  <a:lnTo>
                    <a:pt x="0" y="376"/>
                  </a:lnTo>
                  <a:lnTo>
                    <a:pt x="0" y="356"/>
                  </a:lnTo>
                  <a:lnTo>
                    <a:pt x="2" y="338"/>
                  </a:lnTo>
                  <a:lnTo>
                    <a:pt x="4" y="319"/>
                  </a:lnTo>
                  <a:lnTo>
                    <a:pt x="7" y="301"/>
                  </a:lnTo>
                  <a:lnTo>
                    <a:pt x="12" y="282"/>
                  </a:lnTo>
                  <a:lnTo>
                    <a:pt x="16" y="265"/>
                  </a:lnTo>
                  <a:lnTo>
                    <a:pt x="23" y="246"/>
                  </a:lnTo>
                  <a:lnTo>
                    <a:pt x="30" y="230"/>
                  </a:lnTo>
                  <a:lnTo>
                    <a:pt x="37" y="213"/>
                  </a:lnTo>
                  <a:lnTo>
                    <a:pt x="45" y="197"/>
                  </a:lnTo>
                  <a:lnTo>
                    <a:pt x="55" y="181"/>
                  </a:lnTo>
                  <a:lnTo>
                    <a:pt x="64" y="166"/>
                  </a:lnTo>
                  <a:lnTo>
                    <a:pt x="75" y="151"/>
                  </a:lnTo>
                  <a:lnTo>
                    <a:pt x="85" y="138"/>
                  </a:lnTo>
                  <a:lnTo>
                    <a:pt x="97" y="123"/>
                  </a:lnTo>
                  <a:lnTo>
                    <a:pt x="110" y="111"/>
                  </a:lnTo>
                  <a:lnTo>
                    <a:pt x="124" y="98"/>
                  </a:lnTo>
                  <a:lnTo>
                    <a:pt x="137" y="86"/>
                  </a:lnTo>
                  <a:lnTo>
                    <a:pt x="151" y="75"/>
                  </a:lnTo>
                  <a:lnTo>
                    <a:pt x="166" y="65"/>
                  </a:lnTo>
                  <a:lnTo>
                    <a:pt x="181" y="55"/>
                  </a:lnTo>
                  <a:lnTo>
                    <a:pt x="196" y="46"/>
                  </a:lnTo>
                  <a:lnTo>
                    <a:pt x="212" y="37"/>
                  </a:lnTo>
                  <a:lnTo>
                    <a:pt x="230" y="30"/>
                  </a:lnTo>
                  <a:lnTo>
                    <a:pt x="247" y="24"/>
                  </a:lnTo>
                  <a:lnTo>
                    <a:pt x="264" y="17"/>
                  </a:lnTo>
                  <a:lnTo>
                    <a:pt x="281" y="12"/>
                  </a:lnTo>
                  <a:lnTo>
                    <a:pt x="300" y="8"/>
                  </a:lnTo>
                  <a:lnTo>
                    <a:pt x="318" y="5"/>
                  </a:lnTo>
                  <a:lnTo>
                    <a:pt x="337" y="2"/>
                  </a:lnTo>
                  <a:lnTo>
                    <a:pt x="357" y="1"/>
                  </a:lnTo>
                  <a:lnTo>
                    <a:pt x="375" y="0"/>
                  </a:lnTo>
                  <a:lnTo>
                    <a:pt x="393" y="0"/>
                  </a:lnTo>
                  <a:lnTo>
                    <a:pt x="412" y="1"/>
                  </a:lnTo>
                  <a:lnTo>
                    <a:pt x="431" y="2"/>
                  </a:lnTo>
                  <a:lnTo>
                    <a:pt x="450" y="5"/>
                  </a:lnTo>
                  <a:lnTo>
                    <a:pt x="468" y="8"/>
                  </a:lnTo>
                  <a:lnTo>
                    <a:pt x="487" y="12"/>
                  </a:lnTo>
                  <a:lnTo>
                    <a:pt x="505" y="17"/>
                  </a:lnTo>
                  <a:lnTo>
                    <a:pt x="522" y="24"/>
                  </a:lnTo>
                  <a:lnTo>
                    <a:pt x="540" y="30"/>
                  </a:lnTo>
                  <a:lnTo>
                    <a:pt x="556" y="37"/>
                  </a:lnTo>
                  <a:lnTo>
                    <a:pt x="571" y="46"/>
                  </a:lnTo>
                  <a:lnTo>
                    <a:pt x="587" y="55"/>
                  </a:lnTo>
                  <a:lnTo>
                    <a:pt x="603" y="65"/>
                  </a:lnTo>
                  <a:lnTo>
                    <a:pt x="618" y="75"/>
                  </a:lnTo>
                  <a:lnTo>
                    <a:pt x="632" y="86"/>
                  </a:lnTo>
                  <a:lnTo>
                    <a:pt x="646" y="98"/>
                  </a:lnTo>
                  <a:lnTo>
                    <a:pt x="659" y="111"/>
                  </a:lnTo>
                  <a:lnTo>
                    <a:pt x="671" y="123"/>
                  </a:lnTo>
                  <a:lnTo>
                    <a:pt x="683" y="138"/>
                  </a:lnTo>
                  <a:lnTo>
                    <a:pt x="693" y="151"/>
                  </a:lnTo>
                  <a:lnTo>
                    <a:pt x="704" y="166"/>
                  </a:lnTo>
                  <a:lnTo>
                    <a:pt x="714" y="181"/>
                  </a:lnTo>
                  <a:lnTo>
                    <a:pt x="722" y="197"/>
                  </a:lnTo>
                  <a:lnTo>
                    <a:pt x="732" y="213"/>
                  </a:lnTo>
                  <a:lnTo>
                    <a:pt x="738" y="230"/>
                  </a:lnTo>
                  <a:lnTo>
                    <a:pt x="745" y="246"/>
                  </a:lnTo>
                  <a:lnTo>
                    <a:pt x="752" y="265"/>
                  </a:lnTo>
                  <a:lnTo>
                    <a:pt x="757" y="282"/>
                  </a:lnTo>
                  <a:lnTo>
                    <a:pt x="761" y="301"/>
                  </a:lnTo>
                  <a:lnTo>
                    <a:pt x="764" y="319"/>
                  </a:lnTo>
                  <a:lnTo>
                    <a:pt x="766" y="338"/>
                  </a:lnTo>
                  <a:lnTo>
                    <a:pt x="767" y="356"/>
                  </a:lnTo>
                  <a:lnTo>
                    <a:pt x="769" y="376"/>
                  </a:lnTo>
                  <a:lnTo>
                    <a:pt x="769" y="394"/>
                  </a:lnTo>
                  <a:lnTo>
                    <a:pt x="767" y="413"/>
                  </a:lnTo>
                  <a:lnTo>
                    <a:pt x="766" y="432"/>
                  </a:lnTo>
                  <a:lnTo>
                    <a:pt x="764" y="451"/>
                  </a:lnTo>
                  <a:lnTo>
                    <a:pt x="761" y="469"/>
                  </a:lnTo>
                  <a:lnTo>
                    <a:pt x="757" y="488"/>
                  </a:lnTo>
                  <a:lnTo>
                    <a:pt x="752" y="505"/>
                  </a:lnTo>
                  <a:lnTo>
                    <a:pt x="745" y="523"/>
                  </a:lnTo>
                  <a:lnTo>
                    <a:pt x="738" y="539"/>
                  </a:lnTo>
                  <a:lnTo>
                    <a:pt x="732" y="557"/>
                  </a:lnTo>
                  <a:lnTo>
                    <a:pt x="722" y="572"/>
                  </a:lnTo>
                  <a:lnTo>
                    <a:pt x="714" y="588"/>
                  </a:lnTo>
                  <a:lnTo>
                    <a:pt x="704" y="604"/>
                  </a:lnTo>
                  <a:lnTo>
                    <a:pt x="693" y="619"/>
                  </a:lnTo>
                  <a:lnTo>
                    <a:pt x="683" y="632"/>
                  </a:lnTo>
                  <a:lnTo>
                    <a:pt x="671" y="647"/>
                  </a:lnTo>
                  <a:lnTo>
                    <a:pt x="659" y="659"/>
                  </a:lnTo>
                  <a:lnTo>
                    <a:pt x="646" y="672"/>
                  </a:lnTo>
                  <a:lnTo>
                    <a:pt x="632" y="684"/>
                  </a:lnTo>
                  <a:lnTo>
                    <a:pt x="618" y="694"/>
                  </a:lnTo>
                  <a:lnTo>
                    <a:pt x="603" y="705"/>
                  </a:lnTo>
                  <a:lnTo>
                    <a:pt x="587" y="714"/>
                  </a:lnTo>
                  <a:lnTo>
                    <a:pt x="571" y="724"/>
                  </a:lnTo>
                  <a:lnTo>
                    <a:pt x="556" y="733"/>
                  </a:lnTo>
                  <a:lnTo>
                    <a:pt x="540" y="740"/>
                  </a:lnTo>
                  <a:lnTo>
                    <a:pt x="522" y="746"/>
                  </a:lnTo>
                  <a:lnTo>
                    <a:pt x="505" y="753"/>
                  </a:lnTo>
                  <a:lnTo>
                    <a:pt x="487" y="758"/>
                  </a:lnTo>
                  <a:lnTo>
                    <a:pt x="468" y="762"/>
                  </a:lnTo>
                  <a:lnTo>
                    <a:pt x="450" y="765"/>
                  </a:lnTo>
                  <a:lnTo>
                    <a:pt x="431" y="767"/>
                  </a:lnTo>
                  <a:lnTo>
                    <a:pt x="412" y="769"/>
                  </a:lnTo>
                  <a:lnTo>
                    <a:pt x="393" y="769"/>
                  </a:lnTo>
                  <a:lnTo>
                    <a:pt x="375" y="769"/>
                  </a:lnTo>
                  <a:lnTo>
                    <a:pt x="357" y="769"/>
                  </a:lnTo>
                  <a:lnTo>
                    <a:pt x="337" y="767"/>
                  </a:lnTo>
                  <a:lnTo>
                    <a:pt x="318" y="765"/>
                  </a:lnTo>
                  <a:lnTo>
                    <a:pt x="300" y="762"/>
                  </a:lnTo>
                  <a:lnTo>
                    <a:pt x="281" y="758"/>
                  </a:lnTo>
                  <a:lnTo>
                    <a:pt x="264" y="753"/>
                  </a:lnTo>
                  <a:lnTo>
                    <a:pt x="247" y="746"/>
                  </a:lnTo>
                  <a:lnTo>
                    <a:pt x="230" y="740"/>
                  </a:lnTo>
                  <a:lnTo>
                    <a:pt x="212" y="733"/>
                  </a:lnTo>
                  <a:lnTo>
                    <a:pt x="196" y="724"/>
                  </a:lnTo>
                  <a:lnTo>
                    <a:pt x="181" y="714"/>
                  </a:lnTo>
                  <a:lnTo>
                    <a:pt x="166" y="705"/>
                  </a:lnTo>
                  <a:lnTo>
                    <a:pt x="151" y="694"/>
                  </a:lnTo>
                  <a:lnTo>
                    <a:pt x="137" y="684"/>
                  </a:lnTo>
                  <a:lnTo>
                    <a:pt x="124" y="672"/>
                  </a:lnTo>
                  <a:lnTo>
                    <a:pt x="110" y="659"/>
                  </a:lnTo>
                  <a:lnTo>
                    <a:pt x="97" y="647"/>
                  </a:lnTo>
                  <a:lnTo>
                    <a:pt x="85" y="632"/>
                  </a:lnTo>
                  <a:lnTo>
                    <a:pt x="75" y="619"/>
                  </a:lnTo>
                  <a:lnTo>
                    <a:pt x="64" y="604"/>
                  </a:lnTo>
                  <a:lnTo>
                    <a:pt x="55" y="588"/>
                  </a:lnTo>
                  <a:lnTo>
                    <a:pt x="45" y="572"/>
                  </a:lnTo>
                  <a:lnTo>
                    <a:pt x="37" y="557"/>
                  </a:lnTo>
                  <a:lnTo>
                    <a:pt x="30" y="539"/>
                  </a:lnTo>
                  <a:lnTo>
                    <a:pt x="23" y="523"/>
                  </a:lnTo>
                  <a:lnTo>
                    <a:pt x="16" y="505"/>
                  </a:lnTo>
                  <a:lnTo>
                    <a:pt x="12" y="488"/>
                  </a:lnTo>
                  <a:lnTo>
                    <a:pt x="7" y="469"/>
                  </a:lnTo>
                  <a:lnTo>
                    <a:pt x="4" y="451"/>
                  </a:lnTo>
                  <a:lnTo>
                    <a:pt x="2" y="432"/>
                  </a:lnTo>
                  <a:lnTo>
                    <a:pt x="0" y="413"/>
                  </a:lnTo>
                  <a:lnTo>
                    <a:pt x="0" y="394"/>
                  </a:lnTo>
                  <a:close/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65" name="Freeform 19">
              <a:extLst>
                <a:ext uri="{FF2B5EF4-FFF2-40B4-BE49-F238E27FC236}">
                  <a16:creationId xmlns:a16="http://schemas.microsoft.com/office/drawing/2014/main" id="{EEC5F35F-4AD6-4D38-89BA-7CB0CD3CE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700" y="731838"/>
              <a:ext cx="104775" cy="106362"/>
            </a:xfrm>
            <a:custGeom>
              <a:avLst/>
              <a:gdLst>
                <a:gd name="T0" fmla="*/ 2147483646 w 133"/>
                <a:gd name="T1" fmla="*/ 0 h 132"/>
                <a:gd name="T2" fmla="*/ 0 w 133"/>
                <a:gd name="T3" fmla="*/ 2147483646 h 132"/>
                <a:gd name="T4" fmla="*/ 2147483646 w 133"/>
                <a:gd name="T5" fmla="*/ 2147483646 h 132"/>
                <a:gd name="T6" fmla="*/ 2147483646 w 133"/>
                <a:gd name="T7" fmla="*/ 2147483646 h 132"/>
                <a:gd name="T8" fmla="*/ 2147483646 w 133"/>
                <a:gd name="T9" fmla="*/ 0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3"/>
                <a:gd name="T16" fmla="*/ 0 h 132"/>
                <a:gd name="T17" fmla="*/ 133 w 133"/>
                <a:gd name="T18" fmla="*/ 132 h 13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3" h="132">
                  <a:moveTo>
                    <a:pt x="80" y="0"/>
                  </a:moveTo>
                  <a:lnTo>
                    <a:pt x="0" y="132"/>
                  </a:lnTo>
                  <a:lnTo>
                    <a:pt x="133" y="53"/>
                  </a:lnTo>
                  <a:lnTo>
                    <a:pt x="106" y="26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66" name="Freeform 22">
              <a:extLst>
                <a:ext uri="{FF2B5EF4-FFF2-40B4-BE49-F238E27FC236}">
                  <a16:creationId xmlns:a16="http://schemas.microsoft.com/office/drawing/2014/main" id="{0EC99D4D-BCC7-41BA-AEA7-C30DAF7E0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738" y="290513"/>
              <a:ext cx="609600" cy="609600"/>
            </a:xfrm>
            <a:custGeom>
              <a:avLst/>
              <a:gdLst>
                <a:gd name="T0" fmla="*/ 0 w 769"/>
                <a:gd name="T1" fmla="*/ 2147483646 h 769"/>
                <a:gd name="T2" fmla="*/ 2147483646 w 769"/>
                <a:gd name="T3" fmla="*/ 2147483646 h 769"/>
                <a:gd name="T4" fmla="*/ 2147483646 w 769"/>
                <a:gd name="T5" fmla="*/ 2147483646 h 769"/>
                <a:gd name="T6" fmla="*/ 2147483646 w 769"/>
                <a:gd name="T7" fmla="*/ 2147483646 h 769"/>
                <a:gd name="T8" fmla="*/ 2147483646 w 769"/>
                <a:gd name="T9" fmla="*/ 2147483646 h 769"/>
                <a:gd name="T10" fmla="*/ 2147483646 w 769"/>
                <a:gd name="T11" fmla="*/ 2147483646 h 769"/>
                <a:gd name="T12" fmla="*/ 2147483646 w 769"/>
                <a:gd name="T13" fmla="*/ 2147483646 h 769"/>
                <a:gd name="T14" fmla="*/ 2147483646 w 769"/>
                <a:gd name="T15" fmla="*/ 2147483646 h 769"/>
                <a:gd name="T16" fmla="*/ 2147483646 w 769"/>
                <a:gd name="T17" fmla="*/ 2147483646 h 769"/>
                <a:gd name="T18" fmla="*/ 2147483646 w 769"/>
                <a:gd name="T19" fmla="*/ 2147483646 h 769"/>
                <a:gd name="T20" fmla="*/ 2147483646 w 769"/>
                <a:gd name="T21" fmla="*/ 2147483646 h 769"/>
                <a:gd name="T22" fmla="*/ 2147483646 w 769"/>
                <a:gd name="T23" fmla="*/ 0 h 769"/>
                <a:gd name="T24" fmla="*/ 2147483646 w 769"/>
                <a:gd name="T25" fmla="*/ 2147483646 h 769"/>
                <a:gd name="T26" fmla="*/ 2147483646 w 769"/>
                <a:gd name="T27" fmla="*/ 2147483646 h 769"/>
                <a:gd name="T28" fmla="*/ 2147483646 w 769"/>
                <a:gd name="T29" fmla="*/ 2147483646 h 769"/>
                <a:gd name="T30" fmla="*/ 2147483646 w 769"/>
                <a:gd name="T31" fmla="*/ 2147483646 h 769"/>
                <a:gd name="T32" fmla="*/ 2147483646 w 769"/>
                <a:gd name="T33" fmla="*/ 2147483646 h 769"/>
                <a:gd name="T34" fmla="*/ 2147483646 w 769"/>
                <a:gd name="T35" fmla="*/ 2147483646 h 769"/>
                <a:gd name="T36" fmla="*/ 2147483646 w 769"/>
                <a:gd name="T37" fmla="*/ 2147483646 h 769"/>
                <a:gd name="T38" fmla="*/ 2147483646 w 769"/>
                <a:gd name="T39" fmla="*/ 2147483646 h 769"/>
                <a:gd name="T40" fmla="*/ 2147483646 w 769"/>
                <a:gd name="T41" fmla="*/ 2147483646 h 769"/>
                <a:gd name="T42" fmla="*/ 2147483646 w 769"/>
                <a:gd name="T43" fmla="*/ 2147483646 h 769"/>
                <a:gd name="T44" fmla="*/ 2147483646 w 769"/>
                <a:gd name="T45" fmla="*/ 2147483646 h 769"/>
                <a:gd name="T46" fmla="*/ 2147483646 w 769"/>
                <a:gd name="T47" fmla="*/ 2147483646 h 769"/>
                <a:gd name="T48" fmla="*/ 2147483646 w 769"/>
                <a:gd name="T49" fmla="*/ 2147483646 h 769"/>
                <a:gd name="T50" fmla="*/ 2147483646 w 769"/>
                <a:gd name="T51" fmla="*/ 2147483646 h 769"/>
                <a:gd name="T52" fmla="*/ 2147483646 w 769"/>
                <a:gd name="T53" fmla="*/ 2147483646 h 769"/>
                <a:gd name="T54" fmla="*/ 2147483646 w 769"/>
                <a:gd name="T55" fmla="*/ 2147483646 h 769"/>
                <a:gd name="T56" fmla="*/ 2147483646 w 769"/>
                <a:gd name="T57" fmla="*/ 2147483646 h 769"/>
                <a:gd name="T58" fmla="*/ 2147483646 w 769"/>
                <a:gd name="T59" fmla="*/ 2147483646 h 769"/>
                <a:gd name="T60" fmla="*/ 2147483646 w 769"/>
                <a:gd name="T61" fmla="*/ 2147483646 h 769"/>
                <a:gd name="T62" fmla="*/ 2147483646 w 769"/>
                <a:gd name="T63" fmla="*/ 2147483646 h 769"/>
                <a:gd name="T64" fmla="*/ 2147483646 w 769"/>
                <a:gd name="T65" fmla="*/ 2147483646 h 769"/>
                <a:gd name="T66" fmla="*/ 2147483646 w 769"/>
                <a:gd name="T67" fmla="*/ 2147483646 h 769"/>
                <a:gd name="T68" fmla="*/ 2147483646 w 769"/>
                <a:gd name="T69" fmla="*/ 2147483646 h 769"/>
                <a:gd name="T70" fmla="*/ 2147483646 w 769"/>
                <a:gd name="T71" fmla="*/ 2147483646 h 769"/>
                <a:gd name="T72" fmla="*/ 2147483646 w 769"/>
                <a:gd name="T73" fmla="*/ 2147483646 h 769"/>
                <a:gd name="T74" fmla="*/ 2147483646 w 769"/>
                <a:gd name="T75" fmla="*/ 2147483646 h 769"/>
                <a:gd name="T76" fmla="*/ 2147483646 w 769"/>
                <a:gd name="T77" fmla="*/ 2147483646 h 769"/>
                <a:gd name="T78" fmla="*/ 2147483646 w 769"/>
                <a:gd name="T79" fmla="*/ 2147483646 h 769"/>
                <a:gd name="T80" fmla="*/ 2147483646 w 769"/>
                <a:gd name="T81" fmla="*/ 2147483646 h 769"/>
                <a:gd name="T82" fmla="*/ 2147483646 w 769"/>
                <a:gd name="T83" fmla="*/ 2147483646 h 769"/>
                <a:gd name="T84" fmla="*/ 2147483646 w 769"/>
                <a:gd name="T85" fmla="*/ 2147483646 h 769"/>
                <a:gd name="T86" fmla="*/ 2147483646 w 769"/>
                <a:gd name="T87" fmla="*/ 2147483646 h 769"/>
                <a:gd name="T88" fmla="*/ 2147483646 w 769"/>
                <a:gd name="T89" fmla="*/ 2147483646 h 769"/>
                <a:gd name="T90" fmla="*/ 2147483646 w 769"/>
                <a:gd name="T91" fmla="*/ 2147483646 h 769"/>
                <a:gd name="T92" fmla="*/ 2147483646 w 769"/>
                <a:gd name="T93" fmla="*/ 2147483646 h 769"/>
                <a:gd name="T94" fmla="*/ 2147483646 w 769"/>
                <a:gd name="T95" fmla="*/ 2147483646 h 769"/>
                <a:gd name="T96" fmla="*/ 2147483646 w 769"/>
                <a:gd name="T97" fmla="*/ 2147483646 h 769"/>
                <a:gd name="T98" fmla="*/ 2147483646 w 769"/>
                <a:gd name="T99" fmla="*/ 2147483646 h 769"/>
                <a:gd name="T100" fmla="*/ 2147483646 w 769"/>
                <a:gd name="T101" fmla="*/ 2147483646 h 769"/>
                <a:gd name="T102" fmla="*/ 2147483646 w 769"/>
                <a:gd name="T103" fmla="*/ 2147483646 h 769"/>
                <a:gd name="T104" fmla="*/ 2147483646 w 769"/>
                <a:gd name="T105" fmla="*/ 2147483646 h 769"/>
                <a:gd name="T106" fmla="*/ 2147483646 w 769"/>
                <a:gd name="T107" fmla="*/ 2147483646 h 769"/>
                <a:gd name="T108" fmla="*/ 2147483646 w 769"/>
                <a:gd name="T109" fmla="*/ 2147483646 h 769"/>
                <a:gd name="T110" fmla="*/ 0 w 769"/>
                <a:gd name="T111" fmla="*/ 2147483646 h 76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69"/>
                <a:gd name="T169" fmla="*/ 0 h 769"/>
                <a:gd name="T170" fmla="*/ 769 w 769"/>
                <a:gd name="T171" fmla="*/ 769 h 769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69" h="769">
                  <a:moveTo>
                    <a:pt x="0" y="394"/>
                  </a:moveTo>
                  <a:lnTo>
                    <a:pt x="0" y="376"/>
                  </a:lnTo>
                  <a:lnTo>
                    <a:pt x="0" y="357"/>
                  </a:lnTo>
                  <a:lnTo>
                    <a:pt x="2" y="338"/>
                  </a:lnTo>
                  <a:lnTo>
                    <a:pt x="4" y="319"/>
                  </a:lnTo>
                  <a:lnTo>
                    <a:pt x="7" y="301"/>
                  </a:lnTo>
                  <a:lnTo>
                    <a:pt x="12" y="282"/>
                  </a:lnTo>
                  <a:lnTo>
                    <a:pt x="16" y="265"/>
                  </a:lnTo>
                  <a:lnTo>
                    <a:pt x="23" y="246"/>
                  </a:lnTo>
                  <a:lnTo>
                    <a:pt x="30" y="231"/>
                  </a:lnTo>
                  <a:lnTo>
                    <a:pt x="37" y="213"/>
                  </a:lnTo>
                  <a:lnTo>
                    <a:pt x="45" y="197"/>
                  </a:lnTo>
                  <a:lnTo>
                    <a:pt x="55" y="182"/>
                  </a:lnTo>
                  <a:lnTo>
                    <a:pt x="64" y="166"/>
                  </a:lnTo>
                  <a:lnTo>
                    <a:pt x="75" y="151"/>
                  </a:lnTo>
                  <a:lnTo>
                    <a:pt x="85" y="138"/>
                  </a:lnTo>
                  <a:lnTo>
                    <a:pt x="97" y="123"/>
                  </a:lnTo>
                  <a:lnTo>
                    <a:pt x="110" y="111"/>
                  </a:lnTo>
                  <a:lnTo>
                    <a:pt x="124" y="98"/>
                  </a:lnTo>
                  <a:lnTo>
                    <a:pt x="137" y="86"/>
                  </a:lnTo>
                  <a:lnTo>
                    <a:pt x="151" y="75"/>
                  </a:lnTo>
                  <a:lnTo>
                    <a:pt x="166" y="65"/>
                  </a:lnTo>
                  <a:lnTo>
                    <a:pt x="181" y="56"/>
                  </a:lnTo>
                  <a:lnTo>
                    <a:pt x="196" y="46"/>
                  </a:lnTo>
                  <a:lnTo>
                    <a:pt x="212" y="37"/>
                  </a:lnTo>
                  <a:lnTo>
                    <a:pt x="230" y="30"/>
                  </a:lnTo>
                  <a:lnTo>
                    <a:pt x="247" y="24"/>
                  </a:lnTo>
                  <a:lnTo>
                    <a:pt x="264" y="17"/>
                  </a:lnTo>
                  <a:lnTo>
                    <a:pt x="281" y="12"/>
                  </a:lnTo>
                  <a:lnTo>
                    <a:pt x="300" y="8"/>
                  </a:lnTo>
                  <a:lnTo>
                    <a:pt x="318" y="5"/>
                  </a:lnTo>
                  <a:lnTo>
                    <a:pt x="337" y="3"/>
                  </a:lnTo>
                  <a:lnTo>
                    <a:pt x="357" y="1"/>
                  </a:lnTo>
                  <a:lnTo>
                    <a:pt x="375" y="0"/>
                  </a:lnTo>
                  <a:lnTo>
                    <a:pt x="393" y="0"/>
                  </a:lnTo>
                  <a:lnTo>
                    <a:pt x="412" y="1"/>
                  </a:lnTo>
                  <a:lnTo>
                    <a:pt x="431" y="3"/>
                  </a:lnTo>
                  <a:lnTo>
                    <a:pt x="450" y="5"/>
                  </a:lnTo>
                  <a:lnTo>
                    <a:pt x="468" y="8"/>
                  </a:lnTo>
                  <a:lnTo>
                    <a:pt x="487" y="12"/>
                  </a:lnTo>
                  <a:lnTo>
                    <a:pt x="505" y="17"/>
                  </a:lnTo>
                  <a:lnTo>
                    <a:pt x="522" y="24"/>
                  </a:lnTo>
                  <a:lnTo>
                    <a:pt x="540" y="30"/>
                  </a:lnTo>
                  <a:lnTo>
                    <a:pt x="556" y="37"/>
                  </a:lnTo>
                  <a:lnTo>
                    <a:pt x="571" y="46"/>
                  </a:lnTo>
                  <a:lnTo>
                    <a:pt x="587" y="56"/>
                  </a:lnTo>
                  <a:lnTo>
                    <a:pt x="603" y="65"/>
                  </a:lnTo>
                  <a:lnTo>
                    <a:pt x="618" y="75"/>
                  </a:lnTo>
                  <a:lnTo>
                    <a:pt x="632" y="86"/>
                  </a:lnTo>
                  <a:lnTo>
                    <a:pt x="646" y="98"/>
                  </a:lnTo>
                  <a:lnTo>
                    <a:pt x="659" y="111"/>
                  </a:lnTo>
                  <a:lnTo>
                    <a:pt x="671" y="123"/>
                  </a:lnTo>
                  <a:lnTo>
                    <a:pt x="683" y="138"/>
                  </a:lnTo>
                  <a:lnTo>
                    <a:pt x="693" y="151"/>
                  </a:lnTo>
                  <a:lnTo>
                    <a:pt x="704" y="166"/>
                  </a:lnTo>
                  <a:lnTo>
                    <a:pt x="714" y="182"/>
                  </a:lnTo>
                  <a:lnTo>
                    <a:pt x="722" y="197"/>
                  </a:lnTo>
                  <a:lnTo>
                    <a:pt x="732" y="213"/>
                  </a:lnTo>
                  <a:lnTo>
                    <a:pt x="738" y="231"/>
                  </a:lnTo>
                  <a:lnTo>
                    <a:pt x="745" y="246"/>
                  </a:lnTo>
                  <a:lnTo>
                    <a:pt x="752" y="265"/>
                  </a:lnTo>
                  <a:lnTo>
                    <a:pt x="757" y="282"/>
                  </a:lnTo>
                  <a:lnTo>
                    <a:pt x="761" y="301"/>
                  </a:lnTo>
                  <a:lnTo>
                    <a:pt x="764" y="319"/>
                  </a:lnTo>
                  <a:lnTo>
                    <a:pt x="766" y="338"/>
                  </a:lnTo>
                  <a:lnTo>
                    <a:pt x="767" y="357"/>
                  </a:lnTo>
                  <a:lnTo>
                    <a:pt x="769" y="376"/>
                  </a:lnTo>
                  <a:lnTo>
                    <a:pt x="769" y="394"/>
                  </a:lnTo>
                  <a:lnTo>
                    <a:pt x="767" y="414"/>
                  </a:lnTo>
                  <a:lnTo>
                    <a:pt x="766" y="432"/>
                  </a:lnTo>
                  <a:lnTo>
                    <a:pt x="764" y="451"/>
                  </a:lnTo>
                  <a:lnTo>
                    <a:pt x="761" y="469"/>
                  </a:lnTo>
                  <a:lnTo>
                    <a:pt x="757" y="488"/>
                  </a:lnTo>
                  <a:lnTo>
                    <a:pt x="752" y="505"/>
                  </a:lnTo>
                  <a:lnTo>
                    <a:pt x="745" y="524"/>
                  </a:lnTo>
                  <a:lnTo>
                    <a:pt x="738" y="539"/>
                  </a:lnTo>
                  <a:lnTo>
                    <a:pt x="732" y="557"/>
                  </a:lnTo>
                  <a:lnTo>
                    <a:pt x="722" y="573"/>
                  </a:lnTo>
                  <a:lnTo>
                    <a:pt x="714" y="589"/>
                  </a:lnTo>
                  <a:lnTo>
                    <a:pt x="704" y="604"/>
                  </a:lnTo>
                  <a:lnTo>
                    <a:pt x="693" y="619"/>
                  </a:lnTo>
                  <a:lnTo>
                    <a:pt x="683" y="632"/>
                  </a:lnTo>
                  <a:lnTo>
                    <a:pt x="671" y="647"/>
                  </a:lnTo>
                  <a:lnTo>
                    <a:pt x="659" y="659"/>
                  </a:lnTo>
                  <a:lnTo>
                    <a:pt x="646" y="672"/>
                  </a:lnTo>
                  <a:lnTo>
                    <a:pt x="632" y="684"/>
                  </a:lnTo>
                  <a:lnTo>
                    <a:pt x="618" y="695"/>
                  </a:lnTo>
                  <a:lnTo>
                    <a:pt x="603" y="705"/>
                  </a:lnTo>
                  <a:lnTo>
                    <a:pt x="587" y="714"/>
                  </a:lnTo>
                  <a:lnTo>
                    <a:pt x="571" y="724"/>
                  </a:lnTo>
                  <a:lnTo>
                    <a:pt x="556" y="733"/>
                  </a:lnTo>
                  <a:lnTo>
                    <a:pt x="540" y="740"/>
                  </a:lnTo>
                  <a:lnTo>
                    <a:pt x="522" y="746"/>
                  </a:lnTo>
                  <a:lnTo>
                    <a:pt x="505" y="753"/>
                  </a:lnTo>
                  <a:lnTo>
                    <a:pt x="487" y="758"/>
                  </a:lnTo>
                  <a:lnTo>
                    <a:pt x="468" y="762"/>
                  </a:lnTo>
                  <a:lnTo>
                    <a:pt x="450" y="765"/>
                  </a:lnTo>
                  <a:lnTo>
                    <a:pt x="431" y="767"/>
                  </a:lnTo>
                  <a:lnTo>
                    <a:pt x="412" y="769"/>
                  </a:lnTo>
                  <a:lnTo>
                    <a:pt x="393" y="769"/>
                  </a:lnTo>
                  <a:lnTo>
                    <a:pt x="375" y="769"/>
                  </a:lnTo>
                  <a:lnTo>
                    <a:pt x="357" y="769"/>
                  </a:lnTo>
                  <a:lnTo>
                    <a:pt x="337" y="767"/>
                  </a:lnTo>
                  <a:lnTo>
                    <a:pt x="318" y="765"/>
                  </a:lnTo>
                  <a:lnTo>
                    <a:pt x="300" y="762"/>
                  </a:lnTo>
                  <a:lnTo>
                    <a:pt x="281" y="758"/>
                  </a:lnTo>
                  <a:lnTo>
                    <a:pt x="264" y="753"/>
                  </a:lnTo>
                  <a:lnTo>
                    <a:pt x="247" y="746"/>
                  </a:lnTo>
                  <a:lnTo>
                    <a:pt x="230" y="740"/>
                  </a:lnTo>
                  <a:lnTo>
                    <a:pt x="212" y="733"/>
                  </a:lnTo>
                  <a:lnTo>
                    <a:pt x="196" y="724"/>
                  </a:lnTo>
                  <a:lnTo>
                    <a:pt x="181" y="714"/>
                  </a:lnTo>
                  <a:lnTo>
                    <a:pt x="166" y="705"/>
                  </a:lnTo>
                  <a:lnTo>
                    <a:pt x="151" y="695"/>
                  </a:lnTo>
                  <a:lnTo>
                    <a:pt x="137" y="684"/>
                  </a:lnTo>
                  <a:lnTo>
                    <a:pt x="124" y="672"/>
                  </a:lnTo>
                  <a:lnTo>
                    <a:pt x="110" y="659"/>
                  </a:lnTo>
                  <a:lnTo>
                    <a:pt x="97" y="647"/>
                  </a:lnTo>
                  <a:lnTo>
                    <a:pt x="85" y="632"/>
                  </a:lnTo>
                  <a:lnTo>
                    <a:pt x="75" y="619"/>
                  </a:lnTo>
                  <a:lnTo>
                    <a:pt x="64" y="604"/>
                  </a:lnTo>
                  <a:lnTo>
                    <a:pt x="55" y="589"/>
                  </a:lnTo>
                  <a:lnTo>
                    <a:pt x="45" y="573"/>
                  </a:lnTo>
                  <a:lnTo>
                    <a:pt x="37" y="557"/>
                  </a:lnTo>
                  <a:lnTo>
                    <a:pt x="30" y="539"/>
                  </a:lnTo>
                  <a:lnTo>
                    <a:pt x="23" y="524"/>
                  </a:lnTo>
                  <a:lnTo>
                    <a:pt x="16" y="505"/>
                  </a:lnTo>
                  <a:lnTo>
                    <a:pt x="12" y="488"/>
                  </a:lnTo>
                  <a:lnTo>
                    <a:pt x="7" y="469"/>
                  </a:lnTo>
                  <a:lnTo>
                    <a:pt x="4" y="451"/>
                  </a:lnTo>
                  <a:lnTo>
                    <a:pt x="2" y="432"/>
                  </a:lnTo>
                  <a:lnTo>
                    <a:pt x="0" y="414"/>
                  </a:lnTo>
                  <a:lnTo>
                    <a:pt x="0" y="394"/>
                  </a:lnTo>
                  <a:close/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67" name="Freeform 24">
              <a:extLst>
                <a:ext uri="{FF2B5EF4-FFF2-40B4-BE49-F238E27FC236}">
                  <a16:creationId xmlns:a16="http://schemas.microsoft.com/office/drawing/2014/main" id="{C9842498-0CA4-4A2D-9E84-15AC29DF3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113" y="835025"/>
              <a:ext cx="693737" cy="598488"/>
            </a:xfrm>
            <a:custGeom>
              <a:avLst/>
              <a:gdLst>
                <a:gd name="T0" fmla="*/ 2147483646 w 874"/>
                <a:gd name="T1" fmla="*/ 2147483646 h 753"/>
                <a:gd name="T2" fmla="*/ 2147483646 w 874"/>
                <a:gd name="T3" fmla="*/ 2147483646 h 753"/>
                <a:gd name="T4" fmla="*/ 2147483646 w 874"/>
                <a:gd name="T5" fmla="*/ 2147483646 h 753"/>
                <a:gd name="T6" fmla="*/ 2147483646 w 874"/>
                <a:gd name="T7" fmla="*/ 2147483646 h 753"/>
                <a:gd name="T8" fmla="*/ 2147483646 w 874"/>
                <a:gd name="T9" fmla="*/ 2147483646 h 753"/>
                <a:gd name="T10" fmla="*/ 2147483646 w 874"/>
                <a:gd name="T11" fmla="*/ 2147483646 h 753"/>
                <a:gd name="T12" fmla="*/ 2147483646 w 874"/>
                <a:gd name="T13" fmla="*/ 2147483646 h 753"/>
                <a:gd name="T14" fmla="*/ 2147483646 w 874"/>
                <a:gd name="T15" fmla="*/ 2147483646 h 753"/>
                <a:gd name="T16" fmla="*/ 2147483646 w 874"/>
                <a:gd name="T17" fmla="*/ 2147483646 h 753"/>
                <a:gd name="T18" fmla="*/ 2147483646 w 874"/>
                <a:gd name="T19" fmla="*/ 2147483646 h 753"/>
                <a:gd name="T20" fmla="*/ 0 w 874"/>
                <a:gd name="T21" fmla="*/ 2147483646 h 753"/>
                <a:gd name="T22" fmla="*/ 2147483646 w 874"/>
                <a:gd name="T23" fmla="*/ 2147483646 h 753"/>
                <a:gd name="T24" fmla="*/ 2147483646 w 874"/>
                <a:gd name="T25" fmla="*/ 2147483646 h 753"/>
                <a:gd name="T26" fmla="*/ 2147483646 w 874"/>
                <a:gd name="T27" fmla="*/ 2147483646 h 753"/>
                <a:gd name="T28" fmla="*/ 2147483646 w 874"/>
                <a:gd name="T29" fmla="*/ 2147483646 h 753"/>
                <a:gd name="T30" fmla="*/ 2147483646 w 874"/>
                <a:gd name="T31" fmla="*/ 2147483646 h 753"/>
                <a:gd name="T32" fmla="*/ 2147483646 w 874"/>
                <a:gd name="T33" fmla="*/ 2147483646 h 753"/>
                <a:gd name="T34" fmla="*/ 2147483646 w 874"/>
                <a:gd name="T35" fmla="*/ 2147483646 h 753"/>
                <a:gd name="T36" fmla="*/ 2147483646 w 874"/>
                <a:gd name="T37" fmla="*/ 2147483646 h 753"/>
                <a:gd name="T38" fmla="*/ 2147483646 w 874"/>
                <a:gd name="T39" fmla="*/ 2147483646 h 753"/>
                <a:gd name="T40" fmla="*/ 2147483646 w 874"/>
                <a:gd name="T41" fmla="*/ 2147483646 h 753"/>
                <a:gd name="T42" fmla="*/ 2147483646 w 874"/>
                <a:gd name="T43" fmla="*/ 2147483646 h 753"/>
                <a:gd name="T44" fmla="*/ 2147483646 w 874"/>
                <a:gd name="T45" fmla="*/ 2147483646 h 753"/>
                <a:gd name="T46" fmla="*/ 2147483646 w 874"/>
                <a:gd name="T47" fmla="*/ 2147483646 h 753"/>
                <a:gd name="T48" fmla="*/ 2147483646 w 874"/>
                <a:gd name="T49" fmla="*/ 2147483646 h 753"/>
                <a:gd name="T50" fmla="*/ 2147483646 w 874"/>
                <a:gd name="T51" fmla="*/ 2147483646 h 753"/>
                <a:gd name="T52" fmla="*/ 2147483646 w 874"/>
                <a:gd name="T53" fmla="*/ 2147483646 h 753"/>
                <a:gd name="T54" fmla="*/ 2147483646 w 874"/>
                <a:gd name="T55" fmla="*/ 2147483646 h 753"/>
                <a:gd name="T56" fmla="*/ 2147483646 w 874"/>
                <a:gd name="T57" fmla="*/ 2147483646 h 753"/>
                <a:gd name="T58" fmla="*/ 2147483646 w 874"/>
                <a:gd name="T59" fmla="*/ 2147483646 h 753"/>
                <a:gd name="T60" fmla="*/ 2147483646 w 874"/>
                <a:gd name="T61" fmla="*/ 2147483646 h 753"/>
                <a:gd name="T62" fmla="*/ 2147483646 w 874"/>
                <a:gd name="T63" fmla="*/ 2147483646 h 753"/>
                <a:gd name="T64" fmla="*/ 2147483646 w 874"/>
                <a:gd name="T65" fmla="*/ 2147483646 h 753"/>
                <a:gd name="T66" fmla="*/ 2147483646 w 874"/>
                <a:gd name="T67" fmla="*/ 2147483646 h 753"/>
                <a:gd name="T68" fmla="*/ 2147483646 w 874"/>
                <a:gd name="T69" fmla="*/ 2147483646 h 753"/>
                <a:gd name="T70" fmla="*/ 2147483646 w 874"/>
                <a:gd name="T71" fmla="*/ 2147483646 h 753"/>
                <a:gd name="T72" fmla="*/ 2147483646 w 874"/>
                <a:gd name="T73" fmla="*/ 2147483646 h 753"/>
                <a:gd name="T74" fmla="*/ 2147483646 w 874"/>
                <a:gd name="T75" fmla="*/ 2147483646 h 753"/>
                <a:gd name="T76" fmla="*/ 2147483646 w 874"/>
                <a:gd name="T77" fmla="*/ 2147483646 h 753"/>
                <a:gd name="T78" fmla="*/ 2147483646 w 874"/>
                <a:gd name="T79" fmla="*/ 2147483646 h 753"/>
                <a:gd name="T80" fmla="*/ 2147483646 w 874"/>
                <a:gd name="T81" fmla="*/ 2147483646 h 753"/>
                <a:gd name="T82" fmla="*/ 2147483646 w 874"/>
                <a:gd name="T83" fmla="*/ 2147483646 h 753"/>
                <a:gd name="T84" fmla="*/ 2147483646 w 874"/>
                <a:gd name="T85" fmla="*/ 2147483646 h 753"/>
                <a:gd name="T86" fmla="*/ 2147483646 w 874"/>
                <a:gd name="T87" fmla="*/ 0 h 75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74"/>
                <a:gd name="T133" fmla="*/ 0 h 753"/>
                <a:gd name="T134" fmla="*/ 874 w 874"/>
                <a:gd name="T135" fmla="*/ 753 h 75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74" h="753">
                  <a:moveTo>
                    <a:pt x="437" y="0"/>
                  </a:moveTo>
                  <a:lnTo>
                    <a:pt x="414" y="1"/>
                  </a:lnTo>
                  <a:lnTo>
                    <a:pt x="392" y="2"/>
                  </a:lnTo>
                  <a:lnTo>
                    <a:pt x="371" y="5"/>
                  </a:lnTo>
                  <a:lnTo>
                    <a:pt x="348" y="8"/>
                  </a:lnTo>
                  <a:lnTo>
                    <a:pt x="327" y="12"/>
                  </a:lnTo>
                  <a:lnTo>
                    <a:pt x="307" y="17"/>
                  </a:lnTo>
                  <a:lnTo>
                    <a:pt x="286" y="23"/>
                  </a:lnTo>
                  <a:lnTo>
                    <a:pt x="266" y="30"/>
                  </a:lnTo>
                  <a:lnTo>
                    <a:pt x="248" y="38"/>
                  </a:lnTo>
                  <a:lnTo>
                    <a:pt x="228" y="46"/>
                  </a:lnTo>
                  <a:lnTo>
                    <a:pt x="210" y="55"/>
                  </a:lnTo>
                  <a:lnTo>
                    <a:pt x="192" y="65"/>
                  </a:lnTo>
                  <a:lnTo>
                    <a:pt x="175" y="75"/>
                  </a:lnTo>
                  <a:lnTo>
                    <a:pt x="159" y="86"/>
                  </a:lnTo>
                  <a:lnTo>
                    <a:pt x="143" y="98"/>
                  </a:lnTo>
                  <a:lnTo>
                    <a:pt x="127" y="111"/>
                  </a:lnTo>
                  <a:lnTo>
                    <a:pt x="112" y="124"/>
                  </a:lnTo>
                  <a:lnTo>
                    <a:pt x="99" y="137"/>
                  </a:lnTo>
                  <a:lnTo>
                    <a:pt x="86" y="152"/>
                  </a:lnTo>
                  <a:lnTo>
                    <a:pt x="74" y="167"/>
                  </a:lnTo>
                  <a:lnTo>
                    <a:pt x="62" y="181"/>
                  </a:lnTo>
                  <a:lnTo>
                    <a:pt x="51" y="197"/>
                  </a:lnTo>
                  <a:lnTo>
                    <a:pt x="42" y="213"/>
                  </a:lnTo>
                  <a:lnTo>
                    <a:pt x="34" y="230"/>
                  </a:lnTo>
                  <a:lnTo>
                    <a:pt x="26" y="248"/>
                  </a:lnTo>
                  <a:lnTo>
                    <a:pt x="18" y="265"/>
                  </a:lnTo>
                  <a:lnTo>
                    <a:pt x="13" y="283"/>
                  </a:lnTo>
                  <a:lnTo>
                    <a:pt x="8" y="301"/>
                  </a:lnTo>
                  <a:lnTo>
                    <a:pt x="4" y="319"/>
                  </a:lnTo>
                  <a:lnTo>
                    <a:pt x="1" y="338"/>
                  </a:lnTo>
                  <a:lnTo>
                    <a:pt x="0" y="358"/>
                  </a:lnTo>
                  <a:lnTo>
                    <a:pt x="0" y="376"/>
                  </a:lnTo>
                  <a:lnTo>
                    <a:pt x="0" y="396"/>
                  </a:lnTo>
                  <a:lnTo>
                    <a:pt x="1" y="416"/>
                  </a:lnTo>
                  <a:lnTo>
                    <a:pt x="4" y="434"/>
                  </a:lnTo>
                  <a:lnTo>
                    <a:pt x="8" y="453"/>
                  </a:lnTo>
                  <a:lnTo>
                    <a:pt x="13" y="470"/>
                  </a:lnTo>
                  <a:lnTo>
                    <a:pt x="18" y="489"/>
                  </a:lnTo>
                  <a:lnTo>
                    <a:pt x="26" y="506"/>
                  </a:lnTo>
                  <a:lnTo>
                    <a:pt x="34" y="523"/>
                  </a:lnTo>
                  <a:lnTo>
                    <a:pt x="42" y="540"/>
                  </a:lnTo>
                  <a:lnTo>
                    <a:pt x="51" y="556"/>
                  </a:lnTo>
                  <a:lnTo>
                    <a:pt x="62" y="572"/>
                  </a:lnTo>
                  <a:lnTo>
                    <a:pt x="74" y="587"/>
                  </a:lnTo>
                  <a:lnTo>
                    <a:pt x="86" y="601"/>
                  </a:lnTo>
                  <a:lnTo>
                    <a:pt x="99" y="616"/>
                  </a:lnTo>
                  <a:lnTo>
                    <a:pt x="112" y="629"/>
                  </a:lnTo>
                  <a:lnTo>
                    <a:pt x="127" y="643"/>
                  </a:lnTo>
                  <a:lnTo>
                    <a:pt x="143" y="656"/>
                  </a:lnTo>
                  <a:lnTo>
                    <a:pt x="159" y="668"/>
                  </a:lnTo>
                  <a:lnTo>
                    <a:pt x="175" y="678"/>
                  </a:lnTo>
                  <a:lnTo>
                    <a:pt x="192" y="689"/>
                  </a:lnTo>
                  <a:lnTo>
                    <a:pt x="210" y="698"/>
                  </a:lnTo>
                  <a:lnTo>
                    <a:pt x="228" y="708"/>
                  </a:lnTo>
                  <a:lnTo>
                    <a:pt x="248" y="715"/>
                  </a:lnTo>
                  <a:lnTo>
                    <a:pt x="266" y="723"/>
                  </a:lnTo>
                  <a:lnTo>
                    <a:pt x="286" y="730"/>
                  </a:lnTo>
                  <a:lnTo>
                    <a:pt x="307" y="737"/>
                  </a:lnTo>
                  <a:lnTo>
                    <a:pt x="327" y="742"/>
                  </a:lnTo>
                  <a:lnTo>
                    <a:pt x="348" y="746"/>
                  </a:lnTo>
                  <a:lnTo>
                    <a:pt x="371" y="749"/>
                  </a:lnTo>
                  <a:lnTo>
                    <a:pt x="392" y="751"/>
                  </a:lnTo>
                  <a:lnTo>
                    <a:pt x="414" y="753"/>
                  </a:lnTo>
                  <a:lnTo>
                    <a:pt x="437" y="753"/>
                  </a:lnTo>
                  <a:lnTo>
                    <a:pt x="460" y="753"/>
                  </a:lnTo>
                  <a:lnTo>
                    <a:pt x="482" y="751"/>
                  </a:lnTo>
                  <a:lnTo>
                    <a:pt x="503" y="749"/>
                  </a:lnTo>
                  <a:lnTo>
                    <a:pt x="524" y="746"/>
                  </a:lnTo>
                  <a:lnTo>
                    <a:pt x="546" y="742"/>
                  </a:lnTo>
                  <a:lnTo>
                    <a:pt x="567" y="737"/>
                  </a:lnTo>
                  <a:lnTo>
                    <a:pt x="587" y="730"/>
                  </a:lnTo>
                  <a:lnTo>
                    <a:pt x="607" y="723"/>
                  </a:lnTo>
                  <a:lnTo>
                    <a:pt x="626" y="715"/>
                  </a:lnTo>
                  <a:lnTo>
                    <a:pt x="645" y="708"/>
                  </a:lnTo>
                  <a:lnTo>
                    <a:pt x="664" y="698"/>
                  </a:lnTo>
                  <a:lnTo>
                    <a:pt x="681" y="689"/>
                  </a:lnTo>
                  <a:lnTo>
                    <a:pt x="698" y="678"/>
                  </a:lnTo>
                  <a:lnTo>
                    <a:pt x="715" y="668"/>
                  </a:lnTo>
                  <a:lnTo>
                    <a:pt x="731" y="656"/>
                  </a:lnTo>
                  <a:lnTo>
                    <a:pt x="746" y="643"/>
                  </a:lnTo>
                  <a:lnTo>
                    <a:pt x="760" y="629"/>
                  </a:lnTo>
                  <a:lnTo>
                    <a:pt x="775" y="616"/>
                  </a:lnTo>
                  <a:lnTo>
                    <a:pt x="787" y="601"/>
                  </a:lnTo>
                  <a:lnTo>
                    <a:pt x="800" y="587"/>
                  </a:lnTo>
                  <a:lnTo>
                    <a:pt x="811" y="572"/>
                  </a:lnTo>
                  <a:lnTo>
                    <a:pt x="821" y="556"/>
                  </a:lnTo>
                  <a:lnTo>
                    <a:pt x="830" y="540"/>
                  </a:lnTo>
                  <a:lnTo>
                    <a:pt x="840" y="523"/>
                  </a:lnTo>
                  <a:lnTo>
                    <a:pt x="848" y="506"/>
                  </a:lnTo>
                  <a:lnTo>
                    <a:pt x="854" y="489"/>
                  </a:lnTo>
                  <a:lnTo>
                    <a:pt x="861" y="470"/>
                  </a:lnTo>
                  <a:lnTo>
                    <a:pt x="865" y="453"/>
                  </a:lnTo>
                  <a:lnTo>
                    <a:pt x="869" y="434"/>
                  </a:lnTo>
                  <a:lnTo>
                    <a:pt x="872" y="416"/>
                  </a:lnTo>
                  <a:lnTo>
                    <a:pt x="874" y="396"/>
                  </a:lnTo>
                  <a:lnTo>
                    <a:pt x="874" y="376"/>
                  </a:lnTo>
                  <a:lnTo>
                    <a:pt x="874" y="358"/>
                  </a:lnTo>
                  <a:lnTo>
                    <a:pt x="872" y="338"/>
                  </a:lnTo>
                  <a:lnTo>
                    <a:pt x="869" y="319"/>
                  </a:lnTo>
                  <a:lnTo>
                    <a:pt x="865" y="301"/>
                  </a:lnTo>
                  <a:lnTo>
                    <a:pt x="861" y="283"/>
                  </a:lnTo>
                  <a:lnTo>
                    <a:pt x="854" y="265"/>
                  </a:lnTo>
                  <a:lnTo>
                    <a:pt x="848" y="248"/>
                  </a:lnTo>
                  <a:lnTo>
                    <a:pt x="840" y="230"/>
                  </a:lnTo>
                  <a:lnTo>
                    <a:pt x="830" y="213"/>
                  </a:lnTo>
                  <a:lnTo>
                    <a:pt x="821" y="197"/>
                  </a:lnTo>
                  <a:lnTo>
                    <a:pt x="811" y="181"/>
                  </a:lnTo>
                  <a:lnTo>
                    <a:pt x="800" y="167"/>
                  </a:lnTo>
                  <a:lnTo>
                    <a:pt x="787" y="152"/>
                  </a:lnTo>
                  <a:lnTo>
                    <a:pt x="775" y="137"/>
                  </a:lnTo>
                  <a:lnTo>
                    <a:pt x="760" y="124"/>
                  </a:lnTo>
                  <a:lnTo>
                    <a:pt x="746" y="111"/>
                  </a:lnTo>
                  <a:lnTo>
                    <a:pt x="731" y="98"/>
                  </a:lnTo>
                  <a:lnTo>
                    <a:pt x="715" y="86"/>
                  </a:lnTo>
                  <a:lnTo>
                    <a:pt x="698" y="75"/>
                  </a:lnTo>
                  <a:lnTo>
                    <a:pt x="681" y="65"/>
                  </a:lnTo>
                  <a:lnTo>
                    <a:pt x="664" y="55"/>
                  </a:lnTo>
                  <a:lnTo>
                    <a:pt x="645" y="46"/>
                  </a:lnTo>
                  <a:lnTo>
                    <a:pt x="626" y="38"/>
                  </a:lnTo>
                  <a:lnTo>
                    <a:pt x="607" y="30"/>
                  </a:lnTo>
                  <a:lnTo>
                    <a:pt x="587" y="23"/>
                  </a:lnTo>
                  <a:lnTo>
                    <a:pt x="567" y="17"/>
                  </a:lnTo>
                  <a:lnTo>
                    <a:pt x="546" y="12"/>
                  </a:lnTo>
                  <a:lnTo>
                    <a:pt x="524" y="8"/>
                  </a:lnTo>
                  <a:lnTo>
                    <a:pt x="503" y="5"/>
                  </a:lnTo>
                  <a:lnTo>
                    <a:pt x="482" y="2"/>
                  </a:lnTo>
                  <a:lnTo>
                    <a:pt x="460" y="1"/>
                  </a:lnTo>
                  <a:lnTo>
                    <a:pt x="437" y="0"/>
                  </a:lnTo>
                </a:path>
              </a:pathLst>
            </a:custGeom>
            <a:solidFill>
              <a:schemeClr val="bg1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68" name="Rectangle 25">
              <a:extLst>
                <a:ext uri="{FF2B5EF4-FFF2-40B4-BE49-F238E27FC236}">
                  <a16:creationId xmlns:a16="http://schemas.microsoft.com/office/drawing/2014/main" id="{DC6E8F05-0124-4198-BF6E-4A25D7956D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7663" y="1031875"/>
              <a:ext cx="396875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Idle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69" name="Freeform 26">
              <a:extLst>
                <a:ext uri="{FF2B5EF4-FFF2-40B4-BE49-F238E27FC236}">
                  <a16:creationId xmlns:a16="http://schemas.microsoft.com/office/drawing/2014/main" id="{A09D4393-0A07-43E6-AD15-DEB4B3E26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925" y="2014538"/>
              <a:ext cx="1192213" cy="596900"/>
            </a:xfrm>
            <a:custGeom>
              <a:avLst/>
              <a:gdLst>
                <a:gd name="T0" fmla="*/ 2147483646 w 1502"/>
                <a:gd name="T1" fmla="*/ 2147483646 h 753"/>
                <a:gd name="T2" fmla="*/ 2147483646 w 1502"/>
                <a:gd name="T3" fmla="*/ 2147483646 h 753"/>
                <a:gd name="T4" fmla="*/ 2147483646 w 1502"/>
                <a:gd name="T5" fmla="*/ 2147483646 h 753"/>
                <a:gd name="T6" fmla="*/ 2147483646 w 1502"/>
                <a:gd name="T7" fmla="*/ 2147483646 h 753"/>
                <a:gd name="T8" fmla="*/ 2147483646 w 1502"/>
                <a:gd name="T9" fmla="*/ 2147483646 h 753"/>
                <a:gd name="T10" fmla="*/ 2147483646 w 1502"/>
                <a:gd name="T11" fmla="*/ 2147483646 h 753"/>
                <a:gd name="T12" fmla="*/ 2147483646 w 1502"/>
                <a:gd name="T13" fmla="*/ 2147483646 h 753"/>
                <a:gd name="T14" fmla="*/ 2147483646 w 1502"/>
                <a:gd name="T15" fmla="*/ 2147483646 h 753"/>
                <a:gd name="T16" fmla="*/ 2147483646 w 1502"/>
                <a:gd name="T17" fmla="*/ 2147483646 h 753"/>
                <a:gd name="T18" fmla="*/ 2147483646 w 1502"/>
                <a:gd name="T19" fmla="*/ 2147483646 h 753"/>
                <a:gd name="T20" fmla="*/ 0 w 1502"/>
                <a:gd name="T21" fmla="*/ 2147483646 h 753"/>
                <a:gd name="T22" fmla="*/ 2147483646 w 1502"/>
                <a:gd name="T23" fmla="*/ 2147483646 h 753"/>
                <a:gd name="T24" fmla="*/ 2147483646 w 1502"/>
                <a:gd name="T25" fmla="*/ 2147483646 h 753"/>
                <a:gd name="T26" fmla="*/ 2147483646 w 1502"/>
                <a:gd name="T27" fmla="*/ 2147483646 h 753"/>
                <a:gd name="T28" fmla="*/ 2147483646 w 1502"/>
                <a:gd name="T29" fmla="*/ 2147483646 h 753"/>
                <a:gd name="T30" fmla="*/ 2147483646 w 1502"/>
                <a:gd name="T31" fmla="*/ 2147483646 h 753"/>
                <a:gd name="T32" fmla="*/ 2147483646 w 1502"/>
                <a:gd name="T33" fmla="*/ 2147483646 h 753"/>
                <a:gd name="T34" fmla="*/ 2147483646 w 1502"/>
                <a:gd name="T35" fmla="*/ 2147483646 h 753"/>
                <a:gd name="T36" fmla="*/ 2147483646 w 1502"/>
                <a:gd name="T37" fmla="*/ 2147483646 h 753"/>
                <a:gd name="T38" fmla="*/ 2147483646 w 1502"/>
                <a:gd name="T39" fmla="*/ 2147483646 h 753"/>
                <a:gd name="T40" fmla="*/ 2147483646 w 1502"/>
                <a:gd name="T41" fmla="*/ 2147483646 h 753"/>
                <a:gd name="T42" fmla="*/ 2147483646 w 1502"/>
                <a:gd name="T43" fmla="*/ 2147483646 h 753"/>
                <a:gd name="T44" fmla="*/ 2147483646 w 1502"/>
                <a:gd name="T45" fmla="*/ 2147483646 h 753"/>
                <a:gd name="T46" fmla="*/ 2147483646 w 1502"/>
                <a:gd name="T47" fmla="*/ 2147483646 h 753"/>
                <a:gd name="T48" fmla="*/ 2147483646 w 1502"/>
                <a:gd name="T49" fmla="*/ 2147483646 h 753"/>
                <a:gd name="T50" fmla="*/ 2147483646 w 1502"/>
                <a:gd name="T51" fmla="*/ 2147483646 h 753"/>
                <a:gd name="T52" fmla="*/ 2147483646 w 1502"/>
                <a:gd name="T53" fmla="*/ 2147483646 h 753"/>
                <a:gd name="T54" fmla="*/ 2147483646 w 1502"/>
                <a:gd name="T55" fmla="*/ 2147483646 h 753"/>
                <a:gd name="T56" fmla="*/ 2147483646 w 1502"/>
                <a:gd name="T57" fmla="*/ 2147483646 h 753"/>
                <a:gd name="T58" fmla="*/ 2147483646 w 1502"/>
                <a:gd name="T59" fmla="*/ 2147483646 h 753"/>
                <a:gd name="T60" fmla="*/ 2147483646 w 1502"/>
                <a:gd name="T61" fmla="*/ 2147483646 h 753"/>
                <a:gd name="T62" fmla="*/ 2147483646 w 1502"/>
                <a:gd name="T63" fmla="*/ 2147483646 h 753"/>
                <a:gd name="T64" fmla="*/ 2147483646 w 1502"/>
                <a:gd name="T65" fmla="*/ 2147483646 h 753"/>
                <a:gd name="T66" fmla="*/ 2147483646 w 1502"/>
                <a:gd name="T67" fmla="*/ 2147483646 h 753"/>
                <a:gd name="T68" fmla="*/ 2147483646 w 1502"/>
                <a:gd name="T69" fmla="*/ 2147483646 h 753"/>
                <a:gd name="T70" fmla="*/ 2147483646 w 1502"/>
                <a:gd name="T71" fmla="*/ 2147483646 h 753"/>
                <a:gd name="T72" fmla="*/ 2147483646 w 1502"/>
                <a:gd name="T73" fmla="*/ 2147483646 h 753"/>
                <a:gd name="T74" fmla="*/ 2147483646 w 1502"/>
                <a:gd name="T75" fmla="*/ 2147483646 h 753"/>
                <a:gd name="T76" fmla="*/ 2147483646 w 1502"/>
                <a:gd name="T77" fmla="*/ 2147483646 h 753"/>
                <a:gd name="T78" fmla="*/ 2147483646 w 1502"/>
                <a:gd name="T79" fmla="*/ 2147483646 h 753"/>
                <a:gd name="T80" fmla="*/ 2147483646 w 1502"/>
                <a:gd name="T81" fmla="*/ 2147483646 h 753"/>
                <a:gd name="T82" fmla="*/ 2147483646 w 1502"/>
                <a:gd name="T83" fmla="*/ 2147483646 h 753"/>
                <a:gd name="T84" fmla="*/ 2147483646 w 1502"/>
                <a:gd name="T85" fmla="*/ 2147483646 h 753"/>
                <a:gd name="T86" fmla="*/ 2147483646 w 1502"/>
                <a:gd name="T87" fmla="*/ 0 h 75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02"/>
                <a:gd name="T133" fmla="*/ 0 h 753"/>
                <a:gd name="T134" fmla="*/ 1502 w 1502"/>
                <a:gd name="T135" fmla="*/ 753 h 75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02" h="753">
                  <a:moveTo>
                    <a:pt x="751" y="0"/>
                  </a:moveTo>
                  <a:lnTo>
                    <a:pt x="712" y="2"/>
                  </a:lnTo>
                  <a:lnTo>
                    <a:pt x="674" y="3"/>
                  </a:lnTo>
                  <a:lnTo>
                    <a:pt x="637" y="6"/>
                  </a:lnTo>
                  <a:lnTo>
                    <a:pt x="600" y="8"/>
                  </a:lnTo>
                  <a:lnTo>
                    <a:pt x="563" y="12"/>
                  </a:lnTo>
                  <a:lnTo>
                    <a:pt x="528" y="18"/>
                  </a:lnTo>
                  <a:lnTo>
                    <a:pt x="492" y="24"/>
                  </a:lnTo>
                  <a:lnTo>
                    <a:pt x="458" y="31"/>
                  </a:lnTo>
                  <a:lnTo>
                    <a:pt x="425" y="39"/>
                  </a:lnTo>
                  <a:lnTo>
                    <a:pt x="393" y="47"/>
                  </a:lnTo>
                  <a:lnTo>
                    <a:pt x="361" y="56"/>
                  </a:lnTo>
                  <a:lnTo>
                    <a:pt x="331" y="65"/>
                  </a:lnTo>
                  <a:lnTo>
                    <a:pt x="302" y="76"/>
                  </a:lnTo>
                  <a:lnTo>
                    <a:pt x="274" y="86"/>
                  </a:lnTo>
                  <a:lnTo>
                    <a:pt x="246" y="98"/>
                  </a:lnTo>
                  <a:lnTo>
                    <a:pt x="220" y="112"/>
                  </a:lnTo>
                  <a:lnTo>
                    <a:pt x="194" y="125"/>
                  </a:lnTo>
                  <a:lnTo>
                    <a:pt x="172" y="138"/>
                  </a:lnTo>
                  <a:lnTo>
                    <a:pt x="149" y="153"/>
                  </a:lnTo>
                  <a:lnTo>
                    <a:pt x="128" y="167"/>
                  </a:lnTo>
                  <a:lnTo>
                    <a:pt x="108" y="182"/>
                  </a:lnTo>
                  <a:lnTo>
                    <a:pt x="91" y="198"/>
                  </a:lnTo>
                  <a:lnTo>
                    <a:pt x="74" y="214"/>
                  </a:lnTo>
                  <a:lnTo>
                    <a:pt x="59" y="231"/>
                  </a:lnTo>
                  <a:lnTo>
                    <a:pt x="46" y="248"/>
                  </a:lnTo>
                  <a:lnTo>
                    <a:pt x="34" y="265"/>
                  </a:lnTo>
                  <a:lnTo>
                    <a:pt x="23" y="284"/>
                  </a:lnTo>
                  <a:lnTo>
                    <a:pt x="16" y="301"/>
                  </a:lnTo>
                  <a:lnTo>
                    <a:pt x="9" y="320"/>
                  </a:lnTo>
                  <a:lnTo>
                    <a:pt x="4" y="338"/>
                  </a:lnTo>
                  <a:lnTo>
                    <a:pt x="1" y="358"/>
                  </a:lnTo>
                  <a:lnTo>
                    <a:pt x="0" y="377"/>
                  </a:lnTo>
                  <a:lnTo>
                    <a:pt x="1" y="397"/>
                  </a:lnTo>
                  <a:lnTo>
                    <a:pt x="4" y="417"/>
                  </a:lnTo>
                  <a:lnTo>
                    <a:pt x="9" y="435"/>
                  </a:lnTo>
                  <a:lnTo>
                    <a:pt x="16" y="454"/>
                  </a:lnTo>
                  <a:lnTo>
                    <a:pt x="23" y="471"/>
                  </a:lnTo>
                  <a:lnTo>
                    <a:pt x="34" y="489"/>
                  </a:lnTo>
                  <a:lnTo>
                    <a:pt x="46" y="507"/>
                  </a:lnTo>
                  <a:lnTo>
                    <a:pt x="59" y="524"/>
                  </a:lnTo>
                  <a:lnTo>
                    <a:pt x="74" y="541"/>
                  </a:lnTo>
                  <a:lnTo>
                    <a:pt x="91" y="557"/>
                  </a:lnTo>
                  <a:lnTo>
                    <a:pt x="108" y="573"/>
                  </a:lnTo>
                  <a:lnTo>
                    <a:pt x="128" y="588"/>
                  </a:lnTo>
                  <a:lnTo>
                    <a:pt x="149" y="602"/>
                  </a:lnTo>
                  <a:lnTo>
                    <a:pt x="172" y="617"/>
                  </a:lnTo>
                  <a:lnTo>
                    <a:pt x="194" y="630"/>
                  </a:lnTo>
                  <a:lnTo>
                    <a:pt x="220" y="643"/>
                  </a:lnTo>
                  <a:lnTo>
                    <a:pt x="246" y="657"/>
                  </a:lnTo>
                  <a:lnTo>
                    <a:pt x="274" y="668"/>
                  </a:lnTo>
                  <a:lnTo>
                    <a:pt x="302" y="679"/>
                  </a:lnTo>
                  <a:lnTo>
                    <a:pt x="331" y="690"/>
                  </a:lnTo>
                  <a:lnTo>
                    <a:pt x="361" y="699"/>
                  </a:lnTo>
                  <a:lnTo>
                    <a:pt x="393" y="708"/>
                  </a:lnTo>
                  <a:lnTo>
                    <a:pt x="425" y="716"/>
                  </a:lnTo>
                  <a:lnTo>
                    <a:pt x="458" y="724"/>
                  </a:lnTo>
                  <a:lnTo>
                    <a:pt x="492" y="731"/>
                  </a:lnTo>
                  <a:lnTo>
                    <a:pt x="528" y="737"/>
                  </a:lnTo>
                  <a:lnTo>
                    <a:pt x="563" y="743"/>
                  </a:lnTo>
                  <a:lnTo>
                    <a:pt x="600" y="747"/>
                  </a:lnTo>
                  <a:lnTo>
                    <a:pt x="637" y="749"/>
                  </a:lnTo>
                  <a:lnTo>
                    <a:pt x="674" y="752"/>
                  </a:lnTo>
                  <a:lnTo>
                    <a:pt x="712" y="753"/>
                  </a:lnTo>
                  <a:lnTo>
                    <a:pt x="751" y="753"/>
                  </a:lnTo>
                  <a:lnTo>
                    <a:pt x="789" y="753"/>
                  </a:lnTo>
                  <a:lnTo>
                    <a:pt x="828" y="752"/>
                  </a:lnTo>
                  <a:lnTo>
                    <a:pt x="866" y="749"/>
                  </a:lnTo>
                  <a:lnTo>
                    <a:pt x="902" y="747"/>
                  </a:lnTo>
                  <a:lnTo>
                    <a:pt x="939" y="743"/>
                  </a:lnTo>
                  <a:lnTo>
                    <a:pt x="975" y="737"/>
                  </a:lnTo>
                  <a:lnTo>
                    <a:pt x="1009" y="731"/>
                  </a:lnTo>
                  <a:lnTo>
                    <a:pt x="1044" y="724"/>
                  </a:lnTo>
                  <a:lnTo>
                    <a:pt x="1077" y="716"/>
                  </a:lnTo>
                  <a:lnTo>
                    <a:pt x="1109" y="708"/>
                  </a:lnTo>
                  <a:lnTo>
                    <a:pt x="1140" y="699"/>
                  </a:lnTo>
                  <a:lnTo>
                    <a:pt x="1171" y="690"/>
                  </a:lnTo>
                  <a:lnTo>
                    <a:pt x="1200" y="679"/>
                  </a:lnTo>
                  <a:lnTo>
                    <a:pt x="1229" y="668"/>
                  </a:lnTo>
                  <a:lnTo>
                    <a:pt x="1256" y="657"/>
                  </a:lnTo>
                  <a:lnTo>
                    <a:pt x="1282" y="643"/>
                  </a:lnTo>
                  <a:lnTo>
                    <a:pt x="1307" y="630"/>
                  </a:lnTo>
                  <a:lnTo>
                    <a:pt x="1331" y="617"/>
                  </a:lnTo>
                  <a:lnTo>
                    <a:pt x="1354" y="602"/>
                  </a:lnTo>
                  <a:lnTo>
                    <a:pt x="1374" y="588"/>
                  </a:lnTo>
                  <a:lnTo>
                    <a:pt x="1393" y="573"/>
                  </a:lnTo>
                  <a:lnTo>
                    <a:pt x="1412" y="557"/>
                  </a:lnTo>
                  <a:lnTo>
                    <a:pt x="1428" y="541"/>
                  </a:lnTo>
                  <a:lnTo>
                    <a:pt x="1444" y="524"/>
                  </a:lnTo>
                  <a:lnTo>
                    <a:pt x="1457" y="507"/>
                  </a:lnTo>
                  <a:lnTo>
                    <a:pt x="1469" y="489"/>
                  </a:lnTo>
                  <a:lnTo>
                    <a:pt x="1478" y="471"/>
                  </a:lnTo>
                  <a:lnTo>
                    <a:pt x="1487" y="454"/>
                  </a:lnTo>
                  <a:lnTo>
                    <a:pt x="1494" y="435"/>
                  </a:lnTo>
                  <a:lnTo>
                    <a:pt x="1498" y="417"/>
                  </a:lnTo>
                  <a:lnTo>
                    <a:pt x="1501" y="397"/>
                  </a:lnTo>
                  <a:lnTo>
                    <a:pt x="1502" y="377"/>
                  </a:lnTo>
                  <a:lnTo>
                    <a:pt x="1501" y="358"/>
                  </a:lnTo>
                  <a:lnTo>
                    <a:pt x="1498" y="338"/>
                  </a:lnTo>
                  <a:lnTo>
                    <a:pt x="1494" y="320"/>
                  </a:lnTo>
                  <a:lnTo>
                    <a:pt x="1487" y="301"/>
                  </a:lnTo>
                  <a:lnTo>
                    <a:pt x="1478" y="284"/>
                  </a:lnTo>
                  <a:lnTo>
                    <a:pt x="1469" y="265"/>
                  </a:lnTo>
                  <a:lnTo>
                    <a:pt x="1457" y="248"/>
                  </a:lnTo>
                  <a:lnTo>
                    <a:pt x="1444" y="231"/>
                  </a:lnTo>
                  <a:lnTo>
                    <a:pt x="1428" y="214"/>
                  </a:lnTo>
                  <a:lnTo>
                    <a:pt x="1412" y="198"/>
                  </a:lnTo>
                  <a:lnTo>
                    <a:pt x="1393" y="182"/>
                  </a:lnTo>
                  <a:lnTo>
                    <a:pt x="1374" y="167"/>
                  </a:lnTo>
                  <a:lnTo>
                    <a:pt x="1354" y="153"/>
                  </a:lnTo>
                  <a:lnTo>
                    <a:pt x="1331" y="138"/>
                  </a:lnTo>
                  <a:lnTo>
                    <a:pt x="1307" y="125"/>
                  </a:lnTo>
                  <a:lnTo>
                    <a:pt x="1282" y="112"/>
                  </a:lnTo>
                  <a:lnTo>
                    <a:pt x="1256" y="98"/>
                  </a:lnTo>
                  <a:lnTo>
                    <a:pt x="1229" y="86"/>
                  </a:lnTo>
                  <a:lnTo>
                    <a:pt x="1200" y="76"/>
                  </a:lnTo>
                  <a:lnTo>
                    <a:pt x="1171" y="65"/>
                  </a:lnTo>
                  <a:lnTo>
                    <a:pt x="1140" y="56"/>
                  </a:lnTo>
                  <a:lnTo>
                    <a:pt x="1109" y="47"/>
                  </a:lnTo>
                  <a:lnTo>
                    <a:pt x="1077" y="39"/>
                  </a:lnTo>
                  <a:lnTo>
                    <a:pt x="1044" y="31"/>
                  </a:lnTo>
                  <a:lnTo>
                    <a:pt x="1009" y="24"/>
                  </a:lnTo>
                  <a:lnTo>
                    <a:pt x="975" y="18"/>
                  </a:lnTo>
                  <a:lnTo>
                    <a:pt x="939" y="12"/>
                  </a:lnTo>
                  <a:lnTo>
                    <a:pt x="902" y="8"/>
                  </a:lnTo>
                  <a:lnTo>
                    <a:pt x="866" y="6"/>
                  </a:lnTo>
                  <a:lnTo>
                    <a:pt x="828" y="3"/>
                  </a:lnTo>
                  <a:lnTo>
                    <a:pt x="789" y="2"/>
                  </a:lnTo>
                  <a:lnTo>
                    <a:pt x="751" y="0"/>
                  </a:lnTo>
                </a:path>
              </a:pathLst>
            </a:custGeom>
            <a:solidFill>
              <a:schemeClr val="bg1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70" name="Freeform 27">
              <a:extLst>
                <a:ext uri="{FF2B5EF4-FFF2-40B4-BE49-F238E27FC236}">
                  <a16:creationId xmlns:a16="http://schemas.microsoft.com/office/drawing/2014/main" id="{9220F899-12FA-4E39-8360-33268E49E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250" y="3468688"/>
              <a:ext cx="125413" cy="104775"/>
            </a:xfrm>
            <a:custGeom>
              <a:avLst/>
              <a:gdLst>
                <a:gd name="T0" fmla="*/ 2147483646 w 159"/>
                <a:gd name="T1" fmla="*/ 0 h 133"/>
                <a:gd name="T2" fmla="*/ 0 w 159"/>
                <a:gd name="T3" fmla="*/ 2147483646 h 133"/>
                <a:gd name="T4" fmla="*/ 2147483646 w 159"/>
                <a:gd name="T5" fmla="*/ 2147483646 h 133"/>
                <a:gd name="T6" fmla="*/ 2147483646 w 159"/>
                <a:gd name="T7" fmla="*/ 2147483646 h 133"/>
                <a:gd name="T8" fmla="*/ 2147483646 w 159"/>
                <a:gd name="T9" fmla="*/ 0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133"/>
                <a:gd name="T17" fmla="*/ 159 w 159"/>
                <a:gd name="T18" fmla="*/ 133 h 1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133">
                  <a:moveTo>
                    <a:pt x="106" y="0"/>
                  </a:moveTo>
                  <a:lnTo>
                    <a:pt x="0" y="133"/>
                  </a:lnTo>
                  <a:lnTo>
                    <a:pt x="159" y="53"/>
                  </a:lnTo>
                  <a:lnTo>
                    <a:pt x="133" y="27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71" name="Freeform 28">
              <a:extLst>
                <a:ext uri="{FF2B5EF4-FFF2-40B4-BE49-F238E27FC236}">
                  <a16:creationId xmlns:a16="http://schemas.microsoft.com/office/drawing/2014/main" id="{A2CD8637-9DEC-451B-BAAA-BA386B21A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738" y="1227138"/>
              <a:ext cx="676275" cy="2257425"/>
            </a:xfrm>
            <a:custGeom>
              <a:avLst/>
              <a:gdLst>
                <a:gd name="T0" fmla="*/ 0 w 850"/>
                <a:gd name="T1" fmla="*/ 0 h 2845"/>
                <a:gd name="T2" fmla="*/ 2147483646 w 850"/>
                <a:gd name="T3" fmla="*/ 2147483646 h 2845"/>
                <a:gd name="T4" fmla="*/ 2147483646 w 850"/>
                <a:gd name="T5" fmla="*/ 2147483646 h 2845"/>
                <a:gd name="T6" fmla="*/ 2147483646 w 850"/>
                <a:gd name="T7" fmla="*/ 2147483646 h 2845"/>
                <a:gd name="T8" fmla="*/ 2147483646 w 850"/>
                <a:gd name="T9" fmla="*/ 2147483646 h 2845"/>
                <a:gd name="T10" fmla="*/ 2147483646 w 850"/>
                <a:gd name="T11" fmla="*/ 2147483646 h 2845"/>
                <a:gd name="T12" fmla="*/ 2147483646 w 850"/>
                <a:gd name="T13" fmla="*/ 2147483646 h 2845"/>
                <a:gd name="T14" fmla="*/ 2147483646 w 850"/>
                <a:gd name="T15" fmla="*/ 2147483646 h 2845"/>
                <a:gd name="T16" fmla="*/ 2147483646 w 850"/>
                <a:gd name="T17" fmla="*/ 2147483646 h 2845"/>
                <a:gd name="T18" fmla="*/ 2147483646 w 850"/>
                <a:gd name="T19" fmla="*/ 2147483646 h 2845"/>
                <a:gd name="T20" fmla="*/ 2147483646 w 850"/>
                <a:gd name="T21" fmla="*/ 2147483646 h 2845"/>
                <a:gd name="T22" fmla="*/ 2147483646 w 850"/>
                <a:gd name="T23" fmla="*/ 2147483646 h 2845"/>
                <a:gd name="T24" fmla="*/ 2147483646 w 850"/>
                <a:gd name="T25" fmla="*/ 2147483646 h 2845"/>
                <a:gd name="T26" fmla="*/ 2147483646 w 850"/>
                <a:gd name="T27" fmla="*/ 2147483646 h 2845"/>
                <a:gd name="T28" fmla="*/ 2147483646 w 850"/>
                <a:gd name="T29" fmla="*/ 2147483646 h 2845"/>
                <a:gd name="T30" fmla="*/ 2147483646 w 850"/>
                <a:gd name="T31" fmla="*/ 2147483646 h 2845"/>
                <a:gd name="T32" fmla="*/ 2147483646 w 850"/>
                <a:gd name="T33" fmla="*/ 2147483646 h 2845"/>
                <a:gd name="T34" fmla="*/ 2147483646 w 850"/>
                <a:gd name="T35" fmla="*/ 2147483646 h 2845"/>
                <a:gd name="T36" fmla="*/ 2147483646 w 850"/>
                <a:gd name="T37" fmla="*/ 2147483646 h 2845"/>
                <a:gd name="T38" fmla="*/ 2147483646 w 850"/>
                <a:gd name="T39" fmla="*/ 2147483646 h 2845"/>
                <a:gd name="T40" fmla="*/ 2147483646 w 850"/>
                <a:gd name="T41" fmla="*/ 2147483646 h 2845"/>
                <a:gd name="T42" fmla="*/ 2147483646 w 850"/>
                <a:gd name="T43" fmla="*/ 2147483646 h 2845"/>
                <a:gd name="T44" fmla="*/ 2147483646 w 850"/>
                <a:gd name="T45" fmla="*/ 2147483646 h 2845"/>
                <a:gd name="T46" fmla="*/ 2147483646 w 850"/>
                <a:gd name="T47" fmla="*/ 2147483646 h 2845"/>
                <a:gd name="T48" fmla="*/ 2147483646 w 850"/>
                <a:gd name="T49" fmla="*/ 2147483646 h 2845"/>
                <a:gd name="T50" fmla="*/ 2147483646 w 850"/>
                <a:gd name="T51" fmla="*/ 2147483646 h 2845"/>
                <a:gd name="T52" fmla="*/ 2147483646 w 850"/>
                <a:gd name="T53" fmla="*/ 2147483646 h 2845"/>
                <a:gd name="T54" fmla="*/ 2147483646 w 850"/>
                <a:gd name="T55" fmla="*/ 2147483646 h 2845"/>
                <a:gd name="T56" fmla="*/ 2147483646 w 850"/>
                <a:gd name="T57" fmla="*/ 2147483646 h 2845"/>
                <a:gd name="T58" fmla="*/ 2147483646 w 850"/>
                <a:gd name="T59" fmla="*/ 2147483646 h 2845"/>
                <a:gd name="T60" fmla="*/ 2147483646 w 850"/>
                <a:gd name="T61" fmla="*/ 2147483646 h 2845"/>
                <a:gd name="T62" fmla="*/ 2147483646 w 850"/>
                <a:gd name="T63" fmla="*/ 2147483646 h 2845"/>
                <a:gd name="T64" fmla="*/ 2147483646 w 850"/>
                <a:gd name="T65" fmla="*/ 2147483646 h 284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850"/>
                <a:gd name="T100" fmla="*/ 0 h 2845"/>
                <a:gd name="T101" fmla="*/ 850 w 850"/>
                <a:gd name="T102" fmla="*/ 2845 h 284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850" h="2845">
                  <a:moveTo>
                    <a:pt x="0" y="0"/>
                  </a:moveTo>
                  <a:lnTo>
                    <a:pt x="91" y="61"/>
                  </a:lnTo>
                  <a:lnTo>
                    <a:pt x="177" y="128"/>
                  </a:lnTo>
                  <a:lnTo>
                    <a:pt x="257" y="201"/>
                  </a:lnTo>
                  <a:lnTo>
                    <a:pt x="331" y="279"/>
                  </a:lnTo>
                  <a:lnTo>
                    <a:pt x="401" y="363"/>
                  </a:lnTo>
                  <a:lnTo>
                    <a:pt x="465" y="452"/>
                  </a:lnTo>
                  <a:lnTo>
                    <a:pt x="525" y="545"/>
                  </a:lnTo>
                  <a:lnTo>
                    <a:pt x="579" y="640"/>
                  </a:lnTo>
                  <a:lnTo>
                    <a:pt x="627" y="739"/>
                  </a:lnTo>
                  <a:lnTo>
                    <a:pt x="670" y="842"/>
                  </a:lnTo>
                  <a:lnTo>
                    <a:pt x="710" y="946"/>
                  </a:lnTo>
                  <a:lnTo>
                    <a:pt x="743" y="1052"/>
                  </a:lnTo>
                  <a:lnTo>
                    <a:pt x="772" y="1160"/>
                  </a:lnTo>
                  <a:lnTo>
                    <a:pt x="797" y="1268"/>
                  </a:lnTo>
                  <a:lnTo>
                    <a:pt x="817" y="1377"/>
                  </a:lnTo>
                  <a:lnTo>
                    <a:pt x="832" y="1486"/>
                  </a:lnTo>
                  <a:lnTo>
                    <a:pt x="843" y="1594"/>
                  </a:lnTo>
                  <a:lnTo>
                    <a:pt x="849" y="1702"/>
                  </a:lnTo>
                  <a:lnTo>
                    <a:pt x="850" y="1808"/>
                  </a:lnTo>
                  <a:lnTo>
                    <a:pt x="848" y="1913"/>
                  </a:lnTo>
                  <a:lnTo>
                    <a:pt x="841" y="2013"/>
                  </a:lnTo>
                  <a:lnTo>
                    <a:pt x="831" y="2113"/>
                  </a:lnTo>
                  <a:lnTo>
                    <a:pt x="815" y="2208"/>
                  </a:lnTo>
                  <a:lnTo>
                    <a:pt x="795" y="2300"/>
                  </a:lnTo>
                  <a:lnTo>
                    <a:pt x="772" y="2389"/>
                  </a:lnTo>
                  <a:lnTo>
                    <a:pt x="745" y="2471"/>
                  </a:lnTo>
                  <a:lnTo>
                    <a:pt x="714" y="2549"/>
                  </a:lnTo>
                  <a:lnTo>
                    <a:pt x="678" y="2621"/>
                  </a:lnTo>
                  <a:lnTo>
                    <a:pt x="640" y="2687"/>
                  </a:lnTo>
                  <a:lnTo>
                    <a:pt x="597" y="2746"/>
                  </a:lnTo>
                  <a:lnTo>
                    <a:pt x="551" y="2800"/>
                  </a:lnTo>
                  <a:lnTo>
                    <a:pt x="502" y="2845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72" name="Rectangle 29">
              <a:extLst>
                <a:ext uri="{FF2B5EF4-FFF2-40B4-BE49-F238E27FC236}">
                  <a16:creationId xmlns:a16="http://schemas.microsoft.com/office/drawing/2014/main" id="{E31C0B12-B8B4-4F33-B6CA-175F514F1C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2650" y="388938"/>
              <a:ext cx="4381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73" name="Freeform 30">
              <a:extLst>
                <a:ext uri="{FF2B5EF4-FFF2-40B4-BE49-F238E27FC236}">
                  <a16:creationId xmlns:a16="http://schemas.microsoft.com/office/drawing/2014/main" id="{39B96BF2-9B07-4794-BD32-7F06CEB14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600" y="795338"/>
              <a:ext cx="125413" cy="104775"/>
            </a:xfrm>
            <a:custGeom>
              <a:avLst/>
              <a:gdLst>
                <a:gd name="T0" fmla="*/ 0 w 159"/>
                <a:gd name="T1" fmla="*/ 2147483646 h 133"/>
                <a:gd name="T2" fmla="*/ 2147483646 w 159"/>
                <a:gd name="T3" fmla="*/ 2147483646 h 133"/>
                <a:gd name="T4" fmla="*/ 2147483646 w 159"/>
                <a:gd name="T5" fmla="*/ 0 h 133"/>
                <a:gd name="T6" fmla="*/ 2147483646 w 159"/>
                <a:gd name="T7" fmla="*/ 2147483646 h 133"/>
                <a:gd name="T8" fmla="*/ 0 w 159"/>
                <a:gd name="T9" fmla="*/ 2147483646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133"/>
                <a:gd name="T17" fmla="*/ 159 w 159"/>
                <a:gd name="T18" fmla="*/ 133 h 1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133">
                  <a:moveTo>
                    <a:pt x="0" y="53"/>
                  </a:moveTo>
                  <a:lnTo>
                    <a:pt x="159" y="133"/>
                  </a:lnTo>
                  <a:lnTo>
                    <a:pt x="53" y="0"/>
                  </a:lnTo>
                  <a:lnTo>
                    <a:pt x="27" y="27"/>
                  </a:lnTo>
                  <a:lnTo>
                    <a:pt x="0" y="53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74" name="Line 31">
              <a:extLst>
                <a:ext uri="{FF2B5EF4-FFF2-40B4-BE49-F238E27FC236}">
                  <a16:creationId xmlns:a16="http://schemas.microsoft.com/office/drawing/2014/main" id="{0DEAC381-2910-40F5-81EB-2DDB2E2CEF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0463" y="627063"/>
              <a:ext cx="231775" cy="188912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75" name="Rectangle 32">
              <a:extLst>
                <a:ext uri="{FF2B5EF4-FFF2-40B4-BE49-F238E27FC236}">
                  <a16:creationId xmlns:a16="http://schemas.microsoft.com/office/drawing/2014/main" id="{C997CC62-2D08-44A4-8434-7E6BB11A29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2650" y="2835275"/>
              <a:ext cx="4381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1xx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76" name="Rectangle 33">
              <a:extLst>
                <a:ext uri="{FF2B5EF4-FFF2-40B4-BE49-F238E27FC236}">
                  <a16:creationId xmlns:a16="http://schemas.microsoft.com/office/drawing/2014/main" id="{1204EB97-33BC-4EEC-BE98-1DEC3834CA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9450" y="406400"/>
              <a:ext cx="5842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Reset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77" name="Rectangle 34">
              <a:extLst>
                <a:ext uri="{FF2B5EF4-FFF2-40B4-BE49-F238E27FC236}">
                  <a16:creationId xmlns:a16="http://schemas.microsoft.com/office/drawing/2014/main" id="{89A69F18-FFFD-4665-8A88-EDEA435FBF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4450" y="2190750"/>
              <a:ext cx="4445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gnt1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78" name="Rectangle 35">
              <a:extLst>
                <a:ext uri="{FF2B5EF4-FFF2-40B4-BE49-F238E27FC236}">
                  <a16:creationId xmlns:a16="http://schemas.microsoft.com/office/drawing/2014/main" id="{322E8D62-C7A3-48FB-BA84-D52AE078D7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6413" y="2190750"/>
              <a:ext cx="234950" cy="269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79" name="Rectangle 36">
              <a:extLst>
                <a:ext uri="{FF2B5EF4-FFF2-40B4-BE49-F238E27FC236}">
                  <a16:creationId xmlns:a16="http://schemas.microsoft.com/office/drawing/2014/main" id="{4E5D4401-6DE1-4AB3-B578-DF18F1CFC2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8013" y="2286000"/>
              <a:ext cx="176212" cy="211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80" name="Rectangle 37">
              <a:extLst>
                <a:ext uri="{FF2B5EF4-FFF2-40B4-BE49-F238E27FC236}">
                  <a16:creationId xmlns:a16="http://schemas.microsoft.com/office/drawing/2014/main" id="{6FB20A75-7D5A-411E-8CC2-38490D373C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8625" y="2184400"/>
              <a:ext cx="206375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panose="05050102010706020507" pitchFamily="18" charset="2"/>
                  <a:ea typeface="MS PGothic" panose="020B0600070205080204" pitchFamily="34" charset="-128"/>
                  <a:cs typeface="+mn-cs"/>
                </a:rPr>
                <a:t>¤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81" name="Rectangle 38">
              <a:extLst>
                <a:ext uri="{FF2B5EF4-FFF2-40B4-BE49-F238E27FC236}">
                  <a16:creationId xmlns:a16="http://schemas.microsoft.com/office/drawing/2014/main" id="{050C57D6-C939-41CC-8436-89004E2A54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8838" y="2190750"/>
              <a:ext cx="2333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82" name="Freeform 39">
              <a:extLst>
                <a:ext uri="{FF2B5EF4-FFF2-40B4-BE49-F238E27FC236}">
                  <a16:creationId xmlns:a16="http://schemas.microsoft.com/office/drawing/2014/main" id="{4343DCDE-F180-4743-B3F0-7FEAC5C11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925" y="3297238"/>
              <a:ext cx="1192213" cy="598487"/>
            </a:xfrm>
            <a:custGeom>
              <a:avLst/>
              <a:gdLst>
                <a:gd name="T0" fmla="*/ 2147483646 w 1502"/>
                <a:gd name="T1" fmla="*/ 2147483646 h 753"/>
                <a:gd name="T2" fmla="*/ 2147483646 w 1502"/>
                <a:gd name="T3" fmla="*/ 2147483646 h 753"/>
                <a:gd name="T4" fmla="*/ 2147483646 w 1502"/>
                <a:gd name="T5" fmla="*/ 2147483646 h 753"/>
                <a:gd name="T6" fmla="*/ 2147483646 w 1502"/>
                <a:gd name="T7" fmla="*/ 2147483646 h 753"/>
                <a:gd name="T8" fmla="*/ 2147483646 w 1502"/>
                <a:gd name="T9" fmla="*/ 2147483646 h 753"/>
                <a:gd name="T10" fmla="*/ 2147483646 w 1502"/>
                <a:gd name="T11" fmla="*/ 2147483646 h 753"/>
                <a:gd name="T12" fmla="*/ 2147483646 w 1502"/>
                <a:gd name="T13" fmla="*/ 2147483646 h 753"/>
                <a:gd name="T14" fmla="*/ 2147483646 w 1502"/>
                <a:gd name="T15" fmla="*/ 2147483646 h 753"/>
                <a:gd name="T16" fmla="*/ 2147483646 w 1502"/>
                <a:gd name="T17" fmla="*/ 2147483646 h 753"/>
                <a:gd name="T18" fmla="*/ 2147483646 w 1502"/>
                <a:gd name="T19" fmla="*/ 2147483646 h 753"/>
                <a:gd name="T20" fmla="*/ 0 w 1502"/>
                <a:gd name="T21" fmla="*/ 2147483646 h 753"/>
                <a:gd name="T22" fmla="*/ 2147483646 w 1502"/>
                <a:gd name="T23" fmla="*/ 2147483646 h 753"/>
                <a:gd name="T24" fmla="*/ 2147483646 w 1502"/>
                <a:gd name="T25" fmla="*/ 2147483646 h 753"/>
                <a:gd name="T26" fmla="*/ 2147483646 w 1502"/>
                <a:gd name="T27" fmla="*/ 2147483646 h 753"/>
                <a:gd name="T28" fmla="*/ 2147483646 w 1502"/>
                <a:gd name="T29" fmla="*/ 2147483646 h 753"/>
                <a:gd name="T30" fmla="*/ 2147483646 w 1502"/>
                <a:gd name="T31" fmla="*/ 2147483646 h 753"/>
                <a:gd name="T32" fmla="*/ 2147483646 w 1502"/>
                <a:gd name="T33" fmla="*/ 2147483646 h 753"/>
                <a:gd name="T34" fmla="*/ 2147483646 w 1502"/>
                <a:gd name="T35" fmla="*/ 2147483646 h 753"/>
                <a:gd name="T36" fmla="*/ 2147483646 w 1502"/>
                <a:gd name="T37" fmla="*/ 2147483646 h 753"/>
                <a:gd name="T38" fmla="*/ 2147483646 w 1502"/>
                <a:gd name="T39" fmla="*/ 2147483646 h 753"/>
                <a:gd name="T40" fmla="*/ 2147483646 w 1502"/>
                <a:gd name="T41" fmla="*/ 2147483646 h 753"/>
                <a:gd name="T42" fmla="*/ 2147483646 w 1502"/>
                <a:gd name="T43" fmla="*/ 2147483646 h 753"/>
                <a:gd name="T44" fmla="*/ 2147483646 w 1502"/>
                <a:gd name="T45" fmla="*/ 2147483646 h 753"/>
                <a:gd name="T46" fmla="*/ 2147483646 w 1502"/>
                <a:gd name="T47" fmla="*/ 2147483646 h 753"/>
                <a:gd name="T48" fmla="*/ 2147483646 w 1502"/>
                <a:gd name="T49" fmla="*/ 2147483646 h 753"/>
                <a:gd name="T50" fmla="*/ 2147483646 w 1502"/>
                <a:gd name="T51" fmla="*/ 2147483646 h 753"/>
                <a:gd name="T52" fmla="*/ 2147483646 w 1502"/>
                <a:gd name="T53" fmla="*/ 2147483646 h 753"/>
                <a:gd name="T54" fmla="*/ 2147483646 w 1502"/>
                <a:gd name="T55" fmla="*/ 2147483646 h 753"/>
                <a:gd name="T56" fmla="*/ 2147483646 w 1502"/>
                <a:gd name="T57" fmla="*/ 2147483646 h 753"/>
                <a:gd name="T58" fmla="*/ 2147483646 w 1502"/>
                <a:gd name="T59" fmla="*/ 2147483646 h 753"/>
                <a:gd name="T60" fmla="*/ 2147483646 w 1502"/>
                <a:gd name="T61" fmla="*/ 2147483646 h 753"/>
                <a:gd name="T62" fmla="*/ 2147483646 w 1502"/>
                <a:gd name="T63" fmla="*/ 2147483646 h 753"/>
                <a:gd name="T64" fmla="*/ 2147483646 w 1502"/>
                <a:gd name="T65" fmla="*/ 2147483646 h 753"/>
                <a:gd name="T66" fmla="*/ 2147483646 w 1502"/>
                <a:gd name="T67" fmla="*/ 2147483646 h 753"/>
                <a:gd name="T68" fmla="*/ 2147483646 w 1502"/>
                <a:gd name="T69" fmla="*/ 2147483646 h 753"/>
                <a:gd name="T70" fmla="*/ 2147483646 w 1502"/>
                <a:gd name="T71" fmla="*/ 2147483646 h 753"/>
                <a:gd name="T72" fmla="*/ 2147483646 w 1502"/>
                <a:gd name="T73" fmla="*/ 2147483646 h 753"/>
                <a:gd name="T74" fmla="*/ 2147483646 w 1502"/>
                <a:gd name="T75" fmla="*/ 2147483646 h 753"/>
                <a:gd name="T76" fmla="*/ 2147483646 w 1502"/>
                <a:gd name="T77" fmla="*/ 2147483646 h 753"/>
                <a:gd name="T78" fmla="*/ 2147483646 w 1502"/>
                <a:gd name="T79" fmla="*/ 2147483646 h 753"/>
                <a:gd name="T80" fmla="*/ 2147483646 w 1502"/>
                <a:gd name="T81" fmla="*/ 2147483646 h 753"/>
                <a:gd name="T82" fmla="*/ 2147483646 w 1502"/>
                <a:gd name="T83" fmla="*/ 2147483646 h 753"/>
                <a:gd name="T84" fmla="*/ 2147483646 w 1502"/>
                <a:gd name="T85" fmla="*/ 2147483646 h 753"/>
                <a:gd name="T86" fmla="*/ 2147483646 w 1502"/>
                <a:gd name="T87" fmla="*/ 0 h 75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02"/>
                <a:gd name="T133" fmla="*/ 0 h 753"/>
                <a:gd name="T134" fmla="*/ 1502 w 1502"/>
                <a:gd name="T135" fmla="*/ 753 h 75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02" h="753">
                  <a:moveTo>
                    <a:pt x="751" y="0"/>
                  </a:moveTo>
                  <a:lnTo>
                    <a:pt x="712" y="1"/>
                  </a:lnTo>
                  <a:lnTo>
                    <a:pt x="674" y="2"/>
                  </a:lnTo>
                  <a:lnTo>
                    <a:pt x="637" y="5"/>
                  </a:lnTo>
                  <a:lnTo>
                    <a:pt x="600" y="8"/>
                  </a:lnTo>
                  <a:lnTo>
                    <a:pt x="563" y="12"/>
                  </a:lnTo>
                  <a:lnTo>
                    <a:pt x="528" y="17"/>
                  </a:lnTo>
                  <a:lnTo>
                    <a:pt x="492" y="23"/>
                  </a:lnTo>
                  <a:lnTo>
                    <a:pt x="458" y="30"/>
                  </a:lnTo>
                  <a:lnTo>
                    <a:pt x="425" y="38"/>
                  </a:lnTo>
                  <a:lnTo>
                    <a:pt x="393" y="46"/>
                  </a:lnTo>
                  <a:lnTo>
                    <a:pt x="361" y="55"/>
                  </a:lnTo>
                  <a:lnTo>
                    <a:pt x="331" y="65"/>
                  </a:lnTo>
                  <a:lnTo>
                    <a:pt x="302" y="75"/>
                  </a:lnTo>
                  <a:lnTo>
                    <a:pt x="274" y="86"/>
                  </a:lnTo>
                  <a:lnTo>
                    <a:pt x="246" y="98"/>
                  </a:lnTo>
                  <a:lnTo>
                    <a:pt x="220" y="111"/>
                  </a:lnTo>
                  <a:lnTo>
                    <a:pt x="194" y="124"/>
                  </a:lnTo>
                  <a:lnTo>
                    <a:pt x="172" y="137"/>
                  </a:lnTo>
                  <a:lnTo>
                    <a:pt x="149" y="152"/>
                  </a:lnTo>
                  <a:lnTo>
                    <a:pt x="128" y="167"/>
                  </a:lnTo>
                  <a:lnTo>
                    <a:pt x="108" y="181"/>
                  </a:lnTo>
                  <a:lnTo>
                    <a:pt x="91" y="197"/>
                  </a:lnTo>
                  <a:lnTo>
                    <a:pt x="74" y="213"/>
                  </a:lnTo>
                  <a:lnTo>
                    <a:pt x="59" y="230"/>
                  </a:lnTo>
                  <a:lnTo>
                    <a:pt x="46" y="248"/>
                  </a:lnTo>
                  <a:lnTo>
                    <a:pt x="34" y="265"/>
                  </a:lnTo>
                  <a:lnTo>
                    <a:pt x="23" y="283"/>
                  </a:lnTo>
                  <a:lnTo>
                    <a:pt x="16" y="301"/>
                  </a:lnTo>
                  <a:lnTo>
                    <a:pt x="9" y="319"/>
                  </a:lnTo>
                  <a:lnTo>
                    <a:pt x="4" y="338"/>
                  </a:lnTo>
                  <a:lnTo>
                    <a:pt x="1" y="358"/>
                  </a:lnTo>
                  <a:lnTo>
                    <a:pt x="0" y="376"/>
                  </a:lnTo>
                  <a:lnTo>
                    <a:pt x="1" y="396"/>
                  </a:lnTo>
                  <a:lnTo>
                    <a:pt x="4" y="416"/>
                  </a:lnTo>
                  <a:lnTo>
                    <a:pt x="9" y="434"/>
                  </a:lnTo>
                  <a:lnTo>
                    <a:pt x="16" y="453"/>
                  </a:lnTo>
                  <a:lnTo>
                    <a:pt x="23" y="470"/>
                  </a:lnTo>
                  <a:lnTo>
                    <a:pt x="34" y="489"/>
                  </a:lnTo>
                  <a:lnTo>
                    <a:pt x="46" y="506"/>
                  </a:lnTo>
                  <a:lnTo>
                    <a:pt x="59" y="523"/>
                  </a:lnTo>
                  <a:lnTo>
                    <a:pt x="74" y="540"/>
                  </a:lnTo>
                  <a:lnTo>
                    <a:pt x="91" y="556"/>
                  </a:lnTo>
                  <a:lnTo>
                    <a:pt x="108" y="572"/>
                  </a:lnTo>
                  <a:lnTo>
                    <a:pt x="128" y="587"/>
                  </a:lnTo>
                  <a:lnTo>
                    <a:pt x="149" y="601"/>
                  </a:lnTo>
                  <a:lnTo>
                    <a:pt x="172" y="616"/>
                  </a:lnTo>
                  <a:lnTo>
                    <a:pt x="194" y="629"/>
                  </a:lnTo>
                  <a:lnTo>
                    <a:pt x="220" y="643"/>
                  </a:lnTo>
                  <a:lnTo>
                    <a:pt x="246" y="656"/>
                  </a:lnTo>
                  <a:lnTo>
                    <a:pt x="274" y="668"/>
                  </a:lnTo>
                  <a:lnTo>
                    <a:pt x="302" y="678"/>
                  </a:lnTo>
                  <a:lnTo>
                    <a:pt x="331" y="689"/>
                  </a:lnTo>
                  <a:lnTo>
                    <a:pt x="361" y="698"/>
                  </a:lnTo>
                  <a:lnTo>
                    <a:pt x="393" y="708"/>
                  </a:lnTo>
                  <a:lnTo>
                    <a:pt x="425" y="715"/>
                  </a:lnTo>
                  <a:lnTo>
                    <a:pt x="458" y="723"/>
                  </a:lnTo>
                  <a:lnTo>
                    <a:pt x="492" y="730"/>
                  </a:lnTo>
                  <a:lnTo>
                    <a:pt x="528" y="737"/>
                  </a:lnTo>
                  <a:lnTo>
                    <a:pt x="563" y="742"/>
                  </a:lnTo>
                  <a:lnTo>
                    <a:pt x="600" y="746"/>
                  </a:lnTo>
                  <a:lnTo>
                    <a:pt x="637" y="749"/>
                  </a:lnTo>
                  <a:lnTo>
                    <a:pt x="674" y="751"/>
                  </a:lnTo>
                  <a:lnTo>
                    <a:pt x="712" y="753"/>
                  </a:lnTo>
                  <a:lnTo>
                    <a:pt x="751" y="753"/>
                  </a:lnTo>
                  <a:lnTo>
                    <a:pt x="789" y="753"/>
                  </a:lnTo>
                  <a:lnTo>
                    <a:pt x="828" y="751"/>
                  </a:lnTo>
                  <a:lnTo>
                    <a:pt x="866" y="749"/>
                  </a:lnTo>
                  <a:lnTo>
                    <a:pt x="902" y="746"/>
                  </a:lnTo>
                  <a:lnTo>
                    <a:pt x="939" y="742"/>
                  </a:lnTo>
                  <a:lnTo>
                    <a:pt x="975" y="737"/>
                  </a:lnTo>
                  <a:lnTo>
                    <a:pt x="1009" y="730"/>
                  </a:lnTo>
                  <a:lnTo>
                    <a:pt x="1044" y="723"/>
                  </a:lnTo>
                  <a:lnTo>
                    <a:pt x="1077" y="715"/>
                  </a:lnTo>
                  <a:lnTo>
                    <a:pt x="1109" y="708"/>
                  </a:lnTo>
                  <a:lnTo>
                    <a:pt x="1140" y="698"/>
                  </a:lnTo>
                  <a:lnTo>
                    <a:pt x="1171" y="689"/>
                  </a:lnTo>
                  <a:lnTo>
                    <a:pt x="1200" y="678"/>
                  </a:lnTo>
                  <a:lnTo>
                    <a:pt x="1229" y="668"/>
                  </a:lnTo>
                  <a:lnTo>
                    <a:pt x="1256" y="656"/>
                  </a:lnTo>
                  <a:lnTo>
                    <a:pt x="1282" y="643"/>
                  </a:lnTo>
                  <a:lnTo>
                    <a:pt x="1307" y="629"/>
                  </a:lnTo>
                  <a:lnTo>
                    <a:pt x="1331" y="616"/>
                  </a:lnTo>
                  <a:lnTo>
                    <a:pt x="1354" y="601"/>
                  </a:lnTo>
                  <a:lnTo>
                    <a:pt x="1374" y="587"/>
                  </a:lnTo>
                  <a:lnTo>
                    <a:pt x="1393" y="572"/>
                  </a:lnTo>
                  <a:lnTo>
                    <a:pt x="1412" y="556"/>
                  </a:lnTo>
                  <a:lnTo>
                    <a:pt x="1428" y="540"/>
                  </a:lnTo>
                  <a:lnTo>
                    <a:pt x="1444" y="523"/>
                  </a:lnTo>
                  <a:lnTo>
                    <a:pt x="1457" y="506"/>
                  </a:lnTo>
                  <a:lnTo>
                    <a:pt x="1469" y="489"/>
                  </a:lnTo>
                  <a:lnTo>
                    <a:pt x="1478" y="470"/>
                  </a:lnTo>
                  <a:lnTo>
                    <a:pt x="1487" y="453"/>
                  </a:lnTo>
                  <a:lnTo>
                    <a:pt x="1494" y="434"/>
                  </a:lnTo>
                  <a:lnTo>
                    <a:pt x="1498" y="416"/>
                  </a:lnTo>
                  <a:lnTo>
                    <a:pt x="1501" y="396"/>
                  </a:lnTo>
                  <a:lnTo>
                    <a:pt x="1502" y="376"/>
                  </a:lnTo>
                  <a:lnTo>
                    <a:pt x="1501" y="358"/>
                  </a:lnTo>
                  <a:lnTo>
                    <a:pt x="1498" y="338"/>
                  </a:lnTo>
                  <a:lnTo>
                    <a:pt x="1494" y="319"/>
                  </a:lnTo>
                  <a:lnTo>
                    <a:pt x="1487" y="301"/>
                  </a:lnTo>
                  <a:lnTo>
                    <a:pt x="1478" y="283"/>
                  </a:lnTo>
                  <a:lnTo>
                    <a:pt x="1469" y="265"/>
                  </a:lnTo>
                  <a:lnTo>
                    <a:pt x="1457" y="248"/>
                  </a:lnTo>
                  <a:lnTo>
                    <a:pt x="1444" y="230"/>
                  </a:lnTo>
                  <a:lnTo>
                    <a:pt x="1428" y="213"/>
                  </a:lnTo>
                  <a:lnTo>
                    <a:pt x="1412" y="197"/>
                  </a:lnTo>
                  <a:lnTo>
                    <a:pt x="1393" y="181"/>
                  </a:lnTo>
                  <a:lnTo>
                    <a:pt x="1374" y="167"/>
                  </a:lnTo>
                  <a:lnTo>
                    <a:pt x="1354" y="152"/>
                  </a:lnTo>
                  <a:lnTo>
                    <a:pt x="1331" y="137"/>
                  </a:lnTo>
                  <a:lnTo>
                    <a:pt x="1307" y="124"/>
                  </a:lnTo>
                  <a:lnTo>
                    <a:pt x="1282" y="111"/>
                  </a:lnTo>
                  <a:lnTo>
                    <a:pt x="1256" y="98"/>
                  </a:lnTo>
                  <a:lnTo>
                    <a:pt x="1229" y="86"/>
                  </a:lnTo>
                  <a:lnTo>
                    <a:pt x="1200" y="75"/>
                  </a:lnTo>
                  <a:lnTo>
                    <a:pt x="1171" y="65"/>
                  </a:lnTo>
                  <a:lnTo>
                    <a:pt x="1140" y="55"/>
                  </a:lnTo>
                  <a:lnTo>
                    <a:pt x="1109" y="46"/>
                  </a:lnTo>
                  <a:lnTo>
                    <a:pt x="1077" y="38"/>
                  </a:lnTo>
                  <a:lnTo>
                    <a:pt x="1044" y="30"/>
                  </a:lnTo>
                  <a:lnTo>
                    <a:pt x="1009" y="23"/>
                  </a:lnTo>
                  <a:lnTo>
                    <a:pt x="975" y="17"/>
                  </a:lnTo>
                  <a:lnTo>
                    <a:pt x="939" y="12"/>
                  </a:lnTo>
                  <a:lnTo>
                    <a:pt x="902" y="8"/>
                  </a:lnTo>
                  <a:lnTo>
                    <a:pt x="866" y="5"/>
                  </a:lnTo>
                  <a:lnTo>
                    <a:pt x="828" y="2"/>
                  </a:lnTo>
                  <a:lnTo>
                    <a:pt x="789" y="1"/>
                  </a:lnTo>
                  <a:lnTo>
                    <a:pt x="751" y="0"/>
                  </a:lnTo>
                </a:path>
              </a:pathLst>
            </a:custGeom>
            <a:solidFill>
              <a:schemeClr val="bg1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83" name="Rectangle 40">
              <a:extLst>
                <a:ext uri="{FF2B5EF4-FFF2-40B4-BE49-F238E27FC236}">
                  <a16:creationId xmlns:a16="http://schemas.microsoft.com/office/drawing/2014/main" id="{A7CEDE24-F044-4E58-A095-674BAD110B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9138" y="2190750"/>
              <a:ext cx="2460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84" name="Rectangle 41">
              <a:extLst>
                <a:ext uri="{FF2B5EF4-FFF2-40B4-BE49-F238E27FC236}">
                  <a16:creationId xmlns:a16="http://schemas.microsoft.com/office/drawing/2014/main" id="{C247C0AA-0503-45F6-8718-FF9625E1B9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2650" y="4135438"/>
              <a:ext cx="4381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x1x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85" name="Rectangle 42">
              <a:extLst>
                <a:ext uri="{FF2B5EF4-FFF2-40B4-BE49-F238E27FC236}">
                  <a16:creationId xmlns:a16="http://schemas.microsoft.com/office/drawing/2014/main" id="{EF06FC7E-4684-4963-B14C-17480A5D71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4450" y="3473450"/>
              <a:ext cx="4445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gnt2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86" name="Rectangle 43">
              <a:extLst>
                <a:ext uri="{FF2B5EF4-FFF2-40B4-BE49-F238E27FC236}">
                  <a16:creationId xmlns:a16="http://schemas.microsoft.com/office/drawing/2014/main" id="{A01EE764-AF80-430B-8540-02A3A9C012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6413" y="3473450"/>
              <a:ext cx="234950" cy="269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87" name="Rectangle 44">
              <a:extLst>
                <a:ext uri="{FF2B5EF4-FFF2-40B4-BE49-F238E27FC236}">
                  <a16:creationId xmlns:a16="http://schemas.microsoft.com/office/drawing/2014/main" id="{CC9F755E-F5A9-4E30-93C7-2CCDDB98C6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8013" y="3567113"/>
              <a:ext cx="176212" cy="211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88" name="Rectangle 45">
              <a:extLst>
                <a:ext uri="{FF2B5EF4-FFF2-40B4-BE49-F238E27FC236}">
                  <a16:creationId xmlns:a16="http://schemas.microsoft.com/office/drawing/2014/main" id="{1962D289-CD1A-4FE2-9939-B4F25F8674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8625" y="3467100"/>
              <a:ext cx="206375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panose="05050102010706020507" pitchFamily="18" charset="2"/>
                  <a:ea typeface="MS PGothic" panose="020B0600070205080204" pitchFamily="34" charset="-128"/>
                  <a:cs typeface="+mn-cs"/>
                </a:rPr>
                <a:t>¤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89" name="Rectangle 46">
              <a:extLst>
                <a:ext uri="{FF2B5EF4-FFF2-40B4-BE49-F238E27FC236}">
                  <a16:creationId xmlns:a16="http://schemas.microsoft.com/office/drawing/2014/main" id="{55854888-1E09-45E8-AB64-8B1C2FD32A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8838" y="3473450"/>
              <a:ext cx="2333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90" name="Freeform 47">
              <a:extLst>
                <a:ext uri="{FF2B5EF4-FFF2-40B4-BE49-F238E27FC236}">
                  <a16:creationId xmlns:a16="http://schemas.microsoft.com/office/drawing/2014/main" id="{80847E74-B835-430A-842E-C91927DEB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925" y="4602163"/>
              <a:ext cx="1192213" cy="598487"/>
            </a:xfrm>
            <a:custGeom>
              <a:avLst/>
              <a:gdLst>
                <a:gd name="T0" fmla="*/ 2147483646 w 1502"/>
                <a:gd name="T1" fmla="*/ 2147483646 h 753"/>
                <a:gd name="T2" fmla="*/ 2147483646 w 1502"/>
                <a:gd name="T3" fmla="*/ 2147483646 h 753"/>
                <a:gd name="T4" fmla="*/ 2147483646 w 1502"/>
                <a:gd name="T5" fmla="*/ 2147483646 h 753"/>
                <a:gd name="T6" fmla="*/ 2147483646 w 1502"/>
                <a:gd name="T7" fmla="*/ 2147483646 h 753"/>
                <a:gd name="T8" fmla="*/ 2147483646 w 1502"/>
                <a:gd name="T9" fmla="*/ 2147483646 h 753"/>
                <a:gd name="T10" fmla="*/ 2147483646 w 1502"/>
                <a:gd name="T11" fmla="*/ 2147483646 h 753"/>
                <a:gd name="T12" fmla="*/ 2147483646 w 1502"/>
                <a:gd name="T13" fmla="*/ 2147483646 h 753"/>
                <a:gd name="T14" fmla="*/ 2147483646 w 1502"/>
                <a:gd name="T15" fmla="*/ 2147483646 h 753"/>
                <a:gd name="T16" fmla="*/ 2147483646 w 1502"/>
                <a:gd name="T17" fmla="*/ 2147483646 h 753"/>
                <a:gd name="T18" fmla="*/ 2147483646 w 1502"/>
                <a:gd name="T19" fmla="*/ 2147483646 h 753"/>
                <a:gd name="T20" fmla="*/ 0 w 1502"/>
                <a:gd name="T21" fmla="*/ 2147483646 h 753"/>
                <a:gd name="T22" fmla="*/ 2147483646 w 1502"/>
                <a:gd name="T23" fmla="*/ 2147483646 h 753"/>
                <a:gd name="T24" fmla="*/ 2147483646 w 1502"/>
                <a:gd name="T25" fmla="*/ 2147483646 h 753"/>
                <a:gd name="T26" fmla="*/ 2147483646 w 1502"/>
                <a:gd name="T27" fmla="*/ 2147483646 h 753"/>
                <a:gd name="T28" fmla="*/ 2147483646 w 1502"/>
                <a:gd name="T29" fmla="*/ 2147483646 h 753"/>
                <a:gd name="T30" fmla="*/ 2147483646 w 1502"/>
                <a:gd name="T31" fmla="*/ 2147483646 h 753"/>
                <a:gd name="T32" fmla="*/ 2147483646 w 1502"/>
                <a:gd name="T33" fmla="*/ 2147483646 h 753"/>
                <a:gd name="T34" fmla="*/ 2147483646 w 1502"/>
                <a:gd name="T35" fmla="*/ 2147483646 h 753"/>
                <a:gd name="T36" fmla="*/ 2147483646 w 1502"/>
                <a:gd name="T37" fmla="*/ 2147483646 h 753"/>
                <a:gd name="T38" fmla="*/ 2147483646 w 1502"/>
                <a:gd name="T39" fmla="*/ 2147483646 h 753"/>
                <a:gd name="T40" fmla="*/ 2147483646 w 1502"/>
                <a:gd name="T41" fmla="*/ 2147483646 h 753"/>
                <a:gd name="T42" fmla="*/ 2147483646 w 1502"/>
                <a:gd name="T43" fmla="*/ 2147483646 h 753"/>
                <a:gd name="T44" fmla="*/ 2147483646 w 1502"/>
                <a:gd name="T45" fmla="*/ 2147483646 h 753"/>
                <a:gd name="T46" fmla="*/ 2147483646 w 1502"/>
                <a:gd name="T47" fmla="*/ 2147483646 h 753"/>
                <a:gd name="T48" fmla="*/ 2147483646 w 1502"/>
                <a:gd name="T49" fmla="*/ 2147483646 h 753"/>
                <a:gd name="T50" fmla="*/ 2147483646 w 1502"/>
                <a:gd name="T51" fmla="*/ 2147483646 h 753"/>
                <a:gd name="T52" fmla="*/ 2147483646 w 1502"/>
                <a:gd name="T53" fmla="*/ 2147483646 h 753"/>
                <a:gd name="T54" fmla="*/ 2147483646 w 1502"/>
                <a:gd name="T55" fmla="*/ 2147483646 h 753"/>
                <a:gd name="T56" fmla="*/ 2147483646 w 1502"/>
                <a:gd name="T57" fmla="*/ 2147483646 h 753"/>
                <a:gd name="T58" fmla="*/ 2147483646 w 1502"/>
                <a:gd name="T59" fmla="*/ 2147483646 h 753"/>
                <a:gd name="T60" fmla="*/ 2147483646 w 1502"/>
                <a:gd name="T61" fmla="*/ 2147483646 h 753"/>
                <a:gd name="T62" fmla="*/ 2147483646 w 1502"/>
                <a:gd name="T63" fmla="*/ 2147483646 h 753"/>
                <a:gd name="T64" fmla="*/ 2147483646 w 1502"/>
                <a:gd name="T65" fmla="*/ 2147483646 h 753"/>
                <a:gd name="T66" fmla="*/ 2147483646 w 1502"/>
                <a:gd name="T67" fmla="*/ 2147483646 h 753"/>
                <a:gd name="T68" fmla="*/ 2147483646 w 1502"/>
                <a:gd name="T69" fmla="*/ 2147483646 h 753"/>
                <a:gd name="T70" fmla="*/ 2147483646 w 1502"/>
                <a:gd name="T71" fmla="*/ 2147483646 h 753"/>
                <a:gd name="T72" fmla="*/ 2147483646 w 1502"/>
                <a:gd name="T73" fmla="*/ 2147483646 h 753"/>
                <a:gd name="T74" fmla="*/ 2147483646 w 1502"/>
                <a:gd name="T75" fmla="*/ 2147483646 h 753"/>
                <a:gd name="T76" fmla="*/ 2147483646 w 1502"/>
                <a:gd name="T77" fmla="*/ 2147483646 h 753"/>
                <a:gd name="T78" fmla="*/ 2147483646 w 1502"/>
                <a:gd name="T79" fmla="*/ 2147483646 h 753"/>
                <a:gd name="T80" fmla="*/ 2147483646 w 1502"/>
                <a:gd name="T81" fmla="*/ 2147483646 h 753"/>
                <a:gd name="T82" fmla="*/ 2147483646 w 1502"/>
                <a:gd name="T83" fmla="*/ 2147483646 h 753"/>
                <a:gd name="T84" fmla="*/ 2147483646 w 1502"/>
                <a:gd name="T85" fmla="*/ 2147483646 h 753"/>
                <a:gd name="T86" fmla="*/ 2147483646 w 1502"/>
                <a:gd name="T87" fmla="*/ 0 h 75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02"/>
                <a:gd name="T133" fmla="*/ 0 h 753"/>
                <a:gd name="T134" fmla="*/ 1502 w 1502"/>
                <a:gd name="T135" fmla="*/ 753 h 75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02" h="753">
                  <a:moveTo>
                    <a:pt x="751" y="0"/>
                  </a:moveTo>
                  <a:lnTo>
                    <a:pt x="712" y="2"/>
                  </a:lnTo>
                  <a:lnTo>
                    <a:pt x="674" y="3"/>
                  </a:lnTo>
                  <a:lnTo>
                    <a:pt x="637" y="6"/>
                  </a:lnTo>
                  <a:lnTo>
                    <a:pt x="600" y="8"/>
                  </a:lnTo>
                  <a:lnTo>
                    <a:pt x="563" y="12"/>
                  </a:lnTo>
                  <a:lnTo>
                    <a:pt x="528" y="18"/>
                  </a:lnTo>
                  <a:lnTo>
                    <a:pt x="492" y="24"/>
                  </a:lnTo>
                  <a:lnTo>
                    <a:pt x="458" y="31"/>
                  </a:lnTo>
                  <a:lnTo>
                    <a:pt x="425" y="38"/>
                  </a:lnTo>
                  <a:lnTo>
                    <a:pt x="393" y="47"/>
                  </a:lnTo>
                  <a:lnTo>
                    <a:pt x="361" y="56"/>
                  </a:lnTo>
                  <a:lnTo>
                    <a:pt x="331" y="65"/>
                  </a:lnTo>
                  <a:lnTo>
                    <a:pt x="302" y="76"/>
                  </a:lnTo>
                  <a:lnTo>
                    <a:pt x="274" y="87"/>
                  </a:lnTo>
                  <a:lnTo>
                    <a:pt x="246" y="98"/>
                  </a:lnTo>
                  <a:lnTo>
                    <a:pt x="220" y="112"/>
                  </a:lnTo>
                  <a:lnTo>
                    <a:pt x="194" y="125"/>
                  </a:lnTo>
                  <a:lnTo>
                    <a:pt x="172" y="138"/>
                  </a:lnTo>
                  <a:lnTo>
                    <a:pt x="149" y="153"/>
                  </a:lnTo>
                  <a:lnTo>
                    <a:pt x="128" y="167"/>
                  </a:lnTo>
                  <a:lnTo>
                    <a:pt x="108" y="182"/>
                  </a:lnTo>
                  <a:lnTo>
                    <a:pt x="91" y="198"/>
                  </a:lnTo>
                  <a:lnTo>
                    <a:pt x="74" y="214"/>
                  </a:lnTo>
                  <a:lnTo>
                    <a:pt x="59" y="231"/>
                  </a:lnTo>
                  <a:lnTo>
                    <a:pt x="46" y="248"/>
                  </a:lnTo>
                  <a:lnTo>
                    <a:pt x="34" y="266"/>
                  </a:lnTo>
                  <a:lnTo>
                    <a:pt x="23" y="284"/>
                  </a:lnTo>
                  <a:lnTo>
                    <a:pt x="16" y="301"/>
                  </a:lnTo>
                  <a:lnTo>
                    <a:pt x="9" y="320"/>
                  </a:lnTo>
                  <a:lnTo>
                    <a:pt x="4" y="338"/>
                  </a:lnTo>
                  <a:lnTo>
                    <a:pt x="1" y="358"/>
                  </a:lnTo>
                  <a:lnTo>
                    <a:pt x="0" y="377"/>
                  </a:lnTo>
                  <a:lnTo>
                    <a:pt x="1" y="397"/>
                  </a:lnTo>
                  <a:lnTo>
                    <a:pt x="4" y="417"/>
                  </a:lnTo>
                  <a:lnTo>
                    <a:pt x="9" y="435"/>
                  </a:lnTo>
                  <a:lnTo>
                    <a:pt x="16" y="454"/>
                  </a:lnTo>
                  <a:lnTo>
                    <a:pt x="23" y="471"/>
                  </a:lnTo>
                  <a:lnTo>
                    <a:pt x="34" y="490"/>
                  </a:lnTo>
                  <a:lnTo>
                    <a:pt x="46" y="507"/>
                  </a:lnTo>
                  <a:lnTo>
                    <a:pt x="59" y="524"/>
                  </a:lnTo>
                  <a:lnTo>
                    <a:pt x="74" y="541"/>
                  </a:lnTo>
                  <a:lnTo>
                    <a:pt x="91" y="557"/>
                  </a:lnTo>
                  <a:lnTo>
                    <a:pt x="108" y="573"/>
                  </a:lnTo>
                  <a:lnTo>
                    <a:pt x="128" y="588"/>
                  </a:lnTo>
                  <a:lnTo>
                    <a:pt x="149" y="602"/>
                  </a:lnTo>
                  <a:lnTo>
                    <a:pt x="172" y="617"/>
                  </a:lnTo>
                  <a:lnTo>
                    <a:pt x="194" y="630"/>
                  </a:lnTo>
                  <a:lnTo>
                    <a:pt x="220" y="643"/>
                  </a:lnTo>
                  <a:lnTo>
                    <a:pt x="246" y="657"/>
                  </a:lnTo>
                  <a:lnTo>
                    <a:pt x="274" y="669"/>
                  </a:lnTo>
                  <a:lnTo>
                    <a:pt x="302" y="679"/>
                  </a:lnTo>
                  <a:lnTo>
                    <a:pt x="331" y="690"/>
                  </a:lnTo>
                  <a:lnTo>
                    <a:pt x="361" y="699"/>
                  </a:lnTo>
                  <a:lnTo>
                    <a:pt x="393" y="708"/>
                  </a:lnTo>
                  <a:lnTo>
                    <a:pt x="425" y="716"/>
                  </a:lnTo>
                  <a:lnTo>
                    <a:pt x="458" y="724"/>
                  </a:lnTo>
                  <a:lnTo>
                    <a:pt x="492" y="731"/>
                  </a:lnTo>
                  <a:lnTo>
                    <a:pt x="528" y="737"/>
                  </a:lnTo>
                  <a:lnTo>
                    <a:pt x="563" y="743"/>
                  </a:lnTo>
                  <a:lnTo>
                    <a:pt x="600" y="747"/>
                  </a:lnTo>
                  <a:lnTo>
                    <a:pt x="637" y="749"/>
                  </a:lnTo>
                  <a:lnTo>
                    <a:pt x="674" y="752"/>
                  </a:lnTo>
                  <a:lnTo>
                    <a:pt x="712" y="753"/>
                  </a:lnTo>
                  <a:lnTo>
                    <a:pt x="751" y="753"/>
                  </a:lnTo>
                  <a:lnTo>
                    <a:pt x="789" y="753"/>
                  </a:lnTo>
                  <a:lnTo>
                    <a:pt x="828" y="752"/>
                  </a:lnTo>
                  <a:lnTo>
                    <a:pt x="866" y="749"/>
                  </a:lnTo>
                  <a:lnTo>
                    <a:pt x="902" y="747"/>
                  </a:lnTo>
                  <a:lnTo>
                    <a:pt x="939" y="743"/>
                  </a:lnTo>
                  <a:lnTo>
                    <a:pt x="975" y="737"/>
                  </a:lnTo>
                  <a:lnTo>
                    <a:pt x="1009" y="731"/>
                  </a:lnTo>
                  <a:lnTo>
                    <a:pt x="1044" y="724"/>
                  </a:lnTo>
                  <a:lnTo>
                    <a:pt x="1077" y="716"/>
                  </a:lnTo>
                  <a:lnTo>
                    <a:pt x="1109" y="708"/>
                  </a:lnTo>
                  <a:lnTo>
                    <a:pt x="1140" y="699"/>
                  </a:lnTo>
                  <a:lnTo>
                    <a:pt x="1171" y="690"/>
                  </a:lnTo>
                  <a:lnTo>
                    <a:pt x="1200" y="679"/>
                  </a:lnTo>
                  <a:lnTo>
                    <a:pt x="1229" y="669"/>
                  </a:lnTo>
                  <a:lnTo>
                    <a:pt x="1256" y="657"/>
                  </a:lnTo>
                  <a:lnTo>
                    <a:pt x="1282" y="643"/>
                  </a:lnTo>
                  <a:lnTo>
                    <a:pt x="1307" y="630"/>
                  </a:lnTo>
                  <a:lnTo>
                    <a:pt x="1331" y="617"/>
                  </a:lnTo>
                  <a:lnTo>
                    <a:pt x="1354" y="602"/>
                  </a:lnTo>
                  <a:lnTo>
                    <a:pt x="1374" y="588"/>
                  </a:lnTo>
                  <a:lnTo>
                    <a:pt x="1393" y="573"/>
                  </a:lnTo>
                  <a:lnTo>
                    <a:pt x="1412" y="557"/>
                  </a:lnTo>
                  <a:lnTo>
                    <a:pt x="1428" y="541"/>
                  </a:lnTo>
                  <a:lnTo>
                    <a:pt x="1444" y="524"/>
                  </a:lnTo>
                  <a:lnTo>
                    <a:pt x="1457" y="507"/>
                  </a:lnTo>
                  <a:lnTo>
                    <a:pt x="1469" y="490"/>
                  </a:lnTo>
                  <a:lnTo>
                    <a:pt x="1478" y="471"/>
                  </a:lnTo>
                  <a:lnTo>
                    <a:pt x="1487" y="454"/>
                  </a:lnTo>
                  <a:lnTo>
                    <a:pt x="1494" y="435"/>
                  </a:lnTo>
                  <a:lnTo>
                    <a:pt x="1498" y="417"/>
                  </a:lnTo>
                  <a:lnTo>
                    <a:pt x="1501" y="397"/>
                  </a:lnTo>
                  <a:lnTo>
                    <a:pt x="1502" y="377"/>
                  </a:lnTo>
                  <a:lnTo>
                    <a:pt x="1501" y="358"/>
                  </a:lnTo>
                  <a:lnTo>
                    <a:pt x="1498" y="338"/>
                  </a:lnTo>
                  <a:lnTo>
                    <a:pt x="1494" y="320"/>
                  </a:lnTo>
                  <a:lnTo>
                    <a:pt x="1487" y="301"/>
                  </a:lnTo>
                  <a:lnTo>
                    <a:pt x="1478" y="284"/>
                  </a:lnTo>
                  <a:lnTo>
                    <a:pt x="1469" y="266"/>
                  </a:lnTo>
                  <a:lnTo>
                    <a:pt x="1457" y="248"/>
                  </a:lnTo>
                  <a:lnTo>
                    <a:pt x="1444" y="231"/>
                  </a:lnTo>
                  <a:lnTo>
                    <a:pt x="1428" y="214"/>
                  </a:lnTo>
                  <a:lnTo>
                    <a:pt x="1412" y="198"/>
                  </a:lnTo>
                  <a:lnTo>
                    <a:pt x="1393" y="182"/>
                  </a:lnTo>
                  <a:lnTo>
                    <a:pt x="1374" y="167"/>
                  </a:lnTo>
                  <a:lnTo>
                    <a:pt x="1354" y="153"/>
                  </a:lnTo>
                  <a:lnTo>
                    <a:pt x="1331" y="138"/>
                  </a:lnTo>
                  <a:lnTo>
                    <a:pt x="1307" y="125"/>
                  </a:lnTo>
                  <a:lnTo>
                    <a:pt x="1282" y="112"/>
                  </a:lnTo>
                  <a:lnTo>
                    <a:pt x="1256" y="98"/>
                  </a:lnTo>
                  <a:lnTo>
                    <a:pt x="1229" y="87"/>
                  </a:lnTo>
                  <a:lnTo>
                    <a:pt x="1200" y="76"/>
                  </a:lnTo>
                  <a:lnTo>
                    <a:pt x="1171" y="65"/>
                  </a:lnTo>
                  <a:lnTo>
                    <a:pt x="1140" y="56"/>
                  </a:lnTo>
                  <a:lnTo>
                    <a:pt x="1109" y="47"/>
                  </a:lnTo>
                  <a:lnTo>
                    <a:pt x="1077" y="38"/>
                  </a:lnTo>
                  <a:lnTo>
                    <a:pt x="1044" y="31"/>
                  </a:lnTo>
                  <a:lnTo>
                    <a:pt x="1009" y="24"/>
                  </a:lnTo>
                  <a:lnTo>
                    <a:pt x="975" y="18"/>
                  </a:lnTo>
                  <a:lnTo>
                    <a:pt x="939" y="12"/>
                  </a:lnTo>
                  <a:lnTo>
                    <a:pt x="902" y="8"/>
                  </a:lnTo>
                  <a:lnTo>
                    <a:pt x="866" y="6"/>
                  </a:lnTo>
                  <a:lnTo>
                    <a:pt x="828" y="3"/>
                  </a:lnTo>
                  <a:lnTo>
                    <a:pt x="789" y="2"/>
                  </a:lnTo>
                  <a:lnTo>
                    <a:pt x="751" y="0"/>
                  </a:lnTo>
                </a:path>
              </a:pathLst>
            </a:custGeom>
            <a:solidFill>
              <a:schemeClr val="bg1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91" name="Rectangle 48">
              <a:extLst>
                <a:ext uri="{FF2B5EF4-FFF2-40B4-BE49-F238E27FC236}">
                  <a16:creationId xmlns:a16="http://schemas.microsoft.com/office/drawing/2014/main" id="{A9D03AA2-E688-4679-B49B-5AE28FD705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9138" y="3473450"/>
              <a:ext cx="2460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92" name="Rectangle 49">
              <a:extLst>
                <a:ext uri="{FF2B5EF4-FFF2-40B4-BE49-F238E27FC236}">
                  <a16:creationId xmlns:a16="http://schemas.microsoft.com/office/drawing/2014/main" id="{CA609B0E-7BED-464E-B80B-93A3A132C4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2650" y="5453063"/>
              <a:ext cx="4381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xx1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93" name="Rectangle 50">
              <a:extLst>
                <a:ext uri="{FF2B5EF4-FFF2-40B4-BE49-F238E27FC236}">
                  <a16:creationId xmlns:a16="http://schemas.microsoft.com/office/drawing/2014/main" id="{F4A61B70-8D2C-4750-9B50-D2E2D52019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4450" y="4791075"/>
              <a:ext cx="4445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gnt3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94" name="Rectangle 51">
              <a:extLst>
                <a:ext uri="{FF2B5EF4-FFF2-40B4-BE49-F238E27FC236}">
                  <a16:creationId xmlns:a16="http://schemas.microsoft.com/office/drawing/2014/main" id="{429F5B9E-C961-4754-9E47-2D1362F42D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6413" y="4791075"/>
              <a:ext cx="234950" cy="269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95" name="Rectangle 52">
              <a:extLst>
                <a:ext uri="{FF2B5EF4-FFF2-40B4-BE49-F238E27FC236}">
                  <a16:creationId xmlns:a16="http://schemas.microsoft.com/office/drawing/2014/main" id="{3997A317-2B6D-4FA5-8EDB-DFAE1C8F19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8013" y="4884738"/>
              <a:ext cx="176212" cy="211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96" name="Rectangle 53">
              <a:extLst>
                <a:ext uri="{FF2B5EF4-FFF2-40B4-BE49-F238E27FC236}">
                  <a16:creationId xmlns:a16="http://schemas.microsoft.com/office/drawing/2014/main" id="{E04A31F5-9701-42EB-AD4F-0ECB36677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8625" y="4784725"/>
              <a:ext cx="206375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panose="05050102010706020507" pitchFamily="18" charset="2"/>
                  <a:ea typeface="MS PGothic" panose="020B0600070205080204" pitchFamily="34" charset="-128"/>
                  <a:cs typeface="+mn-cs"/>
                </a:rPr>
                <a:t>¤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97" name="Rectangle 54">
              <a:extLst>
                <a:ext uri="{FF2B5EF4-FFF2-40B4-BE49-F238E27FC236}">
                  <a16:creationId xmlns:a16="http://schemas.microsoft.com/office/drawing/2014/main" id="{CC70BF0D-8C44-4FA8-9338-176C4DB962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8838" y="4791075"/>
              <a:ext cx="2333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98" name="Freeform 55">
              <a:extLst>
                <a:ext uri="{FF2B5EF4-FFF2-40B4-BE49-F238E27FC236}">
                  <a16:creationId xmlns:a16="http://schemas.microsoft.com/office/drawing/2014/main" id="{7E398767-A7D9-410E-88DC-2CAF9A8E2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563" y="1868488"/>
              <a:ext cx="61912" cy="127000"/>
            </a:xfrm>
            <a:custGeom>
              <a:avLst/>
              <a:gdLst>
                <a:gd name="T0" fmla="*/ 0 w 80"/>
                <a:gd name="T1" fmla="*/ 0 h 159"/>
                <a:gd name="T2" fmla="*/ 2147483646 w 80"/>
                <a:gd name="T3" fmla="*/ 2147483646 h 159"/>
                <a:gd name="T4" fmla="*/ 2147483646 w 80"/>
                <a:gd name="T5" fmla="*/ 0 h 159"/>
                <a:gd name="T6" fmla="*/ 2147483646 w 80"/>
                <a:gd name="T7" fmla="*/ 0 h 159"/>
                <a:gd name="T8" fmla="*/ 0 w 80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59"/>
                <a:gd name="T17" fmla="*/ 80 w 80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59">
                  <a:moveTo>
                    <a:pt x="0" y="0"/>
                  </a:moveTo>
                  <a:lnTo>
                    <a:pt x="27" y="159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99" name="Freeform 56">
              <a:extLst>
                <a:ext uri="{FF2B5EF4-FFF2-40B4-BE49-F238E27FC236}">
                  <a16:creationId xmlns:a16="http://schemas.microsoft.com/office/drawing/2014/main" id="{D42F1D35-EFEF-48A5-9CC2-345A484A1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863" y="1377950"/>
              <a:ext cx="50800" cy="484188"/>
            </a:xfrm>
            <a:custGeom>
              <a:avLst/>
              <a:gdLst>
                <a:gd name="T0" fmla="*/ 0 w 62"/>
                <a:gd name="T1" fmla="*/ 0 h 609"/>
                <a:gd name="T2" fmla="*/ 2147483646 w 62"/>
                <a:gd name="T3" fmla="*/ 2147483646 h 609"/>
                <a:gd name="T4" fmla="*/ 2147483646 w 62"/>
                <a:gd name="T5" fmla="*/ 2147483646 h 609"/>
                <a:gd name="T6" fmla="*/ 2147483646 w 62"/>
                <a:gd name="T7" fmla="*/ 2147483646 h 609"/>
                <a:gd name="T8" fmla="*/ 2147483646 w 62"/>
                <a:gd name="T9" fmla="*/ 2147483646 h 609"/>
                <a:gd name="T10" fmla="*/ 2147483646 w 62"/>
                <a:gd name="T11" fmla="*/ 2147483646 h 609"/>
                <a:gd name="T12" fmla="*/ 2147483646 w 62"/>
                <a:gd name="T13" fmla="*/ 2147483646 h 609"/>
                <a:gd name="T14" fmla="*/ 2147483646 w 62"/>
                <a:gd name="T15" fmla="*/ 2147483646 h 609"/>
                <a:gd name="T16" fmla="*/ 2147483646 w 62"/>
                <a:gd name="T17" fmla="*/ 2147483646 h 609"/>
                <a:gd name="T18" fmla="*/ 2147483646 w 62"/>
                <a:gd name="T19" fmla="*/ 2147483646 h 609"/>
                <a:gd name="T20" fmla="*/ 2147483646 w 62"/>
                <a:gd name="T21" fmla="*/ 2147483646 h 609"/>
                <a:gd name="T22" fmla="*/ 2147483646 w 62"/>
                <a:gd name="T23" fmla="*/ 2147483646 h 609"/>
                <a:gd name="T24" fmla="*/ 2147483646 w 62"/>
                <a:gd name="T25" fmla="*/ 2147483646 h 609"/>
                <a:gd name="T26" fmla="*/ 2147483646 w 62"/>
                <a:gd name="T27" fmla="*/ 2147483646 h 609"/>
                <a:gd name="T28" fmla="*/ 2147483646 w 62"/>
                <a:gd name="T29" fmla="*/ 2147483646 h 609"/>
                <a:gd name="T30" fmla="*/ 2147483646 w 62"/>
                <a:gd name="T31" fmla="*/ 2147483646 h 609"/>
                <a:gd name="T32" fmla="*/ 2147483646 w 62"/>
                <a:gd name="T33" fmla="*/ 2147483646 h 609"/>
                <a:gd name="T34" fmla="*/ 2147483646 w 62"/>
                <a:gd name="T35" fmla="*/ 2147483646 h 609"/>
                <a:gd name="T36" fmla="*/ 2147483646 w 62"/>
                <a:gd name="T37" fmla="*/ 2147483646 h 609"/>
                <a:gd name="T38" fmla="*/ 2147483646 w 62"/>
                <a:gd name="T39" fmla="*/ 2147483646 h 609"/>
                <a:gd name="T40" fmla="*/ 2147483646 w 62"/>
                <a:gd name="T41" fmla="*/ 2147483646 h 609"/>
                <a:gd name="T42" fmla="*/ 2147483646 w 62"/>
                <a:gd name="T43" fmla="*/ 2147483646 h 609"/>
                <a:gd name="T44" fmla="*/ 2147483646 w 62"/>
                <a:gd name="T45" fmla="*/ 2147483646 h 609"/>
                <a:gd name="T46" fmla="*/ 2147483646 w 62"/>
                <a:gd name="T47" fmla="*/ 2147483646 h 609"/>
                <a:gd name="T48" fmla="*/ 2147483646 w 62"/>
                <a:gd name="T49" fmla="*/ 2147483646 h 609"/>
                <a:gd name="T50" fmla="*/ 2147483646 w 62"/>
                <a:gd name="T51" fmla="*/ 2147483646 h 609"/>
                <a:gd name="T52" fmla="*/ 2147483646 w 62"/>
                <a:gd name="T53" fmla="*/ 2147483646 h 609"/>
                <a:gd name="T54" fmla="*/ 2147483646 w 62"/>
                <a:gd name="T55" fmla="*/ 2147483646 h 609"/>
                <a:gd name="T56" fmla="*/ 2147483646 w 62"/>
                <a:gd name="T57" fmla="*/ 2147483646 h 609"/>
                <a:gd name="T58" fmla="*/ 2147483646 w 62"/>
                <a:gd name="T59" fmla="*/ 2147483646 h 609"/>
                <a:gd name="T60" fmla="*/ 2147483646 w 62"/>
                <a:gd name="T61" fmla="*/ 2147483646 h 609"/>
                <a:gd name="T62" fmla="*/ 2147483646 w 62"/>
                <a:gd name="T63" fmla="*/ 2147483646 h 609"/>
                <a:gd name="T64" fmla="*/ 2147483646 w 62"/>
                <a:gd name="T65" fmla="*/ 2147483646 h 60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2"/>
                <a:gd name="T100" fmla="*/ 0 h 609"/>
                <a:gd name="T101" fmla="*/ 62 w 62"/>
                <a:gd name="T102" fmla="*/ 609 h 60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2" h="609">
                  <a:moveTo>
                    <a:pt x="0" y="0"/>
                  </a:moveTo>
                  <a:lnTo>
                    <a:pt x="6" y="17"/>
                  </a:lnTo>
                  <a:lnTo>
                    <a:pt x="13" y="34"/>
                  </a:lnTo>
                  <a:lnTo>
                    <a:pt x="18" y="51"/>
                  </a:lnTo>
                  <a:lnTo>
                    <a:pt x="24" y="69"/>
                  </a:lnTo>
                  <a:lnTo>
                    <a:pt x="29" y="87"/>
                  </a:lnTo>
                  <a:lnTo>
                    <a:pt x="33" y="104"/>
                  </a:lnTo>
                  <a:lnTo>
                    <a:pt x="37" y="123"/>
                  </a:lnTo>
                  <a:lnTo>
                    <a:pt x="41" y="141"/>
                  </a:lnTo>
                  <a:lnTo>
                    <a:pt x="45" y="160"/>
                  </a:lnTo>
                  <a:lnTo>
                    <a:pt x="47" y="179"/>
                  </a:lnTo>
                  <a:lnTo>
                    <a:pt x="50" y="197"/>
                  </a:lnTo>
                  <a:lnTo>
                    <a:pt x="53" y="216"/>
                  </a:lnTo>
                  <a:lnTo>
                    <a:pt x="55" y="236"/>
                  </a:lnTo>
                  <a:lnTo>
                    <a:pt x="57" y="254"/>
                  </a:lnTo>
                  <a:lnTo>
                    <a:pt x="58" y="274"/>
                  </a:lnTo>
                  <a:lnTo>
                    <a:pt x="59" y="294"/>
                  </a:lnTo>
                  <a:lnTo>
                    <a:pt x="61" y="314"/>
                  </a:lnTo>
                  <a:lnTo>
                    <a:pt x="61" y="332"/>
                  </a:lnTo>
                  <a:lnTo>
                    <a:pt x="62" y="352"/>
                  </a:lnTo>
                  <a:lnTo>
                    <a:pt x="62" y="372"/>
                  </a:lnTo>
                  <a:lnTo>
                    <a:pt x="62" y="392"/>
                  </a:lnTo>
                  <a:lnTo>
                    <a:pt x="62" y="412"/>
                  </a:lnTo>
                  <a:lnTo>
                    <a:pt x="61" y="432"/>
                  </a:lnTo>
                  <a:lnTo>
                    <a:pt x="61" y="452"/>
                  </a:lnTo>
                  <a:lnTo>
                    <a:pt x="59" y="472"/>
                  </a:lnTo>
                  <a:lnTo>
                    <a:pt x="58" y="491"/>
                  </a:lnTo>
                  <a:lnTo>
                    <a:pt x="57" y="511"/>
                  </a:lnTo>
                  <a:lnTo>
                    <a:pt x="55" y="531"/>
                  </a:lnTo>
                  <a:lnTo>
                    <a:pt x="54" y="550"/>
                  </a:lnTo>
                  <a:lnTo>
                    <a:pt x="53" y="570"/>
                  </a:lnTo>
                  <a:lnTo>
                    <a:pt x="50" y="590"/>
                  </a:lnTo>
                  <a:lnTo>
                    <a:pt x="49" y="609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00" name="Rectangle 57">
              <a:extLst>
                <a:ext uri="{FF2B5EF4-FFF2-40B4-BE49-F238E27FC236}">
                  <a16:creationId xmlns:a16="http://schemas.microsoft.com/office/drawing/2014/main" id="{9263FF25-7E7B-424E-AD87-268993E6F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9138" y="4791075"/>
              <a:ext cx="2460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01" name="Rectangle 58">
              <a:extLst>
                <a:ext uri="{FF2B5EF4-FFF2-40B4-BE49-F238E27FC236}">
                  <a16:creationId xmlns:a16="http://schemas.microsoft.com/office/drawing/2014/main" id="{CD76D1FA-E55D-45C3-B6C8-5524747B6A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275" y="1592263"/>
              <a:ext cx="4381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0xx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02" name="Rectangle 59">
              <a:extLst>
                <a:ext uri="{FF2B5EF4-FFF2-40B4-BE49-F238E27FC236}">
                  <a16:creationId xmlns:a16="http://schemas.microsoft.com/office/drawing/2014/main" id="{03429B6E-6CB5-4D49-87F7-20D8E207DD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0263" y="1592263"/>
              <a:ext cx="4381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1xx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03" name="Freeform 60">
              <a:extLst>
                <a:ext uri="{FF2B5EF4-FFF2-40B4-BE49-F238E27FC236}">
                  <a16:creationId xmlns:a16="http://schemas.microsoft.com/office/drawing/2014/main" id="{ED9CCD81-54CC-4C97-ABF0-EA1373B90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100" y="1238250"/>
              <a:ext cx="104775" cy="104775"/>
            </a:xfrm>
            <a:custGeom>
              <a:avLst/>
              <a:gdLst>
                <a:gd name="T0" fmla="*/ 2147483646 w 132"/>
                <a:gd name="T1" fmla="*/ 2147483646 h 133"/>
                <a:gd name="T2" fmla="*/ 2147483646 w 132"/>
                <a:gd name="T3" fmla="*/ 0 h 133"/>
                <a:gd name="T4" fmla="*/ 0 w 132"/>
                <a:gd name="T5" fmla="*/ 2147483646 h 133"/>
                <a:gd name="T6" fmla="*/ 0 w 132"/>
                <a:gd name="T7" fmla="*/ 2147483646 h 133"/>
                <a:gd name="T8" fmla="*/ 2147483646 w 132"/>
                <a:gd name="T9" fmla="*/ 2147483646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2"/>
                <a:gd name="T16" fmla="*/ 0 h 133"/>
                <a:gd name="T17" fmla="*/ 132 w 132"/>
                <a:gd name="T18" fmla="*/ 133 h 1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2" h="133">
                  <a:moveTo>
                    <a:pt x="26" y="133"/>
                  </a:moveTo>
                  <a:lnTo>
                    <a:pt x="132" y="0"/>
                  </a:lnTo>
                  <a:lnTo>
                    <a:pt x="0" y="80"/>
                  </a:lnTo>
                  <a:lnTo>
                    <a:pt x="0" y="106"/>
                  </a:lnTo>
                  <a:lnTo>
                    <a:pt x="26" y="133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04" name="Freeform 61">
              <a:extLst>
                <a:ext uri="{FF2B5EF4-FFF2-40B4-BE49-F238E27FC236}">
                  <a16:creationId xmlns:a16="http://schemas.microsoft.com/office/drawing/2014/main" id="{A2AF74AA-EE97-4477-A8B5-B4AE41581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288" y="1322388"/>
              <a:ext cx="531812" cy="2265362"/>
            </a:xfrm>
            <a:custGeom>
              <a:avLst/>
              <a:gdLst>
                <a:gd name="T0" fmla="*/ 2147483646 w 669"/>
                <a:gd name="T1" fmla="*/ 0 h 2854"/>
                <a:gd name="T2" fmla="*/ 2147483646 w 669"/>
                <a:gd name="T3" fmla="*/ 2147483646 h 2854"/>
                <a:gd name="T4" fmla="*/ 2147483646 w 669"/>
                <a:gd name="T5" fmla="*/ 2147483646 h 2854"/>
                <a:gd name="T6" fmla="*/ 2147483646 w 669"/>
                <a:gd name="T7" fmla="*/ 2147483646 h 2854"/>
                <a:gd name="T8" fmla="*/ 2147483646 w 669"/>
                <a:gd name="T9" fmla="*/ 2147483646 h 2854"/>
                <a:gd name="T10" fmla="*/ 2147483646 w 669"/>
                <a:gd name="T11" fmla="*/ 2147483646 h 2854"/>
                <a:gd name="T12" fmla="*/ 2147483646 w 669"/>
                <a:gd name="T13" fmla="*/ 2147483646 h 2854"/>
                <a:gd name="T14" fmla="*/ 2147483646 w 669"/>
                <a:gd name="T15" fmla="*/ 2147483646 h 2854"/>
                <a:gd name="T16" fmla="*/ 2147483646 w 669"/>
                <a:gd name="T17" fmla="*/ 2147483646 h 2854"/>
                <a:gd name="T18" fmla="*/ 2147483646 w 669"/>
                <a:gd name="T19" fmla="*/ 2147483646 h 2854"/>
                <a:gd name="T20" fmla="*/ 2147483646 w 669"/>
                <a:gd name="T21" fmla="*/ 2147483646 h 2854"/>
                <a:gd name="T22" fmla="*/ 2147483646 w 669"/>
                <a:gd name="T23" fmla="*/ 2147483646 h 2854"/>
                <a:gd name="T24" fmla="*/ 2147483646 w 669"/>
                <a:gd name="T25" fmla="*/ 2147483646 h 2854"/>
                <a:gd name="T26" fmla="*/ 2147483646 w 669"/>
                <a:gd name="T27" fmla="*/ 2147483646 h 2854"/>
                <a:gd name="T28" fmla="*/ 2147483646 w 669"/>
                <a:gd name="T29" fmla="*/ 2147483646 h 2854"/>
                <a:gd name="T30" fmla="*/ 2147483646 w 669"/>
                <a:gd name="T31" fmla="*/ 2147483646 h 2854"/>
                <a:gd name="T32" fmla="*/ 0 w 669"/>
                <a:gd name="T33" fmla="*/ 2147483646 h 2854"/>
                <a:gd name="T34" fmla="*/ 2147483646 w 669"/>
                <a:gd name="T35" fmla="*/ 2147483646 h 2854"/>
                <a:gd name="T36" fmla="*/ 2147483646 w 669"/>
                <a:gd name="T37" fmla="*/ 2147483646 h 2854"/>
                <a:gd name="T38" fmla="*/ 2147483646 w 669"/>
                <a:gd name="T39" fmla="*/ 2147483646 h 2854"/>
                <a:gd name="T40" fmla="*/ 2147483646 w 669"/>
                <a:gd name="T41" fmla="*/ 2147483646 h 2854"/>
                <a:gd name="T42" fmla="*/ 2147483646 w 669"/>
                <a:gd name="T43" fmla="*/ 2147483646 h 2854"/>
                <a:gd name="T44" fmla="*/ 2147483646 w 669"/>
                <a:gd name="T45" fmla="*/ 2147483646 h 2854"/>
                <a:gd name="T46" fmla="*/ 2147483646 w 669"/>
                <a:gd name="T47" fmla="*/ 2147483646 h 2854"/>
                <a:gd name="T48" fmla="*/ 2147483646 w 669"/>
                <a:gd name="T49" fmla="*/ 2147483646 h 2854"/>
                <a:gd name="T50" fmla="*/ 2147483646 w 669"/>
                <a:gd name="T51" fmla="*/ 2147483646 h 2854"/>
                <a:gd name="T52" fmla="*/ 2147483646 w 669"/>
                <a:gd name="T53" fmla="*/ 2147483646 h 2854"/>
                <a:gd name="T54" fmla="*/ 2147483646 w 669"/>
                <a:gd name="T55" fmla="*/ 2147483646 h 2854"/>
                <a:gd name="T56" fmla="*/ 2147483646 w 669"/>
                <a:gd name="T57" fmla="*/ 2147483646 h 2854"/>
                <a:gd name="T58" fmla="*/ 2147483646 w 669"/>
                <a:gd name="T59" fmla="*/ 2147483646 h 2854"/>
                <a:gd name="T60" fmla="*/ 2147483646 w 669"/>
                <a:gd name="T61" fmla="*/ 2147483646 h 2854"/>
                <a:gd name="T62" fmla="*/ 2147483646 w 669"/>
                <a:gd name="T63" fmla="*/ 2147483646 h 2854"/>
                <a:gd name="T64" fmla="*/ 2147483646 w 669"/>
                <a:gd name="T65" fmla="*/ 2147483646 h 285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69"/>
                <a:gd name="T100" fmla="*/ 0 h 2854"/>
                <a:gd name="T101" fmla="*/ 669 w 669"/>
                <a:gd name="T102" fmla="*/ 2854 h 2854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69" h="2854">
                  <a:moveTo>
                    <a:pt x="669" y="0"/>
                  </a:moveTo>
                  <a:lnTo>
                    <a:pt x="580" y="69"/>
                  </a:lnTo>
                  <a:lnTo>
                    <a:pt x="498" y="145"/>
                  </a:lnTo>
                  <a:lnTo>
                    <a:pt x="424" y="226"/>
                  </a:lnTo>
                  <a:lnTo>
                    <a:pt x="355" y="312"/>
                  </a:lnTo>
                  <a:lnTo>
                    <a:pt x="294" y="403"/>
                  </a:lnTo>
                  <a:lnTo>
                    <a:pt x="238" y="500"/>
                  </a:lnTo>
                  <a:lnTo>
                    <a:pt x="189" y="600"/>
                  </a:lnTo>
                  <a:lnTo>
                    <a:pt x="147" y="703"/>
                  </a:lnTo>
                  <a:lnTo>
                    <a:pt x="110" y="809"/>
                  </a:lnTo>
                  <a:lnTo>
                    <a:pt x="78" y="918"/>
                  </a:lnTo>
                  <a:lnTo>
                    <a:pt x="52" y="1028"/>
                  </a:lnTo>
                  <a:lnTo>
                    <a:pt x="32" y="1139"/>
                  </a:lnTo>
                  <a:lnTo>
                    <a:pt x="16" y="1252"/>
                  </a:lnTo>
                  <a:lnTo>
                    <a:pt x="6" y="1364"/>
                  </a:lnTo>
                  <a:lnTo>
                    <a:pt x="1" y="1476"/>
                  </a:lnTo>
                  <a:lnTo>
                    <a:pt x="0" y="1588"/>
                  </a:lnTo>
                  <a:lnTo>
                    <a:pt x="4" y="1699"/>
                  </a:lnTo>
                  <a:lnTo>
                    <a:pt x="12" y="1807"/>
                  </a:lnTo>
                  <a:lnTo>
                    <a:pt x="25" y="1913"/>
                  </a:lnTo>
                  <a:lnTo>
                    <a:pt x="41" y="2017"/>
                  </a:lnTo>
                  <a:lnTo>
                    <a:pt x="61" y="2117"/>
                  </a:lnTo>
                  <a:lnTo>
                    <a:pt x="86" y="2214"/>
                  </a:lnTo>
                  <a:lnTo>
                    <a:pt x="114" y="2306"/>
                  </a:lnTo>
                  <a:lnTo>
                    <a:pt x="144" y="2393"/>
                  </a:lnTo>
                  <a:lnTo>
                    <a:pt x="179" y="2475"/>
                  </a:lnTo>
                  <a:lnTo>
                    <a:pt x="216" y="2551"/>
                  </a:lnTo>
                  <a:lnTo>
                    <a:pt x="257" y="2621"/>
                  </a:lnTo>
                  <a:lnTo>
                    <a:pt x="299" y="2683"/>
                  </a:lnTo>
                  <a:lnTo>
                    <a:pt x="344" y="2739"/>
                  </a:lnTo>
                  <a:lnTo>
                    <a:pt x="393" y="2786"/>
                  </a:lnTo>
                  <a:lnTo>
                    <a:pt x="444" y="2825"/>
                  </a:lnTo>
                  <a:lnTo>
                    <a:pt x="495" y="2854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05" name="Rectangle 62">
              <a:extLst>
                <a:ext uri="{FF2B5EF4-FFF2-40B4-BE49-F238E27FC236}">
                  <a16:creationId xmlns:a16="http://schemas.microsoft.com/office/drawing/2014/main" id="{B761C18E-9CDC-4AFA-9173-E39B89C369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9400" y="2881313"/>
              <a:ext cx="4381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06" name="Freeform 63">
              <a:extLst>
                <a:ext uri="{FF2B5EF4-FFF2-40B4-BE49-F238E27FC236}">
                  <a16:creationId xmlns:a16="http://schemas.microsoft.com/office/drawing/2014/main" id="{F41C6ADE-6921-4A5C-AAC0-435BC44F1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250" y="4794250"/>
              <a:ext cx="125413" cy="84138"/>
            </a:xfrm>
            <a:custGeom>
              <a:avLst/>
              <a:gdLst>
                <a:gd name="T0" fmla="*/ 2147483646 w 159"/>
                <a:gd name="T1" fmla="*/ 0 h 106"/>
                <a:gd name="T2" fmla="*/ 0 w 159"/>
                <a:gd name="T3" fmla="*/ 2147483646 h 106"/>
                <a:gd name="T4" fmla="*/ 2147483646 w 159"/>
                <a:gd name="T5" fmla="*/ 2147483646 h 106"/>
                <a:gd name="T6" fmla="*/ 2147483646 w 159"/>
                <a:gd name="T7" fmla="*/ 2147483646 h 106"/>
                <a:gd name="T8" fmla="*/ 2147483646 w 159"/>
                <a:gd name="T9" fmla="*/ 0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106"/>
                <a:gd name="T17" fmla="*/ 159 w 159"/>
                <a:gd name="T18" fmla="*/ 106 h 1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106">
                  <a:moveTo>
                    <a:pt x="133" y="0"/>
                  </a:moveTo>
                  <a:lnTo>
                    <a:pt x="0" y="106"/>
                  </a:lnTo>
                  <a:lnTo>
                    <a:pt x="159" y="53"/>
                  </a:lnTo>
                  <a:lnTo>
                    <a:pt x="133" y="26"/>
                  </a:lnTo>
                  <a:lnTo>
                    <a:pt x="133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07" name="Freeform 64">
              <a:extLst>
                <a:ext uri="{FF2B5EF4-FFF2-40B4-BE49-F238E27FC236}">
                  <a16:creationId xmlns:a16="http://schemas.microsoft.com/office/drawing/2014/main" id="{CE3E14C9-B174-463E-983A-AE9A5C0BB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963" y="1125538"/>
              <a:ext cx="1223962" cy="3687762"/>
            </a:xfrm>
            <a:custGeom>
              <a:avLst/>
              <a:gdLst>
                <a:gd name="T0" fmla="*/ 0 w 1543"/>
                <a:gd name="T1" fmla="*/ 0 h 4648"/>
                <a:gd name="T2" fmla="*/ 2147483646 w 1543"/>
                <a:gd name="T3" fmla="*/ 2147483646 h 4648"/>
                <a:gd name="T4" fmla="*/ 2147483646 w 1543"/>
                <a:gd name="T5" fmla="*/ 2147483646 h 4648"/>
                <a:gd name="T6" fmla="*/ 2147483646 w 1543"/>
                <a:gd name="T7" fmla="*/ 2147483646 h 4648"/>
                <a:gd name="T8" fmla="*/ 2147483646 w 1543"/>
                <a:gd name="T9" fmla="*/ 2147483646 h 4648"/>
                <a:gd name="T10" fmla="*/ 2147483646 w 1543"/>
                <a:gd name="T11" fmla="*/ 2147483646 h 4648"/>
                <a:gd name="T12" fmla="*/ 2147483646 w 1543"/>
                <a:gd name="T13" fmla="*/ 2147483646 h 4648"/>
                <a:gd name="T14" fmla="*/ 2147483646 w 1543"/>
                <a:gd name="T15" fmla="*/ 2147483646 h 4648"/>
                <a:gd name="T16" fmla="*/ 2147483646 w 1543"/>
                <a:gd name="T17" fmla="*/ 2147483646 h 4648"/>
                <a:gd name="T18" fmla="*/ 2147483646 w 1543"/>
                <a:gd name="T19" fmla="*/ 2147483646 h 4648"/>
                <a:gd name="T20" fmla="*/ 2147483646 w 1543"/>
                <a:gd name="T21" fmla="*/ 2147483646 h 4648"/>
                <a:gd name="T22" fmla="*/ 2147483646 w 1543"/>
                <a:gd name="T23" fmla="*/ 2147483646 h 4648"/>
                <a:gd name="T24" fmla="*/ 2147483646 w 1543"/>
                <a:gd name="T25" fmla="*/ 2147483646 h 4648"/>
                <a:gd name="T26" fmla="*/ 2147483646 w 1543"/>
                <a:gd name="T27" fmla="*/ 2147483646 h 4648"/>
                <a:gd name="T28" fmla="*/ 2147483646 w 1543"/>
                <a:gd name="T29" fmla="*/ 2147483646 h 4648"/>
                <a:gd name="T30" fmla="*/ 2147483646 w 1543"/>
                <a:gd name="T31" fmla="*/ 2147483646 h 4648"/>
                <a:gd name="T32" fmla="*/ 2147483646 w 1543"/>
                <a:gd name="T33" fmla="*/ 2147483646 h 4648"/>
                <a:gd name="T34" fmla="*/ 2147483646 w 1543"/>
                <a:gd name="T35" fmla="*/ 2147483646 h 4648"/>
                <a:gd name="T36" fmla="*/ 2147483646 w 1543"/>
                <a:gd name="T37" fmla="*/ 2147483646 h 4648"/>
                <a:gd name="T38" fmla="*/ 2147483646 w 1543"/>
                <a:gd name="T39" fmla="*/ 2147483646 h 4648"/>
                <a:gd name="T40" fmla="*/ 2147483646 w 1543"/>
                <a:gd name="T41" fmla="*/ 2147483646 h 4648"/>
                <a:gd name="T42" fmla="*/ 2147483646 w 1543"/>
                <a:gd name="T43" fmla="*/ 2147483646 h 4648"/>
                <a:gd name="T44" fmla="*/ 2147483646 w 1543"/>
                <a:gd name="T45" fmla="*/ 2147483646 h 4648"/>
                <a:gd name="T46" fmla="*/ 2147483646 w 1543"/>
                <a:gd name="T47" fmla="*/ 2147483646 h 4648"/>
                <a:gd name="T48" fmla="*/ 2147483646 w 1543"/>
                <a:gd name="T49" fmla="*/ 2147483646 h 4648"/>
                <a:gd name="T50" fmla="*/ 2147483646 w 1543"/>
                <a:gd name="T51" fmla="*/ 2147483646 h 4648"/>
                <a:gd name="T52" fmla="*/ 2147483646 w 1543"/>
                <a:gd name="T53" fmla="*/ 2147483646 h 4648"/>
                <a:gd name="T54" fmla="*/ 2147483646 w 1543"/>
                <a:gd name="T55" fmla="*/ 2147483646 h 4648"/>
                <a:gd name="T56" fmla="*/ 2147483646 w 1543"/>
                <a:gd name="T57" fmla="*/ 2147483646 h 4648"/>
                <a:gd name="T58" fmla="*/ 2147483646 w 1543"/>
                <a:gd name="T59" fmla="*/ 2147483646 h 4648"/>
                <a:gd name="T60" fmla="*/ 2147483646 w 1543"/>
                <a:gd name="T61" fmla="*/ 2147483646 h 4648"/>
                <a:gd name="T62" fmla="*/ 2147483646 w 1543"/>
                <a:gd name="T63" fmla="*/ 2147483646 h 4648"/>
                <a:gd name="T64" fmla="*/ 2147483646 w 1543"/>
                <a:gd name="T65" fmla="*/ 2147483646 h 464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543"/>
                <a:gd name="T100" fmla="*/ 0 h 4648"/>
                <a:gd name="T101" fmla="*/ 1543 w 1543"/>
                <a:gd name="T102" fmla="*/ 4648 h 464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543" h="4648">
                  <a:moveTo>
                    <a:pt x="0" y="0"/>
                  </a:moveTo>
                  <a:lnTo>
                    <a:pt x="236" y="172"/>
                  </a:lnTo>
                  <a:lnTo>
                    <a:pt x="450" y="347"/>
                  </a:lnTo>
                  <a:lnTo>
                    <a:pt x="640" y="525"/>
                  </a:lnTo>
                  <a:lnTo>
                    <a:pt x="811" y="703"/>
                  </a:lnTo>
                  <a:lnTo>
                    <a:pt x="961" y="883"/>
                  </a:lnTo>
                  <a:lnTo>
                    <a:pt x="1091" y="1063"/>
                  </a:lnTo>
                  <a:lnTo>
                    <a:pt x="1203" y="1244"/>
                  </a:lnTo>
                  <a:lnTo>
                    <a:pt x="1297" y="1424"/>
                  </a:lnTo>
                  <a:lnTo>
                    <a:pt x="1376" y="1604"/>
                  </a:lnTo>
                  <a:lnTo>
                    <a:pt x="1438" y="1784"/>
                  </a:lnTo>
                  <a:lnTo>
                    <a:pt x="1484" y="1962"/>
                  </a:lnTo>
                  <a:lnTo>
                    <a:pt x="1516" y="2138"/>
                  </a:lnTo>
                  <a:lnTo>
                    <a:pt x="1536" y="2312"/>
                  </a:lnTo>
                  <a:lnTo>
                    <a:pt x="1543" y="2483"/>
                  </a:lnTo>
                  <a:lnTo>
                    <a:pt x="1537" y="2653"/>
                  </a:lnTo>
                  <a:lnTo>
                    <a:pt x="1521" y="2817"/>
                  </a:lnTo>
                  <a:lnTo>
                    <a:pt x="1496" y="2979"/>
                  </a:lnTo>
                  <a:lnTo>
                    <a:pt x="1460" y="3135"/>
                  </a:lnTo>
                  <a:lnTo>
                    <a:pt x="1417" y="3288"/>
                  </a:lnTo>
                  <a:lnTo>
                    <a:pt x="1366" y="3435"/>
                  </a:lnTo>
                  <a:lnTo>
                    <a:pt x="1309" y="3577"/>
                  </a:lnTo>
                  <a:lnTo>
                    <a:pt x="1246" y="3712"/>
                  </a:lnTo>
                  <a:lnTo>
                    <a:pt x="1178" y="3841"/>
                  </a:lnTo>
                  <a:lnTo>
                    <a:pt x="1107" y="3964"/>
                  </a:lnTo>
                  <a:lnTo>
                    <a:pt x="1031" y="4079"/>
                  </a:lnTo>
                  <a:lnTo>
                    <a:pt x="953" y="4187"/>
                  </a:lnTo>
                  <a:lnTo>
                    <a:pt x="875" y="4286"/>
                  </a:lnTo>
                  <a:lnTo>
                    <a:pt x="795" y="4377"/>
                  </a:lnTo>
                  <a:lnTo>
                    <a:pt x="716" y="4460"/>
                  </a:lnTo>
                  <a:lnTo>
                    <a:pt x="638" y="4533"/>
                  </a:lnTo>
                  <a:lnTo>
                    <a:pt x="561" y="4595"/>
                  </a:lnTo>
                  <a:lnTo>
                    <a:pt x="487" y="4648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08" name="Rectangle 65">
              <a:extLst>
                <a:ext uri="{FF2B5EF4-FFF2-40B4-BE49-F238E27FC236}">
                  <a16:creationId xmlns:a16="http://schemas.microsoft.com/office/drawing/2014/main" id="{381F3A4C-6F74-405E-BA50-5FD03E1ED9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7200" y="2881313"/>
              <a:ext cx="4381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x0x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09" name="Freeform 66">
              <a:extLst>
                <a:ext uri="{FF2B5EF4-FFF2-40B4-BE49-F238E27FC236}">
                  <a16:creationId xmlns:a16="http://schemas.microsoft.com/office/drawing/2014/main" id="{26F0B3E0-CAA2-48D0-9EB7-70FCC038D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463" y="1131888"/>
              <a:ext cx="104775" cy="106362"/>
            </a:xfrm>
            <a:custGeom>
              <a:avLst/>
              <a:gdLst>
                <a:gd name="T0" fmla="*/ 2147483646 w 133"/>
                <a:gd name="T1" fmla="*/ 2147483646 h 133"/>
                <a:gd name="T2" fmla="*/ 2147483646 w 133"/>
                <a:gd name="T3" fmla="*/ 0 h 133"/>
                <a:gd name="T4" fmla="*/ 0 w 133"/>
                <a:gd name="T5" fmla="*/ 2147483646 h 133"/>
                <a:gd name="T6" fmla="*/ 0 w 133"/>
                <a:gd name="T7" fmla="*/ 2147483646 h 133"/>
                <a:gd name="T8" fmla="*/ 2147483646 w 133"/>
                <a:gd name="T9" fmla="*/ 2147483646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3"/>
                <a:gd name="T16" fmla="*/ 0 h 133"/>
                <a:gd name="T17" fmla="*/ 133 w 133"/>
                <a:gd name="T18" fmla="*/ 133 h 1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3" h="133">
                  <a:moveTo>
                    <a:pt x="27" y="133"/>
                  </a:moveTo>
                  <a:lnTo>
                    <a:pt x="133" y="0"/>
                  </a:lnTo>
                  <a:lnTo>
                    <a:pt x="0" y="80"/>
                  </a:lnTo>
                  <a:lnTo>
                    <a:pt x="0" y="106"/>
                  </a:lnTo>
                  <a:lnTo>
                    <a:pt x="27" y="133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10" name="Freeform 67">
              <a:extLst>
                <a:ext uri="{FF2B5EF4-FFF2-40B4-BE49-F238E27FC236}">
                  <a16:creationId xmlns:a16="http://schemas.microsoft.com/office/drawing/2014/main" id="{8D3D3497-3180-4EE0-AECA-4F9DC96FE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675" y="1220788"/>
              <a:ext cx="1093788" cy="3684587"/>
            </a:xfrm>
            <a:custGeom>
              <a:avLst/>
              <a:gdLst>
                <a:gd name="T0" fmla="*/ 2147483646 w 1378"/>
                <a:gd name="T1" fmla="*/ 0 h 4642"/>
                <a:gd name="T2" fmla="*/ 2147483646 w 1378"/>
                <a:gd name="T3" fmla="*/ 2147483646 h 4642"/>
                <a:gd name="T4" fmla="*/ 2147483646 w 1378"/>
                <a:gd name="T5" fmla="*/ 2147483646 h 4642"/>
                <a:gd name="T6" fmla="*/ 2147483646 w 1378"/>
                <a:gd name="T7" fmla="*/ 2147483646 h 4642"/>
                <a:gd name="T8" fmla="*/ 2147483646 w 1378"/>
                <a:gd name="T9" fmla="*/ 2147483646 h 4642"/>
                <a:gd name="T10" fmla="*/ 2147483646 w 1378"/>
                <a:gd name="T11" fmla="*/ 2147483646 h 4642"/>
                <a:gd name="T12" fmla="*/ 2147483646 w 1378"/>
                <a:gd name="T13" fmla="*/ 2147483646 h 4642"/>
                <a:gd name="T14" fmla="*/ 2147483646 w 1378"/>
                <a:gd name="T15" fmla="*/ 2147483646 h 4642"/>
                <a:gd name="T16" fmla="*/ 2147483646 w 1378"/>
                <a:gd name="T17" fmla="*/ 2147483646 h 4642"/>
                <a:gd name="T18" fmla="*/ 2147483646 w 1378"/>
                <a:gd name="T19" fmla="*/ 2147483646 h 4642"/>
                <a:gd name="T20" fmla="*/ 2147483646 w 1378"/>
                <a:gd name="T21" fmla="*/ 2147483646 h 4642"/>
                <a:gd name="T22" fmla="*/ 2147483646 w 1378"/>
                <a:gd name="T23" fmla="*/ 2147483646 h 4642"/>
                <a:gd name="T24" fmla="*/ 0 w 1378"/>
                <a:gd name="T25" fmla="*/ 2147483646 h 4642"/>
                <a:gd name="T26" fmla="*/ 2147483646 w 1378"/>
                <a:gd name="T27" fmla="*/ 2147483646 h 4642"/>
                <a:gd name="T28" fmla="*/ 2147483646 w 1378"/>
                <a:gd name="T29" fmla="*/ 2147483646 h 4642"/>
                <a:gd name="T30" fmla="*/ 2147483646 w 1378"/>
                <a:gd name="T31" fmla="*/ 2147483646 h 4642"/>
                <a:gd name="T32" fmla="*/ 2147483646 w 1378"/>
                <a:gd name="T33" fmla="*/ 2147483646 h 4642"/>
                <a:gd name="T34" fmla="*/ 2147483646 w 1378"/>
                <a:gd name="T35" fmla="*/ 2147483646 h 4642"/>
                <a:gd name="T36" fmla="*/ 2147483646 w 1378"/>
                <a:gd name="T37" fmla="*/ 2147483646 h 4642"/>
                <a:gd name="T38" fmla="*/ 2147483646 w 1378"/>
                <a:gd name="T39" fmla="*/ 2147483646 h 4642"/>
                <a:gd name="T40" fmla="*/ 2147483646 w 1378"/>
                <a:gd name="T41" fmla="*/ 2147483646 h 4642"/>
                <a:gd name="T42" fmla="*/ 2147483646 w 1378"/>
                <a:gd name="T43" fmla="*/ 2147483646 h 4642"/>
                <a:gd name="T44" fmla="*/ 2147483646 w 1378"/>
                <a:gd name="T45" fmla="*/ 2147483646 h 4642"/>
                <a:gd name="T46" fmla="*/ 2147483646 w 1378"/>
                <a:gd name="T47" fmla="*/ 2147483646 h 4642"/>
                <a:gd name="T48" fmla="*/ 2147483646 w 1378"/>
                <a:gd name="T49" fmla="*/ 2147483646 h 4642"/>
                <a:gd name="T50" fmla="*/ 2147483646 w 1378"/>
                <a:gd name="T51" fmla="*/ 2147483646 h 4642"/>
                <a:gd name="T52" fmla="*/ 2147483646 w 1378"/>
                <a:gd name="T53" fmla="*/ 2147483646 h 4642"/>
                <a:gd name="T54" fmla="*/ 2147483646 w 1378"/>
                <a:gd name="T55" fmla="*/ 2147483646 h 4642"/>
                <a:gd name="T56" fmla="*/ 2147483646 w 1378"/>
                <a:gd name="T57" fmla="*/ 2147483646 h 4642"/>
                <a:gd name="T58" fmla="*/ 2147483646 w 1378"/>
                <a:gd name="T59" fmla="*/ 2147483646 h 4642"/>
                <a:gd name="T60" fmla="*/ 2147483646 w 1378"/>
                <a:gd name="T61" fmla="*/ 2147483646 h 4642"/>
                <a:gd name="T62" fmla="*/ 2147483646 w 1378"/>
                <a:gd name="T63" fmla="*/ 2147483646 h 4642"/>
                <a:gd name="T64" fmla="*/ 2147483646 w 1378"/>
                <a:gd name="T65" fmla="*/ 2147483646 h 464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378"/>
                <a:gd name="T100" fmla="*/ 0 h 4642"/>
                <a:gd name="T101" fmla="*/ 1378 w 1378"/>
                <a:gd name="T102" fmla="*/ 4642 h 464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378" h="4642">
                  <a:moveTo>
                    <a:pt x="1378" y="0"/>
                  </a:moveTo>
                  <a:lnTo>
                    <a:pt x="1141" y="181"/>
                  </a:lnTo>
                  <a:lnTo>
                    <a:pt x="929" y="366"/>
                  </a:lnTo>
                  <a:lnTo>
                    <a:pt x="742" y="551"/>
                  </a:lnTo>
                  <a:lnTo>
                    <a:pt x="579" y="738"/>
                  </a:lnTo>
                  <a:lnTo>
                    <a:pt x="438" y="928"/>
                  </a:lnTo>
                  <a:lnTo>
                    <a:pt x="319" y="1116"/>
                  </a:lnTo>
                  <a:lnTo>
                    <a:pt x="221" y="1306"/>
                  </a:lnTo>
                  <a:lnTo>
                    <a:pt x="142" y="1495"/>
                  </a:lnTo>
                  <a:lnTo>
                    <a:pt x="82" y="1683"/>
                  </a:lnTo>
                  <a:lnTo>
                    <a:pt x="38" y="1870"/>
                  </a:lnTo>
                  <a:lnTo>
                    <a:pt x="12" y="2055"/>
                  </a:lnTo>
                  <a:lnTo>
                    <a:pt x="0" y="2237"/>
                  </a:lnTo>
                  <a:lnTo>
                    <a:pt x="1" y="2418"/>
                  </a:lnTo>
                  <a:lnTo>
                    <a:pt x="16" y="2594"/>
                  </a:lnTo>
                  <a:lnTo>
                    <a:pt x="44" y="2766"/>
                  </a:lnTo>
                  <a:lnTo>
                    <a:pt x="81" y="2935"/>
                  </a:lnTo>
                  <a:lnTo>
                    <a:pt x="127" y="3099"/>
                  </a:lnTo>
                  <a:lnTo>
                    <a:pt x="183" y="3257"/>
                  </a:lnTo>
                  <a:lnTo>
                    <a:pt x="245" y="3409"/>
                  </a:lnTo>
                  <a:lnTo>
                    <a:pt x="314" y="3556"/>
                  </a:lnTo>
                  <a:lnTo>
                    <a:pt x="388" y="3696"/>
                  </a:lnTo>
                  <a:lnTo>
                    <a:pt x="466" y="3828"/>
                  </a:lnTo>
                  <a:lnTo>
                    <a:pt x="547" y="3953"/>
                  </a:lnTo>
                  <a:lnTo>
                    <a:pt x="631" y="4068"/>
                  </a:lnTo>
                  <a:lnTo>
                    <a:pt x="714" y="4176"/>
                  </a:lnTo>
                  <a:lnTo>
                    <a:pt x="797" y="4275"/>
                  </a:lnTo>
                  <a:lnTo>
                    <a:pt x="880" y="4362"/>
                  </a:lnTo>
                  <a:lnTo>
                    <a:pt x="960" y="4441"/>
                  </a:lnTo>
                  <a:lnTo>
                    <a:pt x="1036" y="4508"/>
                  </a:lnTo>
                  <a:lnTo>
                    <a:pt x="1107" y="4565"/>
                  </a:lnTo>
                  <a:lnTo>
                    <a:pt x="1174" y="4609"/>
                  </a:lnTo>
                  <a:lnTo>
                    <a:pt x="1232" y="4642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11" name="Rectangle 68">
              <a:extLst>
                <a:ext uri="{FF2B5EF4-FFF2-40B4-BE49-F238E27FC236}">
                  <a16:creationId xmlns:a16="http://schemas.microsoft.com/office/drawing/2014/main" id="{E9D0E410-1C3A-46D2-9E58-D44F03F610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65788" y="4191000"/>
              <a:ext cx="4381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12" name="Freeform 69">
              <a:extLst>
                <a:ext uri="{FF2B5EF4-FFF2-40B4-BE49-F238E27FC236}">
                  <a16:creationId xmlns:a16="http://schemas.microsoft.com/office/drawing/2014/main" id="{B6454831-9C4C-443D-B877-126C1E248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650" y="1406525"/>
              <a:ext cx="63500" cy="125413"/>
            </a:xfrm>
            <a:custGeom>
              <a:avLst/>
              <a:gdLst>
                <a:gd name="T0" fmla="*/ 2147483646 w 79"/>
                <a:gd name="T1" fmla="*/ 2147483646 h 159"/>
                <a:gd name="T2" fmla="*/ 2147483646 w 79"/>
                <a:gd name="T3" fmla="*/ 0 h 159"/>
                <a:gd name="T4" fmla="*/ 0 w 79"/>
                <a:gd name="T5" fmla="*/ 2147483646 h 159"/>
                <a:gd name="T6" fmla="*/ 2147483646 w 79"/>
                <a:gd name="T7" fmla="*/ 2147483646 h 159"/>
                <a:gd name="T8" fmla="*/ 2147483646 w 79"/>
                <a:gd name="T9" fmla="*/ 2147483646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9"/>
                <a:gd name="T16" fmla="*/ 0 h 159"/>
                <a:gd name="T17" fmla="*/ 79 w 79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9" h="159">
                  <a:moveTo>
                    <a:pt x="79" y="159"/>
                  </a:moveTo>
                  <a:lnTo>
                    <a:pt x="79" y="0"/>
                  </a:lnTo>
                  <a:lnTo>
                    <a:pt x="0" y="159"/>
                  </a:lnTo>
                  <a:lnTo>
                    <a:pt x="26" y="159"/>
                  </a:lnTo>
                  <a:lnTo>
                    <a:pt x="79" y="159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13" name="Freeform 70">
              <a:extLst>
                <a:ext uri="{FF2B5EF4-FFF2-40B4-BE49-F238E27FC236}">
                  <a16:creationId xmlns:a16="http://schemas.microsoft.com/office/drawing/2014/main" id="{AD34A432-0C78-4878-8717-3F922C1C0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350" y="1539875"/>
              <a:ext cx="34925" cy="485775"/>
            </a:xfrm>
            <a:custGeom>
              <a:avLst/>
              <a:gdLst>
                <a:gd name="T0" fmla="*/ 2147483646 w 46"/>
                <a:gd name="T1" fmla="*/ 0 h 613"/>
                <a:gd name="T2" fmla="*/ 2147483646 w 46"/>
                <a:gd name="T3" fmla="*/ 2147483646 h 613"/>
                <a:gd name="T4" fmla="*/ 2147483646 w 46"/>
                <a:gd name="T5" fmla="*/ 2147483646 h 613"/>
                <a:gd name="T6" fmla="*/ 2147483646 w 46"/>
                <a:gd name="T7" fmla="*/ 2147483646 h 613"/>
                <a:gd name="T8" fmla="*/ 2147483646 w 46"/>
                <a:gd name="T9" fmla="*/ 2147483646 h 613"/>
                <a:gd name="T10" fmla="*/ 2147483646 w 46"/>
                <a:gd name="T11" fmla="*/ 2147483646 h 613"/>
                <a:gd name="T12" fmla="*/ 2147483646 w 46"/>
                <a:gd name="T13" fmla="*/ 2147483646 h 613"/>
                <a:gd name="T14" fmla="*/ 2147483646 w 46"/>
                <a:gd name="T15" fmla="*/ 2147483646 h 613"/>
                <a:gd name="T16" fmla="*/ 0 w 46"/>
                <a:gd name="T17" fmla="*/ 2147483646 h 613"/>
                <a:gd name="T18" fmla="*/ 0 w 46"/>
                <a:gd name="T19" fmla="*/ 2147483646 h 613"/>
                <a:gd name="T20" fmla="*/ 0 w 46"/>
                <a:gd name="T21" fmla="*/ 2147483646 h 613"/>
                <a:gd name="T22" fmla="*/ 0 w 46"/>
                <a:gd name="T23" fmla="*/ 2147483646 h 613"/>
                <a:gd name="T24" fmla="*/ 2147483646 w 46"/>
                <a:gd name="T25" fmla="*/ 2147483646 h 613"/>
                <a:gd name="T26" fmla="*/ 2147483646 w 46"/>
                <a:gd name="T27" fmla="*/ 2147483646 h 613"/>
                <a:gd name="T28" fmla="*/ 2147483646 w 46"/>
                <a:gd name="T29" fmla="*/ 2147483646 h 613"/>
                <a:gd name="T30" fmla="*/ 2147483646 w 46"/>
                <a:gd name="T31" fmla="*/ 2147483646 h 613"/>
                <a:gd name="T32" fmla="*/ 2147483646 w 46"/>
                <a:gd name="T33" fmla="*/ 2147483646 h 613"/>
                <a:gd name="T34" fmla="*/ 2147483646 w 46"/>
                <a:gd name="T35" fmla="*/ 2147483646 h 613"/>
                <a:gd name="T36" fmla="*/ 2147483646 w 46"/>
                <a:gd name="T37" fmla="*/ 2147483646 h 613"/>
                <a:gd name="T38" fmla="*/ 2147483646 w 46"/>
                <a:gd name="T39" fmla="*/ 2147483646 h 613"/>
                <a:gd name="T40" fmla="*/ 2147483646 w 46"/>
                <a:gd name="T41" fmla="*/ 2147483646 h 613"/>
                <a:gd name="T42" fmla="*/ 2147483646 w 46"/>
                <a:gd name="T43" fmla="*/ 2147483646 h 613"/>
                <a:gd name="T44" fmla="*/ 2147483646 w 46"/>
                <a:gd name="T45" fmla="*/ 2147483646 h 613"/>
                <a:gd name="T46" fmla="*/ 2147483646 w 46"/>
                <a:gd name="T47" fmla="*/ 2147483646 h 613"/>
                <a:gd name="T48" fmla="*/ 2147483646 w 46"/>
                <a:gd name="T49" fmla="*/ 2147483646 h 613"/>
                <a:gd name="T50" fmla="*/ 2147483646 w 46"/>
                <a:gd name="T51" fmla="*/ 2147483646 h 613"/>
                <a:gd name="T52" fmla="*/ 2147483646 w 46"/>
                <a:gd name="T53" fmla="*/ 2147483646 h 613"/>
                <a:gd name="T54" fmla="*/ 2147483646 w 46"/>
                <a:gd name="T55" fmla="*/ 2147483646 h 613"/>
                <a:gd name="T56" fmla="*/ 2147483646 w 46"/>
                <a:gd name="T57" fmla="*/ 2147483646 h 613"/>
                <a:gd name="T58" fmla="*/ 2147483646 w 46"/>
                <a:gd name="T59" fmla="*/ 2147483646 h 613"/>
                <a:gd name="T60" fmla="*/ 2147483646 w 46"/>
                <a:gd name="T61" fmla="*/ 2147483646 h 613"/>
                <a:gd name="T62" fmla="*/ 2147483646 w 46"/>
                <a:gd name="T63" fmla="*/ 2147483646 h 613"/>
                <a:gd name="T64" fmla="*/ 2147483646 w 46"/>
                <a:gd name="T65" fmla="*/ 2147483646 h 61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46"/>
                <a:gd name="T100" fmla="*/ 0 h 613"/>
                <a:gd name="T101" fmla="*/ 46 w 46"/>
                <a:gd name="T102" fmla="*/ 613 h 61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46" h="613">
                  <a:moveTo>
                    <a:pt x="20" y="0"/>
                  </a:moveTo>
                  <a:lnTo>
                    <a:pt x="16" y="19"/>
                  </a:lnTo>
                  <a:lnTo>
                    <a:pt x="12" y="38"/>
                  </a:lnTo>
                  <a:lnTo>
                    <a:pt x="10" y="56"/>
                  </a:lnTo>
                  <a:lnTo>
                    <a:pt x="7" y="75"/>
                  </a:lnTo>
                  <a:lnTo>
                    <a:pt x="4" y="95"/>
                  </a:lnTo>
                  <a:lnTo>
                    <a:pt x="3" y="113"/>
                  </a:lnTo>
                  <a:lnTo>
                    <a:pt x="2" y="133"/>
                  </a:lnTo>
                  <a:lnTo>
                    <a:pt x="0" y="153"/>
                  </a:lnTo>
                  <a:lnTo>
                    <a:pt x="0" y="171"/>
                  </a:lnTo>
                  <a:lnTo>
                    <a:pt x="0" y="191"/>
                  </a:lnTo>
                  <a:lnTo>
                    <a:pt x="0" y="211"/>
                  </a:lnTo>
                  <a:lnTo>
                    <a:pt x="2" y="231"/>
                  </a:lnTo>
                  <a:lnTo>
                    <a:pt x="2" y="251"/>
                  </a:lnTo>
                  <a:lnTo>
                    <a:pt x="3" y="271"/>
                  </a:lnTo>
                  <a:lnTo>
                    <a:pt x="4" y="289"/>
                  </a:lnTo>
                  <a:lnTo>
                    <a:pt x="6" y="309"/>
                  </a:lnTo>
                  <a:lnTo>
                    <a:pt x="8" y="329"/>
                  </a:lnTo>
                  <a:lnTo>
                    <a:pt x="10" y="349"/>
                  </a:lnTo>
                  <a:lnTo>
                    <a:pt x="12" y="369"/>
                  </a:lnTo>
                  <a:lnTo>
                    <a:pt x="15" y="389"/>
                  </a:lnTo>
                  <a:lnTo>
                    <a:pt x="18" y="407"/>
                  </a:lnTo>
                  <a:lnTo>
                    <a:pt x="20" y="427"/>
                  </a:lnTo>
                  <a:lnTo>
                    <a:pt x="23" y="446"/>
                  </a:lnTo>
                  <a:lnTo>
                    <a:pt x="26" y="466"/>
                  </a:lnTo>
                  <a:lnTo>
                    <a:pt x="28" y="484"/>
                  </a:lnTo>
                  <a:lnTo>
                    <a:pt x="31" y="503"/>
                  </a:lnTo>
                  <a:lnTo>
                    <a:pt x="34" y="521"/>
                  </a:lnTo>
                  <a:lnTo>
                    <a:pt x="36" y="540"/>
                  </a:lnTo>
                  <a:lnTo>
                    <a:pt x="38" y="559"/>
                  </a:lnTo>
                  <a:lnTo>
                    <a:pt x="40" y="577"/>
                  </a:lnTo>
                  <a:lnTo>
                    <a:pt x="43" y="594"/>
                  </a:lnTo>
                  <a:lnTo>
                    <a:pt x="46" y="613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14" name="Rectangle 71">
              <a:extLst>
                <a:ext uri="{FF2B5EF4-FFF2-40B4-BE49-F238E27FC236}">
                  <a16:creationId xmlns:a16="http://schemas.microsoft.com/office/drawing/2014/main" id="{A0EE5350-C1FC-4E24-B61C-7ACE3C9182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6213" y="4191000"/>
              <a:ext cx="4381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xx0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00354" name="Rectangle 2">
            <a:extLst>
              <a:ext uri="{FF2B5EF4-FFF2-40B4-BE49-F238E27FC236}">
                <a16:creationId xmlns:a16="http://schemas.microsoft.com/office/drawing/2014/main" id="{D78975CE-E190-4DED-97D0-7F2D704F87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State diagram for the arbiter</a:t>
            </a:r>
          </a:p>
        </p:txBody>
      </p:sp>
      <p:cxnSp>
        <p:nvCxnSpPr>
          <p:cNvPr id="100355" name="Straight Arrow Connector 62">
            <a:extLst>
              <a:ext uri="{FF2B5EF4-FFF2-40B4-BE49-F238E27FC236}">
                <a16:creationId xmlns:a16="http://schemas.microsoft.com/office/drawing/2014/main" id="{F05C6511-C572-4B67-8AF6-BC48C64999E7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078413" y="1371600"/>
            <a:ext cx="1143000" cy="0"/>
          </a:xfrm>
          <a:prstGeom prst="straightConnector1">
            <a:avLst/>
          </a:prstGeom>
          <a:noFill/>
          <a:ln w="25400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0356" name="TextBox 63">
            <a:extLst>
              <a:ext uri="{FF2B5EF4-FFF2-40B4-BE49-F238E27FC236}">
                <a16:creationId xmlns:a16="http://schemas.microsoft.com/office/drawing/2014/main" id="{E8C88B37-856C-4CB1-B061-FA6B86AF63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02363" y="1112838"/>
            <a:ext cx="28416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The three request bits</a:t>
            </a:r>
          </a:p>
        </p:txBody>
      </p:sp>
      <p:sp>
        <p:nvSpPr>
          <p:cNvPr id="100357" name="TextBox 64">
            <a:extLst>
              <a:ext uri="{FF2B5EF4-FFF2-40B4-BE49-F238E27FC236}">
                <a16:creationId xmlns:a16="http://schemas.microsoft.com/office/drawing/2014/main" id="{2D8C0B4A-41C4-43F6-943D-70D0ED0F81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6600" y="1593850"/>
            <a:ext cx="95408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r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r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r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3</a:t>
            </a:r>
          </a:p>
        </p:txBody>
      </p:sp>
      <p:cxnSp>
        <p:nvCxnSpPr>
          <p:cNvPr id="100358" name="Straight Arrow Connector 65">
            <a:extLst>
              <a:ext uri="{FF2B5EF4-FFF2-40B4-BE49-F238E27FC236}">
                <a16:creationId xmlns:a16="http://schemas.microsoft.com/office/drawing/2014/main" id="{724D285A-5ED6-4C57-A4D2-0D38BC009312}"/>
              </a:ext>
            </a:extLst>
          </p:cNvPr>
          <p:cNvCxnSpPr>
            <a:cxnSpLocks noChangeShapeType="1"/>
            <a:endCxn id="100402" idx="0"/>
          </p:cNvCxnSpPr>
          <p:nvPr/>
        </p:nvCxnSpPr>
        <p:spPr bwMode="auto">
          <a:xfrm flipH="1">
            <a:off x="4859338" y="1524000"/>
            <a:ext cx="1355725" cy="920750"/>
          </a:xfrm>
          <a:prstGeom prst="straightConnector1">
            <a:avLst/>
          </a:prstGeom>
          <a:noFill/>
          <a:ln w="25400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1377" name="Group 1">
            <a:extLst>
              <a:ext uri="{FF2B5EF4-FFF2-40B4-BE49-F238E27FC236}">
                <a16:creationId xmlns:a16="http://schemas.microsoft.com/office/drawing/2014/main" id="{CA1AB384-3CA4-43B3-90CD-561AC816331F}"/>
              </a:ext>
            </a:extLst>
          </p:cNvPr>
          <p:cNvGrpSpPr>
            <a:grpSpLocks/>
          </p:cNvGrpSpPr>
          <p:nvPr/>
        </p:nvGrpSpPr>
        <p:grpSpPr bwMode="auto">
          <a:xfrm>
            <a:off x="2716213" y="1143000"/>
            <a:ext cx="3387725" cy="5449888"/>
            <a:chOff x="2716213" y="290513"/>
            <a:chExt cx="3387725" cy="5449887"/>
          </a:xfrm>
        </p:grpSpPr>
        <p:sp>
          <p:nvSpPr>
            <p:cNvPr id="101383" name="Freeform 4">
              <a:extLst>
                <a:ext uri="{FF2B5EF4-FFF2-40B4-BE49-F238E27FC236}">
                  <a16:creationId xmlns:a16="http://schemas.microsoft.com/office/drawing/2014/main" id="{D02F906F-46F1-4831-AE83-E580FF6D5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700" y="5194300"/>
              <a:ext cx="104775" cy="125413"/>
            </a:xfrm>
            <a:custGeom>
              <a:avLst/>
              <a:gdLst>
                <a:gd name="T0" fmla="*/ 2147483646 w 133"/>
                <a:gd name="T1" fmla="*/ 2147483646 h 159"/>
                <a:gd name="T2" fmla="*/ 0 w 133"/>
                <a:gd name="T3" fmla="*/ 0 h 159"/>
                <a:gd name="T4" fmla="*/ 2147483646 w 133"/>
                <a:gd name="T5" fmla="*/ 2147483646 h 159"/>
                <a:gd name="T6" fmla="*/ 2147483646 w 133"/>
                <a:gd name="T7" fmla="*/ 2147483646 h 159"/>
                <a:gd name="T8" fmla="*/ 2147483646 w 133"/>
                <a:gd name="T9" fmla="*/ 2147483646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3"/>
                <a:gd name="T16" fmla="*/ 0 h 159"/>
                <a:gd name="T17" fmla="*/ 133 w 133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3" h="159">
                  <a:moveTo>
                    <a:pt x="133" y="106"/>
                  </a:moveTo>
                  <a:lnTo>
                    <a:pt x="0" y="0"/>
                  </a:lnTo>
                  <a:lnTo>
                    <a:pt x="80" y="159"/>
                  </a:lnTo>
                  <a:lnTo>
                    <a:pt x="106" y="133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384" name="Freeform 7">
              <a:extLst>
                <a:ext uri="{FF2B5EF4-FFF2-40B4-BE49-F238E27FC236}">
                  <a16:creationId xmlns:a16="http://schemas.microsoft.com/office/drawing/2014/main" id="{C40B8013-F0EC-49C9-AC05-45C85BEBF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738" y="5151438"/>
              <a:ext cx="609600" cy="588962"/>
            </a:xfrm>
            <a:custGeom>
              <a:avLst/>
              <a:gdLst>
                <a:gd name="T0" fmla="*/ 0 w 769"/>
                <a:gd name="T1" fmla="*/ 2147483646 h 743"/>
                <a:gd name="T2" fmla="*/ 2147483646 w 769"/>
                <a:gd name="T3" fmla="*/ 2147483646 h 743"/>
                <a:gd name="T4" fmla="*/ 2147483646 w 769"/>
                <a:gd name="T5" fmla="*/ 2147483646 h 743"/>
                <a:gd name="T6" fmla="*/ 2147483646 w 769"/>
                <a:gd name="T7" fmla="*/ 2147483646 h 743"/>
                <a:gd name="T8" fmla="*/ 2147483646 w 769"/>
                <a:gd name="T9" fmla="*/ 2147483646 h 743"/>
                <a:gd name="T10" fmla="*/ 2147483646 w 769"/>
                <a:gd name="T11" fmla="*/ 2147483646 h 743"/>
                <a:gd name="T12" fmla="*/ 2147483646 w 769"/>
                <a:gd name="T13" fmla="*/ 2147483646 h 743"/>
                <a:gd name="T14" fmla="*/ 2147483646 w 769"/>
                <a:gd name="T15" fmla="*/ 2147483646 h 743"/>
                <a:gd name="T16" fmla="*/ 2147483646 w 769"/>
                <a:gd name="T17" fmla="*/ 2147483646 h 743"/>
                <a:gd name="T18" fmla="*/ 2147483646 w 769"/>
                <a:gd name="T19" fmla="*/ 2147483646 h 743"/>
                <a:gd name="T20" fmla="*/ 2147483646 w 769"/>
                <a:gd name="T21" fmla="*/ 2147483646 h 743"/>
                <a:gd name="T22" fmla="*/ 2147483646 w 769"/>
                <a:gd name="T23" fmla="*/ 0 h 743"/>
                <a:gd name="T24" fmla="*/ 2147483646 w 769"/>
                <a:gd name="T25" fmla="*/ 2147483646 h 743"/>
                <a:gd name="T26" fmla="*/ 2147483646 w 769"/>
                <a:gd name="T27" fmla="*/ 2147483646 h 743"/>
                <a:gd name="T28" fmla="*/ 2147483646 w 769"/>
                <a:gd name="T29" fmla="*/ 2147483646 h 743"/>
                <a:gd name="T30" fmla="*/ 2147483646 w 769"/>
                <a:gd name="T31" fmla="*/ 2147483646 h 743"/>
                <a:gd name="T32" fmla="*/ 2147483646 w 769"/>
                <a:gd name="T33" fmla="*/ 2147483646 h 743"/>
                <a:gd name="T34" fmla="*/ 2147483646 w 769"/>
                <a:gd name="T35" fmla="*/ 2147483646 h 743"/>
                <a:gd name="T36" fmla="*/ 2147483646 w 769"/>
                <a:gd name="T37" fmla="*/ 2147483646 h 743"/>
                <a:gd name="T38" fmla="*/ 2147483646 w 769"/>
                <a:gd name="T39" fmla="*/ 2147483646 h 743"/>
                <a:gd name="T40" fmla="*/ 2147483646 w 769"/>
                <a:gd name="T41" fmla="*/ 2147483646 h 743"/>
                <a:gd name="T42" fmla="*/ 2147483646 w 769"/>
                <a:gd name="T43" fmla="*/ 2147483646 h 743"/>
                <a:gd name="T44" fmla="*/ 2147483646 w 769"/>
                <a:gd name="T45" fmla="*/ 2147483646 h 743"/>
                <a:gd name="T46" fmla="*/ 2147483646 w 769"/>
                <a:gd name="T47" fmla="*/ 2147483646 h 743"/>
                <a:gd name="T48" fmla="*/ 2147483646 w 769"/>
                <a:gd name="T49" fmla="*/ 2147483646 h 743"/>
                <a:gd name="T50" fmla="*/ 2147483646 w 769"/>
                <a:gd name="T51" fmla="*/ 2147483646 h 743"/>
                <a:gd name="T52" fmla="*/ 2147483646 w 769"/>
                <a:gd name="T53" fmla="*/ 2147483646 h 743"/>
                <a:gd name="T54" fmla="*/ 2147483646 w 769"/>
                <a:gd name="T55" fmla="*/ 2147483646 h 743"/>
                <a:gd name="T56" fmla="*/ 2147483646 w 769"/>
                <a:gd name="T57" fmla="*/ 2147483646 h 743"/>
                <a:gd name="T58" fmla="*/ 2147483646 w 769"/>
                <a:gd name="T59" fmla="*/ 2147483646 h 743"/>
                <a:gd name="T60" fmla="*/ 2147483646 w 769"/>
                <a:gd name="T61" fmla="*/ 2147483646 h 743"/>
                <a:gd name="T62" fmla="*/ 2147483646 w 769"/>
                <a:gd name="T63" fmla="*/ 2147483646 h 743"/>
                <a:gd name="T64" fmla="*/ 2147483646 w 769"/>
                <a:gd name="T65" fmla="*/ 2147483646 h 743"/>
                <a:gd name="T66" fmla="*/ 2147483646 w 769"/>
                <a:gd name="T67" fmla="*/ 2147483646 h 743"/>
                <a:gd name="T68" fmla="*/ 2147483646 w 769"/>
                <a:gd name="T69" fmla="*/ 2147483646 h 743"/>
                <a:gd name="T70" fmla="*/ 2147483646 w 769"/>
                <a:gd name="T71" fmla="*/ 2147483646 h 743"/>
                <a:gd name="T72" fmla="*/ 2147483646 w 769"/>
                <a:gd name="T73" fmla="*/ 2147483646 h 743"/>
                <a:gd name="T74" fmla="*/ 2147483646 w 769"/>
                <a:gd name="T75" fmla="*/ 2147483646 h 743"/>
                <a:gd name="T76" fmla="*/ 2147483646 w 769"/>
                <a:gd name="T77" fmla="*/ 2147483646 h 743"/>
                <a:gd name="T78" fmla="*/ 2147483646 w 769"/>
                <a:gd name="T79" fmla="*/ 2147483646 h 743"/>
                <a:gd name="T80" fmla="*/ 2147483646 w 769"/>
                <a:gd name="T81" fmla="*/ 2147483646 h 743"/>
                <a:gd name="T82" fmla="*/ 2147483646 w 769"/>
                <a:gd name="T83" fmla="*/ 2147483646 h 743"/>
                <a:gd name="T84" fmla="*/ 2147483646 w 769"/>
                <a:gd name="T85" fmla="*/ 2147483646 h 743"/>
                <a:gd name="T86" fmla="*/ 2147483646 w 769"/>
                <a:gd name="T87" fmla="*/ 2147483646 h 743"/>
                <a:gd name="T88" fmla="*/ 2147483646 w 769"/>
                <a:gd name="T89" fmla="*/ 2147483646 h 743"/>
                <a:gd name="T90" fmla="*/ 2147483646 w 769"/>
                <a:gd name="T91" fmla="*/ 2147483646 h 743"/>
                <a:gd name="T92" fmla="*/ 2147483646 w 769"/>
                <a:gd name="T93" fmla="*/ 2147483646 h 743"/>
                <a:gd name="T94" fmla="*/ 2147483646 w 769"/>
                <a:gd name="T95" fmla="*/ 2147483646 h 743"/>
                <a:gd name="T96" fmla="*/ 2147483646 w 769"/>
                <a:gd name="T97" fmla="*/ 2147483646 h 743"/>
                <a:gd name="T98" fmla="*/ 2147483646 w 769"/>
                <a:gd name="T99" fmla="*/ 2147483646 h 743"/>
                <a:gd name="T100" fmla="*/ 2147483646 w 769"/>
                <a:gd name="T101" fmla="*/ 2147483646 h 743"/>
                <a:gd name="T102" fmla="*/ 2147483646 w 769"/>
                <a:gd name="T103" fmla="*/ 2147483646 h 743"/>
                <a:gd name="T104" fmla="*/ 2147483646 w 769"/>
                <a:gd name="T105" fmla="*/ 2147483646 h 743"/>
                <a:gd name="T106" fmla="*/ 2147483646 w 769"/>
                <a:gd name="T107" fmla="*/ 2147483646 h 743"/>
                <a:gd name="T108" fmla="*/ 2147483646 w 769"/>
                <a:gd name="T109" fmla="*/ 2147483646 h 743"/>
                <a:gd name="T110" fmla="*/ 0 w 769"/>
                <a:gd name="T111" fmla="*/ 2147483646 h 7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69"/>
                <a:gd name="T169" fmla="*/ 0 h 743"/>
                <a:gd name="T170" fmla="*/ 769 w 769"/>
                <a:gd name="T171" fmla="*/ 743 h 7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69" h="743">
                  <a:moveTo>
                    <a:pt x="0" y="368"/>
                  </a:moveTo>
                  <a:lnTo>
                    <a:pt x="0" y="377"/>
                  </a:lnTo>
                  <a:lnTo>
                    <a:pt x="0" y="357"/>
                  </a:lnTo>
                  <a:lnTo>
                    <a:pt x="2" y="338"/>
                  </a:lnTo>
                  <a:lnTo>
                    <a:pt x="4" y="320"/>
                  </a:lnTo>
                  <a:lnTo>
                    <a:pt x="7" y="301"/>
                  </a:lnTo>
                  <a:lnTo>
                    <a:pt x="12" y="283"/>
                  </a:lnTo>
                  <a:lnTo>
                    <a:pt x="16" y="266"/>
                  </a:lnTo>
                  <a:lnTo>
                    <a:pt x="23" y="247"/>
                  </a:lnTo>
                  <a:lnTo>
                    <a:pt x="30" y="231"/>
                  </a:lnTo>
                  <a:lnTo>
                    <a:pt x="37" y="214"/>
                  </a:lnTo>
                  <a:lnTo>
                    <a:pt x="45" y="198"/>
                  </a:lnTo>
                  <a:lnTo>
                    <a:pt x="55" y="182"/>
                  </a:lnTo>
                  <a:lnTo>
                    <a:pt x="64" y="166"/>
                  </a:lnTo>
                  <a:lnTo>
                    <a:pt x="75" y="152"/>
                  </a:lnTo>
                  <a:lnTo>
                    <a:pt x="85" y="138"/>
                  </a:lnTo>
                  <a:lnTo>
                    <a:pt x="97" y="124"/>
                  </a:lnTo>
                  <a:lnTo>
                    <a:pt x="110" y="110"/>
                  </a:lnTo>
                  <a:lnTo>
                    <a:pt x="124" y="98"/>
                  </a:lnTo>
                  <a:lnTo>
                    <a:pt x="137" y="87"/>
                  </a:lnTo>
                  <a:lnTo>
                    <a:pt x="151" y="76"/>
                  </a:lnTo>
                  <a:lnTo>
                    <a:pt x="166" y="65"/>
                  </a:lnTo>
                  <a:lnTo>
                    <a:pt x="181" y="56"/>
                  </a:lnTo>
                  <a:lnTo>
                    <a:pt x="196" y="47"/>
                  </a:lnTo>
                  <a:lnTo>
                    <a:pt x="212" y="38"/>
                  </a:lnTo>
                  <a:lnTo>
                    <a:pt x="230" y="31"/>
                  </a:lnTo>
                  <a:lnTo>
                    <a:pt x="247" y="24"/>
                  </a:lnTo>
                  <a:lnTo>
                    <a:pt x="264" y="18"/>
                  </a:lnTo>
                  <a:lnTo>
                    <a:pt x="281" y="12"/>
                  </a:lnTo>
                  <a:lnTo>
                    <a:pt x="300" y="8"/>
                  </a:lnTo>
                  <a:lnTo>
                    <a:pt x="318" y="6"/>
                  </a:lnTo>
                  <a:lnTo>
                    <a:pt x="337" y="3"/>
                  </a:lnTo>
                  <a:lnTo>
                    <a:pt x="357" y="2"/>
                  </a:lnTo>
                  <a:lnTo>
                    <a:pt x="375" y="0"/>
                  </a:lnTo>
                  <a:lnTo>
                    <a:pt x="393" y="0"/>
                  </a:lnTo>
                  <a:lnTo>
                    <a:pt x="412" y="2"/>
                  </a:lnTo>
                  <a:lnTo>
                    <a:pt x="431" y="3"/>
                  </a:lnTo>
                  <a:lnTo>
                    <a:pt x="450" y="6"/>
                  </a:lnTo>
                  <a:lnTo>
                    <a:pt x="468" y="8"/>
                  </a:lnTo>
                  <a:lnTo>
                    <a:pt x="487" y="12"/>
                  </a:lnTo>
                  <a:lnTo>
                    <a:pt x="505" y="18"/>
                  </a:lnTo>
                  <a:lnTo>
                    <a:pt x="522" y="24"/>
                  </a:lnTo>
                  <a:lnTo>
                    <a:pt x="540" y="31"/>
                  </a:lnTo>
                  <a:lnTo>
                    <a:pt x="556" y="38"/>
                  </a:lnTo>
                  <a:lnTo>
                    <a:pt x="571" y="47"/>
                  </a:lnTo>
                  <a:lnTo>
                    <a:pt x="587" y="56"/>
                  </a:lnTo>
                  <a:lnTo>
                    <a:pt x="603" y="65"/>
                  </a:lnTo>
                  <a:lnTo>
                    <a:pt x="618" y="76"/>
                  </a:lnTo>
                  <a:lnTo>
                    <a:pt x="632" y="87"/>
                  </a:lnTo>
                  <a:lnTo>
                    <a:pt x="646" y="98"/>
                  </a:lnTo>
                  <a:lnTo>
                    <a:pt x="659" y="110"/>
                  </a:lnTo>
                  <a:lnTo>
                    <a:pt x="671" y="124"/>
                  </a:lnTo>
                  <a:lnTo>
                    <a:pt x="683" y="138"/>
                  </a:lnTo>
                  <a:lnTo>
                    <a:pt x="693" y="152"/>
                  </a:lnTo>
                  <a:lnTo>
                    <a:pt x="704" y="166"/>
                  </a:lnTo>
                  <a:lnTo>
                    <a:pt x="714" y="182"/>
                  </a:lnTo>
                  <a:lnTo>
                    <a:pt x="722" y="198"/>
                  </a:lnTo>
                  <a:lnTo>
                    <a:pt x="732" y="214"/>
                  </a:lnTo>
                  <a:lnTo>
                    <a:pt x="738" y="231"/>
                  </a:lnTo>
                  <a:lnTo>
                    <a:pt x="745" y="247"/>
                  </a:lnTo>
                  <a:lnTo>
                    <a:pt x="752" y="266"/>
                  </a:lnTo>
                  <a:lnTo>
                    <a:pt x="757" y="283"/>
                  </a:lnTo>
                  <a:lnTo>
                    <a:pt x="761" y="301"/>
                  </a:lnTo>
                  <a:lnTo>
                    <a:pt x="764" y="320"/>
                  </a:lnTo>
                  <a:lnTo>
                    <a:pt x="766" y="338"/>
                  </a:lnTo>
                  <a:lnTo>
                    <a:pt x="767" y="357"/>
                  </a:lnTo>
                  <a:lnTo>
                    <a:pt x="769" y="377"/>
                  </a:lnTo>
                  <a:lnTo>
                    <a:pt x="769" y="368"/>
                  </a:lnTo>
                  <a:lnTo>
                    <a:pt x="767" y="387"/>
                  </a:lnTo>
                  <a:lnTo>
                    <a:pt x="766" y="406"/>
                  </a:lnTo>
                  <a:lnTo>
                    <a:pt x="764" y="425"/>
                  </a:lnTo>
                  <a:lnTo>
                    <a:pt x="761" y="443"/>
                  </a:lnTo>
                  <a:lnTo>
                    <a:pt x="757" y="462"/>
                  </a:lnTo>
                  <a:lnTo>
                    <a:pt x="752" y="479"/>
                  </a:lnTo>
                  <a:lnTo>
                    <a:pt x="745" y="498"/>
                  </a:lnTo>
                  <a:lnTo>
                    <a:pt x="738" y="513"/>
                  </a:lnTo>
                  <a:lnTo>
                    <a:pt x="732" y="531"/>
                  </a:lnTo>
                  <a:lnTo>
                    <a:pt x="722" y="547"/>
                  </a:lnTo>
                  <a:lnTo>
                    <a:pt x="714" y="562"/>
                  </a:lnTo>
                  <a:lnTo>
                    <a:pt x="704" y="578"/>
                  </a:lnTo>
                  <a:lnTo>
                    <a:pt x="693" y="593"/>
                  </a:lnTo>
                  <a:lnTo>
                    <a:pt x="683" y="606"/>
                  </a:lnTo>
                  <a:lnTo>
                    <a:pt x="671" y="621"/>
                  </a:lnTo>
                  <a:lnTo>
                    <a:pt x="659" y="633"/>
                  </a:lnTo>
                  <a:lnTo>
                    <a:pt x="646" y="646"/>
                  </a:lnTo>
                  <a:lnTo>
                    <a:pt x="632" y="658"/>
                  </a:lnTo>
                  <a:lnTo>
                    <a:pt x="618" y="669"/>
                  </a:lnTo>
                  <a:lnTo>
                    <a:pt x="603" y="679"/>
                  </a:lnTo>
                  <a:lnTo>
                    <a:pt x="587" y="688"/>
                  </a:lnTo>
                  <a:lnTo>
                    <a:pt x="571" y="698"/>
                  </a:lnTo>
                  <a:lnTo>
                    <a:pt x="556" y="707"/>
                  </a:lnTo>
                  <a:lnTo>
                    <a:pt x="540" y="714"/>
                  </a:lnTo>
                  <a:lnTo>
                    <a:pt x="522" y="720"/>
                  </a:lnTo>
                  <a:lnTo>
                    <a:pt x="505" y="727"/>
                  </a:lnTo>
                  <a:lnTo>
                    <a:pt x="487" y="732"/>
                  </a:lnTo>
                  <a:lnTo>
                    <a:pt x="468" y="736"/>
                  </a:lnTo>
                  <a:lnTo>
                    <a:pt x="450" y="739"/>
                  </a:lnTo>
                  <a:lnTo>
                    <a:pt x="431" y="741"/>
                  </a:lnTo>
                  <a:lnTo>
                    <a:pt x="412" y="743"/>
                  </a:lnTo>
                  <a:lnTo>
                    <a:pt x="393" y="743"/>
                  </a:lnTo>
                  <a:lnTo>
                    <a:pt x="375" y="743"/>
                  </a:lnTo>
                  <a:lnTo>
                    <a:pt x="357" y="743"/>
                  </a:lnTo>
                  <a:lnTo>
                    <a:pt x="337" y="741"/>
                  </a:lnTo>
                  <a:lnTo>
                    <a:pt x="318" y="739"/>
                  </a:lnTo>
                  <a:lnTo>
                    <a:pt x="300" y="736"/>
                  </a:lnTo>
                  <a:lnTo>
                    <a:pt x="281" y="732"/>
                  </a:lnTo>
                  <a:lnTo>
                    <a:pt x="264" y="727"/>
                  </a:lnTo>
                  <a:lnTo>
                    <a:pt x="247" y="720"/>
                  </a:lnTo>
                  <a:lnTo>
                    <a:pt x="230" y="714"/>
                  </a:lnTo>
                  <a:lnTo>
                    <a:pt x="212" y="707"/>
                  </a:lnTo>
                  <a:lnTo>
                    <a:pt x="196" y="698"/>
                  </a:lnTo>
                  <a:lnTo>
                    <a:pt x="181" y="688"/>
                  </a:lnTo>
                  <a:lnTo>
                    <a:pt x="166" y="679"/>
                  </a:lnTo>
                  <a:lnTo>
                    <a:pt x="151" y="669"/>
                  </a:lnTo>
                  <a:lnTo>
                    <a:pt x="137" y="658"/>
                  </a:lnTo>
                  <a:lnTo>
                    <a:pt x="124" y="646"/>
                  </a:lnTo>
                  <a:lnTo>
                    <a:pt x="110" y="633"/>
                  </a:lnTo>
                  <a:lnTo>
                    <a:pt x="97" y="621"/>
                  </a:lnTo>
                  <a:lnTo>
                    <a:pt x="85" y="606"/>
                  </a:lnTo>
                  <a:lnTo>
                    <a:pt x="75" y="593"/>
                  </a:lnTo>
                  <a:lnTo>
                    <a:pt x="64" y="578"/>
                  </a:lnTo>
                  <a:lnTo>
                    <a:pt x="55" y="562"/>
                  </a:lnTo>
                  <a:lnTo>
                    <a:pt x="45" y="547"/>
                  </a:lnTo>
                  <a:lnTo>
                    <a:pt x="37" y="531"/>
                  </a:lnTo>
                  <a:lnTo>
                    <a:pt x="30" y="513"/>
                  </a:lnTo>
                  <a:lnTo>
                    <a:pt x="23" y="498"/>
                  </a:lnTo>
                  <a:lnTo>
                    <a:pt x="16" y="479"/>
                  </a:lnTo>
                  <a:lnTo>
                    <a:pt x="12" y="462"/>
                  </a:lnTo>
                  <a:lnTo>
                    <a:pt x="7" y="443"/>
                  </a:lnTo>
                  <a:lnTo>
                    <a:pt x="4" y="425"/>
                  </a:lnTo>
                  <a:lnTo>
                    <a:pt x="2" y="406"/>
                  </a:lnTo>
                  <a:lnTo>
                    <a:pt x="0" y="387"/>
                  </a:lnTo>
                  <a:lnTo>
                    <a:pt x="0" y="368"/>
                  </a:lnTo>
                  <a:close/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385" name="Freeform 9">
              <a:extLst>
                <a:ext uri="{FF2B5EF4-FFF2-40B4-BE49-F238E27FC236}">
                  <a16:creationId xmlns:a16="http://schemas.microsoft.com/office/drawing/2014/main" id="{B3A68083-CA49-4EC3-A80D-8CCE0B4EC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700" y="3889375"/>
              <a:ext cx="104775" cy="104775"/>
            </a:xfrm>
            <a:custGeom>
              <a:avLst/>
              <a:gdLst>
                <a:gd name="T0" fmla="*/ 2147483646 w 133"/>
                <a:gd name="T1" fmla="*/ 2147483646 h 132"/>
                <a:gd name="T2" fmla="*/ 0 w 133"/>
                <a:gd name="T3" fmla="*/ 0 h 132"/>
                <a:gd name="T4" fmla="*/ 2147483646 w 133"/>
                <a:gd name="T5" fmla="*/ 2147483646 h 132"/>
                <a:gd name="T6" fmla="*/ 2147483646 w 133"/>
                <a:gd name="T7" fmla="*/ 2147483646 h 132"/>
                <a:gd name="T8" fmla="*/ 2147483646 w 133"/>
                <a:gd name="T9" fmla="*/ 2147483646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3"/>
                <a:gd name="T16" fmla="*/ 0 h 132"/>
                <a:gd name="T17" fmla="*/ 133 w 133"/>
                <a:gd name="T18" fmla="*/ 132 h 13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3" h="132">
                  <a:moveTo>
                    <a:pt x="133" y="79"/>
                  </a:moveTo>
                  <a:lnTo>
                    <a:pt x="0" y="0"/>
                  </a:lnTo>
                  <a:lnTo>
                    <a:pt x="80" y="132"/>
                  </a:lnTo>
                  <a:lnTo>
                    <a:pt x="106" y="106"/>
                  </a:lnTo>
                  <a:lnTo>
                    <a:pt x="133" y="79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386" name="Freeform 12">
              <a:extLst>
                <a:ext uri="{FF2B5EF4-FFF2-40B4-BE49-F238E27FC236}">
                  <a16:creationId xmlns:a16="http://schemas.microsoft.com/office/drawing/2014/main" id="{E3AC2B8A-CEDE-40FB-A780-E2281DE83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738" y="3825875"/>
              <a:ext cx="609600" cy="609600"/>
            </a:xfrm>
            <a:custGeom>
              <a:avLst/>
              <a:gdLst>
                <a:gd name="T0" fmla="*/ 0 w 769"/>
                <a:gd name="T1" fmla="*/ 2147483646 h 769"/>
                <a:gd name="T2" fmla="*/ 2147483646 w 769"/>
                <a:gd name="T3" fmla="*/ 2147483646 h 769"/>
                <a:gd name="T4" fmla="*/ 2147483646 w 769"/>
                <a:gd name="T5" fmla="*/ 2147483646 h 769"/>
                <a:gd name="T6" fmla="*/ 2147483646 w 769"/>
                <a:gd name="T7" fmla="*/ 2147483646 h 769"/>
                <a:gd name="T8" fmla="*/ 2147483646 w 769"/>
                <a:gd name="T9" fmla="*/ 2147483646 h 769"/>
                <a:gd name="T10" fmla="*/ 2147483646 w 769"/>
                <a:gd name="T11" fmla="*/ 2147483646 h 769"/>
                <a:gd name="T12" fmla="*/ 2147483646 w 769"/>
                <a:gd name="T13" fmla="*/ 2147483646 h 769"/>
                <a:gd name="T14" fmla="*/ 2147483646 w 769"/>
                <a:gd name="T15" fmla="*/ 2147483646 h 769"/>
                <a:gd name="T16" fmla="*/ 2147483646 w 769"/>
                <a:gd name="T17" fmla="*/ 2147483646 h 769"/>
                <a:gd name="T18" fmla="*/ 2147483646 w 769"/>
                <a:gd name="T19" fmla="*/ 2147483646 h 769"/>
                <a:gd name="T20" fmla="*/ 2147483646 w 769"/>
                <a:gd name="T21" fmla="*/ 2147483646 h 769"/>
                <a:gd name="T22" fmla="*/ 2147483646 w 769"/>
                <a:gd name="T23" fmla="*/ 0 h 769"/>
                <a:gd name="T24" fmla="*/ 2147483646 w 769"/>
                <a:gd name="T25" fmla="*/ 2147483646 h 769"/>
                <a:gd name="T26" fmla="*/ 2147483646 w 769"/>
                <a:gd name="T27" fmla="*/ 2147483646 h 769"/>
                <a:gd name="T28" fmla="*/ 2147483646 w 769"/>
                <a:gd name="T29" fmla="*/ 2147483646 h 769"/>
                <a:gd name="T30" fmla="*/ 2147483646 w 769"/>
                <a:gd name="T31" fmla="*/ 2147483646 h 769"/>
                <a:gd name="T32" fmla="*/ 2147483646 w 769"/>
                <a:gd name="T33" fmla="*/ 2147483646 h 769"/>
                <a:gd name="T34" fmla="*/ 2147483646 w 769"/>
                <a:gd name="T35" fmla="*/ 2147483646 h 769"/>
                <a:gd name="T36" fmla="*/ 2147483646 w 769"/>
                <a:gd name="T37" fmla="*/ 2147483646 h 769"/>
                <a:gd name="T38" fmla="*/ 2147483646 w 769"/>
                <a:gd name="T39" fmla="*/ 2147483646 h 769"/>
                <a:gd name="T40" fmla="*/ 2147483646 w 769"/>
                <a:gd name="T41" fmla="*/ 2147483646 h 769"/>
                <a:gd name="T42" fmla="*/ 2147483646 w 769"/>
                <a:gd name="T43" fmla="*/ 2147483646 h 769"/>
                <a:gd name="T44" fmla="*/ 2147483646 w 769"/>
                <a:gd name="T45" fmla="*/ 2147483646 h 769"/>
                <a:gd name="T46" fmla="*/ 2147483646 w 769"/>
                <a:gd name="T47" fmla="*/ 2147483646 h 769"/>
                <a:gd name="T48" fmla="*/ 2147483646 w 769"/>
                <a:gd name="T49" fmla="*/ 2147483646 h 769"/>
                <a:gd name="T50" fmla="*/ 2147483646 w 769"/>
                <a:gd name="T51" fmla="*/ 2147483646 h 769"/>
                <a:gd name="T52" fmla="*/ 2147483646 w 769"/>
                <a:gd name="T53" fmla="*/ 2147483646 h 769"/>
                <a:gd name="T54" fmla="*/ 2147483646 w 769"/>
                <a:gd name="T55" fmla="*/ 2147483646 h 769"/>
                <a:gd name="T56" fmla="*/ 2147483646 w 769"/>
                <a:gd name="T57" fmla="*/ 2147483646 h 769"/>
                <a:gd name="T58" fmla="*/ 2147483646 w 769"/>
                <a:gd name="T59" fmla="*/ 2147483646 h 769"/>
                <a:gd name="T60" fmla="*/ 2147483646 w 769"/>
                <a:gd name="T61" fmla="*/ 2147483646 h 769"/>
                <a:gd name="T62" fmla="*/ 2147483646 w 769"/>
                <a:gd name="T63" fmla="*/ 2147483646 h 769"/>
                <a:gd name="T64" fmla="*/ 2147483646 w 769"/>
                <a:gd name="T65" fmla="*/ 2147483646 h 769"/>
                <a:gd name="T66" fmla="*/ 2147483646 w 769"/>
                <a:gd name="T67" fmla="*/ 2147483646 h 769"/>
                <a:gd name="T68" fmla="*/ 2147483646 w 769"/>
                <a:gd name="T69" fmla="*/ 2147483646 h 769"/>
                <a:gd name="T70" fmla="*/ 2147483646 w 769"/>
                <a:gd name="T71" fmla="*/ 2147483646 h 769"/>
                <a:gd name="T72" fmla="*/ 2147483646 w 769"/>
                <a:gd name="T73" fmla="*/ 2147483646 h 769"/>
                <a:gd name="T74" fmla="*/ 2147483646 w 769"/>
                <a:gd name="T75" fmla="*/ 2147483646 h 769"/>
                <a:gd name="T76" fmla="*/ 2147483646 w 769"/>
                <a:gd name="T77" fmla="*/ 2147483646 h 769"/>
                <a:gd name="T78" fmla="*/ 2147483646 w 769"/>
                <a:gd name="T79" fmla="*/ 2147483646 h 769"/>
                <a:gd name="T80" fmla="*/ 2147483646 w 769"/>
                <a:gd name="T81" fmla="*/ 2147483646 h 769"/>
                <a:gd name="T82" fmla="*/ 2147483646 w 769"/>
                <a:gd name="T83" fmla="*/ 2147483646 h 769"/>
                <a:gd name="T84" fmla="*/ 2147483646 w 769"/>
                <a:gd name="T85" fmla="*/ 2147483646 h 769"/>
                <a:gd name="T86" fmla="*/ 2147483646 w 769"/>
                <a:gd name="T87" fmla="*/ 2147483646 h 769"/>
                <a:gd name="T88" fmla="*/ 2147483646 w 769"/>
                <a:gd name="T89" fmla="*/ 2147483646 h 769"/>
                <a:gd name="T90" fmla="*/ 2147483646 w 769"/>
                <a:gd name="T91" fmla="*/ 2147483646 h 769"/>
                <a:gd name="T92" fmla="*/ 2147483646 w 769"/>
                <a:gd name="T93" fmla="*/ 2147483646 h 769"/>
                <a:gd name="T94" fmla="*/ 2147483646 w 769"/>
                <a:gd name="T95" fmla="*/ 2147483646 h 769"/>
                <a:gd name="T96" fmla="*/ 2147483646 w 769"/>
                <a:gd name="T97" fmla="*/ 2147483646 h 769"/>
                <a:gd name="T98" fmla="*/ 2147483646 w 769"/>
                <a:gd name="T99" fmla="*/ 2147483646 h 769"/>
                <a:gd name="T100" fmla="*/ 2147483646 w 769"/>
                <a:gd name="T101" fmla="*/ 2147483646 h 769"/>
                <a:gd name="T102" fmla="*/ 2147483646 w 769"/>
                <a:gd name="T103" fmla="*/ 2147483646 h 769"/>
                <a:gd name="T104" fmla="*/ 2147483646 w 769"/>
                <a:gd name="T105" fmla="*/ 2147483646 h 769"/>
                <a:gd name="T106" fmla="*/ 2147483646 w 769"/>
                <a:gd name="T107" fmla="*/ 2147483646 h 769"/>
                <a:gd name="T108" fmla="*/ 2147483646 w 769"/>
                <a:gd name="T109" fmla="*/ 2147483646 h 769"/>
                <a:gd name="T110" fmla="*/ 0 w 769"/>
                <a:gd name="T111" fmla="*/ 2147483646 h 76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69"/>
                <a:gd name="T169" fmla="*/ 0 h 769"/>
                <a:gd name="T170" fmla="*/ 769 w 769"/>
                <a:gd name="T171" fmla="*/ 769 h 769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69" h="769">
                  <a:moveTo>
                    <a:pt x="0" y="394"/>
                  </a:moveTo>
                  <a:lnTo>
                    <a:pt x="0" y="377"/>
                  </a:lnTo>
                  <a:lnTo>
                    <a:pt x="0" y="357"/>
                  </a:lnTo>
                  <a:lnTo>
                    <a:pt x="2" y="338"/>
                  </a:lnTo>
                  <a:lnTo>
                    <a:pt x="4" y="320"/>
                  </a:lnTo>
                  <a:lnTo>
                    <a:pt x="7" y="301"/>
                  </a:lnTo>
                  <a:lnTo>
                    <a:pt x="12" y="282"/>
                  </a:lnTo>
                  <a:lnTo>
                    <a:pt x="16" y="265"/>
                  </a:lnTo>
                  <a:lnTo>
                    <a:pt x="23" y="247"/>
                  </a:lnTo>
                  <a:lnTo>
                    <a:pt x="30" y="231"/>
                  </a:lnTo>
                  <a:lnTo>
                    <a:pt x="37" y="214"/>
                  </a:lnTo>
                  <a:lnTo>
                    <a:pt x="45" y="198"/>
                  </a:lnTo>
                  <a:lnTo>
                    <a:pt x="55" y="182"/>
                  </a:lnTo>
                  <a:lnTo>
                    <a:pt x="64" y="166"/>
                  </a:lnTo>
                  <a:lnTo>
                    <a:pt x="75" y="151"/>
                  </a:lnTo>
                  <a:lnTo>
                    <a:pt x="85" y="138"/>
                  </a:lnTo>
                  <a:lnTo>
                    <a:pt x="97" y="123"/>
                  </a:lnTo>
                  <a:lnTo>
                    <a:pt x="110" y="111"/>
                  </a:lnTo>
                  <a:lnTo>
                    <a:pt x="124" y="98"/>
                  </a:lnTo>
                  <a:lnTo>
                    <a:pt x="137" y="86"/>
                  </a:lnTo>
                  <a:lnTo>
                    <a:pt x="151" y="76"/>
                  </a:lnTo>
                  <a:lnTo>
                    <a:pt x="166" y="65"/>
                  </a:lnTo>
                  <a:lnTo>
                    <a:pt x="181" y="56"/>
                  </a:lnTo>
                  <a:lnTo>
                    <a:pt x="196" y="46"/>
                  </a:lnTo>
                  <a:lnTo>
                    <a:pt x="212" y="37"/>
                  </a:lnTo>
                  <a:lnTo>
                    <a:pt x="230" y="31"/>
                  </a:lnTo>
                  <a:lnTo>
                    <a:pt x="247" y="24"/>
                  </a:lnTo>
                  <a:lnTo>
                    <a:pt x="264" y="17"/>
                  </a:lnTo>
                  <a:lnTo>
                    <a:pt x="281" y="12"/>
                  </a:lnTo>
                  <a:lnTo>
                    <a:pt x="300" y="8"/>
                  </a:lnTo>
                  <a:lnTo>
                    <a:pt x="318" y="5"/>
                  </a:lnTo>
                  <a:lnTo>
                    <a:pt x="337" y="3"/>
                  </a:lnTo>
                  <a:lnTo>
                    <a:pt x="357" y="1"/>
                  </a:lnTo>
                  <a:lnTo>
                    <a:pt x="375" y="0"/>
                  </a:lnTo>
                  <a:lnTo>
                    <a:pt x="393" y="0"/>
                  </a:lnTo>
                  <a:lnTo>
                    <a:pt x="412" y="1"/>
                  </a:lnTo>
                  <a:lnTo>
                    <a:pt x="431" y="3"/>
                  </a:lnTo>
                  <a:lnTo>
                    <a:pt x="450" y="5"/>
                  </a:lnTo>
                  <a:lnTo>
                    <a:pt x="468" y="8"/>
                  </a:lnTo>
                  <a:lnTo>
                    <a:pt x="487" y="12"/>
                  </a:lnTo>
                  <a:lnTo>
                    <a:pt x="505" y="17"/>
                  </a:lnTo>
                  <a:lnTo>
                    <a:pt x="522" y="24"/>
                  </a:lnTo>
                  <a:lnTo>
                    <a:pt x="540" y="31"/>
                  </a:lnTo>
                  <a:lnTo>
                    <a:pt x="556" y="37"/>
                  </a:lnTo>
                  <a:lnTo>
                    <a:pt x="571" y="46"/>
                  </a:lnTo>
                  <a:lnTo>
                    <a:pt x="587" y="56"/>
                  </a:lnTo>
                  <a:lnTo>
                    <a:pt x="603" y="65"/>
                  </a:lnTo>
                  <a:lnTo>
                    <a:pt x="618" y="76"/>
                  </a:lnTo>
                  <a:lnTo>
                    <a:pt x="632" y="86"/>
                  </a:lnTo>
                  <a:lnTo>
                    <a:pt x="646" y="98"/>
                  </a:lnTo>
                  <a:lnTo>
                    <a:pt x="659" y="111"/>
                  </a:lnTo>
                  <a:lnTo>
                    <a:pt x="671" y="123"/>
                  </a:lnTo>
                  <a:lnTo>
                    <a:pt x="683" y="138"/>
                  </a:lnTo>
                  <a:lnTo>
                    <a:pt x="693" y="151"/>
                  </a:lnTo>
                  <a:lnTo>
                    <a:pt x="704" y="166"/>
                  </a:lnTo>
                  <a:lnTo>
                    <a:pt x="714" y="182"/>
                  </a:lnTo>
                  <a:lnTo>
                    <a:pt x="722" y="198"/>
                  </a:lnTo>
                  <a:lnTo>
                    <a:pt x="732" y="214"/>
                  </a:lnTo>
                  <a:lnTo>
                    <a:pt x="738" y="231"/>
                  </a:lnTo>
                  <a:lnTo>
                    <a:pt x="745" y="247"/>
                  </a:lnTo>
                  <a:lnTo>
                    <a:pt x="752" y="265"/>
                  </a:lnTo>
                  <a:lnTo>
                    <a:pt x="757" y="282"/>
                  </a:lnTo>
                  <a:lnTo>
                    <a:pt x="761" y="301"/>
                  </a:lnTo>
                  <a:lnTo>
                    <a:pt x="764" y="320"/>
                  </a:lnTo>
                  <a:lnTo>
                    <a:pt x="766" y="338"/>
                  </a:lnTo>
                  <a:lnTo>
                    <a:pt x="767" y="357"/>
                  </a:lnTo>
                  <a:lnTo>
                    <a:pt x="769" y="377"/>
                  </a:lnTo>
                  <a:lnTo>
                    <a:pt x="769" y="394"/>
                  </a:lnTo>
                  <a:lnTo>
                    <a:pt x="767" y="414"/>
                  </a:lnTo>
                  <a:lnTo>
                    <a:pt x="766" y="432"/>
                  </a:lnTo>
                  <a:lnTo>
                    <a:pt x="764" y="451"/>
                  </a:lnTo>
                  <a:lnTo>
                    <a:pt x="761" y="469"/>
                  </a:lnTo>
                  <a:lnTo>
                    <a:pt x="757" y="488"/>
                  </a:lnTo>
                  <a:lnTo>
                    <a:pt x="752" y="505"/>
                  </a:lnTo>
                  <a:lnTo>
                    <a:pt x="745" y="524"/>
                  </a:lnTo>
                  <a:lnTo>
                    <a:pt x="738" y="540"/>
                  </a:lnTo>
                  <a:lnTo>
                    <a:pt x="732" y="557"/>
                  </a:lnTo>
                  <a:lnTo>
                    <a:pt x="722" y="573"/>
                  </a:lnTo>
                  <a:lnTo>
                    <a:pt x="714" y="589"/>
                  </a:lnTo>
                  <a:lnTo>
                    <a:pt x="704" y="605"/>
                  </a:lnTo>
                  <a:lnTo>
                    <a:pt x="693" y="619"/>
                  </a:lnTo>
                  <a:lnTo>
                    <a:pt x="683" y="632"/>
                  </a:lnTo>
                  <a:lnTo>
                    <a:pt x="671" y="647"/>
                  </a:lnTo>
                  <a:lnTo>
                    <a:pt x="659" y="659"/>
                  </a:lnTo>
                  <a:lnTo>
                    <a:pt x="646" y="672"/>
                  </a:lnTo>
                  <a:lnTo>
                    <a:pt x="632" y="684"/>
                  </a:lnTo>
                  <a:lnTo>
                    <a:pt x="618" y="695"/>
                  </a:lnTo>
                  <a:lnTo>
                    <a:pt x="603" y="705"/>
                  </a:lnTo>
                  <a:lnTo>
                    <a:pt x="587" y="715"/>
                  </a:lnTo>
                  <a:lnTo>
                    <a:pt x="571" y="724"/>
                  </a:lnTo>
                  <a:lnTo>
                    <a:pt x="556" y="733"/>
                  </a:lnTo>
                  <a:lnTo>
                    <a:pt x="540" y="740"/>
                  </a:lnTo>
                  <a:lnTo>
                    <a:pt x="522" y="746"/>
                  </a:lnTo>
                  <a:lnTo>
                    <a:pt x="505" y="753"/>
                  </a:lnTo>
                  <a:lnTo>
                    <a:pt x="487" y="758"/>
                  </a:lnTo>
                  <a:lnTo>
                    <a:pt x="468" y="762"/>
                  </a:lnTo>
                  <a:lnTo>
                    <a:pt x="450" y="765"/>
                  </a:lnTo>
                  <a:lnTo>
                    <a:pt x="431" y="768"/>
                  </a:lnTo>
                  <a:lnTo>
                    <a:pt x="412" y="769"/>
                  </a:lnTo>
                  <a:lnTo>
                    <a:pt x="393" y="769"/>
                  </a:lnTo>
                  <a:lnTo>
                    <a:pt x="375" y="769"/>
                  </a:lnTo>
                  <a:lnTo>
                    <a:pt x="357" y="769"/>
                  </a:lnTo>
                  <a:lnTo>
                    <a:pt x="337" y="768"/>
                  </a:lnTo>
                  <a:lnTo>
                    <a:pt x="318" y="765"/>
                  </a:lnTo>
                  <a:lnTo>
                    <a:pt x="300" y="762"/>
                  </a:lnTo>
                  <a:lnTo>
                    <a:pt x="281" y="758"/>
                  </a:lnTo>
                  <a:lnTo>
                    <a:pt x="264" y="753"/>
                  </a:lnTo>
                  <a:lnTo>
                    <a:pt x="247" y="746"/>
                  </a:lnTo>
                  <a:lnTo>
                    <a:pt x="230" y="740"/>
                  </a:lnTo>
                  <a:lnTo>
                    <a:pt x="212" y="733"/>
                  </a:lnTo>
                  <a:lnTo>
                    <a:pt x="196" y="724"/>
                  </a:lnTo>
                  <a:lnTo>
                    <a:pt x="181" y="715"/>
                  </a:lnTo>
                  <a:lnTo>
                    <a:pt x="166" y="705"/>
                  </a:lnTo>
                  <a:lnTo>
                    <a:pt x="151" y="695"/>
                  </a:lnTo>
                  <a:lnTo>
                    <a:pt x="137" y="684"/>
                  </a:lnTo>
                  <a:lnTo>
                    <a:pt x="124" y="672"/>
                  </a:lnTo>
                  <a:lnTo>
                    <a:pt x="110" y="659"/>
                  </a:lnTo>
                  <a:lnTo>
                    <a:pt x="97" y="647"/>
                  </a:lnTo>
                  <a:lnTo>
                    <a:pt x="85" y="632"/>
                  </a:lnTo>
                  <a:lnTo>
                    <a:pt x="75" y="619"/>
                  </a:lnTo>
                  <a:lnTo>
                    <a:pt x="64" y="605"/>
                  </a:lnTo>
                  <a:lnTo>
                    <a:pt x="55" y="589"/>
                  </a:lnTo>
                  <a:lnTo>
                    <a:pt x="45" y="573"/>
                  </a:lnTo>
                  <a:lnTo>
                    <a:pt x="37" y="557"/>
                  </a:lnTo>
                  <a:lnTo>
                    <a:pt x="30" y="540"/>
                  </a:lnTo>
                  <a:lnTo>
                    <a:pt x="23" y="524"/>
                  </a:lnTo>
                  <a:lnTo>
                    <a:pt x="16" y="505"/>
                  </a:lnTo>
                  <a:lnTo>
                    <a:pt x="12" y="488"/>
                  </a:lnTo>
                  <a:lnTo>
                    <a:pt x="7" y="469"/>
                  </a:lnTo>
                  <a:lnTo>
                    <a:pt x="4" y="451"/>
                  </a:lnTo>
                  <a:lnTo>
                    <a:pt x="2" y="432"/>
                  </a:lnTo>
                  <a:lnTo>
                    <a:pt x="0" y="414"/>
                  </a:lnTo>
                  <a:lnTo>
                    <a:pt x="0" y="394"/>
                  </a:lnTo>
                  <a:close/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387" name="Freeform 14">
              <a:extLst>
                <a:ext uri="{FF2B5EF4-FFF2-40B4-BE49-F238E27FC236}">
                  <a16:creationId xmlns:a16="http://schemas.microsoft.com/office/drawing/2014/main" id="{BB1FC19E-AAF0-4605-BD52-FB0E7352A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700" y="2605088"/>
              <a:ext cx="104775" cy="104775"/>
            </a:xfrm>
            <a:custGeom>
              <a:avLst/>
              <a:gdLst>
                <a:gd name="T0" fmla="*/ 2147483646 w 133"/>
                <a:gd name="T1" fmla="*/ 2147483646 h 133"/>
                <a:gd name="T2" fmla="*/ 0 w 133"/>
                <a:gd name="T3" fmla="*/ 0 h 133"/>
                <a:gd name="T4" fmla="*/ 2147483646 w 133"/>
                <a:gd name="T5" fmla="*/ 2147483646 h 133"/>
                <a:gd name="T6" fmla="*/ 2147483646 w 133"/>
                <a:gd name="T7" fmla="*/ 2147483646 h 133"/>
                <a:gd name="T8" fmla="*/ 2147483646 w 133"/>
                <a:gd name="T9" fmla="*/ 2147483646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3"/>
                <a:gd name="T16" fmla="*/ 0 h 133"/>
                <a:gd name="T17" fmla="*/ 133 w 133"/>
                <a:gd name="T18" fmla="*/ 133 h 1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3" h="133">
                  <a:moveTo>
                    <a:pt x="133" y="80"/>
                  </a:moveTo>
                  <a:lnTo>
                    <a:pt x="0" y="0"/>
                  </a:lnTo>
                  <a:lnTo>
                    <a:pt x="80" y="133"/>
                  </a:lnTo>
                  <a:lnTo>
                    <a:pt x="106" y="106"/>
                  </a:lnTo>
                  <a:lnTo>
                    <a:pt x="133" y="8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388" name="Freeform 17">
              <a:extLst>
                <a:ext uri="{FF2B5EF4-FFF2-40B4-BE49-F238E27FC236}">
                  <a16:creationId xmlns:a16="http://schemas.microsoft.com/office/drawing/2014/main" id="{3132B790-25E9-489D-BEC9-809054968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738" y="2541588"/>
              <a:ext cx="609600" cy="611187"/>
            </a:xfrm>
            <a:custGeom>
              <a:avLst/>
              <a:gdLst>
                <a:gd name="T0" fmla="*/ 0 w 769"/>
                <a:gd name="T1" fmla="*/ 2147483646 h 769"/>
                <a:gd name="T2" fmla="*/ 2147483646 w 769"/>
                <a:gd name="T3" fmla="*/ 2147483646 h 769"/>
                <a:gd name="T4" fmla="*/ 2147483646 w 769"/>
                <a:gd name="T5" fmla="*/ 2147483646 h 769"/>
                <a:gd name="T6" fmla="*/ 2147483646 w 769"/>
                <a:gd name="T7" fmla="*/ 2147483646 h 769"/>
                <a:gd name="T8" fmla="*/ 2147483646 w 769"/>
                <a:gd name="T9" fmla="*/ 2147483646 h 769"/>
                <a:gd name="T10" fmla="*/ 2147483646 w 769"/>
                <a:gd name="T11" fmla="*/ 2147483646 h 769"/>
                <a:gd name="T12" fmla="*/ 2147483646 w 769"/>
                <a:gd name="T13" fmla="*/ 2147483646 h 769"/>
                <a:gd name="T14" fmla="*/ 2147483646 w 769"/>
                <a:gd name="T15" fmla="*/ 2147483646 h 769"/>
                <a:gd name="T16" fmla="*/ 2147483646 w 769"/>
                <a:gd name="T17" fmla="*/ 2147483646 h 769"/>
                <a:gd name="T18" fmla="*/ 2147483646 w 769"/>
                <a:gd name="T19" fmla="*/ 2147483646 h 769"/>
                <a:gd name="T20" fmla="*/ 2147483646 w 769"/>
                <a:gd name="T21" fmla="*/ 2147483646 h 769"/>
                <a:gd name="T22" fmla="*/ 2147483646 w 769"/>
                <a:gd name="T23" fmla="*/ 0 h 769"/>
                <a:gd name="T24" fmla="*/ 2147483646 w 769"/>
                <a:gd name="T25" fmla="*/ 2147483646 h 769"/>
                <a:gd name="T26" fmla="*/ 2147483646 w 769"/>
                <a:gd name="T27" fmla="*/ 2147483646 h 769"/>
                <a:gd name="T28" fmla="*/ 2147483646 w 769"/>
                <a:gd name="T29" fmla="*/ 2147483646 h 769"/>
                <a:gd name="T30" fmla="*/ 2147483646 w 769"/>
                <a:gd name="T31" fmla="*/ 2147483646 h 769"/>
                <a:gd name="T32" fmla="*/ 2147483646 w 769"/>
                <a:gd name="T33" fmla="*/ 2147483646 h 769"/>
                <a:gd name="T34" fmla="*/ 2147483646 w 769"/>
                <a:gd name="T35" fmla="*/ 2147483646 h 769"/>
                <a:gd name="T36" fmla="*/ 2147483646 w 769"/>
                <a:gd name="T37" fmla="*/ 2147483646 h 769"/>
                <a:gd name="T38" fmla="*/ 2147483646 w 769"/>
                <a:gd name="T39" fmla="*/ 2147483646 h 769"/>
                <a:gd name="T40" fmla="*/ 2147483646 w 769"/>
                <a:gd name="T41" fmla="*/ 2147483646 h 769"/>
                <a:gd name="T42" fmla="*/ 2147483646 w 769"/>
                <a:gd name="T43" fmla="*/ 2147483646 h 769"/>
                <a:gd name="T44" fmla="*/ 2147483646 w 769"/>
                <a:gd name="T45" fmla="*/ 2147483646 h 769"/>
                <a:gd name="T46" fmla="*/ 2147483646 w 769"/>
                <a:gd name="T47" fmla="*/ 2147483646 h 769"/>
                <a:gd name="T48" fmla="*/ 2147483646 w 769"/>
                <a:gd name="T49" fmla="*/ 2147483646 h 769"/>
                <a:gd name="T50" fmla="*/ 2147483646 w 769"/>
                <a:gd name="T51" fmla="*/ 2147483646 h 769"/>
                <a:gd name="T52" fmla="*/ 2147483646 w 769"/>
                <a:gd name="T53" fmla="*/ 2147483646 h 769"/>
                <a:gd name="T54" fmla="*/ 2147483646 w 769"/>
                <a:gd name="T55" fmla="*/ 2147483646 h 769"/>
                <a:gd name="T56" fmla="*/ 2147483646 w 769"/>
                <a:gd name="T57" fmla="*/ 2147483646 h 769"/>
                <a:gd name="T58" fmla="*/ 2147483646 w 769"/>
                <a:gd name="T59" fmla="*/ 2147483646 h 769"/>
                <a:gd name="T60" fmla="*/ 2147483646 w 769"/>
                <a:gd name="T61" fmla="*/ 2147483646 h 769"/>
                <a:gd name="T62" fmla="*/ 2147483646 w 769"/>
                <a:gd name="T63" fmla="*/ 2147483646 h 769"/>
                <a:gd name="T64" fmla="*/ 2147483646 w 769"/>
                <a:gd name="T65" fmla="*/ 2147483646 h 769"/>
                <a:gd name="T66" fmla="*/ 2147483646 w 769"/>
                <a:gd name="T67" fmla="*/ 2147483646 h 769"/>
                <a:gd name="T68" fmla="*/ 2147483646 w 769"/>
                <a:gd name="T69" fmla="*/ 2147483646 h 769"/>
                <a:gd name="T70" fmla="*/ 2147483646 w 769"/>
                <a:gd name="T71" fmla="*/ 2147483646 h 769"/>
                <a:gd name="T72" fmla="*/ 2147483646 w 769"/>
                <a:gd name="T73" fmla="*/ 2147483646 h 769"/>
                <a:gd name="T74" fmla="*/ 2147483646 w 769"/>
                <a:gd name="T75" fmla="*/ 2147483646 h 769"/>
                <a:gd name="T76" fmla="*/ 2147483646 w 769"/>
                <a:gd name="T77" fmla="*/ 2147483646 h 769"/>
                <a:gd name="T78" fmla="*/ 2147483646 w 769"/>
                <a:gd name="T79" fmla="*/ 2147483646 h 769"/>
                <a:gd name="T80" fmla="*/ 2147483646 w 769"/>
                <a:gd name="T81" fmla="*/ 2147483646 h 769"/>
                <a:gd name="T82" fmla="*/ 2147483646 w 769"/>
                <a:gd name="T83" fmla="*/ 2147483646 h 769"/>
                <a:gd name="T84" fmla="*/ 2147483646 w 769"/>
                <a:gd name="T85" fmla="*/ 2147483646 h 769"/>
                <a:gd name="T86" fmla="*/ 2147483646 w 769"/>
                <a:gd name="T87" fmla="*/ 2147483646 h 769"/>
                <a:gd name="T88" fmla="*/ 2147483646 w 769"/>
                <a:gd name="T89" fmla="*/ 2147483646 h 769"/>
                <a:gd name="T90" fmla="*/ 2147483646 w 769"/>
                <a:gd name="T91" fmla="*/ 2147483646 h 769"/>
                <a:gd name="T92" fmla="*/ 2147483646 w 769"/>
                <a:gd name="T93" fmla="*/ 2147483646 h 769"/>
                <a:gd name="T94" fmla="*/ 2147483646 w 769"/>
                <a:gd name="T95" fmla="*/ 2147483646 h 769"/>
                <a:gd name="T96" fmla="*/ 2147483646 w 769"/>
                <a:gd name="T97" fmla="*/ 2147483646 h 769"/>
                <a:gd name="T98" fmla="*/ 2147483646 w 769"/>
                <a:gd name="T99" fmla="*/ 2147483646 h 769"/>
                <a:gd name="T100" fmla="*/ 2147483646 w 769"/>
                <a:gd name="T101" fmla="*/ 2147483646 h 769"/>
                <a:gd name="T102" fmla="*/ 2147483646 w 769"/>
                <a:gd name="T103" fmla="*/ 2147483646 h 769"/>
                <a:gd name="T104" fmla="*/ 2147483646 w 769"/>
                <a:gd name="T105" fmla="*/ 2147483646 h 769"/>
                <a:gd name="T106" fmla="*/ 2147483646 w 769"/>
                <a:gd name="T107" fmla="*/ 2147483646 h 769"/>
                <a:gd name="T108" fmla="*/ 2147483646 w 769"/>
                <a:gd name="T109" fmla="*/ 2147483646 h 769"/>
                <a:gd name="T110" fmla="*/ 0 w 769"/>
                <a:gd name="T111" fmla="*/ 2147483646 h 76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69"/>
                <a:gd name="T169" fmla="*/ 0 h 769"/>
                <a:gd name="T170" fmla="*/ 769 w 769"/>
                <a:gd name="T171" fmla="*/ 769 h 769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69" h="769">
                  <a:moveTo>
                    <a:pt x="0" y="394"/>
                  </a:moveTo>
                  <a:lnTo>
                    <a:pt x="0" y="376"/>
                  </a:lnTo>
                  <a:lnTo>
                    <a:pt x="0" y="356"/>
                  </a:lnTo>
                  <a:lnTo>
                    <a:pt x="2" y="338"/>
                  </a:lnTo>
                  <a:lnTo>
                    <a:pt x="4" y="319"/>
                  </a:lnTo>
                  <a:lnTo>
                    <a:pt x="7" y="301"/>
                  </a:lnTo>
                  <a:lnTo>
                    <a:pt x="12" y="282"/>
                  </a:lnTo>
                  <a:lnTo>
                    <a:pt x="16" y="265"/>
                  </a:lnTo>
                  <a:lnTo>
                    <a:pt x="23" y="246"/>
                  </a:lnTo>
                  <a:lnTo>
                    <a:pt x="30" y="230"/>
                  </a:lnTo>
                  <a:lnTo>
                    <a:pt x="37" y="213"/>
                  </a:lnTo>
                  <a:lnTo>
                    <a:pt x="45" y="197"/>
                  </a:lnTo>
                  <a:lnTo>
                    <a:pt x="55" y="181"/>
                  </a:lnTo>
                  <a:lnTo>
                    <a:pt x="64" y="166"/>
                  </a:lnTo>
                  <a:lnTo>
                    <a:pt x="75" y="151"/>
                  </a:lnTo>
                  <a:lnTo>
                    <a:pt x="85" y="138"/>
                  </a:lnTo>
                  <a:lnTo>
                    <a:pt x="97" y="123"/>
                  </a:lnTo>
                  <a:lnTo>
                    <a:pt x="110" y="111"/>
                  </a:lnTo>
                  <a:lnTo>
                    <a:pt x="124" y="98"/>
                  </a:lnTo>
                  <a:lnTo>
                    <a:pt x="137" y="86"/>
                  </a:lnTo>
                  <a:lnTo>
                    <a:pt x="151" y="75"/>
                  </a:lnTo>
                  <a:lnTo>
                    <a:pt x="166" y="65"/>
                  </a:lnTo>
                  <a:lnTo>
                    <a:pt x="181" y="55"/>
                  </a:lnTo>
                  <a:lnTo>
                    <a:pt x="196" y="46"/>
                  </a:lnTo>
                  <a:lnTo>
                    <a:pt x="212" y="37"/>
                  </a:lnTo>
                  <a:lnTo>
                    <a:pt x="230" y="30"/>
                  </a:lnTo>
                  <a:lnTo>
                    <a:pt x="247" y="24"/>
                  </a:lnTo>
                  <a:lnTo>
                    <a:pt x="264" y="17"/>
                  </a:lnTo>
                  <a:lnTo>
                    <a:pt x="281" y="12"/>
                  </a:lnTo>
                  <a:lnTo>
                    <a:pt x="300" y="8"/>
                  </a:lnTo>
                  <a:lnTo>
                    <a:pt x="318" y="5"/>
                  </a:lnTo>
                  <a:lnTo>
                    <a:pt x="337" y="2"/>
                  </a:lnTo>
                  <a:lnTo>
                    <a:pt x="357" y="1"/>
                  </a:lnTo>
                  <a:lnTo>
                    <a:pt x="375" y="0"/>
                  </a:lnTo>
                  <a:lnTo>
                    <a:pt x="393" y="0"/>
                  </a:lnTo>
                  <a:lnTo>
                    <a:pt x="412" y="1"/>
                  </a:lnTo>
                  <a:lnTo>
                    <a:pt x="431" y="2"/>
                  </a:lnTo>
                  <a:lnTo>
                    <a:pt x="450" y="5"/>
                  </a:lnTo>
                  <a:lnTo>
                    <a:pt x="468" y="8"/>
                  </a:lnTo>
                  <a:lnTo>
                    <a:pt x="487" y="12"/>
                  </a:lnTo>
                  <a:lnTo>
                    <a:pt x="505" y="17"/>
                  </a:lnTo>
                  <a:lnTo>
                    <a:pt x="522" y="24"/>
                  </a:lnTo>
                  <a:lnTo>
                    <a:pt x="540" y="30"/>
                  </a:lnTo>
                  <a:lnTo>
                    <a:pt x="556" y="37"/>
                  </a:lnTo>
                  <a:lnTo>
                    <a:pt x="571" y="46"/>
                  </a:lnTo>
                  <a:lnTo>
                    <a:pt x="587" y="55"/>
                  </a:lnTo>
                  <a:lnTo>
                    <a:pt x="603" y="65"/>
                  </a:lnTo>
                  <a:lnTo>
                    <a:pt x="618" y="75"/>
                  </a:lnTo>
                  <a:lnTo>
                    <a:pt x="632" y="86"/>
                  </a:lnTo>
                  <a:lnTo>
                    <a:pt x="646" y="98"/>
                  </a:lnTo>
                  <a:lnTo>
                    <a:pt x="659" y="111"/>
                  </a:lnTo>
                  <a:lnTo>
                    <a:pt x="671" y="123"/>
                  </a:lnTo>
                  <a:lnTo>
                    <a:pt x="683" y="138"/>
                  </a:lnTo>
                  <a:lnTo>
                    <a:pt x="693" y="151"/>
                  </a:lnTo>
                  <a:lnTo>
                    <a:pt x="704" y="166"/>
                  </a:lnTo>
                  <a:lnTo>
                    <a:pt x="714" y="181"/>
                  </a:lnTo>
                  <a:lnTo>
                    <a:pt x="722" y="197"/>
                  </a:lnTo>
                  <a:lnTo>
                    <a:pt x="732" y="213"/>
                  </a:lnTo>
                  <a:lnTo>
                    <a:pt x="738" y="230"/>
                  </a:lnTo>
                  <a:lnTo>
                    <a:pt x="745" y="246"/>
                  </a:lnTo>
                  <a:lnTo>
                    <a:pt x="752" y="265"/>
                  </a:lnTo>
                  <a:lnTo>
                    <a:pt x="757" y="282"/>
                  </a:lnTo>
                  <a:lnTo>
                    <a:pt x="761" y="301"/>
                  </a:lnTo>
                  <a:lnTo>
                    <a:pt x="764" y="319"/>
                  </a:lnTo>
                  <a:lnTo>
                    <a:pt x="766" y="338"/>
                  </a:lnTo>
                  <a:lnTo>
                    <a:pt x="767" y="356"/>
                  </a:lnTo>
                  <a:lnTo>
                    <a:pt x="769" y="376"/>
                  </a:lnTo>
                  <a:lnTo>
                    <a:pt x="769" y="394"/>
                  </a:lnTo>
                  <a:lnTo>
                    <a:pt x="767" y="413"/>
                  </a:lnTo>
                  <a:lnTo>
                    <a:pt x="766" y="432"/>
                  </a:lnTo>
                  <a:lnTo>
                    <a:pt x="764" y="451"/>
                  </a:lnTo>
                  <a:lnTo>
                    <a:pt x="761" y="469"/>
                  </a:lnTo>
                  <a:lnTo>
                    <a:pt x="757" y="488"/>
                  </a:lnTo>
                  <a:lnTo>
                    <a:pt x="752" y="505"/>
                  </a:lnTo>
                  <a:lnTo>
                    <a:pt x="745" y="523"/>
                  </a:lnTo>
                  <a:lnTo>
                    <a:pt x="738" y="539"/>
                  </a:lnTo>
                  <a:lnTo>
                    <a:pt x="732" y="557"/>
                  </a:lnTo>
                  <a:lnTo>
                    <a:pt x="722" y="572"/>
                  </a:lnTo>
                  <a:lnTo>
                    <a:pt x="714" y="588"/>
                  </a:lnTo>
                  <a:lnTo>
                    <a:pt x="704" y="604"/>
                  </a:lnTo>
                  <a:lnTo>
                    <a:pt x="693" y="619"/>
                  </a:lnTo>
                  <a:lnTo>
                    <a:pt x="683" y="632"/>
                  </a:lnTo>
                  <a:lnTo>
                    <a:pt x="671" y="647"/>
                  </a:lnTo>
                  <a:lnTo>
                    <a:pt x="659" y="659"/>
                  </a:lnTo>
                  <a:lnTo>
                    <a:pt x="646" y="672"/>
                  </a:lnTo>
                  <a:lnTo>
                    <a:pt x="632" y="684"/>
                  </a:lnTo>
                  <a:lnTo>
                    <a:pt x="618" y="694"/>
                  </a:lnTo>
                  <a:lnTo>
                    <a:pt x="603" y="705"/>
                  </a:lnTo>
                  <a:lnTo>
                    <a:pt x="587" y="714"/>
                  </a:lnTo>
                  <a:lnTo>
                    <a:pt x="571" y="724"/>
                  </a:lnTo>
                  <a:lnTo>
                    <a:pt x="556" y="733"/>
                  </a:lnTo>
                  <a:lnTo>
                    <a:pt x="540" y="740"/>
                  </a:lnTo>
                  <a:lnTo>
                    <a:pt x="522" y="746"/>
                  </a:lnTo>
                  <a:lnTo>
                    <a:pt x="505" y="753"/>
                  </a:lnTo>
                  <a:lnTo>
                    <a:pt x="487" y="758"/>
                  </a:lnTo>
                  <a:lnTo>
                    <a:pt x="468" y="762"/>
                  </a:lnTo>
                  <a:lnTo>
                    <a:pt x="450" y="765"/>
                  </a:lnTo>
                  <a:lnTo>
                    <a:pt x="431" y="767"/>
                  </a:lnTo>
                  <a:lnTo>
                    <a:pt x="412" y="769"/>
                  </a:lnTo>
                  <a:lnTo>
                    <a:pt x="393" y="769"/>
                  </a:lnTo>
                  <a:lnTo>
                    <a:pt x="375" y="769"/>
                  </a:lnTo>
                  <a:lnTo>
                    <a:pt x="357" y="769"/>
                  </a:lnTo>
                  <a:lnTo>
                    <a:pt x="337" y="767"/>
                  </a:lnTo>
                  <a:lnTo>
                    <a:pt x="318" y="765"/>
                  </a:lnTo>
                  <a:lnTo>
                    <a:pt x="300" y="762"/>
                  </a:lnTo>
                  <a:lnTo>
                    <a:pt x="281" y="758"/>
                  </a:lnTo>
                  <a:lnTo>
                    <a:pt x="264" y="753"/>
                  </a:lnTo>
                  <a:lnTo>
                    <a:pt x="247" y="746"/>
                  </a:lnTo>
                  <a:lnTo>
                    <a:pt x="230" y="740"/>
                  </a:lnTo>
                  <a:lnTo>
                    <a:pt x="212" y="733"/>
                  </a:lnTo>
                  <a:lnTo>
                    <a:pt x="196" y="724"/>
                  </a:lnTo>
                  <a:lnTo>
                    <a:pt x="181" y="714"/>
                  </a:lnTo>
                  <a:lnTo>
                    <a:pt x="166" y="705"/>
                  </a:lnTo>
                  <a:lnTo>
                    <a:pt x="151" y="694"/>
                  </a:lnTo>
                  <a:lnTo>
                    <a:pt x="137" y="684"/>
                  </a:lnTo>
                  <a:lnTo>
                    <a:pt x="124" y="672"/>
                  </a:lnTo>
                  <a:lnTo>
                    <a:pt x="110" y="659"/>
                  </a:lnTo>
                  <a:lnTo>
                    <a:pt x="97" y="647"/>
                  </a:lnTo>
                  <a:lnTo>
                    <a:pt x="85" y="632"/>
                  </a:lnTo>
                  <a:lnTo>
                    <a:pt x="75" y="619"/>
                  </a:lnTo>
                  <a:lnTo>
                    <a:pt x="64" y="604"/>
                  </a:lnTo>
                  <a:lnTo>
                    <a:pt x="55" y="588"/>
                  </a:lnTo>
                  <a:lnTo>
                    <a:pt x="45" y="572"/>
                  </a:lnTo>
                  <a:lnTo>
                    <a:pt x="37" y="557"/>
                  </a:lnTo>
                  <a:lnTo>
                    <a:pt x="30" y="539"/>
                  </a:lnTo>
                  <a:lnTo>
                    <a:pt x="23" y="523"/>
                  </a:lnTo>
                  <a:lnTo>
                    <a:pt x="16" y="505"/>
                  </a:lnTo>
                  <a:lnTo>
                    <a:pt x="12" y="488"/>
                  </a:lnTo>
                  <a:lnTo>
                    <a:pt x="7" y="469"/>
                  </a:lnTo>
                  <a:lnTo>
                    <a:pt x="4" y="451"/>
                  </a:lnTo>
                  <a:lnTo>
                    <a:pt x="2" y="432"/>
                  </a:lnTo>
                  <a:lnTo>
                    <a:pt x="0" y="413"/>
                  </a:lnTo>
                  <a:lnTo>
                    <a:pt x="0" y="394"/>
                  </a:lnTo>
                  <a:close/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389" name="Freeform 19">
              <a:extLst>
                <a:ext uri="{FF2B5EF4-FFF2-40B4-BE49-F238E27FC236}">
                  <a16:creationId xmlns:a16="http://schemas.microsoft.com/office/drawing/2014/main" id="{EEE0EB92-1800-4191-B2A8-2A4B5605E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700" y="731838"/>
              <a:ext cx="104775" cy="106362"/>
            </a:xfrm>
            <a:custGeom>
              <a:avLst/>
              <a:gdLst>
                <a:gd name="T0" fmla="*/ 2147483646 w 133"/>
                <a:gd name="T1" fmla="*/ 0 h 132"/>
                <a:gd name="T2" fmla="*/ 0 w 133"/>
                <a:gd name="T3" fmla="*/ 2147483646 h 132"/>
                <a:gd name="T4" fmla="*/ 2147483646 w 133"/>
                <a:gd name="T5" fmla="*/ 2147483646 h 132"/>
                <a:gd name="T6" fmla="*/ 2147483646 w 133"/>
                <a:gd name="T7" fmla="*/ 2147483646 h 132"/>
                <a:gd name="T8" fmla="*/ 2147483646 w 133"/>
                <a:gd name="T9" fmla="*/ 0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3"/>
                <a:gd name="T16" fmla="*/ 0 h 132"/>
                <a:gd name="T17" fmla="*/ 133 w 133"/>
                <a:gd name="T18" fmla="*/ 132 h 13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3" h="132">
                  <a:moveTo>
                    <a:pt x="80" y="0"/>
                  </a:moveTo>
                  <a:lnTo>
                    <a:pt x="0" y="132"/>
                  </a:lnTo>
                  <a:lnTo>
                    <a:pt x="133" y="53"/>
                  </a:lnTo>
                  <a:lnTo>
                    <a:pt x="106" y="26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390" name="Freeform 22">
              <a:extLst>
                <a:ext uri="{FF2B5EF4-FFF2-40B4-BE49-F238E27FC236}">
                  <a16:creationId xmlns:a16="http://schemas.microsoft.com/office/drawing/2014/main" id="{20BB66FF-E7CB-4AF8-9D02-6645504C3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738" y="290513"/>
              <a:ext cx="609600" cy="609600"/>
            </a:xfrm>
            <a:custGeom>
              <a:avLst/>
              <a:gdLst>
                <a:gd name="T0" fmla="*/ 0 w 769"/>
                <a:gd name="T1" fmla="*/ 2147483646 h 769"/>
                <a:gd name="T2" fmla="*/ 2147483646 w 769"/>
                <a:gd name="T3" fmla="*/ 2147483646 h 769"/>
                <a:gd name="T4" fmla="*/ 2147483646 w 769"/>
                <a:gd name="T5" fmla="*/ 2147483646 h 769"/>
                <a:gd name="T6" fmla="*/ 2147483646 w 769"/>
                <a:gd name="T7" fmla="*/ 2147483646 h 769"/>
                <a:gd name="T8" fmla="*/ 2147483646 w 769"/>
                <a:gd name="T9" fmla="*/ 2147483646 h 769"/>
                <a:gd name="T10" fmla="*/ 2147483646 w 769"/>
                <a:gd name="T11" fmla="*/ 2147483646 h 769"/>
                <a:gd name="T12" fmla="*/ 2147483646 w 769"/>
                <a:gd name="T13" fmla="*/ 2147483646 h 769"/>
                <a:gd name="T14" fmla="*/ 2147483646 w 769"/>
                <a:gd name="T15" fmla="*/ 2147483646 h 769"/>
                <a:gd name="T16" fmla="*/ 2147483646 w 769"/>
                <a:gd name="T17" fmla="*/ 2147483646 h 769"/>
                <a:gd name="T18" fmla="*/ 2147483646 w 769"/>
                <a:gd name="T19" fmla="*/ 2147483646 h 769"/>
                <a:gd name="T20" fmla="*/ 2147483646 w 769"/>
                <a:gd name="T21" fmla="*/ 2147483646 h 769"/>
                <a:gd name="T22" fmla="*/ 2147483646 w 769"/>
                <a:gd name="T23" fmla="*/ 0 h 769"/>
                <a:gd name="T24" fmla="*/ 2147483646 w 769"/>
                <a:gd name="T25" fmla="*/ 2147483646 h 769"/>
                <a:gd name="T26" fmla="*/ 2147483646 w 769"/>
                <a:gd name="T27" fmla="*/ 2147483646 h 769"/>
                <a:gd name="T28" fmla="*/ 2147483646 w 769"/>
                <a:gd name="T29" fmla="*/ 2147483646 h 769"/>
                <a:gd name="T30" fmla="*/ 2147483646 w 769"/>
                <a:gd name="T31" fmla="*/ 2147483646 h 769"/>
                <a:gd name="T32" fmla="*/ 2147483646 w 769"/>
                <a:gd name="T33" fmla="*/ 2147483646 h 769"/>
                <a:gd name="T34" fmla="*/ 2147483646 w 769"/>
                <a:gd name="T35" fmla="*/ 2147483646 h 769"/>
                <a:gd name="T36" fmla="*/ 2147483646 w 769"/>
                <a:gd name="T37" fmla="*/ 2147483646 h 769"/>
                <a:gd name="T38" fmla="*/ 2147483646 w 769"/>
                <a:gd name="T39" fmla="*/ 2147483646 h 769"/>
                <a:gd name="T40" fmla="*/ 2147483646 w 769"/>
                <a:gd name="T41" fmla="*/ 2147483646 h 769"/>
                <a:gd name="T42" fmla="*/ 2147483646 w 769"/>
                <a:gd name="T43" fmla="*/ 2147483646 h 769"/>
                <a:gd name="T44" fmla="*/ 2147483646 w 769"/>
                <a:gd name="T45" fmla="*/ 2147483646 h 769"/>
                <a:gd name="T46" fmla="*/ 2147483646 w 769"/>
                <a:gd name="T47" fmla="*/ 2147483646 h 769"/>
                <a:gd name="T48" fmla="*/ 2147483646 w 769"/>
                <a:gd name="T49" fmla="*/ 2147483646 h 769"/>
                <a:gd name="T50" fmla="*/ 2147483646 w 769"/>
                <a:gd name="T51" fmla="*/ 2147483646 h 769"/>
                <a:gd name="T52" fmla="*/ 2147483646 w 769"/>
                <a:gd name="T53" fmla="*/ 2147483646 h 769"/>
                <a:gd name="T54" fmla="*/ 2147483646 w 769"/>
                <a:gd name="T55" fmla="*/ 2147483646 h 769"/>
                <a:gd name="T56" fmla="*/ 2147483646 w 769"/>
                <a:gd name="T57" fmla="*/ 2147483646 h 769"/>
                <a:gd name="T58" fmla="*/ 2147483646 w 769"/>
                <a:gd name="T59" fmla="*/ 2147483646 h 769"/>
                <a:gd name="T60" fmla="*/ 2147483646 w 769"/>
                <a:gd name="T61" fmla="*/ 2147483646 h 769"/>
                <a:gd name="T62" fmla="*/ 2147483646 w 769"/>
                <a:gd name="T63" fmla="*/ 2147483646 h 769"/>
                <a:gd name="T64" fmla="*/ 2147483646 w 769"/>
                <a:gd name="T65" fmla="*/ 2147483646 h 769"/>
                <a:gd name="T66" fmla="*/ 2147483646 w 769"/>
                <a:gd name="T67" fmla="*/ 2147483646 h 769"/>
                <a:gd name="T68" fmla="*/ 2147483646 w 769"/>
                <a:gd name="T69" fmla="*/ 2147483646 h 769"/>
                <a:gd name="T70" fmla="*/ 2147483646 w 769"/>
                <a:gd name="T71" fmla="*/ 2147483646 h 769"/>
                <a:gd name="T72" fmla="*/ 2147483646 w 769"/>
                <a:gd name="T73" fmla="*/ 2147483646 h 769"/>
                <a:gd name="T74" fmla="*/ 2147483646 w 769"/>
                <a:gd name="T75" fmla="*/ 2147483646 h 769"/>
                <a:gd name="T76" fmla="*/ 2147483646 w 769"/>
                <a:gd name="T77" fmla="*/ 2147483646 h 769"/>
                <a:gd name="T78" fmla="*/ 2147483646 w 769"/>
                <a:gd name="T79" fmla="*/ 2147483646 h 769"/>
                <a:gd name="T80" fmla="*/ 2147483646 w 769"/>
                <a:gd name="T81" fmla="*/ 2147483646 h 769"/>
                <a:gd name="T82" fmla="*/ 2147483646 w 769"/>
                <a:gd name="T83" fmla="*/ 2147483646 h 769"/>
                <a:gd name="T84" fmla="*/ 2147483646 w 769"/>
                <a:gd name="T85" fmla="*/ 2147483646 h 769"/>
                <a:gd name="T86" fmla="*/ 2147483646 w 769"/>
                <a:gd name="T87" fmla="*/ 2147483646 h 769"/>
                <a:gd name="T88" fmla="*/ 2147483646 w 769"/>
                <a:gd name="T89" fmla="*/ 2147483646 h 769"/>
                <a:gd name="T90" fmla="*/ 2147483646 w 769"/>
                <a:gd name="T91" fmla="*/ 2147483646 h 769"/>
                <a:gd name="T92" fmla="*/ 2147483646 w 769"/>
                <a:gd name="T93" fmla="*/ 2147483646 h 769"/>
                <a:gd name="T94" fmla="*/ 2147483646 w 769"/>
                <a:gd name="T95" fmla="*/ 2147483646 h 769"/>
                <a:gd name="T96" fmla="*/ 2147483646 w 769"/>
                <a:gd name="T97" fmla="*/ 2147483646 h 769"/>
                <a:gd name="T98" fmla="*/ 2147483646 w 769"/>
                <a:gd name="T99" fmla="*/ 2147483646 h 769"/>
                <a:gd name="T100" fmla="*/ 2147483646 w 769"/>
                <a:gd name="T101" fmla="*/ 2147483646 h 769"/>
                <a:gd name="T102" fmla="*/ 2147483646 w 769"/>
                <a:gd name="T103" fmla="*/ 2147483646 h 769"/>
                <a:gd name="T104" fmla="*/ 2147483646 w 769"/>
                <a:gd name="T105" fmla="*/ 2147483646 h 769"/>
                <a:gd name="T106" fmla="*/ 2147483646 w 769"/>
                <a:gd name="T107" fmla="*/ 2147483646 h 769"/>
                <a:gd name="T108" fmla="*/ 2147483646 w 769"/>
                <a:gd name="T109" fmla="*/ 2147483646 h 769"/>
                <a:gd name="T110" fmla="*/ 0 w 769"/>
                <a:gd name="T111" fmla="*/ 2147483646 h 76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69"/>
                <a:gd name="T169" fmla="*/ 0 h 769"/>
                <a:gd name="T170" fmla="*/ 769 w 769"/>
                <a:gd name="T171" fmla="*/ 769 h 769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69" h="769">
                  <a:moveTo>
                    <a:pt x="0" y="394"/>
                  </a:moveTo>
                  <a:lnTo>
                    <a:pt x="0" y="376"/>
                  </a:lnTo>
                  <a:lnTo>
                    <a:pt x="0" y="357"/>
                  </a:lnTo>
                  <a:lnTo>
                    <a:pt x="2" y="338"/>
                  </a:lnTo>
                  <a:lnTo>
                    <a:pt x="4" y="319"/>
                  </a:lnTo>
                  <a:lnTo>
                    <a:pt x="7" y="301"/>
                  </a:lnTo>
                  <a:lnTo>
                    <a:pt x="12" y="282"/>
                  </a:lnTo>
                  <a:lnTo>
                    <a:pt x="16" y="265"/>
                  </a:lnTo>
                  <a:lnTo>
                    <a:pt x="23" y="246"/>
                  </a:lnTo>
                  <a:lnTo>
                    <a:pt x="30" y="231"/>
                  </a:lnTo>
                  <a:lnTo>
                    <a:pt x="37" y="213"/>
                  </a:lnTo>
                  <a:lnTo>
                    <a:pt x="45" y="197"/>
                  </a:lnTo>
                  <a:lnTo>
                    <a:pt x="55" y="182"/>
                  </a:lnTo>
                  <a:lnTo>
                    <a:pt x="64" y="166"/>
                  </a:lnTo>
                  <a:lnTo>
                    <a:pt x="75" y="151"/>
                  </a:lnTo>
                  <a:lnTo>
                    <a:pt x="85" y="138"/>
                  </a:lnTo>
                  <a:lnTo>
                    <a:pt x="97" y="123"/>
                  </a:lnTo>
                  <a:lnTo>
                    <a:pt x="110" y="111"/>
                  </a:lnTo>
                  <a:lnTo>
                    <a:pt x="124" y="98"/>
                  </a:lnTo>
                  <a:lnTo>
                    <a:pt x="137" y="86"/>
                  </a:lnTo>
                  <a:lnTo>
                    <a:pt x="151" y="75"/>
                  </a:lnTo>
                  <a:lnTo>
                    <a:pt x="166" y="65"/>
                  </a:lnTo>
                  <a:lnTo>
                    <a:pt x="181" y="56"/>
                  </a:lnTo>
                  <a:lnTo>
                    <a:pt x="196" y="46"/>
                  </a:lnTo>
                  <a:lnTo>
                    <a:pt x="212" y="37"/>
                  </a:lnTo>
                  <a:lnTo>
                    <a:pt x="230" y="30"/>
                  </a:lnTo>
                  <a:lnTo>
                    <a:pt x="247" y="24"/>
                  </a:lnTo>
                  <a:lnTo>
                    <a:pt x="264" y="17"/>
                  </a:lnTo>
                  <a:lnTo>
                    <a:pt x="281" y="12"/>
                  </a:lnTo>
                  <a:lnTo>
                    <a:pt x="300" y="8"/>
                  </a:lnTo>
                  <a:lnTo>
                    <a:pt x="318" y="5"/>
                  </a:lnTo>
                  <a:lnTo>
                    <a:pt x="337" y="3"/>
                  </a:lnTo>
                  <a:lnTo>
                    <a:pt x="357" y="1"/>
                  </a:lnTo>
                  <a:lnTo>
                    <a:pt x="375" y="0"/>
                  </a:lnTo>
                  <a:lnTo>
                    <a:pt x="393" y="0"/>
                  </a:lnTo>
                  <a:lnTo>
                    <a:pt x="412" y="1"/>
                  </a:lnTo>
                  <a:lnTo>
                    <a:pt x="431" y="3"/>
                  </a:lnTo>
                  <a:lnTo>
                    <a:pt x="450" y="5"/>
                  </a:lnTo>
                  <a:lnTo>
                    <a:pt x="468" y="8"/>
                  </a:lnTo>
                  <a:lnTo>
                    <a:pt x="487" y="12"/>
                  </a:lnTo>
                  <a:lnTo>
                    <a:pt x="505" y="17"/>
                  </a:lnTo>
                  <a:lnTo>
                    <a:pt x="522" y="24"/>
                  </a:lnTo>
                  <a:lnTo>
                    <a:pt x="540" y="30"/>
                  </a:lnTo>
                  <a:lnTo>
                    <a:pt x="556" y="37"/>
                  </a:lnTo>
                  <a:lnTo>
                    <a:pt x="571" y="46"/>
                  </a:lnTo>
                  <a:lnTo>
                    <a:pt x="587" y="56"/>
                  </a:lnTo>
                  <a:lnTo>
                    <a:pt x="603" y="65"/>
                  </a:lnTo>
                  <a:lnTo>
                    <a:pt x="618" y="75"/>
                  </a:lnTo>
                  <a:lnTo>
                    <a:pt x="632" y="86"/>
                  </a:lnTo>
                  <a:lnTo>
                    <a:pt x="646" y="98"/>
                  </a:lnTo>
                  <a:lnTo>
                    <a:pt x="659" y="111"/>
                  </a:lnTo>
                  <a:lnTo>
                    <a:pt x="671" y="123"/>
                  </a:lnTo>
                  <a:lnTo>
                    <a:pt x="683" y="138"/>
                  </a:lnTo>
                  <a:lnTo>
                    <a:pt x="693" y="151"/>
                  </a:lnTo>
                  <a:lnTo>
                    <a:pt x="704" y="166"/>
                  </a:lnTo>
                  <a:lnTo>
                    <a:pt x="714" y="182"/>
                  </a:lnTo>
                  <a:lnTo>
                    <a:pt x="722" y="197"/>
                  </a:lnTo>
                  <a:lnTo>
                    <a:pt x="732" y="213"/>
                  </a:lnTo>
                  <a:lnTo>
                    <a:pt x="738" y="231"/>
                  </a:lnTo>
                  <a:lnTo>
                    <a:pt x="745" y="246"/>
                  </a:lnTo>
                  <a:lnTo>
                    <a:pt x="752" y="265"/>
                  </a:lnTo>
                  <a:lnTo>
                    <a:pt x="757" y="282"/>
                  </a:lnTo>
                  <a:lnTo>
                    <a:pt x="761" y="301"/>
                  </a:lnTo>
                  <a:lnTo>
                    <a:pt x="764" y="319"/>
                  </a:lnTo>
                  <a:lnTo>
                    <a:pt x="766" y="338"/>
                  </a:lnTo>
                  <a:lnTo>
                    <a:pt x="767" y="357"/>
                  </a:lnTo>
                  <a:lnTo>
                    <a:pt x="769" y="376"/>
                  </a:lnTo>
                  <a:lnTo>
                    <a:pt x="769" y="394"/>
                  </a:lnTo>
                  <a:lnTo>
                    <a:pt x="767" y="414"/>
                  </a:lnTo>
                  <a:lnTo>
                    <a:pt x="766" y="432"/>
                  </a:lnTo>
                  <a:lnTo>
                    <a:pt x="764" y="451"/>
                  </a:lnTo>
                  <a:lnTo>
                    <a:pt x="761" y="469"/>
                  </a:lnTo>
                  <a:lnTo>
                    <a:pt x="757" y="488"/>
                  </a:lnTo>
                  <a:lnTo>
                    <a:pt x="752" y="505"/>
                  </a:lnTo>
                  <a:lnTo>
                    <a:pt x="745" y="524"/>
                  </a:lnTo>
                  <a:lnTo>
                    <a:pt x="738" y="539"/>
                  </a:lnTo>
                  <a:lnTo>
                    <a:pt x="732" y="557"/>
                  </a:lnTo>
                  <a:lnTo>
                    <a:pt x="722" y="573"/>
                  </a:lnTo>
                  <a:lnTo>
                    <a:pt x="714" y="589"/>
                  </a:lnTo>
                  <a:lnTo>
                    <a:pt x="704" y="604"/>
                  </a:lnTo>
                  <a:lnTo>
                    <a:pt x="693" y="619"/>
                  </a:lnTo>
                  <a:lnTo>
                    <a:pt x="683" y="632"/>
                  </a:lnTo>
                  <a:lnTo>
                    <a:pt x="671" y="647"/>
                  </a:lnTo>
                  <a:lnTo>
                    <a:pt x="659" y="659"/>
                  </a:lnTo>
                  <a:lnTo>
                    <a:pt x="646" y="672"/>
                  </a:lnTo>
                  <a:lnTo>
                    <a:pt x="632" y="684"/>
                  </a:lnTo>
                  <a:lnTo>
                    <a:pt x="618" y="695"/>
                  </a:lnTo>
                  <a:lnTo>
                    <a:pt x="603" y="705"/>
                  </a:lnTo>
                  <a:lnTo>
                    <a:pt x="587" y="714"/>
                  </a:lnTo>
                  <a:lnTo>
                    <a:pt x="571" y="724"/>
                  </a:lnTo>
                  <a:lnTo>
                    <a:pt x="556" y="733"/>
                  </a:lnTo>
                  <a:lnTo>
                    <a:pt x="540" y="740"/>
                  </a:lnTo>
                  <a:lnTo>
                    <a:pt x="522" y="746"/>
                  </a:lnTo>
                  <a:lnTo>
                    <a:pt x="505" y="753"/>
                  </a:lnTo>
                  <a:lnTo>
                    <a:pt x="487" y="758"/>
                  </a:lnTo>
                  <a:lnTo>
                    <a:pt x="468" y="762"/>
                  </a:lnTo>
                  <a:lnTo>
                    <a:pt x="450" y="765"/>
                  </a:lnTo>
                  <a:lnTo>
                    <a:pt x="431" y="767"/>
                  </a:lnTo>
                  <a:lnTo>
                    <a:pt x="412" y="769"/>
                  </a:lnTo>
                  <a:lnTo>
                    <a:pt x="393" y="769"/>
                  </a:lnTo>
                  <a:lnTo>
                    <a:pt x="375" y="769"/>
                  </a:lnTo>
                  <a:lnTo>
                    <a:pt x="357" y="769"/>
                  </a:lnTo>
                  <a:lnTo>
                    <a:pt x="337" y="767"/>
                  </a:lnTo>
                  <a:lnTo>
                    <a:pt x="318" y="765"/>
                  </a:lnTo>
                  <a:lnTo>
                    <a:pt x="300" y="762"/>
                  </a:lnTo>
                  <a:lnTo>
                    <a:pt x="281" y="758"/>
                  </a:lnTo>
                  <a:lnTo>
                    <a:pt x="264" y="753"/>
                  </a:lnTo>
                  <a:lnTo>
                    <a:pt x="247" y="746"/>
                  </a:lnTo>
                  <a:lnTo>
                    <a:pt x="230" y="740"/>
                  </a:lnTo>
                  <a:lnTo>
                    <a:pt x="212" y="733"/>
                  </a:lnTo>
                  <a:lnTo>
                    <a:pt x="196" y="724"/>
                  </a:lnTo>
                  <a:lnTo>
                    <a:pt x="181" y="714"/>
                  </a:lnTo>
                  <a:lnTo>
                    <a:pt x="166" y="705"/>
                  </a:lnTo>
                  <a:lnTo>
                    <a:pt x="151" y="695"/>
                  </a:lnTo>
                  <a:lnTo>
                    <a:pt x="137" y="684"/>
                  </a:lnTo>
                  <a:lnTo>
                    <a:pt x="124" y="672"/>
                  </a:lnTo>
                  <a:lnTo>
                    <a:pt x="110" y="659"/>
                  </a:lnTo>
                  <a:lnTo>
                    <a:pt x="97" y="647"/>
                  </a:lnTo>
                  <a:lnTo>
                    <a:pt x="85" y="632"/>
                  </a:lnTo>
                  <a:lnTo>
                    <a:pt x="75" y="619"/>
                  </a:lnTo>
                  <a:lnTo>
                    <a:pt x="64" y="604"/>
                  </a:lnTo>
                  <a:lnTo>
                    <a:pt x="55" y="589"/>
                  </a:lnTo>
                  <a:lnTo>
                    <a:pt x="45" y="573"/>
                  </a:lnTo>
                  <a:lnTo>
                    <a:pt x="37" y="557"/>
                  </a:lnTo>
                  <a:lnTo>
                    <a:pt x="30" y="539"/>
                  </a:lnTo>
                  <a:lnTo>
                    <a:pt x="23" y="524"/>
                  </a:lnTo>
                  <a:lnTo>
                    <a:pt x="16" y="505"/>
                  </a:lnTo>
                  <a:lnTo>
                    <a:pt x="12" y="488"/>
                  </a:lnTo>
                  <a:lnTo>
                    <a:pt x="7" y="469"/>
                  </a:lnTo>
                  <a:lnTo>
                    <a:pt x="4" y="451"/>
                  </a:lnTo>
                  <a:lnTo>
                    <a:pt x="2" y="432"/>
                  </a:lnTo>
                  <a:lnTo>
                    <a:pt x="0" y="414"/>
                  </a:lnTo>
                  <a:lnTo>
                    <a:pt x="0" y="394"/>
                  </a:lnTo>
                  <a:close/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391" name="Freeform 24">
              <a:extLst>
                <a:ext uri="{FF2B5EF4-FFF2-40B4-BE49-F238E27FC236}">
                  <a16:creationId xmlns:a16="http://schemas.microsoft.com/office/drawing/2014/main" id="{E9EF51EE-ED9C-4F2F-A3D3-AB3FB035F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113" y="835025"/>
              <a:ext cx="693737" cy="598488"/>
            </a:xfrm>
            <a:custGeom>
              <a:avLst/>
              <a:gdLst>
                <a:gd name="T0" fmla="*/ 2147483646 w 874"/>
                <a:gd name="T1" fmla="*/ 2147483646 h 753"/>
                <a:gd name="T2" fmla="*/ 2147483646 w 874"/>
                <a:gd name="T3" fmla="*/ 2147483646 h 753"/>
                <a:gd name="T4" fmla="*/ 2147483646 w 874"/>
                <a:gd name="T5" fmla="*/ 2147483646 h 753"/>
                <a:gd name="T6" fmla="*/ 2147483646 w 874"/>
                <a:gd name="T7" fmla="*/ 2147483646 h 753"/>
                <a:gd name="T8" fmla="*/ 2147483646 w 874"/>
                <a:gd name="T9" fmla="*/ 2147483646 h 753"/>
                <a:gd name="T10" fmla="*/ 2147483646 w 874"/>
                <a:gd name="T11" fmla="*/ 2147483646 h 753"/>
                <a:gd name="T12" fmla="*/ 2147483646 w 874"/>
                <a:gd name="T13" fmla="*/ 2147483646 h 753"/>
                <a:gd name="T14" fmla="*/ 2147483646 w 874"/>
                <a:gd name="T15" fmla="*/ 2147483646 h 753"/>
                <a:gd name="T16" fmla="*/ 2147483646 w 874"/>
                <a:gd name="T17" fmla="*/ 2147483646 h 753"/>
                <a:gd name="T18" fmla="*/ 2147483646 w 874"/>
                <a:gd name="T19" fmla="*/ 2147483646 h 753"/>
                <a:gd name="T20" fmla="*/ 0 w 874"/>
                <a:gd name="T21" fmla="*/ 2147483646 h 753"/>
                <a:gd name="T22" fmla="*/ 2147483646 w 874"/>
                <a:gd name="T23" fmla="*/ 2147483646 h 753"/>
                <a:gd name="T24" fmla="*/ 2147483646 w 874"/>
                <a:gd name="T25" fmla="*/ 2147483646 h 753"/>
                <a:gd name="T26" fmla="*/ 2147483646 w 874"/>
                <a:gd name="T27" fmla="*/ 2147483646 h 753"/>
                <a:gd name="T28" fmla="*/ 2147483646 w 874"/>
                <a:gd name="T29" fmla="*/ 2147483646 h 753"/>
                <a:gd name="T30" fmla="*/ 2147483646 w 874"/>
                <a:gd name="T31" fmla="*/ 2147483646 h 753"/>
                <a:gd name="T32" fmla="*/ 2147483646 w 874"/>
                <a:gd name="T33" fmla="*/ 2147483646 h 753"/>
                <a:gd name="T34" fmla="*/ 2147483646 w 874"/>
                <a:gd name="T35" fmla="*/ 2147483646 h 753"/>
                <a:gd name="T36" fmla="*/ 2147483646 w 874"/>
                <a:gd name="T37" fmla="*/ 2147483646 h 753"/>
                <a:gd name="T38" fmla="*/ 2147483646 w 874"/>
                <a:gd name="T39" fmla="*/ 2147483646 h 753"/>
                <a:gd name="T40" fmla="*/ 2147483646 w 874"/>
                <a:gd name="T41" fmla="*/ 2147483646 h 753"/>
                <a:gd name="T42" fmla="*/ 2147483646 w 874"/>
                <a:gd name="T43" fmla="*/ 2147483646 h 753"/>
                <a:gd name="T44" fmla="*/ 2147483646 w 874"/>
                <a:gd name="T45" fmla="*/ 2147483646 h 753"/>
                <a:gd name="T46" fmla="*/ 2147483646 w 874"/>
                <a:gd name="T47" fmla="*/ 2147483646 h 753"/>
                <a:gd name="T48" fmla="*/ 2147483646 w 874"/>
                <a:gd name="T49" fmla="*/ 2147483646 h 753"/>
                <a:gd name="T50" fmla="*/ 2147483646 w 874"/>
                <a:gd name="T51" fmla="*/ 2147483646 h 753"/>
                <a:gd name="T52" fmla="*/ 2147483646 w 874"/>
                <a:gd name="T53" fmla="*/ 2147483646 h 753"/>
                <a:gd name="T54" fmla="*/ 2147483646 w 874"/>
                <a:gd name="T55" fmla="*/ 2147483646 h 753"/>
                <a:gd name="T56" fmla="*/ 2147483646 w 874"/>
                <a:gd name="T57" fmla="*/ 2147483646 h 753"/>
                <a:gd name="T58" fmla="*/ 2147483646 w 874"/>
                <a:gd name="T59" fmla="*/ 2147483646 h 753"/>
                <a:gd name="T60" fmla="*/ 2147483646 w 874"/>
                <a:gd name="T61" fmla="*/ 2147483646 h 753"/>
                <a:gd name="T62" fmla="*/ 2147483646 w 874"/>
                <a:gd name="T63" fmla="*/ 2147483646 h 753"/>
                <a:gd name="T64" fmla="*/ 2147483646 w 874"/>
                <a:gd name="T65" fmla="*/ 2147483646 h 753"/>
                <a:gd name="T66" fmla="*/ 2147483646 w 874"/>
                <a:gd name="T67" fmla="*/ 2147483646 h 753"/>
                <a:gd name="T68" fmla="*/ 2147483646 w 874"/>
                <a:gd name="T69" fmla="*/ 2147483646 h 753"/>
                <a:gd name="T70" fmla="*/ 2147483646 w 874"/>
                <a:gd name="T71" fmla="*/ 2147483646 h 753"/>
                <a:gd name="T72" fmla="*/ 2147483646 w 874"/>
                <a:gd name="T73" fmla="*/ 2147483646 h 753"/>
                <a:gd name="T74" fmla="*/ 2147483646 w 874"/>
                <a:gd name="T75" fmla="*/ 2147483646 h 753"/>
                <a:gd name="T76" fmla="*/ 2147483646 w 874"/>
                <a:gd name="T77" fmla="*/ 2147483646 h 753"/>
                <a:gd name="T78" fmla="*/ 2147483646 w 874"/>
                <a:gd name="T79" fmla="*/ 2147483646 h 753"/>
                <a:gd name="T80" fmla="*/ 2147483646 w 874"/>
                <a:gd name="T81" fmla="*/ 2147483646 h 753"/>
                <a:gd name="T82" fmla="*/ 2147483646 w 874"/>
                <a:gd name="T83" fmla="*/ 2147483646 h 753"/>
                <a:gd name="T84" fmla="*/ 2147483646 w 874"/>
                <a:gd name="T85" fmla="*/ 2147483646 h 753"/>
                <a:gd name="T86" fmla="*/ 2147483646 w 874"/>
                <a:gd name="T87" fmla="*/ 0 h 75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74"/>
                <a:gd name="T133" fmla="*/ 0 h 753"/>
                <a:gd name="T134" fmla="*/ 874 w 874"/>
                <a:gd name="T135" fmla="*/ 753 h 75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74" h="753">
                  <a:moveTo>
                    <a:pt x="437" y="0"/>
                  </a:moveTo>
                  <a:lnTo>
                    <a:pt x="414" y="1"/>
                  </a:lnTo>
                  <a:lnTo>
                    <a:pt x="392" y="2"/>
                  </a:lnTo>
                  <a:lnTo>
                    <a:pt x="371" y="5"/>
                  </a:lnTo>
                  <a:lnTo>
                    <a:pt x="348" y="8"/>
                  </a:lnTo>
                  <a:lnTo>
                    <a:pt x="327" y="12"/>
                  </a:lnTo>
                  <a:lnTo>
                    <a:pt x="307" y="17"/>
                  </a:lnTo>
                  <a:lnTo>
                    <a:pt x="286" y="23"/>
                  </a:lnTo>
                  <a:lnTo>
                    <a:pt x="266" y="30"/>
                  </a:lnTo>
                  <a:lnTo>
                    <a:pt x="248" y="38"/>
                  </a:lnTo>
                  <a:lnTo>
                    <a:pt x="228" y="46"/>
                  </a:lnTo>
                  <a:lnTo>
                    <a:pt x="210" y="55"/>
                  </a:lnTo>
                  <a:lnTo>
                    <a:pt x="192" y="65"/>
                  </a:lnTo>
                  <a:lnTo>
                    <a:pt x="175" y="75"/>
                  </a:lnTo>
                  <a:lnTo>
                    <a:pt x="159" y="86"/>
                  </a:lnTo>
                  <a:lnTo>
                    <a:pt x="143" y="98"/>
                  </a:lnTo>
                  <a:lnTo>
                    <a:pt x="127" y="111"/>
                  </a:lnTo>
                  <a:lnTo>
                    <a:pt x="112" y="124"/>
                  </a:lnTo>
                  <a:lnTo>
                    <a:pt x="99" y="137"/>
                  </a:lnTo>
                  <a:lnTo>
                    <a:pt x="86" y="152"/>
                  </a:lnTo>
                  <a:lnTo>
                    <a:pt x="74" y="167"/>
                  </a:lnTo>
                  <a:lnTo>
                    <a:pt x="62" y="181"/>
                  </a:lnTo>
                  <a:lnTo>
                    <a:pt x="51" y="197"/>
                  </a:lnTo>
                  <a:lnTo>
                    <a:pt x="42" y="213"/>
                  </a:lnTo>
                  <a:lnTo>
                    <a:pt x="34" y="230"/>
                  </a:lnTo>
                  <a:lnTo>
                    <a:pt x="26" y="248"/>
                  </a:lnTo>
                  <a:lnTo>
                    <a:pt x="18" y="265"/>
                  </a:lnTo>
                  <a:lnTo>
                    <a:pt x="13" y="283"/>
                  </a:lnTo>
                  <a:lnTo>
                    <a:pt x="8" y="301"/>
                  </a:lnTo>
                  <a:lnTo>
                    <a:pt x="4" y="319"/>
                  </a:lnTo>
                  <a:lnTo>
                    <a:pt x="1" y="338"/>
                  </a:lnTo>
                  <a:lnTo>
                    <a:pt x="0" y="358"/>
                  </a:lnTo>
                  <a:lnTo>
                    <a:pt x="0" y="376"/>
                  </a:lnTo>
                  <a:lnTo>
                    <a:pt x="0" y="396"/>
                  </a:lnTo>
                  <a:lnTo>
                    <a:pt x="1" y="416"/>
                  </a:lnTo>
                  <a:lnTo>
                    <a:pt x="4" y="434"/>
                  </a:lnTo>
                  <a:lnTo>
                    <a:pt x="8" y="453"/>
                  </a:lnTo>
                  <a:lnTo>
                    <a:pt x="13" y="470"/>
                  </a:lnTo>
                  <a:lnTo>
                    <a:pt x="18" y="489"/>
                  </a:lnTo>
                  <a:lnTo>
                    <a:pt x="26" y="506"/>
                  </a:lnTo>
                  <a:lnTo>
                    <a:pt x="34" y="523"/>
                  </a:lnTo>
                  <a:lnTo>
                    <a:pt x="42" y="540"/>
                  </a:lnTo>
                  <a:lnTo>
                    <a:pt x="51" y="556"/>
                  </a:lnTo>
                  <a:lnTo>
                    <a:pt x="62" y="572"/>
                  </a:lnTo>
                  <a:lnTo>
                    <a:pt x="74" y="587"/>
                  </a:lnTo>
                  <a:lnTo>
                    <a:pt x="86" y="601"/>
                  </a:lnTo>
                  <a:lnTo>
                    <a:pt x="99" y="616"/>
                  </a:lnTo>
                  <a:lnTo>
                    <a:pt x="112" y="629"/>
                  </a:lnTo>
                  <a:lnTo>
                    <a:pt x="127" y="643"/>
                  </a:lnTo>
                  <a:lnTo>
                    <a:pt x="143" y="656"/>
                  </a:lnTo>
                  <a:lnTo>
                    <a:pt x="159" y="668"/>
                  </a:lnTo>
                  <a:lnTo>
                    <a:pt x="175" y="678"/>
                  </a:lnTo>
                  <a:lnTo>
                    <a:pt x="192" y="689"/>
                  </a:lnTo>
                  <a:lnTo>
                    <a:pt x="210" y="698"/>
                  </a:lnTo>
                  <a:lnTo>
                    <a:pt x="228" y="708"/>
                  </a:lnTo>
                  <a:lnTo>
                    <a:pt x="248" y="715"/>
                  </a:lnTo>
                  <a:lnTo>
                    <a:pt x="266" y="723"/>
                  </a:lnTo>
                  <a:lnTo>
                    <a:pt x="286" y="730"/>
                  </a:lnTo>
                  <a:lnTo>
                    <a:pt x="307" y="737"/>
                  </a:lnTo>
                  <a:lnTo>
                    <a:pt x="327" y="742"/>
                  </a:lnTo>
                  <a:lnTo>
                    <a:pt x="348" y="746"/>
                  </a:lnTo>
                  <a:lnTo>
                    <a:pt x="371" y="749"/>
                  </a:lnTo>
                  <a:lnTo>
                    <a:pt x="392" y="751"/>
                  </a:lnTo>
                  <a:lnTo>
                    <a:pt x="414" y="753"/>
                  </a:lnTo>
                  <a:lnTo>
                    <a:pt x="437" y="753"/>
                  </a:lnTo>
                  <a:lnTo>
                    <a:pt x="460" y="753"/>
                  </a:lnTo>
                  <a:lnTo>
                    <a:pt x="482" y="751"/>
                  </a:lnTo>
                  <a:lnTo>
                    <a:pt x="503" y="749"/>
                  </a:lnTo>
                  <a:lnTo>
                    <a:pt x="524" y="746"/>
                  </a:lnTo>
                  <a:lnTo>
                    <a:pt x="546" y="742"/>
                  </a:lnTo>
                  <a:lnTo>
                    <a:pt x="567" y="737"/>
                  </a:lnTo>
                  <a:lnTo>
                    <a:pt x="587" y="730"/>
                  </a:lnTo>
                  <a:lnTo>
                    <a:pt x="607" y="723"/>
                  </a:lnTo>
                  <a:lnTo>
                    <a:pt x="626" y="715"/>
                  </a:lnTo>
                  <a:lnTo>
                    <a:pt x="645" y="708"/>
                  </a:lnTo>
                  <a:lnTo>
                    <a:pt x="664" y="698"/>
                  </a:lnTo>
                  <a:lnTo>
                    <a:pt x="681" y="689"/>
                  </a:lnTo>
                  <a:lnTo>
                    <a:pt x="698" y="678"/>
                  </a:lnTo>
                  <a:lnTo>
                    <a:pt x="715" y="668"/>
                  </a:lnTo>
                  <a:lnTo>
                    <a:pt x="731" y="656"/>
                  </a:lnTo>
                  <a:lnTo>
                    <a:pt x="746" y="643"/>
                  </a:lnTo>
                  <a:lnTo>
                    <a:pt x="760" y="629"/>
                  </a:lnTo>
                  <a:lnTo>
                    <a:pt x="775" y="616"/>
                  </a:lnTo>
                  <a:lnTo>
                    <a:pt x="787" y="601"/>
                  </a:lnTo>
                  <a:lnTo>
                    <a:pt x="800" y="587"/>
                  </a:lnTo>
                  <a:lnTo>
                    <a:pt x="811" y="572"/>
                  </a:lnTo>
                  <a:lnTo>
                    <a:pt x="821" y="556"/>
                  </a:lnTo>
                  <a:lnTo>
                    <a:pt x="830" y="540"/>
                  </a:lnTo>
                  <a:lnTo>
                    <a:pt x="840" y="523"/>
                  </a:lnTo>
                  <a:lnTo>
                    <a:pt x="848" y="506"/>
                  </a:lnTo>
                  <a:lnTo>
                    <a:pt x="854" y="489"/>
                  </a:lnTo>
                  <a:lnTo>
                    <a:pt x="861" y="470"/>
                  </a:lnTo>
                  <a:lnTo>
                    <a:pt x="865" y="453"/>
                  </a:lnTo>
                  <a:lnTo>
                    <a:pt x="869" y="434"/>
                  </a:lnTo>
                  <a:lnTo>
                    <a:pt x="872" y="416"/>
                  </a:lnTo>
                  <a:lnTo>
                    <a:pt x="874" y="396"/>
                  </a:lnTo>
                  <a:lnTo>
                    <a:pt x="874" y="376"/>
                  </a:lnTo>
                  <a:lnTo>
                    <a:pt x="874" y="358"/>
                  </a:lnTo>
                  <a:lnTo>
                    <a:pt x="872" y="338"/>
                  </a:lnTo>
                  <a:lnTo>
                    <a:pt x="869" y="319"/>
                  </a:lnTo>
                  <a:lnTo>
                    <a:pt x="865" y="301"/>
                  </a:lnTo>
                  <a:lnTo>
                    <a:pt x="861" y="283"/>
                  </a:lnTo>
                  <a:lnTo>
                    <a:pt x="854" y="265"/>
                  </a:lnTo>
                  <a:lnTo>
                    <a:pt x="848" y="248"/>
                  </a:lnTo>
                  <a:lnTo>
                    <a:pt x="840" y="230"/>
                  </a:lnTo>
                  <a:lnTo>
                    <a:pt x="830" y="213"/>
                  </a:lnTo>
                  <a:lnTo>
                    <a:pt x="821" y="197"/>
                  </a:lnTo>
                  <a:lnTo>
                    <a:pt x="811" y="181"/>
                  </a:lnTo>
                  <a:lnTo>
                    <a:pt x="800" y="167"/>
                  </a:lnTo>
                  <a:lnTo>
                    <a:pt x="787" y="152"/>
                  </a:lnTo>
                  <a:lnTo>
                    <a:pt x="775" y="137"/>
                  </a:lnTo>
                  <a:lnTo>
                    <a:pt x="760" y="124"/>
                  </a:lnTo>
                  <a:lnTo>
                    <a:pt x="746" y="111"/>
                  </a:lnTo>
                  <a:lnTo>
                    <a:pt x="731" y="98"/>
                  </a:lnTo>
                  <a:lnTo>
                    <a:pt x="715" y="86"/>
                  </a:lnTo>
                  <a:lnTo>
                    <a:pt x="698" y="75"/>
                  </a:lnTo>
                  <a:lnTo>
                    <a:pt x="681" y="65"/>
                  </a:lnTo>
                  <a:lnTo>
                    <a:pt x="664" y="55"/>
                  </a:lnTo>
                  <a:lnTo>
                    <a:pt x="645" y="46"/>
                  </a:lnTo>
                  <a:lnTo>
                    <a:pt x="626" y="38"/>
                  </a:lnTo>
                  <a:lnTo>
                    <a:pt x="607" y="30"/>
                  </a:lnTo>
                  <a:lnTo>
                    <a:pt x="587" y="23"/>
                  </a:lnTo>
                  <a:lnTo>
                    <a:pt x="567" y="17"/>
                  </a:lnTo>
                  <a:lnTo>
                    <a:pt x="546" y="12"/>
                  </a:lnTo>
                  <a:lnTo>
                    <a:pt x="524" y="8"/>
                  </a:lnTo>
                  <a:lnTo>
                    <a:pt x="503" y="5"/>
                  </a:lnTo>
                  <a:lnTo>
                    <a:pt x="482" y="2"/>
                  </a:lnTo>
                  <a:lnTo>
                    <a:pt x="460" y="1"/>
                  </a:lnTo>
                  <a:lnTo>
                    <a:pt x="437" y="0"/>
                  </a:lnTo>
                </a:path>
              </a:pathLst>
            </a:custGeom>
            <a:solidFill>
              <a:schemeClr val="bg1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392" name="Rectangle 25">
              <a:extLst>
                <a:ext uri="{FF2B5EF4-FFF2-40B4-BE49-F238E27FC236}">
                  <a16:creationId xmlns:a16="http://schemas.microsoft.com/office/drawing/2014/main" id="{01A72179-FA29-4685-8231-757AC7BD3C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7663" y="1031875"/>
              <a:ext cx="396875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Idle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393" name="Freeform 26">
              <a:extLst>
                <a:ext uri="{FF2B5EF4-FFF2-40B4-BE49-F238E27FC236}">
                  <a16:creationId xmlns:a16="http://schemas.microsoft.com/office/drawing/2014/main" id="{5A3850C8-4043-4B12-A3FF-E865E8E91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925" y="2014538"/>
              <a:ext cx="1192213" cy="596900"/>
            </a:xfrm>
            <a:custGeom>
              <a:avLst/>
              <a:gdLst>
                <a:gd name="T0" fmla="*/ 2147483646 w 1502"/>
                <a:gd name="T1" fmla="*/ 2147483646 h 753"/>
                <a:gd name="T2" fmla="*/ 2147483646 w 1502"/>
                <a:gd name="T3" fmla="*/ 2147483646 h 753"/>
                <a:gd name="T4" fmla="*/ 2147483646 w 1502"/>
                <a:gd name="T5" fmla="*/ 2147483646 h 753"/>
                <a:gd name="T6" fmla="*/ 2147483646 w 1502"/>
                <a:gd name="T7" fmla="*/ 2147483646 h 753"/>
                <a:gd name="T8" fmla="*/ 2147483646 w 1502"/>
                <a:gd name="T9" fmla="*/ 2147483646 h 753"/>
                <a:gd name="T10" fmla="*/ 2147483646 w 1502"/>
                <a:gd name="T11" fmla="*/ 2147483646 h 753"/>
                <a:gd name="T12" fmla="*/ 2147483646 w 1502"/>
                <a:gd name="T13" fmla="*/ 2147483646 h 753"/>
                <a:gd name="T14" fmla="*/ 2147483646 w 1502"/>
                <a:gd name="T15" fmla="*/ 2147483646 h 753"/>
                <a:gd name="T16" fmla="*/ 2147483646 w 1502"/>
                <a:gd name="T17" fmla="*/ 2147483646 h 753"/>
                <a:gd name="T18" fmla="*/ 2147483646 w 1502"/>
                <a:gd name="T19" fmla="*/ 2147483646 h 753"/>
                <a:gd name="T20" fmla="*/ 0 w 1502"/>
                <a:gd name="T21" fmla="*/ 2147483646 h 753"/>
                <a:gd name="T22" fmla="*/ 2147483646 w 1502"/>
                <a:gd name="T23" fmla="*/ 2147483646 h 753"/>
                <a:gd name="T24" fmla="*/ 2147483646 w 1502"/>
                <a:gd name="T25" fmla="*/ 2147483646 h 753"/>
                <a:gd name="T26" fmla="*/ 2147483646 w 1502"/>
                <a:gd name="T27" fmla="*/ 2147483646 h 753"/>
                <a:gd name="T28" fmla="*/ 2147483646 w 1502"/>
                <a:gd name="T29" fmla="*/ 2147483646 h 753"/>
                <a:gd name="T30" fmla="*/ 2147483646 w 1502"/>
                <a:gd name="T31" fmla="*/ 2147483646 h 753"/>
                <a:gd name="T32" fmla="*/ 2147483646 w 1502"/>
                <a:gd name="T33" fmla="*/ 2147483646 h 753"/>
                <a:gd name="T34" fmla="*/ 2147483646 w 1502"/>
                <a:gd name="T35" fmla="*/ 2147483646 h 753"/>
                <a:gd name="T36" fmla="*/ 2147483646 w 1502"/>
                <a:gd name="T37" fmla="*/ 2147483646 h 753"/>
                <a:gd name="T38" fmla="*/ 2147483646 w 1502"/>
                <a:gd name="T39" fmla="*/ 2147483646 h 753"/>
                <a:gd name="T40" fmla="*/ 2147483646 w 1502"/>
                <a:gd name="T41" fmla="*/ 2147483646 h 753"/>
                <a:gd name="T42" fmla="*/ 2147483646 w 1502"/>
                <a:gd name="T43" fmla="*/ 2147483646 h 753"/>
                <a:gd name="T44" fmla="*/ 2147483646 w 1502"/>
                <a:gd name="T45" fmla="*/ 2147483646 h 753"/>
                <a:gd name="T46" fmla="*/ 2147483646 w 1502"/>
                <a:gd name="T47" fmla="*/ 2147483646 h 753"/>
                <a:gd name="T48" fmla="*/ 2147483646 w 1502"/>
                <a:gd name="T49" fmla="*/ 2147483646 h 753"/>
                <a:gd name="T50" fmla="*/ 2147483646 w 1502"/>
                <a:gd name="T51" fmla="*/ 2147483646 h 753"/>
                <a:gd name="T52" fmla="*/ 2147483646 w 1502"/>
                <a:gd name="T53" fmla="*/ 2147483646 h 753"/>
                <a:gd name="T54" fmla="*/ 2147483646 w 1502"/>
                <a:gd name="T55" fmla="*/ 2147483646 h 753"/>
                <a:gd name="T56" fmla="*/ 2147483646 w 1502"/>
                <a:gd name="T57" fmla="*/ 2147483646 h 753"/>
                <a:gd name="T58" fmla="*/ 2147483646 w 1502"/>
                <a:gd name="T59" fmla="*/ 2147483646 h 753"/>
                <a:gd name="T60" fmla="*/ 2147483646 w 1502"/>
                <a:gd name="T61" fmla="*/ 2147483646 h 753"/>
                <a:gd name="T62" fmla="*/ 2147483646 w 1502"/>
                <a:gd name="T63" fmla="*/ 2147483646 h 753"/>
                <a:gd name="T64" fmla="*/ 2147483646 w 1502"/>
                <a:gd name="T65" fmla="*/ 2147483646 h 753"/>
                <a:gd name="T66" fmla="*/ 2147483646 w 1502"/>
                <a:gd name="T67" fmla="*/ 2147483646 h 753"/>
                <a:gd name="T68" fmla="*/ 2147483646 w 1502"/>
                <a:gd name="T69" fmla="*/ 2147483646 h 753"/>
                <a:gd name="T70" fmla="*/ 2147483646 w 1502"/>
                <a:gd name="T71" fmla="*/ 2147483646 h 753"/>
                <a:gd name="T72" fmla="*/ 2147483646 w 1502"/>
                <a:gd name="T73" fmla="*/ 2147483646 h 753"/>
                <a:gd name="T74" fmla="*/ 2147483646 w 1502"/>
                <a:gd name="T75" fmla="*/ 2147483646 h 753"/>
                <a:gd name="T76" fmla="*/ 2147483646 w 1502"/>
                <a:gd name="T77" fmla="*/ 2147483646 h 753"/>
                <a:gd name="T78" fmla="*/ 2147483646 w 1502"/>
                <a:gd name="T79" fmla="*/ 2147483646 h 753"/>
                <a:gd name="T80" fmla="*/ 2147483646 w 1502"/>
                <a:gd name="T81" fmla="*/ 2147483646 h 753"/>
                <a:gd name="T82" fmla="*/ 2147483646 w 1502"/>
                <a:gd name="T83" fmla="*/ 2147483646 h 753"/>
                <a:gd name="T84" fmla="*/ 2147483646 w 1502"/>
                <a:gd name="T85" fmla="*/ 2147483646 h 753"/>
                <a:gd name="T86" fmla="*/ 2147483646 w 1502"/>
                <a:gd name="T87" fmla="*/ 0 h 75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02"/>
                <a:gd name="T133" fmla="*/ 0 h 753"/>
                <a:gd name="T134" fmla="*/ 1502 w 1502"/>
                <a:gd name="T135" fmla="*/ 753 h 75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02" h="753">
                  <a:moveTo>
                    <a:pt x="751" y="0"/>
                  </a:moveTo>
                  <a:lnTo>
                    <a:pt x="712" y="2"/>
                  </a:lnTo>
                  <a:lnTo>
                    <a:pt x="674" y="3"/>
                  </a:lnTo>
                  <a:lnTo>
                    <a:pt x="637" y="6"/>
                  </a:lnTo>
                  <a:lnTo>
                    <a:pt x="600" y="8"/>
                  </a:lnTo>
                  <a:lnTo>
                    <a:pt x="563" y="12"/>
                  </a:lnTo>
                  <a:lnTo>
                    <a:pt x="528" y="18"/>
                  </a:lnTo>
                  <a:lnTo>
                    <a:pt x="492" y="24"/>
                  </a:lnTo>
                  <a:lnTo>
                    <a:pt x="458" y="31"/>
                  </a:lnTo>
                  <a:lnTo>
                    <a:pt x="425" y="39"/>
                  </a:lnTo>
                  <a:lnTo>
                    <a:pt x="393" y="47"/>
                  </a:lnTo>
                  <a:lnTo>
                    <a:pt x="361" y="56"/>
                  </a:lnTo>
                  <a:lnTo>
                    <a:pt x="331" y="65"/>
                  </a:lnTo>
                  <a:lnTo>
                    <a:pt x="302" y="76"/>
                  </a:lnTo>
                  <a:lnTo>
                    <a:pt x="274" y="86"/>
                  </a:lnTo>
                  <a:lnTo>
                    <a:pt x="246" y="98"/>
                  </a:lnTo>
                  <a:lnTo>
                    <a:pt x="220" y="112"/>
                  </a:lnTo>
                  <a:lnTo>
                    <a:pt x="194" y="125"/>
                  </a:lnTo>
                  <a:lnTo>
                    <a:pt x="172" y="138"/>
                  </a:lnTo>
                  <a:lnTo>
                    <a:pt x="149" y="153"/>
                  </a:lnTo>
                  <a:lnTo>
                    <a:pt x="128" y="167"/>
                  </a:lnTo>
                  <a:lnTo>
                    <a:pt x="108" y="182"/>
                  </a:lnTo>
                  <a:lnTo>
                    <a:pt x="91" y="198"/>
                  </a:lnTo>
                  <a:lnTo>
                    <a:pt x="74" y="214"/>
                  </a:lnTo>
                  <a:lnTo>
                    <a:pt x="59" y="231"/>
                  </a:lnTo>
                  <a:lnTo>
                    <a:pt x="46" y="248"/>
                  </a:lnTo>
                  <a:lnTo>
                    <a:pt x="34" y="265"/>
                  </a:lnTo>
                  <a:lnTo>
                    <a:pt x="23" y="284"/>
                  </a:lnTo>
                  <a:lnTo>
                    <a:pt x="16" y="301"/>
                  </a:lnTo>
                  <a:lnTo>
                    <a:pt x="9" y="320"/>
                  </a:lnTo>
                  <a:lnTo>
                    <a:pt x="4" y="338"/>
                  </a:lnTo>
                  <a:lnTo>
                    <a:pt x="1" y="358"/>
                  </a:lnTo>
                  <a:lnTo>
                    <a:pt x="0" y="377"/>
                  </a:lnTo>
                  <a:lnTo>
                    <a:pt x="1" y="397"/>
                  </a:lnTo>
                  <a:lnTo>
                    <a:pt x="4" y="417"/>
                  </a:lnTo>
                  <a:lnTo>
                    <a:pt x="9" y="435"/>
                  </a:lnTo>
                  <a:lnTo>
                    <a:pt x="16" y="454"/>
                  </a:lnTo>
                  <a:lnTo>
                    <a:pt x="23" y="471"/>
                  </a:lnTo>
                  <a:lnTo>
                    <a:pt x="34" y="489"/>
                  </a:lnTo>
                  <a:lnTo>
                    <a:pt x="46" y="507"/>
                  </a:lnTo>
                  <a:lnTo>
                    <a:pt x="59" y="524"/>
                  </a:lnTo>
                  <a:lnTo>
                    <a:pt x="74" y="541"/>
                  </a:lnTo>
                  <a:lnTo>
                    <a:pt x="91" y="557"/>
                  </a:lnTo>
                  <a:lnTo>
                    <a:pt x="108" y="573"/>
                  </a:lnTo>
                  <a:lnTo>
                    <a:pt x="128" y="588"/>
                  </a:lnTo>
                  <a:lnTo>
                    <a:pt x="149" y="602"/>
                  </a:lnTo>
                  <a:lnTo>
                    <a:pt x="172" y="617"/>
                  </a:lnTo>
                  <a:lnTo>
                    <a:pt x="194" y="630"/>
                  </a:lnTo>
                  <a:lnTo>
                    <a:pt x="220" y="643"/>
                  </a:lnTo>
                  <a:lnTo>
                    <a:pt x="246" y="657"/>
                  </a:lnTo>
                  <a:lnTo>
                    <a:pt x="274" y="668"/>
                  </a:lnTo>
                  <a:lnTo>
                    <a:pt x="302" y="679"/>
                  </a:lnTo>
                  <a:lnTo>
                    <a:pt x="331" y="690"/>
                  </a:lnTo>
                  <a:lnTo>
                    <a:pt x="361" y="699"/>
                  </a:lnTo>
                  <a:lnTo>
                    <a:pt x="393" y="708"/>
                  </a:lnTo>
                  <a:lnTo>
                    <a:pt x="425" y="716"/>
                  </a:lnTo>
                  <a:lnTo>
                    <a:pt x="458" y="724"/>
                  </a:lnTo>
                  <a:lnTo>
                    <a:pt x="492" y="731"/>
                  </a:lnTo>
                  <a:lnTo>
                    <a:pt x="528" y="737"/>
                  </a:lnTo>
                  <a:lnTo>
                    <a:pt x="563" y="743"/>
                  </a:lnTo>
                  <a:lnTo>
                    <a:pt x="600" y="747"/>
                  </a:lnTo>
                  <a:lnTo>
                    <a:pt x="637" y="749"/>
                  </a:lnTo>
                  <a:lnTo>
                    <a:pt x="674" y="752"/>
                  </a:lnTo>
                  <a:lnTo>
                    <a:pt x="712" y="753"/>
                  </a:lnTo>
                  <a:lnTo>
                    <a:pt x="751" y="753"/>
                  </a:lnTo>
                  <a:lnTo>
                    <a:pt x="789" y="753"/>
                  </a:lnTo>
                  <a:lnTo>
                    <a:pt x="828" y="752"/>
                  </a:lnTo>
                  <a:lnTo>
                    <a:pt x="866" y="749"/>
                  </a:lnTo>
                  <a:lnTo>
                    <a:pt x="902" y="747"/>
                  </a:lnTo>
                  <a:lnTo>
                    <a:pt x="939" y="743"/>
                  </a:lnTo>
                  <a:lnTo>
                    <a:pt x="975" y="737"/>
                  </a:lnTo>
                  <a:lnTo>
                    <a:pt x="1009" y="731"/>
                  </a:lnTo>
                  <a:lnTo>
                    <a:pt x="1044" y="724"/>
                  </a:lnTo>
                  <a:lnTo>
                    <a:pt x="1077" y="716"/>
                  </a:lnTo>
                  <a:lnTo>
                    <a:pt x="1109" y="708"/>
                  </a:lnTo>
                  <a:lnTo>
                    <a:pt x="1140" y="699"/>
                  </a:lnTo>
                  <a:lnTo>
                    <a:pt x="1171" y="690"/>
                  </a:lnTo>
                  <a:lnTo>
                    <a:pt x="1200" y="679"/>
                  </a:lnTo>
                  <a:lnTo>
                    <a:pt x="1229" y="668"/>
                  </a:lnTo>
                  <a:lnTo>
                    <a:pt x="1256" y="657"/>
                  </a:lnTo>
                  <a:lnTo>
                    <a:pt x="1282" y="643"/>
                  </a:lnTo>
                  <a:lnTo>
                    <a:pt x="1307" y="630"/>
                  </a:lnTo>
                  <a:lnTo>
                    <a:pt x="1331" y="617"/>
                  </a:lnTo>
                  <a:lnTo>
                    <a:pt x="1354" y="602"/>
                  </a:lnTo>
                  <a:lnTo>
                    <a:pt x="1374" y="588"/>
                  </a:lnTo>
                  <a:lnTo>
                    <a:pt x="1393" y="573"/>
                  </a:lnTo>
                  <a:lnTo>
                    <a:pt x="1412" y="557"/>
                  </a:lnTo>
                  <a:lnTo>
                    <a:pt x="1428" y="541"/>
                  </a:lnTo>
                  <a:lnTo>
                    <a:pt x="1444" y="524"/>
                  </a:lnTo>
                  <a:lnTo>
                    <a:pt x="1457" y="507"/>
                  </a:lnTo>
                  <a:lnTo>
                    <a:pt x="1469" y="489"/>
                  </a:lnTo>
                  <a:lnTo>
                    <a:pt x="1478" y="471"/>
                  </a:lnTo>
                  <a:lnTo>
                    <a:pt x="1487" y="454"/>
                  </a:lnTo>
                  <a:lnTo>
                    <a:pt x="1494" y="435"/>
                  </a:lnTo>
                  <a:lnTo>
                    <a:pt x="1498" y="417"/>
                  </a:lnTo>
                  <a:lnTo>
                    <a:pt x="1501" y="397"/>
                  </a:lnTo>
                  <a:lnTo>
                    <a:pt x="1502" y="377"/>
                  </a:lnTo>
                  <a:lnTo>
                    <a:pt x="1501" y="358"/>
                  </a:lnTo>
                  <a:lnTo>
                    <a:pt x="1498" y="338"/>
                  </a:lnTo>
                  <a:lnTo>
                    <a:pt x="1494" y="320"/>
                  </a:lnTo>
                  <a:lnTo>
                    <a:pt x="1487" y="301"/>
                  </a:lnTo>
                  <a:lnTo>
                    <a:pt x="1478" y="284"/>
                  </a:lnTo>
                  <a:lnTo>
                    <a:pt x="1469" y="265"/>
                  </a:lnTo>
                  <a:lnTo>
                    <a:pt x="1457" y="248"/>
                  </a:lnTo>
                  <a:lnTo>
                    <a:pt x="1444" y="231"/>
                  </a:lnTo>
                  <a:lnTo>
                    <a:pt x="1428" y="214"/>
                  </a:lnTo>
                  <a:lnTo>
                    <a:pt x="1412" y="198"/>
                  </a:lnTo>
                  <a:lnTo>
                    <a:pt x="1393" y="182"/>
                  </a:lnTo>
                  <a:lnTo>
                    <a:pt x="1374" y="167"/>
                  </a:lnTo>
                  <a:lnTo>
                    <a:pt x="1354" y="153"/>
                  </a:lnTo>
                  <a:lnTo>
                    <a:pt x="1331" y="138"/>
                  </a:lnTo>
                  <a:lnTo>
                    <a:pt x="1307" y="125"/>
                  </a:lnTo>
                  <a:lnTo>
                    <a:pt x="1282" y="112"/>
                  </a:lnTo>
                  <a:lnTo>
                    <a:pt x="1256" y="98"/>
                  </a:lnTo>
                  <a:lnTo>
                    <a:pt x="1229" y="86"/>
                  </a:lnTo>
                  <a:lnTo>
                    <a:pt x="1200" y="76"/>
                  </a:lnTo>
                  <a:lnTo>
                    <a:pt x="1171" y="65"/>
                  </a:lnTo>
                  <a:lnTo>
                    <a:pt x="1140" y="56"/>
                  </a:lnTo>
                  <a:lnTo>
                    <a:pt x="1109" y="47"/>
                  </a:lnTo>
                  <a:lnTo>
                    <a:pt x="1077" y="39"/>
                  </a:lnTo>
                  <a:lnTo>
                    <a:pt x="1044" y="31"/>
                  </a:lnTo>
                  <a:lnTo>
                    <a:pt x="1009" y="24"/>
                  </a:lnTo>
                  <a:lnTo>
                    <a:pt x="975" y="18"/>
                  </a:lnTo>
                  <a:lnTo>
                    <a:pt x="939" y="12"/>
                  </a:lnTo>
                  <a:lnTo>
                    <a:pt x="902" y="8"/>
                  </a:lnTo>
                  <a:lnTo>
                    <a:pt x="866" y="6"/>
                  </a:lnTo>
                  <a:lnTo>
                    <a:pt x="828" y="3"/>
                  </a:lnTo>
                  <a:lnTo>
                    <a:pt x="789" y="2"/>
                  </a:lnTo>
                  <a:lnTo>
                    <a:pt x="751" y="0"/>
                  </a:lnTo>
                </a:path>
              </a:pathLst>
            </a:custGeom>
            <a:solidFill>
              <a:schemeClr val="bg1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394" name="Freeform 27">
              <a:extLst>
                <a:ext uri="{FF2B5EF4-FFF2-40B4-BE49-F238E27FC236}">
                  <a16:creationId xmlns:a16="http://schemas.microsoft.com/office/drawing/2014/main" id="{9D617EB2-8E57-4FF8-ADCF-428A1C882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250" y="3468688"/>
              <a:ext cx="125413" cy="104775"/>
            </a:xfrm>
            <a:custGeom>
              <a:avLst/>
              <a:gdLst>
                <a:gd name="T0" fmla="*/ 2147483646 w 159"/>
                <a:gd name="T1" fmla="*/ 0 h 133"/>
                <a:gd name="T2" fmla="*/ 0 w 159"/>
                <a:gd name="T3" fmla="*/ 2147483646 h 133"/>
                <a:gd name="T4" fmla="*/ 2147483646 w 159"/>
                <a:gd name="T5" fmla="*/ 2147483646 h 133"/>
                <a:gd name="T6" fmla="*/ 2147483646 w 159"/>
                <a:gd name="T7" fmla="*/ 2147483646 h 133"/>
                <a:gd name="T8" fmla="*/ 2147483646 w 159"/>
                <a:gd name="T9" fmla="*/ 0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133"/>
                <a:gd name="T17" fmla="*/ 159 w 159"/>
                <a:gd name="T18" fmla="*/ 133 h 1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133">
                  <a:moveTo>
                    <a:pt x="106" y="0"/>
                  </a:moveTo>
                  <a:lnTo>
                    <a:pt x="0" y="133"/>
                  </a:lnTo>
                  <a:lnTo>
                    <a:pt x="159" y="53"/>
                  </a:lnTo>
                  <a:lnTo>
                    <a:pt x="133" y="27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395" name="Freeform 28">
              <a:extLst>
                <a:ext uri="{FF2B5EF4-FFF2-40B4-BE49-F238E27FC236}">
                  <a16:creationId xmlns:a16="http://schemas.microsoft.com/office/drawing/2014/main" id="{D47401D0-9346-4FD9-B0FC-4EF63AA44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738" y="1227138"/>
              <a:ext cx="676275" cy="2257425"/>
            </a:xfrm>
            <a:custGeom>
              <a:avLst/>
              <a:gdLst>
                <a:gd name="T0" fmla="*/ 0 w 850"/>
                <a:gd name="T1" fmla="*/ 0 h 2845"/>
                <a:gd name="T2" fmla="*/ 2147483646 w 850"/>
                <a:gd name="T3" fmla="*/ 2147483646 h 2845"/>
                <a:gd name="T4" fmla="*/ 2147483646 w 850"/>
                <a:gd name="T5" fmla="*/ 2147483646 h 2845"/>
                <a:gd name="T6" fmla="*/ 2147483646 w 850"/>
                <a:gd name="T7" fmla="*/ 2147483646 h 2845"/>
                <a:gd name="T8" fmla="*/ 2147483646 w 850"/>
                <a:gd name="T9" fmla="*/ 2147483646 h 2845"/>
                <a:gd name="T10" fmla="*/ 2147483646 w 850"/>
                <a:gd name="T11" fmla="*/ 2147483646 h 2845"/>
                <a:gd name="T12" fmla="*/ 2147483646 w 850"/>
                <a:gd name="T13" fmla="*/ 2147483646 h 2845"/>
                <a:gd name="T14" fmla="*/ 2147483646 w 850"/>
                <a:gd name="T15" fmla="*/ 2147483646 h 2845"/>
                <a:gd name="T16" fmla="*/ 2147483646 w 850"/>
                <a:gd name="T17" fmla="*/ 2147483646 h 2845"/>
                <a:gd name="T18" fmla="*/ 2147483646 w 850"/>
                <a:gd name="T19" fmla="*/ 2147483646 h 2845"/>
                <a:gd name="T20" fmla="*/ 2147483646 w 850"/>
                <a:gd name="T21" fmla="*/ 2147483646 h 2845"/>
                <a:gd name="T22" fmla="*/ 2147483646 w 850"/>
                <a:gd name="T23" fmla="*/ 2147483646 h 2845"/>
                <a:gd name="T24" fmla="*/ 2147483646 w 850"/>
                <a:gd name="T25" fmla="*/ 2147483646 h 2845"/>
                <a:gd name="T26" fmla="*/ 2147483646 w 850"/>
                <a:gd name="T27" fmla="*/ 2147483646 h 2845"/>
                <a:gd name="T28" fmla="*/ 2147483646 w 850"/>
                <a:gd name="T29" fmla="*/ 2147483646 h 2845"/>
                <a:gd name="T30" fmla="*/ 2147483646 w 850"/>
                <a:gd name="T31" fmla="*/ 2147483646 h 2845"/>
                <a:gd name="T32" fmla="*/ 2147483646 w 850"/>
                <a:gd name="T33" fmla="*/ 2147483646 h 2845"/>
                <a:gd name="T34" fmla="*/ 2147483646 w 850"/>
                <a:gd name="T35" fmla="*/ 2147483646 h 2845"/>
                <a:gd name="T36" fmla="*/ 2147483646 w 850"/>
                <a:gd name="T37" fmla="*/ 2147483646 h 2845"/>
                <a:gd name="T38" fmla="*/ 2147483646 w 850"/>
                <a:gd name="T39" fmla="*/ 2147483646 h 2845"/>
                <a:gd name="T40" fmla="*/ 2147483646 w 850"/>
                <a:gd name="T41" fmla="*/ 2147483646 h 2845"/>
                <a:gd name="T42" fmla="*/ 2147483646 w 850"/>
                <a:gd name="T43" fmla="*/ 2147483646 h 2845"/>
                <a:gd name="T44" fmla="*/ 2147483646 w 850"/>
                <a:gd name="T45" fmla="*/ 2147483646 h 2845"/>
                <a:gd name="T46" fmla="*/ 2147483646 w 850"/>
                <a:gd name="T47" fmla="*/ 2147483646 h 2845"/>
                <a:gd name="T48" fmla="*/ 2147483646 w 850"/>
                <a:gd name="T49" fmla="*/ 2147483646 h 2845"/>
                <a:gd name="T50" fmla="*/ 2147483646 w 850"/>
                <a:gd name="T51" fmla="*/ 2147483646 h 2845"/>
                <a:gd name="T52" fmla="*/ 2147483646 w 850"/>
                <a:gd name="T53" fmla="*/ 2147483646 h 2845"/>
                <a:gd name="T54" fmla="*/ 2147483646 w 850"/>
                <a:gd name="T55" fmla="*/ 2147483646 h 2845"/>
                <a:gd name="T56" fmla="*/ 2147483646 w 850"/>
                <a:gd name="T57" fmla="*/ 2147483646 h 2845"/>
                <a:gd name="T58" fmla="*/ 2147483646 w 850"/>
                <a:gd name="T59" fmla="*/ 2147483646 h 2845"/>
                <a:gd name="T60" fmla="*/ 2147483646 w 850"/>
                <a:gd name="T61" fmla="*/ 2147483646 h 2845"/>
                <a:gd name="T62" fmla="*/ 2147483646 w 850"/>
                <a:gd name="T63" fmla="*/ 2147483646 h 2845"/>
                <a:gd name="T64" fmla="*/ 2147483646 w 850"/>
                <a:gd name="T65" fmla="*/ 2147483646 h 284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850"/>
                <a:gd name="T100" fmla="*/ 0 h 2845"/>
                <a:gd name="T101" fmla="*/ 850 w 850"/>
                <a:gd name="T102" fmla="*/ 2845 h 284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850" h="2845">
                  <a:moveTo>
                    <a:pt x="0" y="0"/>
                  </a:moveTo>
                  <a:lnTo>
                    <a:pt x="91" y="61"/>
                  </a:lnTo>
                  <a:lnTo>
                    <a:pt x="177" y="128"/>
                  </a:lnTo>
                  <a:lnTo>
                    <a:pt x="257" y="201"/>
                  </a:lnTo>
                  <a:lnTo>
                    <a:pt x="331" y="279"/>
                  </a:lnTo>
                  <a:lnTo>
                    <a:pt x="401" y="363"/>
                  </a:lnTo>
                  <a:lnTo>
                    <a:pt x="465" y="452"/>
                  </a:lnTo>
                  <a:lnTo>
                    <a:pt x="525" y="545"/>
                  </a:lnTo>
                  <a:lnTo>
                    <a:pt x="579" y="640"/>
                  </a:lnTo>
                  <a:lnTo>
                    <a:pt x="627" y="739"/>
                  </a:lnTo>
                  <a:lnTo>
                    <a:pt x="670" y="842"/>
                  </a:lnTo>
                  <a:lnTo>
                    <a:pt x="710" y="946"/>
                  </a:lnTo>
                  <a:lnTo>
                    <a:pt x="743" y="1052"/>
                  </a:lnTo>
                  <a:lnTo>
                    <a:pt x="772" y="1160"/>
                  </a:lnTo>
                  <a:lnTo>
                    <a:pt x="797" y="1268"/>
                  </a:lnTo>
                  <a:lnTo>
                    <a:pt x="817" y="1377"/>
                  </a:lnTo>
                  <a:lnTo>
                    <a:pt x="832" y="1486"/>
                  </a:lnTo>
                  <a:lnTo>
                    <a:pt x="843" y="1594"/>
                  </a:lnTo>
                  <a:lnTo>
                    <a:pt x="849" y="1702"/>
                  </a:lnTo>
                  <a:lnTo>
                    <a:pt x="850" y="1808"/>
                  </a:lnTo>
                  <a:lnTo>
                    <a:pt x="848" y="1913"/>
                  </a:lnTo>
                  <a:lnTo>
                    <a:pt x="841" y="2013"/>
                  </a:lnTo>
                  <a:lnTo>
                    <a:pt x="831" y="2113"/>
                  </a:lnTo>
                  <a:lnTo>
                    <a:pt x="815" y="2208"/>
                  </a:lnTo>
                  <a:lnTo>
                    <a:pt x="795" y="2300"/>
                  </a:lnTo>
                  <a:lnTo>
                    <a:pt x="772" y="2389"/>
                  </a:lnTo>
                  <a:lnTo>
                    <a:pt x="745" y="2471"/>
                  </a:lnTo>
                  <a:lnTo>
                    <a:pt x="714" y="2549"/>
                  </a:lnTo>
                  <a:lnTo>
                    <a:pt x="678" y="2621"/>
                  </a:lnTo>
                  <a:lnTo>
                    <a:pt x="640" y="2687"/>
                  </a:lnTo>
                  <a:lnTo>
                    <a:pt x="597" y="2746"/>
                  </a:lnTo>
                  <a:lnTo>
                    <a:pt x="551" y="2800"/>
                  </a:lnTo>
                  <a:lnTo>
                    <a:pt x="502" y="2845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396" name="Rectangle 29">
              <a:extLst>
                <a:ext uri="{FF2B5EF4-FFF2-40B4-BE49-F238E27FC236}">
                  <a16:creationId xmlns:a16="http://schemas.microsoft.com/office/drawing/2014/main" id="{026C7C3C-7646-41B9-861E-60591A479A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2650" y="388938"/>
              <a:ext cx="4381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397" name="Freeform 30">
              <a:extLst>
                <a:ext uri="{FF2B5EF4-FFF2-40B4-BE49-F238E27FC236}">
                  <a16:creationId xmlns:a16="http://schemas.microsoft.com/office/drawing/2014/main" id="{D09E2A93-8914-4437-A52D-1360581A8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600" y="795338"/>
              <a:ext cx="125413" cy="104775"/>
            </a:xfrm>
            <a:custGeom>
              <a:avLst/>
              <a:gdLst>
                <a:gd name="T0" fmla="*/ 0 w 159"/>
                <a:gd name="T1" fmla="*/ 2147483646 h 133"/>
                <a:gd name="T2" fmla="*/ 2147483646 w 159"/>
                <a:gd name="T3" fmla="*/ 2147483646 h 133"/>
                <a:gd name="T4" fmla="*/ 2147483646 w 159"/>
                <a:gd name="T5" fmla="*/ 0 h 133"/>
                <a:gd name="T6" fmla="*/ 2147483646 w 159"/>
                <a:gd name="T7" fmla="*/ 2147483646 h 133"/>
                <a:gd name="T8" fmla="*/ 0 w 159"/>
                <a:gd name="T9" fmla="*/ 2147483646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133"/>
                <a:gd name="T17" fmla="*/ 159 w 159"/>
                <a:gd name="T18" fmla="*/ 133 h 1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133">
                  <a:moveTo>
                    <a:pt x="0" y="53"/>
                  </a:moveTo>
                  <a:lnTo>
                    <a:pt x="159" y="133"/>
                  </a:lnTo>
                  <a:lnTo>
                    <a:pt x="53" y="0"/>
                  </a:lnTo>
                  <a:lnTo>
                    <a:pt x="27" y="27"/>
                  </a:lnTo>
                  <a:lnTo>
                    <a:pt x="0" y="53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398" name="Line 31">
              <a:extLst>
                <a:ext uri="{FF2B5EF4-FFF2-40B4-BE49-F238E27FC236}">
                  <a16:creationId xmlns:a16="http://schemas.microsoft.com/office/drawing/2014/main" id="{B2C02F33-878B-445B-9D0E-124F43A927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0463" y="627063"/>
              <a:ext cx="231775" cy="188912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399" name="Rectangle 32">
              <a:extLst>
                <a:ext uri="{FF2B5EF4-FFF2-40B4-BE49-F238E27FC236}">
                  <a16:creationId xmlns:a16="http://schemas.microsoft.com/office/drawing/2014/main" id="{BA1D9B17-1DB0-4361-9993-8EE8FD583E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2650" y="2835275"/>
              <a:ext cx="4381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1xx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00" name="Rectangle 33">
              <a:extLst>
                <a:ext uri="{FF2B5EF4-FFF2-40B4-BE49-F238E27FC236}">
                  <a16:creationId xmlns:a16="http://schemas.microsoft.com/office/drawing/2014/main" id="{2BAF01FA-E429-451F-8060-0F46E5C8F3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9450" y="406400"/>
              <a:ext cx="5842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Reset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01" name="Rectangle 34">
              <a:extLst>
                <a:ext uri="{FF2B5EF4-FFF2-40B4-BE49-F238E27FC236}">
                  <a16:creationId xmlns:a16="http://schemas.microsoft.com/office/drawing/2014/main" id="{88D17C4C-3EF5-4704-82DE-FE87BE884E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4450" y="2190750"/>
              <a:ext cx="4445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gnt1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02" name="Rectangle 35">
              <a:extLst>
                <a:ext uri="{FF2B5EF4-FFF2-40B4-BE49-F238E27FC236}">
                  <a16:creationId xmlns:a16="http://schemas.microsoft.com/office/drawing/2014/main" id="{65A92985-4942-4F26-BCE9-BFE41B35D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6413" y="2190750"/>
              <a:ext cx="234950" cy="269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03" name="Rectangle 36">
              <a:extLst>
                <a:ext uri="{FF2B5EF4-FFF2-40B4-BE49-F238E27FC236}">
                  <a16:creationId xmlns:a16="http://schemas.microsoft.com/office/drawing/2014/main" id="{D24558DC-39E0-4B45-9CE0-58AEBD9D08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8013" y="2286000"/>
              <a:ext cx="176212" cy="211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04" name="Rectangle 37">
              <a:extLst>
                <a:ext uri="{FF2B5EF4-FFF2-40B4-BE49-F238E27FC236}">
                  <a16:creationId xmlns:a16="http://schemas.microsoft.com/office/drawing/2014/main" id="{4C17E803-88B1-4CA1-9948-EA2D55A305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8625" y="2184400"/>
              <a:ext cx="206375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panose="05050102010706020507" pitchFamily="18" charset="2"/>
                  <a:ea typeface="MS PGothic" panose="020B0600070205080204" pitchFamily="34" charset="-128"/>
                  <a:cs typeface="+mn-cs"/>
                </a:rPr>
                <a:t>¤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05" name="Rectangle 38">
              <a:extLst>
                <a:ext uri="{FF2B5EF4-FFF2-40B4-BE49-F238E27FC236}">
                  <a16:creationId xmlns:a16="http://schemas.microsoft.com/office/drawing/2014/main" id="{423B3C0B-D1B8-4665-9300-3E386E0DE7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8838" y="2190750"/>
              <a:ext cx="2333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06" name="Freeform 39">
              <a:extLst>
                <a:ext uri="{FF2B5EF4-FFF2-40B4-BE49-F238E27FC236}">
                  <a16:creationId xmlns:a16="http://schemas.microsoft.com/office/drawing/2014/main" id="{4706647A-1C65-460F-9D4D-2B18D2534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925" y="3297238"/>
              <a:ext cx="1192213" cy="598487"/>
            </a:xfrm>
            <a:custGeom>
              <a:avLst/>
              <a:gdLst>
                <a:gd name="T0" fmla="*/ 2147483646 w 1502"/>
                <a:gd name="T1" fmla="*/ 2147483646 h 753"/>
                <a:gd name="T2" fmla="*/ 2147483646 w 1502"/>
                <a:gd name="T3" fmla="*/ 2147483646 h 753"/>
                <a:gd name="T4" fmla="*/ 2147483646 w 1502"/>
                <a:gd name="T5" fmla="*/ 2147483646 h 753"/>
                <a:gd name="T6" fmla="*/ 2147483646 w 1502"/>
                <a:gd name="T7" fmla="*/ 2147483646 h 753"/>
                <a:gd name="T8" fmla="*/ 2147483646 w 1502"/>
                <a:gd name="T9" fmla="*/ 2147483646 h 753"/>
                <a:gd name="T10" fmla="*/ 2147483646 w 1502"/>
                <a:gd name="T11" fmla="*/ 2147483646 h 753"/>
                <a:gd name="T12" fmla="*/ 2147483646 w 1502"/>
                <a:gd name="T13" fmla="*/ 2147483646 h 753"/>
                <a:gd name="T14" fmla="*/ 2147483646 w 1502"/>
                <a:gd name="T15" fmla="*/ 2147483646 h 753"/>
                <a:gd name="T16" fmla="*/ 2147483646 w 1502"/>
                <a:gd name="T17" fmla="*/ 2147483646 h 753"/>
                <a:gd name="T18" fmla="*/ 2147483646 w 1502"/>
                <a:gd name="T19" fmla="*/ 2147483646 h 753"/>
                <a:gd name="T20" fmla="*/ 0 w 1502"/>
                <a:gd name="T21" fmla="*/ 2147483646 h 753"/>
                <a:gd name="T22" fmla="*/ 2147483646 w 1502"/>
                <a:gd name="T23" fmla="*/ 2147483646 h 753"/>
                <a:gd name="T24" fmla="*/ 2147483646 w 1502"/>
                <a:gd name="T25" fmla="*/ 2147483646 h 753"/>
                <a:gd name="T26" fmla="*/ 2147483646 w 1502"/>
                <a:gd name="T27" fmla="*/ 2147483646 h 753"/>
                <a:gd name="T28" fmla="*/ 2147483646 w 1502"/>
                <a:gd name="T29" fmla="*/ 2147483646 h 753"/>
                <a:gd name="T30" fmla="*/ 2147483646 w 1502"/>
                <a:gd name="T31" fmla="*/ 2147483646 h 753"/>
                <a:gd name="T32" fmla="*/ 2147483646 w 1502"/>
                <a:gd name="T33" fmla="*/ 2147483646 h 753"/>
                <a:gd name="T34" fmla="*/ 2147483646 w 1502"/>
                <a:gd name="T35" fmla="*/ 2147483646 h 753"/>
                <a:gd name="T36" fmla="*/ 2147483646 w 1502"/>
                <a:gd name="T37" fmla="*/ 2147483646 h 753"/>
                <a:gd name="T38" fmla="*/ 2147483646 w 1502"/>
                <a:gd name="T39" fmla="*/ 2147483646 h 753"/>
                <a:gd name="T40" fmla="*/ 2147483646 w 1502"/>
                <a:gd name="T41" fmla="*/ 2147483646 h 753"/>
                <a:gd name="T42" fmla="*/ 2147483646 w 1502"/>
                <a:gd name="T43" fmla="*/ 2147483646 h 753"/>
                <a:gd name="T44" fmla="*/ 2147483646 w 1502"/>
                <a:gd name="T45" fmla="*/ 2147483646 h 753"/>
                <a:gd name="T46" fmla="*/ 2147483646 w 1502"/>
                <a:gd name="T47" fmla="*/ 2147483646 h 753"/>
                <a:gd name="T48" fmla="*/ 2147483646 w 1502"/>
                <a:gd name="T49" fmla="*/ 2147483646 h 753"/>
                <a:gd name="T50" fmla="*/ 2147483646 w 1502"/>
                <a:gd name="T51" fmla="*/ 2147483646 h 753"/>
                <a:gd name="T52" fmla="*/ 2147483646 w 1502"/>
                <a:gd name="T53" fmla="*/ 2147483646 h 753"/>
                <a:gd name="T54" fmla="*/ 2147483646 w 1502"/>
                <a:gd name="T55" fmla="*/ 2147483646 h 753"/>
                <a:gd name="T56" fmla="*/ 2147483646 w 1502"/>
                <a:gd name="T57" fmla="*/ 2147483646 h 753"/>
                <a:gd name="T58" fmla="*/ 2147483646 w 1502"/>
                <a:gd name="T59" fmla="*/ 2147483646 h 753"/>
                <a:gd name="T60" fmla="*/ 2147483646 w 1502"/>
                <a:gd name="T61" fmla="*/ 2147483646 h 753"/>
                <a:gd name="T62" fmla="*/ 2147483646 w 1502"/>
                <a:gd name="T63" fmla="*/ 2147483646 h 753"/>
                <a:gd name="T64" fmla="*/ 2147483646 w 1502"/>
                <a:gd name="T65" fmla="*/ 2147483646 h 753"/>
                <a:gd name="T66" fmla="*/ 2147483646 w 1502"/>
                <a:gd name="T67" fmla="*/ 2147483646 h 753"/>
                <a:gd name="T68" fmla="*/ 2147483646 w 1502"/>
                <a:gd name="T69" fmla="*/ 2147483646 h 753"/>
                <a:gd name="T70" fmla="*/ 2147483646 w 1502"/>
                <a:gd name="T71" fmla="*/ 2147483646 h 753"/>
                <a:gd name="T72" fmla="*/ 2147483646 w 1502"/>
                <a:gd name="T73" fmla="*/ 2147483646 h 753"/>
                <a:gd name="T74" fmla="*/ 2147483646 w 1502"/>
                <a:gd name="T75" fmla="*/ 2147483646 h 753"/>
                <a:gd name="T76" fmla="*/ 2147483646 w 1502"/>
                <a:gd name="T77" fmla="*/ 2147483646 h 753"/>
                <a:gd name="T78" fmla="*/ 2147483646 w 1502"/>
                <a:gd name="T79" fmla="*/ 2147483646 h 753"/>
                <a:gd name="T80" fmla="*/ 2147483646 w 1502"/>
                <a:gd name="T81" fmla="*/ 2147483646 h 753"/>
                <a:gd name="T82" fmla="*/ 2147483646 w 1502"/>
                <a:gd name="T83" fmla="*/ 2147483646 h 753"/>
                <a:gd name="T84" fmla="*/ 2147483646 w 1502"/>
                <a:gd name="T85" fmla="*/ 2147483646 h 753"/>
                <a:gd name="T86" fmla="*/ 2147483646 w 1502"/>
                <a:gd name="T87" fmla="*/ 0 h 75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02"/>
                <a:gd name="T133" fmla="*/ 0 h 753"/>
                <a:gd name="T134" fmla="*/ 1502 w 1502"/>
                <a:gd name="T135" fmla="*/ 753 h 75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02" h="753">
                  <a:moveTo>
                    <a:pt x="751" y="0"/>
                  </a:moveTo>
                  <a:lnTo>
                    <a:pt x="712" y="1"/>
                  </a:lnTo>
                  <a:lnTo>
                    <a:pt x="674" y="2"/>
                  </a:lnTo>
                  <a:lnTo>
                    <a:pt x="637" y="5"/>
                  </a:lnTo>
                  <a:lnTo>
                    <a:pt x="600" y="8"/>
                  </a:lnTo>
                  <a:lnTo>
                    <a:pt x="563" y="12"/>
                  </a:lnTo>
                  <a:lnTo>
                    <a:pt x="528" y="17"/>
                  </a:lnTo>
                  <a:lnTo>
                    <a:pt x="492" y="23"/>
                  </a:lnTo>
                  <a:lnTo>
                    <a:pt x="458" y="30"/>
                  </a:lnTo>
                  <a:lnTo>
                    <a:pt x="425" y="38"/>
                  </a:lnTo>
                  <a:lnTo>
                    <a:pt x="393" y="46"/>
                  </a:lnTo>
                  <a:lnTo>
                    <a:pt x="361" y="55"/>
                  </a:lnTo>
                  <a:lnTo>
                    <a:pt x="331" y="65"/>
                  </a:lnTo>
                  <a:lnTo>
                    <a:pt x="302" y="75"/>
                  </a:lnTo>
                  <a:lnTo>
                    <a:pt x="274" y="86"/>
                  </a:lnTo>
                  <a:lnTo>
                    <a:pt x="246" y="98"/>
                  </a:lnTo>
                  <a:lnTo>
                    <a:pt x="220" y="111"/>
                  </a:lnTo>
                  <a:lnTo>
                    <a:pt x="194" y="124"/>
                  </a:lnTo>
                  <a:lnTo>
                    <a:pt x="172" y="137"/>
                  </a:lnTo>
                  <a:lnTo>
                    <a:pt x="149" y="152"/>
                  </a:lnTo>
                  <a:lnTo>
                    <a:pt x="128" y="167"/>
                  </a:lnTo>
                  <a:lnTo>
                    <a:pt x="108" y="181"/>
                  </a:lnTo>
                  <a:lnTo>
                    <a:pt x="91" y="197"/>
                  </a:lnTo>
                  <a:lnTo>
                    <a:pt x="74" y="213"/>
                  </a:lnTo>
                  <a:lnTo>
                    <a:pt x="59" y="230"/>
                  </a:lnTo>
                  <a:lnTo>
                    <a:pt x="46" y="248"/>
                  </a:lnTo>
                  <a:lnTo>
                    <a:pt x="34" y="265"/>
                  </a:lnTo>
                  <a:lnTo>
                    <a:pt x="23" y="283"/>
                  </a:lnTo>
                  <a:lnTo>
                    <a:pt x="16" y="301"/>
                  </a:lnTo>
                  <a:lnTo>
                    <a:pt x="9" y="319"/>
                  </a:lnTo>
                  <a:lnTo>
                    <a:pt x="4" y="338"/>
                  </a:lnTo>
                  <a:lnTo>
                    <a:pt x="1" y="358"/>
                  </a:lnTo>
                  <a:lnTo>
                    <a:pt x="0" y="376"/>
                  </a:lnTo>
                  <a:lnTo>
                    <a:pt x="1" y="396"/>
                  </a:lnTo>
                  <a:lnTo>
                    <a:pt x="4" y="416"/>
                  </a:lnTo>
                  <a:lnTo>
                    <a:pt x="9" y="434"/>
                  </a:lnTo>
                  <a:lnTo>
                    <a:pt x="16" y="453"/>
                  </a:lnTo>
                  <a:lnTo>
                    <a:pt x="23" y="470"/>
                  </a:lnTo>
                  <a:lnTo>
                    <a:pt x="34" y="489"/>
                  </a:lnTo>
                  <a:lnTo>
                    <a:pt x="46" y="506"/>
                  </a:lnTo>
                  <a:lnTo>
                    <a:pt x="59" y="523"/>
                  </a:lnTo>
                  <a:lnTo>
                    <a:pt x="74" y="540"/>
                  </a:lnTo>
                  <a:lnTo>
                    <a:pt x="91" y="556"/>
                  </a:lnTo>
                  <a:lnTo>
                    <a:pt x="108" y="572"/>
                  </a:lnTo>
                  <a:lnTo>
                    <a:pt x="128" y="587"/>
                  </a:lnTo>
                  <a:lnTo>
                    <a:pt x="149" y="601"/>
                  </a:lnTo>
                  <a:lnTo>
                    <a:pt x="172" y="616"/>
                  </a:lnTo>
                  <a:lnTo>
                    <a:pt x="194" y="629"/>
                  </a:lnTo>
                  <a:lnTo>
                    <a:pt x="220" y="643"/>
                  </a:lnTo>
                  <a:lnTo>
                    <a:pt x="246" y="656"/>
                  </a:lnTo>
                  <a:lnTo>
                    <a:pt x="274" y="668"/>
                  </a:lnTo>
                  <a:lnTo>
                    <a:pt x="302" y="678"/>
                  </a:lnTo>
                  <a:lnTo>
                    <a:pt x="331" y="689"/>
                  </a:lnTo>
                  <a:lnTo>
                    <a:pt x="361" y="698"/>
                  </a:lnTo>
                  <a:lnTo>
                    <a:pt x="393" y="708"/>
                  </a:lnTo>
                  <a:lnTo>
                    <a:pt x="425" y="715"/>
                  </a:lnTo>
                  <a:lnTo>
                    <a:pt x="458" y="723"/>
                  </a:lnTo>
                  <a:lnTo>
                    <a:pt x="492" y="730"/>
                  </a:lnTo>
                  <a:lnTo>
                    <a:pt x="528" y="737"/>
                  </a:lnTo>
                  <a:lnTo>
                    <a:pt x="563" y="742"/>
                  </a:lnTo>
                  <a:lnTo>
                    <a:pt x="600" y="746"/>
                  </a:lnTo>
                  <a:lnTo>
                    <a:pt x="637" y="749"/>
                  </a:lnTo>
                  <a:lnTo>
                    <a:pt x="674" y="751"/>
                  </a:lnTo>
                  <a:lnTo>
                    <a:pt x="712" y="753"/>
                  </a:lnTo>
                  <a:lnTo>
                    <a:pt x="751" y="753"/>
                  </a:lnTo>
                  <a:lnTo>
                    <a:pt x="789" y="753"/>
                  </a:lnTo>
                  <a:lnTo>
                    <a:pt x="828" y="751"/>
                  </a:lnTo>
                  <a:lnTo>
                    <a:pt x="866" y="749"/>
                  </a:lnTo>
                  <a:lnTo>
                    <a:pt x="902" y="746"/>
                  </a:lnTo>
                  <a:lnTo>
                    <a:pt x="939" y="742"/>
                  </a:lnTo>
                  <a:lnTo>
                    <a:pt x="975" y="737"/>
                  </a:lnTo>
                  <a:lnTo>
                    <a:pt x="1009" y="730"/>
                  </a:lnTo>
                  <a:lnTo>
                    <a:pt x="1044" y="723"/>
                  </a:lnTo>
                  <a:lnTo>
                    <a:pt x="1077" y="715"/>
                  </a:lnTo>
                  <a:lnTo>
                    <a:pt x="1109" y="708"/>
                  </a:lnTo>
                  <a:lnTo>
                    <a:pt x="1140" y="698"/>
                  </a:lnTo>
                  <a:lnTo>
                    <a:pt x="1171" y="689"/>
                  </a:lnTo>
                  <a:lnTo>
                    <a:pt x="1200" y="678"/>
                  </a:lnTo>
                  <a:lnTo>
                    <a:pt x="1229" y="668"/>
                  </a:lnTo>
                  <a:lnTo>
                    <a:pt x="1256" y="656"/>
                  </a:lnTo>
                  <a:lnTo>
                    <a:pt x="1282" y="643"/>
                  </a:lnTo>
                  <a:lnTo>
                    <a:pt x="1307" y="629"/>
                  </a:lnTo>
                  <a:lnTo>
                    <a:pt x="1331" y="616"/>
                  </a:lnTo>
                  <a:lnTo>
                    <a:pt x="1354" y="601"/>
                  </a:lnTo>
                  <a:lnTo>
                    <a:pt x="1374" y="587"/>
                  </a:lnTo>
                  <a:lnTo>
                    <a:pt x="1393" y="572"/>
                  </a:lnTo>
                  <a:lnTo>
                    <a:pt x="1412" y="556"/>
                  </a:lnTo>
                  <a:lnTo>
                    <a:pt x="1428" y="540"/>
                  </a:lnTo>
                  <a:lnTo>
                    <a:pt x="1444" y="523"/>
                  </a:lnTo>
                  <a:lnTo>
                    <a:pt x="1457" y="506"/>
                  </a:lnTo>
                  <a:lnTo>
                    <a:pt x="1469" y="489"/>
                  </a:lnTo>
                  <a:lnTo>
                    <a:pt x="1478" y="470"/>
                  </a:lnTo>
                  <a:lnTo>
                    <a:pt x="1487" y="453"/>
                  </a:lnTo>
                  <a:lnTo>
                    <a:pt x="1494" y="434"/>
                  </a:lnTo>
                  <a:lnTo>
                    <a:pt x="1498" y="416"/>
                  </a:lnTo>
                  <a:lnTo>
                    <a:pt x="1501" y="396"/>
                  </a:lnTo>
                  <a:lnTo>
                    <a:pt x="1502" y="376"/>
                  </a:lnTo>
                  <a:lnTo>
                    <a:pt x="1501" y="358"/>
                  </a:lnTo>
                  <a:lnTo>
                    <a:pt x="1498" y="338"/>
                  </a:lnTo>
                  <a:lnTo>
                    <a:pt x="1494" y="319"/>
                  </a:lnTo>
                  <a:lnTo>
                    <a:pt x="1487" y="301"/>
                  </a:lnTo>
                  <a:lnTo>
                    <a:pt x="1478" y="283"/>
                  </a:lnTo>
                  <a:lnTo>
                    <a:pt x="1469" y="265"/>
                  </a:lnTo>
                  <a:lnTo>
                    <a:pt x="1457" y="248"/>
                  </a:lnTo>
                  <a:lnTo>
                    <a:pt x="1444" y="230"/>
                  </a:lnTo>
                  <a:lnTo>
                    <a:pt x="1428" y="213"/>
                  </a:lnTo>
                  <a:lnTo>
                    <a:pt x="1412" y="197"/>
                  </a:lnTo>
                  <a:lnTo>
                    <a:pt x="1393" y="181"/>
                  </a:lnTo>
                  <a:lnTo>
                    <a:pt x="1374" y="167"/>
                  </a:lnTo>
                  <a:lnTo>
                    <a:pt x="1354" y="152"/>
                  </a:lnTo>
                  <a:lnTo>
                    <a:pt x="1331" y="137"/>
                  </a:lnTo>
                  <a:lnTo>
                    <a:pt x="1307" y="124"/>
                  </a:lnTo>
                  <a:lnTo>
                    <a:pt x="1282" y="111"/>
                  </a:lnTo>
                  <a:lnTo>
                    <a:pt x="1256" y="98"/>
                  </a:lnTo>
                  <a:lnTo>
                    <a:pt x="1229" y="86"/>
                  </a:lnTo>
                  <a:lnTo>
                    <a:pt x="1200" y="75"/>
                  </a:lnTo>
                  <a:lnTo>
                    <a:pt x="1171" y="65"/>
                  </a:lnTo>
                  <a:lnTo>
                    <a:pt x="1140" y="55"/>
                  </a:lnTo>
                  <a:lnTo>
                    <a:pt x="1109" y="46"/>
                  </a:lnTo>
                  <a:lnTo>
                    <a:pt x="1077" y="38"/>
                  </a:lnTo>
                  <a:lnTo>
                    <a:pt x="1044" y="30"/>
                  </a:lnTo>
                  <a:lnTo>
                    <a:pt x="1009" y="23"/>
                  </a:lnTo>
                  <a:lnTo>
                    <a:pt x="975" y="17"/>
                  </a:lnTo>
                  <a:lnTo>
                    <a:pt x="939" y="12"/>
                  </a:lnTo>
                  <a:lnTo>
                    <a:pt x="902" y="8"/>
                  </a:lnTo>
                  <a:lnTo>
                    <a:pt x="866" y="5"/>
                  </a:lnTo>
                  <a:lnTo>
                    <a:pt x="828" y="2"/>
                  </a:lnTo>
                  <a:lnTo>
                    <a:pt x="789" y="1"/>
                  </a:lnTo>
                  <a:lnTo>
                    <a:pt x="751" y="0"/>
                  </a:lnTo>
                </a:path>
              </a:pathLst>
            </a:custGeom>
            <a:solidFill>
              <a:schemeClr val="bg1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07" name="Rectangle 40">
              <a:extLst>
                <a:ext uri="{FF2B5EF4-FFF2-40B4-BE49-F238E27FC236}">
                  <a16:creationId xmlns:a16="http://schemas.microsoft.com/office/drawing/2014/main" id="{0B862296-50A8-4127-B49A-A3092DD9CD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9138" y="2190750"/>
              <a:ext cx="2460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08" name="Rectangle 41">
              <a:extLst>
                <a:ext uri="{FF2B5EF4-FFF2-40B4-BE49-F238E27FC236}">
                  <a16:creationId xmlns:a16="http://schemas.microsoft.com/office/drawing/2014/main" id="{0BC09B13-4BC0-47A3-A0E7-F5F9D5A9C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2650" y="4135438"/>
              <a:ext cx="4381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x1x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09" name="Rectangle 42">
              <a:extLst>
                <a:ext uri="{FF2B5EF4-FFF2-40B4-BE49-F238E27FC236}">
                  <a16:creationId xmlns:a16="http://schemas.microsoft.com/office/drawing/2014/main" id="{1DA16116-016D-4F6C-91CD-49AE385319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4450" y="3473450"/>
              <a:ext cx="4445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gnt2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10" name="Rectangle 43">
              <a:extLst>
                <a:ext uri="{FF2B5EF4-FFF2-40B4-BE49-F238E27FC236}">
                  <a16:creationId xmlns:a16="http://schemas.microsoft.com/office/drawing/2014/main" id="{BA115676-D5E8-45CB-A97C-1A54B6455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6413" y="3473450"/>
              <a:ext cx="234950" cy="269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11" name="Rectangle 44">
              <a:extLst>
                <a:ext uri="{FF2B5EF4-FFF2-40B4-BE49-F238E27FC236}">
                  <a16:creationId xmlns:a16="http://schemas.microsoft.com/office/drawing/2014/main" id="{7B616841-7938-44A2-88D2-F120845B2F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8013" y="3567113"/>
              <a:ext cx="176212" cy="211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12" name="Rectangle 45">
              <a:extLst>
                <a:ext uri="{FF2B5EF4-FFF2-40B4-BE49-F238E27FC236}">
                  <a16:creationId xmlns:a16="http://schemas.microsoft.com/office/drawing/2014/main" id="{58827389-FB99-4BB8-B82C-1ADFE26EE7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8625" y="3467100"/>
              <a:ext cx="206375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panose="05050102010706020507" pitchFamily="18" charset="2"/>
                  <a:ea typeface="MS PGothic" panose="020B0600070205080204" pitchFamily="34" charset="-128"/>
                  <a:cs typeface="+mn-cs"/>
                </a:rPr>
                <a:t>¤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13" name="Rectangle 46">
              <a:extLst>
                <a:ext uri="{FF2B5EF4-FFF2-40B4-BE49-F238E27FC236}">
                  <a16:creationId xmlns:a16="http://schemas.microsoft.com/office/drawing/2014/main" id="{50E93EFC-A535-4103-95C0-3FD1AC9CE6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8838" y="3473450"/>
              <a:ext cx="2333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14" name="Freeform 47">
              <a:extLst>
                <a:ext uri="{FF2B5EF4-FFF2-40B4-BE49-F238E27FC236}">
                  <a16:creationId xmlns:a16="http://schemas.microsoft.com/office/drawing/2014/main" id="{6A366082-80A3-4AEA-94B0-06FCE2C59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925" y="4602163"/>
              <a:ext cx="1192213" cy="598487"/>
            </a:xfrm>
            <a:custGeom>
              <a:avLst/>
              <a:gdLst>
                <a:gd name="T0" fmla="*/ 2147483646 w 1502"/>
                <a:gd name="T1" fmla="*/ 2147483646 h 753"/>
                <a:gd name="T2" fmla="*/ 2147483646 w 1502"/>
                <a:gd name="T3" fmla="*/ 2147483646 h 753"/>
                <a:gd name="T4" fmla="*/ 2147483646 w 1502"/>
                <a:gd name="T5" fmla="*/ 2147483646 h 753"/>
                <a:gd name="T6" fmla="*/ 2147483646 w 1502"/>
                <a:gd name="T7" fmla="*/ 2147483646 h 753"/>
                <a:gd name="T8" fmla="*/ 2147483646 w 1502"/>
                <a:gd name="T9" fmla="*/ 2147483646 h 753"/>
                <a:gd name="T10" fmla="*/ 2147483646 w 1502"/>
                <a:gd name="T11" fmla="*/ 2147483646 h 753"/>
                <a:gd name="T12" fmla="*/ 2147483646 w 1502"/>
                <a:gd name="T13" fmla="*/ 2147483646 h 753"/>
                <a:gd name="T14" fmla="*/ 2147483646 w 1502"/>
                <a:gd name="T15" fmla="*/ 2147483646 h 753"/>
                <a:gd name="T16" fmla="*/ 2147483646 w 1502"/>
                <a:gd name="T17" fmla="*/ 2147483646 h 753"/>
                <a:gd name="T18" fmla="*/ 2147483646 w 1502"/>
                <a:gd name="T19" fmla="*/ 2147483646 h 753"/>
                <a:gd name="T20" fmla="*/ 0 w 1502"/>
                <a:gd name="T21" fmla="*/ 2147483646 h 753"/>
                <a:gd name="T22" fmla="*/ 2147483646 w 1502"/>
                <a:gd name="T23" fmla="*/ 2147483646 h 753"/>
                <a:gd name="T24" fmla="*/ 2147483646 w 1502"/>
                <a:gd name="T25" fmla="*/ 2147483646 h 753"/>
                <a:gd name="T26" fmla="*/ 2147483646 w 1502"/>
                <a:gd name="T27" fmla="*/ 2147483646 h 753"/>
                <a:gd name="T28" fmla="*/ 2147483646 w 1502"/>
                <a:gd name="T29" fmla="*/ 2147483646 h 753"/>
                <a:gd name="T30" fmla="*/ 2147483646 w 1502"/>
                <a:gd name="T31" fmla="*/ 2147483646 h 753"/>
                <a:gd name="T32" fmla="*/ 2147483646 w 1502"/>
                <a:gd name="T33" fmla="*/ 2147483646 h 753"/>
                <a:gd name="T34" fmla="*/ 2147483646 w 1502"/>
                <a:gd name="T35" fmla="*/ 2147483646 h 753"/>
                <a:gd name="T36" fmla="*/ 2147483646 w 1502"/>
                <a:gd name="T37" fmla="*/ 2147483646 h 753"/>
                <a:gd name="T38" fmla="*/ 2147483646 w 1502"/>
                <a:gd name="T39" fmla="*/ 2147483646 h 753"/>
                <a:gd name="T40" fmla="*/ 2147483646 w 1502"/>
                <a:gd name="T41" fmla="*/ 2147483646 h 753"/>
                <a:gd name="T42" fmla="*/ 2147483646 w 1502"/>
                <a:gd name="T43" fmla="*/ 2147483646 h 753"/>
                <a:gd name="T44" fmla="*/ 2147483646 w 1502"/>
                <a:gd name="T45" fmla="*/ 2147483646 h 753"/>
                <a:gd name="T46" fmla="*/ 2147483646 w 1502"/>
                <a:gd name="T47" fmla="*/ 2147483646 h 753"/>
                <a:gd name="T48" fmla="*/ 2147483646 w 1502"/>
                <a:gd name="T49" fmla="*/ 2147483646 h 753"/>
                <a:gd name="T50" fmla="*/ 2147483646 w 1502"/>
                <a:gd name="T51" fmla="*/ 2147483646 h 753"/>
                <a:gd name="T52" fmla="*/ 2147483646 w 1502"/>
                <a:gd name="T53" fmla="*/ 2147483646 h 753"/>
                <a:gd name="T54" fmla="*/ 2147483646 w 1502"/>
                <a:gd name="T55" fmla="*/ 2147483646 h 753"/>
                <a:gd name="T56" fmla="*/ 2147483646 w 1502"/>
                <a:gd name="T57" fmla="*/ 2147483646 h 753"/>
                <a:gd name="T58" fmla="*/ 2147483646 w 1502"/>
                <a:gd name="T59" fmla="*/ 2147483646 h 753"/>
                <a:gd name="T60" fmla="*/ 2147483646 w 1502"/>
                <a:gd name="T61" fmla="*/ 2147483646 h 753"/>
                <a:gd name="T62" fmla="*/ 2147483646 w 1502"/>
                <a:gd name="T63" fmla="*/ 2147483646 h 753"/>
                <a:gd name="T64" fmla="*/ 2147483646 w 1502"/>
                <a:gd name="T65" fmla="*/ 2147483646 h 753"/>
                <a:gd name="T66" fmla="*/ 2147483646 w 1502"/>
                <a:gd name="T67" fmla="*/ 2147483646 h 753"/>
                <a:gd name="T68" fmla="*/ 2147483646 w 1502"/>
                <a:gd name="T69" fmla="*/ 2147483646 h 753"/>
                <a:gd name="T70" fmla="*/ 2147483646 w 1502"/>
                <a:gd name="T71" fmla="*/ 2147483646 h 753"/>
                <a:gd name="T72" fmla="*/ 2147483646 w 1502"/>
                <a:gd name="T73" fmla="*/ 2147483646 h 753"/>
                <a:gd name="T74" fmla="*/ 2147483646 w 1502"/>
                <a:gd name="T75" fmla="*/ 2147483646 h 753"/>
                <a:gd name="T76" fmla="*/ 2147483646 w 1502"/>
                <a:gd name="T77" fmla="*/ 2147483646 h 753"/>
                <a:gd name="T78" fmla="*/ 2147483646 w 1502"/>
                <a:gd name="T79" fmla="*/ 2147483646 h 753"/>
                <a:gd name="T80" fmla="*/ 2147483646 w 1502"/>
                <a:gd name="T81" fmla="*/ 2147483646 h 753"/>
                <a:gd name="T82" fmla="*/ 2147483646 w 1502"/>
                <a:gd name="T83" fmla="*/ 2147483646 h 753"/>
                <a:gd name="T84" fmla="*/ 2147483646 w 1502"/>
                <a:gd name="T85" fmla="*/ 2147483646 h 753"/>
                <a:gd name="T86" fmla="*/ 2147483646 w 1502"/>
                <a:gd name="T87" fmla="*/ 0 h 75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02"/>
                <a:gd name="T133" fmla="*/ 0 h 753"/>
                <a:gd name="T134" fmla="*/ 1502 w 1502"/>
                <a:gd name="T135" fmla="*/ 753 h 75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02" h="753">
                  <a:moveTo>
                    <a:pt x="751" y="0"/>
                  </a:moveTo>
                  <a:lnTo>
                    <a:pt x="712" y="2"/>
                  </a:lnTo>
                  <a:lnTo>
                    <a:pt x="674" y="3"/>
                  </a:lnTo>
                  <a:lnTo>
                    <a:pt x="637" y="6"/>
                  </a:lnTo>
                  <a:lnTo>
                    <a:pt x="600" y="8"/>
                  </a:lnTo>
                  <a:lnTo>
                    <a:pt x="563" y="12"/>
                  </a:lnTo>
                  <a:lnTo>
                    <a:pt x="528" y="18"/>
                  </a:lnTo>
                  <a:lnTo>
                    <a:pt x="492" y="24"/>
                  </a:lnTo>
                  <a:lnTo>
                    <a:pt x="458" y="31"/>
                  </a:lnTo>
                  <a:lnTo>
                    <a:pt x="425" y="38"/>
                  </a:lnTo>
                  <a:lnTo>
                    <a:pt x="393" y="47"/>
                  </a:lnTo>
                  <a:lnTo>
                    <a:pt x="361" y="56"/>
                  </a:lnTo>
                  <a:lnTo>
                    <a:pt x="331" y="65"/>
                  </a:lnTo>
                  <a:lnTo>
                    <a:pt x="302" y="76"/>
                  </a:lnTo>
                  <a:lnTo>
                    <a:pt x="274" y="87"/>
                  </a:lnTo>
                  <a:lnTo>
                    <a:pt x="246" y="98"/>
                  </a:lnTo>
                  <a:lnTo>
                    <a:pt x="220" y="112"/>
                  </a:lnTo>
                  <a:lnTo>
                    <a:pt x="194" y="125"/>
                  </a:lnTo>
                  <a:lnTo>
                    <a:pt x="172" y="138"/>
                  </a:lnTo>
                  <a:lnTo>
                    <a:pt x="149" y="153"/>
                  </a:lnTo>
                  <a:lnTo>
                    <a:pt x="128" y="167"/>
                  </a:lnTo>
                  <a:lnTo>
                    <a:pt x="108" y="182"/>
                  </a:lnTo>
                  <a:lnTo>
                    <a:pt x="91" y="198"/>
                  </a:lnTo>
                  <a:lnTo>
                    <a:pt x="74" y="214"/>
                  </a:lnTo>
                  <a:lnTo>
                    <a:pt x="59" y="231"/>
                  </a:lnTo>
                  <a:lnTo>
                    <a:pt x="46" y="248"/>
                  </a:lnTo>
                  <a:lnTo>
                    <a:pt x="34" y="266"/>
                  </a:lnTo>
                  <a:lnTo>
                    <a:pt x="23" y="284"/>
                  </a:lnTo>
                  <a:lnTo>
                    <a:pt x="16" y="301"/>
                  </a:lnTo>
                  <a:lnTo>
                    <a:pt x="9" y="320"/>
                  </a:lnTo>
                  <a:lnTo>
                    <a:pt x="4" y="338"/>
                  </a:lnTo>
                  <a:lnTo>
                    <a:pt x="1" y="358"/>
                  </a:lnTo>
                  <a:lnTo>
                    <a:pt x="0" y="377"/>
                  </a:lnTo>
                  <a:lnTo>
                    <a:pt x="1" y="397"/>
                  </a:lnTo>
                  <a:lnTo>
                    <a:pt x="4" y="417"/>
                  </a:lnTo>
                  <a:lnTo>
                    <a:pt x="9" y="435"/>
                  </a:lnTo>
                  <a:lnTo>
                    <a:pt x="16" y="454"/>
                  </a:lnTo>
                  <a:lnTo>
                    <a:pt x="23" y="471"/>
                  </a:lnTo>
                  <a:lnTo>
                    <a:pt x="34" y="490"/>
                  </a:lnTo>
                  <a:lnTo>
                    <a:pt x="46" y="507"/>
                  </a:lnTo>
                  <a:lnTo>
                    <a:pt x="59" y="524"/>
                  </a:lnTo>
                  <a:lnTo>
                    <a:pt x="74" y="541"/>
                  </a:lnTo>
                  <a:lnTo>
                    <a:pt x="91" y="557"/>
                  </a:lnTo>
                  <a:lnTo>
                    <a:pt x="108" y="573"/>
                  </a:lnTo>
                  <a:lnTo>
                    <a:pt x="128" y="588"/>
                  </a:lnTo>
                  <a:lnTo>
                    <a:pt x="149" y="602"/>
                  </a:lnTo>
                  <a:lnTo>
                    <a:pt x="172" y="617"/>
                  </a:lnTo>
                  <a:lnTo>
                    <a:pt x="194" y="630"/>
                  </a:lnTo>
                  <a:lnTo>
                    <a:pt x="220" y="643"/>
                  </a:lnTo>
                  <a:lnTo>
                    <a:pt x="246" y="657"/>
                  </a:lnTo>
                  <a:lnTo>
                    <a:pt x="274" y="669"/>
                  </a:lnTo>
                  <a:lnTo>
                    <a:pt x="302" y="679"/>
                  </a:lnTo>
                  <a:lnTo>
                    <a:pt x="331" y="690"/>
                  </a:lnTo>
                  <a:lnTo>
                    <a:pt x="361" y="699"/>
                  </a:lnTo>
                  <a:lnTo>
                    <a:pt x="393" y="708"/>
                  </a:lnTo>
                  <a:lnTo>
                    <a:pt x="425" y="716"/>
                  </a:lnTo>
                  <a:lnTo>
                    <a:pt x="458" y="724"/>
                  </a:lnTo>
                  <a:lnTo>
                    <a:pt x="492" y="731"/>
                  </a:lnTo>
                  <a:lnTo>
                    <a:pt x="528" y="737"/>
                  </a:lnTo>
                  <a:lnTo>
                    <a:pt x="563" y="743"/>
                  </a:lnTo>
                  <a:lnTo>
                    <a:pt x="600" y="747"/>
                  </a:lnTo>
                  <a:lnTo>
                    <a:pt x="637" y="749"/>
                  </a:lnTo>
                  <a:lnTo>
                    <a:pt x="674" y="752"/>
                  </a:lnTo>
                  <a:lnTo>
                    <a:pt x="712" y="753"/>
                  </a:lnTo>
                  <a:lnTo>
                    <a:pt x="751" y="753"/>
                  </a:lnTo>
                  <a:lnTo>
                    <a:pt x="789" y="753"/>
                  </a:lnTo>
                  <a:lnTo>
                    <a:pt x="828" y="752"/>
                  </a:lnTo>
                  <a:lnTo>
                    <a:pt x="866" y="749"/>
                  </a:lnTo>
                  <a:lnTo>
                    <a:pt x="902" y="747"/>
                  </a:lnTo>
                  <a:lnTo>
                    <a:pt x="939" y="743"/>
                  </a:lnTo>
                  <a:lnTo>
                    <a:pt x="975" y="737"/>
                  </a:lnTo>
                  <a:lnTo>
                    <a:pt x="1009" y="731"/>
                  </a:lnTo>
                  <a:lnTo>
                    <a:pt x="1044" y="724"/>
                  </a:lnTo>
                  <a:lnTo>
                    <a:pt x="1077" y="716"/>
                  </a:lnTo>
                  <a:lnTo>
                    <a:pt x="1109" y="708"/>
                  </a:lnTo>
                  <a:lnTo>
                    <a:pt x="1140" y="699"/>
                  </a:lnTo>
                  <a:lnTo>
                    <a:pt x="1171" y="690"/>
                  </a:lnTo>
                  <a:lnTo>
                    <a:pt x="1200" y="679"/>
                  </a:lnTo>
                  <a:lnTo>
                    <a:pt x="1229" y="669"/>
                  </a:lnTo>
                  <a:lnTo>
                    <a:pt x="1256" y="657"/>
                  </a:lnTo>
                  <a:lnTo>
                    <a:pt x="1282" y="643"/>
                  </a:lnTo>
                  <a:lnTo>
                    <a:pt x="1307" y="630"/>
                  </a:lnTo>
                  <a:lnTo>
                    <a:pt x="1331" y="617"/>
                  </a:lnTo>
                  <a:lnTo>
                    <a:pt x="1354" y="602"/>
                  </a:lnTo>
                  <a:lnTo>
                    <a:pt x="1374" y="588"/>
                  </a:lnTo>
                  <a:lnTo>
                    <a:pt x="1393" y="573"/>
                  </a:lnTo>
                  <a:lnTo>
                    <a:pt x="1412" y="557"/>
                  </a:lnTo>
                  <a:lnTo>
                    <a:pt x="1428" y="541"/>
                  </a:lnTo>
                  <a:lnTo>
                    <a:pt x="1444" y="524"/>
                  </a:lnTo>
                  <a:lnTo>
                    <a:pt x="1457" y="507"/>
                  </a:lnTo>
                  <a:lnTo>
                    <a:pt x="1469" y="490"/>
                  </a:lnTo>
                  <a:lnTo>
                    <a:pt x="1478" y="471"/>
                  </a:lnTo>
                  <a:lnTo>
                    <a:pt x="1487" y="454"/>
                  </a:lnTo>
                  <a:lnTo>
                    <a:pt x="1494" y="435"/>
                  </a:lnTo>
                  <a:lnTo>
                    <a:pt x="1498" y="417"/>
                  </a:lnTo>
                  <a:lnTo>
                    <a:pt x="1501" y="397"/>
                  </a:lnTo>
                  <a:lnTo>
                    <a:pt x="1502" y="377"/>
                  </a:lnTo>
                  <a:lnTo>
                    <a:pt x="1501" y="358"/>
                  </a:lnTo>
                  <a:lnTo>
                    <a:pt x="1498" y="338"/>
                  </a:lnTo>
                  <a:lnTo>
                    <a:pt x="1494" y="320"/>
                  </a:lnTo>
                  <a:lnTo>
                    <a:pt x="1487" y="301"/>
                  </a:lnTo>
                  <a:lnTo>
                    <a:pt x="1478" y="284"/>
                  </a:lnTo>
                  <a:lnTo>
                    <a:pt x="1469" y="266"/>
                  </a:lnTo>
                  <a:lnTo>
                    <a:pt x="1457" y="248"/>
                  </a:lnTo>
                  <a:lnTo>
                    <a:pt x="1444" y="231"/>
                  </a:lnTo>
                  <a:lnTo>
                    <a:pt x="1428" y="214"/>
                  </a:lnTo>
                  <a:lnTo>
                    <a:pt x="1412" y="198"/>
                  </a:lnTo>
                  <a:lnTo>
                    <a:pt x="1393" y="182"/>
                  </a:lnTo>
                  <a:lnTo>
                    <a:pt x="1374" y="167"/>
                  </a:lnTo>
                  <a:lnTo>
                    <a:pt x="1354" y="153"/>
                  </a:lnTo>
                  <a:lnTo>
                    <a:pt x="1331" y="138"/>
                  </a:lnTo>
                  <a:lnTo>
                    <a:pt x="1307" y="125"/>
                  </a:lnTo>
                  <a:lnTo>
                    <a:pt x="1282" y="112"/>
                  </a:lnTo>
                  <a:lnTo>
                    <a:pt x="1256" y="98"/>
                  </a:lnTo>
                  <a:lnTo>
                    <a:pt x="1229" y="87"/>
                  </a:lnTo>
                  <a:lnTo>
                    <a:pt x="1200" y="76"/>
                  </a:lnTo>
                  <a:lnTo>
                    <a:pt x="1171" y="65"/>
                  </a:lnTo>
                  <a:lnTo>
                    <a:pt x="1140" y="56"/>
                  </a:lnTo>
                  <a:lnTo>
                    <a:pt x="1109" y="47"/>
                  </a:lnTo>
                  <a:lnTo>
                    <a:pt x="1077" y="38"/>
                  </a:lnTo>
                  <a:lnTo>
                    <a:pt x="1044" y="31"/>
                  </a:lnTo>
                  <a:lnTo>
                    <a:pt x="1009" y="24"/>
                  </a:lnTo>
                  <a:lnTo>
                    <a:pt x="975" y="18"/>
                  </a:lnTo>
                  <a:lnTo>
                    <a:pt x="939" y="12"/>
                  </a:lnTo>
                  <a:lnTo>
                    <a:pt x="902" y="8"/>
                  </a:lnTo>
                  <a:lnTo>
                    <a:pt x="866" y="6"/>
                  </a:lnTo>
                  <a:lnTo>
                    <a:pt x="828" y="3"/>
                  </a:lnTo>
                  <a:lnTo>
                    <a:pt x="789" y="2"/>
                  </a:lnTo>
                  <a:lnTo>
                    <a:pt x="751" y="0"/>
                  </a:lnTo>
                </a:path>
              </a:pathLst>
            </a:custGeom>
            <a:solidFill>
              <a:schemeClr val="bg1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15" name="Rectangle 48">
              <a:extLst>
                <a:ext uri="{FF2B5EF4-FFF2-40B4-BE49-F238E27FC236}">
                  <a16:creationId xmlns:a16="http://schemas.microsoft.com/office/drawing/2014/main" id="{1DF640B6-5DC9-421D-9BC4-08DDDBB258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9138" y="3473450"/>
              <a:ext cx="2460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16" name="Rectangle 49">
              <a:extLst>
                <a:ext uri="{FF2B5EF4-FFF2-40B4-BE49-F238E27FC236}">
                  <a16:creationId xmlns:a16="http://schemas.microsoft.com/office/drawing/2014/main" id="{A5AFBA77-0854-4633-ADCC-EEB9E9FE1A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2650" y="5453063"/>
              <a:ext cx="4381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xx1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17" name="Rectangle 50">
              <a:extLst>
                <a:ext uri="{FF2B5EF4-FFF2-40B4-BE49-F238E27FC236}">
                  <a16:creationId xmlns:a16="http://schemas.microsoft.com/office/drawing/2014/main" id="{F16CF53C-2428-4808-B3E5-C5C7CFBF9E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4450" y="4791075"/>
              <a:ext cx="4445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gnt3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18" name="Rectangle 51">
              <a:extLst>
                <a:ext uri="{FF2B5EF4-FFF2-40B4-BE49-F238E27FC236}">
                  <a16:creationId xmlns:a16="http://schemas.microsoft.com/office/drawing/2014/main" id="{75CF31BD-41F9-4A2E-8566-20D44B548D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6413" y="4791075"/>
              <a:ext cx="234950" cy="269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19" name="Rectangle 52">
              <a:extLst>
                <a:ext uri="{FF2B5EF4-FFF2-40B4-BE49-F238E27FC236}">
                  <a16:creationId xmlns:a16="http://schemas.microsoft.com/office/drawing/2014/main" id="{29AD058F-1537-469E-AB17-857176B95D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8013" y="4884738"/>
              <a:ext cx="176212" cy="211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20" name="Rectangle 53">
              <a:extLst>
                <a:ext uri="{FF2B5EF4-FFF2-40B4-BE49-F238E27FC236}">
                  <a16:creationId xmlns:a16="http://schemas.microsoft.com/office/drawing/2014/main" id="{20827456-6775-40CC-A296-63478CCAEC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8625" y="4784725"/>
              <a:ext cx="206375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panose="05050102010706020507" pitchFamily="18" charset="2"/>
                  <a:ea typeface="MS PGothic" panose="020B0600070205080204" pitchFamily="34" charset="-128"/>
                  <a:cs typeface="+mn-cs"/>
                </a:rPr>
                <a:t>¤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21" name="Rectangle 54">
              <a:extLst>
                <a:ext uri="{FF2B5EF4-FFF2-40B4-BE49-F238E27FC236}">
                  <a16:creationId xmlns:a16="http://schemas.microsoft.com/office/drawing/2014/main" id="{AE0B446D-FDE6-4090-A52D-8C9911C981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8838" y="4791075"/>
              <a:ext cx="2333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22" name="Freeform 55">
              <a:extLst>
                <a:ext uri="{FF2B5EF4-FFF2-40B4-BE49-F238E27FC236}">
                  <a16:creationId xmlns:a16="http://schemas.microsoft.com/office/drawing/2014/main" id="{85423115-5F0C-4387-9CB6-5DE39E0B2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563" y="1868488"/>
              <a:ext cx="61912" cy="127000"/>
            </a:xfrm>
            <a:custGeom>
              <a:avLst/>
              <a:gdLst>
                <a:gd name="T0" fmla="*/ 0 w 80"/>
                <a:gd name="T1" fmla="*/ 0 h 159"/>
                <a:gd name="T2" fmla="*/ 2147483646 w 80"/>
                <a:gd name="T3" fmla="*/ 2147483646 h 159"/>
                <a:gd name="T4" fmla="*/ 2147483646 w 80"/>
                <a:gd name="T5" fmla="*/ 0 h 159"/>
                <a:gd name="T6" fmla="*/ 2147483646 w 80"/>
                <a:gd name="T7" fmla="*/ 0 h 159"/>
                <a:gd name="T8" fmla="*/ 0 w 80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59"/>
                <a:gd name="T17" fmla="*/ 80 w 80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59">
                  <a:moveTo>
                    <a:pt x="0" y="0"/>
                  </a:moveTo>
                  <a:lnTo>
                    <a:pt x="27" y="159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23" name="Freeform 56">
              <a:extLst>
                <a:ext uri="{FF2B5EF4-FFF2-40B4-BE49-F238E27FC236}">
                  <a16:creationId xmlns:a16="http://schemas.microsoft.com/office/drawing/2014/main" id="{46A37C02-21AA-495C-8D60-64D34E9D4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863" y="1377950"/>
              <a:ext cx="50800" cy="484188"/>
            </a:xfrm>
            <a:custGeom>
              <a:avLst/>
              <a:gdLst>
                <a:gd name="T0" fmla="*/ 0 w 62"/>
                <a:gd name="T1" fmla="*/ 0 h 609"/>
                <a:gd name="T2" fmla="*/ 2147483646 w 62"/>
                <a:gd name="T3" fmla="*/ 2147483646 h 609"/>
                <a:gd name="T4" fmla="*/ 2147483646 w 62"/>
                <a:gd name="T5" fmla="*/ 2147483646 h 609"/>
                <a:gd name="T6" fmla="*/ 2147483646 w 62"/>
                <a:gd name="T7" fmla="*/ 2147483646 h 609"/>
                <a:gd name="T8" fmla="*/ 2147483646 w 62"/>
                <a:gd name="T9" fmla="*/ 2147483646 h 609"/>
                <a:gd name="T10" fmla="*/ 2147483646 w 62"/>
                <a:gd name="T11" fmla="*/ 2147483646 h 609"/>
                <a:gd name="T12" fmla="*/ 2147483646 w 62"/>
                <a:gd name="T13" fmla="*/ 2147483646 h 609"/>
                <a:gd name="T14" fmla="*/ 2147483646 w 62"/>
                <a:gd name="T15" fmla="*/ 2147483646 h 609"/>
                <a:gd name="T16" fmla="*/ 2147483646 w 62"/>
                <a:gd name="T17" fmla="*/ 2147483646 h 609"/>
                <a:gd name="T18" fmla="*/ 2147483646 w 62"/>
                <a:gd name="T19" fmla="*/ 2147483646 h 609"/>
                <a:gd name="T20" fmla="*/ 2147483646 w 62"/>
                <a:gd name="T21" fmla="*/ 2147483646 h 609"/>
                <a:gd name="T22" fmla="*/ 2147483646 w 62"/>
                <a:gd name="T23" fmla="*/ 2147483646 h 609"/>
                <a:gd name="T24" fmla="*/ 2147483646 w 62"/>
                <a:gd name="T25" fmla="*/ 2147483646 h 609"/>
                <a:gd name="T26" fmla="*/ 2147483646 w 62"/>
                <a:gd name="T27" fmla="*/ 2147483646 h 609"/>
                <a:gd name="T28" fmla="*/ 2147483646 w 62"/>
                <a:gd name="T29" fmla="*/ 2147483646 h 609"/>
                <a:gd name="T30" fmla="*/ 2147483646 w 62"/>
                <a:gd name="T31" fmla="*/ 2147483646 h 609"/>
                <a:gd name="T32" fmla="*/ 2147483646 w 62"/>
                <a:gd name="T33" fmla="*/ 2147483646 h 609"/>
                <a:gd name="T34" fmla="*/ 2147483646 w 62"/>
                <a:gd name="T35" fmla="*/ 2147483646 h 609"/>
                <a:gd name="T36" fmla="*/ 2147483646 w 62"/>
                <a:gd name="T37" fmla="*/ 2147483646 h 609"/>
                <a:gd name="T38" fmla="*/ 2147483646 w 62"/>
                <a:gd name="T39" fmla="*/ 2147483646 h 609"/>
                <a:gd name="T40" fmla="*/ 2147483646 w 62"/>
                <a:gd name="T41" fmla="*/ 2147483646 h 609"/>
                <a:gd name="T42" fmla="*/ 2147483646 w 62"/>
                <a:gd name="T43" fmla="*/ 2147483646 h 609"/>
                <a:gd name="T44" fmla="*/ 2147483646 w 62"/>
                <a:gd name="T45" fmla="*/ 2147483646 h 609"/>
                <a:gd name="T46" fmla="*/ 2147483646 w 62"/>
                <a:gd name="T47" fmla="*/ 2147483646 h 609"/>
                <a:gd name="T48" fmla="*/ 2147483646 w 62"/>
                <a:gd name="T49" fmla="*/ 2147483646 h 609"/>
                <a:gd name="T50" fmla="*/ 2147483646 w 62"/>
                <a:gd name="T51" fmla="*/ 2147483646 h 609"/>
                <a:gd name="T52" fmla="*/ 2147483646 w 62"/>
                <a:gd name="T53" fmla="*/ 2147483646 h 609"/>
                <a:gd name="T54" fmla="*/ 2147483646 w 62"/>
                <a:gd name="T55" fmla="*/ 2147483646 h 609"/>
                <a:gd name="T56" fmla="*/ 2147483646 w 62"/>
                <a:gd name="T57" fmla="*/ 2147483646 h 609"/>
                <a:gd name="T58" fmla="*/ 2147483646 w 62"/>
                <a:gd name="T59" fmla="*/ 2147483646 h 609"/>
                <a:gd name="T60" fmla="*/ 2147483646 w 62"/>
                <a:gd name="T61" fmla="*/ 2147483646 h 609"/>
                <a:gd name="T62" fmla="*/ 2147483646 w 62"/>
                <a:gd name="T63" fmla="*/ 2147483646 h 609"/>
                <a:gd name="T64" fmla="*/ 2147483646 w 62"/>
                <a:gd name="T65" fmla="*/ 2147483646 h 60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2"/>
                <a:gd name="T100" fmla="*/ 0 h 609"/>
                <a:gd name="T101" fmla="*/ 62 w 62"/>
                <a:gd name="T102" fmla="*/ 609 h 60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2" h="609">
                  <a:moveTo>
                    <a:pt x="0" y="0"/>
                  </a:moveTo>
                  <a:lnTo>
                    <a:pt x="6" y="17"/>
                  </a:lnTo>
                  <a:lnTo>
                    <a:pt x="13" y="34"/>
                  </a:lnTo>
                  <a:lnTo>
                    <a:pt x="18" y="51"/>
                  </a:lnTo>
                  <a:lnTo>
                    <a:pt x="24" y="69"/>
                  </a:lnTo>
                  <a:lnTo>
                    <a:pt x="29" y="87"/>
                  </a:lnTo>
                  <a:lnTo>
                    <a:pt x="33" y="104"/>
                  </a:lnTo>
                  <a:lnTo>
                    <a:pt x="37" y="123"/>
                  </a:lnTo>
                  <a:lnTo>
                    <a:pt x="41" y="141"/>
                  </a:lnTo>
                  <a:lnTo>
                    <a:pt x="45" y="160"/>
                  </a:lnTo>
                  <a:lnTo>
                    <a:pt x="47" y="179"/>
                  </a:lnTo>
                  <a:lnTo>
                    <a:pt x="50" y="197"/>
                  </a:lnTo>
                  <a:lnTo>
                    <a:pt x="53" y="216"/>
                  </a:lnTo>
                  <a:lnTo>
                    <a:pt x="55" y="236"/>
                  </a:lnTo>
                  <a:lnTo>
                    <a:pt x="57" y="254"/>
                  </a:lnTo>
                  <a:lnTo>
                    <a:pt x="58" y="274"/>
                  </a:lnTo>
                  <a:lnTo>
                    <a:pt x="59" y="294"/>
                  </a:lnTo>
                  <a:lnTo>
                    <a:pt x="61" y="314"/>
                  </a:lnTo>
                  <a:lnTo>
                    <a:pt x="61" y="332"/>
                  </a:lnTo>
                  <a:lnTo>
                    <a:pt x="62" y="352"/>
                  </a:lnTo>
                  <a:lnTo>
                    <a:pt x="62" y="372"/>
                  </a:lnTo>
                  <a:lnTo>
                    <a:pt x="62" y="392"/>
                  </a:lnTo>
                  <a:lnTo>
                    <a:pt x="62" y="412"/>
                  </a:lnTo>
                  <a:lnTo>
                    <a:pt x="61" y="432"/>
                  </a:lnTo>
                  <a:lnTo>
                    <a:pt x="61" y="452"/>
                  </a:lnTo>
                  <a:lnTo>
                    <a:pt x="59" y="472"/>
                  </a:lnTo>
                  <a:lnTo>
                    <a:pt x="58" y="491"/>
                  </a:lnTo>
                  <a:lnTo>
                    <a:pt x="57" y="511"/>
                  </a:lnTo>
                  <a:lnTo>
                    <a:pt x="55" y="531"/>
                  </a:lnTo>
                  <a:lnTo>
                    <a:pt x="54" y="550"/>
                  </a:lnTo>
                  <a:lnTo>
                    <a:pt x="53" y="570"/>
                  </a:lnTo>
                  <a:lnTo>
                    <a:pt x="50" y="590"/>
                  </a:lnTo>
                  <a:lnTo>
                    <a:pt x="49" y="609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24" name="Rectangle 57">
              <a:extLst>
                <a:ext uri="{FF2B5EF4-FFF2-40B4-BE49-F238E27FC236}">
                  <a16:creationId xmlns:a16="http://schemas.microsoft.com/office/drawing/2014/main" id="{97CA46D9-DA89-4FC9-B507-18309F3528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9138" y="4791075"/>
              <a:ext cx="2460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25" name="Rectangle 58">
              <a:extLst>
                <a:ext uri="{FF2B5EF4-FFF2-40B4-BE49-F238E27FC236}">
                  <a16:creationId xmlns:a16="http://schemas.microsoft.com/office/drawing/2014/main" id="{EF031463-2D27-479C-ACBD-D9B916A3E6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275" y="1592263"/>
              <a:ext cx="4381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0xx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26" name="Rectangle 59">
              <a:extLst>
                <a:ext uri="{FF2B5EF4-FFF2-40B4-BE49-F238E27FC236}">
                  <a16:creationId xmlns:a16="http://schemas.microsoft.com/office/drawing/2014/main" id="{DA60F964-5299-4640-B02D-8F6BD67ADA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0263" y="1592263"/>
              <a:ext cx="4381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1xx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27" name="Freeform 60">
              <a:extLst>
                <a:ext uri="{FF2B5EF4-FFF2-40B4-BE49-F238E27FC236}">
                  <a16:creationId xmlns:a16="http://schemas.microsoft.com/office/drawing/2014/main" id="{057366EE-7CCB-46B6-91C9-06DB74473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100" y="1238250"/>
              <a:ext cx="104775" cy="104775"/>
            </a:xfrm>
            <a:custGeom>
              <a:avLst/>
              <a:gdLst>
                <a:gd name="T0" fmla="*/ 2147483646 w 132"/>
                <a:gd name="T1" fmla="*/ 2147483646 h 133"/>
                <a:gd name="T2" fmla="*/ 2147483646 w 132"/>
                <a:gd name="T3" fmla="*/ 0 h 133"/>
                <a:gd name="T4" fmla="*/ 0 w 132"/>
                <a:gd name="T5" fmla="*/ 2147483646 h 133"/>
                <a:gd name="T6" fmla="*/ 0 w 132"/>
                <a:gd name="T7" fmla="*/ 2147483646 h 133"/>
                <a:gd name="T8" fmla="*/ 2147483646 w 132"/>
                <a:gd name="T9" fmla="*/ 2147483646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2"/>
                <a:gd name="T16" fmla="*/ 0 h 133"/>
                <a:gd name="T17" fmla="*/ 132 w 132"/>
                <a:gd name="T18" fmla="*/ 133 h 1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2" h="133">
                  <a:moveTo>
                    <a:pt x="26" y="133"/>
                  </a:moveTo>
                  <a:lnTo>
                    <a:pt x="132" y="0"/>
                  </a:lnTo>
                  <a:lnTo>
                    <a:pt x="0" y="80"/>
                  </a:lnTo>
                  <a:lnTo>
                    <a:pt x="0" y="106"/>
                  </a:lnTo>
                  <a:lnTo>
                    <a:pt x="26" y="133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28" name="Freeform 61">
              <a:extLst>
                <a:ext uri="{FF2B5EF4-FFF2-40B4-BE49-F238E27FC236}">
                  <a16:creationId xmlns:a16="http://schemas.microsoft.com/office/drawing/2014/main" id="{9010F843-9958-4AC5-8C2E-D1057F3C4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288" y="1322388"/>
              <a:ext cx="531812" cy="2265362"/>
            </a:xfrm>
            <a:custGeom>
              <a:avLst/>
              <a:gdLst>
                <a:gd name="T0" fmla="*/ 2147483646 w 669"/>
                <a:gd name="T1" fmla="*/ 0 h 2854"/>
                <a:gd name="T2" fmla="*/ 2147483646 w 669"/>
                <a:gd name="T3" fmla="*/ 2147483646 h 2854"/>
                <a:gd name="T4" fmla="*/ 2147483646 w 669"/>
                <a:gd name="T5" fmla="*/ 2147483646 h 2854"/>
                <a:gd name="T6" fmla="*/ 2147483646 w 669"/>
                <a:gd name="T7" fmla="*/ 2147483646 h 2854"/>
                <a:gd name="T8" fmla="*/ 2147483646 w 669"/>
                <a:gd name="T9" fmla="*/ 2147483646 h 2854"/>
                <a:gd name="T10" fmla="*/ 2147483646 w 669"/>
                <a:gd name="T11" fmla="*/ 2147483646 h 2854"/>
                <a:gd name="T12" fmla="*/ 2147483646 w 669"/>
                <a:gd name="T13" fmla="*/ 2147483646 h 2854"/>
                <a:gd name="T14" fmla="*/ 2147483646 w 669"/>
                <a:gd name="T15" fmla="*/ 2147483646 h 2854"/>
                <a:gd name="T16" fmla="*/ 2147483646 w 669"/>
                <a:gd name="T17" fmla="*/ 2147483646 h 2854"/>
                <a:gd name="T18" fmla="*/ 2147483646 w 669"/>
                <a:gd name="T19" fmla="*/ 2147483646 h 2854"/>
                <a:gd name="T20" fmla="*/ 2147483646 w 669"/>
                <a:gd name="T21" fmla="*/ 2147483646 h 2854"/>
                <a:gd name="T22" fmla="*/ 2147483646 w 669"/>
                <a:gd name="T23" fmla="*/ 2147483646 h 2854"/>
                <a:gd name="T24" fmla="*/ 2147483646 w 669"/>
                <a:gd name="T25" fmla="*/ 2147483646 h 2854"/>
                <a:gd name="T26" fmla="*/ 2147483646 w 669"/>
                <a:gd name="T27" fmla="*/ 2147483646 h 2854"/>
                <a:gd name="T28" fmla="*/ 2147483646 w 669"/>
                <a:gd name="T29" fmla="*/ 2147483646 h 2854"/>
                <a:gd name="T30" fmla="*/ 2147483646 w 669"/>
                <a:gd name="T31" fmla="*/ 2147483646 h 2854"/>
                <a:gd name="T32" fmla="*/ 0 w 669"/>
                <a:gd name="T33" fmla="*/ 2147483646 h 2854"/>
                <a:gd name="T34" fmla="*/ 2147483646 w 669"/>
                <a:gd name="T35" fmla="*/ 2147483646 h 2854"/>
                <a:gd name="T36" fmla="*/ 2147483646 w 669"/>
                <a:gd name="T37" fmla="*/ 2147483646 h 2854"/>
                <a:gd name="T38" fmla="*/ 2147483646 w 669"/>
                <a:gd name="T39" fmla="*/ 2147483646 h 2854"/>
                <a:gd name="T40" fmla="*/ 2147483646 w 669"/>
                <a:gd name="T41" fmla="*/ 2147483646 h 2854"/>
                <a:gd name="T42" fmla="*/ 2147483646 w 669"/>
                <a:gd name="T43" fmla="*/ 2147483646 h 2854"/>
                <a:gd name="T44" fmla="*/ 2147483646 w 669"/>
                <a:gd name="T45" fmla="*/ 2147483646 h 2854"/>
                <a:gd name="T46" fmla="*/ 2147483646 w 669"/>
                <a:gd name="T47" fmla="*/ 2147483646 h 2854"/>
                <a:gd name="T48" fmla="*/ 2147483646 w 669"/>
                <a:gd name="T49" fmla="*/ 2147483646 h 2854"/>
                <a:gd name="T50" fmla="*/ 2147483646 w 669"/>
                <a:gd name="T51" fmla="*/ 2147483646 h 2854"/>
                <a:gd name="T52" fmla="*/ 2147483646 w 669"/>
                <a:gd name="T53" fmla="*/ 2147483646 h 2854"/>
                <a:gd name="T54" fmla="*/ 2147483646 w 669"/>
                <a:gd name="T55" fmla="*/ 2147483646 h 2854"/>
                <a:gd name="T56" fmla="*/ 2147483646 w 669"/>
                <a:gd name="T57" fmla="*/ 2147483646 h 2854"/>
                <a:gd name="T58" fmla="*/ 2147483646 w 669"/>
                <a:gd name="T59" fmla="*/ 2147483646 h 2854"/>
                <a:gd name="T60" fmla="*/ 2147483646 w 669"/>
                <a:gd name="T61" fmla="*/ 2147483646 h 2854"/>
                <a:gd name="T62" fmla="*/ 2147483646 w 669"/>
                <a:gd name="T63" fmla="*/ 2147483646 h 2854"/>
                <a:gd name="T64" fmla="*/ 2147483646 w 669"/>
                <a:gd name="T65" fmla="*/ 2147483646 h 285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69"/>
                <a:gd name="T100" fmla="*/ 0 h 2854"/>
                <a:gd name="T101" fmla="*/ 669 w 669"/>
                <a:gd name="T102" fmla="*/ 2854 h 2854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69" h="2854">
                  <a:moveTo>
                    <a:pt x="669" y="0"/>
                  </a:moveTo>
                  <a:lnTo>
                    <a:pt x="580" y="69"/>
                  </a:lnTo>
                  <a:lnTo>
                    <a:pt x="498" y="145"/>
                  </a:lnTo>
                  <a:lnTo>
                    <a:pt x="424" y="226"/>
                  </a:lnTo>
                  <a:lnTo>
                    <a:pt x="355" y="312"/>
                  </a:lnTo>
                  <a:lnTo>
                    <a:pt x="294" y="403"/>
                  </a:lnTo>
                  <a:lnTo>
                    <a:pt x="238" y="500"/>
                  </a:lnTo>
                  <a:lnTo>
                    <a:pt x="189" y="600"/>
                  </a:lnTo>
                  <a:lnTo>
                    <a:pt x="147" y="703"/>
                  </a:lnTo>
                  <a:lnTo>
                    <a:pt x="110" y="809"/>
                  </a:lnTo>
                  <a:lnTo>
                    <a:pt x="78" y="918"/>
                  </a:lnTo>
                  <a:lnTo>
                    <a:pt x="52" y="1028"/>
                  </a:lnTo>
                  <a:lnTo>
                    <a:pt x="32" y="1139"/>
                  </a:lnTo>
                  <a:lnTo>
                    <a:pt x="16" y="1252"/>
                  </a:lnTo>
                  <a:lnTo>
                    <a:pt x="6" y="1364"/>
                  </a:lnTo>
                  <a:lnTo>
                    <a:pt x="1" y="1476"/>
                  </a:lnTo>
                  <a:lnTo>
                    <a:pt x="0" y="1588"/>
                  </a:lnTo>
                  <a:lnTo>
                    <a:pt x="4" y="1699"/>
                  </a:lnTo>
                  <a:lnTo>
                    <a:pt x="12" y="1807"/>
                  </a:lnTo>
                  <a:lnTo>
                    <a:pt x="25" y="1913"/>
                  </a:lnTo>
                  <a:lnTo>
                    <a:pt x="41" y="2017"/>
                  </a:lnTo>
                  <a:lnTo>
                    <a:pt x="61" y="2117"/>
                  </a:lnTo>
                  <a:lnTo>
                    <a:pt x="86" y="2214"/>
                  </a:lnTo>
                  <a:lnTo>
                    <a:pt x="114" y="2306"/>
                  </a:lnTo>
                  <a:lnTo>
                    <a:pt x="144" y="2393"/>
                  </a:lnTo>
                  <a:lnTo>
                    <a:pt x="179" y="2475"/>
                  </a:lnTo>
                  <a:lnTo>
                    <a:pt x="216" y="2551"/>
                  </a:lnTo>
                  <a:lnTo>
                    <a:pt x="257" y="2621"/>
                  </a:lnTo>
                  <a:lnTo>
                    <a:pt x="299" y="2683"/>
                  </a:lnTo>
                  <a:lnTo>
                    <a:pt x="344" y="2739"/>
                  </a:lnTo>
                  <a:lnTo>
                    <a:pt x="393" y="2786"/>
                  </a:lnTo>
                  <a:lnTo>
                    <a:pt x="444" y="2825"/>
                  </a:lnTo>
                  <a:lnTo>
                    <a:pt x="495" y="2854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29" name="Rectangle 62">
              <a:extLst>
                <a:ext uri="{FF2B5EF4-FFF2-40B4-BE49-F238E27FC236}">
                  <a16:creationId xmlns:a16="http://schemas.microsoft.com/office/drawing/2014/main" id="{9BA15512-C8BC-4F51-BB24-1B82221D68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9400" y="2881313"/>
              <a:ext cx="4381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30" name="Freeform 63">
              <a:extLst>
                <a:ext uri="{FF2B5EF4-FFF2-40B4-BE49-F238E27FC236}">
                  <a16:creationId xmlns:a16="http://schemas.microsoft.com/office/drawing/2014/main" id="{530180CC-037F-42A6-994B-0B912285A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250" y="4794250"/>
              <a:ext cx="125413" cy="84138"/>
            </a:xfrm>
            <a:custGeom>
              <a:avLst/>
              <a:gdLst>
                <a:gd name="T0" fmla="*/ 2147483646 w 159"/>
                <a:gd name="T1" fmla="*/ 0 h 106"/>
                <a:gd name="T2" fmla="*/ 0 w 159"/>
                <a:gd name="T3" fmla="*/ 2147483646 h 106"/>
                <a:gd name="T4" fmla="*/ 2147483646 w 159"/>
                <a:gd name="T5" fmla="*/ 2147483646 h 106"/>
                <a:gd name="T6" fmla="*/ 2147483646 w 159"/>
                <a:gd name="T7" fmla="*/ 2147483646 h 106"/>
                <a:gd name="T8" fmla="*/ 2147483646 w 159"/>
                <a:gd name="T9" fmla="*/ 0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106"/>
                <a:gd name="T17" fmla="*/ 159 w 159"/>
                <a:gd name="T18" fmla="*/ 106 h 1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106">
                  <a:moveTo>
                    <a:pt x="133" y="0"/>
                  </a:moveTo>
                  <a:lnTo>
                    <a:pt x="0" y="106"/>
                  </a:lnTo>
                  <a:lnTo>
                    <a:pt x="159" y="53"/>
                  </a:lnTo>
                  <a:lnTo>
                    <a:pt x="133" y="26"/>
                  </a:lnTo>
                  <a:lnTo>
                    <a:pt x="133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31" name="Freeform 64">
              <a:extLst>
                <a:ext uri="{FF2B5EF4-FFF2-40B4-BE49-F238E27FC236}">
                  <a16:creationId xmlns:a16="http://schemas.microsoft.com/office/drawing/2014/main" id="{F68280CA-F2F3-4131-96D5-E3EF3FAAF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963" y="1125538"/>
              <a:ext cx="1223962" cy="3687762"/>
            </a:xfrm>
            <a:custGeom>
              <a:avLst/>
              <a:gdLst>
                <a:gd name="T0" fmla="*/ 0 w 1543"/>
                <a:gd name="T1" fmla="*/ 0 h 4648"/>
                <a:gd name="T2" fmla="*/ 2147483646 w 1543"/>
                <a:gd name="T3" fmla="*/ 2147483646 h 4648"/>
                <a:gd name="T4" fmla="*/ 2147483646 w 1543"/>
                <a:gd name="T5" fmla="*/ 2147483646 h 4648"/>
                <a:gd name="T6" fmla="*/ 2147483646 w 1543"/>
                <a:gd name="T7" fmla="*/ 2147483646 h 4648"/>
                <a:gd name="T8" fmla="*/ 2147483646 w 1543"/>
                <a:gd name="T9" fmla="*/ 2147483646 h 4648"/>
                <a:gd name="T10" fmla="*/ 2147483646 w 1543"/>
                <a:gd name="T11" fmla="*/ 2147483646 h 4648"/>
                <a:gd name="T12" fmla="*/ 2147483646 w 1543"/>
                <a:gd name="T13" fmla="*/ 2147483646 h 4648"/>
                <a:gd name="T14" fmla="*/ 2147483646 w 1543"/>
                <a:gd name="T15" fmla="*/ 2147483646 h 4648"/>
                <a:gd name="T16" fmla="*/ 2147483646 w 1543"/>
                <a:gd name="T17" fmla="*/ 2147483646 h 4648"/>
                <a:gd name="T18" fmla="*/ 2147483646 w 1543"/>
                <a:gd name="T19" fmla="*/ 2147483646 h 4648"/>
                <a:gd name="T20" fmla="*/ 2147483646 w 1543"/>
                <a:gd name="T21" fmla="*/ 2147483646 h 4648"/>
                <a:gd name="T22" fmla="*/ 2147483646 w 1543"/>
                <a:gd name="T23" fmla="*/ 2147483646 h 4648"/>
                <a:gd name="T24" fmla="*/ 2147483646 w 1543"/>
                <a:gd name="T25" fmla="*/ 2147483646 h 4648"/>
                <a:gd name="T26" fmla="*/ 2147483646 w 1543"/>
                <a:gd name="T27" fmla="*/ 2147483646 h 4648"/>
                <a:gd name="T28" fmla="*/ 2147483646 w 1543"/>
                <a:gd name="T29" fmla="*/ 2147483646 h 4648"/>
                <a:gd name="T30" fmla="*/ 2147483646 w 1543"/>
                <a:gd name="T31" fmla="*/ 2147483646 h 4648"/>
                <a:gd name="T32" fmla="*/ 2147483646 w 1543"/>
                <a:gd name="T33" fmla="*/ 2147483646 h 4648"/>
                <a:gd name="T34" fmla="*/ 2147483646 w 1543"/>
                <a:gd name="T35" fmla="*/ 2147483646 h 4648"/>
                <a:gd name="T36" fmla="*/ 2147483646 w 1543"/>
                <a:gd name="T37" fmla="*/ 2147483646 h 4648"/>
                <a:gd name="T38" fmla="*/ 2147483646 w 1543"/>
                <a:gd name="T39" fmla="*/ 2147483646 h 4648"/>
                <a:gd name="T40" fmla="*/ 2147483646 w 1543"/>
                <a:gd name="T41" fmla="*/ 2147483646 h 4648"/>
                <a:gd name="T42" fmla="*/ 2147483646 w 1543"/>
                <a:gd name="T43" fmla="*/ 2147483646 h 4648"/>
                <a:gd name="T44" fmla="*/ 2147483646 w 1543"/>
                <a:gd name="T45" fmla="*/ 2147483646 h 4648"/>
                <a:gd name="T46" fmla="*/ 2147483646 w 1543"/>
                <a:gd name="T47" fmla="*/ 2147483646 h 4648"/>
                <a:gd name="T48" fmla="*/ 2147483646 w 1543"/>
                <a:gd name="T49" fmla="*/ 2147483646 h 4648"/>
                <a:gd name="T50" fmla="*/ 2147483646 w 1543"/>
                <a:gd name="T51" fmla="*/ 2147483646 h 4648"/>
                <a:gd name="T52" fmla="*/ 2147483646 w 1543"/>
                <a:gd name="T53" fmla="*/ 2147483646 h 4648"/>
                <a:gd name="T54" fmla="*/ 2147483646 w 1543"/>
                <a:gd name="T55" fmla="*/ 2147483646 h 4648"/>
                <a:gd name="T56" fmla="*/ 2147483646 w 1543"/>
                <a:gd name="T57" fmla="*/ 2147483646 h 4648"/>
                <a:gd name="T58" fmla="*/ 2147483646 w 1543"/>
                <a:gd name="T59" fmla="*/ 2147483646 h 4648"/>
                <a:gd name="T60" fmla="*/ 2147483646 w 1543"/>
                <a:gd name="T61" fmla="*/ 2147483646 h 4648"/>
                <a:gd name="T62" fmla="*/ 2147483646 w 1543"/>
                <a:gd name="T63" fmla="*/ 2147483646 h 4648"/>
                <a:gd name="T64" fmla="*/ 2147483646 w 1543"/>
                <a:gd name="T65" fmla="*/ 2147483646 h 464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543"/>
                <a:gd name="T100" fmla="*/ 0 h 4648"/>
                <a:gd name="T101" fmla="*/ 1543 w 1543"/>
                <a:gd name="T102" fmla="*/ 4648 h 464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543" h="4648">
                  <a:moveTo>
                    <a:pt x="0" y="0"/>
                  </a:moveTo>
                  <a:lnTo>
                    <a:pt x="236" y="172"/>
                  </a:lnTo>
                  <a:lnTo>
                    <a:pt x="450" y="347"/>
                  </a:lnTo>
                  <a:lnTo>
                    <a:pt x="640" y="525"/>
                  </a:lnTo>
                  <a:lnTo>
                    <a:pt x="811" y="703"/>
                  </a:lnTo>
                  <a:lnTo>
                    <a:pt x="961" y="883"/>
                  </a:lnTo>
                  <a:lnTo>
                    <a:pt x="1091" y="1063"/>
                  </a:lnTo>
                  <a:lnTo>
                    <a:pt x="1203" y="1244"/>
                  </a:lnTo>
                  <a:lnTo>
                    <a:pt x="1297" y="1424"/>
                  </a:lnTo>
                  <a:lnTo>
                    <a:pt x="1376" y="1604"/>
                  </a:lnTo>
                  <a:lnTo>
                    <a:pt x="1438" y="1784"/>
                  </a:lnTo>
                  <a:lnTo>
                    <a:pt x="1484" y="1962"/>
                  </a:lnTo>
                  <a:lnTo>
                    <a:pt x="1516" y="2138"/>
                  </a:lnTo>
                  <a:lnTo>
                    <a:pt x="1536" y="2312"/>
                  </a:lnTo>
                  <a:lnTo>
                    <a:pt x="1543" y="2483"/>
                  </a:lnTo>
                  <a:lnTo>
                    <a:pt x="1537" y="2653"/>
                  </a:lnTo>
                  <a:lnTo>
                    <a:pt x="1521" y="2817"/>
                  </a:lnTo>
                  <a:lnTo>
                    <a:pt x="1496" y="2979"/>
                  </a:lnTo>
                  <a:lnTo>
                    <a:pt x="1460" y="3135"/>
                  </a:lnTo>
                  <a:lnTo>
                    <a:pt x="1417" y="3288"/>
                  </a:lnTo>
                  <a:lnTo>
                    <a:pt x="1366" y="3435"/>
                  </a:lnTo>
                  <a:lnTo>
                    <a:pt x="1309" y="3577"/>
                  </a:lnTo>
                  <a:lnTo>
                    <a:pt x="1246" y="3712"/>
                  </a:lnTo>
                  <a:lnTo>
                    <a:pt x="1178" y="3841"/>
                  </a:lnTo>
                  <a:lnTo>
                    <a:pt x="1107" y="3964"/>
                  </a:lnTo>
                  <a:lnTo>
                    <a:pt x="1031" y="4079"/>
                  </a:lnTo>
                  <a:lnTo>
                    <a:pt x="953" y="4187"/>
                  </a:lnTo>
                  <a:lnTo>
                    <a:pt x="875" y="4286"/>
                  </a:lnTo>
                  <a:lnTo>
                    <a:pt x="795" y="4377"/>
                  </a:lnTo>
                  <a:lnTo>
                    <a:pt x="716" y="4460"/>
                  </a:lnTo>
                  <a:lnTo>
                    <a:pt x="638" y="4533"/>
                  </a:lnTo>
                  <a:lnTo>
                    <a:pt x="561" y="4595"/>
                  </a:lnTo>
                  <a:lnTo>
                    <a:pt x="487" y="4648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32" name="Rectangle 65">
              <a:extLst>
                <a:ext uri="{FF2B5EF4-FFF2-40B4-BE49-F238E27FC236}">
                  <a16:creationId xmlns:a16="http://schemas.microsoft.com/office/drawing/2014/main" id="{5115E776-19DF-4C5B-B922-2DA1BF20BE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7200" y="2881313"/>
              <a:ext cx="4381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x0x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33" name="Freeform 66">
              <a:extLst>
                <a:ext uri="{FF2B5EF4-FFF2-40B4-BE49-F238E27FC236}">
                  <a16:creationId xmlns:a16="http://schemas.microsoft.com/office/drawing/2014/main" id="{758E90DC-1390-4A07-8BF8-4D0DD1736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463" y="1131888"/>
              <a:ext cx="104775" cy="106362"/>
            </a:xfrm>
            <a:custGeom>
              <a:avLst/>
              <a:gdLst>
                <a:gd name="T0" fmla="*/ 2147483646 w 133"/>
                <a:gd name="T1" fmla="*/ 2147483646 h 133"/>
                <a:gd name="T2" fmla="*/ 2147483646 w 133"/>
                <a:gd name="T3" fmla="*/ 0 h 133"/>
                <a:gd name="T4" fmla="*/ 0 w 133"/>
                <a:gd name="T5" fmla="*/ 2147483646 h 133"/>
                <a:gd name="T6" fmla="*/ 0 w 133"/>
                <a:gd name="T7" fmla="*/ 2147483646 h 133"/>
                <a:gd name="T8" fmla="*/ 2147483646 w 133"/>
                <a:gd name="T9" fmla="*/ 2147483646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3"/>
                <a:gd name="T16" fmla="*/ 0 h 133"/>
                <a:gd name="T17" fmla="*/ 133 w 133"/>
                <a:gd name="T18" fmla="*/ 133 h 1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3" h="133">
                  <a:moveTo>
                    <a:pt x="27" y="133"/>
                  </a:moveTo>
                  <a:lnTo>
                    <a:pt x="133" y="0"/>
                  </a:lnTo>
                  <a:lnTo>
                    <a:pt x="0" y="80"/>
                  </a:lnTo>
                  <a:lnTo>
                    <a:pt x="0" y="106"/>
                  </a:lnTo>
                  <a:lnTo>
                    <a:pt x="27" y="133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34" name="Freeform 67">
              <a:extLst>
                <a:ext uri="{FF2B5EF4-FFF2-40B4-BE49-F238E27FC236}">
                  <a16:creationId xmlns:a16="http://schemas.microsoft.com/office/drawing/2014/main" id="{35EAFEF9-70F3-4E3F-85E2-151E4B39E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675" y="1220788"/>
              <a:ext cx="1093788" cy="3684587"/>
            </a:xfrm>
            <a:custGeom>
              <a:avLst/>
              <a:gdLst>
                <a:gd name="T0" fmla="*/ 2147483646 w 1378"/>
                <a:gd name="T1" fmla="*/ 0 h 4642"/>
                <a:gd name="T2" fmla="*/ 2147483646 w 1378"/>
                <a:gd name="T3" fmla="*/ 2147483646 h 4642"/>
                <a:gd name="T4" fmla="*/ 2147483646 w 1378"/>
                <a:gd name="T5" fmla="*/ 2147483646 h 4642"/>
                <a:gd name="T6" fmla="*/ 2147483646 w 1378"/>
                <a:gd name="T7" fmla="*/ 2147483646 h 4642"/>
                <a:gd name="T8" fmla="*/ 2147483646 w 1378"/>
                <a:gd name="T9" fmla="*/ 2147483646 h 4642"/>
                <a:gd name="T10" fmla="*/ 2147483646 w 1378"/>
                <a:gd name="T11" fmla="*/ 2147483646 h 4642"/>
                <a:gd name="T12" fmla="*/ 2147483646 w 1378"/>
                <a:gd name="T13" fmla="*/ 2147483646 h 4642"/>
                <a:gd name="T14" fmla="*/ 2147483646 w 1378"/>
                <a:gd name="T15" fmla="*/ 2147483646 h 4642"/>
                <a:gd name="T16" fmla="*/ 2147483646 w 1378"/>
                <a:gd name="T17" fmla="*/ 2147483646 h 4642"/>
                <a:gd name="T18" fmla="*/ 2147483646 w 1378"/>
                <a:gd name="T19" fmla="*/ 2147483646 h 4642"/>
                <a:gd name="T20" fmla="*/ 2147483646 w 1378"/>
                <a:gd name="T21" fmla="*/ 2147483646 h 4642"/>
                <a:gd name="T22" fmla="*/ 2147483646 w 1378"/>
                <a:gd name="T23" fmla="*/ 2147483646 h 4642"/>
                <a:gd name="T24" fmla="*/ 0 w 1378"/>
                <a:gd name="T25" fmla="*/ 2147483646 h 4642"/>
                <a:gd name="T26" fmla="*/ 2147483646 w 1378"/>
                <a:gd name="T27" fmla="*/ 2147483646 h 4642"/>
                <a:gd name="T28" fmla="*/ 2147483646 w 1378"/>
                <a:gd name="T29" fmla="*/ 2147483646 h 4642"/>
                <a:gd name="T30" fmla="*/ 2147483646 w 1378"/>
                <a:gd name="T31" fmla="*/ 2147483646 h 4642"/>
                <a:gd name="T32" fmla="*/ 2147483646 w 1378"/>
                <a:gd name="T33" fmla="*/ 2147483646 h 4642"/>
                <a:gd name="T34" fmla="*/ 2147483646 w 1378"/>
                <a:gd name="T35" fmla="*/ 2147483646 h 4642"/>
                <a:gd name="T36" fmla="*/ 2147483646 w 1378"/>
                <a:gd name="T37" fmla="*/ 2147483646 h 4642"/>
                <a:gd name="T38" fmla="*/ 2147483646 w 1378"/>
                <a:gd name="T39" fmla="*/ 2147483646 h 4642"/>
                <a:gd name="T40" fmla="*/ 2147483646 w 1378"/>
                <a:gd name="T41" fmla="*/ 2147483646 h 4642"/>
                <a:gd name="T42" fmla="*/ 2147483646 w 1378"/>
                <a:gd name="T43" fmla="*/ 2147483646 h 4642"/>
                <a:gd name="T44" fmla="*/ 2147483646 w 1378"/>
                <a:gd name="T45" fmla="*/ 2147483646 h 4642"/>
                <a:gd name="T46" fmla="*/ 2147483646 w 1378"/>
                <a:gd name="T47" fmla="*/ 2147483646 h 4642"/>
                <a:gd name="T48" fmla="*/ 2147483646 w 1378"/>
                <a:gd name="T49" fmla="*/ 2147483646 h 4642"/>
                <a:gd name="T50" fmla="*/ 2147483646 w 1378"/>
                <a:gd name="T51" fmla="*/ 2147483646 h 4642"/>
                <a:gd name="T52" fmla="*/ 2147483646 w 1378"/>
                <a:gd name="T53" fmla="*/ 2147483646 h 4642"/>
                <a:gd name="T54" fmla="*/ 2147483646 w 1378"/>
                <a:gd name="T55" fmla="*/ 2147483646 h 4642"/>
                <a:gd name="T56" fmla="*/ 2147483646 w 1378"/>
                <a:gd name="T57" fmla="*/ 2147483646 h 4642"/>
                <a:gd name="T58" fmla="*/ 2147483646 w 1378"/>
                <a:gd name="T59" fmla="*/ 2147483646 h 4642"/>
                <a:gd name="T60" fmla="*/ 2147483646 w 1378"/>
                <a:gd name="T61" fmla="*/ 2147483646 h 4642"/>
                <a:gd name="T62" fmla="*/ 2147483646 w 1378"/>
                <a:gd name="T63" fmla="*/ 2147483646 h 4642"/>
                <a:gd name="T64" fmla="*/ 2147483646 w 1378"/>
                <a:gd name="T65" fmla="*/ 2147483646 h 464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378"/>
                <a:gd name="T100" fmla="*/ 0 h 4642"/>
                <a:gd name="T101" fmla="*/ 1378 w 1378"/>
                <a:gd name="T102" fmla="*/ 4642 h 464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378" h="4642">
                  <a:moveTo>
                    <a:pt x="1378" y="0"/>
                  </a:moveTo>
                  <a:lnTo>
                    <a:pt x="1141" y="181"/>
                  </a:lnTo>
                  <a:lnTo>
                    <a:pt x="929" y="366"/>
                  </a:lnTo>
                  <a:lnTo>
                    <a:pt x="742" y="551"/>
                  </a:lnTo>
                  <a:lnTo>
                    <a:pt x="579" y="738"/>
                  </a:lnTo>
                  <a:lnTo>
                    <a:pt x="438" y="928"/>
                  </a:lnTo>
                  <a:lnTo>
                    <a:pt x="319" y="1116"/>
                  </a:lnTo>
                  <a:lnTo>
                    <a:pt x="221" y="1306"/>
                  </a:lnTo>
                  <a:lnTo>
                    <a:pt x="142" y="1495"/>
                  </a:lnTo>
                  <a:lnTo>
                    <a:pt x="82" y="1683"/>
                  </a:lnTo>
                  <a:lnTo>
                    <a:pt x="38" y="1870"/>
                  </a:lnTo>
                  <a:lnTo>
                    <a:pt x="12" y="2055"/>
                  </a:lnTo>
                  <a:lnTo>
                    <a:pt x="0" y="2237"/>
                  </a:lnTo>
                  <a:lnTo>
                    <a:pt x="1" y="2418"/>
                  </a:lnTo>
                  <a:lnTo>
                    <a:pt x="16" y="2594"/>
                  </a:lnTo>
                  <a:lnTo>
                    <a:pt x="44" y="2766"/>
                  </a:lnTo>
                  <a:lnTo>
                    <a:pt x="81" y="2935"/>
                  </a:lnTo>
                  <a:lnTo>
                    <a:pt x="127" y="3099"/>
                  </a:lnTo>
                  <a:lnTo>
                    <a:pt x="183" y="3257"/>
                  </a:lnTo>
                  <a:lnTo>
                    <a:pt x="245" y="3409"/>
                  </a:lnTo>
                  <a:lnTo>
                    <a:pt x="314" y="3556"/>
                  </a:lnTo>
                  <a:lnTo>
                    <a:pt x="388" y="3696"/>
                  </a:lnTo>
                  <a:lnTo>
                    <a:pt x="466" y="3828"/>
                  </a:lnTo>
                  <a:lnTo>
                    <a:pt x="547" y="3953"/>
                  </a:lnTo>
                  <a:lnTo>
                    <a:pt x="631" y="4068"/>
                  </a:lnTo>
                  <a:lnTo>
                    <a:pt x="714" y="4176"/>
                  </a:lnTo>
                  <a:lnTo>
                    <a:pt x="797" y="4275"/>
                  </a:lnTo>
                  <a:lnTo>
                    <a:pt x="880" y="4362"/>
                  </a:lnTo>
                  <a:lnTo>
                    <a:pt x="960" y="4441"/>
                  </a:lnTo>
                  <a:lnTo>
                    <a:pt x="1036" y="4508"/>
                  </a:lnTo>
                  <a:lnTo>
                    <a:pt x="1107" y="4565"/>
                  </a:lnTo>
                  <a:lnTo>
                    <a:pt x="1174" y="4609"/>
                  </a:lnTo>
                  <a:lnTo>
                    <a:pt x="1232" y="4642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35" name="Rectangle 68">
              <a:extLst>
                <a:ext uri="{FF2B5EF4-FFF2-40B4-BE49-F238E27FC236}">
                  <a16:creationId xmlns:a16="http://schemas.microsoft.com/office/drawing/2014/main" id="{3C162B2D-1826-4513-8271-1B12E5370E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65788" y="4191000"/>
              <a:ext cx="4381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36" name="Freeform 69">
              <a:extLst>
                <a:ext uri="{FF2B5EF4-FFF2-40B4-BE49-F238E27FC236}">
                  <a16:creationId xmlns:a16="http://schemas.microsoft.com/office/drawing/2014/main" id="{5A2596B5-D2F5-419F-BDAE-4511E4452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650" y="1406525"/>
              <a:ext cx="63500" cy="125413"/>
            </a:xfrm>
            <a:custGeom>
              <a:avLst/>
              <a:gdLst>
                <a:gd name="T0" fmla="*/ 2147483646 w 79"/>
                <a:gd name="T1" fmla="*/ 2147483646 h 159"/>
                <a:gd name="T2" fmla="*/ 2147483646 w 79"/>
                <a:gd name="T3" fmla="*/ 0 h 159"/>
                <a:gd name="T4" fmla="*/ 0 w 79"/>
                <a:gd name="T5" fmla="*/ 2147483646 h 159"/>
                <a:gd name="T6" fmla="*/ 2147483646 w 79"/>
                <a:gd name="T7" fmla="*/ 2147483646 h 159"/>
                <a:gd name="T8" fmla="*/ 2147483646 w 79"/>
                <a:gd name="T9" fmla="*/ 2147483646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9"/>
                <a:gd name="T16" fmla="*/ 0 h 159"/>
                <a:gd name="T17" fmla="*/ 79 w 79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9" h="159">
                  <a:moveTo>
                    <a:pt x="79" y="159"/>
                  </a:moveTo>
                  <a:lnTo>
                    <a:pt x="79" y="0"/>
                  </a:lnTo>
                  <a:lnTo>
                    <a:pt x="0" y="159"/>
                  </a:lnTo>
                  <a:lnTo>
                    <a:pt x="26" y="159"/>
                  </a:lnTo>
                  <a:lnTo>
                    <a:pt x="79" y="159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37" name="Freeform 70">
              <a:extLst>
                <a:ext uri="{FF2B5EF4-FFF2-40B4-BE49-F238E27FC236}">
                  <a16:creationId xmlns:a16="http://schemas.microsoft.com/office/drawing/2014/main" id="{AECB3BDA-4872-4714-B48C-AAAD8B046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350" y="1539875"/>
              <a:ext cx="34925" cy="485775"/>
            </a:xfrm>
            <a:custGeom>
              <a:avLst/>
              <a:gdLst>
                <a:gd name="T0" fmla="*/ 2147483646 w 46"/>
                <a:gd name="T1" fmla="*/ 0 h 613"/>
                <a:gd name="T2" fmla="*/ 2147483646 w 46"/>
                <a:gd name="T3" fmla="*/ 2147483646 h 613"/>
                <a:gd name="T4" fmla="*/ 2147483646 w 46"/>
                <a:gd name="T5" fmla="*/ 2147483646 h 613"/>
                <a:gd name="T6" fmla="*/ 2147483646 w 46"/>
                <a:gd name="T7" fmla="*/ 2147483646 h 613"/>
                <a:gd name="T8" fmla="*/ 2147483646 w 46"/>
                <a:gd name="T9" fmla="*/ 2147483646 h 613"/>
                <a:gd name="T10" fmla="*/ 2147483646 w 46"/>
                <a:gd name="T11" fmla="*/ 2147483646 h 613"/>
                <a:gd name="T12" fmla="*/ 2147483646 w 46"/>
                <a:gd name="T13" fmla="*/ 2147483646 h 613"/>
                <a:gd name="T14" fmla="*/ 2147483646 w 46"/>
                <a:gd name="T15" fmla="*/ 2147483646 h 613"/>
                <a:gd name="T16" fmla="*/ 0 w 46"/>
                <a:gd name="T17" fmla="*/ 2147483646 h 613"/>
                <a:gd name="T18" fmla="*/ 0 w 46"/>
                <a:gd name="T19" fmla="*/ 2147483646 h 613"/>
                <a:gd name="T20" fmla="*/ 0 w 46"/>
                <a:gd name="T21" fmla="*/ 2147483646 h 613"/>
                <a:gd name="T22" fmla="*/ 0 w 46"/>
                <a:gd name="T23" fmla="*/ 2147483646 h 613"/>
                <a:gd name="T24" fmla="*/ 2147483646 w 46"/>
                <a:gd name="T25" fmla="*/ 2147483646 h 613"/>
                <a:gd name="T26" fmla="*/ 2147483646 w 46"/>
                <a:gd name="T27" fmla="*/ 2147483646 h 613"/>
                <a:gd name="T28" fmla="*/ 2147483646 w 46"/>
                <a:gd name="T29" fmla="*/ 2147483646 h 613"/>
                <a:gd name="T30" fmla="*/ 2147483646 w 46"/>
                <a:gd name="T31" fmla="*/ 2147483646 h 613"/>
                <a:gd name="T32" fmla="*/ 2147483646 w 46"/>
                <a:gd name="T33" fmla="*/ 2147483646 h 613"/>
                <a:gd name="T34" fmla="*/ 2147483646 w 46"/>
                <a:gd name="T35" fmla="*/ 2147483646 h 613"/>
                <a:gd name="T36" fmla="*/ 2147483646 w 46"/>
                <a:gd name="T37" fmla="*/ 2147483646 h 613"/>
                <a:gd name="T38" fmla="*/ 2147483646 w 46"/>
                <a:gd name="T39" fmla="*/ 2147483646 h 613"/>
                <a:gd name="T40" fmla="*/ 2147483646 w 46"/>
                <a:gd name="T41" fmla="*/ 2147483646 h 613"/>
                <a:gd name="T42" fmla="*/ 2147483646 w 46"/>
                <a:gd name="T43" fmla="*/ 2147483646 h 613"/>
                <a:gd name="T44" fmla="*/ 2147483646 w 46"/>
                <a:gd name="T45" fmla="*/ 2147483646 h 613"/>
                <a:gd name="T46" fmla="*/ 2147483646 w 46"/>
                <a:gd name="T47" fmla="*/ 2147483646 h 613"/>
                <a:gd name="T48" fmla="*/ 2147483646 w 46"/>
                <a:gd name="T49" fmla="*/ 2147483646 h 613"/>
                <a:gd name="T50" fmla="*/ 2147483646 w 46"/>
                <a:gd name="T51" fmla="*/ 2147483646 h 613"/>
                <a:gd name="T52" fmla="*/ 2147483646 w 46"/>
                <a:gd name="T53" fmla="*/ 2147483646 h 613"/>
                <a:gd name="T54" fmla="*/ 2147483646 w 46"/>
                <a:gd name="T55" fmla="*/ 2147483646 h 613"/>
                <a:gd name="T56" fmla="*/ 2147483646 w 46"/>
                <a:gd name="T57" fmla="*/ 2147483646 h 613"/>
                <a:gd name="T58" fmla="*/ 2147483646 w 46"/>
                <a:gd name="T59" fmla="*/ 2147483646 h 613"/>
                <a:gd name="T60" fmla="*/ 2147483646 w 46"/>
                <a:gd name="T61" fmla="*/ 2147483646 h 613"/>
                <a:gd name="T62" fmla="*/ 2147483646 w 46"/>
                <a:gd name="T63" fmla="*/ 2147483646 h 613"/>
                <a:gd name="T64" fmla="*/ 2147483646 w 46"/>
                <a:gd name="T65" fmla="*/ 2147483646 h 61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46"/>
                <a:gd name="T100" fmla="*/ 0 h 613"/>
                <a:gd name="T101" fmla="*/ 46 w 46"/>
                <a:gd name="T102" fmla="*/ 613 h 61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46" h="613">
                  <a:moveTo>
                    <a:pt x="20" y="0"/>
                  </a:moveTo>
                  <a:lnTo>
                    <a:pt x="16" y="19"/>
                  </a:lnTo>
                  <a:lnTo>
                    <a:pt x="12" y="38"/>
                  </a:lnTo>
                  <a:lnTo>
                    <a:pt x="10" y="56"/>
                  </a:lnTo>
                  <a:lnTo>
                    <a:pt x="7" y="75"/>
                  </a:lnTo>
                  <a:lnTo>
                    <a:pt x="4" y="95"/>
                  </a:lnTo>
                  <a:lnTo>
                    <a:pt x="3" y="113"/>
                  </a:lnTo>
                  <a:lnTo>
                    <a:pt x="2" y="133"/>
                  </a:lnTo>
                  <a:lnTo>
                    <a:pt x="0" y="153"/>
                  </a:lnTo>
                  <a:lnTo>
                    <a:pt x="0" y="171"/>
                  </a:lnTo>
                  <a:lnTo>
                    <a:pt x="0" y="191"/>
                  </a:lnTo>
                  <a:lnTo>
                    <a:pt x="0" y="211"/>
                  </a:lnTo>
                  <a:lnTo>
                    <a:pt x="2" y="231"/>
                  </a:lnTo>
                  <a:lnTo>
                    <a:pt x="2" y="251"/>
                  </a:lnTo>
                  <a:lnTo>
                    <a:pt x="3" y="271"/>
                  </a:lnTo>
                  <a:lnTo>
                    <a:pt x="4" y="289"/>
                  </a:lnTo>
                  <a:lnTo>
                    <a:pt x="6" y="309"/>
                  </a:lnTo>
                  <a:lnTo>
                    <a:pt x="8" y="329"/>
                  </a:lnTo>
                  <a:lnTo>
                    <a:pt x="10" y="349"/>
                  </a:lnTo>
                  <a:lnTo>
                    <a:pt x="12" y="369"/>
                  </a:lnTo>
                  <a:lnTo>
                    <a:pt x="15" y="389"/>
                  </a:lnTo>
                  <a:lnTo>
                    <a:pt x="18" y="407"/>
                  </a:lnTo>
                  <a:lnTo>
                    <a:pt x="20" y="427"/>
                  </a:lnTo>
                  <a:lnTo>
                    <a:pt x="23" y="446"/>
                  </a:lnTo>
                  <a:lnTo>
                    <a:pt x="26" y="466"/>
                  </a:lnTo>
                  <a:lnTo>
                    <a:pt x="28" y="484"/>
                  </a:lnTo>
                  <a:lnTo>
                    <a:pt x="31" y="503"/>
                  </a:lnTo>
                  <a:lnTo>
                    <a:pt x="34" y="521"/>
                  </a:lnTo>
                  <a:lnTo>
                    <a:pt x="36" y="540"/>
                  </a:lnTo>
                  <a:lnTo>
                    <a:pt x="38" y="559"/>
                  </a:lnTo>
                  <a:lnTo>
                    <a:pt x="40" y="577"/>
                  </a:lnTo>
                  <a:lnTo>
                    <a:pt x="43" y="594"/>
                  </a:lnTo>
                  <a:lnTo>
                    <a:pt x="46" y="613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38" name="Rectangle 71">
              <a:extLst>
                <a:ext uri="{FF2B5EF4-FFF2-40B4-BE49-F238E27FC236}">
                  <a16:creationId xmlns:a16="http://schemas.microsoft.com/office/drawing/2014/main" id="{4D033518-FD0D-432F-B9FD-79B9BA4678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6213" y="4191000"/>
              <a:ext cx="4381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xx0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01378" name="Rectangle 2">
            <a:extLst>
              <a:ext uri="{FF2B5EF4-FFF2-40B4-BE49-F238E27FC236}">
                <a16:creationId xmlns:a16="http://schemas.microsoft.com/office/drawing/2014/main" id="{4430C51B-F76C-4365-BADB-A54F089F08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State diagram for the arbiter</a:t>
            </a:r>
          </a:p>
        </p:txBody>
      </p:sp>
      <p:cxnSp>
        <p:nvCxnSpPr>
          <p:cNvPr id="101379" name="Straight Arrow Connector 62">
            <a:extLst>
              <a:ext uri="{FF2B5EF4-FFF2-40B4-BE49-F238E27FC236}">
                <a16:creationId xmlns:a16="http://schemas.microsoft.com/office/drawing/2014/main" id="{367C8973-D7AE-47D4-BD2D-DF4CD60D2020}"/>
              </a:ext>
            </a:extLst>
          </p:cNvPr>
          <p:cNvCxnSpPr>
            <a:cxnSpLocks noChangeShapeType="1"/>
            <a:endCxn id="101425" idx="1"/>
          </p:cNvCxnSpPr>
          <p:nvPr/>
        </p:nvCxnSpPr>
        <p:spPr bwMode="auto">
          <a:xfrm>
            <a:off x="2032000" y="2181225"/>
            <a:ext cx="1692275" cy="401638"/>
          </a:xfrm>
          <a:prstGeom prst="straightConnector1">
            <a:avLst/>
          </a:prstGeom>
          <a:noFill/>
          <a:ln w="25400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1380" name="TextBox 63">
            <a:extLst>
              <a:ext uri="{FF2B5EF4-FFF2-40B4-BE49-F238E27FC236}">
                <a16:creationId xmlns:a16="http://schemas.microsoft.com/office/drawing/2014/main" id="{ADBE733F-28CA-4761-AA43-3E8D5F980D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914400"/>
            <a:ext cx="2954338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Each device must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release the resource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after it is done using it</a:t>
            </a:r>
          </a:p>
        </p:txBody>
      </p:sp>
      <p:cxnSp>
        <p:nvCxnSpPr>
          <p:cNvPr id="101381" name="Straight Arrow Connector 65">
            <a:extLst>
              <a:ext uri="{FF2B5EF4-FFF2-40B4-BE49-F238E27FC236}">
                <a16:creationId xmlns:a16="http://schemas.microsoft.com/office/drawing/2014/main" id="{F6F80284-D6DA-4C74-9859-EFD559469260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1828800" y="2209800"/>
            <a:ext cx="1295400" cy="1530350"/>
          </a:xfrm>
          <a:prstGeom prst="straightConnector1">
            <a:avLst/>
          </a:prstGeom>
          <a:noFill/>
          <a:ln w="25400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1382" name="Straight Arrow Connector 66">
            <a:extLst>
              <a:ext uri="{FF2B5EF4-FFF2-40B4-BE49-F238E27FC236}">
                <a16:creationId xmlns:a16="http://schemas.microsoft.com/office/drawing/2014/main" id="{4277C15C-9D94-41BC-8DB5-B1C5C950AE4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1568450" y="2330450"/>
            <a:ext cx="1098550" cy="2698750"/>
          </a:xfrm>
          <a:prstGeom prst="straightConnector1">
            <a:avLst/>
          </a:prstGeom>
          <a:noFill/>
          <a:ln w="25400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401" name="Group 1">
            <a:extLst>
              <a:ext uri="{FF2B5EF4-FFF2-40B4-BE49-F238E27FC236}">
                <a16:creationId xmlns:a16="http://schemas.microsoft.com/office/drawing/2014/main" id="{F45A8015-510A-4E67-AEE2-9C51C79F4D87}"/>
              </a:ext>
            </a:extLst>
          </p:cNvPr>
          <p:cNvGrpSpPr>
            <a:grpSpLocks/>
          </p:cNvGrpSpPr>
          <p:nvPr/>
        </p:nvGrpSpPr>
        <p:grpSpPr bwMode="auto">
          <a:xfrm>
            <a:off x="2819400" y="1066800"/>
            <a:ext cx="3570288" cy="5492750"/>
            <a:chOff x="2832100" y="415925"/>
            <a:chExt cx="3570288" cy="5492750"/>
          </a:xfrm>
        </p:grpSpPr>
        <p:sp>
          <p:nvSpPr>
            <p:cNvPr id="102404" name="Freeform 4">
              <a:extLst>
                <a:ext uri="{FF2B5EF4-FFF2-40B4-BE49-F238E27FC236}">
                  <a16:creationId xmlns:a16="http://schemas.microsoft.com/office/drawing/2014/main" id="{F7C9C8D3-8C94-4F6D-9D7B-233987D8F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475" y="5359400"/>
              <a:ext cx="106363" cy="106363"/>
            </a:xfrm>
            <a:custGeom>
              <a:avLst/>
              <a:gdLst>
                <a:gd name="T0" fmla="*/ 2147483646 w 133"/>
                <a:gd name="T1" fmla="*/ 2147483646 h 133"/>
                <a:gd name="T2" fmla="*/ 0 w 133"/>
                <a:gd name="T3" fmla="*/ 0 h 133"/>
                <a:gd name="T4" fmla="*/ 2147483646 w 133"/>
                <a:gd name="T5" fmla="*/ 2147483646 h 133"/>
                <a:gd name="T6" fmla="*/ 2147483646 w 133"/>
                <a:gd name="T7" fmla="*/ 2147483646 h 133"/>
                <a:gd name="T8" fmla="*/ 2147483646 w 133"/>
                <a:gd name="T9" fmla="*/ 2147483646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3"/>
                <a:gd name="T16" fmla="*/ 0 h 133"/>
                <a:gd name="T17" fmla="*/ 133 w 133"/>
                <a:gd name="T18" fmla="*/ 133 h 1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3" h="133">
                  <a:moveTo>
                    <a:pt x="133" y="79"/>
                  </a:moveTo>
                  <a:lnTo>
                    <a:pt x="0" y="0"/>
                  </a:lnTo>
                  <a:lnTo>
                    <a:pt x="80" y="133"/>
                  </a:lnTo>
                  <a:lnTo>
                    <a:pt x="107" y="106"/>
                  </a:lnTo>
                  <a:lnTo>
                    <a:pt x="133" y="79"/>
                  </a:lnTo>
                  <a:close/>
                </a:path>
              </a:pathLst>
            </a:custGeom>
            <a:solidFill>
              <a:schemeClr val="tx1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05" name="Freeform 7">
              <a:extLst>
                <a:ext uri="{FF2B5EF4-FFF2-40B4-BE49-F238E27FC236}">
                  <a16:creationId xmlns:a16="http://schemas.microsoft.com/office/drawing/2014/main" id="{C4B8E9AF-4DBE-4300-889B-E38355533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338" y="5295900"/>
              <a:ext cx="592137" cy="612775"/>
            </a:xfrm>
            <a:custGeom>
              <a:avLst/>
              <a:gdLst>
                <a:gd name="T0" fmla="*/ 0 w 745"/>
                <a:gd name="T1" fmla="*/ 2147483646 h 772"/>
                <a:gd name="T2" fmla="*/ 2147483646 w 745"/>
                <a:gd name="T3" fmla="*/ 2147483646 h 772"/>
                <a:gd name="T4" fmla="*/ 2147483646 w 745"/>
                <a:gd name="T5" fmla="*/ 2147483646 h 772"/>
                <a:gd name="T6" fmla="*/ 2147483646 w 745"/>
                <a:gd name="T7" fmla="*/ 2147483646 h 772"/>
                <a:gd name="T8" fmla="*/ 2147483646 w 745"/>
                <a:gd name="T9" fmla="*/ 2147483646 h 772"/>
                <a:gd name="T10" fmla="*/ 2147483646 w 745"/>
                <a:gd name="T11" fmla="*/ 2147483646 h 772"/>
                <a:gd name="T12" fmla="*/ 2147483646 w 745"/>
                <a:gd name="T13" fmla="*/ 2147483646 h 772"/>
                <a:gd name="T14" fmla="*/ 2147483646 w 745"/>
                <a:gd name="T15" fmla="*/ 2147483646 h 772"/>
                <a:gd name="T16" fmla="*/ 2147483646 w 745"/>
                <a:gd name="T17" fmla="*/ 2147483646 h 772"/>
                <a:gd name="T18" fmla="*/ 2147483646 w 745"/>
                <a:gd name="T19" fmla="*/ 2147483646 h 772"/>
                <a:gd name="T20" fmla="*/ 2147483646 w 745"/>
                <a:gd name="T21" fmla="*/ 0 h 772"/>
                <a:gd name="T22" fmla="*/ 2147483646 w 745"/>
                <a:gd name="T23" fmla="*/ 0 h 772"/>
                <a:gd name="T24" fmla="*/ 2147483646 w 745"/>
                <a:gd name="T25" fmla="*/ 2147483646 h 772"/>
                <a:gd name="T26" fmla="*/ 2147483646 w 745"/>
                <a:gd name="T27" fmla="*/ 2147483646 h 772"/>
                <a:gd name="T28" fmla="*/ 2147483646 w 745"/>
                <a:gd name="T29" fmla="*/ 2147483646 h 772"/>
                <a:gd name="T30" fmla="*/ 2147483646 w 745"/>
                <a:gd name="T31" fmla="*/ 2147483646 h 772"/>
                <a:gd name="T32" fmla="*/ 2147483646 w 745"/>
                <a:gd name="T33" fmla="*/ 2147483646 h 772"/>
                <a:gd name="T34" fmla="*/ 2147483646 w 745"/>
                <a:gd name="T35" fmla="*/ 2147483646 h 772"/>
                <a:gd name="T36" fmla="*/ 2147483646 w 745"/>
                <a:gd name="T37" fmla="*/ 2147483646 h 772"/>
                <a:gd name="T38" fmla="*/ 2147483646 w 745"/>
                <a:gd name="T39" fmla="*/ 2147483646 h 772"/>
                <a:gd name="T40" fmla="*/ 2147483646 w 745"/>
                <a:gd name="T41" fmla="*/ 2147483646 h 772"/>
                <a:gd name="T42" fmla="*/ 2147483646 w 745"/>
                <a:gd name="T43" fmla="*/ 2147483646 h 772"/>
                <a:gd name="T44" fmla="*/ 2147483646 w 745"/>
                <a:gd name="T45" fmla="*/ 2147483646 h 772"/>
                <a:gd name="T46" fmla="*/ 2147483646 w 745"/>
                <a:gd name="T47" fmla="*/ 2147483646 h 772"/>
                <a:gd name="T48" fmla="*/ 2147483646 w 745"/>
                <a:gd name="T49" fmla="*/ 2147483646 h 772"/>
                <a:gd name="T50" fmla="*/ 2147483646 w 745"/>
                <a:gd name="T51" fmla="*/ 2147483646 h 772"/>
                <a:gd name="T52" fmla="*/ 2147483646 w 745"/>
                <a:gd name="T53" fmla="*/ 2147483646 h 772"/>
                <a:gd name="T54" fmla="*/ 2147483646 w 745"/>
                <a:gd name="T55" fmla="*/ 2147483646 h 772"/>
                <a:gd name="T56" fmla="*/ 2147483646 w 745"/>
                <a:gd name="T57" fmla="*/ 2147483646 h 772"/>
                <a:gd name="T58" fmla="*/ 2147483646 w 745"/>
                <a:gd name="T59" fmla="*/ 2147483646 h 772"/>
                <a:gd name="T60" fmla="*/ 2147483646 w 745"/>
                <a:gd name="T61" fmla="*/ 2147483646 h 772"/>
                <a:gd name="T62" fmla="*/ 2147483646 w 745"/>
                <a:gd name="T63" fmla="*/ 2147483646 h 772"/>
                <a:gd name="T64" fmla="*/ 2147483646 w 745"/>
                <a:gd name="T65" fmla="*/ 2147483646 h 772"/>
                <a:gd name="T66" fmla="*/ 2147483646 w 745"/>
                <a:gd name="T67" fmla="*/ 2147483646 h 772"/>
                <a:gd name="T68" fmla="*/ 2147483646 w 745"/>
                <a:gd name="T69" fmla="*/ 2147483646 h 772"/>
                <a:gd name="T70" fmla="*/ 2147483646 w 745"/>
                <a:gd name="T71" fmla="*/ 2147483646 h 772"/>
                <a:gd name="T72" fmla="*/ 2147483646 w 745"/>
                <a:gd name="T73" fmla="*/ 2147483646 h 772"/>
                <a:gd name="T74" fmla="*/ 2147483646 w 745"/>
                <a:gd name="T75" fmla="*/ 2147483646 h 772"/>
                <a:gd name="T76" fmla="*/ 2147483646 w 745"/>
                <a:gd name="T77" fmla="*/ 2147483646 h 772"/>
                <a:gd name="T78" fmla="*/ 2147483646 w 745"/>
                <a:gd name="T79" fmla="*/ 2147483646 h 772"/>
                <a:gd name="T80" fmla="*/ 2147483646 w 745"/>
                <a:gd name="T81" fmla="*/ 2147483646 h 772"/>
                <a:gd name="T82" fmla="*/ 2147483646 w 745"/>
                <a:gd name="T83" fmla="*/ 2147483646 h 772"/>
                <a:gd name="T84" fmla="*/ 2147483646 w 745"/>
                <a:gd name="T85" fmla="*/ 2147483646 h 772"/>
                <a:gd name="T86" fmla="*/ 2147483646 w 745"/>
                <a:gd name="T87" fmla="*/ 2147483646 h 772"/>
                <a:gd name="T88" fmla="*/ 2147483646 w 745"/>
                <a:gd name="T89" fmla="*/ 2147483646 h 772"/>
                <a:gd name="T90" fmla="*/ 2147483646 w 745"/>
                <a:gd name="T91" fmla="*/ 2147483646 h 772"/>
                <a:gd name="T92" fmla="*/ 2147483646 w 745"/>
                <a:gd name="T93" fmla="*/ 2147483646 h 772"/>
                <a:gd name="T94" fmla="*/ 2147483646 w 745"/>
                <a:gd name="T95" fmla="*/ 2147483646 h 772"/>
                <a:gd name="T96" fmla="*/ 2147483646 w 745"/>
                <a:gd name="T97" fmla="*/ 2147483646 h 772"/>
                <a:gd name="T98" fmla="*/ 2147483646 w 745"/>
                <a:gd name="T99" fmla="*/ 2147483646 h 772"/>
                <a:gd name="T100" fmla="*/ 2147483646 w 745"/>
                <a:gd name="T101" fmla="*/ 2147483646 h 772"/>
                <a:gd name="T102" fmla="*/ 2147483646 w 745"/>
                <a:gd name="T103" fmla="*/ 2147483646 h 772"/>
                <a:gd name="T104" fmla="*/ 2147483646 w 745"/>
                <a:gd name="T105" fmla="*/ 2147483646 h 772"/>
                <a:gd name="T106" fmla="*/ 2147483646 w 745"/>
                <a:gd name="T107" fmla="*/ 2147483646 h 772"/>
                <a:gd name="T108" fmla="*/ 2147483646 w 745"/>
                <a:gd name="T109" fmla="*/ 2147483646 h 772"/>
                <a:gd name="T110" fmla="*/ 0 w 745"/>
                <a:gd name="T111" fmla="*/ 2147483646 h 7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45"/>
                <a:gd name="T169" fmla="*/ 0 h 772"/>
                <a:gd name="T170" fmla="*/ 745 w 745"/>
                <a:gd name="T171" fmla="*/ 772 h 7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45" h="772">
                  <a:moveTo>
                    <a:pt x="0" y="394"/>
                  </a:moveTo>
                  <a:lnTo>
                    <a:pt x="0" y="376"/>
                  </a:lnTo>
                  <a:lnTo>
                    <a:pt x="0" y="358"/>
                  </a:lnTo>
                  <a:lnTo>
                    <a:pt x="1" y="338"/>
                  </a:lnTo>
                  <a:lnTo>
                    <a:pt x="4" y="319"/>
                  </a:lnTo>
                  <a:lnTo>
                    <a:pt x="8" y="301"/>
                  </a:lnTo>
                  <a:lnTo>
                    <a:pt x="12" y="282"/>
                  </a:lnTo>
                  <a:lnTo>
                    <a:pt x="17" y="265"/>
                  </a:lnTo>
                  <a:lnTo>
                    <a:pt x="22" y="247"/>
                  </a:lnTo>
                  <a:lnTo>
                    <a:pt x="29" y="230"/>
                  </a:lnTo>
                  <a:lnTo>
                    <a:pt x="37" y="213"/>
                  </a:lnTo>
                  <a:lnTo>
                    <a:pt x="45" y="197"/>
                  </a:lnTo>
                  <a:lnTo>
                    <a:pt x="54" y="181"/>
                  </a:lnTo>
                  <a:lnTo>
                    <a:pt x="64" y="166"/>
                  </a:lnTo>
                  <a:lnTo>
                    <a:pt x="74" y="151"/>
                  </a:lnTo>
                  <a:lnTo>
                    <a:pt x="86" y="137"/>
                  </a:lnTo>
                  <a:lnTo>
                    <a:pt x="98" y="123"/>
                  </a:lnTo>
                  <a:lnTo>
                    <a:pt x="110" y="110"/>
                  </a:lnTo>
                  <a:lnTo>
                    <a:pt x="124" y="97"/>
                  </a:lnTo>
                  <a:lnTo>
                    <a:pt x="137" y="86"/>
                  </a:lnTo>
                  <a:lnTo>
                    <a:pt x="152" y="74"/>
                  </a:lnTo>
                  <a:lnTo>
                    <a:pt x="166" y="64"/>
                  </a:lnTo>
                  <a:lnTo>
                    <a:pt x="181" y="54"/>
                  </a:lnTo>
                  <a:lnTo>
                    <a:pt x="197" y="45"/>
                  </a:lnTo>
                  <a:lnTo>
                    <a:pt x="214" y="37"/>
                  </a:lnTo>
                  <a:lnTo>
                    <a:pt x="230" y="29"/>
                  </a:lnTo>
                  <a:lnTo>
                    <a:pt x="247" y="22"/>
                  </a:lnTo>
                  <a:lnTo>
                    <a:pt x="265" y="17"/>
                  </a:lnTo>
                  <a:lnTo>
                    <a:pt x="283" y="12"/>
                  </a:lnTo>
                  <a:lnTo>
                    <a:pt x="301" y="8"/>
                  </a:lnTo>
                  <a:lnTo>
                    <a:pt x="319" y="4"/>
                  </a:lnTo>
                  <a:lnTo>
                    <a:pt x="338" y="1"/>
                  </a:lnTo>
                  <a:lnTo>
                    <a:pt x="358" y="0"/>
                  </a:lnTo>
                  <a:lnTo>
                    <a:pt x="376" y="0"/>
                  </a:lnTo>
                  <a:lnTo>
                    <a:pt x="368" y="0"/>
                  </a:lnTo>
                  <a:lnTo>
                    <a:pt x="387" y="0"/>
                  </a:lnTo>
                  <a:lnTo>
                    <a:pt x="407" y="1"/>
                  </a:lnTo>
                  <a:lnTo>
                    <a:pt x="426" y="4"/>
                  </a:lnTo>
                  <a:lnTo>
                    <a:pt x="444" y="8"/>
                  </a:lnTo>
                  <a:lnTo>
                    <a:pt x="462" y="12"/>
                  </a:lnTo>
                  <a:lnTo>
                    <a:pt x="480" y="17"/>
                  </a:lnTo>
                  <a:lnTo>
                    <a:pt x="498" y="22"/>
                  </a:lnTo>
                  <a:lnTo>
                    <a:pt x="515" y="29"/>
                  </a:lnTo>
                  <a:lnTo>
                    <a:pt x="531" y="37"/>
                  </a:lnTo>
                  <a:lnTo>
                    <a:pt x="548" y="45"/>
                  </a:lnTo>
                  <a:lnTo>
                    <a:pt x="564" y="54"/>
                  </a:lnTo>
                  <a:lnTo>
                    <a:pt x="579" y="64"/>
                  </a:lnTo>
                  <a:lnTo>
                    <a:pt x="593" y="74"/>
                  </a:lnTo>
                  <a:lnTo>
                    <a:pt x="608" y="86"/>
                  </a:lnTo>
                  <a:lnTo>
                    <a:pt x="621" y="97"/>
                  </a:lnTo>
                  <a:lnTo>
                    <a:pt x="635" y="110"/>
                  </a:lnTo>
                  <a:lnTo>
                    <a:pt x="647" y="123"/>
                  </a:lnTo>
                  <a:lnTo>
                    <a:pt x="659" y="137"/>
                  </a:lnTo>
                  <a:lnTo>
                    <a:pt x="671" y="151"/>
                  </a:lnTo>
                  <a:lnTo>
                    <a:pt x="681" y="166"/>
                  </a:lnTo>
                  <a:lnTo>
                    <a:pt x="690" y="181"/>
                  </a:lnTo>
                  <a:lnTo>
                    <a:pt x="700" y="197"/>
                  </a:lnTo>
                  <a:lnTo>
                    <a:pt x="708" y="213"/>
                  </a:lnTo>
                  <a:lnTo>
                    <a:pt x="716" y="230"/>
                  </a:lnTo>
                  <a:lnTo>
                    <a:pt x="722" y="247"/>
                  </a:lnTo>
                  <a:lnTo>
                    <a:pt x="728" y="265"/>
                  </a:lnTo>
                  <a:lnTo>
                    <a:pt x="733" y="282"/>
                  </a:lnTo>
                  <a:lnTo>
                    <a:pt x="737" y="301"/>
                  </a:lnTo>
                  <a:lnTo>
                    <a:pt x="741" y="319"/>
                  </a:lnTo>
                  <a:lnTo>
                    <a:pt x="744" y="338"/>
                  </a:lnTo>
                  <a:lnTo>
                    <a:pt x="745" y="358"/>
                  </a:lnTo>
                  <a:lnTo>
                    <a:pt x="745" y="376"/>
                  </a:lnTo>
                  <a:lnTo>
                    <a:pt x="745" y="394"/>
                  </a:lnTo>
                  <a:lnTo>
                    <a:pt x="745" y="414"/>
                  </a:lnTo>
                  <a:lnTo>
                    <a:pt x="744" y="432"/>
                  </a:lnTo>
                  <a:lnTo>
                    <a:pt x="741" y="452"/>
                  </a:lnTo>
                  <a:lnTo>
                    <a:pt x="737" y="471"/>
                  </a:lnTo>
                  <a:lnTo>
                    <a:pt x="733" y="488"/>
                  </a:lnTo>
                  <a:lnTo>
                    <a:pt x="728" y="507"/>
                  </a:lnTo>
                  <a:lnTo>
                    <a:pt x="722" y="524"/>
                  </a:lnTo>
                  <a:lnTo>
                    <a:pt x="716" y="541"/>
                  </a:lnTo>
                  <a:lnTo>
                    <a:pt x="708" y="557"/>
                  </a:lnTo>
                  <a:lnTo>
                    <a:pt x="700" y="575"/>
                  </a:lnTo>
                  <a:lnTo>
                    <a:pt x="690" y="589"/>
                  </a:lnTo>
                  <a:lnTo>
                    <a:pt x="681" y="605"/>
                  </a:lnTo>
                  <a:lnTo>
                    <a:pt x="671" y="620"/>
                  </a:lnTo>
                  <a:lnTo>
                    <a:pt x="659" y="635"/>
                  </a:lnTo>
                  <a:lnTo>
                    <a:pt x="647" y="648"/>
                  </a:lnTo>
                  <a:lnTo>
                    <a:pt x="635" y="661"/>
                  </a:lnTo>
                  <a:lnTo>
                    <a:pt x="621" y="673"/>
                  </a:lnTo>
                  <a:lnTo>
                    <a:pt x="608" y="685"/>
                  </a:lnTo>
                  <a:lnTo>
                    <a:pt x="593" y="697"/>
                  </a:lnTo>
                  <a:lnTo>
                    <a:pt x="579" y="706"/>
                  </a:lnTo>
                  <a:lnTo>
                    <a:pt x="564" y="717"/>
                  </a:lnTo>
                  <a:lnTo>
                    <a:pt x="548" y="726"/>
                  </a:lnTo>
                  <a:lnTo>
                    <a:pt x="531" y="734"/>
                  </a:lnTo>
                  <a:lnTo>
                    <a:pt x="515" y="742"/>
                  </a:lnTo>
                  <a:lnTo>
                    <a:pt x="498" y="749"/>
                  </a:lnTo>
                  <a:lnTo>
                    <a:pt x="480" y="754"/>
                  </a:lnTo>
                  <a:lnTo>
                    <a:pt x="462" y="760"/>
                  </a:lnTo>
                  <a:lnTo>
                    <a:pt x="444" y="764"/>
                  </a:lnTo>
                  <a:lnTo>
                    <a:pt x="426" y="768"/>
                  </a:lnTo>
                  <a:lnTo>
                    <a:pt x="407" y="769"/>
                  </a:lnTo>
                  <a:lnTo>
                    <a:pt x="387" y="770"/>
                  </a:lnTo>
                  <a:lnTo>
                    <a:pt x="368" y="772"/>
                  </a:lnTo>
                  <a:lnTo>
                    <a:pt x="376" y="772"/>
                  </a:lnTo>
                  <a:lnTo>
                    <a:pt x="358" y="770"/>
                  </a:lnTo>
                  <a:lnTo>
                    <a:pt x="338" y="769"/>
                  </a:lnTo>
                  <a:lnTo>
                    <a:pt x="319" y="768"/>
                  </a:lnTo>
                  <a:lnTo>
                    <a:pt x="301" y="764"/>
                  </a:lnTo>
                  <a:lnTo>
                    <a:pt x="283" y="760"/>
                  </a:lnTo>
                  <a:lnTo>
                    <a:pt x="265" y="754"/>
                  </a:lnTo>
                  <a:lnTo>
                    <a:pt x="247" y="749"/>
                  </a:lnTo>
                  <a:lnTo>
                    <a:pt x="230" y="742"/>
                  </a:lnTo>
                  <a:lnTo>
                    <a:pt x="214" y="734"/>
                  </a:lnTo>
                  <a:lnTo>
                    <a:pt x="197" y="726"/>
                  </a:lnTo>
                  <a:lnTo>
                    <a:pt x="181" y="717"/>
                  </a:lnTo>
                  <a:lnTo>
                    <a:pt x="166" y="706"/>
                  </a:lnTo>
                  <a:lnTo>
                    <a:pt x="152" y="697"/>
                  </a:lnTo>
                  <a:lnTo>
                    <a:pt x="137" y="685"/>
                  </a:lnTo>
                  <a:lnTo>
                    <a:pt x="124" y="673"/>
                  </a:lnTo>
                  <a:lnTo>
                    <a:pt x="110" y="661"/>
                  </a:lnTo>
                  <a:lnTo>
                    <a:pt x="98" y="648"/>
                  </a:lnTo>
                  <a:lnTo>
                    <a:pt x="86" y="635"/>
                  </a:lnTo>
                  <a:lnTo>
                    <a:pt x="74" y="620"/>
                  </a:lnTo>
                  <a:lnTo>
                    <a:pt x="64" y="605"/>
                  </a:lnTo>
                  <a:lnTo>
                    <a:pt x="54" y="589"/>
                  </a:lnTo>
                  <a:lnTo>
                    <a:pt x="45" y="575"/>
                  </a:lnTo>
                  <a:lnTo>
                    <a:pt x="37" y="557"/>
                  </a:lnTo>
                  <a:lnTo>
                    <a:pt x="29" y="541"/>
                  </a:lnTo>
                  <a:lnTo>
                    <a:pt x="22" y="524"/>
                  </a:lnTo>
                  <a:lnTo>
                    <a:pt x="17" y="507"/>
                  </a:lnTo>
                  <a:lnTo>
                    <a:pt x="12" y="488"/>
                  </a:lnTo>
                  <a:lnTo>
                    <a:pt x="8" y="471"/>
                  </a:lnTo>
                  <a:lnTo>
                    <a:pt x="4" y="452"/>
                  </a:lnTo>
                  <a:lnTo>
                    <a:pt x="1" y="432"/>
                  </a:lnTo>
                  <a:lnTo>
                    <a:pt x="0" y="414"/>
                  </a:lnTo>
                  <a:lnTo>
                    <a:pt x="0" y="394"/>
                  </a:lnTo>
                  <a:close/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06" name="Freeform 9">
              <a:extLst>
                <a:ext uri="{FF2B5EF4-FFF2-40B4-BE49-F238E27FC236}">
                  <a16:creationId xmlns:a16="http://schemas.microsoft.com/office/drawing/2014/main" id="{7E784261-2690-4794-8B57-59AB78A2D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475" y="4029075"/>
              <a:ext cx="106363" cy="104775"/>
            </a:xfrm>
            <a:custGeom>
              <a:avLst/>
              <a:gdLst>
                <a:gd name="T0" fmla="*/ 2147483646 w 133"/>
                <a:gd name="T1" fmla="*/ 2147483646 h 134"/>
                <a:gd name="T2" fmla="*/ 0 w 133"/>
                <a:gd name="T3" fmla="*/ 0 h 134"/>
                <a:gd name="T4" fmla="*/ 2147483646 w 133"/>
                <a:gd name="T5" fmla="*/ 2147483646 h 134"/>
                <a:gd name="T6" fmla="*/ 2147483646 w 133"/>
                <a:gd name="T7" fmla="*/ 2147483646 h 134"/>
                <a:gd name="T8" fmla="*/ 2147483646 w 133"/>
                <a:gd name="T9" fmla="*/ 2147483646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3"/>
                <a:gd name="T16" fmla="*/ 0 h 134"/>
                <a:gd name="T17" fmla="*/ 133 w 133"/>
                <a:gd name="T18" fmla="*/ 134 h 13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3" h="134">
                  <a:moveTo>
                    <a:pt x="133" y="80"/>
                  </a:moveTo>
                  <a:lnTo>
                    <a:pt x="0" y="0"/>
                  </a:lnTo>
                  <a:lnTo>
                    <a:pt x="80" y="134"/>
                  </a:lnTo>
                  <a:lnTo>
                    <a:pt x="107" y="107"/>
                  </a:lnTo>
                  <a:lnTo>
                    <a:pt x="133" y="8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07" name="Freeform 12">
              <a:extLst>
                <a:ext uri="{FF2B5EF4-FFF2-40B4-BE49-F238E27FC236}">
                  <a16:creationId xmlns:a16="http://schemas.microsoft.com/office/drawing/2014/main" id="{9A5C2107-FCD7-453A-A566-3E4453D20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338" y="3986213"/>
              <a:ext cx="592137" cy="592137"/>
            </a:xfrm>
            <a:custGeom>
              <a:avLst/>
              <a:gdLst>
                <a:gd name="T0" fmla="*/ 0 w 745"/>
                <a:gd name="T1" fmla="*/ 2147483646 h 746"/>
                <a:gd name="T2" fmla="*/ 2147483646 w 745"/>
                <a:gd name="T3" fmla="*/ 2147483646 h 746"/>
                <a:gd name="T4" fmla="*/ 2147483646 w 745"/>
                <a:gd name="T5" fmla="*/ 2147483646 h 746"/>
                <a:gd name="T6" fmla="*/ 2147483646 w 745"/>
                <a:gd name="T7" fmla="*/ 2147483646 h 746"/>
                <a:gd name="T8" fmla="*/ 2147483646 w 745"/>
                <a:gd name="T9" fmla="*/ 2147483646 h 746"/>
                <a:gd name="T10" fmla="*/ 2147483646 w 745"/>
                <a:gd name="T11" fmla="*/ 2147483646 h 746"/>
                <a:gd name="T12" fmla="*/ 2147483646 w 745"/>
                <a:gd name="T13" fmla="*/ 2147483646 h 746"/>
                <a:gd name="T14" fmla="*/ 2147483646 w 745"/>
                <a:gd name="T15" fmla="*/ 2147483646 h 746"/>
                <a:gd name="T16" fmla="*/ 2147483646 w 745"/>
                <a:gd name="T17" fmla="*/ 2147483646 h 746"/>
                <a:gd name="T18" fmla="*/ 2147483646 w 745"/>
                <a:gd name="T19" fmla="*/ 2147483646 h 746"/>
                <a:gd name="T20" fmla="*/ 2147483646 w 745"/>
                <a:gd name="T21" fmla="*/ 0 h 746"/>
                <a:gd name="T22" fmla="*/ 2147483646 w 745"/>
                <a:gd name="T23" fmla="*/ 0 h 746"/>
                <a:gd name="T24" fmla="*/ 2147483646 w 745"/>
                <a:gd name="T25" fmla="*/ 2147483646 h 746"/>
                <a:gd name="T26" fmla="*/ 2147483646 w 745"/>
                <a:gd name="T27" fmla="*/ 2147483646 h 746"/>
                <a:gd name="T28" fmla="*/ 2147483646 w 745"/>
                <a:gd name="T29" fmla="*/ 2147483646 h 746"/>
                <a:gd name="T30" fmla="*/ 2147483646 w 745"/>
                <a:gd name="T31" fmla="*/ 2147483646 h 746"/>
                <a:gd name="T32" fmla="*/ 2147483646 w 745"/>
                <a:gd name="T33" fmla="*/ 2147483646 h 746"/>
                <a:gd name="T34" fmla="*/ 2147483646 w 745"/>
                <a:gd name="T35" fmla="*/ 2147483646 h 746"/>
                <a:gd name="T36" fmla="*/ 2147483646 w 745"/>
                <a:gd name="T37" fmla="*/ 2147483646 h 746"/>
                <a:gd name="T38" fmla="*/ 2147483646 w 745"/>
                <a:gd name="T39" fmla="*/ 2147483646 h 746"/>
                <a:gd name="T40" fmla="*/ 2147483646 w 745"/>
                <a:gd name="T41" fmla="*/ 2147483646 h 746"/>
                <a:gd name="T42" fmla="*/ 2147483646 w 745"/>
                <a:gd name="T43" fmla="*/ 2147483646 h 746"/>
                <a:gd name="T44" fmla="*/ 2147483646 w 745"/>
                <a:gd name="T45" fmla="*/ 2147483646 h 746"/>
                <a:gd name="T46" fmla="*/ 2147483646 w 745"/>
                <a:gd name="T47" fmla="*/ 2147483646 h 746"/>
                <a:gd name="T48" fmla="*/ 2147483646 w 745"/>
                <a:gd name="T49" fmla="*/ 2147483646 h 746"/>
                <a:gd name="T50" fmla="*/ 2147483646 w 745"/>
                <a:gd name="T51" fmla="*/ 2147483646 h 746"/>
                <a:gd name="T52" fmla="*/ 2147483646 w 745"/>
                <a:gd name="T53" fmla="*/ 2147483646 h 746"/>
                <a:gd name="T54" fmla="*/ 2147483646 w 745"/>
                <a:gd name="T55" fmla="*/ 2147483646 h 746"/>
                <a:gd name="T56" fmla="*/ 2147483646 w 745"/>
                <a:gd name="T57" fmla="*/ 2147483646 h 746"/>
                <a:gd name="T58" fmla="*/ 2147483646 w 745"/>
                <a:gd name="T59" fmla="*/ 2147483646 h 746"/>
                <a:gd name="T60" fmla="*/ 2147483646 w 745"/>
                <a:gd name="T61" fmla="*/ 2147483646 h 746"/>
                <a:gd name="T62" fmla="*/ 2147483646 w 745"/>
                <a:gd name="T63" fmla="*/ 2147483646 h 746"/>
                <a:gd name="T64" fmla="*/ 2147483646 w 745"/>
                <a:gd name="T65" fmla="*/ 2147483646 h 746"/>
                <a:gd name="T66" fmla="*/ 2147483646 w 745"/>
                <a:gd name="T67" fmla="*/ 2147483646 h 746"/>
                <a:gd name="T68" fmla="*/ 2147483646 w 745"/>
                <a:gd name="T69" fmla="*/ 2147483646 h 746"/>
                <a:gd name="T70" fmla="*/ 2147483646 w 745"/>
                <a:gd name="T71" fmla="*/ 2147483646 h 746"/>
                <a:gd name="T72" fmla="*/ 2147483646 w 745"/>
                <a:gd name="T73" fmla="*/ 2147483646 h 746"/>
                <a:gd name="T74" fmla="*/ 2147483646 w 745"/>
                <a:gd name="T75" fmla="*/ 2147483646 h 746"/>
                <a:gd name="T76" fmla="*/ 2147483646 w 745"/>
                <a:gd name="T77" fmla="*/ 2147483646 h 746"/>
                <a:gd name="T78" fmla="*/ 2147483646 w 745"/>
                <a:gd name="T79" fmla="*/ 2147483646 h 746"/>
                <a:gd name="T80" fmla="*/ 2147483646 w 745"/>
                <a:gd name="T81" fmla="*/ 2147483646 h 746"/>
                <a:gd name="T82" fmla="*/ 2147483646 w 745"/>
                <a:gd name="T83" fmla="*/ 2147483646 h 746"/>
                <a:gd name="T84" fmla="*/ 2147483646 w 745"/>
                <a:gd name="T85" fmla="*/ 2147483646 h 746"/>
                <a:gd name="T86" fmla="*/ 2147483646 w 745"/>
                <a:gd name="T87" fmla="*/ 2147483646 h 746"/>
                <a:gd name="T88" fmla="*/ 2147483646 w 745"/>
                <a:gd name="T89" fmla="*/ 2147483646 h 746"/>
                <a:gd name="T90" fmla="*/ 2147483646 w 745"/>
                <a:gd name="T91" fmla="*/ 2147483646 h 746"/>
                <a:gd name="T92" fmla="*/ 2147483646 w 745"/>
                <a:gd name="T93" fmla="*/ 2147483646 h 746"/>
                <a:gd name="T94" fmla="*/ 2147483646 w 745"/>
                <a:gd name="T95" fmla="*/ 2147483646 h 746"/>
                <a:gd name="T96" fmla="*/ 2147483646 w 745"/>
                <a:gd name="T97" fmla="*/ 2147483646 h 746"/>
                <a:gd name="T98" fmla="*/ 2147483646 w 745"/>
                <a:gd name="T99" fmla="*/ 2147483646 h 746"/>
                <a:gd name="T100" fmla="*/ 2147483646 w 745"/>
                <a:gd name="T101" fmla="*/ 2147483646 h 746"/>
                <a:gd name="T102" fmla="*/ 2147483646 w 745"/>
                <a:gd name="T103" fmla="*/ 2147483646 h 746"/>
                <a:gd name="T104" fmla="*/ 2147483646 w 745"/>
                <a:gd name="T105" fmla="*/ 2147483646 h 746"/>
                <a:gd name="T106" fmla="*/ 2147483646 w 745"/>
                <a:gd name="T107" fmla="*/ 2147483646 h 746"/>
                <a:gd name="T108" fmla="*/ 2147483646 w 745"/>
                <a:gd name="T109" fmla="*/ 2147483646 h 746"/>
                <a:gd name="T110" fmla="*/ 0 w 745"/>
                <a:gd name="T111" fmla="*/ 2147483646 h 74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45"/>
                <a:gd name="T169" fmla="*/ 0 h 746"/>
                <a:gd name="T170" fmla="*/ 745 w 745"/>
                <a:gd name="T171" fmla="*/ 746 h 74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45" h="746">
                  <a:moveTo>
                    <a:pt x="0" y="368"/>
                  </a:moveTo>
                  <a:lnTo>
                    <a:pt x="0" y="377"/>
                  </a:lnTo>
                  <a:lnTo>
                    <a:pt x="0" y="358"/>
                  </a:lnTo>
                  <a:lnTo>
                    <a:pt x="1" y="338"/>
                  </a:lnTo>
                  <a:lnTo>
                    <a:pt x="4" y="320"/>
                  </a:lnTo>
                  <a:lnTo>
                    <a:pt x="8" y="301"/>
                  </a:lnTo>
                  <a:lnTo>
                    <a:pt x="12" y="282"/>
                  </a:lnTo>
                  <a:lnTo>
                    <a:pt x="17" y="265"/>
                  </a:lnTo>
                  <a:lnTo>
                    <a:pt x="22" y="248"/>
                  </a:lnTo>
                  <a:lnTo>
                    <a:pt x="29" y="230"/>
                  </a:lnTo>
                  <a:lnTo>
                    <a:pt x="37" y="213"/>
                  </a:lnTo>
                  <a:lnTo>
                    <a:pt x="45" y="197"/>
                  </a:lnTo>
                  <a:lnTo>
                    <a:pt x="54" y="181"/>
                  </a:lnTo>
                  <a:lnTo>
                    <a:pt x="64" y="167"/>
                  </a:lnTo>
                  <a:lnTo>
                    <a:pt x="74" y="152"/>
                  </a:lnTo>
                  <a:lnTo>
                    <a:pt x="86" y="137"/>
                  </a:lnTo>
                  <a:lnTo>
                    <a:pt x="98" y="124"/>
                  </a:lnTo>
                  <a:lnTo>
                    <a:pt x="110" y="111"/>
                  </a:lnTo>
                  <a:lnTo>
                    <a:pt x="124" y="97"/>
                  </a:lnTo>
                  <a:lnTo>
                    <a:pt x="137" y="87"/>
                  </a:lnTo>
                  <a:lnTo>
                    <a:pt x="152" y="75"/>
                  </a:lnTo>
                  <a:lnTo>
                    <a:pt x="166" y="64"/>
                  </a:lnTo>
                  <a:lnTo>
                    <a:pt x="181" y="55"/>
                  </a:lnTo>
                  <a:lnTo>
                    <a:pt x="197" y="45"/>
                  </a:lnTo>
                  <a:lnTo>
                    <a:pt x="214" y="37"/>
                  </a:lnTo>
                  <a:lnTo>
                    <a:pt x="230" y="29"/>
                  </a:lnTo>
                  <a:lnTo>
                    <a:pt x="247" y="23"/>
                  </a:lnTo>
                  <a:lnTo>
                    <a:pt x="265" y="18"/>
                  </a:lnTo>
                  <a:lnTo>
                    <a:pt x="283" y="12"/>
                  </a:lnTo>
                  <a:lnTo>
                    <a:pt x="301" y="8"/>
                  </a:lnTo>
                  <a:lnTo>
                    <a:pt x="319" y="4"/>
                  </a:lnTo>
                  <a:lnTo>
                    <a:pt x="338" y="2"/>
                  </a:lnTo>
                  <a:lnTo>
                    <a:pt x="358" y="0"/>
                  </a:lnTo>
                  <a:lnTo>
                    <a:pt x="376" y="0"/>
                  </a:lnTo>
                  <a:lnTo>
                    <a:pt x="368" y="0"/>
                  </a:lnTo>
                  <a:lnTo>
                    <a:pt x="387" y="0"/>
                  </a:lnTo>
                  <a:lnTo>
                    <a:pt x="407" y="2"/>
                  </a:lnTo>
                  <a:lnTo>
                    <a:pt x="426" y="4"/>
                  </a:lnTo>
                  <a:lnTo>
                    <a:pt x="444" y="8"/>
                  </a:lnTo>
                  <a:lnTo>
                    <a:pt x="462" y="12"/>
                  </a:lnTo>
                  <a:lnTo>
                    <a:pt x="480" y="18"/>
                  </a:lnTo>
                  <a:lnTo>
                    <a:pt x="498" y="23"/>
                  </a:lnTo>
                  <a:lnTo>
                    <a:pt x="515" y="29"/>
                  </a:lnTo>
                  <a:lnTo>
                    <a:pt x="531" y="37"/>
                  </a:lnTo>
                  <a:lnTo>
                    <a:pt x="548" y="45"/>
                  </a:lnTo>
                  <a:lnTo>
                    <a:pt x="564" y="55"/>
                  </a:lnTo>
                  <a:lnTo>
                    <a:pt x="579" y="64"/>
                  </a:lnTo>
                  <a:lnTo>
                    <a:pt x="593" y="75"/>
                  </a:lnTo>
                  <a:lnTo>
                    <a:pt x="608" y="87"/>
                  </a:lnTo>
                  <a:lnTo>
                    <a:pt x="621" y="97"/>
                  </a:lnTo>
                  <a:lnTo>
                    <a:pt x="635" y="111"/>
                  </a:lnTo>
                  <a:lnTo>
                    <a:pt x="647" y="124"/>
                  </a:lnTo>
                  <a:lnTo>
                    <a:pt x="659" y="137"/>
                  </a:lnTo>
                  <a:lnTo>
                    <a:pt x="671" y="152"/>
                  </a:lnTo>
                  <a:lnTo>
                    <a:pt x="681" y="167"/>
                  </a:lnTo>
                  <a:lnTo>
                    <a:pt x="690" y="181"/>
                  </a:lnTo>
                  <a:lnTo>
                    <a:pt x="700" y="197"/>
                  </a:lnTo>
                  <a:lnTo>
                    <a:pt x="708" y="213"/>
                  </a:lnTo>
                  <a:lnTo>
                    <a:pt x="716" y="230"/>
                  </a:lnTo>
                  <a:lnTo>
                    <a:pt x="722" y="248"/>
                  </a:lnTo>
                  <a:lnTo>
                    <a:pt x="728" y="265"/>
                  </a:lnTo>
                  <a:lnTo>
                    <a:pt x="733" y="282"/>
                  </a:lnTo>
                  <a:lnTo>
                    <a:pt x="737" y="301"/>
                  </a:lnTo>
                  <a:lnTo>
                    <a:pt x="741" y="320"/>
                  </a:lnTo>
                  <a:lnTo>
                    <a:pt x="744" y="338"/>
                  </a:lnTo>
                  <a:lnTo>
                    <a:pt x="745" y="358"/>
                  </a:lnTo>
                  <a:lnTo>
                    <a:pt x="745" y="377"/>
                  </a:lnTo>
                  <a:lnTo>
                    <a:pt x="745" y="368"/>
                  </a:lnTo>
                  <a:lnTo>
                    <a:pt x="745" y="388"/>
                  </a:lnTo>
                  <a:lnTo>
                    <a:pt x="744" y="406"/>
                  </a:lnTo>
                  <a:lnTo>
                    <a:pt x="741" y="426"/>
                  </a:lnTo>
                  <a:lnTo>
                    <a:pt x="737" y="445"/>
                  </a:lnTo>
                  <a:lnTo>
                    <a:pt x="733" y="462"/>
                  </a:lnTo>
                  <a:lnTo>
                    <a:pt x="728" y="481"/>
                  </a:lnTo>
                  <a:lnTo>
                    <a:pt x="722" y="498"/>
                  </a:lnTo>
                  <a:lnTo>
                    <a:pt x="716" y="515"/>
                  </a:lnTo>
                  <a:lnTo>
                    <a:pt x="708" y="531"/>
                  </a:lnTo>
                  <a:lnTo>
                    <a:pt x="700" y="549"/>
                  </a:lnTo>
                  <a:lnTo>
                    <a:pt x="690" y="563"/>
                  </a:lnTo>
                  <a:lnTo>
                    <a:pt x="681" y="579"/>
                  </a:lnTo>
                  <a:lnTo>
                    <a:pt x="671" y="594"/>
                  </a:lnTo>
                  <a:lnTo>
                    <a:pt x="659" y="608"/>
                  </a:lnTo>
                  <a:lnTo>
                    <a:pt x="647" y="622"/>
                  </a:lnTo>
                  <a:lnTo>
                    <a:pt x="635" y="635"/>
                  </a:lnTo>
                  <a:lnTo>
                    <a:pt x="621" y="647"/>
                  </a:lnTo>
                  <a:lnTo>
                    <a:pt x="608" y="659"/>
                  </a:lnTo>
                  <a:lnTo>
                    <a:pt x="593" y="671"/>
                  </a:lnTo>
                  <a:lnTo>
                    <a:pt x="579" y="680"/>
                  </a:lnTo>
                  <a:lnTo>
                    <a:pt x="564" y="691"/>
                  </a:lnTo>
                  <a:lnTo>
                    <a:pt x="548" y="700"/>
                  </a:lnTo>
                  <a:lnTo>
                    <a:pt x="531" y="708"/>
                  </a:lnTo>
                  <a:lnTo>
                    <a:pt x="515" y="716"/>
                  </a:lnTo>
                  <a:lnTo>
                    <a:pt x="498" y="723"/>
                  </a:lnTo>
                  <a:lnTo>
                    <a:pt x="480" y="728"/>
                  </a:lnTo>
                  <a:lnTo>
                    <a:pt x="462" y="734"/>
                  </a:lnTo>
                  <a:lnTo>
                    <a:pt x="444" y="738"/>
                  </a:lnTo>
                  <a:lnTo>
                    <a:pt x="426" y="742"/>
                  </a:lnTo>
                  <a:lnTo>
                    <a:pt x="407" y="743"/>
                  </a:lnTo>
                  <a:lnTo>
                    <a:pt x="387" y="744"/>
                  </a:lnTo>
                  <a:lnTo>
                    <a:pt x="368" y="746"/>
                  </a:lnTo>
                  <a:lnTo>
                    <a:pt x="376" y="746"/>
                  </a:lnTo>
                  <a:lnTo>
                    <a:pt x="358" y="744"/>
                  </a:lnTo>
                  <a:lnTo>
                    <a:pt x="338" y="743"/>
                  </a:lnTo>
                  <a:lnTo>
                    <a:pt x="319" y="742"/>
                  </a:lnTo>
                  <a:lnTo>
                    <a:pt x="301" y="738"/>
                  </a:lnTo>
                  <a:lnTo>
                    <a:pt x="283" y="734"/>
                  </a:lnTo>
                  <a:lnTo>
                    <a:pt x="265" y="728"/>
                  </a:lnTo>
                  <a:lnTo>
                    <a:pt x="247" y="723"/>
                  </a:lnTo>
                  <a:lnTo>
                    <a:pt x="230" y="716"/>
                  </a:lnTo>
                  <a:lnTo>
                    <a:pt x="214" y="708"/>
                  </a:lnTo>
                  <a:lnTo>
                    <a:pt x="197" y="700"/>
                  </a:lnTo>
                  <a:lnTo>
                    <a:pt x="181" y="691"/>
                  </a:lnTo>
                  <a:lnTo>
                    <a:pt x="166" y="680"/>
                  </a:lnTo>
                  <a:lnTo>
                    <a:pt x="152" y="671"/>
                  </a:lnTo>
                  <a:lnTo>
                    <a:pt x="137" y="659"/>
                  </a:lnTo>
                  <a:lnTo>
                    <a:pt x="124" y="647"/>
                  </a:lnTo>
                  <a:lnTo>
                    <a:pt x="110" y="635"/>
                  </a:lnTo>
                  <a:lnTo>
                    <a:pt x="98" y="622"/>
                  </a:lnTo>
                  <a:lnTo>
                    <a:pt x="86" y="608"/>
                  </a:lnTo>
                  <a:lnTo>
                    <a:pt x="74" y="594"/>
                  </a:lnTo>
                  <a:lnTo>
                    <a:pt x="64" y="579"/>
                  </a:lnTo>
                  <a:lnTo>
                    <a:pt x="54" y="563"/>
                  </a:lnTo>
                  <a:lnTo>
                    <a:pt x="45" y="549"/>
                  </a:lnTo>
                  <a:lnTo>
                    <a:pt x="37" y="531"/>
                  </a:lnTo>
                  <a:lnTo>
                    <a:pt x="29" y="515"/>
                  </a:lnTo>
                  <a:lnTo>
                    <a:pt x="22" y="498"/>
                  </a:lnTo>
                  <a:lnTo>
                    <a:pt x="17" y="481"/>
                  </a:lnTo>
                  <a:lnTo>
                    <a:pt x="12" y="462"/>
                  </a:lnTo>
                  <a:lnTo>
                    <a:pt x="8" y="445"/>
                  </a:lnTo>
                  <a:lnTo>
                    <a:pt x="4" y="426"/>
                  </a:lnTo>
                  <a:lnTo>
                    <a:pt x="1" y="406"/>
                  </a:lnTo>
                  <a:lnTo>
                    <a:pt x="0" y="388"/>
                  </a:lnTo>
                  <a:lnTo>
                    <a:pt x="0" y="368"/>
                  </a:lnTo>
                  <a:close/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08" name="Freeform 14">
              <a:extLst>
                <a:ext uri="{FF2B5EF4-FFF2-40B4-BE49-F238E27FC236}">
                  <a16:creationId xmlns:a16="http://schemas.microsoft.com/office/drawing/2014/main" id="{97F522E5-F9C8-49CB-887A-5292EA890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475" y="2740025"/>
              <a:ext cx="106363" cy="104775"/>
            </a:xfrm>
            <a:custGeom>
              <a:avLst/>
              <a:gdLst>
                <a:gd name="T0" fmla="*/ 2147483646 w 133"/>
                <a:gd name="T1" fmla="*/ 2147483646 h 133"/>
                <a:gd name="T2" fmla="*/ 0 w 133"/>
                <a:gd name="T3" fmla="*/ 0 h 133"/>
                <a:gd name="T4" fmla="*/ 2147483646 w 133"/>
                <a:gd name="T5" fmla="*/ 2147483646 h 133"/>
                <a:gd name="T6" fmla="*/ 2147483646 w 133"/>
                <a:gd name="T7" fmla="*/ 2147483646 h 133"/>
                <a:gd name="T8" fmla="*/ 2147483646 w 133"/>
                <a:gd name="T9" fmla="*/ 2147483646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3"/>
                <a:gd name="T16" fmla="*/ 0 h 133"/>
                <a:gd name="T17" fmla="*/ 133 w 133"/>
                <a:gd name="T18" fmla="*/ 133 h 1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3" h="133">
                  <a:moveTo>
                    <a:pt x="133" y="79"/>
                  </a:moveTo>
                  <a:lnTo>
                    <a:pt x="0" y="0"/>
                  </a:lnTo>
                  <a:lnTo>
                    <a:pt x="80" y="133"/>
                  </a:lnTo>
                  <a:lnTo>
                    <a:pt x="107" y="106"/>
                  </a:lnTo>
                  <a:lnTo>
                    <a:pt x="133" y="79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09" name="Freeform 17">
              <a:extLst>
                <a:ext uri="{FF2B5EF4-FFF2-40B4-BE49-F238E27FC236}">
                  <a16:creationId xmlns:a16="http://schemas.microsoft.com/office/drawing/2014/main" id="{97C6CBD1-3057-4367-829A-2F46DFBD1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338" y="2676525"/>
              <a:ext cx="592137" cy="612775"/>
            </a:xfrm>
            <a:custGeom>
              <a:avLst/>
              <a:gdLst>
                <a:gd name="T0" fmla="*/ 0 w 745"/>
                <a:gd name="T1" fmla="*/ 2147483646 h 772"/>
                <a:gd name="T2" fmla="*/ 2147483646 w 745"/>
                <a:gd name="T3" fmla="*/ 2147483646 h 772"/>
                <a:gd name="T4" fmla="*/ 2147483646 w 745"/>
                <a:gd name="T5" fmla="*/ 2147483646 h 772"/>
                <a:gd name="T6" fmla="*/ 2147483646 w 745"/>
                <a:gd name="T7" fmla="*/ 2147483646 h 772"/>
                <a:gd name="T8" fmla="*/ 2147483646 w 745"/>
                <a:gd name="T9" fmla="*/ 2147483646 h 772"/>
                <a:gd name="T10" fmla="*/ 2147483646 w 745"/>
                <a:gd name="T11" fmla="*/ 2147483646 h 772"/>
                <a:gd name="T12" fmla="*/ 2147483646 w 745"/>
                <a:gd name="T13" fmla="*/ 2147483646 h 772"/>
                <a:gd name="T14" fmla="*/ 2147483646 w 745"/>
                <a:gd name="T15" fmla="*/ 2147483646 h 772"/>
                <a:gd name="T16" fmla="*/ 2147483646 w 745"/>
                <a:gd name="T17" fmla="*/ 2147483646 h 772"/>
                <a:gd name="T18" fmla="*/ 2147483646 w 745"/>
                <a:gd name="T19" fmla="*/ 2147483646 h 772"/>
                <a:gd name="T20" fmla="*/ 2147483646 w 745"/>
                <a:gd name="T21" fmla="*/ 0 h 772"/>
                <a:gd name="T22" fmla="*/ 2147483646 w 745"/>
                <a:gd name="T23" fmla="*/ 0 h 772"/>
                <a:gd name="T24" fmla="*/ 2147483646 w 745"/>
                <a:gd name="T25" fmla="*/ 2147483646 h 772"/>
                <a:gd name="T26" fmla="*/ 2147483646 w 745"/>
                <a:gd name="T27" fmla="*/ 2147483646 h 772"/>
                <a:gd name="T28" fmla="*/ 2147483646 w 745"/>
                <a:gd name="T29" fmla="*/ 2147483646 h 772"/>
                <a:gd name="T30" fmla="*/ 2147483646 w 745"/>
                <a:gd name="T31" fmla="*/ 2147483646 h 772"/>
                <a:gd name="T32" fmla="*/ 2147483646 w 745"/>
                <a:gd name="T33" fmla="*/ 2147483646 h 772"/>
                <a:gd name="T34" fmla="*/ 2147483646 w 745"/>
                <a:gd name="T35" fmla="*/ 2147483646 h 772"/>
                <a:gd name="T36" fmla="*/ 2147483646 w 745"/>
                <a:gd name="T37" fmla="*/ 2147483646 h 772"/>
                <a:gd name="T38" fmla="*/ 2147483646 w 745"/>
                <a:gd name="T39" fmla="*/ 2147483646 h 772"/>
                <a:gd name="T40" fmla="*/ 2147483646 w 745"/>
                <a:gd name="T41" fmla="*/ 2147483646 h 772"/>
                <a:gd name="T42" fmla="*/ 2147483646 w 745"/>
                <a:gd name="T43" fmla="*/ 2147483646 h 772"/>
                <a:gd name="T44" fmla="*/ 2147483646 w 745"/>
                <a:gd name="T45" fmla="*/ 2147483646 h 772"/>
                <a:gd name="T46" fmla="*/ 2147483646 w 745"/>
                <a:gd name="T47" fmla="*/ 2147483646 h 772"/>
                <a:gd name="T48" fmla="*/ 2147483646 w 745"/>
                <a:gd name="T49" fmla="*/ 2147483646 h 772"/>
                <a:gd name="T50" fmla="*/ 2147483646 w 745"/>
                <a:gd name="T51" fmla="*/ 2147483646 h 772"/>
                <a:gd name="T52" fmla="*/ 2147483646 w 745"/>
                <a:gd name="T53" fmla="*/ 2147483646 h 772"/>
                <a:gd name="T54" fmla="*/ 2147483646 w 745"/>
                <a:gd name="T55" fmla="*/ 2147483646 h 772"/>
                <a:gd name="T56" fmla="*/ 2147483646 w 745"/>
                <a:gd name="T57" fmla="*/ 2147483646 h 772"/>
                <a:gd name="T58" fmla="*/ 2147483646 w 745"/>
                <a:gd name="T59" fmla="*/ 2147483646 h 772"/>
                <a:gd name="T60" fmla="*/ 2147483646 w 745"/>
                <a:gd name="T61" fmla="*/ 2147483646 h 772"/>
                <a:gd name="T62" fmla="*/ 2147483646 w 745"/>
                <a:gd name="T63" fmla="*/ 2147483646 h 772"/>
                <a:gd name="T64" fmla="*/ 2147483646 w 745"/>
                <a:gd name="T65" fmla="*/ 2147483646 h 772"/>
                <a:gd name="T66" fmla="*/ 2147483646 w 745"/>
                <a:gd name="T67" fmla="*/ 2147483646 h 772"/>
                <a:gd name="T68" fmla="*/ 2147483646 w 745"/>
                <a:gd name="T69" fmla="*/ 2147483646 h 772"/>
                <a:gd name="T70" fmla="*/ 2147483646 w 745"/>
                <a:gd name="T71" fmla="*/ 2147483646 h 772"/>
                <a:gd name="T72" fmla="*/ 2147483646 w 745"/>
                <a:gd name="T73" fmla="*/ 2147483646 h 772"/>
                <a:gd name="T74" fmla="*/ 2147483646 w 745"/>
                <a:gd name="T75" fmla="*/ 2147483646 h 772"/>
                <a:gd name="T76" fmla="*/ 2147483646 w 745"/>
                <a:gd name="T77" fmla="*/ 2147483646 h 772"/>
                <a:gd name="T78" fmla="*/ 2147483646 w 745"/>
                <a:gd name="T79" fmla="*/ 2147483646 h 772"/>
                <a:gd name="T80" fmla="*/ 2147483646 w 745"/>
                <a:gd name="T81" fmla="*/ 2147483646 h 772"/>
                <a:gd name="T82" fmla="*/ 2147483646 w 745"/>
                <a:gd name="T83" fmla="*/ 2147483646 h 772"/>
                <a:gd name="T84" fmla="*/ 2147483646 w 745"/>
                <a:gd name="T85" fmla="*/ 2147483646 h 772"/>
                <a:gd name="T86" fmla="*/ 2147483646 w 745"/>
                <a:gd name="T87" fmla="*/ 2147483646 h 772"/>
                <a:gd name="T88" fmla="*/ 2147483646 w 745"/>
                <a:gd name="T89" fmla="*/ 2147483646 h 772"/>
                <a:gd name="T90" fmla="*/ 2147483646 w 745"/>
                <a:gd name="T91" fmla="*/ 2147483646 h 772"/>
                <a:gd name="T92" fmla="*/ 2147483646 w 745"/>
                <a:gd name="T93" fmla="*/ 2147483646 h 772"/>
                <a:gd name="T94" fmla="*/ 2147483646 w 745"/>
                <a:gd name="T95" fmla="*/ 2147483646 h 772"/>
                <a:gd name="T96" fmla="*/ 2147483646 w 745"/>
                <a:gd name="T97" fmla="*/ 2147483646 h 772"/>
                <a:gd name="T98" fmla="*/ 2147483646 w 745"/>
                <a:gd name="T99" fmla="*/ 2147483646 h 772"/>
                <a:gd name="T100" fmla="*/ 2147483646 w 745"/>
                <a:gd name="T101" fmla="*/ 2147483646 h 772"/>
                <a:gd name="T102" fmla="*/ 2147483646 w 745"/>
                <a:gd name="T103" fmla="*/ 2147483646 h 772"/>
                <a:gd name="T104" fmla="*/ 2147483646 w 745"/>
                <a:gd name="T105" fmla="*/ 2147483646 h 772"/>
                <a:gd name="T106" fmla="*/ 2147483646 w 745"/>
                <a:gd name="T107" fmla="*/ 2147483646 h 772"/>
                <a:gd name="T108" fmla="*/ 2147483646 w 745"/>
                <a:gd name="T109" fmla="*/ 2147483646 h 772"/>
                <a:gd name="T110" fmla="*/ 0 w 745"/>
                <a:gd name="T111" fmla="*/ 2147483646 h 7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45"/>
                <a:gd name="T169" fmla="*/ 0 h 772"/>
                <a:gd name="T170" fmla="*/ 745 w 745"/>
                <a:gd name="T171" fmla="*/ 772 h 7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45" h="772">
                  <a:moveTo>
                    <a:pt x="0" y="394"/>
                  </a:moveTo>
                  <a:lnTo>
                    <a:pt x="0" y="376"/>
                  </a:lnTo>
                  <a:lnTo>
                    <a:pt x="0" y="358"/>
                  </a:lnTo>
                  <a:lnTo>
                    <a:pt x="1" y="338"/>
                  </a:lnTo>
                  <a:lnTo>
                    <a:pt x="4" y="319"/>
                  </a:lnTo>
                  <a:lnTo>
                    <a:pt x="8" y="301"/>
                  </a:lnTo>
                  <a:lnTo>
                    <a:pt x="12" y="282"/>
                  </a:lnTo>
                  <a:lnTo>
                    <a:pt x="17" y="265"/>
                  </a:lnTo>
                  <a:lnTo>
                    <a:pt x="22" y="247"/>
                  </a:lnTo>
                  <a:lnTo>
                    <a:pt x="29" y="230"/>
                  </a:lnTo>
                  <a:lnTo>
                    <a:pt x="37" y="213"/>
                  </a:lnTo>
                  <a:lnTo>
                    <a:pt x="45" y="197"/>
                  </a:lnTo>
                  <a:lnTo>
                    <a:pt x="54" y="181"/>
                  </a:lnTo>
                  <a:lnTo>
                    <a:pt x="64" y="166"/>
                  </a:lnTo>
                  <a:lnTo>
                    <a:pt x="74" y="151"/>
                  </a:lnTo>
                  <a:lnTo>
                    <a:pt x="86" y="137"/>
                  </a:lnTo>
                  <a:lnTo>
                    <a:pt x="98" y="124"/>
                  </a:lnTo>
                  <a:lnTo>
                    <a:pt x="110" y="110"/>
                  </a:lnTo>
                  <a:lnTo>
                    <a:pt x="124" y="97"/>
                  </a:lnTo>
                  <a:lnTo>
                    <a:pt x="137" y="86"/>
                  </a:lnTo>
                  <a:lnTo>
                    <a:pt x="152" y="74"/>
                  </a:lnTo>
                  <a:lnTo>
                    <a:pt x="166" y="64"/>
                  </a:lnTo>
                  <a:lnTo>
                    <a:pt x="181" y="54"/>
                  </a:lnTo>
                  <a:lnTo>
                    <a:pt x="197" y="45"/>
                  </a:lnTo>
                  <a:lnTo>
                    <a:pt x="214" y="37"/>
                  </a:lnTo>
                  <a:lnTo>
                    <a:pt x="230" y="29"/>
                  </a:lnTo>
                  <a:lnTo>
                    <a:pt x="247" y="22"/>
                  </a:lnTo>
                  <a:lnTo>
                    <a:pt x="265" y="17"/>
                  </a:lnTo>
                  <a:lnTo>
                    <a:pt x="283" y="12"/>
                  </a:lnTo>
                  <a:lnTo>
                    <a:pt x="301" y="8"/>
                  </a:lnTo>
                  <a:lnTo>
                    <a:pt x="319" y="4"/>
                  </a:lnTo>
                  <a:lnTo>
                    <a:pt x="338" y="1"/>
                  </a:lnTo>
                  <a:lnTo>
                    <a:pt x="358" y="0"/>
                  </a:lnTo>
                  <a:lnTo>
                    <a:pt x="376" y="0"/>
                  </a:lnTo>
                  <a:lnTo>
                    <a:pt x="368" y="0"/>
                  </a:lnTo>
                  <a:lnTo>
                    <a:pt x="387" y="0"/>
                  </a:lnTo>
                  <a:lnTo>
                    <a:pt x="407" y="1"/>
                  </a:lnTo>
                  <a:lnTo>
                    <a:pt x="426" y="4"/>
                  </a:lnTo>
                  <a:lnTo>
                    <a:pt x="444" y="8"/>
                  </a:lnTo>
                  <a:lnTo>
                    <a:pt x="462" y="12"/>
                  </a:lnTo>
                  <a:lnTo>
                    <a:pt x="480" y="17"/>
                  </a:lnTo>
                  <a:lnTo>
                    <a:pt x="498" y="22"/>
                  </a:lnTo>
                  <a:lnTo>
                    <a:pt x="515" y="29"/>
                  </a:lnTo>
                  <a:lnTo>
                    <a:pt x="531" y="37"/>
                  </a:lnTo>
                  <a:lnTo>
                    <a:pt x="548" y="45"/>
                  </a:lnTo>
                  <a:lnTo>
                    <a:pt x="564" y="54"/>
                  </a:lnTo>
                  <a:lnTo>
                    <a:pt x="579" y="64"/>
                  </a:lnTo>
                  <a:lnTo>
                    <a:pt x="593" y="74"/>
                  </a:lnTo>
                  <a:lnTo>
                    <a:pt x="608" y="86"/>
                  </a:lnTo>
                  <a:lnTo>
                    <a:pt x="621" y="97"/>
                  </a:lnTo>
                  <a:lnTo>
                    <a:pt x="635" y="110"/>
                  </a:lnTo>
                  <a:lnTo>
                    <a:pt x="647" y="124"/>
                  </a:lnTo>
                  <a:lnTo>
                    <a:pt x="659" y="137"/>
                  </a:lnTo>
                  <a:lnTo>
                    <a:pt x="671" y="151"/>
                  </a:lnTo>
                  <a:lnTo>
                    <a:pt x="681" y="166"/>
                  </a:lnTo>
                  <a:lnTo>
                    <a:pt x="690" y="181"/>
                  </a:lnTo>
                  <a:lnTo>
                    <a:pt x="700" y="197"/>
                  </a:lnTo>
                  <a:lnTo>
                    <a:pt x="708" y="213"/>
                  </a:lnTo>
                  <a:lnTo>
                    <a:pt x="716" y="230"/>
                  </a:lnTo>
                  <a:lnTo>
                    <a:pt x="722" y="247"/>
                  </a:lnTo>
                  <a:lnTo>
                    <a:pt x="728" y="265"/>
                  </a:lnTo>
                  <a:lnTo>
                    <a:pt x="733" y="282"/>
                  </a:lnTo>
                  <a:lnTo>
                    <a:pt x="737" y="301"/>
                  </a:lnTo>
                  <a:lnTo>
                    <a:pt x="741" y="319"/>
                  </a:lnTo>
                  <a:lnTo>
                    <a:pt x="744" y="338"/>
                  </a:lnTo>
                  <a:lnTo>
                    <a:pt x="745" y="358"/>
                  </a:lnTo>
                  <a:lnTo>
                    <a:pt x="745" y="376"/>
                  </a:lnTo>
                  <a:lnTo>
                    <a:pt x="745" y="394"/>
                  </a:lnTo>
                  <a:lnTo>
                    <a:pt x="745" y="414"/>
                  </a:lnTo>
                  <a:lnTo>
                    <a:pt x="744" y="432"/>
                  </a:lnTo>
                  <a:lnTo>
                    <a:pt x="741" y="452"/>
                  </a:lnTo>
                  <a:lnTo>
                    <a:pt x="737" y="471"/>
                  </a:lnTo>
                  <a:lnTo>
                    <a:pt x="733" y="488"/>
                  </a:lnTo>
                  <a:lnTo>
                    <a:pt x="728" y="507"/>
                  </a:lnTo>
                  <a:lnTo>
                    <a:pt x="722" y="524"/>
                  </a:lnTo>
                  <a:lnTo>
                    <a:pt x="716" y="541"/>
                  </a:lnTo>
                  <a:lnTo>
                    <a:pt x="708" y="557"/>
                  </a:lnTo>
                  <a:lnTo>
                    <a:pt x="700" y="575"/>
                  </a:lnTo>
                  <a:lnTo>
                    <a:pt x="690" y="589"/>
                  </a:lnTo>
                  <a:lnTo>
                    <a:pt x="681" y="605"/>
                  </a:lnTo>
                  <a:lnTo>
                    <a:pt x="671" y="620"/>
                  </a:lnTo>
                  <a:lnTo>
                    <a:pt x="659" y="635"/>
                  </a:lnTo>
                  <a:lnTo>
                    <a:pt x="647" y="648"/>
                  </a:lnTo>
                  <a:lnTo>
                    <a:pt x="635" y="661"/>
                  </a:lnTo>
                  <a:lnTo>
                    <a:pt x="621" y="673"/>
                  </a:lnTo>
                  <a:lnTo>
                    <a:pt x="608" y="685"/>
                  </a:lnTo>
                  <a:lnTo>
                    <a:pt x="593" y="697"/>
                  </a:lnTo>
                  <a:lnTo>
                    <a:pt x="579" y="707"/>
                  </a:lnTo>
                  <a:lnTo>
                    <a:pt x="564" y="717"/>
                  </a:lnTo>
                  <a:lnTo>
                    <a:pt x="548" y="726"/>
                  </a:lnTo>
                  <a:lnTo>
                    <a:pt x="531" y="734"/>
                  </a:lnTo>
                  <a:lnTo>
                    <a:pt x="515" y="742"/>
                  </a:lnTo>
                  <a:lnTo>
                    <a:pt x="498" y="749"/>
                  </a:lnTo>
                  <a:lnTo>
                    <a:pt x="480" y="754"/>
                  </a:lnTo>
                  <a:lnTo>
                    <a:pt x="462" y="760"/>
                  </a:lnTo>
                  <a:lnTo>
                    <a:pt x="444" y="764"/>
                  </a:lnTo>
                  <a:lnTo>
                    <a:pt x="426" y="768"/>
                  </a:lnTo>
                  <a:lnTo>
                    <a:pt x="407" y="769"/>
                  </a:lnTo>
                  <a:lnTo>
                    <a:pt x="387" y="770"/>
                  </a:lnTo>
                  <a:lnTo>
                    <a:pt x="368" y="772"/>
                  </a:lnTo>
                  <a:lnTo>
                    <a:pt x="376" y="772"/>
                  </a:lnTo>
                  <a:lnTo>
                    <a:pt x="358" y="770"/>
                  </a:lnTo>
                  <a:lnTo>
                    <a:pt x="338" y="769"/>
                  </a:lnTo>
                  <a:lnTo>
                    <a:pt x="319" y="768"/>
                  </a:lnTo>
                  <a:lnTo>
                    <a:pt x="301" y="764"/>
                  </a:lnTo>
                  <a:lnTo>
                    <a:pt x="283" y="760"/>
                  </a:lnTo>
                  <a:lnTo>
                    <a:pt x="265" y="754"/>
                  </a:lnTo>
                  <a:lnTo>
                    <a:pt x="247" y="749"/>
                  </a:lnTo>
                  <a:lnTo>
                    <a:pt x="230" y="742"/>
                  </a:lnTo>
                  <a:lnTo>
                    <a:pt x="214" y="734"/>
                  </a:lnTo>
                  <a:lnTo>
                    <a:pt x="197" y="726"/>
                  </a:lnTo>
                  <a:lnTo>
                    <a:pt x="181" y="717"/>
                  </a:lnTo>
                  <a:lnTo>
                    <a:pt x="166" y="707"/>
                  </a:lnTo>
                  <a:lnTo>
                    <a:pt x="152" y="697"/>
                  </a:lnTo>
                  <a:lnTo>
                    <a:pt x="137" y="685"/>
                  </a:lnTo>
                  <a:lnTo>
                    <a:pt x="124" y="673"/>
                  </a:lnTo>
                  <a:lnTo>
                    <a:pt x="110" y="661"/>
                  </a:lnTo>
                  <a:lnTo>
                    <a:pt x="98" y="648"/>
                  </a:lnTo>
                  <a:lnTo>
                    <a:pt x="86" y="635"/>
                  </a:lnTo>
                  <a:lnTo>
                    <a:pt x="74" y="620"/>
                  </a:lnTo>
                  <a:lnTo>
                    <a:pt x="64" y="605"/>
                  </a:lnTo>
                  <a:lnTo>
                    <a:pt x="54" y="589"/>
                  </a:lnTo>
                  <a:lnTo>
                    <a:pt x="45" y="575"/>
                  </a:lnTo>
                  <a:lnTo>
                    <a:pt x="37" y="557"/>
                  </a:lnTo>
                  <a:lnTo>
                    <a:pt x="29" y="541"/>
                  </a:lnTo>
                  <a:lnTo>
                    <a:pt x="22" y="524"/>
                  </a:lnTo>
                  <a:lnTo>
                    <a:pt x="17" y="507"/>
                  </a:lnTo>
                  <a:lnTo>
                    <a:pt x="12" y="488"/>
                  </a:lnTo>
                  <a:lnTo>
                    <a:pt x="8" y="471"/>
                  </a:lnTo>
                  <a:lnTo>
                    <a:pt x="4" y="452"/>
                  </a:lnTo>
                  <a:lnTo>
                    <a:pt x="1" y="432"/>
                  </a:lnTo>
                  <a:lnTo>
                    <a:pt x="0" y="414"/>
                  </a:lnTo>
                  <a:lnTo>
                    <a:pt x="0" y="394"/>
                  </a:lnTo>
                  <a:close/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10" name="Freeform 19">
              <a:extLst>
                <a:ext uri="{FF2B5EF4-FFF2-40B4-BE49-F238E27FC236}">
                  <a16:creationId xmlns:a16="http://schemas.microsoft.com/office/drawing/2014/main" id="{ABF74D99-1434-413C-8D78-013745E67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475" y="858838"/>
              <a:ext cx="106363" cy="106362"/>
            </a:xfrm>
            <a:custGeom>
              <a:avLst/>
              <a:gdLst>
                <a:gd name="T0" fmla="*/ 2147483646 w 133"/>
                <a:gd name="T1" fmla="*/ 0 h 133"/>
                <a:gd name="T2" fmla="*/ 0 w 133"/>
                <a:gd name="T3" fmla="*/ 2147483646 h 133"/>
                <a:gd name="T4" fmla="*/ 2147483646 w 133"/>
                <a:gd name="T5" fmla="*/ 2147483646 h 133"/>
                <a:gd name="T6" fmla="*/ 2147483646 w 133"/>
                <a:gd name="T7" fmla="*/ 2147483646 h 133"/>
                <a:gd name="T8" fmla="*/ 2147483646 w 133"/>
                <a:gd name="T9" fmla="*/ 0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3"/>
                <a:gd name="T16" fmla="*/ 0 h 133"/>
                <a:gd name="T17" fmla="*/ 133 w 133"/>
                <a:gd name="T18" fmla="*/ 133 h 1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3" h="133">
                  <a:moveTo>
                    <a:pt x="80" y="0"/>
                  </a:moveTo>
                  <a:lnTo>
                    <a:pt x="0" y="133"/>
                  </a:lnTo>
                  <a:lnTo>
                    <a:pt x="133" y="54"/>
                  </a:lnTo>
                  <a:lnTo>
                    <a:pt x="107" y="27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11" name="Freeform 22">
              <a:extLst>
                <a:ext uri="{FF2B5EF4-FFF2-40B4-BE49-F238E27FC236}">
                  <a16:creationId xmlns:a16="http://schemas.microsoft.com/office/drawing/2014/main" id="{252873E9-6AFD-4D96-84BD-B2369534A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338" y="415925"/>
              <a:ext cx="592137" cy="612775"/>
            </a:xfrm>
            <a:custGeom>
              <a:avLst/>
              <a:gdLst>
                <a:gd name="T0" fmla="*/ 0 w 745"/>
                <a:gd name="T1" fmla="*/ 2147483646 h 772"/>
                <a:gd name="T2" fmla="*/ 2147483646 w 745"/>
                <a:gd name="T3" fmla="*/ 2147483646 h 772"/>
                <a:gd name="T4" fmla="*/ 2147483646 w 745"/>
                <a:gd name="T5" fmla="*/ 2147483646 h 772"/>
                <a:gd name="T6" fmla="*/ 2147483646 w 745"/>
                <a:gd name="T7" fmla="*/ 2147483646 h 772"/>
                <a:gd name="T8" fmla="*/ 2147483646 w 745"/>
                <a:gd name="T9" fmla="*/ 2147483646 h 772"/>
                <a:gd name="T10" fmla="*/ 2147483646 w 745"/>
                <a:gd name="T11" fmla="*/ 2147483646 h 772"/>
                <a:gd name="T12" fmla="*/ 2147483646 w 745"/>
                <a:gd name="T13" fmla="*/ 2147483646 h 772"/>
                <a:gd name="T14" fmla="*/ 2147483646 w 745"/>
                <a:gd name="T15" fmla="*/ 2147483646 h 772"/>
                <a:gd name="T16" fmla="*/ 2147483646 w 745"/>
                <a:gd name="T17" fmla="*/ 2147483646 h 772"/>
                <a:gd name="T18" fmla="*/ 2147483646 w 745"/>
                <a:gd name="T19" fmla="*/ 2147483646 h 772"/>
                <a:gd name="T20" fmla="*/ 2147483646 w 745"/>
                <a:gd name="T21" fmla="*/ 0 h 772"/>
                <a:gd name="T22" fmla="*/ 2147483646 w 745"/>
                <a:gd name="T23" fmla="*/ 0 h 772"/>
                <a:gd name="T24" fmla="*/ 2147483646 w 745"/>
                <a:gd name="T25" fmla="*/ 2147483646 h 772"/>
                <a:gd name="T26" fmla="*/ 2147483646 w 745"/>
                <a:gd name="T27" fmla="*/ 2147483646 h 772"/>
                <a:gd name="T28" fmla="*/ 2147483646 w 745"/>
                <a:gd name="T29" fmla="*/ 2147483646 h 772"/>
                <a:gd name="T30" fmla="*/ 2147483646 w 745"/>
                <a:gd name="T31" fmla="*/ 2147483646 h 772"/>
                <a:gd name="T32" fmla="*/ 2147483646 w 745"/>
                <a:gd name="T33" fmla="*/ 2147483646 h 772"/>
                <a:gd name="T34" fmla="*/ 2147483646 w 745"/>
                <a:gd name="T35" fmla="*/ 2147483646 h 772"/>
                <a:gd name="T36" fmla="*/ 2147483646 w 745"/>
                <a:gd name="T37" fmla="*/ 2147483646 h 772"/>
                <a:gd name="T38" fmla="*/ 2147483646 w 745"/>
                <a:gd name="T39" fmla="*/ 2147483646 h 772"/>
                <a:gd name="T40" fmla="*/ 2147483646 w 745"/>
                <a:gd name="T41" fmla="*/ 2147483646 h 772"/>
                <a:gd name="T42" fmla="*/ 2147483646 w 745"/>
                <a:gd name="T43" fmla="*/ 2147483646 h 772"/>
                <a:gd name="T44" fmla="*/ 2147483646 w 745"/>
                <a:gd name="T45" fmla="*/ 2147483646 h 772"/>
                <a:gd name="T46" fmla="*/ 2147483646 w 745"/>
                <a:gd name="T47" fmla="*/ 2147483646 h 772"/>
                <a:gd name="T48" fmla="*/ 2147483646 w 745"/>
                <a:gd name="T49" fmla="*/ 2147483646 h 772"/>
                <a:gd name="T50" fmla="*/ 2147483646 w 745"/>
                <a:gd name="T51" fmla="*/ 2147483646 h 772"/>
                <a:gd name="T52" fmla="*/ 2147483646 w 745"/>
                <a:gd name="T53" fmla="*/ 2147483646 h 772"/>
                <a:gd name="T54" fmla="*/ 2147483646 w 745"/>
                <a:gd name="T55" fmla="*/ 2147483646 h 772"/>
                <a:gd name="T56" fmla="*/ 2147483646 w 745"/>
                <a:gd name="T57" fmla="*/ 2147483646 h 772"/>
                <a:gd name="T58" fmla="*/ 2147483646 w 745"/>
                <a:gd name="T59" fmla="*/ 2147483646 h 772"/>
                <a:gd name="T60" fmla="*/ 2147483646 w 745"/>
                <a:gd name="T61" fmla="*/ 2147483646 h 772"/>
                <a:gd name="T62" fmla="*/ 2147483646 w 745"/>
                <a:gd name="T63" fmla="*/ 2147483646 h 772"/>
                <a:gd name="T64" fmla="*/ 2147483646 w 745"/>
                <a:gd name="T65" fmla="*/ 2147483646 h 772"/>
                <a:gd name="T66" fmla="*/ 2147483646 w 745"/>
                <a:gd name="T67" fmla="*/ 2147483646 h 772"/>
                <a:gd name="T68" fmla="*/ 2147483646 w 745"/>
                <a:gd name="T69" fmla="*/ 2147483646 h 772"/>
                <a:gd name="T70" fmla="*/ 2147483646 w 745"/>
                <a:gd name="T71" fmla="*/ 2147483646 h 772"/>
                <a:gd name="T72" fmla="*/ 2147483646 w 745"/>
                <a:gd name="T73" fmla="*/ 2147483646 h 772"/>
                <a:gd name="T74" fmla="*/ 2147483646 w 745"/>
                <a:gd name="T75" fmla="*/ 2147483646 h 772"/>
                <a:gd name="T76" fmla="*/ 2147483646 w 745"/>
                <a:gd name="T77" fmla="*/ 2147483646 h 772"/>
                <a:gd name="T78" fmla="*/ 2147483646 w 745"/>
                <a:gd name="T79" fmla="*/ 2147483646 h 772"/>
                <a:gd name="T80" fmla="*/ 2147483646 w 745"/>
                <a:gd name="T81" fmla="*/ 2147483646 h 772"/>
                <a:gd name="T82" fmla="*/ 2147483646 w 745"/>
                <a:gd name="T83" fmla="*/ 2147483646 h 772"/>
                <a:gd name="T84" fmla="*/ 2147483646 w 745"/>
                <a:gd name="T85" fmla="*/ 2147483646 h 772"/>
                <a:gd name="T86" fmla="*/ 2147483646 w 745"/>
                <a:gd name="T87" fmla="*/ 2147483646 h 772"/>
                <a:gd name="T88" fmla="*/ 2147483646 w 745"/>
                <a:gd name="T89" fmla="*/ 2147483646 h 772"/>
                <a:gd name="T90" fmla="*/ 2147483646 w 745"/>
                <a:gd name="T91" fmla="*/ 2147483646 h 772"/>
                <a:gd name="T92" fmla="*/ 2147483646 w 745"/>
                <a:gd name="T93" fmla="*/ 2147483646 h 772"/>
                <a:gd name="T94" fmla="*/ 2147483646 w 745"/>
                <a:gd name="T95" fmla="*/ 2147483646 h 772"/>
                <a:gd name="T96" fmla="*/ 2147483646 w 745"/>
                <a:gd name="T97" fmla="*/ 2147483646 h 772"/>
                <a:gd name="T98" fmla="*/ 2147483646 w 745"/>
                <a:gd name="T99" fmla="*/ 2147483646 h 772"/>
                <a:gd name="T100" fmla="*/ 2147483646 w 745"/>
                <a:gd name="T101" fmla="*/ 2147483646 h 772"/>
                <a:gd name="T102" fmla="*/ 2147483646 w 745"/>
                <a:gd name="T103" fmla="*/ 2147483646 h 772"/>
                <a:gd name="T104" fmla="*/ 2147483646 w 745"/>
                <a:gd name="T105" fmla="*/ 2147483646 h 772"/>
                <a:gd name="T106" fmla="*/ 2147483646 w 745"/>
                <a:gd name="T107" fmla="*/ 2147483646 h 772"/>
                <a:gd name="T108" fmla="*/ 2147483646 w 745"/>
                <a:gd name="T109" fmla="*/ 2147483646 h 772"/>
                <a:gd name="T110" fmla="*/ 0 w 745"/>
                <a:gd name="T111" fmla="*/ 2147483646 h 7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45"/>
                <a:gd name="T169" fmla="*/ 0 h 772"/>
                <a:gd name="T170" fmla="*/ 745 w 745"/>
                <a:gd name="T171" fmla="*/ 772 h 7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45" h="772">
                  <a:moveTo>
                    <a:pt x="0" y="394"/>
                  </a:moveTo>
                  <a:lnTo>
                    <a:pt x="0" y="377"/>
                  </a:lnTo>
                  <a:lnTo>
                    <a:pt x="0" y="358"/>
                  </a:lnTo>
                  <a:lnTo>
                    <a:pt x="1" y="338"/>
                  </a:lnTo>
                  <a:lnTo>
                    <a:pt x="4" y="320"/>
                  </a:lnTo>
                  <a:lnTo>
                    <a:pt x="8" y="301"/>
                  </a:lnTo>
                  <a:lnTo>
                    <a:pt x="12" y="282"/>
                  </a:lnTo>
                  <a:lnTo>
                    <a:pt x="17" y="265"/>
                  </a:lnTo>
                  <a:lnTo>
                    <a:pt x="22" y="248"/>
                  </a:lnTo>
                  <a:lnTo>
                    <a:pt x="29" y="231"/>
                  </a:lnTo>
                  <a:lnTo>
                    <a:pt x="37" y="213"/>
                  </a:lnTo>
                  <a:lnTo>
                    <a:pt x="45" y="197"/>
                  </a:lnTo>
                  <a:lnTo>
                    <a:pt x="54" y="181"/>
                  </a:lnTo>
                  <a:lnTo>
                    <a:pt x="64" y="167"/>
                  </a:lnTo>
                  <a:lnTo>
                    <a:pt x="74" y="152"/>
                  </a:lnTo>
                  <a:lnTo>
                    <a:pt x="86" y="137"/>
                  </a:lnTo>
                  <a:lnTo>
                    <a:pt x="98" y="124"/>
                  </a:lnTo>
                  <a:lnTo>
                    <a:pt x="110" y="111"/>
                  </a:lnTo>
                  <a:lnTo>
                    <a:pt x="124" y="97"/>
                  </a:lnTo>
                  <a:lnTo>
                    <a:pt x="137" y="87"/>
                  </a:lnTo>
                  <a:lnTo>
                    <a:pt x="152" y="75"/>
                  </a:lnTo>
                  <a:lnTo>
                    <a:pt x="166" y="64"/>
                  </a:lnTo>
                  <a:lnTo>
                    <a:pt x="181" y="55"/>
                  </a:lnTo>
                  <a:lnTo>
                    <a:pt x="197" y="46"/>
                  </a:lnTo>
                  <a:lnTo>
                    <a:pt x="214" y="38"/>
                  </a:lnTo>
                  <a:lnTo>
                    <a:pt x="230" y="30"/>
                  </a:lnTo>
                  <a:lnTo>
                    <a:pt x="247" y="23"/>
                  </a:lnTo>
                  <a:lnTo>
                    <a:pt x="265" y="18"/>
                  </a:lnTo>
                  <a:lnTo>
                    <a:pt x="283" y="12"/>
                  </a:lnTo>
                  <a:lnTo>
                    <a:pt x="301" y="8"/>
                  </a:lnTo>
                  <a:lnTo>
                    <a:pt x="319" y="4"/>
                  </a:lnTo>
                  <a:lnTo>
                    <a:pt x="338" y="2"/>
                  </a:lnTo>
                  <a:lnTo>
                    <a:pt x="358" y="0"/>
                  </a:lnTo>
                  <a:lnTo>
                    <a:pt x="376" y="0"/>
                  </a:lnTo>
                  <a:lnTo>
                    <a:pt x="368" y="0"/>
                  </a:lnTo>
                  <a:lnTo>
                    <a:pt x="387" y="0"/>
                  </a:lnTo>
                  <a:lnTo>
                    <a:pt x="407" y="2"/>
                  </a:lnTo>
                  <a:lnTo>
                    <a:pt x="426" y="4"/>
                  </a:lnTo>
                  <a:lnTo>
                    <a:pt x="444" y="8"/>
                  </a:lnTo>
                  <a:lnTo>
                    <a:pt x="462" y="12"/>
                  </a:lnTo>
                  <a:lnTo>
                    <a:pt x="480" y="18"/>
                  </a:lnTo>
                  <a:lnTo>
                    <a:pt x="498" y="23"/>
                  </a:lnTo>
                  <a:lnTo>
                    <a:pt x="515" y="30"/>
                  </a:lnTo>
                  <a:lnTo>
                    <a:pt x="531" y="38"/>
                  </a:lnTo>
                  <a:lnTo>
                    <a:pt x="548" y="46"/>
                  </a:lnTo>
                  <a:lnTo>
                    <a:pt x="564" y="55"/>
                  </a:lnTo>
                  <a:lnTo>
                    <a:pt x="579" y="64"/>
                  </a:lnTo>
                  <a:lnTo>
                    <a:pt x="593" y="75"/>
                  </a:lnTo>
                  <a:lnTo>
                    <a:pt x="608" y="87"/>
                  </a:lnTo>
                  <a:lnTo>
                    <a:pt x="621" y="97"/>
                  </a:lnTo>
                  <a:lnTo>
                    <a:pt x="635" y="111"/>
                  </a:lnTo>
                  <a:lnTo>
                    <a:pt x="647" y="124"/>
                  </a:lnTo>
                  <a:lnTo>
                    <a:pt x="659" y="137"/>
                  </a:lnTo>
                  <a:lnTo>
                    <a:pt x="671" y="152"/>
                  </a:lnTo>
                  <a:lnTo>
                    <a:pt x="681" y="167"/>
                  </a:lnTo>
                  <a:lnTo>
                    <a:pt x="690" y="181"/>
                  </a:lnTo>
                  <a:lnTo>
                    <a:pt x="700" y="197"/>
                  </a:lnTo>
                  <a:lnTo>
                    <a:pt x="708" y="213"/>
                  </a:lnTo>
                  <a:lnTo>
                    <a:pt x="716" y="231"/>
                  </a:lnTo>
                  <a:lnTo>
                    <a:pt x="722" y="248"/>
                  </a:lnTo>
                  <a:lnTo>
                    <a:pt x="728" y="265"/>
                  </a:lnTo>
                  <a:lnTo>
                    <a:pt x="733" y="282"/>
                  </a:lnTo>
                  <a:lnTo>
                    <a:pt x="737" y="301"/>
                  </a:lnTo>
                  <a:lnTo>
                    <a:pt x="741" y="320"/>
                  </a:lnTo>
                  <a:lnTo>
                    <a:pt x="744" y="338"/>
                  </a:lnTo>
                  <a:lnTo>
                    <a:pt x="745" y="358"/>
                  </a:lnTo>
                  <a:lnTo>
                    <a:pt x="745" y="377"/>
                  </a:lnTo>
                  <a:lnTo>
                    <a:pt x="745" y="394"/>
                  </a:lnTo>
                  <a:lnTo>
                    <a:pt x="745" y="414"/>
                  </a:lnTo>
                  <a:lnTo>
                    <a:pt x="744" y="433"/>
                  </a:lnTo>
                  <a:lnTo>
                    <a:pt x="741" y="453"/>
                  </a:lnTo>
                  <a:lnTo>
                    <a:pt x="737" y="471"/>
                  </a:lnTo>
                  <a:lnTo>
                    <a:pt x="733" y="489"/>
                  </a:lnTo>
                  <a:lnTo>
                    <a:pt x="728" y="507"/>
                  </a:lnTo>
                  <a:lnTo>
                    <a:pt x="722" y="525"/>
                  </a:lnTo>
                  <a:lnTo>
                    <a:pt x="716" y="542"/>
                  </a:lnTo>
                  <a:lnTo>
                    <a:pt x="708" y="558"/>
                  </a:lnTo>
                  <a:lnTo>
                    <a:pt x="700" y="575"/>
                  </a:lnTo>
                  <a:lnTo>
                    <a:pt x="690" y="590"/>
                  </a:lnTo>
                  <a:lnTo>
                    <a:pt x="681" y="606"/>
                  </a:lnTo>
                  <a:lnTo>
                    <a:pt x="671" y="621"/>
                  </a:lnTo>
                  <a:lnTo>
                    <a:pt x="659" y="635"/>
                  </a:lnTo>
                  <a:lnTo>
                    <a:pt x="647" y="649"/>
                  </a:lnTo>
                  <a:lnTo>
                    <a:pt x="635" y="662"/>
                  </a:lnTo>
                  <a:lnTo>
                    <a:pt x="621" y="674"/>
                  </a:lnTo>
                  <a:lnTo>
                    <a:pt x="608" y="686"/>
                  </a:lnTo>
                  <a:lnTo>
                    <a:pt x="593" y="698"/>
                  </a:lnTo>
                  <a:lnTo>
                    <a:pt x="579" y="707"/>
                  </a:lnTo>
                  <a:lnTo>
                    <a:pt x="564" y="718"/>
                  </a:lnTo>
                  <a:lnTo>
                    <a:pt x="548" y="727"/>
                  </a:lnTo>
                  <a:lnTo>
                    <a:pt x="531" y="735"/>
                  </a:lnTo>
                  <a:lnTo>
                    <a:pt x="515" y="743"/>
                  </a:lnTo>
                  <a:lnTo>
                    <a:pt x="498" y="750"/>
                  </a:lnTo>
                  <a:lnTo>
                    <a:pt x="480" y="755"/>
                  </a:lnTo>
                  <a:lnTo>
                    <a:pt x="462" y="760"/>
                  </a:lnTo>
                  <a:lnTo>
                    <a:pt x="444" y="764"/>
                  </a:lnTo>
                  <a:lnTo>
                    <a:pt x="426" y="768"/>
                  </a:lnTo>
                  <a:lnTo>
                    <a:pt x="407" y="770"/>
                  </a:lnTo>
                  <a:lnTo>
                    <a:pt x="387" y="771"/>
                  </a:lnTo>
                  <a:lnTo>
                    <a:pt x="368" y="772"/>
                  </a:lnTo>
                  <a:lnTo>
                    <a:pt x="376" y="772"/>
                  </a:lnTo>
                  <a:lnTo>
                    <a:pt x="358" y="771"/>
                  </a:lnTo>
                  <a:lnTo>
                    <a:pt x="338" y="770"/>
                  </a:lnTo>
                  <a:lnTo>
                    <a:pt x="319" y="768"/>
                  </a:lnTo>
                  <a:lnTo>
                    <a:pt x="301" y="764"/>
                  </a:lnTo>
                  <a:lnTo>
                    <a:pt x="283" y="760"/>
                  </a:lnTo>
                  <a:lnTo>
                    <a:pt x="265" y="755"/>
                  </a:lnTo>
                  <a:lnTo>
                    <a:pt x="247" y="750"/>
                  </a:lnTo>
                  <a:lnTo>
                    <a:pt x="230" y="743"/>
                  </a:lnTo>
                  <a:lnTo>
                    <a:pt x="214" y="735"/>
                  </a:lnTo>
                  <a:lnTo>
                    <a:pt x="197" y="727"/>
                  </a:lnTo>
                  <a:lnTo>
                    <a:pt x="181" y="718"/>
                  </a:lnTo>
                  <a:lnTo>
                    <a:pt x="166" y="707"/>
                  </a:lnTo>
                  <a:lnTo>
                    <a:pt x="152" y="698"/>
                  </a:lnTo>
                  <a:lnTo>
                    <a:pt x="137" y="686"/>
                  </a:lnTo>
                  <a:lnTo>
                    <a:pt x="124" y="674"/>
                  </a:lnTo>
                  <a:lnTo>
                    <a:pt x="110" y="662"/>
                  </a:lnTo>
                  <a:lnTo>
                    <a:pt x="98" y="649"/>
                  </a:lnTo>
                  <a:lnTo>
                    <a:pt x="86" y="635"/>
                  </a:lnTo>
                  <a:lnTo>
                    <a:pt x="74" y="621"/>
                  </a:lnTo>
                  <a:lnTo>
                    <a:pt x="64" y="606"/>
                  </a:lnTo>
                  <a:lnTo>
                    <a:pt x="54" y="590"/>
                  </a:lnTo>
                  <a:lnTo>
                    <a:pt x="45" y="575"/>
                  </a:lnTo>
                  <a:lnTo>
                    <a:pt x="37" y="558"/>
                  </a:lnTo>
                  <a:lnTo>
                    <a:pt x="29" y="542"/>
                  </a:lnTo>
                  <a:lnTo>
                    <a:pt x="22" y="525"/>
                  </a:lnTo>
                  <a:lnTo>
                    <a:pt x="17" y="507"/>
                  </a:lnTo>
                  <a:lnTo>
                    <a:pt x="12" y="489"/>
                  </a:lnTo>
                  <a:lnTo>
                    <a:pt x="8" y="471"/>
                  </a:lnTo>
                  <a:lnTo>
                    <a:pt x="4" y="453"/>
                  </a:lnTo>
                  <a:lnTo>
                    <a:pt x="1" y="433"/>
                  </a:lnTo>
                  <a:lnTo>
                    <a:pt x="0" y="414"/>
                  </a:lnTo>
                  <a:lnTo>
                    <a:pt x="0" y="394"/>
                  </a:lnTo>
                  <a:close/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12" name="Rectangle 24">
              <a:extLst>
                <a:ext uri="{FF2B5EF4-FFF2-40B4-BE49-F238E27FC236}">
                  <a16:creationId xmlns:a16="http://schemas.microsoft.com/office/drawing/2014/main" id="{76E45032-4EF6-4D7A-ABD8-2528024791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70525" y="3000375"/>
              <a:ext cx="211138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r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13" name="Rectangle 25">
              <a:extLst>
                <a:ext uri="{FF2B5EF4-FFF2-40B4-BE49-F238E27FC236}">
                  <a16:creationId xmlns:a16="http://schemas.microsoft.com/office/drawing/2014/main" id="{7DCD7157-80FA-4DFA-AE7D-94CFDAB882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6250" y="309721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14" name="Rectangle 26">
              <a:extLst>
                <a:ext uri="{FF2B5EF4-FFF2-40B4-BE49-F238E27FC236}">
                  <a16:creationId xmlns:a16="http://schemas.microsoft.com/office/drawing/2014/main" id="{F6D24E43-8273-4ED9-A6AA-015AF37CCC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0388" y="3000375"/>
              <a:ext cx="211137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r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15" name="Rectangle 27">
              <a:extLst>
                <a:ext uri="{FF2B5EF4-FFF2-40B4-BE49-F238E27FC236}">
                  <a16:creationId xmlns:a16="http://schemas.microsoft.com/office/drawing/2014/main" id="{10E0403C-4214-4B01-A9B5-B8D83F263A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6113" y="309721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16" name="Rectangle 28">
              <a:extLst>
                <a:ext uri="{FF2B5EF4-FFF2-40B4-BE49-F238E27FC236}">
                  <a16:creationId xmlns:a16="http://schemas.microsoft.com/office/drawing/2014/main" id="{F8D7DD6C-1C3A-4EFA-B114-C4071A4953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4850" y="4314825"/>
              <a:ext cx="211138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r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17" name="Rectangle 29">
              <a:extLst>
                <a:ext uri="{FF2B5EF4-FFF2-40B4-BE49-F238E27FC236}">
                  <a16:creationId xmlns:a16="http://schemas.microsoft.com/office/drawing/2014/main" id="{0F552738-327B-4AD9-A4E9-736FE19782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70575" y="44116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18" name="Rectangle 30">
              <a:extLst>
                <a:ext uri="{FF2B5EF4-FFF2-40B4-BE49-F238E27FC236}">
                  <a16:creationId xmlns:a16="http://schemas.microsoft.com/office/drawing/2014/main" id="{04E658B5-A725-4647-B117-5193CDFAD8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4713" y="4314825"/>
              <a:ext cx="211137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r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19" name="Rectangle 31">
              <a:extLst>
                <a:ext uri="{FF2B5EF4-FFF2-40B4-BE49-F238E27FC236}">
                  <a16:creationId xmlns:a16="http://schemas.microsoft.com/office/drawing/2014/main" id="{22837D08-5578-4A1D-92D6-E1F2F6BFF5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0438" y="44116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20" name="Rectangle 32">
              <a:extLst>
                <a:ext uri="{FF2B5EF4-FFF2-40B4-BE49-F238E27FC236}">
                  <a16:creationId xmlns:a16="http://schemas.microsoft.com/office/drawing/2014/main" id="{4C4F5B20-CA05-4013-9ED8-5293B6219A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2038" y="4314825"/>
              <a:ext cx="211137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r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21" name="Rectangle 33">
              <a:extLst>
                <a:ext uri="{FF2B5EF4-FFF2-40B4-BE49-F238E27FC236}">
                  <a16:creationId xmlns:a16="http://schemas.microsoft.com/office/drawing/2014/main" id="{175FCAAA-4FD3-42E4-84B9-3BA82F444F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27763" y="44116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22" name="Freeform 34">
              <a:extLst>
                <a:ext uri="{FF2B5EF4-FFF2-40B4-BE49-F238E27FC236}">
                  <a16:creationId xmlns:a16="http://schemas.microsoft.com/office/drawing/2014/main" id="{D3C37243-B71F-4589-9DB9-D076CADDE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713" y="962025"/>
              <a:ext cx="698500" cy="600075"/>
            </a:xfrm>
            <a:custGeom>
              <a:avLst/>
              <a:gdLst>
                <a:gd name="T0" fmla="*/ 2147483646 w 878"/>
                <a:gd name="T1" fmla="*/ 2147483646 h 756"/>
                <a:gd name="T2" fmla="*/ 2147483646 w 878"/>
                <a:gd name="T3" fmla="*/ 2147483646 h 756"/>
                <a:gd name="T4" fmla="*/ 2147483646 w 878"/>
                <a:gd name="T5" fmla="*/ 2147483646 h 756"/>
                <a:gd name="T6" fmla="*/ 2147483646 w 878"/>
                <a:gd name="T7" fmla="*/ 2147483646 h 756"/>
                <a:gd name="T8" fmla="*/ 2147483646 w 878"/>
                <a:gd name="T9" fmla="*/ 2147483646 h 756"/>
                <a:gd name="T10" fmla="*/ 2147483646 w 878"/>
                <a:gd name="T11" fmla="*/ 2147483646 h 756"/>
                <a:gd name="T12" fmla="*/ 2147483646 w 878"/>
                <a:gd name="T13" fmla="*/ 2147483646 h 756"/>
                <a:gd name="T14" fmla="*/ 2147483646 w 878"/>
                <a:gd name="T15" fmla="*/ 2147483646 h 756"/>
                <a:gd name="T16" fmla="*/ 2147483646 w 878"/>
                <a:gd name="T17" fmla="*/ 2147483646 h 756"/>
                <a:gd name="T18" fmla="*/ 2147483646 w 878"/>
                <a:gd name="T19" fmla="*/ 2147483646 h 756"/>
                <a:gd name="T20" fmla="*/ 0 w 878"/>
                <a:gd name="T21" fmla="*/ 2147483646 h 756"/>
                <a:gd name="T22" fmla="*/ 2147483646 w 878"/>
                <a:gd name="T23" fmla="*/ 2147483646 h 756"/>
                <a:gd name="T24" fmla="*/ 2147483646 w 878"/>
                <a:gd name="T25" fmla="*/ 2147483646 h 756"/>
                <a:gd name="T26" fmla="*/ 2147483646 w 878"/>
                <a:gd name="T27" fmla="*/ 2147483646 h 756"/>
                <a:gd name="T28" fmla="*/ 2147483646 w 878"/>
                <a:gd name="T29" fmla="*/ 2147483646 h 756"/>
                <a:gd name="T30" fmla="*/ 2147483646 w 878"/>
                <a:gd name="T31" fmla="*/ 2147483646 h 756"/>
                <a:gd name="T32" fmla="*/ 2147483646 w 878"/>
                <a:gd name="T33" fmla="*/ 2147483646 h 756"/>
                <a:gd name="T34" fmla="*/ 2147483646 w 878"/>
                <a:gd name="T35" fmla="*/ 2147483646 h 756"/>
                <a:gd name="T36" fmla="*/ 2147483646 w 878"/>
                <a:gd name="T37" fmla="*/ 2147483646 h 756"/>
                <a:gd name="T38" fmla="*/ 2147483646 w 878"/>
                <a:gd name="T39" fmla="*/ 2147483646 h 756"/>
                <a:gd name="T40" fmla="*/ 2147483646 w 878"/>
                <a:gd name="T41" fmla="*/ 2147483646 h 756"/>
                <a:gd name="T42" fmla="*/ 2147483646 w 878"/>
                <a:gd name="T43" fmla="*/ 2147483646 h 756"/>
                <a:gd name="T44" fmla="*/ 2147483646 w 878"/>
                <a:gd name="T45" fmla="*/ 2147483646 h 756"/>
                <a:gd name="T46" fmla="*/ 2147483646 w 878"/>
                <a:gd name="T47" fmla="*/ 2147483646 h 756"/>
                <a:gd name="T48" fmla="*/ 2147483646 w 878"/>
                <a:gd name="T49" fmla="*/ 2147483646 h 756"/>
                <a:gd name="T50" fmla="*/ 2147483646 w 878"/>
                <a:gd name="T51" fmla="*/ 2147483646 h 756"/>
                <a:gd name="T52" fmla="*/ 2147483646 w 878"/>
                <a:gd name="T53" fmla="*/ 2147483646 h 756"/>
                <a:gd name="T54" fmla="*/ 2147483646 w 878"/>
                <a:gd name="T55" fmla="*/ 2147483646 h 756"/>
                <a:gd name="T56" fmla="*/ 2147483646 w 878"/>
                <a:gd name="T57" fmla="*/ 2147483646 h 756"/>
                <a:gd name="T58" fmla="*/ 2147483646 w 878"/>
                <a:gd name="T59" fmla="*/ 2147483646 h 756"/>
                <a:gd name="T60" fmla="*/ 2147483646 w 878"/>
                <a:gd name="T61" fmla="*/ 2147483646 h 756"/>
                <a:gd name="T62" fmla="*/ 2147483646 w 878"/>
                <a:gd name="T63" fmla="*/ 2147483646 h 756"/>
                <a:gd name="T64" fmla="*/ 2147483646 w 878"/>
                <a:gd name="T65" fmla="*/ 2147483646 h 756"/>
                <a:gd name="T66" fmla="*/ 2147483646 w 878"/>
                <a:gd name="T67" fmla="*/ 2147483646 h 756"/>
                <a:gd name="T68" fmla="*/ 2147483646 w 878"/>
                <a:gd name="T69" fmla="*/ 2147483646 h 756"/>
                <a:gd name="T70" fmla="*/ 2147483646 w 878"/>
                <a:gd name="T71" fmla="*/ 2147483646 h 756"/>
                <a:gd name="T72" fmla="*/ 2147483646 w 878"/>
                <a:gd name="T73" fmla="*/ 2147483646 h 756"/>
                <a:gd name="T74" fmla="*/ 2147483646 w 878"/>
                <a:gd name="T75" fmla="*/ 2147483646 h 756"/>
                <a:gd name="T76" fmla="*/ 2147483646 w 878"/>
                <a:gd name="T77" fmla="*/ 2147483646 h 756"/>
                <a:gd name="T78" fmla="*/ 2147483646 w 878"/>
                <a:gd name="T79" fmla="*/ 2147483646 h 756"/>
                <a:gd name="T80" fmla="*/ 2147483646 w 878"/>
                <a:gd name="T81" fmla="*/ 2147483646 h 756"/>
                <a:gd name="T82" fmla="*/ 2147483646 w 878"/>
                <a:gd name="T83" fmla="*/ 2147483646 h 756"/>
                <a:gd name="T84" fmla="*/ 2147483646 w 878"/>
                <a:gd name="T85" fmla="*/ 2147483646 h 756"/>
                <a:gd name="T86" fmla="*/ 2147483646 w 878"/>
                <a:gd name="T87" fmla="*/ 0 h 75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78"/>
                <a:gd name="T133" fmla="*/ 0 h 756"/>
                <a:gd name="T134" fmla="*/ 878 w 878"/>
                <a:gd name="T135" fmla="*/ 756 h 75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78" h="756">
                  <a:moveTo>
                    <a:pt x="439" y="0"/>
                  </a:moveTo>
                  <a:lnTo>
                    <a:pt x="416" y="0"/>
                  </a:lnTo>
                  <a:lnTo>
                    <a:pt x="394" y="1"/>
                  </a:lnTo>
                  <a:lnTo>
                    <a:pt x="373" y="4"/>
                  </a:lnTo>
                  <a:lnTo>
                    <a:pt x="351" y="8"/>
                  </a:lnTo>
                  <a:lnTo>
                    <a:pt x="330" y="12"/>
                  </a:lnTo>
                  <a:lnTo>
                    <a:pt x="309" y="17"/>
                  </a:lnTo>
                  <a:lnTo>
                    <a:pt x="289" y="22"/>
                  </a:lnTo>
                  <a:lnTo>
                    <a:pt x="269" y="29"/>
                  </a:lnTo>
                  <a:lnTo>
                    <a:pt x="249" y="37"/>
                  </a:lnTo>
                  <a:lnTo>
                    <a:pt x="230" y="45"/>
                  </a:lnTo>
                  <a:lnTo>
                    <a:pt x="212" y="54"/>
                  </a:lnTo>
                  <a:lnTo>
                    <a:pt x="194" y="64"/>
                  </a:lnTo>
                  <a:lnTo>
                    <a:pt x="177" y="74"/>
                  </a:lnTo>
                  <a:lnTo>
                    <a:pt x="160" y="86"/>
                  </a:lnTo>
                  <a:lnTo>
                    <a:pt x="144" y="98"/>
                  </a:lnTo>
                  <a:lnTo>
                    <a:pt x="129" y="110"/>
                  </a:lnTo>
                  <a:lnTo>
                    <a:pt x="114" y="124"/>
                  </a:lnTo>
                  <a:lnTo>
                    <a:pt x="100" y="137"/>
                  </a:lnTo>
                  <a:lnTo>
                    <a:pt x="88" y="152"/>
                  </a:lnTo>
                  <a:lnTo>
                    <a:pt x="74" y="166"/>
                  </a:lnTo>
                  <a:lnTo>
                    <a:pt x="64" y="182"/>
                  </a:lnTo>
                  <a:lnTo>
                    <a:pt x="53" y="197"/>
                  </a:lnTo>
                  <a:lnTo>
                    <a:pt x="43" y="214"/>
                  </a:lnTo>
                  <a:lnTo>
                    <a:pt x="35" y="230"/>
                  </a:lnTo>
                  <a:lnTo>
                    <a:pt x="27" y="247"/>
                  </a:lnTo>
                  <a:lnTo>
                    <a:pt x="20" y="265"/>
                  </a:lnTo>
                  <a:lnTo>
                    <a:pt x="13" y="283"/>
                  </a:lnTo>
                  <a:lnTo>
                    <a:pt x="9" y="302"/>
                  </a:lnTo>
                  <a:lnTo>
                    <a:pt x="5" y="321"/>
                  </a:lnTo>
                  <a:lnTo>
                    <a:pt x="3" y="339"/>
                  </a:lnTo>
                  <a:lnTo>
                    <a:pt x="0" y="358"/>
                  </a:lnTo>
                  <a:lnTo>
                    <a:pt x="0" y="378"/>
                  </a:lnTo>
                  <a:lnTo>
                    <a:pt x="0" y="396"/>
                  </a:lnTo>
                  <a:lnTo>
                    <a:pt x="3" y="416"/>
                  </a:lnTo>
                  <a:lnTo>
                    <a:pt x="5" y="435"/>
                  </a:lnTo>
                  <a:lnTo>
                    <a:pt x="9" y="454"/>
                  </a:lnTo>
                  <a:lnTo>
                    <a:pt x="13" y="472"/>
                  </a:lnTo>
                  <a:lnTo>
                    <a:pt x="20" y="490"/>
                  </a:lnTo>
                  <a:lnTo>
                    <a:pt x="27" y="507"/>
                  </a:lnTo>
                  <a:lnTo>
                    <a:pt x="35" y="524"/>
                  </a:lnTo>
                  <a:lnTo>
                    <a:pt x="43" y="542"/>
                  </a:lnTo>
                  <a:lnTo>
                    <a:pt x="53" y="557"/>
                  </a:lnTo>
                  <a:lnTo>
                    <a:pt x="64" y="573"/>
                  </a:lnTo>
                  <a:lnTo>
                    <a:pt x="74" y="589"/>
                  </a:lnTo>
                  <a:lnTo>
                    <a:pt x="88" y="604"/>
                  </a:lnTo>
                  <a:lnTo>
                    <a:pt x="100" y="617"/>
                  </a:lnTo>
                  <a:lnTo>
                    <a:pt x="114" y="632"/>
                  </a:lnTo>
                  <a:lnTo>
                    <a:pt x="129" y="645"/>
                  </a:lnTo>
                  <a:lnTo>
                    <a:pt x="144" y="657"/>
                  </a:lnTo>
                  <a:lnTo>
                    <a:pt x="160" y="669"/>
                  </a:lnTo>
                  <a:lnTo>
                    <a:pt x="177" y="680"/>
                  </a:lnTo>
                  <a:lnTo>
                    <a:pt x="194" y="691"/>
                  </a:lnTo>
                  <a:lnTo>
                    <a:pt x="212" y="701"/>
                  </a:lnTo>
                  <a:lnTo>
                    <a:pt x="230" y="711"/>
                  </a:lnTo>
                  <a:lnTo>
                    <a:pt x="249" y="719"/>
                  </a:lnTo>
                  <a:lnTo>
                    <a:pt x="269" y="727"/>
                  </a:lnTo>
                  <a:lnTo>
                    <a:pt x="289" y="733"/>
                  </a:lnTo>
                  <a:lnTo>
                    <a:pt x="309" y="739"/>
                  </a:lnTo>
                  <a:lnTo>
                    <a:pt x="330" y="744"/>
                  </a:lnTo>
                  <a:lnTo>
                    <a:pt x="351" y="748"/>
                  </a:lnTo>
                  <a:lnTo>
                    <a:pt x="373" y="752"/>
                  </a:lnTo>
                  <a:lnTo>
                    <a:pt x="394" y="753"/>
                  </a:lnTo>
                  <a:lnTo>
                    <a:pt x="416" y="754"/>
                  </a:lnTo>
                  <a:lnTo>
                    <a:pt x="439" y="756"/>
                  </a:lnTo>
                  <a:lnTo>
                    <a:pt x="462" y="754"/>
                  </a:lnTo>
                  <a:lnTo>
                    <a:pt x="484" y="753"/>
                  </a:lnTo>
                  <a:lnTo>
                    <a:pt x="506" y="752"/>
                  </a:lnTo>
                  <a:lnTo>
                    <a:pt x="528" y="748"/>
                  </a:lnTo>
                  <a:lnTo>
                    <a:pt x="550" y="744"/>
                  </a:lnTo>
                  <a:lnTo>
                    <a:pt x="570" y="739"/>
                  </a:lnTo>
                  <a:lnTo>
                    <a:pt x="591" y="733"/>
                  </a:lnTo>
                  <a:lnTo>
                    <a:pt x="611" y="727"/>
                  </a:lnTo>
                  <a:lnTo>
                    <a:pt x="629" y="719"/>
                  </a:lnTo>
                  <a:lnTo>
                    <a:pt x="649" y="711"/>
                  </a:lnTo>
                  <a:lnTo>
                    <a:pt x="667" y="701"/>
                  </a:lnTo>
                  <a:lnTo>
                    <a:pt x="685" y="691"/>
                  </a:lnTo>
                  <a:lnTo>
                    <a:pt x="703" y="680"/>
                  </a:lnTo>
                  <a:lnTo>
                    <a:pt x="719" y="669"/>
                  </a:lnTo>
                  <a:lnTo>
                    <a:pt x="735" y="657"/>
                  </a:lnTo>
                  <a:lnTo>
                    <a:pt x="750" y="645"/>
                  </a:lnTo>
                  <a:lnTo>
                    <a:pt x="765" y="632"/>
                  </a:lnTo>
                  <a:lnTo>
                    <a:pt x="778" y="617"/>
                  </a:lnTo>
                  <a:lnTo>
                    <a:pt x="792" y="604"/>
                  </a:lnTo>
                  <a:lnTo>
                    <a:pt x="804" y="589"/>
                  </a:lnTo>
                  <a:lnTo>
                    <a:pt x="816" y="573"/>
                  </a:lnTo>
                  <a:lnTo>
                    <a:pt x="825" y="557"/>
                  </a:lnTo>
                  <a:lnTo>
                    <a:pt x="836" y="542"/>
                  </a:lnTo>
                  <a:lnTo>
                    <a:pt x="844" y="524"/>
                  </a:lnTo>
                  <a:lnTo>
                    <a:pt x="852" y="507"/>
                  </a:lnTo>
                  <a:lnTo>
                    <a:pt x="858" y="490"/>
                  </a:lnTo>
                  <a:lnTo>
                    <a:pt x="865" y="472"/>
                  </a:lnTo>
                  <a:lnTo>
                    <a:pt x="870" y="454"/>
                  </a:lnTo>
                  <a:lnTo>
                    <a:pt x="874" y="435"/>
                  </a:lnTo>
                  <a:lnTo>
                    <a:pt x="877" y="416"/>
                  </a:lnTo>
                  <a:lnTo>
                    <a:pt x="878" y="396"/>
                  </a:lnTo>
                  <a:lnTo>
                    <a:pt x="878" y="378"/>
                  </a:lnTo>
                  <a:lnTo>
                    <a:pt x="878" y="358"/>
                  </a:lnTo>
                  <a:lnTo>
                    <a:pt x="877" y="339"/>
                  </a:lnTo>
                  <a:lnTo>
                    <a:pt x="874" y="321"/>
                  </a:lnTo>
                  <a:lnTo>
                    <a:pt x="870" y="302"/>
                  </a:lnTo>
                  <a:lnTo>
                    <a:pt x="865" y="283"/>
                  </a:lnTo>
                  <a:lnTo>
                    <a:pt x="858" y="265"/>
                  </a:lnTo>
                  <a:lnTo>
                    <a:pt x="852" y="247"/>
                  </a:lnTo>
                  <a:lnTo>
                    <a:pt x="844" y="230"/>
                  </a:lnTo>
                  <a:lnTo>
                    <a:pt x="836" y="214"/>
                  </a:lnTo>
                  <a:lnTo>
                    <a:pt x="825" y="197"/>
                  </a:lnTo>
                  <a:lnTo>
                    <a:pt x="816" y="182"/>
                  </a:lnTo>
                  <a:lnTo>
                    <a:pt x="804" y="166"/>
                  </a:lnTo>
                  <a:lnTo>
                    <a:pt x="792" y="152"/>
                  </a:lnTo>
                  <a:lnTo>
                    <a:pt x="778" y="137"/>
                  </a:lnTo>
                  <a:lnTo>
                    <a:pt x="765" y="124"/>
                  </a:lnTo>
                  <a:lnTo>
                    <a:pt x="750" y="110"/>
                  </a:lnTo>
                  <a:lnTo>
                    <a:pt x="735" y="98"/>
                  </a:lnTo>
                  <a:lnTo>
                    <a:pt x="719" y="86"/>
                  </a:lnTo>
                  <a:lnTo>
                    <a:pt x="703" y="74"/>
                  </a:lnTo>
                  <a:lnTo>
                    <a:pt x="685" y="64"/>
                  </a:lnTo>
                  <a:lnTo>
                    <a:pt x="667" y="54"/>
                  </a:lnTo>
                  <a:lnTo>
                    <a:pt x="649" y="45"/>
                  </a:lnTo>
                  <a:lnTo>
                    <a:pt x="629" y="37"/>
                  </a:lnTo>
                  <a:lnTo>
                    <a:pt x="611" y="29"/>
                  </a:lnTo>
                  <a:lnTo>
                    <a:pt x="591" y="22"/>
                  </a:lnTo>
                  <a:lnTo>
                    <a:pt x="570" y="17"/>
                  </a:lnTo>
                  <a:lnTo>
                    <a:pt x="550" y="12"/>
                  </a:lnTo>
                  <a:lnTo>
                    <a:pt x="528" y="8"/>
                  </a:lnTo>
                  <a:lnTo>
                    <a:pt x="506" y="4"/>
                  </a:lnTo>
                  <a:lnTo>
                    <a:pt x="484" y="1"/>
                  </a:lnTo>
                  <a:lnTo>
                    <a:pt x="462" y="0"/>
                  </a:lnTo>
                  <a:lnTo>
                    <a:pt x="439" y="0"/>
                  </a:lnTo>
                </a:path>
              </a:pathLst>
            </a:custGeom>
            <a:solidFill>
              <a:schemeClr val="bg1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23" name="Freeform 35">
              <a:extLst>
                <a:ext uri="{FF2B5EF4-FFF2-40B4-BE49-F238E27FC236}">
                  <a16:creationId xmlns:a16="http://schemas.microsoft.com/office/drawing/2014/main" id="{E150F679-E0C9-4026-8CAD-20C7A5F8E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525" y="2146300"/>
              <a:ext cx="1198563" cy="600075"/>
            </a:xfrm>
            <a:custGeom>
              <a:avLst/>
              <a:gdLst>
                <a:gd name="T0" fmla="*/ 2147483646 w 1509"/>
                <a:gd name="T1" fmla="*/ 2147483646 h 756"/>
                <a:gd name="T2" fmla="*/ 2147483646 w 1509"/>
                <a:gd name="T3" fmla="*/ 2147483646 h 756"/>
                <a:gd name="T4" fmla="*/ 2147483646 w 1509"/>
                <a:gd name="T5" fmla="*/ 2147483646 h 756"/>
                <a:gd name="T6" fmla="*/ 2147483646 w 1509"/>
                <a:gd name="T7" fmla="*/ 2147483646 h 756"/>
                <a:gd name="T8" fmla="*/ 2147483646 w 1509"/>
                <a:gd name="T9" fmla="*/ 2147483646 h 756"/>
                <a:gd name="T10" fmla="*/ 2147483646 w 1509"/>
                <a:gd name="T11" fmla="*/ 2147483646 h 756"/>
                <a:gd name="T12" fmla="*/ 2147483646 w 1509"/>
                <a:gd name="T13" fmla="*/ 2147483646 h 756"/>
                <a:gd name="T14" fmla="*/ 2147483646 w 1509"/>
                <a:gd name="T15" fmla="*/ 2147483646 h 756"/>
                <a:gd name="T16" fmla="*/ 2147483646 w 1509"/>
                <a:gd name="T17" fmla="*/ 2147483646 h 756"/>
                <a:gd name="T18" fmla="*/ 2147483646 w 1509"/>
                <a:gd name="T19" fmla="*/ 2147483646 h 756"/>
                <a:gd name="T20" fmla="*/ 0 w 1509"/>
                <a:gd name="T21" fmla="*/ 2147483646 h 756"/>
                <a:gd name="T22" fmla="*/ 2147483646 w 1509"/>
                <a:gd name="T23" fmla="*/ 2147483646 h 756"/>
                <a:gd name="T24" fmla="*/ 2147483646 w 1509"/>
                <a:gd name="T25" fmla="*/ 2147483646 h 756"/>
                <a:gd name="T26" fmla="*/ 2147483646 w 1509"/>
                <a:gd name="T27" fmla="*/ 2147483646 h 756"/>
                <a:gd name="T28" fmla="*/ 2147483646 w 1509"/>
                <a:gd name="T29" fmla="*/ 2147483646 h 756"/>
                <a:gd name="T30" fmla="*/ 2147483646 w 1509"/>
                <a:gd name="T31" fmla="*/ 2147483646 h 756"/>
                <a:gd name="T32" fmla="*/ 2147483646 w 1509"/>
                <a:gd name="T33" fmla="*/ 2147483646 h 756"/>
                <a:gd name="T34" fmla="*/ 2147483646 w 1509"/>
                <a:gd name="T35" fmla="*/ 2147483646 h 756"/>
                <a:gd name="T36" fmla="*/ 2147483646 w 1509"/>
                <a:gd name="T37" fmla="*/ 2147483646 h 756"/>
                <a:gd name="T38" fmla="*/ 2147483646 w 1509"/>
                <a:gd name="T39" fmla="*/ 2147483646 h 756"/>
                <a:gd name="T40" fmla="*/ 2147483646 w 1509"/>
                <a:gd name="T41" fmla="*/ 2147483646 h 756"/>
                <a:gd name="T42" fmla="*/ 2147483646 w 1509"/>
                <a:gd name="T43" fmla="*/ 2147483646 h 756"/>
                <a:gd name="T44" fmla="*/ 2147483646 w 1509"/>
                <a:gd name="T45" fmla="*/ 2147483646 h 756"/>
                <a:gd name="T46" fmla="*/ 2147483646 w 1509"/>
                <a:gd name="T47" fmla="*/ 2147483646 h 756"/>
                <a:gd name="T48" fmla="*/ 2147483646 w 1509"/>
                <a:gd name="T49" fmla="*/ 2147483646 h 756"/>
                <a:gd name="T50" fmla="*/ 2147483646 w 1509"/>
                <a:gd name="T51" fmla="*/ 2147483646 h 756"/>
                <a:gd name="T52" fmla="*/ 2147483646 w 1509"/>
                <a:gd name="T53" fmla="*/ 2147483646 h 756"/>
                <a:gd name="T54" fmla="*/ 2147483646 w 1509"/>
                <a:gd name="T55" fmla="*/ 2147483646 h 756"/>
                <a:gd name="T56" fmla="*/ 2147483646 w 1509"/>
                <a:gd name="T57" fmla="*/ 2147483646 h 756"/>
                <a:gd name="T58" fmla="*/ 2147483646 w 1509"/>
                <a:gd name="T59" fmla="*/ 2147483646 h 756"/>
                <a:gd name="T60" fmla="*/ 2147483646 w 1509"/>
                <a:gd name="T61" fmla="*/ 2147483646 h 756"/>
                <a:gd name="T62" fmla="*/ 2147483646 w 1509"/>
                <a:gd name="T63" fmla="*/ 2147483646 h 756"/>
                <a:gd name="T64" fmla="*/ 2147483646 w 1509"/>
                <a:gd name="T65" fmla="*/ 2147483646 h 756"/>
                <a:gd name="T66" fmla="*/ 2147483646 w 1509"/>
                <a:gd name="T67" fmla="*/ 2147483646 h 756"/>
                <a:gd name="T68" fmla="*/ 2147483646 w 1509"/>
                <a:gd name="T69" fmla="*/ 2147483646 h 756"/>
                <a:gd name="T70" fmla="*/ 2147483646 w 1509"/>
                <a:gd name="T71" fmla="*/ 2147483646 h 756"/>
                <a:gd name="T72" fmla="*/ 2147483646 w 1509"/>
                <a:gd name="T73" fmla="*/ 2147483646 h 756"/>
                <a:gd name="T74" fmla="*/ 2147483646 w 1509"/>
                <a:gd name="T75" fmla="*/ 2147483646 h 756"/>
                <a:gd name="T76" fmla="*/ 2147483646 w 1509"/>
                <a:gd name="T77" fmla="*/ 2147483646 h 756"/>
                <a:gd name="T78" fmla="*/ 2147483646 w 1509"/>
                <a:gd name="T79" fmla="*/ 2147483646 h 756"/>
                <a:gd name="T80" fmla="*/ 2147483646 w 1509"/>
                <a:gd name="T81" fmla="*/ 2147483646 h 756"/>
                <a:gd name="T82" fmla="*/ 2147483646 w 1509"/>
                <a:gd name="T83" fmla="*/ 2147483646 h 756"/>
                <a:gd name="T84" fmla="*/ 2147483646 w 1509"/>
                <a:gd name="T85" fmla="*/ 2147483646 h 756"/>
                <a:gd name="T86" fmla="*/ 2147483646 w 1509"/>
                <a:gd name="T87" fmla="*/ 0 h 75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09"/>
                <a:gd name="T133" fmla="*/ 0 h 756"/>
                <a:gd name="T134" fmla="*/ 1509 w 1509"/>
                <a:gd name="T135" fmla="*/ 756 h 75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09" h="756">
                  <a:moveTo>
                    <a:pt x="754" y="0"/>
                  </a:moveTo>
                  <a:lnTo>
                    <a:pt x="714" y="0"/>
                  </a:lnTo>
                  <a:lnTo>
                    <a:pt x="677" y="1"/>
                  </a:lnTo>
                  <a:lnTo>
                    <a:pt x="639" y="4"/>
                  </a:lnTo>
                  <a:lnTo>
                    <a:pt x="601" y="8"/>
                  </a:lnTo>
                  <a:lnTo>
                    <a:pt x="565" y="12"/>
                  </a:lnTo>
                  <a:lnTo>
                    <a:pt x="529" y="17"/>
                  </a:lnTo>
                  <a:lnTo>
                    <a:pt x="495" y="22"/>
                  </a:lnTo>
                  <a:lnTo>
                    <a:pt x="460" y="29"/>
                  </a:lnTo>
                  <a:lnTo>
                    <a:pt x="427" y="37"/>
                  </a:lnTo>
                  <a:lnTo>
                    <a:pt x="394" y="45"/>
                  </a:lnTo>
                  <a:lnTo>
                    <a:pt x="363" y="54"/>
                  </a:lnTo>
                  <a:lnTo>
                    <a:pt x="333" y="63"/>
                  </a:lnTo>
                  <a:lnTo>
                    <a:pt x="302" y="74"/>
                  </a:lnTo>
                  <a:lnTo>
                    <a:pt x="274" y="86"/>
                  </a:lnTo>
                  <a:lnTo>
                    <a:pt x="246" y="98"/>
                  </a:lnTo>
                  <a:lnTo>
                    <a:pt x="221" y="110"/>
                  </a:lnTo>
                  <a:lnTo>
                    <a:pt x="195" y="123"/>
                  </a:lnTo>
                  <a:lnTo>
                    <a:pt x="172" y="137"/>
                  </a:lnTo>
                  <a:lnTo>
                    <a:pt x="149" y="151"/>
                  </a:lnTo>
                  <a:lnTo>
                    <a:pt x="128" y="166"/>
                  </a:lnTo>
                  <a:lnTo>
                    <a:pt x="109" y="182"/>
                  </a:lnTo>
                  <a:lnTo>
                    <a:pt x="90" y="197"/>
                  </a:lnTo>
                  <a:lnTo>
                    <a:pt x="73" y="214"/>
                  </a:lnTo>
                  <a:lnTo>
                    <a:pt x="58" y="230"/>
                  </a:lnTo>
                  <a:lnTo>
                    <a:pt x="45" y="247"/>
                  </a:lnTo>
                  <a:lnTo>
                    <a:pt x="33" y="264"/>
                  </a:lnTo>
                  <a:lnTo>
                    <a:pt x="22" y="283"/>
                  </a:lnTo>
                  <a:lnTo>
                    <a:pt x="15" y="302"/>
                  </a:lnTo>
                  <a:lnTo>
                    <a:pt x="8" y="320"/>
                  </a:lnTo>
                  <a:lnTo>
                    <a:pt x="3" y="339"/>
                  </a:lnTo>
                  <a:lnTo>
                    <a:pt x="0" y="358"/>
                  </a:lnTo>
                  <a:lnTo>
                    <a:pt x="0" y="378"/>
                  </a:lnTo>
                  <a:lnTo>
                    <a:pt x="0" y="396"/>
                  </a:lnTo>
                  <a:lnTo>
                    <a:pt x="3" y="416"/>
                  </a:lnTo>
                  <a:lnTo>
                    <a:pt x="8" y="435"/>
                  </a:lnTo>
                  <a:lnTo>
                    <a:pt x="15" y="453"/>
                  </a:lnTo>
                  <a:lnTo>
                    <a:pt x="22" y="472"/>
                  </a:lnTo>
                  <a:lnTo>
                    <a:pt x="33" y="489"/>
                  </a:lnTo>
                  <a:lnTo>
                    <a:pt x="45" y="507"/>
                  </a:lnTo>
                  <a:lnTo>
                    <a:pt x="58" y="524"/>
                  </a:lnTo>
                  <a:lnTo>
                    <a:pt x="73" y="541"/>
                  </a:lnTo>
                  <a:lnTo>
                    <a:pt x="90" y="557"/>
                  </a:lnTo>
                  <a:lnTo>
                    <a:pt x="109" y="573"/>
                  </a:lnTo>
                  <a:lnTo>
                    <a:pt x="128" y="589"/>
                  </a:lnTo>
                  <a:lnTo>
                    <a:pt x="149" y="604"/>
                  </a:lnTo>
                  <a:lnTo>
                    <a:pt x="172" y="617"/>
                  </a:lnTo>
                  <a:lnTo>
                    <a:pt x="195" y="632"/>
                  </a:lnTo>
                  <a:lnTo>
                    <a:pt x="221" y="645"/>
                  </a:lnTo>
                  <a:lnTo>
                    <a:pt x="246" y="657"/>
                  </a:lnTo>
                  <a:lnTo>
                    <a:pt x="274" y="669"/>
                  </a:lnTo>
                  <a:lnTo>
                    <a:pt x="302" y="680"/>
                  </a:lnTo>
                  <a:lnTo>
                    <a:pt x="333" y="690"/>
                  </a:lnTo>
                  <a:lnTo>
                    <a:pt x="363" y="701"/>
                  </a:lnTo>
                  <a:lnTo>
                    <a:pt x="394" y="710"/>
                  </a:lnTo>
                  <a:lnTo>
                    <a:pt x="427" y="718"/>
                  </a:lnTo>
                  <a:lnTo>
                    <a:pt x="460" y="726"/>
                  </a:lnTo>
                  <a:lnTo>
                    <a:pt x="495" y="733"/>
                  </a:lnTo>
                  <a:lnTo>
                    <a:pt x="529" y="738"/>
                  </a:lnTo>
                  <a:lnTo>
                    <a:pt x="565" y="744"/>
                  </a:lnTo>
                  <a:lnTo>
                    <a:pt x="601" y="748"/>
                  </a:lnTo>
                  <a:lnTo>
                    <a:pt x="639" y="752"/>
                  </a:lnTo>
                  <a:lnTo>
                    <a:pt x="677" y="753"/>
                  </a:lnTo>
                  <a:lnTo>
                    <a:pt x="714" y="754"/>
                  </a:lnTo>
                  <a:lnTo>
                    <a:pt x="754" y="756"/>
                  </a:lnTo>
                  <a:lnTo>
                    <a:pt x="793" y="754"/>
                  </a:lnTo>
                  <a:lnTo>
                    <a:pt x="830" y="753"/>
                  </a:lnTo>
                  <a:lnTo>
                    <a:pt x="869" y="752"/>
                  </a:lnTo>
                  <a:lnTo>
                    <a:pt x="906" y="748"/>
                  </a:lnTo>
                  <a:lnTo>
                    <a:pt x="942" y="744"/>
                  </a:lnTo>
                  <a:lnTo>
                    <a:pt x="978" y="738"/>
                  </a:lnTo>
                  <a:lnTo>
                    <a:pt x="1013" y="733"/>
                  </a:lnTo>
                  <a:lnTo>
                    <a:pt x="1047" y="726"/>
                  </a:lnTo>
                  <a:lnTo>
                    <a:pt x="1080" y="718"/>
                  </a:lnTo>
                  <a:lnTo>
                    <a:pt x="1114" y="710"/>
                  </a:lnTo>
                  <a:lnTo>
                    <a:pt x="1146" y="701"/>
                  </a:lnTo>
                  <a:lnTo>
                    <a:pt x="1176" y="690"/>
                  </a:lnTo>
                  <a:lnTo>
                    <a:pt x="1206" y="680"/>
                  </a:lnTo>
                  <a:lnTo>
                    <a:pt x="1233" y="669"/>
                  </a:lnTo>
                  <a:lnTo>
                    <a:pt x="1261" y="657"/>
                  </a:lnTo>
                  <a:lnTo>
                    <a:pt x="1287" y="645"/>
                  </a:lnTo>
                  <a:lnTo>
                    <a:pt x="1312" y="632"/>
                  </a:lnTo>
                  <a:lnTo>
                    <a:pt x="1336" y="617"/>
                  </a:lnTo>
                  <a:lnTo>
                    <a:pt x="1359" y="604"/>
                  </a:lnTo>
                  <a:lnTo>
                    <a:pt x="1380" y="589"/>
                  </a:lnTo>
                  <a:lnTo>
                    <a:pt x="1398" y="573"/>
                  </a:lnTo>
                  <a:lnTo>
                    <a:pt x="1417" y="557"/>
                  </a:lnTo>
                  <a:lnTo>
                    <a:pt x="1434" y="541"/>
                  </a:lnTo>
                  <a:lnTo>
                    <a:pt x="1449" y="524"/>
                  </a:lnTo>
                  <a:lnTo>
                    <a:pt x="1462" y="507"/>
                  </a:lnTo>
                  <a:lnTo>
                    <a:pt x="1474" y="489"/>
                  </a:lnTo>
                  <a:lnTo>
                    <a:pt x="1485" y="472"/>
                  </a:lnTo>
                  <a:lnTo>
                    <a:pt x="1493" y="453"/>
                  </a:lnTo>
                  <a:lnTo>
                    <a:pt x="1500" y="435"/>
                  </a:lnTo>
                  <a:lnTo>
                    <a:pt x="1505" y="416"/>
                  </a:lnTo>
                  <a:lnTo>
                    <a:pt x="1508" y="396"/>
                  </a:lnTo>
                  <a:lnTo>
                    <a:pt x="1509" y="378"/>
                  </a:lnTo>
                  <a:lnTo>
                    <a:pt x="1508" y="358"/>
                  </a:lnTo>
                  <a:lnTo>
                    <a:pt x="1505" y="339"/>
                  </a:lnTo>
                  <a:lnTo>
                    <a:pt x="1500" y="320"/>
                  </a:lnTo>
                  <a:lnTo>
                    <a:pt x="1493" y="302"/>
                  </a:lnTo>
                  <a:lnTo>
                    <a:pt x="1485" y="283"/>
                  </a:lnTo>
                  <a:lnTo>
                    <a:pt x="1474" y="264"/>
                  </a:lnTo>
                  <a:lnTo>
                    <a:pt x="1462" y="247"/>
                  </a:lnTo>
                  <a:lnTo>
                    <a:pt x="1449" y="230"/>
                  </a:lnTo>
                  <a:lnTo>
                    <a:pt x="1434" y="214"/>
                  </a:lnTo>
                  <a:lnTo>
                    <a:pt x="1417" y="197"/>
                  </a:lnTo>
                  <a:lnTo>
                    <a:pt x="1398" y="182"/>
                  </a:lnTo>
                  <a:lnTo>
                    <a:pt x="1380" y="166"/>
                  </a:lnTo>
                  <a:lnTo>
                    <a:pt x="1359" y="151"/>
                  </a:lnTo>
                  <a:lnTo>
                    <a:pt x="1336" y="137"/>
                  </a:lnTo>
                  <a:lnTo>
                    <a:pt x="1312" y="123"/>
                  </a:lnTo>
                  <a:lnTo>
                    <a:pt x="1287" y="110"/>
                  </a:lnTo>
                  <a:lnTo>
                    <a:pt x="1261" y="98"/>
                  </a:lnTo>
                  <a:lnTo>
                    <a:pt x="1233" y="86"/>
                  </a:lnTo>
                  <a:lnTo>
                    <a:pt x="1206" y="74"/>
                  </a:lnTo>
                  <a:lnTo>
                    <a:pt x="1176" y="63"/>
                  </a:lnTo>
                  <a:lnTo>
                    <a:pt x="1146" y="54"/>
                  </a:lnTo>
                  <a:lnTo>
                    <a:pt x="1114" y="45"/>
                  </a:lnTo>
                  <a:lnTo>
                    <a:pt x="1080" y="37"/>
                  </a:lnTo>
                  <a:lnTo>
                    <a:pt x="1047" y="29"/>
                  </a:lnTo>
                  <a:lnTo>
                    <a:pt x="1013" y="22"/>
                  </a:lnTo>
                  <a:lnTo>
                    <a:pt x="978" y="17"/>
                  </a:lnTo>
                  <a:lnTo>
                    <a:pt x="942" y="12"/>
                  </a:lnTo>
                  <a:lnTo>
                    <a:pt x="906" y="8"/>
                  </a:lnTo>
                  <a:lnTo>
                    <a:pt x="869" y="4"/>
                  </a:lnTo>
                  <a:lnTo>
                    <a:pt x="830" y="1"/>
                  </a:lnTo>
                  <a:lnTo>
                    <a:pt x="793" y="0"/>
                  </a:lnTo>
                  <a:lnTo>
                    <a:pt x="754" y="0"/>
                  </a:lnTo>
                </a:path>
              </a:pathLst>
            </a:custGeom>
            <a:solidFill>
              <a:schemeClr val="bg1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24" name="Freeform 36">
              <a:extLst>
                <a:ext uri="{FF2B5EF4-FFF2-40B4-BE49-F238E27FC236}">
                  <a16:creationId xmlns:a16="http://schemas.microsoft.com/office/drawing/2014/main" id="{DE0B2A59-37AE-43ED-9CFB-FAF2C73E8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613" y="3606800"/>
              <a:ext cx="127000" cy="104775"/>
            </a:xfrm>
            <a:custGeom>
              <a:avLst/>
              <a:gdLst>
                <a:gd name="T0" fmla="*/ 2147483646 w 160"/>
                <a:gd name="T1" fmla="*/ 0 h 133"/>
                <a:gd name="T2" fmla="*/ 0 w 160"/>
                <a:gd name="T3" fmla="*/ 2147483646 h 133"/>
                <a:gd name="T4" fmla="*/ 2147483646 w 160"/>
                <a:gd name="T5" fmla="*/ 2147483646 h 133"/>
                <a:gd name="T6" fmla="*/ 2147483646 w 160"/>
                <a:gd name="T7" fmla="*/ 2147483646 h 133"/>
                <a:gd name="T8" fmla="*/ 2147483646 w 160"/>
                <a:gd name="T9" fmla="*/ 0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133"/>
                <a:gd name="T17" fmla="*/ 160 w 160"/>
                <a:gd name="T18" fmla="*/ 133 h 1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133">
                  <a:moveTo>
                    <a:pt x="106" y="0"/>
                  </a:moveTo>
                  <a:lnTo>
                    <a:pt x="0" y="133"/>
                  </a:lnTo>
                  <a:lnTo>
                    <a:pt x="160" y="53"/>
                  </a:lnTo>
                  <a:lnTo>
                    <a:pt x="133" y="27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25" name="Freeform 37">
              <a:extLst>
                <a:ext uri="{FF2B5EF4-FFF2-40B4-BE49-F238E27FC236}">
                  <a16:creationId xmlns:a16="http://schemas.microsoft.com/office/drawing/2014/main" id="{66C81D38-04EE-4761-8788-F8CB3E6B1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100" y="1355725"/>
              <a:ext cx="677863" cy="2266950"/>
            </a:xfrm>
            <a:custGeom>
              <a:avLst/>
              <a:gdLst>
                <a:gd name="T0" fmla="*/ 0 w 854"/>
                <a:gd name="T1" fmla="*/ 0 h 2855"/>
                <a:gd name="T2" fmla="*/ 2147483646 w 854"/>
                <a:gd name="T3" fmla="*/ 2147483646 h 2855"/>
                <a:gd name="T4" fmla="*/ 2147483646 w 854"/>
                <a:gd name="T5" fmla="*/ 2147483646 h 2855"/>
                <a:gd name="T6" fmla="*/ 2147483646 w 854"/>
                <a:gd name="T7" fmla="*/ 2147483646 h 2855"/>
                <a:gd name="T8" fmla="*/ 2147483646 w 854"/>
                <a:gd name="T9" fmla="*/ 2147483646 h 2855"/>
                <a:gd name="T10" fmla="*/ 2147483646 w 854"/>
                <a:gd name="T11" fmla="*/ 2147483646 h 2855"/>
                <a:gd name="T12" fmla="*/ 2147483646 w 854"/>
                <a:gd name="T13" fmla="*/ 2147483646 h 2855"/>
                <a:gd name="T14" fmla="*/ 2147483646 w 854"/>
                <a:gd name="T15" fmla="*/ 2147483646 h 2855"/>
                <a:gd name="T16" fmla="*/ 2147483646 w 854"/>
                <a:gd name="T17" fmla="*/ 2147483646 h 2855"/>
                <a:gd name="T18" fmla="*/ 2147483646 w 854"/>
                <a:gd name="T19" fmla="*/ 2147483646 h 2855"/>
                <a:gd name="T20" fmla="*/ 2147483646 w 854"/>
                <a:gd name="T21" fmla="*/ 2147483646 h 2855"/>
                <a:gd name="T22" fmla="*/ 2147483646 w 854"/>
                <a:gd name="T23" fmla="*/ 2147483646 h 2855"/>
                <a:gd name="T24" fmla="*/ 2147483646 w 854"/>
                <a:gd name="T25" fmla="*/ 2147483646 h 2855"/>
                <a:gd name="T26" fmla="*/ 2147483646 w 854"/>
                <a:gd name="T27" fmla="*/ 2147483646 h 2855"/>
                <a:gd name="T28" fmla="*/ 2147483646 w 854"/>
                <a:gd name="T29" fmla="*/ 2147483646 h 2855"/>
                <a:gd name="T30" fmla="*/ 2147483646 w 854"/>
                <a:gd name="T31" fmla="*/ 2147483646 h 2855"/>
                <a:gd name="T32" fmla="*/ 2147483646 w 854"/>
                <a:gd name="T33" fmla="*/ 2147483646 h 2855"/>
                <a:gd name="T34" fmla="*/ 2147483646 w 854"/>
                <a:gd name="T35" fmla="*/ 2147483646 h 2855"/>
                <a:gd name="T36" fmla="*/ 2147483646 w 854"/>
                <a:gd name="T37" fmla="*/ 2147483646 h 2855"/>
                <a:gd name="T38" fmla="*/ 2147483646 w 854"/>
                <a:gd name="T39" fmla="*/ 2147483646 h 2855"/>
                <a:gd name="T40" fmla="*/ 2147483646 w 854"/>
                <a:gd name="T41" fmla="*/ 2147483646 h 2855"/>
                <a:gd name="T42" fmla="*/ 2147483646 w 854"/>
                <a:gd name="T43" fmla="*/ 2147483646 h 2855"/>
                <a:gd name="T44" fmla="*/ 2147483646 w 854"/>
                <a:gd name="T45" fmla="*/ 2147483646 h 2855"/>
                <a:gd name="T46" fmla="*/ 2147483646 w 854"/>
                <a:gd name="T47" fmla="*/ 2147483646 h 2855"/>
                <a:gd name="T48" fmla="*/ 2147483646 w 854"/>
                <a:gd name="T49" fmla="*/ 2147483646 h 2855"/>
                <a:gd name="T50" fmla="*/ 2147483646 w 854"/>
                <a:gd name="T51" fmla="*/ 2147483646 h 2855"/>
                <a:gd name="T52" fmla="*/ 2147483646 w 854"/>
                <a:gd name="T53" fmla="*/ 2147483646 h 2855"/>
                <a:gd name="T54" fmla="*/ 2147483646 w 854"/>
                <a:gd name="T55" fmla="*/ 2147483646 h 2855"/>
                <a:gd name="T56" fmla="*/ 2147483646 w 854"/>
                <a:gd name="T57" fmla="*/ 2147483646 h 2855"/>
                <a:gd name="T58" fmla="*/ 2147483646 w 854"/>
                <a:gd name="T59" fmla="*/ 2147483646 h 2855"/>
                <a:gd name="T60" fmla="*/ 2147483646 w 854"/>
                <a:gd name="T61" fmla="*/ 2147483646 h 2855"/>
                <a:gd name="T62" fmla="*/ 2147483646 w 854"/>
                <a:gd name="T63" fmla="*/ 2147483646 h 2855"/>
                <a:gd name="T64" fmla="*/ 2147483646 w 854"/>
                <a:gd name="T65" fmla="*/ 2147483646 h 285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854"/>
                <a:gd name="T100" fmla="*/ 0 h 2855"/>
                <a:gd name="T101" fmla="*/ 854 w 854"/>
                <a:gd name="T102" fmla="*/ 2855 h 285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854" h="2855">
                  <a:moveTo>
                    <a:pt x="0" y="0"/>
                  </a:moveTo>
                  <a:lnTo>
                    <a:pt x="92" y="60"/>
                  </a:lnTo>
                  <a:lnTo>
                    <a:pt x="178" y="128"/>
                  </a:lnTo>
                  <a:lnTo>
                    <a:pt x="258" y="201"/>
                  </a:lnTo>
                  <a:lnTo>
                    <a:pt x="334" y="279"/>
                  </a:lnTo>
                  <a:lnTo>
                    <a:pt x="403" y="365"/>
                  </a:lnTo>
                  <a:lnTo>
                    <a:pt x="468" y="452"/>
                  </a:lnTo>
                  <a:lnTo>
                    <a:pt x="527" y="546"/>
                  </a:lnTo>
                  <a:lnTo>
                    <a:pt x="581" y="641"/>
                  </a:lnTo>
                  <a:lnTo>
                    <a:pt x="631" y="741"/>
                  </a:lnTo>
                  <a:lnTo>
                    <a:pt x="675" y="844"/>
                  </a:lnTo>
                  <a:lnTo>
                    <a:pt x="713" y="949"/>
                  </a:lnTo>
                  <a:lnTo>
                    <a:pt x="748" y="1055"/>
                  </a:lnTo>
                  <a:lnTo>
                    <a:pt x="777" y="1163"/>
                  </a:lnTo>
                  <a:lnTo>
                    <a:pt x="801" y="1272"/>
                  </a:lnTo>
                  <a:lnTo>
                    <a:pt x="821" y="1382"/>
                  </a:lnTo>
                  <a:lnTo>
                    <a:pt x="837" y="1492"/>
                  </a:lnTo>
                  <a:lnTo>
                    <a:pt x="848" y="1600"/>
                  </a:lnTo>
                  <a:lnTo>
                    <a:pt x="853" y="1708"/>
                  </a:lnTo>
                  <a:lnTo>
                    <a:pt x="854" y="1814"/>
                  </a:lnTo>
                  <a:lnTo>
                    <a:pt x="853" y="1919"/>
                  </a:lnTo>
                  <a:lnTo>
                    <a:pt x="845" y="2022"/>
                  </a:lnTo>
                  <a:lnTo>
                    <a:pt x="834" y="2120"/>
                  </a:lnTo>
                  <a:lnTo>
                    <a:pt x="818" y="2216"/>
                  </a:lnTo>
                  <a:lnTo>
                    <a:pt x="800" y="2309"/>
                  </a:lnTo>
                  <a:lnTo>
                    <a:pt x="776" y="2397"/>
                  </a:lnTo>
                  <a:lnTo>
                    <a:pt x="749" y="2481"/>
                  </a:lnTo>
                  <a:lnTo>
                    <a:pt x="717" y="2558"/>
                  </a:lnTo>
                  <a:lnTo>
                    <a:pt x="683" y="2631"/>
                  </a:lnTo>
                  <a:lnTo>
                    <a:pt x="643" y="2698"/>
                  </a:lnTo>
                  <a:lnTo>
                    <a:pt x="600" y="2758"/>
                  </a:lnTo>
                  <a:lnTo>
                    <a:pt x="554" y="2810"/>
                  </a:lnTo>
                  <a:lnTo>
                    <a:pt x="504" y="2855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26" name="Freeform 38">
              <a:extLst>
                <a:ext uri="{FF2B5EF4-FFF2-40B4-BE49-F238E27FC236}">
                  <a16:creationId xmlns:a16="http://schemas.microsoft.com/office/drawing/2014/main" id="{431D4C92-1F90-46E1-AF4E-92146885D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200" y="922338"/>
              <a:ext cx="127000" cy="106362"/>
            </a:xfrm>
            <a:custGeom>
              <a:avLst/>
              <a:gdLst>
                <a:gd name="T0" fmla="*/ 0 w 160"/>
                <a:gd name="T1" fmla="*/ 2147483646 h 133"/>
                <a:gd name="T2" fmla="*/ 2147483646 w 160"/>
                <a:gd name="T3" fmla="*/ 2147483646 h 133"/>
                <a:gd name="T4" fmla="*/ 2147483646 w 160"/>
                <a:gd name="T5" fmla="*/ 0 h 133"/>
                <a:gd name="T6" fmla="*/ 2147483646 w 160"/>
                <a:gd name="T7" fmla="*/ 2147483646 h 133"/>
                <a:gd name="T8" fmla="*/ 0 w 160"/>
                <a:gd name="T9" fmla="*/ 2147483646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133"/>
                <a:gd name="T17" fmla="*/ 160 w 160"/>
                <a:gd name="T18" fmla="*/ 133 h 1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133">
                  <a:moveTo>
                    <a:pt x="0" y="53"/>
                  </a:moveTo>
                  <a:lnTo>
                    <a:pt x="160" y="133"/>
                  </a:lnTo>
                  <a:lnTo>
                    <a:pt x="54" y="0"/>
                  </a:lnTo>
                  <a:lnTo>
                    <a:pt x="27" y="27"/>
                  </a:lnTo>
                  <a:lnTo>
                    <a:pt x="0" y="53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27" name="Line 39">
              <a:extLst>
                <a:ext uri="{FF2B5EF4-FFF2-40B4-BE49-F238E27FC236}">
                  <a16:creationId xmlns:a16="http://schemas.microsoft.com/office/drawing/2014/main" id="{FE1772E6-0181-4F55-93A9-1A53FA1371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2063" y="754063"/>
              <a:ext cx="233362" cy="188912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28" name="Rectangle 40">
              <a:extLst>
                <a:ext uri="{FF2B5EF4-FFF2-40B4-BE49-F238E27FC236}">
                  <a16:creationId xmlns:a16="http://schemas.microsoft.com/office/drawing/2014/main" id="{C4BF38E0-94F3-467A-862D-2F18421BE5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2438" y="1157288"/>
              <a:ext cx="396875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Idle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29" name="Rectangle 41">
              <a:extLst>
                <a:ext uri="{FF2B5EF4-FFF2-40B4-BE49-F238E27FC236}">
                  <a16:creationId xmlns:a16="http://schemas.microsoft.com/office/drawing/2014/main" id="{9B2DB1D4-C1B9-4610-9916-C5E57B1B71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7400" y="538163"/>
              <a:ext cx="582613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Reset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30" name="Rectangle 42">
              <a:extLst>
                <a:ext uri="{FF2B5EF4-FFF2-40B4-BE49-F238E27FC236}">
                  <a16:creationId xmlns:a16="http://schemas.microsoft.com/office/drawing/2014/main" id="{41CAE3F0-CEC7-48ED-9D88-775F804F10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6050" y="2322513"/>
              <a:ext cx="441325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gnt1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31" name="Rectangle 43">
              <a:extLst>
                <a:ext uri="{FF2B5EF4-FFF2-40B4-BE49-F238E27FC236}">
                  <a16:creationId xmlns:a16="http://schemas.microsoft.com/office/drawing/2014/main" id="{0CD33E8D-803F-42CA-A54A-2F2C8EB269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1188" y="2322513"/>
              <a:ext cx="233362" cy="268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32" name="Rectangle 44">
              <a:extLst>
                <a:ext uri="{FF2B5EF4-FFF2-40B4-BE49-F238E27FC236}">
                  <a16:creationId xmlns:a16="http://schemas.microsoft.com/office/drawing/2014/main" id="{F4060196-70A5-4490-A3D6-80BAF449BC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4375" y="24177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33" name="Rectangle 45">
              <a:extLst>
                <a:ext uri="{FF2B5EF4-FFF2-40B4-BE49-F238E27FC236}">
                  <a16:creationId xmlns:a16="http://schemas.microsoft.com/office/drawing/2014/main" id="{C714B815-260D-429B-B79D-702EC69106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1813" y="2317750"/>
              <a:ext cx="206375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panose="05050102010706020507" pitchFamily="18" charset="2"/>
                  <a:ea typeface="MS PGothic" panose="020B0600070205080204" pitchFamily="34" charset="-128"/>
                  <a:cs typeface="+mn-cs"/>
                </a:rPr>
                <a:t>¤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34" name="Rectangle 46">
              <a:extLst>
                <a:ext uri="{FF2B5EF4-FFF2-40B4-BE49-F238E27FC236}">
                  <a16:creationId xmlns:a16="http://schemas.microsoft.com/office/drawing/2014/main" id="{B0FA4BA8-C05B-4BA0-B9E1-DACFA41B97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6788" y="2322513"/>
              <a:ext cx="233362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35" name="Freeform 47">
              <a:extLst>
                <a:ext uri="{FF2B5EF4-FFF2-40B4-BE49-F238E27FC236}">
                  <a16:creationId xmlns:a16="http://schemas.microsoft.com/office/drawing/2014/main" id="{FFCBB7A9-D840-483B-A8E7-A9684F71E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525" y="3435350"/>
              <a:ext cx="1198563" cy="600075"/>
            </a:xfrm>
            <a:custGeom>
              <a:avLst/>
              <a:gdLst>
                <a:gd name="T0" fmla="*/ 2147483646 w 1509"/>
                <a:gd name="T1" fmla="*/ 2147483646 h 756"/>
                <a:gd name="T2" fmla="*/ 2147483646 w 1509"/>
                <a:gd name="T3" fmla="*/ 2147483646 h 756"/>
                <a:gd name="T4" fmla="*/ 2147483646 w 1509"/>
                <a:gd name="T5" fmla="*/ 2147483646 h 756"/>
                <a:gd name="T6" fmla="*/ 2147483646 w 1509"/>
                <a:gd name="T7" fmla="*/ 2147483646 h 756"/>
                <a:gd name="T8" fmla="*/ 2147483646 w 1509"/>
                <a:gd name="T9" fmla="*/ 2147483646 h 756"/>
                <a:gd name="T10" fmla="*/ 2147483646 w 1509"/>
                <a:gd name="T11" fmla="*/ 2147483646 h 756"/>
                <a:gd name="T12" fmla="*/ 2147483646 w 1509"/>
                <a:gd name="T13" fmla="*/ 2147483646 h 756"/>
                <a:gd name="T14" fmla="*/ 2147483646 w 1509"/>
                <a:gd name="T15" fmla="*/ 2147483646 h 756"/>
                <a:gd name="T16" fmla="*/ 2147483646 w 1509"/>
                <a:gd name="T17" fmla="*/ 2147483646 h 756"/>
                <a:gd name="T18" fmla="*/ 2147483646 w 1509"/>
                <a:gd name="T19" fmla="*/ 2147483646 h 756"/>
                <a:gd name="T20" fmla="*/ 0 w 1509"/>
                <a:gd name="T21" fmla="*/ 2147483646 h 756"/>
                <a:gd name="T22" fmla="*/ 2147483646 w 1509"/>
                <a:gd name="T23" fmla="*/ 2147483646 h 756"/>
                <a:gd name="T24" fmla="*/ 2147483646 w 1509"/>
                <a:gd name="T25" fmla="*/ 2147483646 h 756"/>
                <a:gd name="T26" fmla="*/ 2147483646 w 1509"/>
                <a:gd name="T27" fmla="*/ 2147483646 h 756"/>
                <a:gd name="T28" fmla="*/ 2147483646 w 1509"/>
                <a:gd name="T29" fmla="*/ 2147483646 h 756"/>
                <a:gd name="T30" fmla="*/ 2147483646 w 1509"/>
                <a:gd name="T31" fmla="*/ 2147483646 h 756"/>
                <a:gd name="T32" fmla="*/ 2147483646 w 1509"/>
                <a:gd name="T33" fmla="*/ 2147483646 h 756"/>
                <a:gd name="T34" fmla="*/ 2147483646 w 1509"/>
                <a:gd name="T35" fmla="*/ 2147483646 h 756"/>
                <a:gd name="T36" fmla="*/ 2147483646 w 1509"/>
                <a:gd name="T37" fmla="*/ 2147483646 h 756"/>
                <a:gd name="T38" fmla="*/ 2147483646 w 1509"/>
                <a:gd name="T39" fmla="*/ 2147483646 h 756"/>
                <a:gd name="T40" fmla="*/ 2147483646 w 1509"/>
                <a:gd name="T41" fmla="*/ 2147483646 h 756"/>
                <a:gd name="T42" fmla="*/ 2147483646 w 1509"/>
                <a:gd name="T43" fmla="*/ 2147483646 h 756"/>
                <a:gd name="T44" fmla="*/ 2147483646 w 1509"/>
                <a:gd name="T45" fmla="*/ 2147483646 h 756"/>
                <a:gd name="T46" fmla="*/ 2147483646 w 1509"/>
                <a:gd name="T47" fmla="*/ 2147483646 h 756"/>
                <a:gd name="T48" fmla="*/ 2147483646 w 1509"/>
                <a:gd name="T49" fmla="*/ 2147483646 h 756"/>
                <a:gd name="T50" fmla="*/ 2147483646 w 1509"/>
                <a:gd name="T51" fmla="*/ 2147483646 h 756"/>
                <a:gd name="T52" fmla="*/ 2147483646 w 1509"/>
                <a:gd name="T53" fmla="*/ 2147483646 h 756"/>
                <a:gd name="T54" fmla="*/ 2147483646 w 1509"/>
                <a:gd name="T55" fmla="*/ 2147483646 h 756"/>
                <a:gd name="T56" fmla="*/ 2147483646 w 1509"/>
                <a:gd name="T57" fmla="*/ 2147483646 h 756"/>
                <a:gd name="T58" fmla="*/ 2147483646 w 1509"/>
                <a:gd name="T59" fmla="*/ 2147483646 h 756"/>
                <a:gd name="T60" fmla="*/ 2147483646 w 1509"/>
                <a:gd name="T61" fmla="*/ 2147483646 h 756"/>
                <a:gd name="T62" fmla="*/ 2147483646 w 1509"/>
                <a:gd name="T63" fmla="*/ 2147483646 h 756"/>
                <a:gd name="T64" fmla="*/ 2147483646 w 1509"/>
                <a:gd name="T65" fmla="*/ 2147483646 h 756"/>
                <a:gd name="T66" fmla="*/ 2147483646 w 1509"/>
                <a:gd name="T67" fmla="*/ 2147483646 h 756"/>
                <a:gd name="T68" fmla="*/ 2147483646 w 1509"/>
                <a:gd name="T69" fmla="*/ 2147483646 h 756"/>
                <a:gd name="T70" fmla="*/ 2147483646 w 1509"/>
                <a:gd name="T71" fmla="*/ 2147483646 h 756"/>
                <a:gd name="T72" fmla="*/ 2147483646 w 1509"/>
                <a:gd name="T73" fmla="*/ 2147483646 h 756"/>
                <a:gd name="T74" fmla="*/ 2147483646 w 1509"/>
                <a:gd name="T75" fmla="*/ 2147483646 h 756"/>
                <a:gd name="T76" fmla="*/ 2147483646 w 1509"/>
                <a:gd name="T77" fmla="*/ 2147483646 h 756"/>
                <a:gd name="T78" fmla="*/ 2147483646 w 1509"/>
                <a:gd name="T79" fmla="*/ 2147483646 h 756"/>
                <a:gd name="T80" fmla="*/ 2147483646 w 1509"/>
                <a:gd name="T81" fmla="*/ 2147483646 h 756"/>
                <a:gd name="T82" fmla="*/ 2147483646 w 1509"/>
                <a:gd name="T83" fmla="*/ 2147483646 h 756"/>
                <a:gd name="T84" fmla="*/ 2147483646 w 1509"/>
                <a:gd name="T85" fmla="*/ 2147483646 h 756"/>
                <a:gd name="T86" fmla="*/ 2147483646 w 1509"/>
                <a:gd name="T87" fmla="*/ 0 h 75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09"/>
                <a:gd name="T133" fmla="*/ 0 h 756"/>
                <a:gd name="T134" fmla="*/ 1509 w 1509"/>
                <a:gd name="T135" fmla="*/ 756 h 75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09" h="756">
                  <a:moveTo>
                    <a:pt x="754" y="0"/>
                  </a:moveTo>
                  <a:lnTo>
                    <a:pt x="714" y="0"/>
                  </a:lnTo>
                  <a:lnTo>
                    <a:pt x="677" y="2"/>
                  </a:lnTo>
                  <a:lnTo>
                    <a:pt x="639" y="4"/>
                  </a:lnTo>
                  <a:lnTo>
                    <a:pt x="601" y="8"/>
                  </a:lnTo>
                  <a:lnTo>
                    <a:pt x="565" y="12"/>
                  </a:lnTo>
                  <a:lnTo>
                    <a:pt x="529" y="18"/>
                  </a:lnTo>
                  <a:lnTo>
                    <a:pt x="495" y="23"/>
                  </a:lnTo>
                  <a:lnTo>
                    <a:pt x="460" y="30"/>
                  </a:lnTo>
                  <a:lnTo>
                    <a:pt x="427" y="38"/>
                  </a:lnTo>
                  <a:lnTo>
                    <a:pt x="394" y="46"/>
                  </a:lnTo>
                  <a:lnTo>
                    <a:pt x="363" y="55"/>
                  </a:lnTo>
                  <a:lnTo>
                    <a:pt x="333" y="64"/>
                  </a:lnTo>
                  <a:lnTo>
                    <a:pt x="302" y="75"/>
                  </a:lnTo>
                  <a:lnTo>
                    <a:pt x="274" y="87"/>
                  </a:lnTo>
                  <a:lnTo>
                    <a:pt x="246" y="99"/>
                  </a:lnTo>
                  <a:lnTo>
                    <a:pt x="221" y="111"/>
                  </a:lnTo>
                  <a:lnTo>
                    <a:pt x="195" y="124"/>
                  </a:lnTo>
                  <a:lnTo>
                    <a:pt x="172" y="138"/>
                  </a:lnTo>
                  <a:lnTo>
                    <a:pt x="149" y="152"/>
                  </a:lnTo>
                  <a:lnTo>
                    <a:pt x="128" y="167"/>
                  </a:lnTo>
                  <a:lnTo>
                    <a:pt x="109" y="183"/>
                  </a:lnTo>
                  <a:lnTo>
                    <a:pt x="90" y="197"/>
                  </a:lnTo>
                  <a:lnTo>
                    <a:pt x="73" y="215"/>
                  </a:lnTo>
                  <a:lnTo>
                    <a:pt x="58" y="231"/>
                  </a:lnTo>
                  <a:lnTo>
                    <a:pt x="45" y="248"/>
                  </a:lnTo>
                  <a:lnTo>
                    <a:pt x="33" y="265"/>
                  </a:lnTo>
                  <a:lnTo>
                    <a:pt x="22" y="284"/>
                  </a:lnTo>
                  <a:lnTo>
                    <a:pt x="15" y="303"/>
                  </a:lnTo>
                  <a:lnTo>
                    <a:pt x="8" y="321"/>
                  </a:lnTo>
                  <a:lnTo>
                    <a:pt x="3" y="340"/>
                  </a:lnTo>
                  <a:lnTo>
                    <a:pt x="0" y="358"/>
                  </a:lnTo>
                  <a:lnTo>
                    <a:pt x="0" y="378"/>
                  </a:lnTo>
                  <a:lnTo>
                    <a:pt x="0" y="397"/>
                  </a:lnTo>
                  <a:lnTo>
                    <a:pt x="3" y="417"/>
                  </a:lnTo>
                  <a:lnTo>
                    <a:pt x="8" y="436"/>
                  </a:lnTo>
                  <a:lnTo>
                    <a:pt x="15" y="454"/>
                  </a:lnTo>
                  <a:lnTo>
                    <a:pt x="22" y="473"/>
                  </a:lnTo>
                  <a:lnTo>
                    <a:pt x="33" y="490"/>
                  </a:lnTo>
                  <a:lnTo>
                    <a:pt x="45" y="508"/>
                  </a:lnTo>
                  <a:lnTo>
                    <a:pt x="58" y="525"/>
                  </a:lnTo>
                  <a:lnTo>
                    <a:pt x="73" y="542"/>
                  </a:lnTo>
                  <a:lnTo>
                    <a:pt x="90" y="558"/>
                  </a:lnTo>
                  <a:lnTo>
                    <a:pt x="109" y="574"/>
                  </a:lnTo>
                  <a:lnTo>
                    <a:pt x="128" y="590"/>
                  </a:lnTo>
                  <a:lnTo>
                    <a:pt x="149" y="605"/>
                  </a:lnTo>
                  <a:lnTo>
                    <a:pt x="172" y="618"/>
                  </a:lnTo>
                  <a:lnTo>
                    <a:pt x="195" y="633"/>
                  </a:lnTo>
                  <a:lnTo>
                    <a:pt x="221" y="646"/>
                  </a:lnTo>
                  <a:lnTo>
                    <a:pt x="246" y="658"/>
                  </a:lnTo>
                  <a:lnTo>
                    <a:pt x="274" y="670"/>
                  </a:lnTo>
                  <a:lnTo>
                    <a:pt x="302" y="681"/>
                  </a:lnTo>
                  <a:lnTo>
                    <a:pt x="333" y="691"/>
                  </a:lnTo>
                  <a:lnTo>
                    <a:pt x="363" y="702"/>
                  </a:lnTo>
                  <a:lnTo>
                    <a:pt x="394" y="711"/>
                  </a:lnTo>
                  <a:lnTo>
                    <a:pt x="427" y="719"/>
                  </a:lnTo>
                  <a:lnTo>
                    <a:pt x="460" y="727"/>
                  </a:lnTo>
                  <a:lnTo>
                    <a:pt x="495" y="734"/>
                  </a:lnTo>
                  <a:lnTo>
                    <a:pt x="529" y="739"/>
                  </a:lnTo>
                  <a:lnTo>
                    <a:pt x="565" y="744"/>
                  </a:lnTo>
                  <a:lnTo>
                    <a:pt x="601" y="748"/>
                  </a:lnTo>
                  <a:lnTo>
                    <a:pt x="639" y="752"/>
                  </a:lnTo>
                  <a:lnTo>
                    <a:pt x="677" y="754"/>
                  </a:lnTo>
                  <a:lnTo>
                    <a:pt x="714" y="755"/>
                  </a:lnTo>
                  <a:lnTo>
                    <a:pt x="754" y="756"/>
                  </a:lnTo>
                  <a:lnTo>
                    <a:pt x="793" y="755"/>
                  </a:lnTo>
                  <a:lnTo>
                    <a:pt x="830" y="754"/>
                  </a:lnTo>
                  <a:lnTo>
                    <a:pt x="869" y="752"/>
                  </a:lnTo>
                  <a:lnTo>
                    <a:pt x="906" y="748"/>
                  </a:lnTo>
                  <a:lnTo>
                    <a:pt x="942" y="744"/>
                  </a:lnTo>
                  <a:lnTo>
                    <a:pt x="978" y="739"/>
                  </a:lnTo>
                  <a:lnTo>
                    <a:pt x="1013" y="734"/>
                  </a:lnTo>
                  <a:lnTo>
                    <a:pt x="1047" y="727"/>
                  </a:lnTo>
                  <a:lnTo>
                    <a:pt x="1080" y="719"/>
                  </a:lnTo>
                  <a:lnTo>
                    <a:pt x="1114" y="711"/>
                  </a:lnTo>
                  <a:lnTo>
                    <a:pt x="1146" y="702"/>
                  </a:lnTo>
                  <a:lnTo>
                    <a:pt x="1176" y="691"/>
                  </a:lnTo>
                  <a:lnTo>
                    <a:pt x="1206" y="681"/>
                  </a:lnTo>
                  <a:lnTo>
                    <a:pt x="1233" y="670"/>
                  </a:lnTo>
                  <a:lnTo>
                    <a:pt x="1261" y="658"/>
                  </a:lnTo>
                  <a:lnTo>
                    <a:pt x="1287" y="646"/>
                  </a:lnTo>
                  <a:lnTo>
                    <a:pt x="1312" y="633"/>
                  </a:lnTo>
                  <a:lnTo>
                    <a:pt x="1336" y="618"/>
                  </a:lnTo>
                  <a:lnTo>
                    <a:pt x="1359" y="605"/>
                  </a:lnTo>
                  <a:lnTo>
                    <a:pt x="1380" y="590"/>
                  </a:lnTo>
                  <a:lnTo>
                    <a:pt x="1398" y="574"/>
                  </a:lnTo>
                  <a:lnTo>
                    <a:pt x="1417" y="558"/>
                  </a:lnTo>
                  <a:lnTo>
                    <a:pt x="1434" y="542"/>
                  </a:lnTo>
                  <a:lnTo>
                    <a:pt x="1449" y="525"/>
                  </a:lnTo>
                  <a:lnTo>
                    <a:pt x="1462" y="508"/>
                  </a:lnTo>
                  <a:lnTo>
                    <a:pt x="1474" y="490"/>
                  </a:lnTo>
                  <a:lnTo>
                    <a:pt x="1485" y="473"/>
                  </a:lnTo>
                  <a:lnTo>
                    <a:pt x="1493" y="454"/>
                  </a:lnTo>
                  <a:lnTo>
                    <a:pt x="1500" y="436"/>
                  </a:lnTo>
                  <a:lnTo>
                    <a:pt x="1505" y="417"/>
                  </a:lnTo>
                  <a:lnTo>
                    <a:pt x="1508" y="397"/>
                  </a:lnTo>
                  <a:lnTo>
                    <a:pt x="1509" y="378"/>
                  </a:lnTo>
                  <a:lnTo>
                    <a:pt x="1508" y="358"/>
                  </a:lnTo>
                  <a:lnTo>
                    <a:pt x="1505" y="340"/>
                  </a:lnTo>
                  <a:lnTo>
                    <a:pt x="1500" y="321"/>
                  </a:lnTo>
                  <a:lnTo>
                    <a:pt x="1493" y="303"/>
                  </a:lnTo>
                  <a:lnTo>
                    <a:pt x="1485" y="284"/>
                  </a:lnTo>
                  <a:lnTo>
                    <a:pt x="1474" y="265"/>
                  </a:lnTo>
                  <a:lnTo>
                    <a:pt x="1462" y="248"/>
                  </a:lnTo>
                  <a:lnTo>
                    <a:pt x="1449" y="231"/>
                  </a:lnTo>
                  <a:lnTo>
                    <a:pt x="1434" y="215"/>
                  </a:lnTo>
                  <a:lnTo>
                    <a:pt x="1417" y="197"/>
                  </a:lnTo>
                  <a:lnTo>
                    <a:pt x="1398" y="183"/>
                  </a:lnTo>
                  <a:lnTo>
                    <a:pt x="1380" y="167"/>
                  </a:lnTo>
                  <a:lnTo>
                    <a:pt x="1359" y="152"/>
                  </a:lnTo>
                  <a:lnTo>
                    <a:pt x="1336" y="138"/>
                  </a:lnTo>
                  <a:lnTo>
                    <a:pt x="1312" y="124"/>
                  </a:lnTo>
                  <a:lnTo>
                    <a:pt x="1287" y="111"/>
                  </a:lnTo>
                  <a:lnTo>
                    <a:pt x="1261" y="99"/>
                  </a:lnTo>
                  <a:lnTo>
                    <a:pt x="1233" y="87"/>
                  </a:lnTo>
                  <a:lnTo>
                    <a:pt x="1206" y="75"/>
                  </a:lnTo>
                  <a:lnTo>
                    <a:pt x="1176" y="64"/>
                  </a:lnTo>
                  <a:lnTo>
                    <a:pt x="1146" y="55"/>
                  </a:lnTo>
                  <a:lnTo>
                    <a:pt x="1114" y="46"/>
                  </a:lnTo>
                  <a:lnTo>
                    <a:pt x="1080" y="38"/>
                  </a:lnTo>
                  <a:lnTo>
                    <a:pt x="1047" y="30"/>
                  </a:lnTo>
                  <a:lnTo>
                    <a:pt x="1013" y="23"/>
                  </a:lnTo>
                  <a:lnTo>
                    <a:pt x="978" y="18"/>
                  </a:lnTo>
                  <a:lnTo>
                    <a:pt x="942" y="12"/>
                  </a:lnTo>
                  <a:lnTo>
                    <a:pt x="906" y="8"/>
                  </a:lnTo>
                  <a:lnTo>
                    <a:pt x="869" y="4"/>
                  </a:lnTo>
                  <a:lnTo>
                    <a:pt x="830" y="2"/>
                  </a:lnTo>
                  <a:lnTo>
                    <a:pt x="793" y="0"/>
                  </a:lnTo>
                  <a:lnTo>
                    <a:pt x="754" y="0"/>
                  </a:lnTo>
                </a:path>
              </a:pathLst>
            </a:custGeom>
            <a:solidFill>
              <a:schemeClr val="bg1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36" name="Rectangle 48">
              <a:extLst>
                <a:ext uri="{FF2B5EF4-FFF2-40B4-BE49-F238E27FC236}">
                  <a16:creationId xmlns:a16="http://schemas.microsoft.com/office/drawing/2014/main" id="{0353D651-1976-4435-9C22-41E4D7BD20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3913" y="2322513"/>
              <a:ext cx="246062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37" name="Rectangle 49">
              <a:extLst>
                <a:ext uri="{FF2B5EF4-FFF2-40B4-BE49-F238E27FC236}">
                  <a16:creationId xmlns:a16="http://schemas.microsoft.com/office/drawing/2014/main" id="{9A7DFF64-1F18-47D6-9E3D-5C6462D94B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6050" y="3608388"/>
              <a:ext cx="441325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gnt2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38" name="Rectangle 50">
              <a:extLst>
                <a:ext uri="{FF2B5EF4-FFF2-40B4-BE49-F238E27FC236}">
                  <a16:creationId xmlns:a16="http://schemas.microsoft.com/office/drawing/2014/main" id="{1CC17F73-F703-40A8-953F-0C316CA8BA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1188" y="3608388"/>
              <a:ext cx="233362" cy="268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39" name="Rectangle 51">
              <a:extLst>
                <a:ext uri="{FF2B5EF4-FFF2-40B4-BE49-F238E27FC236}">
                  <a16:creationId xmlns:a16="http://schemas.microsoft.com/office/drawing/2014/main" id="{003C1934-4052-47ED-BD97-1506438C89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4375" y="3705225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40" name="Rectangle 52">
              <a:extLst>
                <a:ext uri="{FF2B5EF4-FFF2-40B4-BE49-F238E27FC236}">
                  <a16:creationId xmlns:a16="http://schemas.microsoft.com/office/drawing/2014/main" id="{D011D586-97D8-4CB9-B736-29A7AD1D06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1813" y="3603625"/>
              <a:ext cx="206375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panose="05050102010706020507" pitchFamily="18" charset="2"/>
                  <a:ea typeface="MS PGothic" panose="020B0600070205080204" pitchFamily="34" charset="-128"/>
                  <a:cs typeface="+mn-cs"/>
                </a:rPr>
                <a:t>¤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41" name="Rectangle 53">
              <a:extLst>
                <a:ext uri="{FF2B5EF4-FFF2-40B4-BE49-F238E27FC236}">
                  <a16:creationId xmlns:a16="http://schemas.microsoft.com/office/drawing/2014/main" id="{133B197F-0B07-4062-B53E-EF2B6D682D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6788" y="3608388"/>
              <a:ext cx="233362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42" name="Freeform 54">
              <a:extLst>
                <a:ext uri="{FF2B5EF4-FFF2-40B4-BE49-F238E27FC236}">
                  <a16:creationId xmlns:a16="http://schemas.microsoft.com/office/drawing/2014/main" id="{211B04D4-65EA-4796-99A4-750A68214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525" y="4745038"/>
              <a:ext cx="1198563" cy="600075"/>
            </a:xfrm>
            <a:custGeom>
              <a:avLst/>
              <a:gdLst>
                <a:gd name="T0" fmla="*/ 2147483646 w 1509"/>
                <a:gd name="T1" fmla="*/ 2147483646 h 756"/>
                <a:gd name="T2" fmla="*/ 2147483646 w 1509"/>
                <a:gd name="T3" fmla="*/ 2147483646 h 756"/>
                <a:gd name="T4" fmla="*/ 2147483646 w 1509"/>
                <a:gd name="T5" fmla="*/ 2147483646 h 756"/>
                <a:gd name="T6" fmla="*/ 2147483646 w 1509"/>
                <a:gd name="T7" fmla="*/ 2147483646 h 756"/>
                <a:gd name="T8" fmla="*/ 2147483646 w 1509"/>
                <a:gd name="T9" fmla="*/ 2147483646 h 756"/>
                <a:gd name="T10" fmla="*/ 2147483646 w 1509"/>
                <a:gd name="T11" fmla="*/ 2147483646 h 756"/>
                <a:gd name="T12" fmla="*/ 2147483646 w 1509"/>
                <a:gd name="T13" fmla="*/ 2147483646 h 756"/>
                <a:gd name="T14" fmla="*/ 2147483646 w 1509"/>
                <a:gd name="T15" fmla="*/ 2147483646 h 756"/>
                <a:gd name="T16" fmla="*/ 2147483646 w 1509"/>
                <a:gd name="T17" fmla="*/ 2147483646 h 756"/>
                <a:gd name="T18" fmla="*/ 2147483646 w 1509"/>
                <a:gd name="T19" fmla="*/ 2147483646 h 756"/>
                <a:gd name="T20" fmla="*/ 0 w 1509"/>
                <a:gd name="T21" fmla="*/ 2147483646 h 756"/>
                <a:gd name="T22" fmla="*/ 2147483646 w 1509"/>
                <a:gd name="T23" fmla="*/ 2147483646 h 756"/>
                <a:gd name="T24" fmla="*/ 2147483646 w 1509"/>
                <a:gd name="T25" fmla="*/ 2147483646 h 756"/>
                <a:gd name="T26" fmla="*/ 2147483646 w 1509"/>
                <a:gd name="T27" fmla="*/ 2147483646 h 756"/>
                <a:gd name="T28" fmla="*/ 2147483646 w 1509"/>
                <a:gd name="T29" fmla="*/ 2147483646 h 756"/>
                <a:gd name="T30" fmla="*/ 2147483646 w 1509"/>
                <a:gd name="T31" fmla="*/ 2147483646 h 756"/>
                <a:gd name="T32" fmla="*/ 2147483646 w 1509"/>
                <a:gd name="T33" fmla="*/ 2147483646 h 756"/>
                <a:gd name="T34" fmla="*/ 2147483646 w 1509"/>
                <a:gd name="T35" fmla="*/ 2147483646 h 756"/>
                <a:gd name="T36" fmla="*/ 2147483646 w 1509"/>
                <a:gd name="T37" fmla="*/ 2147483646 h 756"/>
                <a:gd name="T38" fmla="*/ 2147483646 w 1509"/>
                <a:gd name="T39" fmla="*/ 2147483646 h 756"/>
                <a:gd name="T40" fmla="*/ 2147483646 w 1509"/>
                <a:gd name="T41" fmla="*/ 2147483646 h 756"/>
                <a:gd name="T42" fmla="*/ 2147483646 w 1509"/>
                <a:gd name="T43" fmla="*/ 2147483646 h 756"/>
                <a:gd name="T44" fmla="*/ 2147483646 w 1509"/>
                <a:gd name="T45" fmla="*/ 2147483646 h 756"/>
                <a:gd name="T46" fmla="*/ 2147483646 w 1509"/>
                <a:gd name="T47" fmla="*/ 2147483646 h 756"/>
                <a:gd name="T48" fmla="*/ 2147483646 w 1509"/>
                <a:gd name="T49" fmla="*/ 2147483646 h 756"/>
                <a:gd name="T50" fmla="*/ 2147483646 w 1509"/>
                <a:gd name="T51" fmla="*/ 2147483646 h 756"/>
                <a:gd name="T52" fmla="*/ 2147483646 w 1509"/>
                <a:gd name="T53" fmla="*/ 2147483646 h 756"/>
                <a:gd name="T54" fmla="*/ 2147483646 w 1509"/>
                <a:gd name="T55" fmla="*/ 2147483646 h 756"/>
                <a:gd name="T56" fmla="*/ 2147483646 w 1509"/>
                <a:gd name="T57" fmla="*/ 2147483646 h 756"/>
                <a:gd name="T58" fmla="*/ 2147483646 w 1509"/>
                <a:gd name="T59" fmla="*/ 2147483646 h 756"/>
                <a:gd name="T60" fmla="*/ 2147483646 w 1509"/>
                <a:gd name="T61" fmla="*/ 2147483646 h 756"/>
                <a:gd name="T62" fmla="*/ 2147483646 w 1509"/>
                <a:gd name="T63" fmla="*/ 2147483646 h 756"/>
                <a:gd name="T64" fmla="*/ 2147483646 w 1509"/>
                <a:gd name="T65" fmla="*/ 2147483646 h 756"/>
                <a:gd name="T66" fmla="*/ 2147483646 w 1509"/>
                <a:gd name="T67" fmla="*/ 2147483646 h 756"/>
                <a:gd name="T68" fmla="*/ 2147483646 w 1509"/>
                <a:gd name="T69" fmla="*/ 2147483646 h 756"/>
                <a:gd name="T70" fmla="*/ 2147483646 w 1509"/>
                <a:gd name="T71" fmla="*/ 2147483646 h 756"/>
                <a:gd name="T72" fmla="*/ 2147483646 w 1509"/>
                <a:gd name="T73" fmla="*/ 2147483646 h 756"/>
                <a:gd name="T74" fmla="*/ 2147483646 w 1509"/>
                <a:gd name="T75" fmla="*/ 2147483646 h 756"/>
                <a:gd name="T76" fmla="*/ 2147483646 w 1509"/>
                <a:gd name="T77" fmla="*/ 2147483646 h 756"/>
                <a:gd name="T78" fmla="*/ 2147483646 w 1509"/>
                <a:gd name="T79" fmla="*/ 2147483646 h 756"/>
                <a:gd name="T80" fmla="*/ 2147483646 w 1509"/>
                <a:gd name="T81" fmla="*/ 2147483646 h 756"/>
                <a:gd name="T82" fmla="*/ 2147483646 w 1509"/>
                <a:gd name="T83" fmla="*/ 2147483646 h 756"/>
                <a:gd name="T84" fmla="*/ 2147483646 w 1509"/>
                <a:gd name="T85" fmla="*/ 2147483646 h 756"/>
                <a:gd name="T86" fmla="*/ 2147483646 w 1509"/>
                <a:gd name="T87" fmla="*/ 0 h 75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09"/>
                <a:gd name="T133" fmla="*/ 0 h 756"/>
                <a:gd name="T134" fmla="*/ 1509 w 1509"/>
                <a:gd name="T135" fmla="*/ 756 h 75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09" h="756">
                  <a:moveTo>
                    <a:pt x="754" y="0"/>
                  </a:moveTo>
                  <a:lnTo>
                    <a:pt x="714" y="0"/>
                  </a:lnTo>
                  <a:lnTo>
                    <a:pt x="677" y="1"/>
                  </a:lnTo>
                  <a:lnTo>
                    <a:pt x="639" y="4"/>
                  </a:lnTo>
                  <a:lnTo>
                    <a:pt x="601" y="8"/>
                  </a:lnTo>
                  <a:lnTo>
                    <a:pt x="565" y="12"/>
                  </a:lnTo>
                  <a:lnTo>
                    <a:pt x="529" y="17"/>
                  </a:lnTo>
                  <a:lnTo>
                    <a:pt x="495" y="23"/>
                  </a:lnTo>
                  <a:lnTo>
                    <a:pt x="460" y="29"/>
                  </a:lnTo>
                  <a:lnTo>
                    <a:pt x="427" y="37"/>
                  </a:lnTo>
                  <a:lnTo>
                    <a:pt x="394" y="45"/>
                  </a:lnTo>
                  <a:lnTo>
                    <a:pt x="363" y="54"/>
                  </a:lnTo>
                  <a:lnTo>
                    <a:pt x="333" y="64"/>
                  </a:lnTo>
                  <a:lnTo>
                    <a:pt x="302" y="74"/>
                  </a:lnTo>
                  <a:lnTo>
                    <a:pt x="274" y="86"/>
                  </a:lnTo>
                  <a:lnTo>
                    <a:pt x="246" y="98"/>
                  </a:lnTo>
                  <a:lnTo>
                    <a:pt x="221" y="110"/>
                  </a:lnTo>
                  <a:lnTo>
                    <a:pt x="195" y="124"/>
                  </a:lnTo>
                  <a:lnTo>
                    <a:pt x="172" y="137"/>
                  </a:lnTo>
                  <a:lnTo>
                    <a:pt x="149" y="152"/>
                  </a:lnTo>
                  <a:lnTo>
                    <a:pt x="128" y="166"/>
                  </a:lnTo>
                  <a:lnTo>
                    <a:pt x="109" y="182"/>
                  </a:lnTo>
                  <a:lnTo>
                    <a:pt x="90" y="197"/>
                  </a:lnTo>
                  <a:lnTo>
                    <a:pt x="73" y="214"/>
                  </a:lnTo>
                  <a:lnTo>
                    <a:pt x="58" y="230"/>
                  </a:lnTo>
                  <a:lnTo>
                    <a:pt x="45" y="247"/>
                  </a:lnTo>
                  <a:lnTo>
                    <a:pt x="33" y="265"/>
                  </a:lnTo>
                  <a:lnTo>
                    <a:pt x="22" y="283"/>
                  </a:lnTo>
                  <a:lnTo>
                    <a:pt x="15" y="302"/>
                  </a:lnTo>
                  <a:lnTo>
                    <a:pt x="8" y="321"/>
                  </a:lnTo>
                  <a:lnTo>
                    <a:pt x="3" y="339"/>
                  </a:lnTo>
                  <a:lnTo>
                    <a:pt x="0" y="358"/>
                  </a:lnTo>
                  <a:lnTo>
                    <a:pt x="0" y="378"/>
                  </a:lnTo>
                  <a:lnTo>
                    <a:pt x="0" y="397"/>
                  </a:lnTo>
                  <a:lnTo>
                    <a:pt x="3" y="417"/>
                  </a:lnTo>
                  <a:lnTo>
                    <a:pt x="8" y="435"/>
                  </a:lnTo>
                  <a:lnTo>
                    <a:pt x="15" y="454"/>
                  </a:lnTo>
                  <a:lnTo>
                    <a:pt x="22" y="472"/>
                  </a:lnTo>
                  <a:lnTo>
                    <a:pt x="33" y="490"/>
                  </a:lnTo>
                  <a:lnTo>
                    <a:pt x="45" y="507"/>
                  </a:lnTo>
                  <a:lnTo>
                    <a:pt x="58" y="524"/>
                  </a:lnTo>
                  <a:lnTo>
                    <a:pt x="73" y="542"/>
                  </a:lnTo>
                  <a:lnTo>
                    <a:pt x="90" y="558"/>
                  </a:lnTo>
                  <a:lnTo>
                    <a:pt x="109" y="574"/>
                  </a:lnTo>
                  <a:lnTo>
                    <a:pt x="128" y="590"/>
                  </a:lnTo>
                  <a:lnTo>
                    <a:pt x="149" y="604"/>
                  </a:lnTo>
                  <a:lnTo>
                    <a:pt x="172" y="617"/>
                  </a:lnTo>
                  <a:lnTo>
                    <a:pt x="195" y="632"/>
                  </a:lnTo>
                  <a:lnTo>
                    <a:pt x="221" y="645"/>
                  </a:lnTo>
                  <a:lnTo>
                    <a:pt x="246" y="657"/>
                  </a:lnTo>
                  <a:lnTo>
                    <a:pt x="274" y="669"/>
                  </a:lnTo>
                  <a:lnTo>
                    <a:pt x="302" y="680"/>
                  </a:lnTo>
                  <a:lnTo>
                    <a:pt x="333" y="691"/>
                  </a:lnTo>
                  <a:lnTo>
                    <a:pt x="363" y="701"/>
                  </a:lnTo>
                  <a:lnTo>
                    <a:pt x="394" y="711"/>
                  </a:lnTo>
                  <a:lnTo>
                    <a:pt x="427" y="719"/>
                  </a:lnTo>
                  <a:lnTo>
                    <a:pt x="460" y="727"/>
                  </a:lnTo>
                  <a:lnTo>
                    <a:pt x="495" y="733"/>
                  </a:lnTo>
                  <a:lnTo>
                    <a:pt x="529" y="739"/>
                  </a:lnTo>
                  <a:lnTo>
                    <a:pt x="565" y="744"/>
                  </a:lnTo>
                  <a:lnTo>
                    <a:pt x="601" y="748"/>
                  </a:lnTo>
                  <a:lnTo>
                    <a:pt x="639" y="752"/>
                  </a:lnTo>
                  <a:lnTo>
                    <a:pt x="677" y="753"/>
                  </a:lnTo>
                  <a:lnTo>
                    <a:pt x="714" y="755"/>
                  </a:lnTo>
                  <a:lnTo>
                    <a:pt x="754" y="756"/>
                  </a:lnTo>
                  <a:lnTo>
                    <a:pt x="793" y="755"/>
                  </a:lnTo>
                  <a:lnTo>
                    <a:pt x="830" y="753"/>
                  </a:lnTo>
                  <a:lnTo>
                    <a:pt x="869" y="752"/>
                  </a:lnTo>
                  <a:lnTo>
                    <a:pt x="906" y="748"/>
                  </a:lnTo>
                  <a:lnTo>
                    <a:pt x="942" y="744"/>
                  </a:lnTo>
                  <a:lnTo>
                    <a:pt x="978" y="739"/>
                  </a:lnTo>
                  <a:lnTo>
                    <a:pt x="1013" y="733"/>
                  </a:lnTo>
                  <a:lnTo>
                    <a:pt x="1047" y="727"/>
                  </a:lnTo>
                  <a:lnTo>
                    <a:pt x="1080" y="719"/>
                  </a:lnTo>
                  <a:lnTo>
                    <a:pt x="1114" y="711"/>
                  </a:lnTo>
                  <a:lnTo>
                    <a:pt x="1146" y="701"/>
                  </a:lnTo>
                  <a:lnTo>
                    <a:pt x="1176" y="691"/>
                  </a:lnTo>
                  <a:lnTo>
                    <a:pt x="1206" y="680"/>
                  </a:lnTo>
                  <a:lnTo>
                    <a:pt x="1233" y="669"/>
                  </a:lnTo>
                  <a:lnTo>
                    <a:pt x="1261" y="657"/>
                  </a:lnTo>
                  <a:lnTo>
                    <a:pt x="1287" y="645"/>
                  </a:lnTo>
                  <a:lnTo>
                    <a:pt x="1312" y="632"/>
                  </a:lnTo>
                  <a:lnTo>
                    <a:pt x="1336" y="617"/>
                  </a:lnTo>
                  <a:lnTo>
                    <a:pt x="1359" y="604"/>
                  </a:lnTo>
                  <a:lnTo>
                    <a:pt x="1380" y="590"/>
                  </a:lnTo>
                  <a:lnTo>
                    <a:pt x="1398" y="574"/>
                  </a:lnTo>
                  <a:lnTo>
                    <a:pt x="1417" y="558"/>
                  </a:lnTo>
                  <a:lnTo>
                    <a:pt x="1434" y="542"/>
                  </a:lnTo>
                  <a:lnTo>
                    <a:pt x="1449" y="524"/>
                  </a:lnTo>
                  <a:lnTo>
                    <a:pt x="1462" y="507"/>
                  </a:lnTo>
                  <a:lnTo>
                    <a:pt x="1474" y="490"/>
                  </a:lnTo>
                  <a:lnTo>
                    <a:pt x="1485" y="472"/>
                  </a:lnTo>
                  <a:lnTo>
                    <a:pt x="1493" y="454"/>
                  </a:lnTo>
                  <a:lnTo>
                    <a:pt x="1500" y="435"/>
                  </a:lnTo>
                  <a:lnTo>
                    <a:pt x="1505" y="417"/>
                  </a:lnTo>
                  <a:lnTo>
                    <a:pt x="1508" y="397"/>
                  </a:lnTo>
                  <a:lnTo>
                    <a:pt x="1509" y="378"/>
                  </a:lnTo>
                  <a:lnTo>
                    <a:pt x="1508" y="358"/>
                  </a:lnTo>
                  <a:lnTo>
                    <a:pt x="1505" y="339"/>
                  </a:lnTo>
                  <a:lnTo>
                    <a:pt x="1500" y="321"/>
                  </a:lnTo>
                  <a:lnTo>
                    <a:pt x="1493" y="302"/>
                  </a:lnTo>
                  <a:lnTo>
                    <a:pt x="1485" y="283"/>
                  </a:lnTo>
                  <a:lnTo>
                    <a:pt x="1474" y="265"/>
                  </a:lnTo>
                  <a:lnTo>
                    <a:pt x="1462" y="247"/>
                  </a:lnTo>
                  <a:lnTo>
                    <a:pt x="1449" y="230"/>
                  </a:lnTo>
                  <a:lnTo>
                    <a:pt x="1434" y="214"/>
                  </a:lnTo>
                  <a:lnTo>
                    <a:pt x="1417" y="197"/>
                  </a:lnTo>
                  <a:lnTo>
                    <a:pt x="1398" y="182"/>
                  </a:lnTo>
                  <a:lnTo>
                    <a:pt x="1380" y="166"/>
                  </a:lnTo>
                  <a:lnTo>
                    <a:pt x="1359" y="152"/>
                  </a:lnTo>
                  <a:lnTo>
                    <a:pt x="1336" y="137"/>
                  </a:lnTo>
                  <a:lnTo>
                    <a:pt x="1312" y="124"/>
                  </a:lnTo>
                  <a:lnTo>
                    <a:pt x="1287" y="110"/>
                  </a:lnTo>
                  <a:lnTo>
                    <a:pt x="1261" y="98"/>
                  </a:lnTo>
                  <a:lnTo>
                    <a:pt x="1233" y="86"/>
                  </a:lnTo>
                  <a:lnTo>
                    <a:pt x="1206" y="74"/>
                  </a:lnTo>
                  <a:lnTo>
                    <a:pt x="1176" y="64"/>
                  </a:lnTo>
                  <a:lnTo>
                    <a:pt x="1146" y="54"/>
                  </a:lnTo>
                  <a:lnTo>
                    <a:pt x="1114" y="45"/>
                  </a:lnTo>
                  <a:lnTo>
                    <a:pt x="1080" y="37"/>
                  </a:lnTo>
                  <a:lnTo>
                    <a:pt x="1047" y="29"/>
                  </a:lnTo>
                  <a:lnTo>
                    <a:pt x="1013" y="23"/>
                  </a:lnTo>
                  <a:lnTo>
                    <a:pt x="978" y="17"/>
                  </a:lnTo>
                  <a:lnTo>
                    <a:pt x="942" y="12"/>
                  </a:lnTo>
                  <a:lnTo>
                    <a:pt x="906" y="8"/>
                  </a:lnTo>
                  <a:lnTo>
                    <a:pt x="869" y="4"/>
                  </a:lnTo>
                  <a:lnTo>
                    <a:pt x="830" y="1"/>
                  </a:lnTo>
                  <a:lnTo>
                    <a:pt x="793" y="0"/>
                  </a:lnTo>
                  <a:lnTo>
                    <a:pt x="754" y="0"/>
                  </a:lnTo>
                </a:path>
              </a:pathLst>
            </a:custGeom>
            <a:solidFill>
              <a:schemeClr val="bg1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43" name="Rectangle 55">
              <a:extLst>
                <a:ext uri="{FF2B5EF4-FFF2-40B4-BE49-F238E27FC236}">
                  <a16:creationId xmlns:a16="http://schemas.microsoft.com/office/drawing/2014/main" id="{F67CEB76-A8BC-4EE8-8951-F50F5D9CA9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3913" y="3608388"/>
              <a:ext cx="246062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44" name="Rectangle 56">
              <a:extLst>
                <a:ext uri="{FF2B5EF4-FFF2-40B4-BE49-F238E27FC236}">
                  <a16:creationId xmlns:a16="http://schemas.microsoft.com/office/drawing/2014/main" id="{DB30F52D-DB28-4BBF-AC97-523C2439C6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6050" y="4932363"/>
              <a:ext cx="441325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gnt3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45" name="Rectangle 57">
              <a:extLst>
                <a:ext uri="{FF2B5EF4-FFF2-40B4-BE49-F238E27FC236}">
                  <a16:creationId xmlns:a16="http://schemas.microsoft.com/office/drawing/2014/main" id="{A7FAB6B5-7132-4FD9-9011-92640BCFF6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1188" y="4932363"/>
              <a:ext cx="233362" cy="268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46" name="Rectangle 58">
              <a:extLst>
                <a:ext uri="{FF2B5EF4-FFF2-40B4-BE49-F238E27FC236}">
                  <a16:creationId xmlns:a16="http://schemas.microsoft.com/office/drawing/2014/main" id="{E5C5ED65-302A-4C11-A599-C8A3B99855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4375" y="502761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47" name="Rectangle 59">
              <a:extLst>
                <a:ext uri="{FF2B5EF4-FFF2-40B4-BE49-F238E27FC236}">
                  <a16:creationId xmlns:a16="http://schemas.microsoft.com/office/drawing/2014/main" id="{705F68A2-E7F9-408D-9FB5-31C423110E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1813" y="4927600"/>
              <a:ext cx="206375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panose="05050102010706020507" pitchFamily="18" charset="2"/>
                  <a:ea typeface="MS PGothic" panose="020B0600070205080204" pitchFamily="34" charset="-128"/>
                  <a:cs typeface="+mn-cs"/>
                </a:rPr>
                <a:t>¤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48" name="Rectangle 60">
              <a:extLst>
                <a:ext uri="{FF2B5EF4-FFF2-40B4-BE49-F238E27FC236}">
                  <a16:creationId xmlns:a16="http://schemas.microsoft.com/office/drawing/2014/main" id="{C55B2695-7E92-436D-82F8-7DC384D32C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6788" y="4932363"/>
              <a:ext cx="233362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49" name="Freeform 61">
              <a:extLst>
                <a:ext uri="{FF2B5EF4-FFF2-40B4-BE49-F238E27FC236}">
                  <a16:creationId xmlns:a16="http://schemas.microsoft.com/office/drawing/2014/main" id="{74A00304-B841-4B1C-A53A-4B4182B11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338" y="2000250"/>
              <a:ext cx="63500" cy="127000"/>
            </a:xfrm>
            <a:custGeom>
              <a:avLst/>
              <a:gdLst>
                <a:gd name="T0" fmla="*/ 0 w 79"/>
                <a:gd name="T1" fmla="*/ 0 h 160"/>
                <a:gd name="T2" fmla="*/ 2147483646 w 79"/>
                <a:gd name="T3" fmla="*/ 2147483646 h 160"/>
                <a:gd name="T4" fmla="*/ 2147483646 w 79"/>
                <a:gd name="T5" fmla="*/ 0 h 160"/>
                <a:gd name="T6" fmla="*/ 2147483646 w 79"/>
                <a:gd name="T7" fmla="*/ 0 h 160"/>
                <a:gd name="T8" fmla="*/ 0 w 79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9"/>
                <a:gd name="T16" fmla="*/ 0 h 160"/>
                <a:gd name="T17" fmla="*/ 79 w 79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9" h="160">
                  <a:moveTo>
                    <a:pt x="0" y="0"/>
                  </a:moveTo>
                  <a:lnTo>
                    <a:pt x="26" y="160"/>
                  </a:lnTo>
                  <a:lnTo>
                    <a:pt x="79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50" name="Freeform 62">
              <a:extLst>
                <a:ext uri="{FF2B5EF4-FFF2-40B4-BE49-F238E27FC236}">
                  <a16:creationId xmlns:a16="http://schemas.microsoft.com/office/drawing/2014/main" id="{38F6236C-63CB-4B39-B9F2-795C956CD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225" y="1508125"/>
              <a:ext cx="49213" cy="484188"/>
            </a:xfrm>
            <a:custGeom>
              <a:avLst/>
              <a:gdLst>
                <a:gd name="T0" fmla="*/ 0 w 62"/>
                <a:gd name="T1" fmla="*/ 0 h 611"/>
                <a:gd name="T2" fmla="*/ 2147483646 w 62"/>
                <a:gd name="T3" fmla="*/ 2147483646 h 611"/>
                <a:gd name="T4" fmla="*/ 2147483646 w 62"/>
                <a:gd name="T5" fmla="*/ 2147483646 h 611"/>
                <a:gd name="T6" fmla="*/ 2147483646 w 62"/>
                <a:gd name="T7" fmla="*/ 2147483646 h 611"/>
                <a:gd name="T8" fmla="*/ 2147483646 w 62"/>
                <a:gd name="T9" fmla="*/ 2147483646 h 611"/>
                <a:gd name="T10" fmla="*/ 2147483646 w 62"/>
                <a:gd name="T11" fmla="*/ 2147483646 h 611"/>
                <a:gd name="T12" fmla="*/ 2147483646 w 62"/>
                <a:gd name="T13" fmla="*/ 2147483646 h 611"/>
                <a:gd name="T14" fmla="*/ 2147483646 w 62"/>
                <a:gd name="T15" fmla="*/ 2147483646 h 611"/>
                <a:gd name="T16" fmla="*/ 2147483646 w 62"/>
                <a:gd name="T17" fmla="*/ 2147483646 h 611"/>
                <a:gd name="T18" fmla="*/ 2147483646 w 62"/>
                <a:gd name="T19" fmla="*/ 2147483646 h 611"/>
                <a:gd name="T20" fmla="*/ 2147483646 w 62"/>
                <a:gd name="T21" fmla="*/ 2147483646 h 611"/>
                <a:gd name="T22" fmla="*/ 2147483646 w 62"/>
                <a:gd name="T23" fmla="*/ 2147483646 h 611"/>
                <a:gd name="T24" fmla="*/ 2147483646 w 62"/>
                <a:gd name="T25" fmla="*/ 2147483646 h 611"/>
                <a:gd name="T26" fmla="*/ 2147483646 w 62"/>
                <a:gd name="T27" fmla="*/ 2147483646 h 611"/>
                <a:gd name="T28" fmla="*/ 2147483646 w 62"/>
                <a:gd name="T29" fmla="*/ 2147483646 h 611"/>
                <a:gd name="T30" fmla="*/ 2147483646 w 62"/>
                <a:gd name="T31" fmla="*/ 2147483646 h 611"/>
                <a:gd name="T32" fmla="*/ 2147483646 w 62"/>
                <a:gd name="T33" fmla="*/ 2147483646 h 611"/>
                <a:gd name="T34" fmla="*/ 2147483646 w 62"/>
                <a:gd name="T35" fmla="*/ 2147483646 h 611"/>
                <a:gd name="T36" fmla="*/ 2147483646 w 62"/>
                <a:gd name="T37" fmla="*/ 2147483646 h 611"/>
                <a:gd name="T38" fmla="*/ 2147483646 w 62"/>
                <a:gd name="T39" fmla="*/ 2147483646 h 611"/>
                <a:gd name="T40" fmla="*/ 2147483646 w 62"/>
                <a:gd name="T41" fmla="*/ 2147483646 h 611"/>
                <a:gd name="T42" fmla="*/ 2147483646 w 62"/>
                <a:gd name="T43" fmla="*/ 2147483646 h 611"/>
                <a:gd name="T44" fmla="*/ 2147483646 w 62"/>
                <a:gd name="T45" fmla="*/ 2147483646 h 611"/>
                <a:gd name="T46" fmla="*/ 2147483646 w 62"/>
                <a:gd name="T47" fmla="*/ 2147483646 h 611"/>
                <a:gd name="T48" fmla="*/ 2147483646 w 62"/>
                <a:gd name="T49" fmla="*/ 2147483646 h 611"/>
                <a:gd name="T50" fmla="*/ 2147483646 w 62"/>
                <a:gd name="T51" fmla="*/ 2147483646 h 611"/>
                <a:gd name="T52" fmla="*/ 2147483646 w 62"/>
                <a:gd name="T53" fmla="*/ 2147483646 h 611"/>
                <a:gd name="T54" fmla="*/ 2147483646 w 62"/>
                <a:gd name="T55" fmla="*/ 2147483646 h 611"/>
                <a:gd name="T56" fmla="*/ 2147483646 w 62"/>
                <a:gd name="T57" fmla="*/ 2147483646 h 611"/>
                <a:gd name="T58" fmla="*/ 2147483646 w 62"/>
                <a:gd name="T59" fmla="*/ 2147483646 h 611"/>
                <a:gd name="T60" fmla="*/ 2147483646 w 62"/>
                <a:gd name="T61" fmla="*/ 2147483646 h 611"/>
                <a:gd name="T62" fmla="*/ 2147483646 w 62"/>
                <a:gd name="T63" fmla="*/ 2147483646 h 611"/>
                <a:gd name="T64" fmla="*/ 2147483646 w 62"/>
                <a:gd name="T65" fmla="*/ 2147483646 h 61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2"/>
                <a:gd name="T100" fmla="*/ 0 h 611"/>
                <a:gd name="T101" fmla="*/ 62 w 62"/>
                <a:gd name="T102" fmla="*/ 611 h 61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2" h="611">
                  <a:moveTo>
                    <a:pt x="0" y="0"/>
                  </a:moveTo>
                  <a:lnTo>
                    <a:pt x="7" y="17"/>
                  </a:lnTo>
                  <a:lnTo>
                    <a:pt x="12" y="33"/>
                  </a:lnTo>
                  <a:lnTo>
                    <a:pt x="18" y="50"/>
                  </a:lnTo>
                  <a:lnTo>
                    <a:pt x="23" y="69"/>
                  </a:lnTo>
                  <a:lnTo>
                    <a:pt x="28" y="86"/>
                  </a:lnTo>
                  <a:lnTo>
                    <a:pt x="34" y="105"/>
                  </a:lnTo>
                  <a:lnTo>
                    <a:pt x="38" y="122"/>
                  </a:lnTo>
                  <a:lnTo>
                    <a:pt x="42" y="141"/>
                  </a:lnTo>
                  <a:lnTo>
                    <a:pt x="44" y="159"/>
                  </a:lnTo>
                  <a:lnTo>
                    <a:pt x="47" y="178"/>
                  </a:lnTo>
                  <a:lnTo>
                    <a:pt x="51" y="197"/>
                  </a:lnTo>
                  <a:lnTo>
                    <a:pt x="52" y="217"/>
                  </a:lnTo>
                  <a:lnTo>
                    <a:pt x="55" y="235"/>
                  </a:lnTo>
                  <a:lnTo>
                    <a:pt x="56" y="255"/>
                  </a:lnTo>
                  <a:lnTo>
                    <a:pt x="59" y="274"/>
                  </a:lnTo>
                  <a:lnTo>
                    <a:pt x="60" y="294"/>
                  </a:lnTo>
                  <a:lnTo>
                    <a:pt x="60" y="314"/>
                  </a:lnTo>
                  <a:lnTo>
                    <a:pt x="62" y="334"/>
                  </a:lnTo>
                  <a:lnTo>
                    <a:pt x="62" y="354"/>
                  </a:lnTo>
                  <a:lnTo>
                    <a:pt x="62" y="372"/>
                  </a:lnTo>
                  <a:lnTo>
                    <a:pt x="62" y="392"/>
                  </a:lnTo>
                  <a:lnTo>
                    <a:pt x="62" y="412"/>
                  </a:lnTo>
                  <a:lnTo>
                    <a:pt x="62" y="432"/>
                  </a:lnTo>
                  <a:lnTo>
                    <a:pt x="60" y="452"/>
                  </a:lnTo>
                  <a:lnTo>
                    <a:pt x="60" y="472"/>
                  </a:lnTo>
                  <a:lnTo>
                    <a:pt x="59" y="492"/>
                  </a:lnTo>
                  <a:lnTo>
                    <a:pt x="58" y="512"/>
                  </a:lnTo>
                  <a:lnTo>
                    <a:pt x="56" y="532"/>
                  </a:lnTo>
                  <a:lnTo>
                    <a:pt x="54" y="552"/>
                  </a:lnTo>
                  <a:lnTo>
                    <a:pt x="52" y="572"/>
                  </a:lnTo>
                  <a:lnTo>
                    <a:pt x="51" y="591"/>
                  </a:lnTo>
                  <a:lnTo>
                    <a:pt x="48" y="611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51" name="Freeform 63">
              <a:extLst>
                <a:ext uri="{FF2B5EF4-FFF2-40B4-BE49-F238E27FC236}">
                  <a16:creationId xmlns:a16="http://schemas.microsoft.com/office/drawing/2014/main" id="{A00ECC67-9F84-4A34-B1C8-9D12076AE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700" y="1366838"/>
              <a:ext cx="106363" cy="104775"/>
            </a:xfrm>
            <a:custGeom>
              <a:avLst/>
              <a:gdLst>
                <a:gd name="T0" fmla="*/ 2147483646 w 133"/>
                <a:gd name="T1" fmla="*/ 2147483646 h 133"/>
                <a:gd name="T2" fmla="*/ 2147483646 w 133"/>
                <a:gd name="T3" fmla="*/ 0 h 133"/>
                <a:gd name="T4" fmla="*/ 0 w 133"/>
                <a:gd name="T5" fmla="*/ 2147483646 h 133"/>
                <a:gd name="T6" fmla="*/ 0 w 133"/>
                <a:gd name="T7" fmla="*/ 2147483646 h 133"/>
                <a:gd name="T8" fmla="*/ 2147483646 w 133"/>
                <a:gd name="T9" fmla="*/ 2147483646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3"/>
                <a:gd name="T16" fmla="*/ 0 h 133"/>
                <a:gd name="T17" fmla="*/ 133 w 133"/>
                <a:gd name="T18" fmla="*/ 133 h 1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3" h="133">
                  <a:moveTo>
                    <a:pt x="26" y="133"/>
                  </a:moveTo>
                  <a:lnTo>
                    <a:pt x="133" y="0"/>
                  </a:lnTo>
                  <a:lnTo>
                    <a:pt x="0" y="80"/>
                  </a:lnTo>
                  <a:lnTo>
                    <a:pt x="0" y="107"/>
                  </a:lnTo>
                  <a:lnTo>
                    <a:pt x="26" y="133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52" name="Freeform 64">
              <a:extLst>
                <a:ext uri="{FF2B5EF4-FFF2-40B4-BE49-F238E27FC236}">
                  <a16:creationId xmlns:a16="http://schemas.microsoft.com/office/drawing/2014/main" id="{ECE600CC-05EA-4107-AAD7-B80015762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6300" y="1450975"/>
              <a:ext cx="533400" cy="2274888"/>
            </a:xfrm>
            <a:custGeom>
              <a:avLst/>
              <a:gdLst>
                <a:gd name="T0" fmla="*/ 2147483646 w 672"/>
                <a:gd name="T1" fmla="*/ 0 h 2865"/>
                <a:gd name="T2" fmla="*/ 2147483646 w 672"/>
                <a:gd name="T3" fmla="*/ 2147483646 h 2865"/>
                <a:gd name="T4" fmla="*/ 2147483646 w 672"/>
                <a:gd name="T5" fmla="*/ 2147483646 h 2865"/>
                <a:gd name="T6" fmla="*/ 2147483646 w 672"/>
                <a:gd name="T7" fmla="*/ 2147483646 h 2865"/>
                <a:gd name="T8" fmla="*/ 2147483646 w 672"/>
                <a:gd name="T9" fmla="*/ 2147483646 h 2865"/>
                <a:gd name="T10" fmla="*/ 2147483646 w 672"/>
                <a:gd name="T11" fmla="*/ 2147483646 h 2865"/>
                <a:gd name="T12" fmla="*/ 2147483646 w 672"/>
                <a:gd name="T13" fmla="*/ 2147483646 h 2865"/>
                <a:gd name="T14" fmla="*/ 2147483646 w 672"/>
                <a:gd name="T15" fmla="*/ 2147483646 h 2865"/>
                <a:gd name="T16" fmla="*/ 2147483646 w 672"/>
                <a:gd name="T17" fmla="*/ 2147483646 h 2865"/>
                <a:gd name="T18" fmla="*/ 2147483646 w 672"/>
                <a:gd name="T19" fmla="*/ 2147483646 h 2865"/>
                <a:gd name="T20" fmla="*/ 2147483646 w 672"/>
                <a:gd name="T21" fmla="*/ 2147483646 h 2865"/>
                <a:gd name="T22" fmla="*/ 2147483646 w 672"/>
                <a:gd name="T23" fmla="*/ 2147483646 h 2865"/>
                <a:gd name="T24" fmla="*/ 2147483646 w 672"/>
                <a:gd name="T25" fmla="*/ 2147483646 h 2865"/>
                <a:gd name="T26" fmla="*/ 2147483646 w 672"/>
                <a:gd name="T27" fmla="*/ 2147483646 h 2865"/>
                <a:gd name="T28" fmla="*/ 2147483646 w 672"/>
                <a:gd name="T29" fmla="*/ 2147483646 h 2865"/>
                <a:gd name="T30" fmla="*/ 2147483646 w 672"/>
                <a:gd name="T31" fmla="*/ 2147483646 h 2865"/>
                <a:gd name="T32" fmla="*/ 0 w 672"/>
                <a:gd name="T33" fmla="*/ 2147483646 h 2865"/>
                <a:gd name="T34" fmla="*/ 2147483646 w 672"/>
                <a:gd name="T35" fmla="*/ 2147483646 h 2865"/>
                <a:gd name="T36" fmla="*/ 2147483646 w 672"/>
                <a:gd name="T37" fmla="*/ 2147483646 h 2865"/>
                <a:gd name="T38" fmla="*/ 2147483646 w 672"/>
                <a:gd name="T39" fmla="*/ 2147483646 h 2865"/>
                <a:gd name="T40" fmla="*/ 2147483646 w 672"/>
                <a:gd name="T41" fmla="*/ 2147483646 h 2865"/>
                <a:gd name="T42" fmla="*/ 2147483646 w 672"/>
                <a:gd name="T43" fmla="*/ 2147483646 h 2865"/>
                <a:gd name="T44" fmla="*/ 2147483646 w 672"/>
                <a:gd name="T45" fmla="*/ 2147483646 h 2865"/>
                <a:gd name="T46" fmla="*/ 2147483646 w 672"/>
                <a:gd name="T47" fmla="*/ 2147483646 h 2865"/>
                <a:gd name="T48" fmla="*/ 2147483646 w 672"/>
                <a:gd name="T49" fmla="*/ 2147483646 h 2865"/>
                <a:gd name="T50" fmla="*/ 2147483646 w 672"/>
                <a:gd name="T51" fmla="*/ 2147483646 h 2865"/>
                <a:gd name="T52" fmla="*/ 2147483646 w 672"/>
                <a:gd name="T53" fmla="*/ 2147483646 h 2865"/>
                <a:gd name="T54" fmla="*/ 2147483646 w 672"/>
                <a:gd name="T55" fmla="*/ 2147483646 h 2865"/>
                <a:gd name="T56" fmla="*/ 2147483646 w 672"/>
                <a:gd name="T57" fmla="*/ 2147483646 h 2865"/>
                <a:gd name="T58" fmla="*/ 2147483646 w 672"/>
                <a:gd name="T59" fmla="*/ 2147483646 h 2865"/>
                <a:gd name="T60" fmla="*/ 2147483646 w 672"/>
                <a:gd name="T61" fmla="*/ 2147483646 h 2865"/>
                <a:gd name="T62" fmla="*/ 2147483646 w 672"/>
                <a:gd name="T63" fmla="*/ 2147483646 h 2865"/>
                <a:gd name="T64" fmla="*/ 2147483646 w 672"/>
                <a:gd name="T65" fmla="*/ 2147483646 h 286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72"/>
                <a:gd name="T100" fmla="*/ 0 h 2865"/>
                <a:gd name="T101" fmla="*/ 672 w 672"/>
                <a:gd name="T102" fmla="*/ 2865 h 286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72" h="2865">
                  <a:moveTo>
                    <a:pt x="672" y="0"/>
                  </a:moveTo>
                  <a:lnTo>
                    <a:pt x="582" y="69"/>
                  </a:lnTo>
                  <a:lnTo>
                    <a:pt x="501" y="145"/>
                  </a:lnTo>
                  <a:lnTo>
                    <a:pt x="425" y="226"/>
                  </a:lnTo>
                  <a:lnTo>
                    <a:pt x="357" y="314"/>
                  </a:lnTo>
                  <a:lnTo>
                    <a:pt x="295" y="406"/>
                  </a:lnTo>
                  <a:lnTo>
                    <a:pt x="240" y="502"/>
                  </a:lnTo>
                  <a:lnTo>
                    <a:pt x="191" y="601"/>
                  </a:lnTo>
                  <a:lnTo>
                    <a:pt x="147" y="705"/>
                  </a:lnTo>
                  <a:lnTo>
                    <a:pt x="110" y="812"/>
                  </a:lnTo>
                  <a:lnTo>
                    <a:pt x="78" y="921"/>
                  </a:lnTo>
                  <a:lnTo>
                    <a:pt x="53" y="1031"/>
                  </a:lnTo>
                  <a:lnTo>
                    <a:pt x="31" y="1143"/>
                  </a:lnTo>
                  <a:lnTo>
                    <a:pt x="17" y="1256"/>
                  </a:lnTo>
                  <a:lnTo>
                    <a:pt x="6" y="1369"/>
                  </a:lnTo>
                  <a:lnTo>
                    <a:pt x="1" y="1482"/>
                  </a:lnTo>
                  <a:lnTo>
                    <a:pt x="0" y="1594"/>
                  </a:lnTo>
                  <a:lnTo>
                    <a:pt x="4" y="1705"/>
                  </a:lnTo>
                  <a:lnTo>
                    <a:pt x="13" y="1814"/>
                  </a:lnTo>
                  <a:lnTo>
                    <a:pt x="25" y="1922"/>
                  </a:lnTo>
                  <a:lnTo>
                    <a:pt x="41" y="2026"/>
                  </a:lnTo>
                  <a:lnTo>
                    <a:pt x="62" y="2125"/>
                  </a:lnTo>
                  <a:lnTo>
                    <a:pt x="86" y="2223"/>
                  </a:lnTo>
                  <a:lnTo>
                    <a:pt x="114" y="2316"/>
                  </a:lnTo>
                  <a:lnTo>
                    <a:pt x="145" y="2402"/>
                  </a:lnTo>
                  <a:lnTo>
                    <a:pt x="179" y="2485"/>
                  </a:lnTo>
                  <a:lnTo>
                    <a:pt x="216" y="2561"/>
                  </a:lnTo>
                  <a:lnTo>
                    <a:pt x="258" y="2631"/>
                  </a:lnTo>
                  <a:lnTo>
                    <a:pt x="300" y="2694"/>
                  </a:lnTo>
                  <a:lnTo>
                    <a:pt x="347" y="2750"/>
                  </a:lnTo>
                  <a:lnTo>
                    <a:pt x="395" y="2798"/>
                  </a:lnTo>
                  <a:lnTo>
                    <a:pt x="445" y="2836"/>
                  </a:lnTo>
                  <a:lnTo>
                    <a:pt x="497" y="2865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53" name="Freeform 65">
              <a:extLst>
                <a:ext uri="{FF2B5EF4-FFF2-40B4-BE49-F238E27FC236}">
                  <a16:creationId xmlns:a16="http://schemas.microsoft.com/office/drawing/2014/main" id="{E87025CA-9574-444C-AD27-40E1E94B4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613" y="4937125"/>
              <a:ext cx="127000" cy="84138"/>
            </a:xfrm>
            <a:custGeom>
              <a:avLst/>
              <a:gdLst>
                <a:gd name="T0" fmla="*/ 2147483646 w 160"/>
                <a:gd name="T1" fmla="*/ 0 h 107"/>
                <a:gd name="T2" fmla="*/ 0 w 160"/>
                <a:gd name="T3" fmla="*/ 2147483646 h 107"/>
                <a:gd name="T4" fmla="*/ 2147483646 w 160"/>
                <a:gd name="T5" fmla="*/ 2147483646 h 107"/>
                <a:gd name="T6" fmla="*/ 2147483646 w 160"/>
                <a:gd name="T7" fmla="*/ 2147483646 h 107"/>
                <a:gd name="T8" fmla="*/ 2147483646 w 160"/>
                <a:gd name="T9" fmla="*/ 0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107"/>
                <a:gd name="T17" fmla="*/ 160 w 160"/>
                <a:gd name="T18" fmla="*/ 107 h 10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107">
                  <a:moveTo>
                    <a:pt x="133" y="0"/>
                  </a:moveTo>
                  <a:lnTo>
                    <a:pt x="0" y="107"/>
                  </a:lnTo>
                  <a:lnTo>
                    <a:pt x="160" y="53"/>
                  </a:lnTo>
                  <a:lnTo>
                    <a:pt x="133" y="27"/>
                  </a:lnTo>
                  <a:lnTo>
                    <a:pt x="133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54" name="Freeform 66">
              <a:extLst>
                <a:ext uri="{FF2B5EF4-FFF2-40B4-BE49-F238E27FC236}">
                  <a16:creationId xmlns:a16="http://schemas.microsoft.com/office/drawing/2014/main" id="{1F1960F4-40D8-44D3-908A-DCC7BF534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738" y="1252538"/>
              <a:ext cx="1230312" cy="3705225"/>
            </a:xfrm>
            <a:custGeom>
              <a:avLst/>
              <a:gdLst>
                <a:gd name="T0" fmla="*/ 0 w 1549"/>
                <a:gd name="T1" fmla="*/ 0 h 4666"/>
                <a:gd name="T2" fmla="*/ 2147483646 w 1549"/>
                <a:gd name="T3" fmla="*/ 2147483646 h 4666"/>
                <a:gd name="T4" fmla="*/ 2147483646 w 1549"/>
                <a:gd name="T5" fmla="*/ 2147483646 h 4666"/>
                <a:gd name="T6" fmla="*/ 2147483646 w 1549"/>
                <a:gd name="T7" fmla="*/ 2147483646 h 4666"/>
                <a:gd name="T8" fmla="*/ 2147483646 w 1549"/>
                <a:gd name="T9" fmla="*/ 2147483646 h 4666"/>
                <a:gd name="T10" fmla="*/ 2147483646 w 1549"/>
                <a:gd name="T11" fmla="*/ 2147483646 h 4666"/>
                <a:gd name="T12" fmla="*/ 2147483646 w 1549"/>
                <a:gd name="T13" fmla="*/ 2147483646 h 4666"/>
                <a:gd name="T14" fmla="*/ 2147483646 w 1549"/>
                <a:gd name="T15" fmla="*/ 2147483646 h 4666"/>
                <a:gd name="T16" fmla="*/ 2147483646 w 1549"/>
                <a:gd name="T17" fmla="*/ 2147483646 h 4666"/>
                <a:gd name="T18" fmla="*/ 2147483646 w 1549"/>
                <a:gd name="T19" fmla="*/ 2147483646 h 4666"/>
                <a:gd name="T20" fmla="*/ 2147483646 w 1549"/>
                <a:gd name="T21" fmla="*/ 2147483646 h 4666"/>
                <a:gd name="T22" fmla="*/ 2147483646 w 1549"/>
                <a:gd name="T23" fmla="*/ 2147483646 h 4666"/>
                <a:gd name="T24" fmla="*/ 2147483646 w 1549"/>
                <a:gd name="T25" fmla="*/ 2147483646 h 4666"/>
                <a:gd name="T26" fmla="*/ 2147483646 w 1549"/>
                <a:gd name="T27" fmla="*/ 2147483646 h 4666"/>
                <a:gd name="T28" fmla="*/ 2147483646 w 1549"/>
                <a:gd name="T29" fmla="*/ 2147483646 h 4666"/>
                <a:gd name="T30" fmla="*/ 2147483646 w 1549"/>
                <a:gd name="T31" fmla="*/ 2147483646 h 4666"/>
                <a:gd name="T32" fmla="*/ 2147483646 w 1549"/>
                <a:gd name="T33" fmla="*/ 2147483646 h 4666"/>
                <a:gd name="T34" fmla="*/ 2147483646 w 1549"/>
                <a:gd name="T35" fmla="*/ 2147483646 h 4666"/>
                <a:gd name="T36" fmla="*/ 2147483646 w 1549"/>
                <a:gd name="T37" fmla="*/ 2147483646 h 4666"/>
                <a:gd name="T38" fmla="*/ 2147483646 w 1549"/>
                <a:gd name="T39" fmla="*/ 2147483646 h 4666"/>
                <a:gd name="T40" fmla="*/ 2147483646 w 1549"/>
                <a:gd name="T41" fmla="*/ 2147483646 h 4666"/>
                <a:gd name="T42" fmla="*/ 2147483646 w 1549"/>
                <a:gd name="T43" fmla="*/ 2147483646 h 4666"/>
                <a:gd name="T44" fmla="*/ 2147483646 w 1549"/>
                <a:gd name="T45" fmla="*/ 2147483646 h 4666"/>
                <a:gd name="T46" fmla="*/ 2147483646 w 1549"/>
                <a:gd name="T47" fmla="*/ 2147483646 h 4666"/>
                <a:gd name="T48" fmla="*/ 2147483646 w 1549"/>
                <a:gd name="T49" fmla="*/ 2147483646 h 4666"/>
                <a:gd name="T50" fmla="*/ 2147483646 w 1549"/>
                <a:gd name="T51" fmla="*/ 2147483646 h 4666"/>
                <a:gd name="T52" fmla="*/ 2147483646 w 1549"/>
                <a:gd name="T53" fmla="*/ 2147483646 h 4666"/>
                <a:gd name="T54" fmla="*/ 2147483646 w 1549"/>
                <a:gd name="T55" fmla="*/ 2147483646 h 4666"/>
                <a:gd name="T56" fmla="*/ 2147483646 w 1549"/>
                <a:gd name="T57" fmla="*/ 2147483646 h 4666"/>
                <a:gd name="T58" fmla="*/ 2147483646 w 1549"/>
                <a:gd name="T59" fmla="*/ 2147483646 h 4666"/>
                <a:gd name="T60" fmla="*/ 2147483646 w 1549"/>
                <a:gd name="T61" fmla="*/ 2147483646 h 4666"/>
                <a:gd name="T62" fmla="*/ 2147483646 w 1549"/>
                <a:gd name="T63" fmla="*/ 2147483646 h 4666"/>
                <a:gd name="T64" fmla="*/ 2147483646 w 1549"/>
                <a:gd name="T65" fmla="*/ 2147483646 h 466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549"/>
                <a:gd name="T100" fmla="*/ 0 h 4666"/>
                <a:gd name="T101" fmla="*/ 1549 w 1549"/>
                <a:gd name="T102" fmla="*/ 4666 h 466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549" h="4666">
                  <a:moveTo>
                    <a:pt x="0" y="0"/>
                  </a:moveTo>
                  <a:lnTo>
                    <a:pt x="236" y="173"/>
                  </a:lnTo>
                  <a:lnTo>
                    <a:pt x="451" y="349"/>
                  </a:lnTo>
                  <a:lnTo>
                    <a:pt x="642" y="526"/>
                  </a:lnTo>
                  <a:lnTo>
                    <a:pt x="814" y="705"/>
                  </a:lnTo>
                  <a:lnTo>
                    <a:pt x="964" y="885"/>
                  </a:lnTo>
                  <a:lnTo>
                    <a:pt x="1096" y="1066"/>
                  </a:lnTo>
                  <a:lnTo>
                    <a:pt x="1208" y="1247"/>
                  </a:lnTo>
                  <a:lnTo>
                    <a:pt x="1304" y="1429"/>
                  </a:lnTo>
                  <a:lnTo>
                    <a:pt x="1381" y="1610"/>
                  </a:lnTo>
                  <a:lnTo>
                    <a:pt x="1443" y="1790"/>
                  </a:lnTo>
                  <a:lnTo>
                    <a:pt x="1490" y="1968"/>
                  </a:lnTo>
                  <a:lnTo>
                    <a:pt x="1523" y="2145"/>
                  </a:lnTo>
                  <a:lnTo>
                    <a:pt x="1542" y="2320"/>
                  </a:lnTo>
                  <a:lnTo>
                    <a:pt x="1549" y="2493"/>
                  </a:lnTo>
                  <a:lnTo>
                    <a:pt x="1543" y="2662"/>
                  </a:lnTo>
                  <a:lnTo>
                    <a:pt x="1527" y="2827"/>
                  </a:lnTo>
                  <a:lnTo>
                    <a:pt x="1502" y="2989"/>
                  </a:lnTo>
                  <a:lnTo>
                    <a:pt x="1466" y="3146"/>
                  </a:lnTo>
                  <a:lnTo>
                    <a:pt x="1423" y="3299"/>
                  </a:lnTo>
                  <a:lnTo>
                    <a:pt x="1372" y="3447"/>
                  </a:lnTo>
                  <a:lnTo>
                    <a:pt x="1314" y="3590"/>
                  </a:lnTo>
                  <a:lnTo>
                    <a:pt x="1252" y="3725"/>
                  </a:lnTo>
                  <a:lnTo>
                    <a:pt x="1183" y="3856"/>
                  </a:lnTo>
                  <a:lnTo>
                    <a:pt x="1111" y="3978"/>
                  </a:lnTo>
                  <a:lnTo>
                    <a:pt x="1035" y="4094"/>
                  </a:lnTo>
                  <a:lnTo>
                    <a:pt x="958" y="4202"/>
                  </a:lnTo>
                  <a:lnTo>
                    <a:pt x="878" y="4302"/>
                  </a:lnTo>
                  <a:lnTo>
                    <a:pt x="798" y="4394"/>
                  </a:lnTo>
                  <a:lnTo>
                    <a:pt x="718" y="4476"/>
                  </a:lnTo>
                  <a:lnTo>
                    <a:pt x="640" y="4549"/>
                  </a:lnTo>
                  <a:lnTo>
                    <a:pt x="562" y="4613"/>
                  </a:lnTo>
                  <a:lnTo>
                    <a:pt x="489" y="4666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55" name="Freeform 67">
              <a:extLst>
                <a:ext uri="{FF2B5EF4-FFF2-40B4-BE49-F238E27FC236}">
                  <a16:creationId xmlns:a16="http://schemas.microsoft.com/office/drawing/2014/main" id="{C8C447BA-DF90-4BBC-AE37-1A5D15944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063" y="1260475"/>
              <a:ext cx="106362" cy="106363"/>
            </a:xfrm>
            <a:custGeom>
              <a:avLst/>
              <a:gdLst>
                <a:gd name="T0" fmla="*/ 2147483646 w 133"/>
                <a:gd name="T1" fmla="*/ 2147483646 h 133"/>
                <a:gd name="T2" fmla="*/ 2147483646 w 133"/>
                <a:gd name="T3" fmla="*/ 0 h 133"/>
                <a:gd name="T4" fmla="*/ 0 w 133"/>
                <a:gd name="T5" fmla="*/ 2147483646 h 133"/>
                <a:gd name="T6" fmla="*/ 0 w 133"/>
                <a:gd name="T7" fmla="*/ 2147483646 h 133"/>
                <a:gd name="T8" fmla="*/ 2147483646 w 133"/>
                <a:gd name="T9" fmla="*/ 2147483646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3"/>
                <a:gd name="T16" fmla="*/ 0 h 133"/>
                <a:gd name="T17" fmla="*/ 133 w 133"/>
                <a:gd name="T18" fmla="*/ 133 h 1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3" h="133">
                  <a:moveTo>
                    <a:pt x="27" y="133"/>
                  </a:moveTo>
                  <a:lnTo>
                    <a:pt x="133" y="0"/>
                  </a:lnTo>
                  <a:lnTo>
                    <a:pt x="0" y="80"/>
                  </a:lnTo>
                  <a:lnTo>
                    <a:pt x="0" y="107"/>
                  </a:lnTo>
                  <a:lnTo>
                    <a:pt x="27" y="133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56" name="Freeform 68">
              <a:extLst>
                <a:ext uri="{FF2B5EF4-FFF2-40B4-BE49-F238E27FC236}">
                  <a16:creationId xmlns:a16="http://schemas.microsoft.com/office/drawing/2014/main" id="{A86C3ED5-A963-40E9-A095-C4BDA98C5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100" y="1349375"/>
              <a:ext cx="1098550" cy="3698875"/>
            </a:xfrm>
            <a:custGeom>
              <a:avLst/>
              <a:gdLst>
                <a:gd name="T0" fmla="*/ 2147483646 w 1384"/>
                <a:gd name="T1" fmla="*/ 0 h 4660"/>
                <a:gd name="T2" fmla="*/ 2147483646 w 1384"/>
                <a:gd name="T3" fmla="*/ 2147483646 h 4660"/>
                <a:gd name="T4" fmla="*/ 2147483646 w 1384"/>
                <a:gd name="T5" fmla="*/ 2147483646 h 4660"/>
                <a:gd name="T6" fmla="*/ 2147483646 w 1384"/>
                <a:gd name="T7" fmla="*/ 2147483646 h 4660"/>
                <a:gd name="T8" fmla="*/ 2147483646 w 1384"/>
                <a:gd name="T9" fmla="*/ 2147483646 h 4660"/>
                <a:gd name="T10" fmla="*/ 2147483646 w 1384"/>
                <a:gd name="T11" fmla="*/ 2147483646 h 4660"/>
                <a:gd name="T12" fmla="*/ 2147483646 w 1384"/>
                <a:gd name="T13" fmla="*/ 2147483646 h 4660"/>
                <a:gd name="T14" fmla="*/ 2147483646 w 1384"/>
                <a:gd name="T15" fmla="*/ 2147483646 h 4660"/>
                <a:gd name="T16" fmla="*/ 2147483646 w 1384"/>
                <a:gd name="T17" fmla="*/ 2147483646 h 4660"/>
                <a:gd name="T18" fmla="*/ 2147483646 w 1384"/>
                <a:gd name="T19" fmla="*/ 2147483646 h 4660"/>
                <a:gd name="T20" fmla="*/ 2147483646 w 1384"/>
                <a:gd name="T21" fmla="*/ 2147483646 h 4660"/>
                <a:gd name="T22" fmla="*/ 2147483646 w 1384"/>
                <a:gd name="T23" fmla="*/ 2147483646 h 4660"/>
                <a:gd name="T24" fmla="*/ 0 w 1384"/>
                <a:gd name="T25" fmla="*/ 2147483646 h 4660"/>
                <a:gd name="T26" fmla="*/ 2147483646 w 1384"/>
                <a:gd name="T27" fmla="*/ 2147483646 h 4660"/>
                <a:gd name="T28" fmla="*/ 2147483646 w 1384"/>
                <a:gd name="T29" fmla="*/ 2147483646 h 4660"/>
                <a:gd name="T30" fmla="*/ 2147483646 w 1384"/>
                <a:gd name="T31" fmla="*/ 2147483646 h 4660"/>
                <a:gd name="T32" fmla="*/ 2147483646 w 1384"/>
                <a:gd name="T33" fmla="*/ 2147483646 h 4660"/>
                <a:gd name="T34" fmla="*/ 2147483646 w 1384"/>
                <a:gd name="T35" fmla="*/ 2147483646 h 4660"/>
                <a:gd name="T36" fmla="*/ 2147483646 w 1384"/>
                <a:gd name="T37" fmla="*/ 2147483646 h 4660"/>
                <a:gd name="T38" fmla="*/ 2147483646 w 1384"/>
                <a:gd name="T39" fmla="*/ 2147483646 h 4660"/>
                <a:gd name="T40" fmla="*/ 2147483646 w 1384"/>
                <a:gd name="T41" fmla="*/ 2147483646 h 4660"/>
                <a:gd name="T42" fmla="*/ 2147483646 w 1384"/>
                <a:gd name="T43" fmla="*/ 2147483646 h 4660"/>
                <a:gd name="T44" fmla="*/ 2147483646 w 1384"/>
                <a:gd name="T45" fmla="*/ 2147483646 h 4660"/>
                <a:gd name="T46" fmla="*/ 2147483646 w 1384"/>
                <a:gd name="T47" fmla="*/ 2147483646 h 4660"/>
                <a:gd name="T48" fmla="*/ 2147483646 w 1384"/>
                <a:gd name="T49" fmla="*/ 2147483646 h 4660"/>
                <a:gd name="T50" fmla="*/ 2147483646 w 1384"/>
                <a:gd name="T51" fmla="*/ 2147483646 h 4660"/>
                <a:gd name="T52" fmla="*/ 2147483646 w 1384"/>
                <a:gd name="T53" fmla="*/ 2147483646 h 4660"/>
                <a:gd name="T54" fmla="*/ 2147483646 w 1384"/>
                <a:gd name="T55" fmla="*/ 2147483646 h 4660"/>
                <a:gd name="T56" fmla="*/ 2147483646 w 1384"/>
                <a:gd name="T57" fmla="*/ 2147483646 h 4660"/>
                <a:gd name="T58" fmla="*/ 2147483646 w 1384"/>
                <a:gd name="T59" fmla="*/ 2147483646 h 4660"/>
                <a:gd name="T60" fmla="*/ 2147483646 w 1384"/>
                <a:gd name="T61" fmla="*/ 2147483646 h 4660"/>
                <a:gd name="T62" fmla="*/ 2147483646 w 1384"/>
                <a:gd name="T63" fmla="*/ 2147483646 h 4660"/>
                <a:gd name="T64" fmla="*/ 2147483646 w 1384"/>
                <a:gd name="T65" fmla="*/ 2147483646 h 466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384"/>
                <a:gd name="T100" fmla="*/ 0 h 4660"/>
                <a:gd name="T101" fmla="*/ 1384 w 1384"/>
                <a:gd name="T102" fmla="*/ 4660 h 466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384" h="4660">
                  <a:moveTo>
                    <a:pt x="1384" y="0"/>
                  </a:moveTo>
                  <a:lnTo>
                    <a:pt x="1146" y="181"/>
                  </a:lnTo>
                  <a:lnTo>
                    <a:pt x="933" y="366"/>
                  </a:lnTo>
                  <a:lnTo>
                    <a:pt x="746" y="552"/>
                  </a:lnTo>
                  <a:lnTo>
                    <a:pt x="582" y="741"/>
                  </a:lnTo>
                  <a:lnTo>
                    <a:pt x="441" y="930"/>
                  </a:lnTo>
                  <a:lnTo>
                    <a:pt x="321" y="1121"/>
                  </a:lnTo>
                  <a:lnTo>
                    <a:pt x="223" y="1311"/>
                  </a:lnTo>
                  <a:lnTo>
                    <a:pt x="144" y="1500"/>
                  </a:lnTo>
                  <a:lnTo>
                    <a:pt x="83" y="1689"/>
                  </a:lnTo>
                  <a:lnTo>
                    <a:pt x="40" y="1877"/>
                  </a:lnTo>
                  <a:lnTo>
                    <a:pt x="12" y="2063"/>
                  </a:lnTo>
                  <a:lnTo>
                    <a:pt x="0" y="2245"/>
                  </a:lnTo>
                  <a:lnTo>
                    <a:pt x="3" y="2426"/>
                  </a:lnTo>
                  <a:lnTo>
                    <a:pt x="18" y="2603"/>
                  </a:lnTo>
                  <a:lnTo>
                    <a:pt x="44" y="2778"/>
                  </a:lnTo>
                  <a:lnTo>
                    <a:pt x="81" y="2947"/>
                  </a:lnTo>
                  <a:lnTo>
                    <a:pt x="128" y="3111"/>
                  </a:lnTo>
                  <a:lnTo>
                    <a:pt x="184" y="3270"/>
                  </a:lnTo>
                  <a:lnTo>
                    <a:pt x="246" y="3423"/>
                  </a:lnTo>
                  <a:lnTo>
                    <a:pt x="316" y="3570"/>
                  </a:lnTo>
                  <a:lnTo>
                    <a:pt x="390" y="3710"/>
                  </a:lnTo>
                  <a:lnTo>
                    <a:pt x="469" y="3843"/>
                  </a:lnTo>
                  <a:lnTo>
                    <a:pt x="551" y="3968"/>
                  </a:lnTo>
                  <a:lnTo>
                    <a:pt x="634" y="4085"/>
                  </a:lnTo>
                  <a:lnTo>
                    <a:pt x="719" y="4193"/>
                  </a:lnTo>
                  <a:lnTo>
                    <a:pt x="803" y="4291"/>
                  </a:lnTo>
                  <a:lnTo>
                    <a:pt x="885" y="4380"/>
                  </a:lnTo>
                  <a:lnTo>
                    <a:pt x="965" y="4459"/>
                  </a:lnTo>
                  <a:lnTo>
                    <a:pt x="1041" y="4527"/>
                  </a:lnTo>
                  <a:lnTo>
                    <a:pt x="1113" y="4583"/>
                  </a:lnTo>
                  <a:lnTo>
                    <a:pt x="1179" y="4628"/>
                  </a:lnTo>
                  <a:lnTo>
                    <a:pt x="1238" y="4660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57" name="Freeform 69">
              <a:extLst>
                <a:ext uri="{FF2B5EF4-FFF2-40B4-BE49-F238E27FC236}">
                  <a16:creationId xmlns:a16="http://schemas.microsoft.com/office/drawing/2014/main" id="{45F99C2E-4D6A-4A01-B95E-88461EFF3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838" y="1535113"/>
              <a:ext cx="63500" cy="127000"/>
            </a:xfrm>
            <a:custGeom>
              <a:avLst/>
              <a:gdLst>
                <a:gd name="T0" fmla="*/ 2147483646 w 80"/>
                <a:gd name="T1" fmla="*/ 2147483646 h 160"/>
                <a:gd name="T2" fmla="*/ 2147483646 w 80"/>
                <a:gd name="T3" fmla="*/ 0 h 160"/>
                <a:gd name="T4" fmla="*/ 0 w 80"/>
                <a:gd name="T5" fmla="*/ 2147483646 h 160"/>
                <a:gd name="T6" fmla="*/ 2147483646 w 80"/>
                <a:gd name="T7" fmla="*/ 2147483646 h 160"/>
                <a:gd name="T8" fmla="*/ 2147483646 w 80"/>
                <a:gd name="T9" fmla="*/ 2147483646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80" y="160"/>
                  </a:moveTo>
                  <a:lnTo>
                    <a:pt x="80" y="0"/>
                  </a:lnTo>
                  <a:lnTo>
                    <a:pt x="0" y="160"/>
                  </a:lnTo>
                  <a:lnTo>
                    <a:pt x="26" y="160"/>
                  </a:lnTo>
                  <a:lnTo>
                    <a:pt x="80" y="16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58" name="Freeform 70">
              <a:extLst>
                <a:ext uri="{FF2B5EF4-FFF2-40B4-BE49-F238E27FC236}">
                  <a16:creationId xmlns:a16="http://schemas.microsoft.com/office/drawing/2014/main" id="{600A58A4-6559-4886-8745-773E65C71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538" y="1668463"/>
              <a:ext cx="34925" cy="487362"/>
            </a:xfrm>
            <a:custGeom>
              <a:avLst/>
              <a:gdLst>
                <a:gd name="T0" fmla="*/ 2147483646 w 46"/>
                <a:gd name="T1" fmla="*/ 0 h 615"/>
                <a:gd name="T2" fmla="*/ 2147483646 w 46"/>
                <a:gd name="T3" fmla="*/ 2147483646 h 615"/>
                <a:gd name="T4" fmla="*/ 2147483646 w 46"/>
                <a:gd name="T5" fmla="*/ 2147483646 h 615"/>
                <a:gd name="T6" fmla="*/ 2147483646 w 46"/>
                <a:gd name="T7" fmla="*/ 2147483646 h 615"/>
                <a:gd name="T8" fmla="*/ 2147483646 w 46"/>
                <a:gd name="T9" fmla="*/ 2147483646 h 615"/>
                <a:gd name="T10" fmla="*/ 2147483646 w 46"/>
                <a:gd name="T11" fmla="*/ 2147483646 h 615"/>
                <a:gd name="T12" fmla="*/ 2147483646 w 46"/>
                <a:gd name="T13" fmla="*/ 2147483646 h 615"/>
                <a:gd name="T14" fmla="*/ 2147483646 w 46"/>
                <a:gd name="T15" fmla="*/ 2147483646 h 615"/>
                <a:gd name="T16" fmla="*/ 2147483646 w 46"/>
                <a:gd name="T17" fmla="*/ 2147483646 h 615"/>
                <a:gd name="T18" fmla="*/ 0 w 46"/>
                <a:gd name="T19" fmla="*/ 2147483646 h 615"/>
                <a:gd name="T20" fmla="*/ 0 w 46"/>
                <a:gd name="T21" fmla="*/ 2147483646 h 615"/>
                <a:gd name="T22" fmla="*/ 0 w 46"/>
                <a:gd name="T23" fmla="*/ 2147483646 h 615"/>
                <a:gd name="T24" fmla="*/ 2147483646 w 46"/>
                <a:gd name="T25" fmla="*/ 2147483646 h 615"/>
                <a:gd name="T26" fmla="*/ 2147483646 w 46"/>
                <a:gd name="T27" fmla="*/ 2147483646 h 615"/>
                <a:gd name="T28" fmla="*/ 2147483646 w 46"/>
                <a:gd name="T29" fmla="*/ 2147483646 h 615"/>
                <a:gd name="T30" fmla="*/ 2147483646 w 46"/>
                <a:gd name="T31" fmla="*/ 2147483646 h 615"/>
                <a:gd name="T32" fmla="*/ 2147483646 w 46"/>
                <a:gd name="T33" fmla="*/ 2147483646 h 615"/>
                <a:gd name="T34" fmla="*/ 2147483646 w 46"/>
                <a:gd name="T35" fmla="*/ 2147483646 h 615"/>
                <a:gd name="T36" fmla="*/ 2147483646 w 46"/>
                <a:gd name="T37" fmla="*/ 2147483646 h 615"/>
                <a:gd name="T38" fmla="*/ 2147483646 w 46"/>
                <a:gd name="T39" fmla="*/ 2147483646 h 615"/>
                <a:gd name="T40" fmla="*/ 2147483646 w 46"/>
                <a:gd name="T41" fmla="*/ 2147483646 h 615"/>
                <a:gd name="T42" fmla="*/ 2147483646 w 46"/>
                <a:gd name="T43" fmla="*/ 2147483646 h 615"/>
                <a:gd name="T44" fmla="*/ 2147483646 w 46"/>
                <a:gd name="T45" fmla="*/ 2147483646 h 615"/>
                <a:gd name="T46" fmla="*/ 2147483646 w 46"/>
                <a:gd name="T47" fmla="*/ 2147483646 h 615"/>
                <a:gd name="T48" fmla="*/ 2147483646 w 46"/>
                <a:gd name="T49" fmla="*/ 2147483646 h 615"/>
                <a:gd name="T50" fmla="*/ 2147483646 w 46"/>
                <a:gd name="T51" fmla="*/ 2147483646 h 615"/>
                <a:gd name="T52" fmla="*/ 2147483646 w 46"/>
                <a:gd name="T53" fmla="*/ 2147483646 h 615"/>
                <a:gd name="T54" fmla="*/ 2147483646 w 46"/>
                <a:gd name="T55" fmla="*/ 2147483646 h 615"/>
                <a:gd name="T56" fmla="*/ 2147483646 w 46"/>
                <a:gd name="T57" fmla="*/ 2147483646 h 615"/>
                <a:gd name="T58" fmla="*/ 2147483646 w 46"/>
                <a:gd name="T59" fmla="*/ 2147483646 h 615"/>
                <a:gd name="T60" fmla="*/ 2147483646 w 46"/>
                <a:gd name="T61" fmla="*/ 2147483646 h 615"/>
                <a:gd name="T62" fmla="*/ 2147483646 w 46"/>
                <a:gd name="T63" fmla="*/ 2147483646 h 615"/>
                <a:gd name="T64" fmla="*/ 2147483646 w 46"/>
                <a:gd name="T65" fmla="*/ 2147483646 h 61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46"/>
                <a:gd name="T100" fmla="*/ 0 h 615"/>
                <a:gd name="T101" fmla="*/ 46 w 46"/>
                <a:gd name="T102" fmla="*/ 615 h 61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46" h="615">
                  <a:moveTo>
                    <a:pt x="22" y="0"/>
                  </a:moveTo>
                  <a:lnTo>
                    <a:pt x="16" y="19"/>
                  </a:lnTo>
                  <a:lnTo>
                    <a:pt x="14" y="37"/>
                  </a:lnTo>
                  <a:lnTo>
                    <a:pt x="10" y="56"/>
                  </a:lnTo>
                  <a:lnTo>
                    <a:pt x="7" y="76"/>
                  </a:lnTo>
                  <a:lnTo>
                    <a:pt x="6" y="94"/>
                  </a:lnTo>
                  <a:lnTo>
                    <a:pt x="3" y="114"/>
                  </a:lnTo>
                  <a:lnTo>
                    <a:pt x="2" y="133"/>
                  </a:lnTo>
                  <a:lnTo>
                    <a:pt x="2" y="153"/>
                  </a:lnTo>
                  <a:lnTo>
                    <a:pt x="0" y="173"/>
                  </a:lnTo>
                  <a:lnTo>
                    <a:pt x="0" y="192"/>
                  </a:lnTo>
                  <a:lnTo>
                    <a:pt x="0" y="212"/>
                  </a:lnTo>
                  <a:lnTo>
                    <a:pt x="2" y="232"/>
                  </a:lnTo>
                  <a:lnTo>
                    <a:pt x="3" y="251"/>
                  </a:lnTo>
                  <a:lnTo>
                    <a:pt x="3" y="271"/>
                  </a:lnTo>
                  <a:lnTo>
                    <a:pt x="4" y="291"/>
                  </a:lnTo>
                  <a:lnTo>
                    <a:pt x="7" y="311"/>
                  </a:lnTo>
                  <a:lnTo>
                    <a:pt x="8" y="331"/>
                  </a:lnTo>
                  <a:lnTo>
                    <a:pt x="11" y="350"/>
                  </a:lnTo>
                  <a:lnTo>
                    <a:pt x="12" y="370"/>
                  </a:lnTo>
                  <a:lnTo>
                    <a:pt x="15" y="390"/>
                  </a:lnTo>
                  <a:lnTo>
                    <a:pt x="18" y="410"/>
                  </a:lnTo>
                  <a:lnTo>
                    <a:pt x="20" y="429"/>
                  </a:lnTo>
                  <a:lnTo>
                    <a:pt x="23" y="448"/>
                  </a:lnTo>
                  <a:lnTo>
                    <a:pt x="26" y="467"/>
                  </a:lnTo>
                  <a:lnTo>
                    <a:pt x="28" y="486"/>
                  </a:lnTo>
                  <a:lnTo>
                    <a:pt x="31" y="506"/>
                  </a:lnTo>
                  <a:lnTo>
                    <a:pt x="34" y="524"/>
                  </a:lnTo>
                  <a:lnTo>
                    <a:pt x="36" y="543"/>
                  </a:lnTo>
                  <a:lnTo>
                    <a:pt x="39" y="562"/>
                  </a:lnTo>
                  <a:lnTo>
                    <a:pt x="42" y="579"/>
                  </a:lnTo>
                  <a:lnTo>
                    <a:pt x="43" y="598"/>
                  </a:lnTo>
                  <a:lnTo>
                    <a:pt x="46" y="615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59" name="Rectangle 71">
              <a:extLst>
                <a:ext uri="{FF2B5EF4-FFF2-40B4-BE49-F238E27FC236}">
                  <a16:creationId xmlns:a16="http://schemas.microsoft.com/office/drawing/2014/main" id="{E7AA3ED1-8962-490F-BE05-BE138C7DE8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3913" y="4932363"/>
              <a:ext cx="246062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60" name="Rectangle 72">
              <a:extLst>
                <a:ext uri="{FF2B5EF4-FFF2-40B4-BE49-F238E27FC236}">
                  <a16:creationId xmlns:a16="http://schemas.microsoft.com/office/drawing/2014/main" id="{AB63817C-C57F-4F76-88F9-17001B5806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7575" y="1706563"/>
              <a:ext cx="211138" cy="268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r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61" name="Rectangle 73">
              <a:extLst>
                <a:ext uri="{FF2B5EF4-FFF2-40B4-BE49-F238E27FC236}">
                  <a16:creationId xmlns:a16="http://schemas.microsoft.com/office/drawing/2014/main" id="{931A4EC2-25FE-4CC0-AD76-F7F689081F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3300" y="180181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62" name="Rectangle 74">
              <a:extLst>
                <a:ext uri="{FF2B5EF4-FFF2-40B4-BE49-F238E27FC236}">
                  <a16:creationId xmlns:a16="http://schemas.microsoft.com/office/drawing/2014/main" id="{9E586307-B19E-476E-A3A2-47D203982F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1925" y="1708150"/>
              <a:ext cx="211138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r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63" name="Rectangle 75">
              <a:extLst>
                <a:ext uri="{FF2B5EF4-FFF2-40B4-BE49-F238E27FC236}">
                  <a16:creationId xmlns:a16="http://schemas.microsoft.com/office/drawing/2014/main" id="{CA5687C0-13A5-4843-9E64-B9172DFAA9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7650" y="1804988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64" name="Rectangle 76">
              <a:extLst>
                <a:ext uri="{FF2B5EF4-FFF2-40B4-BE49-F238E27FC236}">
                  <a16:creationId xmlns:a16="http://schemas.microsoft.com/office/drawing/2014/main" id="{10630C18-E9A7-41F8-98C5-1D4075714E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7738" y="2951163"/>
              <a:ext cx="211137" cy="268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r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65" name="Rectangle 77">
              <a:extLst>
                <a:ext uri="{FF2B5EF4-FFF2-40B4-BE49-F238E27FC236}">
                  <a16:creationId xmlns:a16="http://schemas.microsoft.com/office/drawing/2014/main" id="{3F0B2AC0-CBAE-4A92-8B1E-6C0BAF9737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3463" y="304641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66" name="Rectangle 78">
              <a:extLst>
                <a:ext uri="{FF2B5EF4-FFF2-40B4-BE49-F238E27FC236}">
                  <a16:creationId xmlns:a16="http://schemas.microsoft.com/office/drawing/2014/main" id="{48DEDDFB-8603-47E4-87DF-2B16A2FFB9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7738" y="4265613"/>
              <a:ext cx="211137" cy="268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r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67" name="Rectangle 79">
              <a:extLst>
                <a:ext uri="{FF2B5EF4-FFF2-40B4-BE49-F238E27FC236}">
                  <a16:creationId xmlns:a16="http://schemas.microsoft.com/office/drawing/2014/main" id="{8F97AAC3-9AC0-4C9F-A1F0-B7DFAF856A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3463" y="4362450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68" name="Rectangle 80">
              <a:extLst>
                <a:ext uri="{FF2B5EF4-FFF2-40B4-BE49-F238E27FC236}">
                  <a16:creationId xmlns:a16="http://schemas.microsoft.com/office/drawing/2014/main" id="{BBDFAB3A-DE19-4543-A890-A657861F3E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7738" y="5561013"/>
              <a:ext cx="211137" cy="268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r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69" name="Line 81">
              <a:extLst>
                <a:ext uri="{FF2B5EF4-FFF2-40B4-BE49-F238E27FC236}">
                  <a16:creationId xmlns:a16="http://schemas.microsoft.com/office/drawing/2014/main" id="{8222BB1C-33DF-4D75-A951-AED7935584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78525" y="4344988"/>
              <a:ext cx="41275" cy="1587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70" name="Line 82">
              <a:extLst>
                <a:ext uri="{FF2B5EF4-FFF2-40B4-BE49-F238E27FC236}">
                  <a16:creationId xmlns:a16="http://schemas.microsoft.com/office/drawing/2014/main" id="{5208C0F7-5603-49FA-B22F-080D06A61A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808663" y="4344988"/>
              <a:ext cx="63500" cy="1587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71" name="Line 83">
              <a:extLst>
                <a:ext uri="{FF2B5EF4-FFF2-40B4-BE49-F238E27FC236}">
                  <a16:creationId xmlns:a16="http://schemas.microsoft.com/office/drawing/2014/main" id="{D82AC732-2A74-4DF6-8FF3-97943CEC5D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92563" y="1746250"/>
              <a:ext cx="63500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72" name="Line 84">
              <a:extLst>
                <a:ext uri="{FF2B5EF4-FFF2-40B4-BE49-F238E27FC236}">
                  <a16:creationId xmlns:a16="http://schemas.microsoft.com/office/drawing/2014/main" id="{23E6A656-C8F8-479F-BC60-0371C9C48A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492750" y="3035300"/>
              <a:ext cx="63500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73" name="Rectangle 85">
              <a:extLst>
                <a:ext uri="{FF2B5EF4-FFF2-40B4-BE49-F238E27FC236}">
                  <a16:creationId xmlns:a16="http://schemas.microsoft.com/office/drawing/2014/main" id="{79CB7BF5-9747-4671-88F1-544A7477F7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3463" y="5657850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74" name="Rectangle 86">
              <a:extLst>
                <a:ext uri="{FF2B5EF4-FFF2-40B4-BE49-F238E27FC236}">
                  <a16:creationId xmlns:a16="http://schemas.microsoft.com/office/drawing/2014/main" id="{DE6507ED-CDE6-43AA-AAB4-AFC81FD890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025" y="2998788"/>
              <a:ext cx="211138" cy="268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r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75" name="Line 87">
              <a:extLst>
                <a:ext uri="{FF2B5EF4-FFF2-40B4-BE49-F238E27FC236}">
                  <a16:creationId xmlns:a16="http://schemas.microsoft.com/office/drawing/2014/main" id="{17BBC0AF-93AD-454B-BBEF-98DF9B75D7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73425" y="3035300"/>
              <a:ext cx="42863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76" name="Rectangle 88">
              <a:extLst>
                <a:ext uri="{FF2B5EF4-FFF2-40B4-BE49-F238E27FC236}">
                  <a16:creationId xmlns:a16="http://schemas.microsoft.com/office/drawing/2014/main" id="{0D097341-4224-475A-9CF1-333F04D192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3750" y="3095625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77" name="Rectangle 89">
              <a:extLst>
                <a:ext uri="{FF2B5EF4-FFF2-40B4-BE49-F238E27FC236}">
                  <a16:creationId xmlns:a16="http://schemas.microsoft.com/office/drawing/2014/main" id="{E676B55F-87AC-4110-9AFB-7D68BE1A61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5288" y="4287838"/>
              <a:ext cx="211137" cy="268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r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78" name="Line 90">
              <a:extLst>
                <a:ext uri="{FF2B5EF4-FFF2-40B4-BE49-F238E27FC236}">
                  <a16:creationId xmlns:a16="http://schemas.microsoft.com/office/drawing/2014/main" id="{77089448-9C1F-468E-B81D-EAA817DE9A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57513" y="4324350"/>
              <a:ext cx="63500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79" name="Rectangle 91">
              <a:extLst>
                <a:ext uri="{FF2B5EF4-FFF2-40B4-BE49-F238E27FC236}">
                  <a16:creationId xmlns:a16="http://schemas.microsoft.com/office/drawing/2014/main" id="{38487AC5-A7AA-4926-A406-B91E5F5AD5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1013" y="4383088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80" name="Rectangle 92">
              <a:extLst>
                <a:ext uri="{FF2B5EF4-FFF2-40B4-BE49-F238E27FC236}">
                  <a16:creationId xmlns:a16="http://schemas.microsoft.com/office/drawing/2014/main" id="{FAD01281-0647-4939-A692-A3535614DF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6788" y="420688"/>
              <a:ext cx="211137" cy="268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r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81" name="Rectangle 93">
              <a:extLst>
                <a:ext uri="{FF2B5EF4-FFF2-40B4-BE49-F238E27FC236}">
                  <a16:creationId xmlns:a16="http://schemas.microsoft.com/office/drawing/2014/main" id="{58C6732C-9C4F-4C29-8796-8702D662BE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0925" y="517525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82" name="Rectangle 94">
              <a:extLst>
                <a:ext uri="{FF2B5EF4-FFF2-40B4-BE49-F238E27FC236}">
                  <a16:creationId xmlns:a16="http://schemas.microsoft.com/office/drawing/2014/main" id="{4C458DE6-6DBB-490D-8E80-FF91E14FB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6650" y="420688"/>
              <a:ext cx="211138" cy="268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r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83" name="Rectangle 95">
              <a:extLst>
                <a:ext uri="{FF2B5EF4-FFF2-40B4-BE49-F238E27FC236}">
                  <a16:creationId xmlns:a16="http://schemas.microsoft.com/office/drawing/2014/main" id="{A501535C-6890-41D3-AAFC-42E5207D43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2375" y="517525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84" name="Rectangle 96">
              <a:extLst>
                <a:ext uri="{FF2B5EF4-FFF2-40B4-BE49-F238E27FC236}">
                  <a16:creationId xmlns:a16="http://schemas.microsoft.com/office/drawing/2014/main" id="{FFDC3526-D95D-4746-A7DD-B3727D4FB3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2388" y="420688"/>
              <a:ext cx="211137" cy="268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r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85" name="Line 97">
              <a:extLst>
                <a:ext uri="{FF2B5EF4-FFF2-40B4-BE49-F238E27FC236}">
                  <a16:creationId xmlns:a16="http://schemas.microsoft.com/office/drawing/2014/main" id="{9E60F265-CC9C-4827-A61F-5509124F65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64113" y="457200"/>
              <a:ext cx="63500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86" name="Line 98">
              <a:extLst>
                <a:ext uri="{FF2B5EF4-FFF2-40B4-BE49-F238E27FC236}">
                  <a16:creationId xmlns:a16="http://schemas.microsoft.com/office/drawing/2014/main" id="{583D370E-2D20-4805-BB16-A150FC35D6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95838" y="457200"/>
              <a:ext cx="61912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87" name="Line 99">
              <a:extLst>
                <a:ext uri="{FF2B5EF4-FFF2-40B4-BE49-F238E27FC236}">
                  <a16:creationId xmlns:a16="http://schemas.microsoft.com/office/drawing/2014/main" id="{FFB911E0-2302-4B07-BE74-5FCFC2D80A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4613" y="457200"/>
              <a:ext cx="41275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88" name="Rectangle 100">
              <a:extLst>
                <a:ext uri="{FF2B5EF4-FFF2-40B4-BE49-F238E27FC236}">
                  <a16:creationId xmlns:a16="http://schemas.microsoft.com/office/drawing/2014/main" id="{FB14AF6A-9BDF-4AF4-BB8E-A30EB39E6C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8113" y="517525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02402" name="TextBox 125">
            <a:extLst>
              <a:ext uri="{FF2B5EF4-FFF2-40B4-BE49-F238E27FC236}">
                <a16:creationId xmlns:a16="http://schemas.microsoft.com/office/drawing/2014/main" id="{01AF3A8E-507E-45D1-B964-9E43388B84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16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6.73 from the textbook ]</a:t>
            </a:r>
          </a:p>
        </p:txBody>
      </p:sp>
      <p:sp>
        <p:nvSpPr>
          <p:cNvPr id="102403" name="Rectangle 2">
            <a:extLst>
              <a:ext uri="{FF2B5EF4-FFF2-40B4-BE49-F238E27FC236}">
                <a16:creationId xmlns:a16="http://schemas.microsoft.com/office/drawing/2014/main" id="{C1002959-A114-44D7-B28C-FF42E34099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Alternative style of state diagram for the arbiter</a:t>
            </a:r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5" name="Rectangle 3">
            <a:extLst>
              <a:ext uri="{FF2B5EF4-FFF2-40B4-BE49-F238E27FC236}">
                <a16:creationId xmlns:a16="http://schemas.microsoft.com/office/drawing/2014/main" id="{8E05874C-4B7B-447E-99E6-F3BB69A2CA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687513"/>
            <a:ext cx="9144000" cy="2781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This design has one flaw: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If device1 and device2 raise requests all the time, then device3 will never get serviced.</a:t>
            </a:r>
            <a:endParaRPr kumimoji="0" lang="en-US" altLang="en-US" sz="2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4449" name="圖片 16">
            <a:extLst>
              <a:ext uri="{FF2B5EF4-FFF2-40B4-BE49-F238E27FC236}">
                <a16:creationId xmlns:a16="http://schemas.microsoft.com/office/drawing/2014/main" id="{EC0933C5-3460-4DCC-91B7-6CA466A8DF2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00600" y="616536"/>
            <a:ext cx="4267200" cy="58797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4450" name="Rectangle 2">
            <a:extLst>
              <a:ext uri="{FF2B5EF4-FFF2-40B4-BE49-F238E27FC236}">
                <a16:creationId xmlns:a16="http://schemas.microsoft.com/office/drawing/2014/main" id="{03D92E03-1669-4C62-BE10-CFE4A2F59D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This state diagram solves this problem</a:t>
            </a:r>
          </a:p>
        </p:txBody>
      </p:sp>
      <p:grpSp>
        <p:nvGrpSpPr>
          <p:cNvPr id="4" name="Group 1">
            <a:extLst>
              <a:ext uri="{FF2B5EF4-FFF2-40B4-BE49-F238E27FC236}">
                <a16:creationId xmlns:a16="http://schemas.microsoft.com/office/drawing/2014/main" id="{38DB64FC-BF6F-4E29-8627-A59847CC7756}"/>
              </a:ext>
            </a:extLst>
          </p:cNvPr>
          <p:cNvGrpSpPr>
            <a:grpSpLocks/>
          </p:cNvGrpSpPr>
          <p:nvPr/>
        </p:nvGrpSpPr>
        <p:grpSpPr bwMode="auto">
          <a:xfrm>
            <a:off x="152400" y="838200"/>
            <a:ext cx="3387725" cy="5449888"/>
            <a:chOff x="2716213" y="290513"/>
            <a:chExt cx="3387725" cy="5449887"/>
          </a:xfrm>
        </p:grpSpPr>
        <p:sp>
          <p:nvSpPr>
            <p:cNvPr id="5" name="Freeform 4">
              <a:extLst>
                <a:ext uri="{FF2B5EF4-FFF2-40B4-BE49-F238E27FC236}">
                  <a16:creationId xmlns:a16="http://schemas.microsoft.com/office/drawing/2014/main" id="{6B6C6EFE-3D46-4F40-B03C-3362CEA18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700" y="5194300"/>
              <a:ext cx="104775" cy="125413"/>
            </a:xfrm>
            <a:custGeom>
              <a:avLst/>
              <a:gdLst>
                <a:gd name="T0" fmla="*/ 2147483646 w 133"/>
                <a:gd name="T1" fmla="*/ 2147483646 h 159"/>
                <a:gd name="T2" fmla="*/ 0 w 133"/>
                <a:gd name="T3" fmla="*/ 0 h 159"/>
                <a:gd name="T4" fmla="*/ 2147483646 w 133"/>
                <a:gd name="T5" fmla="*/ 2147483646 h 159"/>
                <a:gd name="T6" fmla="*/ 2147483646 w 133"/>
                <a:gd name="T7" fmla="*/ 2147483646 h 159"/>
                <a:gd name="T8" fmla="*/ 2147483646 w 133"/>
                <a:gd name="T9" fmla="*/ 2147483646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3"/>
                <a:gd name="T16" fmla="*/ 0 h 159"/>
                <a:gd name="T17" fmla="*/ 133 w 133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3" h="159">
                  <a:moveTo>
                    <a:pt x="133" y="106"/>
                  </a:moveTo>
                  <a:lnTo>
                    <a:pt x="0" y="0"/>
                  </a:lnTo>
                  <a:lnTo>
                    <a:pt x="80" y="159"/>
                  </a:lnTo>
                  <a:lnTo>
                    <a:pt x="106" y="133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" name="Freeform 7">
              <a:extLst>
                <a:ext uri="{FF2B5EF4-FFF2-40B4-BE49-F238E27FC236}">
                  <a16:creationId xmlns:a16="http://schemas.microsoft.com/office/drawing/2014/main" id="{B9FFB02A-0275-4DCB-85E8-855E0B6C5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738" y="5151438"/>
              <a:ext cx="609600" cy="588962"/>
            </a:xfrm>
            <a:custGeom>
              <a:avLst/>
              <a:gdLst>
                <a:gd name="T0" fmla="*/ 0 w 769"/>
                <a:gd name="T1" fmla="*/ 2147483646 h 743"/>
                <a:gd name="T2" fmla="*/ 2147483646 w 769"/>
                <a:gd name="T3" fmla="*/ 2147483646 h 743"/>
                <a:gd name="T4" fmla="*/ 2147483646 w 769"/>
                <a:gd name="T5" fmla="*/ 2147483646 h 743"/>
                <a:gd name="T6" fmla="*/ 2147483646 w 769"/>
                <a:gd name="T7" fmla="*/ 2147483646 h 743"/>
                <a:gd name="T8" fmla="*/ 2147483646 w 769"/>
                <a:gd name="T9" fmla="*/ 2147483646 h 743"/>
                <a:gd name="T10" fmla="*/ 2147483646 w 769"/>
                <a:gd name="T11" fmla="*/ 2147483646 h 743"/>
                <a:gd name="T12" fmla="*/ 2147483646 w 769"/>
                <a:gd name="T13" fmla="*/ 2147483646 h 743"/>
                <a:gd name="T14" fmla="*/ 2147483646 w 769"/>
                <a:gd name="T15" fmla="*/ 2147483646 h 743"/>
                <a:gd name="T16" fmla="*/ 2147483646 w 769"/>
                <a:gd name="T17" fmla="*/ 2147483646 h 743"/>
                <a:gd name="T18" fmla="*/ 2147483646 w 769"/>
                <a:gd name="T19" fmla="*/ 2147483646 h 743"/>
                <a:gd name="T20" fmla="*/ 2147483646 w 769"/>
                <a:gd name="T21" fmla="*/ 2147483646 h 743"/>
                <a:gd name="T22" fmla="*/ 2147483646 w 769"/>
                <a:gd name="T23" fmla="*/ 0 h 743"/>
                <a:gd name="T24" fmla="*/ 2147483646 w 769"/>
                <a:gd name="T25" fmla="*/ 2147483646 h 743"/>
                <a:gd name="T26" fmla="*/ 2147483646 w 769"/>
                <a:gd name="T27" fmla="*/ 2147483646 h 743"/>
                <a:gd name="T28" fmla="*/ 2147483646 w 769"/>
                <a:gd name="T29" fmla="*/ 2147483646 h 743"/>
                <a:gd name="T30" fmla="*/ 2147483646 w 769"/>
                <a:gd name="T31" fmla="*/ 2147483646 h 743"/>
                <a:gd name="T32" fmla="*/ 2147483646 w 769"/>
                <a:gd name="T33" fmla="*/ 2147483646 h 743"/>
                <a:gd name="T34" fmla="*/ 2147483646 w 769"/>
                <a:gd name="T35" fmla="*/ 2147483646 h 743"/>
                <a:gd name="T36" fmla="*/ 2147483646 w 769"/>
                <a:gd name="T37" fmla="*/ 2147483646 h 743"/>
                <a:gd name="T38" fmla="*/ 2147483646 w 769"/>
                <a:gd name="T39" fmla="*/ 2147483646 h 743"/>
                <a:gd name="T40" fmla="*/ 2147483646 w 769"/>
                <a:gd name="T41" fmla="*/ 2147483646 h 743"/>
                <a:gd name="T42" fmla="*/ 2147483646 w 769"/>
                <a:gd name="T43" fmla="*/ 2147483646 h 743"/>
                <a:gd name="T44" fmla="*/ 2147483646 w 769"/>
                <a:gd name="T45" fmla="*/ 2147483646 h 743"/>
                <a:gd name="T46" fmla="*/ 2147483646 w 769"/>
                <a:gd name="T47" fmla="*/ 2147483646 h 743"/>
                <a:gd name="T48" fmla="*/ 2147483646 w 769"/>
                <a:gd name="T49" fmla="*/ 2147483646 h 743"/>
                <a:gd name="T50" fmla="*/ 2147483646 w 769"/>
                <a:gd name="T51" fmla="*/ 2147483646 h 743"/>
                <a:gd name="T52" fmla="*/ 2147483646 w 769"/>
                <a:gd name="T53" fmla="*/ 2147483646 h 743"/>
                <a:gd name="T54" fmla="*/ 2147483646 w 769"/>
                <a:gd name="T55" fmla="*/ 2147483646 h 743"/>
                <a:gd name="T56" fmla="*/ 2147483646 w 769"/>
                <a:gd name="T57" fmla="*/ 2147483646 h 743"/>
                <a:gd name="T58" fmla="*/ 2147483646 w 769"/>
                <a:gd name="T59" fmla="*/ 2147483646 h 743"/>
                <a:gd name="T60" fmla="*/ 2147483646 w 769"/>
                <a:gd name="T61" fmla="*/ 2147483646 h 743"/>
                <a:gd name="T62" fmla="*/ 2147483646 w 769"/>
                <a:gd name="T63" fmla="*/ 2147483646 h 743"/>
                <a:gd name="T64" fmla="*/ 2147483646 w 769"/>
                <a:gd name="T65" fmla="*/ 2147483646 h 743"/>
                <a:gd name="T66" fmla="*/ 2147483646 w 769"/>
                <a:gd name="T67" fmla="*/ 2147483646 h 743"/>
                <a:gd name="T68" fmla="*/ 2147483646 w 769"/>
                <a:gd name="T69" fmla="*/ 2147483646 h 743"/>
                <a:gd name="T70" fmla="*/ 2147483646 w 769"/>
                <a:gd name="T71" fmla="*/ 2147483646 h 743"/>
                <a:gd name="T72" fmla="*/ 2147483646 w 769"/>
                <a:gd name="T73" fmla="*/ 2147483646 h 743"/>
                <a:gd name="T74" fmla="*/ 2147483646 w 769"/>
                <a:gd name="T75" fmla="*/ 2147483646 h 743"/>
                <a:gd name="T76" fmla="*/ 2147483646 w 769"/>
                <a:gd name="T77" fmla="*/ 2147483646 h 743"/>
                <a:gd name="T78" fmla="*/ 2147483646 w 769"/>
                <a:gd name="T79" fmla="*/ 2147483646 h 743"/>
                <a:gd name="T80" fmla="*/ 2147483646 w 769"/>
                <a:gd name="T81" fmla="*/ 2147483646 h 743"/>
                <a:gd name="T82" fmla="*/ 2147483646 w 769"/>
                <a:gd name="T83" fmla="*/ 2147483646 h 743"/>
                <a:gd name="T84" fmla="*/ 2147483646 w 769"/>
                <a:gd name="T85" fmla="*/ 2147483646 h 743"/>
                <a:gd name="T86" fmla="*/ 2147483646 w 769"/>
                <a:gd name="T87" fmla="*/ 2147483646 h 743"/>
                <a:gd name="T88" fmla="*/ 2147483646 w 769"/>
                <a:gd name="T89" fmla="*/ 2147483646 h 743"/>
                <a:gd name="T90" fmla="*/ 2147483646 w 769"/>
                <a:gd name="T91" fmla="*/ 2147483646 h 743"/>
                <a:gd name="T92" fmla="*/ 2147483646 w 769"/>
                <a:gd name="T93" fmla="*/ 2147483646 h 743"/>
                <a:gd name="T94" fmla="*/ 2147483646 w 769"/>
                <a:gd name="T95" fmla="*/ 2147483646 h 743"/>
                <a:gd name="T96" fmla="*/ 2147483646 w 769"/>
                <a:gd name="T97" fmla="*/ 2147483646 h 743"/>
                <a:gd name="T98" fmla="*/ 2147483646 w 769"/>
                <a:gd name="T99" fmla="*/ 2147483646 h 743"/>
                <a:gd name="T100" fmla="*/ 2147483646 w 769"/>
                <a:gd name="T101" fmla="*/ 2147483646 h 743"/>
                <a:gd name="T102" fmla="*/ 2147483646 w 769"/>
                <a:gd name="T103" fmla="*/ 2147483646 h 743"/>
                <a:gd name="T104" fmla="*/ 2147483646 w 769"/>
                <a:gd name="T105" fmla="*/ 2147483646 h 743"/>
                <a:gd name="T106" fmla="*/ 2147483646 w 769"/>
                <a:gd name="T107" fmla="*/ 2147483646 h 743"/>
                <a:gd name="T108" fmla="*/ 2147483646 w 769"/>
                <a:gd name="T109" fmla="*/ 2147483646 h 743"/>
                <a:gd name="T110" fmla="*/ 0 w 769"/>
                <a:gd name="T111" fmla="*/ 2147483646 h 7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69"/>
                <a:gd name="T169" fmla="*/ 0 h 743"/>
                <a:gd name="T170" fmla="*/ 769 w 769"/>
                <a:gd name="T171" fmla="*/ 743 h 7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69" h="743">
                  <a:moveTo>
                    <a:pt x="0" y="368"/>
                  </a:moveTo>
                  <a:lnTo>
                    <a:pt x="0" y="377"/>
                  </a:lnTo>
                  <a:lnTo>
                    <a:pt x="0" y="357"/>
                  </a:lnTo>
                  <a:lnTo>
                    <a:pt x="2" y="338"/>
                  </a:lnTo>
                  <a:lnTo>
                    <a:pt x="4" y="320"/>
                  </a:lnTo>
                  <a:lnTo>
                    <a:pt x="7" y="301"/>
                  </a:lnTo>
                  <a:lnTo>
                    <a:pt x="12" y="283"/>
                  </a:lnTo>
                  <a:lnTo>
                    <a:pt x="16" y="266"/>
                  </a:lnTo>
                  <a:lnTo>
                    <a:pt x="23" y="247"/>
                  </a:lnTo>
                  <a:lnTo>
                    <a:pt x="30" y="231"/>
                  </a:lnTo>
                  <a:lnTo>
                    <a:pt x="37" y="214"/>
                  </a:lnTo>
                  <a:lnTo>
                    <a:pt x="45" y="198"/>
                  </a:lnTo>
                  <a:lnTo>
                    <a:pt x="55" y="182"/>
                  </a:lnTo>
                  <a:lnTo>
                    <a:pt x="64" y="166"/>
                  </a:lnTo>
                  <a:lnTo>
                    <a:pt x="75" y="152"/>
                  </a:lnTo>
                  <a:lnTo>
                    <a:pt x="85" y="138"/>
                  </a:lnTo>
                  <a:lnTo>
                    <a:pt x="97" y="124"/>
                  </a:lnTo>
                  <a:lnTo>
                    <a:pt x="110" y="110"/>
                  </a:lnTo>
                  <a:lnTo>
                    <a:pt x="124" y="98"/>
                  </a:lnTo>
                  <a:lnTo>
                    <a:pt x="137" y="87"/>
                  </a:lnTo>
                  <a:lnTo>
                    <a:pt x="151" y="76"/>
                  </a:lnTo>
                  <a:lnTo>
                    <a:pt x="166" y="65"/>
                  </a:lnTo>
                  <a:lnTo>
                    <a:pt x="181" y="56"/>
                  </a:lnTo>
                  <a:lnTo>
                    <a:pt x="196" y="47"/>
                  </a:lnTo>
                  <a:lnTo>
                    <a:pt x="212" y="38"/>
                  </a:lnTo>
                  <a:lnTo>
                    <a:pt x="230" y="31"/>
                  </a:lnTo>
                  <a:lnTo>
                    <a:pt x="247" y="24"/>
                  </a:lnTo>
                  <a:lnTo>
                    <a:pt x="264" y="18"/>
                  </a:lnTo>
                  <a:lnTo>
                    <a:pt x="281" y="12"/>
                  </a:lnTo>
                  <a:lnTo>
                    <a:pt x="300" y="8"/>
                  </a:lnTo>
                  <a:lnTo>
                    <a:pt x="318" y="6"/>
                  </a:lnTo>
                  <a:lnTo>
                    <a:pt x="337" y="3"/>
                  </a:lnTo>
                  <a:lnTo>
                    <a:pt x="357" y="2"/>
                  </a:lnTo>
                  <a:lnTo>
                    <a:pt x="375" y="0"/>
                  </a:lnTo>
                  <a:lnTo>
                    <a:pt x="393" y="0"/>
                  </a:lnTo>
                  <a:lnTo>
                    <a:pt x="412" y="2"/>
                  </a:lnTo>
                  <a:lnTo>
                    <a:pt x="431" y="3"/>
                  </a:lnTo>
                  <a:lnTo>
                    <a:pt x="450" y="6"/>
                  </a:lnTo>
                  <a:lnTo>
                    <a:pt x="468" y="8"/>
                  </a:lnTo>
                  <a:lnTo>
                    <a:pt x="487" y="12"/>
                  </a:lnTo>
                  <a:lnTo>
                    <a:pt x="505" y="18"/>
                  </a:lnTo>
                  <a:lnTo>
                    <a:pt x="522" y="24"/>
                  </a:lnTo>
                  <a:lnTo>
                    <a:pt x="540" y="31"/>
                  </a:lnTo>
                  <a:lnTo>
                    <a:pt x="556" y="38"/>
                  </a:lnTo>
                  <a:lnTo>
                    <a:pt x="571" y="47"/>
                  </a:lnTo>
                  <a:lnTo>
                    <a:pt x="587" y="56"/>
                  </a:lnTo>
                  <a:lnTo>
                    <a:pt x="603" y="65"/>
                  </a:lnTo>
                  <a:lnTo>
                    <a:pt x="618" y="76"/>
                  </a:lnTo>
                  <a:lnTo>
                    <a:pt x="632" y="87"/>
                  </a:lnTo>
                  <a:lnTo>
                    <a:pt x="646" y="98"/>
                  </a:lnTo>
                  <a:lnTo>
                    <a:pt x="659" y="110"/>
                  </a:lnTo>
                  <a:lnTo>
                    <a:pt x="671" y="124"/>
                  </a:lnTo>
                  <a:lnTo>
                    <a:pt x="683" y="138"/>
                  </a:lnTo>
                  <a:lnTo>
                    <a:pt x="693" y="152"/>
                  </a:lnTo>
                  <a:lnTo>
                    <a:pt x="704" y="166"/>
                  </a:lnTo>
                  <a:lnTo>
                    <a:pt x="714" y="182"/>
                  </a:lnTo>
                  <a:lnTo>
                    <a:pt x="722" y="198"/>
                  </a:lnTo>
                  <a:lnTo>
                    <a:pt x="732" y="214"/>
                  </a:lnTo>
                  <a:lnTo>
                    <a:pt x="738" y="231"/>
                  </a:lnTo>
                  <a:lnTo>
                    <a:pt x="745" y="247"/>
                  </a:lnTo>
                  <a:lnTo>
                    <a:pt x="752" y="266"/>
                  </a:lnTo>
                  <a:lnTo>
                    <a:pt x="757" y="283"/>
                  </a:lnTo>
                  <a:lnTo>
                    <a:pt x="761" y="301"/>
                  </a:lnTo>
                  <a:lnTo>
                    <a:pt x="764" y="320"/>
                  </a:lnTo>
                  <a:lnTo>
                    <a:pt x="766" y="338"/>
                  </a:lnTo>
                  <a:lnTo>
                    <a:pt x="767" y="357"/>
                  </a:lnTo>
                  <a:lnTo>
                    <a:pt x="769" y="377"/>
                  </a:lnTo>
                  <a:lnTo>
                    <a:pt x="769" y="368"/>
                  </a:lnTo>
                  <a:lnTo>
                    <a:pt x="767" y="387"/>
                  </a:lnTo>
                  <a:lnTo>
                    <a:pt x="766" y="406"/>
                  </a:lnTo>
                  <a:lnTo>
                    <a:pt x="764" y="425"/>
                  </a:lnTo>
                  <a:lnTo>
                    <a:pt x="761" y="443"/>
                  </a:lnTo>
                  <a:lnTo>
                    <a:pt x="757" y="462"/>
                  </a:lnTo>
                  <a:lnTo>
                    <a:pt x="752" y="479"/>
                  </a:lnTo>
                  <a:lnTo>
                    <a:pt x="745" y="498"/>
                  </a:lnTo>
                  <a:lnTo>
                    <a:pt x="738" y="513"/>
                  </a:lnTo>
                  <a:lnTo>
                    <a:pt x="732" y="531"/>
                  </a:lnTo>
                  <a:lnTo>
                    <a:pt x="722" y="547"/>
                  </a:lnTo>
                  <a:lnTo>
                    <a:pt x="714" y="562"/>
                  </a:lnTo>
                  <a:lnTo>
                    <a:pt x="704" y="578"/>
                  </a:lnTo>
                  <a:lnTo>
                    <a:pt x="693" y="593"/>
                  </a:lnTo>
                  <a:lnTo>
                    <a:pt x="683" y="606"/>
                  </a:lnTo>
                  <a:lnTo>
                    <a:pt x="671" y="621"/>
                  </a:lnTo>
                  <a:lnTo>
                    <a:pt x="659" y="633"/>
                  </a:lnTo>
                  <a:lnTo>
                    <a:pt x="646" y="646"/>
                  </a:lnTo>
                  <a:lnTo>
                    <a:pt x="632" y="658"/>
                  </a:lnTo>
                  <a:lnTo>
                    <a:pt x="618" y="669"/>
                  </a:lnTo>
                  <a:lnTo>
                    <a:pt x="603" y="679"/>
                  </a:lnTo>
                  <a:lnTo>
                    <a:pt x="587" y="688"/>
                  </a:lnTo>
                  <a:lnTo>
                    <a:pt x="571" y="698"/>
                  </a:lnTo>
                  <a:lnTo>
                    <a:pt x="556" y="707"/>
                  </a:lnTo>
                  <a:lnTo>
                    <a:pt x="540" y="714"/>
                  </a:lnTo>
                  <a:lnTo>
                    <a:pt x="522" y="720"/>
                  </a:lnTo>
                  <a:lnTo>
                    <a:pt x="505" y="727"/>
                  </a:lnTo>
                  <a:lnTo>
                    <a:pt x="487" y="732"/>
                  </a:lnTo>
                  <a:lnTo>
                    <a:pt x="468" y="736"/>
                  </a:lnTo>
                  <a:lnTo>
                    <a:pt x="450" y="739"/>
                  </a:lnTo>
                  <a:lnTo>
                    <a:pt x="431" y="741"/>
                  </a:lnTo>
                  <a:lnTo>
                    <a:pt x="412" y="743"/>
                  </a:lnTo>
                  <a:lnTo>
                    <a:pt x="393" y="743"/>
                  </a:lnTo>
                  <a:lnTo>
                    <a:pt x="375" y="743"/>
                  </a:lnTo>
                  <a:lnTo>
                    <a:pt x="357" y="743"/>
                  </a:lnTo>
                  <a:lnTo>
                    <a:pt x="337" y="741"/>
                  </a:lnTo>
                  <a:lnTo>
                    <a:pt x="318" y="739"/>
                  </a:lnTo>
                  <a:lnTo>
                    <a:pt x="300" y="736"/>
                  </a:lnTo>
                  <a:lnTo>
                    <a:pt x="281" y="732"/>
                  </a:lnTo>
                  <a:lnTo>
                    <a:pt x="264" y="727"/>
                  </a:lnTo>
                  <a:lnTo>
                    <a:pt x="247" y="720"/>
                  </a:lnTo>
                  <a:lnTo>
                    <a:pt x="230" y="714"/>
                  </a:lnTo>
                  <a:lnTo>
                    <a:pt x="212" y="707"/>
                  </a:lnTo>
                  <a:lnTo>
                    <a:pt x="196" y="698"/>
                  </a:lnTo>
                  <a:lnTo>
                    <a:pt x="181" y="688"/>
                  </a:lnTo>
                  <a:lnTo>
                    <a:pt x="166" y="679"/>
                  </a:lnTo>
                  <a:lnTo>
                    <a:pt x="151" y="669"/>
                  </a:lnTo>
                  <a:lnTo>
                    <a:pt x="137" y="658"/>
                  </a:lnTo>
                  <a:lnTo>
                    <a:pt x="124" y="646"/>
                  </a:lnTo>
                  <a:lnTo>
                    <a:pt x="110" y="633"/>
                  </a:lnTo>
                  <a:lnTo>
                    <a:pt x="97" y="621"/>
                  </a:lnTo>
                  <a:lnTo>
                    <a:pt x="85" y="606"/>
                  </a:lnTo>
                  <a:lnTo>
                    <a:pt x="75" y="593"/>
                  </a:lnTo>
                  <a:lnTo>
                    <a:pt x="64" y="578"/>
                  </a:lnTo>
                  <a:lnTo>
                    <a:pt x="55" y="562"/>
                  </a:lnTo>
                  <a:lnTo>
                    <a:pt x="45" y="547"/>
                  </a:lnTo>
                  <a:lnTo>
                    <a:pt x="37" y="531"/>
                  </a:lnTo>
                  <a:lnTo>
                    <a:pt x="30" y="513"/>
                  </a:lnTo>
                  <a:lnTo>
                    <a:pt x="23" y="498"/>
                  </a:lnTo>
                  <a:lnTo>
                    <a:pt x="16" y="479"/>
                  </a:lnTo>
                  <a:lnTo>
                    <a:pt x="12" y="462"/>
                  </a:lnTo>
                  <a:lnTo>
                    <a:pt x="7" y="443"/>
                  </a:lnTo>
                  <a:lnTo>
                    <a:pt x="4" y="425"/>
                  </a:lnTo>
                  <a:lnTo>
                    <a:pt x="2" y="406"/>
                  </a:lnTo>
                  <a:lnTo>
                    <a:pt x="0" y="387"/>
                  </a:lnTo>
                  <a:lnTo>
                    <a:pt x="0" y="368"/>
                  </a:lnTo>
                  <a:close/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" name="Freeform 9">
              <a:extLst>
                <a:ext uri="{FF2B5EF4-FFF2-40B4-BE49-F238E27FC236}">
                  <a16:creationId xmlns:a16="http://schemas.microsoft.com/office/drawing/2014/main" id="{94983902-388D-4435-91F7-2B3A8DF1B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700" y="3889375"/>
              <a:ext cx="104775" cy="104775"/>
            </a:xfrm>
            <a:custGeom>
              <a:avLst/>
              <a:gdLst>
                <a:gd name="T0" fmla="*/ 2147483646 w 133"/>
                <a:gd name="T1" fmla="*/ 2147483646 h 132"/>
                <a:gd name="T2" fmla="*/ 0 w 133"/>
                <a:gd name="T3" fmla="*/ 0 h 132"/>
                <a:gd name="T4" fmla="*/ 2147483646 w 133"/>
                <a:gd name="T5" fmla="*/ 2147483646 h 132"/>
                <a:gd name="T6" fmla="*/ 2147483646 w 133"/>
                <a:gd name="T7" fmla="*/ 2147483646 h 132"/>
                <a:gd name="T8" fmla="*/ 2147483646 w 133"/>
                <a:gd name="T9" fmla="*/ 2147483646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3"/>
                <a:gd name="T16" fmla="*/ 0 h 132"/>
                <a:gd name="T17" fmla="*/ 133 w 133"/>
                <a:gd name="T18" fmla="*/ 132 h 13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3" h="132">
                  <a:moveTo>
                    <a:pt x="133" y="79"/>
                  </a:moveTo>
                  <a:lnTo>
                    <a:pt x="0" y="0"/>
                  </a:lnTo>
                  <a:lnTo>
                    <a:pt x="80" y="132"/>
                  </a:lnTo>
                  <a:lnTo>
                    <a:pt x="106" y="106"/>
                  </a:lnTo>
                  <a:lnTo>
                    <a:pt x="133" y="79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" name="Freeform 12">
              <a:extLst>
                <a:ext uri="{FF2B5EF4-FFF2-40B4-BE49-F238E27FC236}">
                  <a16:creationId xmlns:a16="http://schemas.microsoft.com/office/drawing/2014/main" id="{F7754C5E-93D4-4D68-82BE-08AE0E19E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738" y="3825875"/>
              <a:ext cx="609600" cy="609600"/>
            </a:xfrm>
            <a:custGeom>
              <a:avLst/>
              <a:gdLst>
                <a:gd name="T0" fmla="*/ 0 w 769"/>
                <a:gd name="T1" fmla="*/ 2147483646 h 769"/>
                <a:gd name="T2" fmla="*/ 2147483646 w 769"/>
                <a:gd name="T3" fmla="*/ 2147483646 h 769"/>
                <a:gd name="T4" fmla="*/ 2147483646 w 769"/>
                <a:gd name="T5" fmla="*/ 2147483646 h 769"/>
                <a:gd name="T6" fmla="*/ 2147483646 w 769"/>
                <a:gd name="T7" fmla="*/ 2147483646 h 769"/>
                <a:gd name="T8" fmla="*/ 2147483646 w 769"/>
                <a:gd name="T9" fmla="*/ 2147483646 h 769"/>
                <a:gd name="T10" fmla="*/ 2147483646 w 769"/>
                <a:gd name="T11" fmla="*/ 2147483646 h 769"/>
                <a:gd name="T12" fmla="*/ 2147483646 w 769"/>
                <a:gd name="T13" fmla="*/ 2147483646 h 769"/>
                <a:gd name="T14" fmla="*/ 2147483646 w 769"/>
                <a:gd name="T15" fmla="*/ 2147483646 h 769"/>
                <a:gd name="T16" fmla="*/ 2147483646 w 769"/>
                <a:gd name="T17" fmla="*/ 2147483646 h 769"/>
                <a:gd name="T18" fmla="*/ 2147483646 w 769"/>
                <a:gd name="T19" fmla="*/ 2147483646 h 769"/>
                <a:gd name="T20" fmla="*/ 2147483646 w 769"/>
                <a:gd name="T21" fmla="*/ 2147483646 h 769"/>
                <a:gd name="T22" fmla="*/ 2147483646 w 769"/>
                <a:gd name="T23" fmla="*/ 0 h 769"/>
                <a:gd name="T24" fmla="*/ 2147483646 w 769"/>
                <a:gd name="T25" fmla="*/ 2147483646 h 769"/>
                <a:gd name="T26" fmla="*/ 2147483646 w 769"/>
                <a:gd name="T27" fmla="*/ 2147483646 h 769"/>
                <a:gd name="T28" fmla="*/ 2147483646 w 769"/>
                <a:gd name="T29" fmla="*/ 2147483646 h 769"/>
                <a:gd name="T30" fmla="*/ 2147483646 w 769"/>
                <a:gd name="T31" fmla="*/ 2147483646 h 769"/>
                <a:gd name="T32" fmla="*/ 2147483646 w 769"/>
                <a:gd name="T33" fmla="*/ 2147483646 h 769"/>
                <a:gd name="T34" fmla="*/ 2147483646 w 769"/>
                <a:gd name="T35" fmla="*/ 2147483646 h 769"/>
                <a:gd name="T36" fmla="*/ 2147483646 w 769"/>
                <a:gd name="T37" fmla="*/ 2147483646 h 769"/>
                <a:gd name="T38" fmla="*/ 2147483646 w 769"/>
                <a:gd name="T39" fmla="*/ 2147483646 h 769"/>
                <a:gd name="T40" fmla="*/ 2147483646 w 769"/>
                <a:gd name="T41" fmla="*/ 2147483646 h 769"/>
                <a:gd name="T42" fmla="*/ 2147483646 w 769"/>
                <a:gd name="T43" fmla="*/ 2147483646 h 769"/>
                <a:gd name="T44" fmla="*/ 2147483646 w 769"/>
                <a:gd name="T45" fmla="*/ 2147483646 h 769"/>
                <a:gd name="T46" fmla="*/ 2147483646 w 769"/>
                <a:gd name="T47" fmla="*/ 2147483646 h 769"/>
                <a:gd name="T48" fmla="*/ 2147483646 w 769"/>
                <a:gd name="T49" fmla="*/ 2147483646 h 769"/>
                <a:gd name="T50" fmla="*/ 2147483646 w 769"/>
                <a:gd name="T51" fmla="*/ 2147483646 h 769"/>
                <a:gd name="T52" fmla="*/ 2147483646 w 769"/>
                <a:gd name="T53" fmla="*/ 2147483646 h 769"/>
                <a:gd name="T54" fmla="*/ 2147483646 w 769"/>
                <a:gd name="T55" fmla="*/ 2147483646 h 769"/>
                <a:gd name="T56" fmla="*/ 2147483646 w 769"/>
                <a:gd name="T57" fmla="*/ 2147483646 h 769"/>
                <a:gd name="T58" fmla="*/ 2147483646 w 769"/>
                <a:gd name="T59" fmla="*/ 2147483646 h 769"/>
                <a:gd name="T60" fmla="*/ 2147483646 w 769"/>
                <a:gd name="T61" fmla="*/ 2147483646 h 769"/>
                <a:gd name="T62" fmla="*/ 2147483646 w 769"/>
                <a:gd name="T63" fmla="*/ 2147483646 h 769"/>
                <a:gd name="T64" fmla="*/ 2147483646 w 769"/>
                <a:gd name="T65" fmla="*/ 2147483646 h 769"/>
                <a:gd name="T66" fmla="*/ 2147483646 w 769"/>
                <a:gd name="T67" fmla="*/ 2147483646 h 769"/>
                <a:gd name="T68" fmla="*/ 2147483646 w 769"/>
                <a:gd name="T69" fmla="*/ 2147483646 h 769"/>
                <a:gd name="T70" fmla="*/ 2147483646 w 769"/>
                <a:gd name="T71" fmla="*/ 2147483646 h 769"/>
                <a:gd name="T72" fmla="*/ 2147483646 w 769"/>
                <a:gd name="T73" fmla="*/ 2147483646 h 769"/>
                <a:gd name="T74" fmla="*/ 2147483646 w 769"/>
                <a:gd name="T75" fmla="*/ 2147483646 h 769"/>
                <a:gd name="T76" fmla="*/ 2147483646 w 769"/>
                <a:gd name="T77" fmla="*/ 2147483646 h 769"/>
                <a:gd name="T78" fmla="*/ 2147483646 w 769"/>
                <a:gd name="T79" fmla="*/ 2147483646 h 769"/>
                <a:gd name="T80" fmla="*/ 2147483646 w 769"/>
                <a:gd name="T81" fmla="*/ 2147483646 h 769"/>
                <a:gd name="T82" fmla="*/ 2147483646 w 769"/>
                <a:gd name="T83" fmla="*/ 2147483646 h 769"/>
                <a:gd name="T84" fmla="*/ 2147483646 w 769"/>
                <a:gd name="T85" fmla="*/ 2147483646 h 769"/>
                <a:gd name="T86" fmla="*/ 2147483646 w 769"/>
                <a:gd name="T87" fmla="*/ 2147483646 h 769"/>
                <a:gd name="T88" fmla="*/ 2147483646 w 769"/>
                <a:gd name="T89" fmla="*/ 2147483646 h 769"/>
                <a:gd name="T90" fmla="*/ 2147483646 w 769"/>
                <a:gd name="T91" fmla="*/ 2147483646 h 769"/>
                <a:gd name="T92" fmla="*/ 2147483646 w 769"/>
                <a:gd name="T93" fmla="*/ 2147483646 h 769"/>
                <a:gd name="T94" fmla="*/ 2147483646 w 769"/>
                <a:gd name="T95" fmla="*/ 2147483646 h 769"/>
                <a:gd name="T96" fmla="*/ 2147483646 w 769"/>
                <a:gd name="T97" fmla="*/ 2147483646 h 769"/>
                <a:gd name="T98" fmla="*/ 2147483646 w 769"/>
                <a:gd name="T99" fmla="*/ 2147483646 h 769"/>
                <a:gd name="T100" fmla="*/ 2147483646 w 769"/>
                <a:gd name="T101" fmla="*/ 2147483646 h 769"/>
                <a:gd name="T102" fmla="*/ 2147483646 w 769"/>
                <a:gd name="T103" fmla="*/ 2147483646 h 769"/>
                <a:gd name="T104" fmla="*/ 2147483646 w 769"/>
                <a:gd name="T105" fmla="*/ 2147483646 h 769"/>
                <a:gd name="T106" fmla="*/ 2147483646 w 769"/>
                <a:gd name="T107" fmla="*/ 2147483646 h 769"/>
                <a:gd name="T108" fmla="*/ 2147483646 w 769"/>
                <a:gd name="T109" fmla="*/ 2147483646 h 769"/>
                <a:gd name="T110" fmla="*/ 0 w 769"/>
                <a:gd name="T111" fmla="*/ 2147483646 h 76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69"/>
                <a:gd name="T169" fmla="*/ 0 h 769"/>
                <a:gd name="T170" fmla="*/ 769 w 769"/>
                <a:gd name="T171" fmla="*/ 769 h 769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69" h="769">
                  <a:moveTo>
                    <a:pt x="0" y="394"/>
                  </a:moveTo>
                  <a:lnTo>
                    <a:pt x="0" y="377"/>
                  </a:lnTo>
                  <a:lnTo>
                    <a:pt x="0" y="357"/>
                  </a:lnTo>
                  <a:lnTo>
                    <a:pt x="2" y="338"/>
                  </a:lnTo>
                  <a:lnTo>
                    <a:pt x="4" y="320"/>
                  </a:lnTo>
                  <a:lnTo>
                    <a:pt x="7" y="301"/>
                  </a:lnTo>
                  <a:lnTo>
                    <a:pt x="12" y="282"/>
                  </a:lnTo>
                  <a:lnTo>
                    <a:pt x="16" y="265"/>
                  </a:lnTo>
                  <a:lnTo>
                    <a:pt x="23" y="247"/>
                  </a:lnTo>
                  <a:lnTo>
                    <a:pt x="30" y="231"/>
                  </a:lnTo>
                  <a:lnTo>
                    <a:pt x="37" y="214"/>
                  </a:lnTo>
                  <a:lnTo>
                    <a:pt x="45" y="198"/>
                  </a:lnTo>
                  <a:lnTo>
                    <a:pt x="55" y="182"/>
                  </a:lnTo>
                  <a:lnTo>
                    <a:pt x="64" y="166"/>
                  </a:lnTo>
                  <a:lnTo>
                    <a:pt x="75" y="151"/>
                  </a:lnTo>
                  <a:lnTo>
                    <a:pt x="85" y="138"/>
                  </a:lnTo>
                  <a:lnTo>
                    <a:pt x="97" y="123"/>
                  </a:lnTo>
                  <a:lnTo>
                    <a:pt x="110" y="111"/>
                  </a:lnTo>
                  <a:lnTo>
                    <a:pt x="124" y="98"/>
                  </a:lnTo>
                  <a:lnTo>
                    <a:pt x="137" y="86"/>
                  </a:lnTo>
                  <a:lnTo>
                    <a:pt x="151" y="76"/>
                  </a:lnTo>
                  <a:lnTo>
                    <a:pt x="166" y="65"/>
                  </a:lnTo>
                  <a:lnTo>
                    <a:pt x="181" y="56"/>
                  </a:lnTo>
                  <a:lnTo>
                    <a:pt x="196" y="46"/>
                  </a:lnTo>
                  <a:lnTo>
                    <a:pt x="212" y="37"/>
                  </a:lnTo>
                  <a:lnTo>
                    <a:pt x="230" y="31"/>
                  </a:lnTo>
                  <a:lnTo>
                    <a:pt x="247" y="24"/>
                  </a:lnTo>
                  <a:lnTo>
                    <a:pt x="264" y="17"/>
                  </a:lnTo>
                  <a:lnTo>
                    <a:pt x="281" y="12"/>
                  </a:lnTo>
                  <a:lnTo>
                    <a:pt x="300" y="8"/>
                  </a:lnTo>
                  <a:lnTo>
                    <a:pt x="318" y="5"/>
                  </a:lnTo>
                  <a:lnTo>
                    <a:pt x="337" y="3"/>
                  </a:lnTo>
                  <a:lnTo>
                    <a:pt x="357" y="1"/>
                  </a:lnTo>
                  <a:lnTo>
                    <a:pt x="375" y="0"/>
                  </a:lnTo>
                  <a:lnTo>
                    <a:pt x="393" y="0"/>
                  </a:lnTo>
                  <a:lnTo>
                    <a:pt x="412" y="1"/>
                  </a:lnTo>
                  <a:lnTo>
                    <a:pt x="431" y="3"/>
                  </a:lnTo>
                  <a:lnTo>
                    <a:pt x="450" y="5"/>
                  </a:lnTo>
                  <a:lnTo>
                    <a:pt x="468" y="8"/>
                  </a:lnTo>
                  <a:lnTo>
                    <a:pt x="487" y="12"/>
                  </a:lnTo>
                  <a:lnTo>
                    <a:pt x="505" y="17"/>
                  </a:lnTo>
                  <a:lnTo>
                    <a:pt x="522" y="24"/>
                  </a:lnTo>
                  <a:lnTo>
                    <a:pt x="540" y="31"/>
                  </a:lnTo>
                  <a:lnTo>
                    <a:pt x="556" y="37"/>
                  </a:lnTo>
                  <a:lnTo>
                    <a:pt x="571" y="46"/>
                  </a:lnTo>
                  <a:lnTo>
                    <a:pt x="587" y="56"/>
                  </a:lnTo>
                  <a:lnTo>
                    <a:pt x="603" y="65"/>
                  </a:lnTo>
                  <a:lnTo>
                    <a:pt x="618" y="76"/>
                  </a:lnTo>
                  <a:lnTo>
                    <a:pt x="632" y="86"/>
                  </a:lnTo>
                  <a:lnTo>
                    <a:pt x="646" y="98"/>
                  </a:lnTo>
                  <a:lnTo>
                    <a:pt x="659" y="111"/>
                  </a:lnTo>
                  <a:lnTo>
                    <a:pt x="671" y="123"/>
                  </a:lnTo>
                  <a:lnTo>
                    <a:pt x="683" y="138"/>
                  </a:lnTo>
                  <a:lnTo>
                    <a:pt x="693" y="151"/>
                  </a:lnTo>
                  <a:lnTo>
                    <a:pt x="704" y="166"/>
                  </a:lnTo>
                  <a:lnTo>
                    <a:pt x="714" y="182"/>
                  </a:lnTo>
                  <a:lnTo>
                    <a:pt x="722" y="198"/>
                  </a:lnTo>
                  <a:lnTo>
                    <a:pt x="732" y="214"/>
                  </a:lnTo>
                  <a:lnTo>
                    <a:pt x="738" y="231"/>
                  </a:lnTo>
                  <a:lnTo>
                    <a:pt x="745" y="247"/>
                  </a:lnTo>
                  <a:lnTo>
                    <a:pt x="752" y="265"/>
                  </a:lnTo>
                  <a:lnTo>
                    <a:pt x="757" y="282"/>
                  </a:lnTo>
                  <a:lnTo>
                    <a:pt x="761" y="301"/>
                  </a:lnTo>
                  <a:lnTo>
                    <a:pt x="764" y="320"/>
                  </a:lnTo>
                  <a:lnTo>
                    <a:pt x="766" y="338"/>
                  </a:lnTo>
                  <a:lnTo>
                    <a:pt x="767" y="357"/>
                  </a:lnTo>
                  <a:lnTo>
                    <a:pt x="769" y="377"/>
                  </a:lnTo>
                  <a:lnTo>
                    <a:pt x="769" y="394"/>
                  </a:lnTo>
                  <a:lnTo>
                    <a:pt x="767" y="414"/>
                  </a:lnTo>
                  <a:lnTo>
                    <a:pt x="766" y="432"/>
                  </a:lnTo>
                  <a:lnTo>
                    <a:pt x="764" y="451"/>
                  </a:lnTo>
                  <a:lnTo>
                    <a:pt x="761" y="469"/>
                  </a:lnTo>
                  <a:lnTo>
                    <a:pt x="757" y="488"/>
                  </a:lnTo>
                  <a:lnTo>
                    <a:pt x="752" y="505"/>
                  </a:lnTo>
                  <a:lnTo>
                    <a:pt x="745" y="524"/>
                  </a:lnTo>
                  <a:lnTo>
                    <a:pt x="738" y="540"/>
                  </a:lnTo>
                  <a:lnTo>
                    <a:pt x="732" y="557"/>
                  </a:lnTo>
                  <a:lnTo>
                    <a:pt x="722" y="573"/>
                  </a:lnTo>
                  <a:lnTo>
                    <a:pt x="714" y="589"/>
                  </a:lnTo>
                  <a:lnTo>
                    <a:pt x="704" y="605"/>
                  </a:lnTo>
                  <a:lnTo>
                    <a:pt x="693" y="619"/>
                  </a:lnTo>
                  <a:lnTo>
                    <a:pt x="683" y="632"/>
                  </a:lnTo>
                  <a:lnTo>
                    <a:pt x="671" y="647"/>
                  </a:lnTo>
                  <a:lnTo>
                    <a:pt x="659" y="659"/>
                  </a:lnTo>
                  <a:lnTo>
                    <a:pt x="646" y="672"/>
                  </a:lnTo>
                  <a:lnTo>
                    <a:pt x="632" y="684"/>
                  </a:lnTo>
                  <a:lnTo>
                    <a:pt x="618" y="695"/>
                  </a:lnTo>
                  <a:lnTo>
                    <a:pt x="603" y="705"/>
                  </a:lnTo>
                  <a:lnTo>
                    <a:pt x="587" y="715"/>
                  </a:lnTo>
                  <a:lnTo>
                    <a:pt x="571" y="724"/>
                  </a:lnTo>
                  <a:lnTo>
                    <a:pt x="556" y="733"/>
                  </a:lnTo>
                  <a:lnTo>
                    <a:pt x="540" y="740"/>
                  </a:lnTo>
                  <a:lnTo>
                    <a:pt x="522" y="746"/>
                  </a:lnTo>
                  <a:lnTo>
                    <a:pt x="505" y="753"/>
                  </a:lnTo>
                  <a:lnTo>
                    <a:pt x="487" y="758"/>
                  </a:lnTo>
                  <a:lnTo>
                    <a:pt x="468" y="762"/>
                  </a:lnTo>
                  <a:lnTo>
                    <a:pt x="450" y="765"/>
                  </a:lnTo>
                  <a:lnTo>
                    <a:pt x="431" y="768"/>
                  </a:lnTo>
                  <a:lnTo>
                    <a:pt x="412" y="769"/>
                  </a:lnTo>
                  <a:lnTo>
                    <a:pt x="393" y="769"/>
                  </a:lnTo>
                  <a:lnTo>
                    <a:pt x="375" y="769"/>
                  </a:lnTo>
                  <a:lnTo>
                    <a:pt x="357" y="769"/>
                  </a:lnTo>
                  <a:lnTo>
                    <a:pt x="337" y="768"/>
                  </a:lnTo>
                  <a:lnTo>
                    <a:pt x="318" y="765"/>
                  </a:lnTo>
                  <a:lnTo>
                    <a:pt x="300" y="762"/>
                  </a:lnTo>
                  <a:lnTo>
                    <a:pt x="281" y="758"/>
                  </a:lnTo>
                  <a:lnTo>
                    <a:pt x="264" y="753"/>
                  </a:lnTo>
                  <a:lnTo>
                    <a:pt x="247" y="746"/>
                  </a:lnTo>
                  <a:lnTo>
                    <a:pt x="230" y="740"/>
                  </a:lnTo>
                  <a:lnTo>
                    <a:pt x="212" y="733"/>
                  </a:lnTo>
                  <a:lnTo>
                    <a:pt x="196" y="724"/>
                  </a:lnTo>
                  <a:lnTo>
                    <a:pt x="181" y="715"/>
                  </a:lnTo>
                  <a:lnTo>
                    <a:pt x="166" y="705"/>
                  </a:lnTo>
                  <a:lnTo>
                    <a:pt x="151" y="695"/>
                  </a:lnTo>
                  <a:lnTo>
                    <a:pt x="137" y="684"/>
                  </a:lnTo>
                  <a:lnTo>
                    <a:pt x="124" y="672"/>
                  </a:lnTo>
                  <a:lnTo>
                    <a:pt x="110" y="659"/>
                  </a:lnTo>
                  <a:lnTo>
                    <a:pt x="97" y="647"/>
                  </a:lnTo>
                  <a:lnTo>
                    <a:pt x="85" y="632"/>
                  </a:lnTo>
                  <a:lnTo>
                    <a:pt x="75" y="619"/>
                  </a:lnTo>
                  <a:lnTo>
                    <a:pt x="64" y="605"/>
                  </a:lnTo>
                  <a:lnTo>
                    <a:pt x="55" y="589"/>
                  </a:lnTo>
                  <a:lnTo>
                    <a:pt x="45" y="573"/>
                  </a:lnTo>
                  <a:lnTo>
                    <a:pt x="37" y="557"/>
                  </a:lnTo>
                  <a:lnTo>
                    <a:pt x="30" y="540"/>
                  </a:lnTo>
                  <a:lnTo>
                    <a:pt x="23" y="524"/>
                  </a:lnTo>
                  <a:lnTo>
                    <a:pt x="16" y="505"/>
                  </a:lnTo>
                  <a:lnTo>
                    <a:pt x="12" y="488"/>
                  </a:lnTo>
                  <a:lnTo>
                    <a:pt x="7" y="469"/>
                  </a:lnTo>
                  <a:lnTo>
                    <a:pt x="4" y="451"/>
                  </a:lnTo>
                  <a:lnTo>
                    <a:pt x="2" y="432"/>
                  </a:lnTo>
                  <a:lnTo>
                    <a:pt x="0" y="414"/>
                  </a:lnTo>
                  <a:lnTo>
                    <a:pt x="0" y="394"/>
                  </a:lnTo>
                  <a:close/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" name="Freeform 14">
              <a:extLst>
                <a:ext uri="{FF2B5EF4-FFF2-40B4-BE49-F238E27FC236}">
                  <a16:creationId xmlns:a16="http://schemas.microsoft.com/office/drawing/2014/main" id="{FF00CE2F-731E-43EC-BA0E-2D4FBC0B4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700" y="2605088"/>
              <a:ext cx="104775" cy="104775"/>
            </a:xfrm>
            <a:custGeom>
              <a:avLst/>
              <a:gdLst>
                <a:gd name="T0" fmla="*/ 2147483646 w 133"/>
                <a:gd name="T1" fmla="*/ 2147483646 h 133"/>
                <a:gd name="T2" fmla="*/ 0 w 133"/>
                <a:gd name="T3" fmla="*/ 0 h 133"/>
                <a:gd name="T4" fmla="*/ 2147483646 w 133"/>
                <a:gd name="T5" fmla="*/ 2147483646 h 133"/>
                <a:gd name="T6" fmla="*/ 2147483646 w 133"/>
                <a:gd name="T7" fmla="*/ 2147483646 h 133"/>
                <a:gd name="T8" fmla="*/ 2147483646 w 133"/>
                <a:gd name="T9" fmla="*/ 2147483646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3"/>
                <a:gd name="T16" fmla="*/ 0 h 133"/>
                <a:gd name="T17" fmla="*/ 133 w 133"/>
                <a:gd name="T18" fmla="*/ 133 h 1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3" h="133">
                  <a:moveTo>
                    <a:pt x="133" y="80"/>
                  </a:moveTo>
                  <a:lnTo>
                    <a:pt x="0" y="0"/>
                  </a:lnTo>
                  <a:lnTo>
                    <a:pt x="80" y="133"/>
                  </a:lnTo>
                  <a:lnTo>
                    <a:pt x="106" y="106"/>
                  </a:lnTo>
                  <a:lnTo>
                    <a:pt x="133" y="8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" name="Freeform 17">
              <a:extLst>
                <a:ext uri="{FF2B5EF4-FFF2-40B4-BE49-F238E27FC236}">
                  <a16:creationId xmlns:a16="http://schemas.microsoft.com/office/drawing/2014/main" id="{D19129A7-29CF-4D5E-AC95-D83BB5AEA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738" y="2541588"/>
              <a:ext cx="609600" cy="611187"/>
            </a:xfrm>
            <a:custGeom>
              <a:avLst/>
              <a:gdLst>
                <a:gd name="T0" fmla="*/ 0 w 769"/>
                <a:gd name="T1" fmla="*/ 2147483646 h 769"/>
                <a:gd name="T2" fmla="*/ 2147483646 w 769"/>
                <a:gd name="T3" fmla="*/ 2147483646 h 769"/>
                <a:gd name="T4" fmla="*/ 2147483646 w 769"/>
                <a:gd name="T5" fmla="*/ 2147483646 h 769"/>
                <a:gd name="T6" fmla="*/ 2147483646 w 769"/>
                <a:gd name="T7" fmla="*/ 2147483646 h 769"/>
                <a:gd name="T8" fmla="*/ 2147483646 w 769"/>
                <a:gd name="T9" fmla="*/ 2147483646 h 769"/>
                <a:gd name="T10" fmla="*/ 2147483646 w 769"/>
                <a:gd name="T11" fmla="*/ 2147483646 h 769"/>
                <a:gd name="T12" fmla="*/ 2147483646 w 769"/>
                <a:gd name="T13" fmla="*/ 2147483646 h 769"/>
                <a:gd name="T14" fmla="*/ 2147483646 w 769"/>
                <a:gd name="T15" fmla="*/ 2147483646 h 769"/>
                <a:gd name="T16" fmla="*/ 2147483646 w 769"/>
                <a:gd name="T17" fmla="*/ 2147483646 h 769"/>
                <a:gd name="T18" fmla="*/ 2147483646 w 769"/>
                <a:gd name="T19" fmla="*/ 2147483646 h 769"/>
                <a:gd name="T20" fmla="*/ 2147483646 w 769"/>
                <a:gd name="T21" fmla="*/ 2147483646 h 769"/>
                <a:gd name="T22" fmla="*/ 2147483646 w 769"/>
                <a:gd name="T23" fmla="*/ 0 h 769"/>
                <a:gd name="T24" fmla="*/ 2147483646 w 769"/>
                <a:gd name="T25" fmla="*/ 2147483646 h 769"/>
                <a:gd name="T26" fmla="*/ 2147483646 w 769"/>
                <a:gd name="T27" fmla="*/ 2147483646 h 769"/>
                <a:gd name="T28" fmla="*/ 2147483646 w 769"/>
                <a:gd name="T29" fmla="*/ 2147483646 h 769"/>
                <a:gd name="T30" fmla="*/ 2147483646 w 769"/>
                <a:gd name="T31" fmla="*/ 2147483646 h 769"/>
                <a:gd name="T32" fmla="*/ 2147483646 w 769"/>
                <a:gd name="T33" fmla="*/ 2147483646 h 769"/>
                <a:gd name="T34" fmla="*/ 2147483646 w 769"/>
                <a:gd name="T35" fmla="*/ 2147483646 h 769"/>
                <a:gd name="T36" fmla="*/ 2147483646 w 769"/>
                <a:gd name="T37" fmla="*/ 2147483646 h 769"/>
                <a:gd name="T38" fmla="*/ 2147483646 w 769"/>
                <a:gd name="T39" fmla="*/ 2147483646 h 769"/>
                <a:gd name="T40" fmla="*/ 2147483646 w 769"/>
                <a:gd name="T41" fmla="*/ 2147483646 h 769"/>
                <a:gd name="T42" fmla="*/ 2147483646 w 769"/>
                <a:gd name="T43" fmla="*/ 2147483646 h 769"/>
                <a:gd name="T44" fmla="*/ 2147483646 w 769"/>
                <a:gd name="T45" fmla="*/ 2147483646 h 769"/>
                <a:gd name="T46" fmla="*/ 2147483646 w 769"/>
                <a:gd name="T47" fmla="*/ 2147483646 h 769"/>
                <a:gd name="T48" fmla="*/ 2147483646 w 769"/>
                <a:gd name="T49" fmla="*/ 2147483646 h 769"/>
                <a:gd name="T50" fmla="*/ 2147483646 w 769"/>
                <a:gd name="T51" fmla="*/ 2147483646 h 769"/>
                <a:gd name="T52" fmla="*/ 2147483646 w 769"/>
                <a:gd name="T53" fmla="*/ 2147483646 h 769"/>
                <a:gd name="T54" fmla="*/ 2147483646 w 769"/>
                <a:gd name="T55" fmla="*/ 2147483646 h 769"/>
                <a:gd name="T56" fmla="*/ 2147483646 w 769"/>
                <a:gd name="T57" fmla="*/ 2147483646 h 769"/>
                <a:gd name="T58" fmla="*/ 2147483646 w 769"/>
                <a:gd name="T59" fmla="*/ 2147483646 h 769"/>
                <a:gd name="T60" fmla="*/ 2147483646 w 769"/>
                <a:gd name="T61" fmla="*/ 2147483646 h 769"/>
                <a:gd name="T62" fmla="*/ 2147483646 w 769"/>
                <a:gd name="T63" fmla="*/ 2147483646 h 769"/>
                <a:gd name="T64" fmla="*/ 2147483646 w 769"/>
                <a:gd name="T65" fmla="*/ 2147483646 h 769"/>
                <a:gd name="T66" fmla="*/ 2147483646 w 769"/>
                <a:gd name="T67" fmla="*/ 2147483646 h 769"/>
                <a:gd name="T68" fmla="*/ 2147483646 w 769"/>
                <a:gd name="T69" fmla="*/ 2147483646 h 769"/>
                <a:gd name="T70" fmla="*/ 2147483646 w 769"/>
                <a:gd name="T71" fmla="*/ 2147483646 h 769"/>
                <a:gd name="T72" fmla="*/ 2147483646 w 769"/>
                <a:gd name="T73" fmla="*/ 2147483646 h 769"/>
                <a:gd name="T74" fmla="*/ 2147483646 w 769"/>
                <a:gd name="T75" fmla="*/ 2147483646 h 769"/>
                <a:gd name="T76" fmla="*/ 2147483646 w 769"/>
                <a:gd name="T77" fmla="*/ 2147483646 h 769"/>
                <a:gd name="T78" fmla="*/ 2147483646 w 769"/>
                <a:gd name="T79" fmla="*/ 2147483646 h 769"/>
                <a:gd name="T80" fmla="*/ 2147483646 w 769"/>
                <a:gd name="T81" fmla="*/ 2147483646 h 769"/>
                <a:gd name="T82" fmla="*/ 2147483646 w 769"/>
                <a:gd name="T83" fmla="*/ 2147483646 h 769"/>
                <a:gd name="T84" fmla="*/ 2147483646 w 769"/>
                <a:gd name="T85" fmla="*/ 2147483646 h 769"/>
                <a:gd name="T86" fmla="*/ 2147483646 w 769"/>
                <a:gd name="T87" fmla="*/ 2147483646 h 769"/>
                <a:gd name="T88" fmla="*/ 2147483646 w 769"/>
                <a:gd name="T89" fmla="*/ 2147483646 h 769"/>
                <a:gd name="T90" fmla="*/ 2147483646 w 769"/>
                <a:gd name="T91" fmla="*/ 2147483646 h 769"/>
                <a:gd name="T92" fmla="*/ 2147483646 w 769"/>
                <a:gd name="T93" fmla="*/ 2147483646 h 769"/>
                <a:gd name="T94" fmla="*/ 2147483646 w 769"/>
                <a:gd name="T95" fmla="*/ 2147483646 h 769"/>
                <a:gd name="T96" fmla="*/ 2147483646 w 769"/>
                <a:gd name="T97" fmla="*/ 2147483646 h 769"/>
                <a:gd name="T98" fmla="*/ 2147483646 w 769"/>
                <a:gd name="T99" fmla="*/ 2147483646 h 769"/>
                <a:gd name="T100" fmla="*/ 2147483646 w 769"/>
                <a:gd name="T101" fmla="*/ 2147483646 h 769"/>
                <a:gd name="T102" fmla="*/ 2147483646 w 769"/>
                <a:gd name="T103" fmla="*/ 2147483646 h 769"/>
                <a:gd name="T104" fmla="*/ 2147483646 w 769"/>
                <a:gd name="T105" fmla="*/ 2147483646 h 769"/>
                <a:gd name="T106" fmla="*/ 2147483646 w 769"/>
                <a:gd name="T107" fmla="*/ 2147483646 h 769"/>
                <a:gd name="T108" fmla="*/ 2147483646 w 769"/>
                <a:gd name="T109" fmla="*/ 2147483646 h 769"/>
                <a:gd name="T110" fmla="*/ 0 w 769"/>
                <a:gd name="T111" fmla="*/ 2147483646 h 76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69"/>
                <a:gd name="T169" fmla="*/ 0 h 769"/>
                <a:gd name="T170" fmla="*/ 769 w 769"/>
                <a:gd name="T171" fmla="*/ 769 h 769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69" h="769">
                  <a:moveTo>
                    <a:pt x="0" y="394"/>
                  </a:moveTo>
                  <a:lnTo>
                    <a:pt x="0" y="376"/>
                  </a:lnTo>
                  <a:lnTo>
                    <a:pt x="0" y="356"/>
                  </a:lnTo>
                  <a:lnTo>
                    <a:pt x="2" y="338"/>
                  </a:lnTo>
                  <a:lnTo>
                    <a:pt x="4" y="319"/>
                  </a:lnTo>
                  <a:lnTo>
                    <a:pt x="7" y="301"/>
                  </a:lnTo>
                  <a:lnTo>
                    <a:pt x="12" y="282"/>
                  </a:lnTo>
                  <a:lnTo>
                    <a:pt x="16" y="265"/>
                  </a:lnTo>
                  <a:lnTo>
                    <a:pt x="23" y="246"/>
                  </a:lnTo>
                  <a:lnTo>
                    <a:pt x="30" y="230"/>
                  </a:lnTo>
                  <a:lnTo>
                    <a:pt x="37" y="213"/>
                  </a:lnTo>
                  <a:lnTo>
                    <a:pt x="45" y="197"/>
                  </a:lnTo>
                  <a:lnTo>
                    <a:pt x="55" y="181"/>
                  </a:lnTo>
                  <a:lnTo>
                    <a:pt x="64" y="166"/>
                  </a:lnTo>
                  <a:lnTo>
                    <a:pt x="75" y="151"/>
                  </a:lnTo>
                  <a:lnTo>
                    <a:pt x="85" y="138"/>
                  </a:lnTo>
                  <a:lnTo>
                    <a:pt x="97" y="123"/>
                  </a:lnTo>
                  <a:lnTo>
                    <a:pt x="110" y="111"/>
                  </a:lnTo>
                  <a:lnTo>
                    <a:pt x="124" y="98"/>
                  </a:lnTo>
                  <a:lnTo>
                    <a:pt x="137" y="86"/>
                  </a:lnTo>
                  <a:lnTo>
                    <a:pt x="151" y="75"/>
                  </a:lnTo>
                  <a:lnTo>
                    <a:pt x="166" y="65"/>
                  </a:lnTo>
                  <a:lnTo>
                    <a:pt x="181" y="55"/>
                  </a:lnTo>
                  <a:lnTo>
                    <a:pt x="196" y="46"/>
                  </a:lnTo>
                  <a:lnTo>
                    <a:pt x="212" y="37"/>
                  </a:lnTo>
                  <a:lnTo>
                    <a:pt x="230" y="30"/>
                  </a:lnTo>
                  <a:lnTo>
                    <a:pt x="247" y="24"/>
                  </a:lnTo>
                  <a:lnTo>
                    <a:pt x="264" y="17"/>
                  </a:lnTo>
                  <a:lnTo>
                    <a:pt x="281" y="12"/>
                  </a:lnTo>
                  <a:lnTo>
                    <a:pt x="300" y="8"/>
                  </a:lnTo>
                  <a:lnTo>
                    <a:pt x="318" y="5"/>
                  </a:lnTo>
                  <a:lnTo>
                    <a:pt x="337" y="2"/>
                  </a:lnTo>
                  <a:lnTo>
                    <a:pt x="357" y="1"/>
                  </a:lnTo>
                  <a:lnTo>
                    <a:pt x="375" y="0"/>
                  </a:lnTo>
                  <a:lnTo>
                    <a:pt x="393" y="0"/>
                  </a:lnTo>
                  <a:lnTo>
                    <a:pt x="412" y="1"/>
                  </a:lnTo>
                  <a:lnTo>
                    <a:pt x="431" y="2"/>
                  </a:lnTo>
                  <a:lnTo>
                    <a:pt x="450" y="5"/>
                  </a:lnTo>
                  <a:lnTo>
                    <a:pt x="468" y="8"/>
                  </a:lnTo>
                  <a:lnTo>
                    <a:pt x="487" y="12"/>
                  </a:lnTo>
                  <a:lnTo>
                    <a:pt x="505" y="17"/>
                  </a:lnTo>
                  <a:lnTo>
                    <a:pt x="522" y="24"/>
                  </a:lnTo>
                  <a:lnTo>
                    <a:pt x="540" y="30"/>
                  </a:lnTo>
                  <a:lnTo>
                    <a:pt x="556" y="37"/>
                  </a:lnTo>
                  <a:lnTo>
                    <a:pt x="571" y="46"/>
                  </a:lnTo>
                  <a:lnTo>
                    <a:pt x="587" y="55"/>
                  </a:lnTo>
                  <a:lnTo>
                    <a:pt x="603" y="65"/>
                  </a:lnTo>
                  <a:lnTo>
                    <a:pt x="618" y="75"/>
                  </a:lnTo>
                  <a:lnTo>
                    <a:pt x="632" y="86"/>
                  </a:lnTo>
                  <a:lnTo>
                    <a:pt x="646" y="98"/>
                  </a:lnTo>
                  <a:lnTo>
                    <a:pt x="659" y="111"/>
                  </a:lnTo>
                  <a:lnTo>
                    <a:pt x="671" y="123"/>
                  </a:lnTo>
                  <a:lnTo>
                    <a:pt x="683" y="138"/>
                  </a:lnTo>
                  <a:lnTo>
                    <a:pt x="693" y="151"/>
                  </a:lnTo>
                  <a:lnTo>
                    <a:pt x="704" y="166"/>
                  </a:lnTo>
                  <a:lnTo>
                    <a:pt x="714" y="181"/>
                  </a:lnTo>
                  <a:lnTo>
                    <a:pt x="722" y="197"/>
                  </a:lnTo>
                  <a:lnTo>
                    <a:pt x="732" y="213"/>
                  </a:lnTo>
                  <a:lnTo>
                    <a:pt x="738" y="230"/>
                  </a:lnTo>
                  <a:lnTo>
                    <a:pt x="745" y="246"/>
                  </a:lnTo>
                  <a:lnTo>
                    <a:pt x="752" y="265"/>
                  </a:lnTo>
                  <a:lnTo>
                    <a:pt x="757" y="282"/>
                  </a:lnTo>
                  <a:lnTo>
                    <a:pt x="761" y="301"/>
                  </a:lnTo>
                  <a:lnTo>
                    <a:pt x="764" y="319"/>
                  </a:lnTo>
                  <a:lnTo>
                    <a:pt x="766" y="338"/>
                  </a:lnTo>
                  <a:lnTo>
                    <a:pt x="767" y="356"/>
                  </a:lnTo>
                  <a:lnTo>
                    <a:pt x="769" y="376"/>
                  </a:lnTo>
                  <a:lnTo>
                    <a:pt x="769" y="394"/>
                  </a:lnTo>
                  <a:lnTo>
                    <a:pt x="767" y="413"/>
                  </a:lnTo>
                  <a:lnTo>
                    <a:pt x="766" y="432"/>
                  </a:lnTo>
                  <a:lnTo>
                    <a:pt x="764" y="451"/>
                  </a:lnTo>
                  <a:lnTo>
                    <a:pt x="761" y="469"/>
                  </a:lnTo>
                  <a:lnTo>
                    <a:pt x="757" y="488"/>
                  </a:lnTo>
                  <a:lnTo>
                    <a:pt x="752" y="505"/>
                  </a:lnTo>
                  <a:lnTo>
                    <a:pt x="745" y="523"/>
                  </a:lnTo>
                  <a:lnTo>
                    <a:pt x="738" y="539"/>
                  </a:lnTo>
                  <a:lnTo>
                    <a:pt x="732" y="557"/>
                  </a:lnTo>
                  <a:lnTo>
                    <a:pt x="722" y="572"/>
                  </a:lnTo>
                  <a:lnTo>
                    <a:pt x="714" y="588"/>
                  </a:lnTo>
                  <a:lnTo>
                    <a:pt x="704" y="604"/>
                  </a:lnTo>
                  <a:lnTo>
                    <a:pt x="693" y="619"/>
                  </a:lnTo>
                  <a:lnTo>
                    <a:pt x="683" y="632"/>
                  </a:lnTo>
                  <a:lnTo>
                    <a:pt x="671" y="647"/>
                  </a:lnTo>
                  <a:lnTo>
                    <a:pt x="659" y="659"/>
                  </a:lnTo>
                  <a:lnTo>
                    <a:pt x="646" y="672"/>
                  </a:lnTo>
                  <a:lnTo>
                    <a:pt x="632" y="684"/>
                  </a:lnTo>
                  <a:lnTo>
                    <a:pt x="618" y="694"/>
                  </a:lnTo>
                  <a:lnTo>
                    <a:pt x="603" y="705"/>
                  </a:lnTo>
                  <a:lnTo>
                    <a:pt x="587" y="714"/>
                  </a:lnTo>
                  <a:lnTo>
                    <a:pt x="571" y="724"/>
                  </a:lnTo>
                  <a:lnTo>
                    <a:pt x="556" y="733"/>
                  </a:lnTo>
                  <a:lnTo>
                    <a:pt x="540" y="740"/>
                  </a:lnTo>
                  <a:lnTo>
                    <a:pt x="522" y="746"/>
                  </a:lnTo>
                  <a:lnTo>
                    <a:pt x="505" y="753"/>
                  </a:lnTo>
                  <a:lnTo>
                    <a:pt x="487" y="758"/>
                  </a:lnTo>
                  <a:lnTo>
                    <a:pt x="468" y="762"/>
                  </a:lnTo>
                  <a:lnTo>
                    <a:pt x="450" y="765"/>
                  </a:lnTo>
                  <a:lnTo>
                    <a:pt x="431" y="767"/>
                  </a:lnTo>
                  <a:lnTo>
                    <a:pt x="412" y="769"/>
                  </a:lnTo>
                  <a:lnTo>
                    <a:pt x="393" y="769"/>
                  </a:lnTo>
                  <a:lnTo>
                    <a:pt x="375" y="769"/>
                  </a:lnTo>
                  <a:lnTo>
                    <a:pt x="357" y="769"/>
                  </a:lnTo>
                  <a:lnTo>
                    <a:pt x="337" y="767"/>
                  </a:lnTo>
                  <a:lnTo>
                    <a:pt x="318" y="765"/>
                  </a:lnTo>
                  <a:lnTo>
                    <a:pt x="300" y="762"/>
                  </a:lnTo>
                  <a:lnTo>
                    <a:pt x="281" y="758"/>
                  </a:lnTo>
                  <a:lnTo>
                    <a:pt x="264" y="753"/>
                  </a:lnTo>
                  <a:lnTo>
                    <a:pt x="247" y="746"/>
                  </a:lnTo>
                  <a:lnTo>
                    <a:pt x="230" y="740"/>
                  </a:lnTo>
                  <a:lnTo>
                    <a:pt x="212" y="733"/>
                  </a:lnTo>
                  <a:lnTo>
                    <a:pt x="196" y="724"/>
                  </a:lnTo>
                  <a:lnTo>
                    <a:pt x="181" y="714"/>
                  </a:lnTo>
                  <a:lnTo>
                    <a:pt x="166" y="705"/>
                  </a:lnTo>
                  <a:lnTo>
                    <a:pt x="151" y="694"/>
                  </a:lnTo>
                  <a:lnTo>
                    <a:pt x="137" y="684"/>
                  </a:lnTo>
                  <a:lnTo>
                    <a:pt x="124" y="672"/>
                  </a:lnTo>
                  <a:lnTo>
                    <a:pt x="110" y="659"/>
                  </a:lnTo>
                  <a:lnTo>
                    <a:pt x="97" y="647"/>
                  </a:lnTo>
                  <a:lnTo>
                    <a:pt x="85" y="632"/>
                  </a:lnTo>
                  <a:lnTo>
                    <a:pt x="75" y="619"/>
                  </a:lnTo>
                  <a:lnTo>
                    <a:pt x="64" y="604"/>
                  </a:lnTo>
                  <a:lnTo>
                    <a:pt x="55" y="588"/>
                  </a:lnTo>
                  <a:lnTo>
                    <a:pt x="45" y="572"/>
                  </a:lnTo>
                  <a:lnTo>
                    <a:pt x="37" y="557"/>
                  </a:lnTo>
                  <a:lnTo>
                    <a:pt x="30" y="539"/>
                  </a:lnTo>
                  <a:lnTo>
                    <a:pt x="23" y="523"/>
                  </a:lnTo>
                  <a:lnTo>
                    <a:pt x="16" y="505"/>
                  </a:lnTo>
                  <a:lnTo>
                    <a:pt x="12" y="488"/>
                  </a:lnTo>
                  <a:lnTo>
                    <a:pt x="7" y="469"/>
                  </a:lnTo>
                  <a:lnTo>
                    <a:pt x="4" y="451"/>
                  </a:lnTo>
                  <a:lnTo>
                    <a:pt x="2" y="432"/>
                  </a:lnTo>
                  <a:lnTo>
                    <a:pt x="0" y="413"/>
                  </a:lnTo>
                  <a:lnTo>
                    <a:pt x="0" y="394"/>
                  </a:lnTo>
                  <a:close/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" name="Freeform 19">
              <a:extLst>
                <a:ext uri="{FF2B5EF4-FFF2-40B4-BE49-F238E27FC236}">
                  <a16:creationId xmlns:a16="http://schemas.microsoft.com/office/drawing/2014/main" id="{C00F238F-B723-42C8-8DB6-B66F762F7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700" y="731838"/>
              <a:ext cx="104775" cy="106362"/>
            </a:xfrm>
            <a:custGeom>
              <a:avLst/>
              <a:gdLst>
                <a:gd name="T0" fmla="*/ 2147483646 w 133"/>
                <a:gd name="T1" fmla="*/ 0 h 132"/>
                <a:gd name="T2" fmla="*/ 0 w 133"/>
                <a:gd name="T3" fmla="*/ 2147483646 h 132"/>
                <a:gd name="T4" fmla="*/ 2147483646 w 133"/>
                <a:gd name="T5" fmla="*/ 2147483646 h 132"/>
                <a:gd name="T6" fmla="*/ 2147483646 w 133"/>
                <a:gd name="T7" fmla="*/ 2147483646 h 132"/>
                <a:gd name="T8" fmla="*/ 2147483646 w 133"/>
                <a:gd name="T9" fmla="*/ 0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3"/>
                <a:gd name="T16" fmla="*/ 0 h 132"/>
                <a:gd name="T17" fmla="*/ 133 w 133"/>
                <a:gd name="T18" fmla="*/ 132 h 13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3" h="132">
                  <a:moveTo>
                    <a:pt x="80" y="0"/>
                  </a:moveTo>
                  <a:lnTo>
                    <a:pt x="0" y="132"/>
                  </a:lnTo>
                  <a:lnTo>
                    <a:pt x="133" y="53"/>
                  </a:lnTo>
                  <a:lnTo>
                    <a:pt x="106" y="26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" name="Freeform 22">
              <a:extLst>
                <a:ext uri="{FF2B5EF4-FFF2-40B4-BE49-F238E27FC236}">
                  <a16:creationId xmlns:a16="http://schemas.microsoft.com/office/drawing/2014/main" id="{C119DF41-F12B-42D9-B996-72DD6D5CC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738" y="290513"/>
              <a:ext cx="609600" cy="609600"/>
            </a:xfrm>
            <a:custGeom>
              <a:avLst/>
              <a:gdLst>
                <a:gd name="T0" fmla="*/ 0 w 769"/>
                <a:gd name="T1" fmla="*/ 2147483646 h 769"/>
                <a:gd name="T2" fmla="*/ 2147483646 w 769"/>
                <a:gd name="T3" fmla="*/ 2147483646 h 769"/>
                <a:gd name="T4" fmla="*/ 2147483646 w 769"/>
                <a:gd name="T5" fmla="*/ 2147483646 h 769"/>
                <a:gd name="T6" fmla="*/ 2147483646 w 769"/>
                <a:gd name="T7" fmla="*/ 2147483646 h 769"/>
                <a:gd name="T8" fmla="*/ 2147483646 w 769"/>
                <a:gd name="T9" fmla="*/ 2147483646 h 769"/>
                <a:gd name="T10" fmla="*/ 2147483646 w 769"/>
                <a:gd name="T11" fmla="*/ 2147483646 h 769"/>
                <a:gd name="T12" fmla="*/ 2147483646 w 769"/>
                <a:gd name="T13" fmla="*/ 2147483646 h 769"/>
                <a:gd name="T14" fmla="*/ 2147483646 w 769"/>
                <a:gd name="T15" fmla="*/ 2147483646 h 769"/>
                <a:gd name="T16" fmla="*/ 2147483646 w 769"/>
                <a:gd name="T17" fmla="*/ 2147483646 h 769"/>
                <a:gd name="T18" fmla="*/ 2147483646 w 769"/>
                <a:gd name="T19" fmla="*/ 2147483646 h 769"/>
                <a:gd name="T20" fmla="*/ 2147483646 w 769"/>
                <a:gd name="T21" fmla="*/ 2147483646 h 769"/>
                <a:gd name="T22" fmla="*/ 2147483646 w 769"/>
                <a:gd name="T23" fmla="*/ 0 h 769"/>
                <a:gd name="T24" fmla="*/ 2147483646 w 769"/>
                <a:gd name="T25" fmla="*/ 2147483646 h 769"/>
                <a:gd name="T26" fmla="*/ 2147483646 w 769"/>
                <a:gd name="T27" fmla="*/ 2147483646 h 769"/>
                <a:gd name="T28" fmla="*/ 2147483646 w 769"/>
                <a:gd name="T29" fmla="*/ 2147483646 h 769"/>
                <a:gd name="T30" fmla="*/ 2147483646 w 769"/>
                <a:gd name="T31" fmla="*/ 2147483646 h 769"/>
                <a:gd name="T32" fmla="*/ 2147483646 w 769"/>
                <a:gd name="T33" fmla="*/ 2147483646 h 769"/>
                <a:gd name="T34" fmla="*/ 2147483646 w 769"/>
                <a:gd name="T35" fmla="*/ 2147483646 h 769"/>
                <a:gd name="T36" fmla="*/ 2147483646 w 769"/>
                <a:gd name="T37" fmla="*/ 2147483646 h 769"/>
                <a:gd name="T38" fmla="*/ 2147483646 w 769"/>
                <a:gd name="T39" fmla="*/ 2147483646 h 769"/>
                <a:gd name="T40" fmla="*/ 2147483646 w 769"/>
                <a:gd name="T41" fmla="*/ 2147483646 h 769"/>
                <a:gd name="T42" fmla="*/ 2147483646 w 769"/>
                <a:gd name="T43" fmla="*/ 2147483646 h 769"/>
                <a:gd name="T44" fmla="*/ 2147483646 w 769"/>
                <a:gd name="T45" fmla="*/ 2147483646 h 769"/>
                <a:gd name="T46" fmla="*/ 2147483646 w 769"/>
                <a:gd name="T47" fmla="*/ 2147483646 h 769"/>
                <a:gd name="T48" fmla="*/ 2147483646 w 769"/>
                <a:gd name="T49" fmla="*/ 2147483646 h 769"/>
                <a:gd name="T50" fmla="*/ 2147483646 w 769"/>
                <a:gd name="T51" fmla="*/ 2147483646 h 769"/>
                <a:gd name="T52" fmla="*/ 2147483646 w 769"/>
                <a:gd name="T53" fmla="*/ 2147483646 h 769"/>
                <a:gd name="T54" fmla="*/ 2147483646 w 769"/>
                <a:gd name="T55" fmla="*/ 2147483646 h 769"/>
                <a:gd name="T56" fmla="*/ 2147483646 w 769"/>
                <a:gd name="T57" fmla="*/ 2147483646 h 769"/>
                <a:gd name="T58" fmla="*/ 2147483646 w 769"/>
                <a:gd name="T59" fmla="*/ 2147483646 h 769"/>
                <a:gd name="T60" fmla="*/ 2147483646 w 769"/>
                <a:gd name="T61" fmla="*/ 2147483646 h 769"/>
                <a:gd name="T62" fmla="*/ 2147483646 w 769"/>
                <a:gd name="T63" fmla="*/ 2147483646 h 769"/>
                <a:gd name="T64" fmla="*/ 2147483646 w 769"/>
                <a:gd name="T65" fmla="*/ 2147483646 h 769"/>
                <a:gd name="T66" fmla="*/ 2147483646 w 769"/>
                <a:gd name="T67" fmla="*/ 2147483646 h 769"/>
                <a:gd name="T68" fmla="*/ 2147483646 w 769"/>
                <a:gd name="T69" fmla="*/ 2147483646 h 769"/>
                <a:gd name="T70" fmla="*/ 2147483646 w 769"/>
                <a:gd name="T71" fmla="*/ 2147483646 h 769"/>
                <a:gd name="T72" fmla="*/ 2147483646 w 769"/>
                <a:gd name="T73" fmla="*/ 2147483646 h 769"/>
                <a:gd name="T74" fmla="*/ 2147483646 w 769"/>
                <a:gd name="T75" fmla="*/ 2147483646 h 769"/>
                <a:gd name="T76" fmla="*/ 2147483646 w 769"/>
                <a:gd name="T77" fmla="*/ 2147483646 h 769"/>
                <a:gd name="T78" fmla="*/ 2147483646 w 769"/>
                <a:gd name="T79" fmla="*/ 2147483646 h 769"/>
                <a:gd name="T80" fmla="*/ 2147483646 w 769"/>
                <a:gd name="T81" fmla="*/ 2147483646 h 769"/>
                <a:gd name="T82" fmla="*/ 2147483646 w 769"/>
                <a:gd name="T83" fmla="*/ 2147483646 h 769"/>
                <a:gd name="T84" fmla="*/ 2147483646 w 769"/>
                <a:gd name="T85" fmla="*/ 2147483646 h 769"/>
                <a:gd name="T86" fmla="*/ 2147483646 w 769"/>
                <a:gd name="T87" fmla="*/ 2147483646 h 769"/>
                <a:gd name="T88" fmla="*/ 2147483646 w 769"/>
                <a:gd name="T89" fmla="*/ 2147483646 h 769"/>
                <a:gd name="T90" fmla="*/ 2147483646 w 769"/>
                <a:gd name="T91" fmla="*/ 2147483646 h 769"/>
                <a:gd name="T92" fmla="*/ 2147483646 w 769"/>
                <a:gd name="T93" fmla="*/ 2147483646 h 769"/>
                <a:gd name="T94" fmla="*/ 2147483646 w 769"/>
                <a:gd name="T95" fmla="*/ 2147483646 h 769"/>
                <a:gd name="T96" fmla="*/ 2147483646 w 769"/>
                <a:gd name="T97" fmla="*/ 2147483646 h 769"/>
                <a:gd name="T98" fmla="*/ 2147483646 w 769"/>
                <a:gd name="T99" fmla="*/ 2147483646 h 769"/>
                <a:gd name="T100" fmla="*/ 2147483646 w 769"/>
                <a:gd name="T101" fmla="*/ 2147483646 h 769"/>
                <a:gd name="T102" fmla="*/ 2147483646 w 769"/>
                <a:gd name="T103" fmla="*/ 2147483646 h 769"/>
                <a:gd name="T104" fmla="*/ 2147483646 w 769"/>
                <a:gd name="T105" fmla="*/ 2147483646 h 769"/>
                <a:gd name="T106" fmla="*/ 2147483646 w 769"/>
                <a:gd name="T107" fmla="*/ 2147483646 h 769"/>
                <a:gd name="T108" fmla="*/ 2147483646 w 769"/>
                <a:gd name="T109" fmla="*/ 2147483646 h 769"/>
                <a:gd name="T110" fmla="*/ 0 w 769"/>
                <a:gd name="T111" fmla="*/ 2147483646 h 76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69"/>
                <a:gd name="T169" fmla="*/ 0 h 769"/>
                <a:gd name="T170" fmla="*/ 769 w 769"/>
                <a:gd name="T171" fmla="*/ 769 h 769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69" h="769">
                  <a:moveTo>
                    <a:pt x="0" y="394"/>
                  </a:moveTo>
                  <a:lnTo>
                    <a:pt x="0" y="376"/>
                  </a:lnTo>
                  <a:lnTo>
                    <a:pt x="0" y="357"/>
                  </a:lnTo>
                  <a:lnTo>
                    <a:pt x="2" y="338"/>
                  </a:lnTo>
                  <a:lnTo>
                    <a:pt x="4" y="319"/>
                  </a:lnTo>
                  <a:lnTo>
                    <a:pt x="7" y="301"/>
                  </a:lnTo>
                  <a:lnTo>
                    <a:pt x="12" y="282"/>
                  </a:lnTo>
                  <a:lnTo>
                    <a:pt x="16" y="265"/>
                  </a:lnTo>
                  <a:lnTo>
                    <a:pt x="23" y="246"/>
                  </a:lnTo>
                  <a:lnTo>
                    <a:pt x="30" y="231"/>
                  </a:lnTo>
                  <a:lnTo>
                    <a:pt x="37" y="213"/>
                  </a:lnTo>
                  <a:lnTo>
                    <a:pt x="45" y="197"/>
                  </a:lnTo>
                  <a:lnTo>
                    <a:pt x="55" y="182"/>
                  </a:lnTo>
                  <a:lnTo>
                    <a:pt x="64" y="166"/>
                  </a:lnTo>
                  <a:lnTo>
                    <a:pt x="75" y="151"/>
                  </a:lnTo>
                  <a:lnTo>
                    <a:pt x="85" y="138"/>
                  </a:lnTo>
                  <a:lnTo>
                    <a:pt x="97" y="123"/>
                  </a:lnTo>
                  <a:lnTo>
                    <a:pt x="110" y="111"/>
                  </a:lnTo>
                  <a:lnTo>
                    <a:pt x="124" y="98"/>
                  </a:lnTo>
                  <a:lnTo>
                    <a:pt x="137" y="86"/>
                  </a:lnTo>
                  <a:lnTo>
                    <a:pt x="151" y="75"/>
                  </a:lnTo>
                  <a:lnTo>
                    <a:pt x="166" y="65"/>
                  </a:lnTo>
                  <a:lnTo>
                    <a:pt x="181" y="56"/>
                  </a:lnTo>
                  <a:lnTo>
                    <a:pt x="196" y="46"/>
                  </a:lnTo>
                  <a:lnTo>
                    <a:pt x="212" y="37"/>
                  </a:lnTo>
                  <a:lnTo>
                    <a:pt x="230" y="30"/>
                  </a:lnTo>
                  <a:lnTo>
                    <a:pt x="247" y="24"/>
                  </a:lnTo>
                  <a:lnTo>
                    <a:pt x="264" y="17"/>
                  </a:lnTo>
                  <a:lnTo>
                    <a:pt x="281" y="12"/>
                  </a:lnTo>
                  <a:lnTo>
                    <a:pt x="300" y="8"/>
                  </a:lnTo>
                  <a:lnTo>
                    <a:pt x="318" y="5"/>
                  </a:lnTo>
                  <a:lnTo>
                    <a:pt x="337" y="3"/>
                  </a:lnTo>
                  <a:lnTo>
                    <a:pt x="357" y="1"/>
                  </a:lnTo>
                  <a:lnTo>
                    <a:pt x="375" y="0"/>
                  </a:lnTo>
                  <a:lnTo>
                    <a:pt x="393" y="0"/>
                  </a:lnTo>
                  <a:lnTo>
                    <a:pt x="412" y="1"/>
                  </a:lnTo>
                  <a:lnTo>
                    <a:pt x="431" y="3"/>
                  </a:lnTo>
                  <a:lnTo>
                    <a:pt x="450" y="5"/>
                  </a:lnTo>
                  <a:lnTo>
                    <a:pt x="468" y="8"/>
                  </a:lnTo>
                  <a:lnTo>
                    <a:pt x="487" y="12"/>
                  </a:lnTo>
                  <a:lnTo>
                    <a:pt x="505" y="17"/>
                  </a:lnTo>
                  <a:lnTo>
                    <a:pt x="522" y="24"/>
                  </a:lnTo>
                  <a:lnTo>
                    <a:pt x="540" y="30"/>
                  </a:lnTo>
                  <a:lnTo>
                    <a:pt x="556" y="37"/>
                  </a:lnTo>
                  <a:lnTo>
                    <a:pt x="571" y="46"/>
                  </a:lnTo>
                  <a:lnTo>
                    <a:pt x="587" y="56"/>
                  </a:lnTo>
                  <a:lnTo>
                    <a:pt x="603" y="65"/>
                  </a:lnTo>
                  <a:lnTo>
                    <a:pt x="618" y="75"/>
                  </a:lnTo>
                  <a:lnTo>
                    <a:pt x="632" y="86"/>
                  </a:lnTo>
                  <a:lnTo>
                    <a:pt x="646" y="98"/>
                  </a:lnTo>
                  <a:lnTo>
                    <a:pt x="659" y="111"/>
                  </a:lnTo>
                  <a:lnTo>
                    <a:pt x="671" y="123"/>
                  </a:lnTo>
                  <a:lnTo>
                    <a:pt x="683" y="138"/>
                  </a:lnTo>
                  <a:lnTo>
                    <a:pt x="693" y="151"/>
                  </a:lnTo>
                  <a:lnTo>
                    <a:pt x="704" y="166"/>
                  </a:lnTo>
                  <a:lnTo>
                    <a:pt x="714" y="182"/>
                  </a:lnTo>
                  <a:lnTo>
                    <a:pt x="722" y="197"/>
                  </a:lnTo>
                  <a:lnTo>
                    <a:pt x="732" y="213"/>
                  </a:lnTo>
                  <a:lnTo>
                    <a:pt x="738" y="231"/>
                  </a:lnTo>
                  <a:lnTo>
                    <a:pt x="745" y="246"/>
                  </a:lnTo>
                  <a:lnTo>
                    <a:pt x="752" y="265"/>
                  </a:lnTo>
                  <a:lnTo>
                    <a:pt x="757" y="282"/>
                  </a:lnTo>
                  <a:lnTo>
                    <a:pt x="761" y="301"/>
                  </a:lnTo>
                  <a:lnTo>
                    <a:pt x="764" y="319"/>
                  </a:lnTo>
                  <a:lnTo>
                    <a:pt x="766" y="338"/>
                  </a:lnTo>
                  <a:lnTo>
                    <a:pt x="767" y="357"/>
                  </a:lnTo>
                  <a:lnTo>
                    <a:pt x="769" y="376"/>
                  </a:lnTo>
                  <a:lnTo>
                    <a:pt x="769" y="394"/>
                  </a:lnTo>
                  <a:lnTo>
                    <a:pt x="767" y="414"/>
                  </a:lnTo>
                  <a:lnTo>
                    <a:pt x="766" y="432"/>
                  </a:lnTo>
                  <a:lnTo>
                    <a:pt x="764" y="451"/>
                  </a:lnTo>
                  <a:lnTo>
                    <a:pt x="761" y="469"/>
                  </a:lnTo>
                  <a:lnTo>
                    <a:pt x="757" y="488"/>
                  </a:lnTo>
                  <a:lnTo>
                    <a:pt x="752" y="505"/>
                  </a:lnTo>
                  <a:lnTo>
                    <a:pt x="745" y="524"/>
                  </a:lnTo>
                  <a:lnTo>
                    <a:pt x="738" y="539"/>
                  </a:lnTo>
                  <a:lnTo>
                    <a:pt x="732" y="557"/>
                  </a:lnTo>
                  <a:lnTo>
                    <a:pt x="722" y="573"/>
                  </a:lnTo>
                  <a:lnTo>
                    <a:pt x="714" y="589"/>
                  </a:lnTo>
                  <a:lnTo>
                    <a:pt x="704" y="604"/>
                  </a:lnTo>
                  <a:lnTo>
                    <a:pt x="693" y="619"/>
                  </a:lnTo>
                  <a:lnTo>
                    <a:pt x="683" y="632"/>
                  </a:lnTo>
                  <a:lnTo>
                    <a:pt x="671" y="647"/>
                  </a:lnTo>
                  <a:lnTo>
                    <a:pt x="659" y="659"/>
                  </a:lnTo>
                  <a:lnTo>
                    <a:pt x="646" y="672"/>
                  </a:lnTo>
                  <a:lnTo>
                    <a:pt x="632" y="684"/>
                  </a:lnTo>
                  <a:lnTo>
                    <a:pt x="618" y="695"/>
                  </a:lnTo>
                  <a:lnTo>
                    <a:pt x="603" y="705"/>
                  </a:lnTo>
                  <a:lnTo>
                    <a:pt x="587" y="714"/>
                  </a:lnTo>
                  <a:lnTo>
                    <a:pt x="571" y="724"/>
                  </a:lnTo>
                  <a:lnTo>
                    <a:pt x="556" y="733"/>
                  </a:lnTo>
                  <a:lnTo>
                    <a:pt x="540" y="740"/>
                  </a:lnTo>
                  <a:lnTo>
                    <a:pt x="522" y="746"/>
                  </a:lnTo>
                  <a:lnTo>
                    <a:pt x="505" y="753"/>
                  </a:lnTo>
                  <a:lnTo>
                    <a:pt x="487" y="758"/>
                  </a:lnTo>
                  <a:lnTo>
                    <a:pt x="468" y="762"/>
                  </a:lnTo>
                  <a:lnTo>
                    <a:pt x="450" y="765"/>
                  </a:lnTo>
                  <a:lnTo>
                    <a:pt x="431" y="767"/>
                  </a:lnTo>
                  <a:lnTo>
                    <a:pt x="412" y="769"/>
                  </a:lnTo>
                  <a:lnTo>
                    <a:pt x="393" y="769"/>
                  </a:lnTo>
                  <a:lnTo>
                    <a:pt x="375" y="769"/>
                  </a:lnTo>
                  <a:lnTo>
                    <a:pt x="357" y="769"/>
                  </a:lnTo>
                  <a:lnTo>
                    <a:pt x="337" y="767"/>
                  </a:lnTo>
                  <a:lnTo>
                    <a:pt x="318" y="765"/>
                  </a:lnTo>
                  <a:lnTo>
                    <a:pt x="300" y="762"/>
                  </a:lnTo>
                  <a:lnTo>
                    <a:pt x="281" y="758"/>
                  </a:lnTo>
                  <a:lnTo>
                    <a:pt x="264" y="753"/>
                  </a:lnTo>
                  <a:lnTo>
                    <a:pt x="247" y="746"/>
                  </a:lnTo>
                  <a:lnTo>
                    <a:pt x="230" y="740"/>
                  </a:lnTo>
                  <a:lnTo>
                    <a:pt x="212" y="733"/>
                  </a:lnTo>
                  <a:lnTo>
                    <a:pt x="196" y="724"/>
                  </a:lnTo>
                  <a:lnTo>
                    <a:pt x="181" y="714"/>
                  </a:lnTo>
                  <a:lnTo>
                    <a:pt x="166" y="705"/>
                  </a:lnTo>
                  <a:lnTo>
                    <a:pt x="151" y="695"/>
                  </a:lnTo>
                  <a:lnTo>
                    <a:pt x="137" y="684"/>
                  </a:lnTo>
                  <a:lnTo>
                    <a:pt x="124" y="672"/>
                  </a:lnTo>
                  <a:lnTo>
                    <a:pt x="110" y="659"/>
                  </a:lnTo>
                  <a:lnTo>
                    <a:pt x="97" y="647"/>
                  </a:lnTo>
                  <a:lnTo>
                    <a:pt x="85" y="632"/>
                  </a:lnTo>
                  <a:lnTo>
                    <a:pt x="75" y="619"/>
                  </a:lnTo>
                  <a:lnTo>
                    <a:pt x="64" y="604"/>
                  </a:lnTo>
                  <a:lnTo>
                    <a:pt x="55" y="589"/>
                  </a:lnTo>
                  <a:lnTo>
                    <a:pt x="45" y="573"/>
                  </a:lnTo>
                  <a:lnTo>
                    <a:pt x="37" y="557"/>
                  </a:lnTo>
                  <a:lnTo>
                    <a:pt x="30" y="539"/>
                  </a:lnTo>
                  <a:lnTo>
                    <a:pt x="23" y="524"/>
                  </a:lnTo>
                  <a:lnTo>
                    <a:pt x="16" y="505"/>
                  </a:lnTo>
                  <a:lnTo>
                    <a:pt x="12" y="488"/>
                  </a:lnTo>
                  <a:lnTo>
                    <a:pt x="7" y="469"/>
                  </a:lnTo>
                  <a:lnTo>
                    <a:pt x="4" y="451"/>
                  </a:lnTo>
                  <a:lnTo>
                    <a:pt x="2" y="432"/>
                  </a:lnTo>
                  <a:lnTo>
                    <a:pt x="0" y="414"/>
                  </a:lnTo>
                  <a:lnTo>
                    <a:pt x="0" y="394"/>
                  </a:lnTo>
                  <a:close/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" name="Freeform 24">
              <a:extLst>
                <a:ext uri="{FF2B5EF4-FFF2-40B4-BE49-F238E27FC236}">
                  <a16:creationId xmlns:a16="http://schemas.microsoft.com/office/drawing/2014/main" id="{626783F4-21F2-4FF4-98A9-88362B151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113" y="835025"/>
              <a:ext cx="693737" cy="598488"/>
            </a:xfrm>
            <a:custGeom>
              <a:avLst/>
              <a:gdLst>
                <a:gd name="T0" fmla="*/ 2147483646 w 874"/>
                <a:gd name="T1" fmla="*/ 2147483646 h 753"/>
                <a:gd name="T2" fmla="*/ 2147483646 w 874"/>
                <a:gd name="T3" fmla="*/ 2147483646 h 753"/>
                <a:gd name="T4" fmla="*/ 2147483646 w 874"/>
                <a:gd name="T5" fmla="*/ 2147483646 h 753"/>
                <a:gd name="T6" fmla="*/ 2147483646 w 874"/>
                <a:gd name="T7" fmla="*/ 2147483646 h 753"/>
                <a:gd name="T8" fmla="*/ 2147483646 w 874"/>
                <a:gd name="T9" fmla="*/ 2147483646 h 753"/>
                <a:gd name="T10" fmla="*/ 2147483646 w 874"/>
                <a:gd name="T11" fmla="*/ 2147483646 h 753"/>
                <a:gd name="T12" fmla="*/ 2147483646 w 874"/>
                <a:gd name="T13" fmla="*/ 2147483646 h 753"/>
                <a:gd name="T14" fmla="*/ 2147483646 w 874"/>
                <a:gd name="T15" fmla="*/ 2147483646 h 753"/>
                <a:gd name="T16" fmla="*/ 2147483646 w 874"/>
                <a:gd name="T17" fmla="*/ 2147483646 h 753"/>
                <a:gd name="T18" fmla="*/ 2147483646 w 874"/>
                <a:gd name="T19" fmla="*/ 2147483646 h 753"/>
                <a:gd name="T20" fmla="*/ 0 w 874"/>
                <a:gd name="T21" fmla="*/ 2147483646 h 753"/>
                <a:gd name="T22" fmla="*/ 2147483646 w 874"/>
                <a:gd name="T23" fmla="*/ 2147483646 h 753"/>
                <a:gd name="T24" fmla="*/ 2147483646 w 874"/>
                <a:gd name="T25" fmla="*/ 2147483646 h 753"/>
                <a:gd name="T26" fmla="*/ 2147483646 w 874"/>
                <a:gd name="T27" fmla="*/ 2147483646 h 753"/>
                <a:gd name="T28" fmla="*/ 2147483646 w 874"/>
                <a:gd name="T29" fmla="*/ 2147483646 h 753"/>
                <a:gd name="T30" fmla="*/ 2147483646 w 874"/>
                <a:gd name="T31" fmla="*/ 2147483646 h 753"/>
                <a:gd name="T32" fmla="*/ 2147483646 w 874"/>
                <a:gd name="T33" fmla="*/ 2147483646 h 753"/>
                <a:gd name="T34" fmla="*/ 2147483646 w 874"/>
                <a:gd name="T35" fmla="*/ 2147483646 h 753"/>
                <a:gd name="T36" fmla="*/ 2147483646 w 874"/>
                <a:gd name="T37" fmla="*/ 2147483646 h 753"/>
                <a:gd name="T38" fmla="*/ 2147483646 w 874"/>
                <a:gd name="T39" fmla="*/ 2147483646 h 753"/>
                <a:gd name="T40" fmla="*/ 2147483646 w 874"/>
                <a:gd name="T41" fmla="*/ 2147483646 h 753"/>
                <a:gd name="T42" fmla="*/ 2147483646 w 874"/>
                <a:gd name="T43" fmla="*/ 2147483646 h 753"/>
                <a:gd name="T44" fmla="*/ 2147483646 w 874"/>
                <a:gd name="T45" fmla="*/ 2147483646 h 753"/>
                <a:gd name="T46" fmla="*/ 2147483646 w 874"/>
                <a:gd name="T47" fmla="*/ 2147483646 h 753"/>
                <a:gd name="T48" fmla="*/ 2147483646 w 874"/>
                <a:gd name="T49" fmla="*/ 2147483646 h 753"/>
                <a:gd name="T50" fmla="*/ 2147483646 w 874"/>
                <a:gd name="T51" fmla="*/ 2147483646 h 753"/>
                <a:gd name="T52" fmla="*/ 2147483646 w 874"/>
                <a:gd name="T53" fmla="*/ 2147483646 h 753"/>
                <a:gd name="T54" fmla="*/ 2147483646 w 874"/>
                <a:gd name="T55" fmla="*/ 2147483646 h 753"/>
                <a:gd name="T56" fmla="*/ 2147483646 w 874"/>
                <a:gd name="T57" fmla="*/ 2147483646 h 753"/>
                <a:gd name="T58" fmla="*/ 2147483646 w 874"/>
                <a:gd name="T59" fmla="*/ 2147483646 h 753"/>
                <a:gd name="T60" fmla="*/ 2147483646 w 874"/>
                <a:gd name="T61" fmla="*/ 2147483646 h 753"/>
                <a:gd name="T62" fmla="*/ 2147483646 w 874"/>
                <a:gd name="T63" fmla="*/ 2147483646 h 753"/>
                <a:gd name="T64" fmla="*/ 2147483646 w 874"/>
                <a:gd name="T65" fmla="*/ 2147483646 h 753"/>
                <a:gd name="T66" fmla="*/ 2147483646 w 874"/>
                <a:gd name="T67" fmla="*/ 2147483646 h 753"/>
                <a:gd name="T68" fmla="*/ 2147483646 w 874"/>
                <a:gd name="T69" fmla="*/ 2147483646 h 753"/>
                <a:gd name="T70" fmla="*/ 2147483646 w 874"/>
                <a:gd name="T71" fmla="*/ 2147483646 h 753"/>
                <a:gd name="T72" fmla="*/ 2147483646 w 874"/>
                <a:gd name="T73" fmla="*/ 2147483646 h 753"/>
                <a:gd name="T74" fmla="*/ 2147483646 w 874"/>
                <a:gd name="T75" fmla="*/ 2147483646 h 753"/>
                <a:gd name="T76" fmla="*/ 2147483646 w 874"/>
                <a:gd name="T77" fmla="*/ 2147483646 h 753"/>
                <a:gd name="T78" fmla="*/ 2147483646 w 874"/>
                <a:gd name="T79" fmla="*/ 2147483646 h 753"/>
                <a:gd name="T80" fmla="*/ 2147483646 w 874"/>
                <a:gd name="T81" fmla="*/ 2147483646 h 753"/>
                <a:gd name="T82" fmla="*/ 2147483646 w 874"/>
                <a:gd name="T83" fmla="*/ 2147483646 h 753"/>
                <a:gd name="T84" fmla="*/ 2147483646 w 874"/>
                <a:gd name="T85" fmla="*/ 2147483646 h 753"/>
                <a:gd name="T86" fmla="*/ 2147483646 w 874"/>
                <a:gd name="T87" fmla="*/ 0 h 75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74"/>
                <a:gd name="T133" fmla="*/ 0 h 753"/>
                <a:gd name="T134" fmla="*/ 874 w 874"/>
                <a:gd name="T135" fmla="*/ 753 h 75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74" h="753">
                  <a:moveTo>
                    <a:pt x="437" y="0"/>
                  </a:moveTo>
                  <a:lnTo>
                    <a:pt x="414" y="1"/>
                  </a:lnTo>
                  <a:lnTo>
                    <a:pt x="392" y="2"/>
                  </a:lnTo>
                  <a:lnTo>
                    <a:pt x="371" y="5"/>
                  </a:lnTo>
                  <a:lnTo>
                    <a:pt x="348" y="8"/>
                  </a:lnTo>
                  <a:lnTo>
                    <a:pt x="327" y="12"/>
                  </a:lnTo>
                  <a:lnTo>
                    <a:pt x="307" y="17"/>
                  </a:lnTo>
                  <a:lnTo>
                    <a:pt x="286" y="23"/>
                  </a:lnTo>
                  <a:lnTo>
                    <a:pt x="266" y="30"/>
                  </a:lnTo>
                  <a:lnTo>
                    <a:pt x="248" y="38"/>
                  </a:lnTo>
                  <a:lnTo>
                    <a:pt x="228" y="46"/>
                  </a:lnTo>
                  <a:lnTo>
                    <a:pt x="210" y="55"/>
                  </a:lnTo>
                  <a:lnTo>
                    <a:pt x="192" y="65"/>
                  </a:lnTo>
                  <a:lnTo>
                    <a:pt x="175" y="75"/>
                  </a:lnTo>
                  <a:lnTo>
                    <a:pt x="159" y="86"/>
                  </a:lnTo>
                  <a:lnTo>
                    <a:pt x="143" y="98"/>
                  </a:lnTo>
                  <a:lnTo>
                    <a:pt x="127" y="111"/>
                  </a:lnTo>
                  <a:lnTo>
                    <a:pt x="112" y="124"/>
                  </a:lnTo>
                  <a:lnTo>
                    <a:pt x="99" y="137"/>
                  </a:lnTo>
                  <a:lnTo>
                    <a:pt x="86" y="152"/>
                  </a:lnTo>
                  <a:lnTo>
                    <a:pt x="74" y="167"/>
                  </a:lnTo>
                  <a:lnTo>
                    <a:pt x="62" y="181"/>
                  </a:lnTo>
                  <a:lnTo>
                    <a:pt x="51" y="197"/>
                  </a:lnTo>
                  <a:lnTo>
                    <a:pt x="42" y="213"/>
                  </a:lnTo>
                  <a:lnTo>
                    <a:pt x="34" y="230"/>
                  </a:lnTo>
                  <a:lnTo>
                    <a:pt x="26" y="248"/>
                  </a:lnTo>
                  <a:lnTo>
                    <a:pt x="18" y="265"/>
                  </a:lnTo>
                  <a:lnTo>
                    <a:pt x="13" y="283"/>
                  </a:lnTo>
                  <a:lnTo>
                    <a:pt x="8" y="301"/>
                  </a:lnTo>
                  <a:lnTo>
                    <a:pt x="4" y="319"/>
                  </a:lnTo>
                  <a:lnTo>
                    <a:pt x="1" y="338"/>
                  </a:lnTo>
                  <a:lnTo>
                    <a:pt x="0" y="358"/>
                  </a:lnTo>
                  <a:lnTo>
                    <a:pt x="0" y="376"/>
                  </a:lnTo>
                  <a:lnTo>
                    <a:pt x="0" y="396"/>
                  </a:lnTo>
                  <a:lnTo>
                    <a:pt x="1" y="416"/>
                  </a:lnTo>
                  <a:lnTo>
                    <a:pt x="4" y="434"/>
                  </a:lnTo>
                  <a:lnTo>
                    <a:pt x="8" y="453"/>
                  </a:lnTo>
                  <a:lnTo>
                    <a:pt x="13" y="470"/>
                  </a:lnTo>
                  <a:lnTo>
                    <a:pt x="18" y="489"/>
                  </a:lnTo>
                  <a:lnTo>
                    <a:pt x="26" y="506"/>
                  </a:lnTo>
                  <a:lnTo>
                    <a:pt x="34" y="523"/>
                  </a:lnTo>
                  <a:lnTo>
                    <a:pt x="42" y="540"/>
                  </a:lnTo>
                  <a:lnTo>
                    <a:pt x="51" y="556"/>
                  </a:lnTo>
                  <a:lnTo>
                    <a:pt x="62" y="572"/>
                  </a:lnTo>
                  <a:lnTo>
                    <a:pt x="74" y="587"/>
                  </a:lnTo>
                  <a:lnTo>
                    <a:pt x="86" y="601"/>
                  </a:lnTo>
                  <a:lnTo>
                    <a:pt x="99" y="616"/>
                  </a:lnTo>
                  <a:lnTo>
                    <a:pt x="112" y="629"/>
                  </a:lnTo>
                  <a:lnTo>
                    <a:pt x="127" y="643"/>
                  </a:lnTo>
                  <a:lnTo>
                    <a:pt x="143" y="656"/>
                  </a:lnTo>
                  <a:lnTo>
                    <a:pt x="159" y="668"/>
                  </a:lnTo>
                  <a:lnTo>
                    <a:pt x="175" y="678"/>
                  </a:lnTo>
                  <a:lnTo>
                    <a:pt x="192" y="689"/>
                  </a:lnTo>
                  <a:lnTo>
                    <a:pt x="210" y="698"/>
                  </a:lnTo>
                  <a:lnTo>
                    <a:pt x="228" y="708"/>
                  </a:lnTo>
                  <a:lnTo>
                    <a:pt x="248" y="715"/>
                  </a:lnTo>
                  <a:lnTo>
                    <a:pt x="266" y="723"/>
                  </a:lnTo>
                  <a:lnTo>
                    <a:pt x="286" y="730"/>
                  </a:lnTo>
                  <a:lnTo>
                    <a:pt x="307" y="737"/>
                  </a:lnTo>
                  <a:lnTo>
                    <a:pt x="327" y="742"/>
                  </a:lnTo>
                  <a:lnTo>
                    <a:pt x="348" y="746"/>
                  </a:lnTo>
                  <a:lnTo>
                    <a:pt x="371" y="749"/>
                  </a:lnTo>
                  <a:lnTo>
                    <a:pt x="392" y="751"/>
                  </a:lnTo>
                  <a:lnTo>
                    <a:pt x="414" y="753"/>
                  </a:lnTo>
                  <a:lnTo>
                    <a:pt x="437" y="753"/>
                  </a:lnTo>
                  <a:lnTo>
                    <a:pt x="460" y="753"/>
                  </a:lnTo>
                  <a:lnTo>
                    <a:pt x="482" y="751"/>
                  </a:lnTo>
                  <a:lnTo>
                    <a:pt x="503" y="749"/>
                  </a:lnTo>
                  <a:lnTo>
                    <a:pt x="524" y="746"/>
                  </a:lnTo>
                  <a:lnTo>
                    <a:pt x="546" y="742"/>
                  </a:lnTo>
                  <a:lnTo>
                    <a:pt x="567" y="737"/>
                  </a:lnTo>
                  <a:lnTo>
                    <a:pt x="587" y="730"/>
                  </a:lnTo>
                  <a:lnTo>
                    <a:pt x="607" y="723"/>
                  </a:lnTo>
                  <a:lnTo>
                    <a:pt x="626" y="715"/>
                  </a:lnTo>
                  <a:lnTo>
                    <a:pt x="645" y="708"/>
                  </a:lnTo>
                  <a:lnTo>
                    <a:pt x="664" y="698"/>
                  </a:lnTo>
                  <a:lnTo>
                    <a:pt x="681" y="689"/>
                  </a:lnTo>
                  <a:lnTo>
                    <a:pt x="698" y="678"/>
                  </a:lnTo>
                  <a:lnTo>
                    <a:pt x="715" y="668"/>
                  </a:lnTo>
                  <a:lnTo>
                    <a:pt x="731" y="656"/>
                  </a:lnTo>
                  <a:lnTo>
                    <a:pt x="746" y="643"/>
                  </a:lnTo>
                  <a:lnTo>
                    <a:pt x="760" y="629"/>
                  </a:lnTo>
                  <a:lnTo>
                    <a:pt x="775" y="616"/>
                  </a:lnTo>
                  <a:lnTo>
                    <a:pt x="787" y="601"/>
                  </a:lnTo>
                  <a:lnTo>
                    <a:pt x="800" y="587"/>
                  </a:lnTo>
                  <a:lnTo>
                    <a:pt x="811" y="572"/>
                  </a:lnTo>
                  <a:lnTo>
                    <a:pt x="821" y="556"/>
                  </a:lnTo>
                  <a:lnTo>
                    <a:pt x="830" y="540"/>
                  </a:lnTo>
                  <a:lnTo>
                    <a:pt x="840" y="523"/>
                  </a:lnTo>
                  <a:lnTo>
                    <a:pt x="848" y="506"/>
                  </a:lnTo>
                  <a:lnTo>
                    <a:pt x="854" y="489"/>
                  </a:lnTo>
                  <a:lnTo>
                    <a:pt x="861" y="470"/>
                  </a:lnTo>
                  <a:lnTo>
                    <a:pt x="865" y="453"/>
                  </a:lnTo>
                  <a:lnTo>
                    <a:pt x="869" y="434"/>
                  </a:lnTo>
                  <a:lnTo>
                    <a:pt x="872" y="416"/>
                  </a:lnTo>
                  <a:lnTo>
                    <a:pt x="874" y="396"/>
                  </a:lnTo>
                  <a:lnTo>
                    <a:pt x="874" y="376"/>
                  </a:lnTo>
                  <a:lnTo>
                    <a:pt x="874" y="358"/>
                  </a:lnTo>
                  <a:lnTo>
                    <a:pt x="872" y="338"/>
                  </a:lnTo>
                  <a:lnTo>
                    <a:pt x="869" y="319"/>
                  </a:lnTo>
                  <a:lnTo>
                    <a:pt x="865" y="301"/>
                  </a:lnTo>
                  <a:lnTo>
                    <a:pt x="861" y="283"/>
                  </a:lnTo>
                  <a:lnTo>
                    <a:pt x="854" y="265"/>
                  </a:lnTo>
                  <a:lnTo>
                    <a:pt x="848" y="248"/>
                  </a:lnTo>
                  <a:lnTo>
                    <a:pt x="840" y="230"/>
                  </a:lnTo>
                  <a:lnTo>
                    <a:pt x="830" y="213"/>
                  </a:lnTo>
                  <a:lnTo>
                    <a:pt x="821" y="197"/>
                  </a:lnTo>
                  <a:lnTo>
                    <a:pt x="811" y="181"/>
                  </a:lnTo>
                  <a:lnTo>
                    <a:pt x="800" y="167"/>
                  </a:lnTo>
                  <a:lnTo>
                    <a:pt x="787" y="152"/>
                  </a:lnTo>
                  <a:lnTo>
                    <a:pt x="775" y="137"/>
                  </a:lnTo>
                  <a:lnTo>
                    <a:pt x="760" y="124"/>
                  </a:lnTo>
                  <a:lnTo>
                    <a:pt x="746" y="111"/>
                  </a:lnTo>
                  <a:lnTo>
                    <a:pt x="731" y="98"/>
                  </a:lnTo>
                  <a:lnTo>
                    <a:pt x="715" y="86"/>
                  </a:lnTo>
                  <a:lnTo>
                    <a:pt x="698" y="75"/>
                  </a:lnTo>
                  <a:lnTo>
                    <a:pt x="681" y="65"/>
                  </a:lnTo>
                  <a:lnTo>
                    <a:pt x="664" y="55"/>
                  </a:lnTo>
                  <a:lnTo>
                    <a:pt x="645" y="46"/>
                  </a:lnTo>
                  <a:lnTo>
                    <a:pt x="626" y="38"/>
                  </a:lnTo>
                  <a:lnTo>
                    <a:pt x="607" y="30"/>
                  </a:lnTo>
                  <a:lnTo>
                    <a:pt x="587" y="23"/>
                  </a:lnTo>
                  <a:lnTo>
                    <a:pt x="567" y="17"/>
                  </a:lnTo>
                  <a:lnTo>
                    <a:pt x="546" y="12"/>
                  </a:lnTo>
                  <a:lnTo>
                    <a:pt x="524" y="8"/>
                  </a:lnTo>
                  <a:lnTo>
                    <a:pt x="503" y="5"/>
                  </a:lnTo>
                  <a:lnTo>
                    <a:pt x="482" y="2"/>
                  </a:lnTo>
                  <a:lnTo>
                    <a:pt x="460" y="1"/>
                  </a:lnTo>
                  <a:lnTo>
                    <a:pt x="437" y="0"/>
                  </a:lnTo>
                </a:path>
              </a:pathLst>
            </a:custGeom>
            <a:solidFill>
              <a:schemeClr val="bg1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" name="Rectangle 25">
              <a:extLst>
                <a:ext uri="{FF2B5EF4-FFF2-40B4-BE49-F238E27FC236}">
                  <a16:creationId xmlns:a16="http://schemas.microsoft.com/office/drawing/2014/main" id="{ACA71AE5-CF9F-4A79-B83D-F6EAFB4070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7663" y="1031875"/>
              <a:ext cx="396875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Idle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" name="Freeform 26">
              <a:extLst>
                <a:ext uri="{FF2B5EF4-FFF2-40B4-BE49-F238E27FC236}">
                  <a16:creationId xmlns:a16="http://schemas.microsoft.com/office/drawing/2014/main" id="{377CA499-6178-4A8F-B36D-B9B0858FE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925" y="2014538"/>
              <a:ext cx="1192213" cy="596900"/>
            </a:xfrm>
            <a:custGeom>
              <a:avLst/>
              <a:gdLst>
                <a:gd name="T0" fmla="*/ 2147483646 w 1502"/>
                <a:gd name="T1" fmla="*/ 2147483646 h 753"/>
                <a:gd name="T2" fmla="*/ 2147483646 w 1502"/>
                <a:gd name="T3" fmla="*/ 2147483646 h 753"/>
                <a:gd name="T4" fmla="*/ 2147483646 w 1502"/>
                <a:gd name="T5" fmla="*/ 2147483646 h 753"/>
                <a:gd name="T6" fmla="*/ 2147483646 w 1502"/>
                <a:gd name="T7" fmla="*/ 2147483646 h 753"/>
                <a:gd name="T8" fmla="*/ 2147483646 w 1502"/>
                <a:gd name="T9" fmla="*/ 2147483646 h 753"/>
                <a:gd name="T10" fmla="*/ 2147483646 w 1502"/>
                <a:gd name="T11" fmla="*/ 2147483646 h 753"/>
                <a:gd name="T12" fmla="*/ 2147483646 w 1502"/>
                <a:gd name="T13" fmla="*/ 2147483646 h 753"/>
                <a:gd name="T14" fmla="*/ 2147483646 w 1502"/>
                <a:gd name="T15" fmla="*/ 2147483646 h 753"/>
                <a:gd name="T16" fmla="*/ 2147483646 w 1502"/>
                <a:gd name="T17" fmla="*/ 2147483646 h 753"/>
                <a:gd name="T18" fmla="*/ 2147483646 w 1502"/>
                <a:gd name="T19" fmla="*/ 2147483646 h 753"/>
                <a:gd name="T20" fmla="*/ 0 w 1502"/>
                <a:gd name="T21" fmla="*/ 2147483646 h 753"/>
                <a:gd name="T22" fmla="*/ 2147483646 w 1502"/>
                <a:gd name="T23" fmla="*/ 2147483646 h 753"/>
                <a:gd name="T24" fmla="*/ 2147483646 w 1502"/>
                <a:gd name="T25" fmla="*/ 2147483646 h 753"/>
                <a:gd name="T26" fmla="*/ 2147483646 w 1502"/>
                <a:gd name="T27" fmla="*/ 2147483646 h 753"/>
                <a:gd name="T28" fmla="*/ 2147483646 w 1502"/>
                <a:gd name="T29" fmla="*/ 2147483646 h 753"/>
                <a:gd name="T30" fmla="*/ 2147483646 w 1502"/>
                <a:gd name="T31" fmla="*/ 2147483646 h 753"/>
                <a:gd name="T32" fmla="*/ 2147483646 w 1502"/>
                <a:gd name="T33" fmla="*/ 2147483646 h 753"/>
                <a:gd name="T34" fmla="*/ 2147483646 w 1502"/>
                <a:gd name="T35" fmla="*/ 2147483646 h 753"/>
                <a:gd name="T36" fmla="*/ 2147483646 w 1502"/>
                <a:gd name="T37" fmla="*/ 2147483646 h 753"/>
                <a:gd name="T38" fmla="*/ 2147483646 w 1502"/>
                <a:gd name="T39" fmla="*/ 2147483646 h 753"/>
                <a:gd name="T40" fmla="*/ 2147483646 w 1502"/>
                <a:gd name="T41" fmla="*/ 2147483646 h 753"/>
                <a:gd name="T42" fmla="*/ 2147483646 w 1502"/>
                <a:gd name="T43" fmla="*/ 2147483646 h 753"/>
                <a:gd name="T44" fmla="*/ 2147483646 w 1502"/>
                <a:gd name="T45" fmla="*/ 2147483646 h 753"/>
                <a:gd name="T46" fmla="*/ 2147483646 w 1502"/>
                <a:gd name="T47" fmla="*/ 2147483646 h 753"/>
                <a:gd name="T48" fmla="*/ 2147483646 w 1502"/>
                <a:gd name="T49" fmla="*/ 2147483646 h 753"/>
                <a:gd name="T50" fmla="*/ 2147483646 w 1502"/>
                <a:gd name="T51" fmla="*/ 2147483646 h 753"/>
                <a:gd name="T52" fmla="*/ 2147483646 w 1502"/>
                <a:gd name="T53" fmla="*/ 2147483646 h 753"/>
                <a:gd name="T54" fmla="*/ 2147483646 w 1502"/>
                <a:gd name="T55" fmla="*/ 2147483646 h 753"/>
                <a:gd name="T56" fmla="*/ 2147483646 w 1502"/>
                <a:gd name="T57" fmla="*/ 2147483646 h 753"/>
                <a:gd name="T58" fmla="*/ 2147483646 w 1502"/>
                <a:gd name="T59" fmla="*/ 2147483646 h 753"/>
                <a:gd name="T60" fmla="*/ 2147483646 w 1502"/>
                <a:gd name="T61" fmla="*/ 2147483646 h 753"/>
                <a:gd name="T62" fmla="*/ 2147483646 w 1502"/>
                <a:gd name="T63" fmla="*/ 2147483646 h 753"/>
                <a:gd name="T64" fmla="*/ 2147483646 w 1502"/>
                <a:gd name="T65" fmla="*/ 2147483646 h 753"/>
                <a:gd name="T66" fmla="*/ 2147483646 w 1502"/>
                <a:gd name="T67" fmla="*/ 2147483646 h 753"/>
                <a:gd name="T68" fmla="*/ 2147483646 w 1502"/>
                <a:gd name="T69" fmla="*/ 2147483646 h 753"/>
                <a:gd name="T70" fmla="*/ 2147483646 w 1502"/>
                <a:gd name="T71" fmla="*/ 2147483646 h 753"/>
                <a:gd name="T72" fmla="*/ 2147483646 w 1502"/>
                <a:gd name="T73" fmla="*/ 2147483646 h 753"/>
                <a:gd name="T74" fmla="*/ 2147483646 w 1502"/>
                <a:gd name="T75" fmla="*/ 2147483646 h 753"/>
                <a:gd name="T76" fmla="*/ 2147483646 w 1502"/>
                <a:gd name="T77" fmla="*/ 2147483646 h 753"/>
                <a:gd name="T78" fmla="*/ 2147483646 w 1502"/>
                <a:gd name="T79" fmla="*/ 2147483646 h 753"/>
                <a:gd name="T80" fmla="*/ 2147483646 w 1502"/>
                <a:gd name="T81" fmla="*/ 2147483646 h 753"/>
                <a:gd name="T82" fmla="*/ 2147483646 w 1502"/>
                <a:gd name="T83" fmla="*/ 2147483646 h 753"/>
                <a:gd name="T84" fmla="*/ 2147483646 w 1502"/>
                <a:gd name="T85" fmla="*/ 2147483646 h 753"/>
                <a:gd name="T86" fmla="*/ 2147483646 w 1502"/>
                <a:gd name="T87" fmla="*/ 0 h 75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02"/>
                <a:gd name="T133" fmla="*/ 0 h 753"/>
                <a:gd name="T134" fmla="*/ 1502 w 1502"/>
                <a:gd name="T135" fmla="*/ 753 h 75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02" h="753">
                  <a:moveTo>
                    <a:pt x="751" y="0"/>
                  </a:moveTo>
                  <a:lnTo>
                    <a:pt x="712" y="2"/>
                  </a:lnTo>
                  <a:lnTo>
                    <a:pt x="674" y="3"/>
                  </a:lnTo>
                  <a:lnTo>
                    <a:pt x="637" y="6"/>
                  </a:lnTo>
                  <a:lnTo>
                    <a:pt x="600" y="8"/>
                  </a:lnTo>
                  <a:lnTo>
                    <a:pt x="563" y="12"/>
                  </a:lnTo>
                  <a:lnTo>
                    <a:pt x="528" y="18"/>
                  </a:lnTo>
                  <a:lnTo>
                    <a:pt x="492" y="24"/>
                  </a:lnTo>
                  <a:lnTo>
                    <a:pt x="458" y="31"/>
                  </a:lnTo>
                  <a:lnTo>
                    <a:pt x="425" y="39"/>
                  </a:lnTo>
                  <a:lnTo>
                    <a:pt x="393" y="47"/>
                  </a:lnTo>
                  <a:lnTo>
                    <a:pt x="361" y="56"/>
                  </a:lnTo>
                  <a:lnTo>
                    <a:pt x="331" y="65"/>
                  </a:lnTo>
                  <a:lnTo>
                    <a:pt x="302" y="76"/>
                  </a:lnTo>
                  <a:lnTo>
                    <a:pt x="274" y="86"/>
                  </a:lnTo>
                  <a:lnTo>
                    <a:pt x="246" y="98"/>
                  </a:lnTo>
                  <a:lnTo>
                    <a:pt x="220" y="112"/>
                  </a:lnTo>
                  <a:lnTo>
                    <a:pt x="194" y="125"/>
                  </a:lnTo>
                  <a:lnTo>
                    <a:pt x="172" y="138"/>
                  </a:lnTo>
                  <a:lnTo>
                    <a:pt x="149" y="153"/>
                  </a:lnTo>
                  <a:lnTo>
                    <a:pt x="128" y="167"/>
                  </a:lnTo>
                  <a:lnTo>
                    <a:pt x="108" y="182"/>
                  </a:lnTo>
                  <a:lnTo>
                    <a:pt x="91" y="198"/>
                  </a:lnTo>
                  <a:lnTo>
                    <a:pt x="74" y="214"/>
                  </a:lnTo>
                  <a:lnTo>
                    <a:pt x="59" y="231"/>
                  </a:lnTo>
                  <a:lnTo>
                    <a:pt x="46" y="248"/>
                  </a:lnTo>
                  <a:lnTo>
                    <a:pt x="34" y="265"/>
                  </a:lnTo>
                  <a:lnTo>
                    <a:pt x="23" y="284"/>
                  </a:lnTo>
                  <a:lnTo>
                    <a:pt x="16" y="301"/>
                  </a:lnTo>
                  <a:lnTo>
                    <a:pt x="9" y="320"/>
                  </a:lnTo>
                  <a:lnTo>
                    <a:pt x="4" y="338"/>
                  </a:lnTo>
                  <a:lnTo>
                    <a:pt x="1" y="358"/>
                  </a:lnTo>
                  <a:lnTo>
                    <a:pt x="0" y="377"/>
                  </a:lnTo>
                  <a:lnTo>
                    <a:pt x="1" y="397"/>
                  </a:lnTo>
                  <a:lnTo>
                    <a:pt x="4" y="417"/>
                  </a:lnTo>
                  <a:lnTo>
                    <a:pt x="9" y="435"/>
                  </a:lnTo>
                  <a:lnTo>
                    <a:pt x="16" y="454"/>
                  </a:lnTo>
                  <a:lnTo>
                    <a:pt x="23" y="471"/>
                  </a:lnTo>
                  <a:lnTo>
                    <a:pt x="34" y="489"/>
                  </a:lnTo>
                  <a:lnTo>
                    <a:pt x="46" y="507"/>
                  </a:lnTo>
                  <a:lnTo>
                    <a:pt x="59" y="524"/>
                  </a:lnTo>
                  <a:lnTo>
                    <a:pt x="74" y="541"/>
                  </a:lnTo>
                  <a:lnTo>
                    <a:pt x="91" y="557"/>
                  </a:lnTo>
                  <a:lnTo>
                    <a:pt x="108" y="573"/>
                  </a:lnTo>
                  <a:lnTo>
                    <a:pt x="128" y="588"/>
                  </a:lnTo>
                  <a:lnTo>
                    <a:pt x="149" y="602"/>
                  </a:lnTo>
                  <a:lnTo>
                    <a:pt x="172" y="617"/>
                  </a:lnTo>
                  <a:lnTo>
                    <a:pt x="194" y="630"/>
                  </a:lnTo>
                  <a:lnTo>
                    <a:pt x="220" y="643"/>
                  </a:lnTo>
                  <a:lnTo>
                    <a:pt x="246" y="657"/>
                  </a:lnTo>
                  <a:lnTo>
                    <a:pt x="274" y="668"/>
                  </a:lnTo>
                  <a:lnTo>
                    <a:pt x="302" y="679"/>
                  </a:lnTo>
                  <a:lnTo>
                    <a:pt x="331" y="690"/>
                  </a:lnTo>
                  <a:lnTo>
                    <a:pt x="361" y="699"/>
                  </a:lnTo>
                  <a:lnTo>
                    <a:pt x="393" y="708"/>
                  </a:lnTo>
                  <a:lnTo>
                    <a:pt x="425" y="716"/>
                  </a:lnTo>
                  <a:lnTo>
                    <a:pt x="458" y="724"/>
                  </a:lnTo>
                  <a:lnTo>
                    <a:pt x="492" y="731"/>
                  </a:lnTo>
                  <a:lnTo>
                    <a:pt x="528" y="737"/>
                  </a:lnTo>
                  <a:lnTo>
                    <a:pt x="563" y="743"/>
                  </a:lnTo>
                  <a:lnTo>
                    <a:pt x="600" y="747"/>
                  </a:lnTo>
                  <a:lnTo>
                    <a:pt x="637" y="749"/>
                  </a:lnTo>
                  <a:lnTo>
                    <a:pt x="674" y="752"/>
                  </a:lnTo>
                  <a:lnTo>
                    <a:pt x="712" y="753"/>
                  </a:lnTo>
                  <a:lnTo>
                    <a:pt x="751" y="753"/>
                  </a:lnTo>
                  <a:lnTo>
                    <a:pt x="789" y="753"/>
                  </a:lnTo>
                  <a:lnTo>
                    <a:pt x="828" y="752"/>
                  </a:lnTo>
                  <a:lnTo>
                    <a:pt x="866" y="749"/>
                  </a:lnTo>
                  <a:lnTo>
                    <a:pt x="902" y="747"/>
                  </a:lnTo>
                  <a:lnTo>
                    <a:pt x="939" y="743"/>
                  </a:lnTo>
                  <a:lnTo>
                    <a:pt x="975" y="737"/>
                  </a:lnTo>
                  <a:lnTo>
                    <a:pt x="1009" y="731"/>
                  </a:lnTo>
                  <a:lnTo>
                    <a:pt x="1044" y="724"/>
                  </a:lnTo>
                  <a:lnTo>
                    <a:pt x="1077" y="716"/>
                  </a:lnTo>
                  <a:lnTo>
                    <a:pt x="1109" y="708"/>
                  </a:lnTo>
                  <a:lnTo>
                    <a:pt x="1140" y="699"/>
                  </a:lnTo>
                  <a:lnTo>
                    <a:pt x="1171" y="690"/>
                  </a:lnTo>
                  <a:lnTo>
                    <a:pt x="1200" y="679"/>
                  </a:lnTo>
                  <a:lnTo>
                    <a:pt x="1229" y="668"/>
                  </a:lnTo>
                  <a:lnTo>
                    <a:pt x="1256" y="657"/>
                  </a:lnTo>
                  <a:lnTo>
                    <a:pt x="1282" y="643"/>
                  </a:lnTo>
                  <a:lnTo>
                    <a:pt x="1307" y="630"/>
                  </a:lnTo>
                  <a:lnTo>
                    <a:pt x="1331" y="617"/>
                  </a:lnTo>
                  <a:lnTo>
                    <a:pt x="1354" y="602"/>
                  </a:lnTo>
                  <a:lnTo>
                    <a:pt x="1374" y="588"/>
                  </a:lnTo>
                  <a:lnTo>
                    <a:pt x="1393" y="573"/>
                  </a:lnTo>
                  <a:lnTo>
                    <a:pt x="1412" y="557"/>
                  </a:lnTo>
                  <a:lnTo>
                    <a:pt x="1428" y="541"/>
                  </a:lnTo>
                  <a:lnTo>
                    <a:pt x="1444" y="524"/>
                  </a:lnTo>
                  <a:lnTo>
                    <a:pt x="1457" y="507"/>
                  </a:lnTo>
                  <a:lnTo>
                    <a:pt x="1469" y="489"/>
                  </a:lnTo>
                  <a:lnTo>
                    <a:pt x="1478" y="471"/>
                  </a:lnTo>
                  <a:lnTo>
                    <a:pt x="1487" y="454"/>
                  </a:lnTo>
                  <a:lnTo>
                    <a:pt x="1494" y="435"/>
                  </a:lnTo>
                  <a:lnTo>
                    <a:pt x="1498" y="417"/>
                  </a:lnTo>
                  <a:lnTo>
                    <a:pt x="1501" y="397"/>
                  </a:lnTo>
                  <a:lnTo>
                    <a:pt x="1502" y="377"/>
                  </a:lnTo>
                  <a:lnTo>
                    <a:pt x="1501" y="358"/>
                  </a:lnTo>
                  <a:lnTo>
                    <a:pt x="1498" y="338"/>
                  </a:lnTo>
                  <a:lnTo>
                    <a:pt x="1494" y="320"/>
                  </a:lnTo>
                  <a:lnTo>
                    <a:pt x="1487" y="301"/>
                  </a:lnTo>
                  <a:lnTo>
                    <a:pt x="1478" y="284"/>
                  </a:lnTo>
                  <a:lnTo>
                    <a:pt x="1469" y="265"/>
                  </a:lnTo>
                  <a:lnTo>
                    <a:pt x="1457" y="248"/>
                  </a:lnTo>
                  <a:lnTo>
                    <a:pt x="1444" y="231"/>
                  </a:lnTo>
                  <a:lnTo>
                    <a:pt x="1428" y="214"/>
                  </a:lnTo>
                  <a:lnTo>
                    <a:pt x="1412" y="198"/>
                  </a:lnTo>
                  <a:lnTo>
                    <a:pt x="1393" y="182"/>
                  </a:lnTo>
                  <a:lnTo>
                    <a:pt x="1374" y="167"/>
                  </a:lnTo>
                  <a:lnTo>
                    <a:pt x="1354" y="153"/>
                  </a:lnTo>
                  <a:lnTo>
                    <a:pt x="1331" y="138"/>
                  </a:lnTo>
                  <a:lnTo>
                    <a:pt x="1307" y="125"/>
                  </a:lnTo>
                  <a:lnTo>
                    <a:pt x="1282" y="112"/>
                  </a:lnTo>
                  <a:lnTo>
                    <a:pt x="1256" y="98"/>
                  </a:lnTo>
                  <a:lnTo>
                    <a:pt x="1229" y="86"/>
                  </a:lnTo>
                  <a:lnTo>
                    <a:pt x="1200" y="76"/>
                  </a:lnTo>
                  <a:lnTo>
                    <a:pt x="1171" y="65"/>
                  </a:lnTo>
                  <a:lnTo>
                    <a:pt x="1140" y="56"/>
                  </a:lnTo>
                  <a:lnTo>
                    <a:pt x="1109" y="47"/>
                  </a:lnTo>
                  <a:lnTo>
                    <a:pt x="1077" y="39"/>
                  </a:lnTo>
                  <a:lnTo>
                    <a:pt x="1044" y="31"/>
                  </a:lnTo>
                  <a:lnTo>
                    <a:pt x="1009" y="24"/>
                  </a:lnTo>
                  <a:lnTo>
                    <a:pt x="975" y="18"/>
                  </a:lnTo>
                  <a:lnTo>
                    <a:pt x="939" y="12"/>
                  </a:lnTo>
                  <a:lnTo>
                    <a:pt x="902" y="8"/>
                  </a:lnTo>
                  <a:lnTo>
                    <a:pt x="866" y="6"/>
                  </a:lnTo>
                  <a:lnTo>
                    <a:pt x="828" y="3"/>
                  </a:lnTo>
                  <a:lnTo>
                    <a:pt x="789" y="2"/>
                  </a:lnTo>
                  <a:lnTo>
                    <a:pt x="751" y="0"/>
                  </a:lnTo>
                </a:path>
              </a:pathLst>
            </a:custGeom>
            <a:solidFill>
              <a:schemeClr val="bg1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" name="Freeform 27">
              <a:extLst>
                <a:ext uri="{FF2B5EF4-FFF2-40B4-BE49-F238E27FC236}">
                  <a16:creationId xmlns:a16="http://schemas.microsoft.com/office/drawing/2014/main" id="{35BE1DDB-518F-45D1-A3F3-4B0C98A25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250" y="3468688"/>
              <a:ext cx="125413" cy="104775"/>
            </a:xfrm>
            <a:custGeom>
              <a:avLst/>
              <a:gdLst>
                <a:gd name="T0" fmla="*/ 2147483646 w 159"/>
                <a:gd name="T1" fmla="*/ 0 h 133"/>
                <a:gd name="T2" fmla="*/ 0 w 159"/>
                <a:gd name="T3" fmla="*/ 2147483646 h 133"/>
                <a:gd name="T4" fmla="*/ 2147483646 w 159"/>
                <a:gd name="T5" fmla="*/ 2147483646 h 133"/>
                <a:gd name="T6" fmla="*/ 2147483646 w 159"/>
                <a:gd name="T7" fmla="*/ 2147483646 h 133"/>
                <a:gd name="T8" fmla="*/ 2147483646 w 159"/>
                <a:gd name="T9" fmla="*/ 0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133"/>
                <a:gd name="T17" fmla="*/ 159 w 159"/>
                <a:gd name="T18" fmla="*/ 133 h 1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133">
                  <a:moveTo>
                    <a:pt x="106" y="0"/>
                  </a:moveTo>
                  <a:lnTo>
                    <a:pt x="0" y="133"/>
                  </a:lnTo>
                  <a:lnTo>
                    <a:pt x="159" y="53"/>
                  </a:lnTo>
                  <a:lnTo>
                    <a:pt x="133" y="27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" name="Freeform 28">
              <a:extLst>
                <a:ext uri="{FF2B5EF4-FFF2-40B4-BE49-F238E27FC236}">
                  <a16:creationId xmlns:a16="http://schemas.microsoft.com/office/drawing/2014/main" id="{B36FAA8C-797C-44DA-8497-02B2BE4E0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738" y="1227138"/>
              <a:ext cx="676275" cy="2257425"/>
            </a:xfrm>
            <a:custGeom>
              <a:avLst/>
              <a:gdLst>
                <a:gd name="T0" fmla="*/ 0 w 850"/>
                <a:gd name="T1" fmla="*/ 0 h 2845"/>
                <a:gd name="T2" fmla="*/ 2147483646 w 850"/>
                <a:gd name="T3" fmla="*/ 2147483646 h 2845"/>
                <a:gd name="T4" fmla="*/ 2147483646 w 850"/>
                <a:gd name="T5" fmla="*/ 2147483646 h 2845"/>
                <a:gd name="T6" fmla="*/ 2147483646 w 850"/>
                <a:gd name="T7" fmla="*/ 2147483646 h 2845"/>
                <a:gd name="T8" fmla="*/ 2147483646 w 850"/>
                <a:gd name="T9" fmla="*/ 2147483646 h 2845"/>
                <a:gd name="T10" fmla="*/ 2147483646 w 850"/>
                <a:gd name="T11" fmla="*/ 2147483646 h 2845"/>
                <a:gd name="T12" fmla="*/ 2147483646 w 850"/>
                <a:gd name="T13" fmla="*/ 2147483646 h 2845"/>
                <a:gd name="T14" fmla="*/ 2147483646 w 850"/>
                <a:gd name="T15" fmla="*/ 2147483646 h 2845"/>
                <a:gd name="T16" fmla="*/ 2147483646 w 850"/>
                <a:gd name="T17" fmla="*/ 2147483646 h 2845"/>
                <a:gd name="T18" fmla="*/ 2147483646 w 850"/>
                <a:gd name="T19" fmla="*/ 2147483646 h 2845"/>
                <a:gd name="T20" fmla="*/ 2147483646 w 850"/>
                <a:gd name="T21" fmla="*/ 2147483646 h 2845"/>
                <a:gd name="T22" fmla="*/ 2147483646 w 850"/>
                <a:gd name="T23" fmla="*/ 2147483646 h 2845"/>
                <a:gd name="T24" fmla="*/ 2147483646 w 850"/>
                <a:gd name="T25" fmla="*/ 2147483646 h 2845"/>
                <a:gd name="T26" fmla="*/ 2147483646 w 850"/>
                <a:gd name="T27" fmla="*/ 2147483646 h 2845"/>
                <a:gd name="T28" fmla="*/ 2147483646 w 850"/>
                <a:gd name="T29" fmla="*/ 2147483646 h 2845"/>
                <a:gd name="T30" fmla="*/ 2147483646 w 850"/>
                <a:gd name="T31" fmla="*/ 2147483646 h 2845"/>
                <a:gd name="T32" fmla="*/ 2147483646 w 850"/>
                <a:gd name="T33" fmla="*/ 2147483646 h 2845"/>
                <a:gd name="T34" fmla="*/ 2147483646 w 850"/>
                <a:gd name="T35" fmla="*/ 2147483646 h 2845"/>
                <a:gd name="T36" fmla="*/ 2147483646 w 850"/>
                <a:gd name="T37" fmla="*/ 2147483646 h 2845"/>
                <a:gd name="T38" fmla="*/ 2147483646 w 850"/>
                <a:gd name="T39" fmla="*/ 2147483646 h 2845"/>
                <a:gd name="T40" fmla="*/ 2147483646 w 850"/>
                <a:gd name="T41" fmla="*/ 2147483646 h 2845"/>
                <a:gd name="T42" fmla="*/ 2147483646 w 850"/>
                <a:gd name="T43" fmla="*/ 2147483646 h 2845"/>
                <a:gd name="T44" fmla="*/ 2147483646 w 850"/>
                <a:gd name="T45" fmla="*/ 2147483646 h 2845"/>
                <a:gd name="T46" fmla="*/ 2147483646 w 850"/>
                <a:gd name="T47" fmla="*/ 2147483646 h 2845"/>
                <a:gd name="T48" fmla="*/ 2147483646 w 850"/>
                <a:gd name="T49" fmla="*/ 2147483646 h 2845"/>
                <a:gd name="T50" fmla="*/ 2147483646 w 850"/>
                <a:gd name="T51" fmla="*/ 2147483646 h 2845"/>
                <a:gd name="T52" fmla="*/ 2147483646 w 850"/>
                <a:gd name="T53" fmla="*/ 2147483646 h 2845"/>
                <a:gd name="T54" fmla="*/ 2147483646 w 850"/>
                <a:gd name="T55" fmla="*/ 2147483646 h 2845"/>
                <a:gd name="T56" fmla="*/ 2147483646 w 850"/>
                <a:gd name="T57" fmla="*/ 2147483646 h 2845"/>
                <a:gd name="T58" fmla="*/ 2147483646 w 850"/>
                <a:gd name="T59" fmla="*/ 2147483646 h 2845"/>
                <a:gd name="T60" fmla="*/ 2147483646 w 850"/>
                <a:gd name="T61" fmla="*/ 2147483646 h 2845"/>
                <a:gd name="T62" fmla="*/ 2147483646 w 850"/>
                <a:gd name="T63" fmla="*/ 2147483646 h 2845"/>
                <a:gd name="T64" fmla="*/ 2147483646 w 850"/>
                <a:gd name="T65" fmla="*/ 2147483646 h 284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850"/>
                <a:gd name="T100" fmla="*/ 0 h 2845"/>
                <a:gd name="T101" fmla="*/ 850 w 850"/>
                <a:gd name="T102" fmla="*/ 2845 h 284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850" h="2845">
                  <a:moveTo>
                    <a:pt x="0" y="0"/>
                  </a:moveTo>
                  <a:lnTo>
                    <a:pt x="91" y="61"/>
                  </a:lnTo>
                  <a:lnTo>
                    <a:pt x="177" y="128"/>
                  </a:lnTo>
                  <a:lnTo>
                    <a:pt x="257" y="201"/>
                  </a:lnTo>
                  <a:lnTo>
                    <a:pt x="331" y="279"/>
                  </a:lnTo>
                  <a:lnTo>
                    <a:pt x="401" y="363"/>
                  </a:lnTo>
                  <a:lnTo>
                    <a:pt x="465" y="452"/>
                  </a:lnTo>
                  <a:lnTo>
                    <a:pt x="525" y="545"/>
                  </a:lnTo>
                  <a:lnTo>
                    <a:pt x="579" y="640"/>
                  </a:lnTo>
                  <a:lnTo>
                    <a:pt x="627" y="739"/>
                  </a:lnTo>
                  <a:lnTo>
                    <a:pt x="670" y="842"/>
                  </a:lnTo>
                  <a:lnTo>
                    <a:pt x="710" y="946"/>
                  </a:lnTo>
                  <a:lnTo>
                    <a:pt x="743" y="1052"/>
                  </a:lnTo>
                  <a:lnTo>
                    <a:pt x="772" y="1160"/>
                  </a:lnTo>
                  <a:lnTo>
                    <a:pt x="797" y="1268"/>
                  </a:lnTo>
                  <a:lnTo>
                    <a:pt x="817" y="1377"/>
                  </a:lnTo>
                  <a:lnTo>
                    <a:pt x="832" y="1486"/>
                  </a:lnTo>
                  <a:lnTo>
                    <a:pt x="843" y="1594"/>
                  </a:lnTo>
                  <a:lnTo>
                    <a:pt x="849" y="1702"/>
                  </a:lnTo>
                  <a:lnTo>
                    <a:pt x="850" y="1808"/>
                  </a:lnTo>
                  <a:lnTo>
                    <a:pt x="848" y="1913"/>
                  </a:lnTo>
                  <a:lnTo>
                    <a:pt x="841" y="2013"/>
                  </a:lnTo>
                  <a:lnTo>
                    <a:pt x="831" y="2113"/>
                  </a:lnTo>
                  <a:lnTo>
                    <a:pt x="815" y="2208"/>
                  </a:lnTo>
                  <a:lnTo>
                    <a:pt x="795" y="2300"/>
                  </a:lnTo>
                  <a:lnTo>
                    <a:pt x="772" y="2389"/>
                  </a:lnTo>
                  <a:lnTo>
                    <a:pt x="745" y="2471"/>
                  </a:lnTo>
                  <a:lnTo>
                    <a:pt x="714" y="2549"/>
                  </a:lnTo>
                  <a:lnTo>
                    <a:pt x="678" y="2621"/>
                  </a:lnTo>
                  <a:lnTo>
                    <a:pt x="640" y="2687"/>
                  </a:lnTo>
                  <a:lnTo>
                    <a:pt x="597" y="2746"/>
                  </a:lnTo>
                  <a:lnTo>
                    <a:pt x="551" y="2800"/>
                  </a:lnTo>
                  <a:lnTo>
                    <a:pt x="502" y="2845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" name="Rectangle 29">
              <a:extLst>
                <a:ext uri="{FF2B5EF4-FFF2-40B4-BE49-F238E27FC236}">
                  <a16:creationId xmlns:a16="http://schemas.microsoft.com/office/drawing/2014/main" id="{E0DDF16F-DD35-4C5A-888E-0BC0888239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2650" y="388938"/>
              <a:ext cx="4381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" name="Freeform 30">
              <a:extLst>
                <a:ext uri="{FF2B5EF4-FFF2-40B4-BE49-F238E27FC236}">
                  <a16:creationId xmlns:a16="http://schemas.microsoft.com/office/drawing/2014/main" id="{B8B8FB59-BFE4-469D-B11D-B8506ADFD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600" y="795338"/>
              <a:ext cx="125413" cy="104775"/>
            </a:xfrm>
            <a:custGeom>
              <a:avLst/>
              <a:gdLst>
                <a:gd name="T0" fmla="*/ 0 w 159"/>
                <a:gd name="T1" fmla="*/ 2147483646 h 133"/>
                <a:gd name="T2" fmla="*/ 2147483646 w 159"/>
                <a:gd name="T3" fmla="*/ 2147483646 h 133"/>
                <a:gd name="T4" fmla="*/ 2147483646 w 159"/>
                <a:gd name="T5" fmla="*/ 0 h 133"/>
                <a:gd name="T6" fmla="*/ 2147483646 w 159"/>
                <a:gd name="T7" fmla="*/ 2147483646 h 133"/>
                <a:gd name="T8" fmla="*/ 0 w 159"/>
                <a:gd name="T9" fmla="*/ 2147483646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133"/>
                <a:gd name="T17" fmla="*/ 159 w 159"/>
                <a:gd name="T18" fmla="*/ 133 h 1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133">
                  <a:moveTo>
                    <a:pt x="0" y="53"/>
                  </a:moveTo>
                  <a:lnTo>
                    <a:pt x="159" y="133"/>
                  </a:lnTo>
                  <a:lnTo>
                    <a:pt x="53" y="0"/>
                  </a:lnTo>
                  <a:lnTo>
                    <a:pt x="27" y="27"/>
                  </a:lnTo>
                  <a:lnTo>
                    <a:pt x="0" y="53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" name="Line 31">
              <a:extLst>
                <a:ext uri="{FF2B5EF4-FFF2-40B4-BE49-F238E27FC236}">
                  <a16:creationId xmlns:a16="http://schemas.microsoft.com/office/drawing/2014/main" id="{E1E09936-FED8-4A96-9A3A-933B1AFEE9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0463" y="627063"/>
              <a:ext cx="231775" cy="188912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" name="Rectangle 32">
              <a:extLst>
                <a:ext uri="{FF2B5EF4-FFF2-40B4-BE49-F238E27FC236}">
                  <a16:creationId xmlns:a16="http://schemas.microsoft.com/office/drawing/2014/main" id="{26822078-4107-4A7F-8942-752DECC604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2650" y="2835275"/>
              <a:ext cx="4381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1xx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2" name="Rectangle 33">
              <a:extLst>
                <a:ext uri="{FF2B5EF4-FFF2-40B4-BE49-F238E27FC236}">
                  <a16:creationId xmlns:a16="http://schemas.microsoft.com/office/drawing/2014/main" id="{F9E8E664-1643-47B4-9B09-FC7CBCE0B3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9450" y="406400"/>
              <a:ext cx="5842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Reset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" name="Rectangle 34">
              <a:extLst>
                <a:ext uri="{FF2B5EF4-FFF2-40B4-BE49-F238E27FC236}">
                  <a16:creationId xmlns:a16="http://schemas.microsoft.com/office/drawing/2014/main" id="{E6F77598-3EB9-4DE7-AAB5-614D8B1CE9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4450" y="2190750"/>
              <a:ext cx="4445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gnt1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4" name="Rectangle 35">
              <a:extLst>
                <a:ext uri="{FF2B5EF4-FFF2-40B4-BE49-F238E27FC236}">
                  <a16:creationId xmlns:a16="http://schemas.microsoft.com/office/drawing/2014/main" id="{A6CF727E-CD5B-4382-A03D-A0A940B5EF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6413" y="2190750"/>
              <a:ext cx="234950" cy="269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" name="Rectangle 36">
              <a:extLst>
                <a:ext uri="{FF2B5EF4-FFF2-40B4-BE49-F238E27FC236}">
                  <a16:creationId xmlns:a16="http://schemas.microsoft.com/office/drawing/2014/main" id="{13CD6283-B120-47C9-AD2F-F4E852EA7F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8013" y="2286000"/>
              <a:ext cx="176212" cy="211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" name="Rectangle 37">
              <a:extLst>
                <a:ext uri="{FF2B5EF4-FFF2-40B4-BE49-F238E27FC236}">
                  <a16:creationId xmlns:a16="http://schemas.microsoft.com/office/drawing/2014/main" id="{900974EB-69AA-45DA-BA04-3F9B9C39A0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8625" y="2184400"/>
              <a:ext cx="206375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panose="05050102010706020507" pitchFamily="18" charset="2"/>
                  <a:ea typeface="MS PGothic" panose="020B0600070205080204" pitchFamily="34" charset="-128"/>
                  <a:cs typeface="+mn-cs"/>
                </a:rPr>
                <a:t>¤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7" name="Rectangle 38">
              <a:extLst>
                <a:ext uri="{FF2B5EF4-FFF2-40B4-BE49-F238E27FC236}">
                  <a16:creationId xmlns:a16="http://schemas.microsoft.com/office/drawing/2014/main" id="{7AD776CA-D7F4-470F-BDBA-0867C2EAF8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8838" y="2190750"/>
              <a:ext cx="2333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8" name="Freeform 39">
              <a:extLst>
                <a:ext uri="{FF2B5EF4-FFF2-40B4-BE49-F238E27FC236}">
                  <a16:creationId xmlns:a16="http://schemas.microsoft.com/office/drawing/2014/main" id="{231134E2-507C-41DD-B102-8EBC887BE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925" y="3297238"/>
              <a:ext cx="1192213" cy="598487"/>
            </a:xfrm>
            <a:custGeom>
              <a:avLst/>
              <a:gdLst>
                <a:gd name="T0" fmla="*/ 2147483646 w 1502"/>
                <a:gd name="T1" fmla="*/ 2147483646 h 753"/>
                <a:gd name="T2" fmla="*/ 2147483646 w 1502"/>
                <a:gd name="T3" fmla="*/ 2147483646 h 753"/>
                <a:gd name="T4" fmla="*/ 2147483646 w 1502"/>
                <a:gd name="T5" fmla="*/ 2147483646 h 753"/>
                <a:gd name="T6" fmla="*/ 2147483646 w 1502"/>
                <a:gd name="T7" fmla="*/ 2147483646 h 753"/>
                <a:gd name="T8" fmla="*/ 2147483646 w 1502"/>
                <a:gd name="T9" fmla="*/ 2147483646 h 753"/>
                <a:gd name="T10" fmla="*/ 2147483646 w 1502"/>
                <a:gd name="T11" fmla="*/ 2147483646 h 753"/>
                <a:gd name="T12" fmla="*/ 2147483646 w 1502"/>
                <a:gd name="T13" fmla="*/ 2147483646 h 753"/>
                <a:gd name="T14" fmla="*/ 2147483646 w 1502"/>
                <a:gd name="T15" fmla="*/ 2147483646 h 753"/>
                <a:gd name="T16" fmla="*/ 2147483646 w 1502"/>
                <a:gd name="T17" fmla="*/ 2147483646 h 753"/>
                <a:gd name="T18" fmla="*/ 2147483646 w 1502"/>
                <a:gd name="T19" fmla="*/ 2147483646 h 753"/>
                <a:gd name="T20" fmla="*/ 0 w 1502"/>
                <a:gd name="T21" fmla="*/ 2147483646 h 753"/>
                <a:gd name="T22" fmla="*/ 2147483646 w 1502"/>
                <a:gd name="T23" fmla="*/ 2147483646 h 753"/>
                <a:gd name="T24" fmla="*/ 2147483646 w 1502"/>
                <a:gd name="T25" fmla="*/ 2147483646 h 753"/>
                <a:gd name="T26" fmla="*/ 2147483646 w 1502"/>
                <a:gd name="T27" fmla="*/ 2147483646 h 753"/>
                <a:gd name="T28" fmla="*/ 2147483646 w 1502"/>
                <a:gd name="T29" fmla="*/ 2147483646 h 753"/>
                <a:gd name="T30" fmla="*/ 2147483646 w 1502"/>
                <a:gd name="T31" fmla="*/ 2147483646 h 753"/>
                <a:gd name="T32" fmla="*/ 2147483646 w 1502"/>
                <a:gd name="T33" fmla="*/ 2147483646 h 753"/>
                <a:gd name="T34" fmla="*/ 2147483646 w 1502"/>
                <a:gd name="T35" fmla="*/ 2147483646 h 753"/>
                <a:gd name="T36" fmla="*/ 2147483646 w 1502"/>
                <a:gd name="T37" fmla="*/ 2147483646 h 753"/>
                <a:gd name="T38" fmla="*/ 2147483646 w 1502"/>
                <a:gd name="T39" fmla="*/ 2147483646 h 753"/>
                <a:gd name="T40" fmla="*/ 2147483646 w 1502"/>
                <a:gd name="T41" fmla="*/ 2147483646 h 753"/>
                <a:gd name="T42" fmla="*/ 2147483646 w 1502"/>
                <a:gd name="T43" fmla="*/ 2147483646 h 753"/>
                <a:gd name="T44" fmla="*/ 2147483646 w 1502"/>
                <a:gd name="T45" fmla="*/ 2147483646 h 753"/>
                <a:gd name="T46" fmla="*/ 2147483646 w 1502"/>
                <a:gd name="T47" fmla="*/ 2147483646 h 753"/>
                <a:gd name="T48" fmla="*/ 2147483646 w 1502"/>
                <a:gd name="T49" fmla="*/ 2147483646 h 753"/>
                <a:gd name="T50" fmla="*/ 2147483646 w 1502"/>
                <a:gd name="T51" fmla="*/ 2147483646 h 753"/>
                <a:gd name="T52" fmla="*/ 2147483646 w 1502"/>
                <a:gd name="T53" fmla="*/ 2147483646 h 753"/>
                <a:gd name="T54" fmla="*/ 2147483646 w 1502"/>
                <a:gd name="T55" fmla="*/ 2147483646 h 753"/>
                <a:gd name="T56" fmla="*/ 2147483646 w 1502"/>
                <a:gd name="T57" fmla="*/ 2147483646 h 753"/>
                <a:gd name="T58" fmla="*/ 2147483646 w 1502"/>
                <a:gd name="T59" fmla="*/ 2147483646 h 753"/>
                <a:gd name="T60" fmla="*/ 2147483646 w 1502"/>
                <a:gd name="T61" fmla="*/ 2147483646 h 753"/>
                <a:gd name="T62" fmla="*/ 2147483646 w 1502"/>
                <a:gd name="T63" fmla="*/ 2147483646 h 753"/>
                <a:gd name="T64" fmla="*/ 2147483646 w 1502"/>
                <a:gd name="T65" fmla="*/ 2147483646 h 753"/>
                <a:gd name="T66" fmla="*/ 2147483646 w 1502"/>
                <a:gd name="T67" fmla="*/ 2147483646 h 753"/>
                <a:gd name="T68" fmla="*/ 2147483646 w 1502"/>
                <a:gd name="T69" fmla="*/ 2147483646 h 753"/>
                <a:gd name="T70" fmla="*/ 2147483646 w 1502"/>
                <a:gd name="T71" fmla="*/ 2147483646 h 753"/>
                <a:gd name="T72" fmla="*/ 2147483646 w 1502"/>
                <a:gd name="T73" fmla="*/ 2147483646 h 753"/>
                <a:gd name="T74" fmla="*/ 2147483646 w 1502"/>
                <a:gd name="T75" fmla="*/ 2147483646 h 753"/>
                <a:gd name="T76" fmla="*/ 2147483646 w 1502"/>
                <a:gd name="T77" fmla="*/ 2147483646 h 753"/>
                <a:gd name="T78" fmla="*/ 2147483646 w 1502"/>
                <a:gd name="T79" fmla="*/ 2147483646 h 753"/>
                <a:gd name="T80" fmla="*/ 2147483646 w 1502"/>
                <a:gd name="T81" fmla="*/ 2147483646 h 753"/>
                <a:gd name="T82" fmla="*/ 2147483646 w 1502"/>
                <a:gd name="T83" fmla="*/ 2147483646 h 753"/>
                <a:gd name="T84" fmla="*/ 2147483646 w 1502"/>
                <a:gd name="T85" fmla="*/ 2147483646 h 753"/>
                <a:gd name="T86" fmla="*/ 2147483646 w 1502"/>
                <a:gd name="T87" fmla="*/ 0 h 75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02"/>
                <a:gd name="T133" fmla="*/ 0 h 753"/>
                <a:gd name="T134" fmla="*/ 1502 w 1502"/>
                <a:gd name="T135" fmla="*/ 753 h 75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02" h="753">
                  <a:moveTo>
                    <a:pt x="751" y="0"/>
                  </a:moveTo>
                  <a:lnTo>
                    <a:pt x="712" y="1"/>
                  </a:lnTo>
                  <a:lnTo>
                    <a:pt x="674" y="2"/>
                  </a:lnTo>
                  <a:lnTo>
                    <a:pt x="637" y="5"/>
                  </a:lnTo>
                  <a:lnTo>
                    <a:pt x="600" y="8"/>
                  </a:lnTo>
                  <a:lnTo>
                    <a:pt x="563" y="12"/>
                  </a:lnTo>
                  <a:lnTo>
                    <a:pt x="528" y="17"/>
                  </a:lnTo>
                  <a:lnTo>
                    <a:pt x="492" y="23"/>
                  </a:lnTo>
                  <a:lnTo>
                    <a:pt x="458" y="30"/>
                  </a:lnTo>
                  <a:lnTo>
                    <a:pt x="425" y="38"/>
                  </a:lnTo>
                  <a:lnTo>
                    <a:pt x="393" y="46"/>
                  </a:lnTo>
                  <a:lnTo>
                    <a:pt x="361" y="55"/>
                  </a:lnTo>
                  <a:lnTo>
                    <a:pt x="331" y="65"/>
                  </a:lnTo>
                  <a:lnTo>
                    <a:pt x="302" y="75"/>
                  </a:lnTo>
                  <a:lnTo>
                    <a:pt x="274" y="86"/>
                  </a:lnTo>
                  <a:lnTo>
                    <a:pt x="246" y="98"/>
                  </a:lnTo>
                  <a:lnTo>
                    <a:pt x="220" y="111"/>
                  </a:lnTo>
                  <a:lnTo>
                    <a:pt x="194" y="124"/>
                  </a:lnTo>
                  <a:lnTo>
                    <a:pt x="172" y="137"/>
                  </a:lnTo>
                  <a:lnTo>
                    <a:pt x="149" y="152"/>
                  </a:lnTo>
                  <a:lnTo>
                    <a:pt x="128" y="167"/>
                  </a:lnTo>
                  <a:lnTo>
                    <a:pt x="108" y="181"/>
                  </a:lnTo>
                  <a:lnTo>
                    <a:pt x="91" y="197"/>
                  </a:lnTo>
                  <a:lnTo>
                    <a:pt x="74" y="213"/>
                  </a:lnTo>
                  <a:lnTo>
                    <a:pt x="59" y="230"/>
                  </a:lnTo>
                  <a:lnTo>
                    <a:pt x="46" y="248"/>
                  </a:lnTo>
                  <a:lnTo>
                    <a:pt x="34" y="265"/>
                  </a:lnTo>
                  <a:lnTo>
                    <a:pt x="23" y="283"/>
                  </a:lnTo>
                  <a:lnTo>
                    <a:pt x="16" y="301"/>
                  </a:lnTo>
                  <a:lnTo>
                    <a:pt x="9" y="319"/>
                  </a:lnTo>
                  <a:lnTo>
                    <a:pt x="4" y="338"/>
                  </a:lnTo>
                  <a:lnTo>
                    <a:pt x="1" y="358"/>
                  </a:lnTo>
                  <a:lnTo>
                    <a:pt x="0" y="376"/>
                  </a:lnTo>
                  <a:lnTo>
                    <a:pt x="1" y="396"/>
                  </a:lnTo>
                  <a:lnTo>
                    <a:pt x="4" y="416"/>
                  </a:lnTo>
                  <a:lnTo>
                    <a:pt x="9" y="434"/>
                  </a:lnTo>
                  <a:lnTo>
                    <a:pt x="16" y="453"/>
                  </a:lnTo>
                  <a:lnTo>
                    <a:pt x="23" y="470"/>
                  </a:lnTo>
                  <a:lnTo>
                    <a:pt x="34" y="489"/>
                  </a:lnTo>
                  <a:lnTo>
                    <a:pt x="46" y="506"/>
                  </a:lnTo>
                  <a:lnTo>
                    <a:pt x="59" y="523"/>
                  </a:lnTo>
                  <a:lnTo>
                    <a:pt x="74" y="540"/>
                  </a:lnTo>
                  <a:lnTo>
                    <a:pt x="91" y="556"/>
                  </a:lnTo>
                  <a:lnTo>
                    <a:pt x="108" y="572"/>
                  </a:lnTo>
                  <a:lnTo>
                    <a:pt x="128" y="587"/>
                  </a:lnTo>
                  <a:lnTo>
                    <a:pt x="149" y="601"/>
                  </a:lnTo>
                  <a:lnTo>
                    <a:pt x="172" y="616"/>
                  </a:lnTo>
                  <a:lnTo>
                    <a:pt x="194" y="629"/>
                  </a:lnTo>
                  <a:lnTo>
                    <a:pt x="220" y="643"/>
                  </a:lnTo>
                  <a:lnTo>
                    <a:pt x="246" y="656"/>
                  </a:lnTo>
                  <a:lnTo>
                    <a:pt x="274" y="668"/>
                  </a:lnTo>
                  <a:lnTo>
                    <a:pt x="302" y="678"/>
                  </a:lnTo>
                  <a:lnTo>
                    <a:pt x="331" y="689"/>
                  </a:lnTo>
                  <a:lnTo>
                    <a:pt x="361" y="698"/>
                  </a:lnTo>
                  <a:lnTo>
                    <a:pt x="393" y="708"/>
                  </a:lnTo>
                  <a:lnTo>
                    <a:pt x="425" y="715"/>
                  </a:lnTo>
                  <a:lnTo>
                    <a:pt x="458" y="723"/>
                  </a:lnTo>
                  <a:lnTo>
                    <a:pt x="492" y="730"/>
                  </a:lnTo>
                  <a:lnTo>
                    <a:pt x="528" y="737"/>
                  </a:lnTo>
                  <a:lnTo>
                    <a:pt x="563" y="742"/>
                  </a:lnTo>
                  <a:lnTo>
                    <a:pt x="600" y="746"/>
                  </a:lnTo>
                  <a:lnTo>
                    <a:pt x="637" y="749"/>
                  </a:lnTo>
                  <a:lnTo>
                    <a:pt x="674" y="751"/>
                  </a:lnTo>
                  <a:lnTo>
                    <a:pt x="712" y="753"/>
                  </a:lnTo>
                  <a:lnTo>
                    <a:pt x="751" y="753"/>
                  </a:lnTo>
                  <a:lnTo>
                    <a:pt x="789" y="753"/>
                  </a:lnTo>
                  <a:lnTo>
                    <a:pt x="828" y="751"/>
                  </a:lnTo>
                  <a:lnTo>
                    <a:pt x="866" y="749"/>
                  </a:lnTo>
                  <a:lnTo>
                    <a:pt x="902" y="746"/>
                  </a:lnTo>
                  <a:lnTo>
                    <a:pt x="939" y="742"/>
                  </a:lnTo>
                  <a:lnTo>
                    <a:pt x="975" y="737"/>
                  </a:lnTo>
                  <a:lnTo>
                    <a:pt x="1009" y="730"/>
                  </a:lnTo>
                  <a:lnTo>
                    <a:pt x="1044" y="723"/>
                  </a:lnTo>
                  <a:lnTo>
                    <a:pt x="1077" y="715"/>
                  </a:lnTo>
                  <a:lnTo>
                    <a:pt x="1109" y="708"/>
                  </a:lnTo>
                  <a:lnTo>
                    <a:pt x="1140" y="698"/>
                  </a:lnTo>
                  <a:lnTo>
                    <a:pt x="1171" y="689"/>
                  </a:lnTo>
                  <a:lnTo>
                    <a:pt x="1200" y="678"/>
                  </a:lnTo>
                  <a:lnTo>
                    <a:pt x="1229" y="668"/>
                  </a:lnTo>
                  <a:lnTo>
                    <a:pt x="1256" y="656"/>
                  </a:lnTo>
                  <a:lnTo>
                    <a:pt x="1282" y="643"/>
                  </a:lnTo>
                  <a:lnTo>
                    <a:pt x="1307" y="629"/>
                  </a:lnTo>
                  <a:lnTo>
                    <a:pt x="1331" y="616"/>
                  </a:lnTo>
                  <a:lnTo>
                    <a:pt x="1354" y="601"/>
                  </a:lnTo>
                  <a:lnTo>
                    <a:pt x="1374" y="587"/>
                  </a:lnTo>
                  <a:lnTo>
                    <a:pt x="1393" y="572"/>
                  </a:lnTo>
                  <a:lnTo>
                    <a:pt x="1412" y="556"/>
                  </a:lnTo>
                  <a:lnTo>
                    <a:pt x="1428" y="540"/>
                  </a:lnTo>
                  <a:lnTo>
                    <a:pt x="1444" y="523"/>
                  </a:lnTo>
                  <a:lnTo>
                    <a:pt x="1457" y="506"/>
                  </a:lnTo>
                  <a:lnTo>
                    <a:pt x="1469" y="489"/>
                  </a:lnTo>
                  <a:lnTo>
                    <a:pt x="1478" y="470"/>
                  </a:lnTo>
                  <a:lnTo>
                    <a:pt x="1487" y="453"/>
                  </a:lnTo>
                  <a:lnTo>
                    <a:pt x="1494" y="434"/>
                  </a:lnTo>
                  <a:lnTo>
                    <a:pt x="1498" y="416"/>
                  </a:lnTo>
                  <a:lnTo>
                    <a:pt x="1501" y="396"/>
                  </a:lnTo>
                  <a:lnTo>
                    <a:pt x="1502" y="376"/>
                  </a:lnTo>
                  <a:lnTo>
                    <a:pt x="1501" y="358"/>
                  </a:lnTo>
                  <a:lnTo>
                    <a:pt x="1498" y="338"/>
                  </a:lnTo>
                  <a:lnTo>
                    <a:pt x="1494" y="319"/>
                  </a:lnTo>
                  <a:lnTo>
                    <a:pt x="1487" y="301"/>
                  </a:lnTo>
                  <a:lnTo>
                    <a:pt x="1478" y="283"/>
                  </a:lnTo>
                  <a:lnTo>
                    <a:pt x="1469" y="265"/>
                  </a:lnTo>
                  <a:lnTo>
                    <a:pt x="1457" y="248"/>
                  </a:lnTo>
                  <a:lnTo>
                    <a:pt x="1444" y="230"/>
                  </a:lnTo>
                  <a:lnTo>
                    <a:pt x="1428" y="213"/>
                  </a:lnTo>
                  <a:lnTo>
                    <a:pt x="1412" y="197"/>
                  </a:lnTo>
                  <a:lnTo>
                    <a:pt x="1393" y="181"/>
                  </a:lnTo>
                  <a:lnTo>
                    <a:pt x="1374" y="167"/>
                  </a:lnTo>
                  <a:lnTo>
                    <a:pt x="1354" y="152"/>
                  </a:lnTo>
                  <a:lnTo>
                    <a:pt x="1331" y="137"/>
                  </a:lnTo>
                  <a:lnTo>
                    <a:pt x="1307" y="124"/>
                  </a:lnTo>
                  <a:lnTo>
                    <a:pt x="1282" y="111"/>
                  </a:lnTo>
                  <a:lnTo>
                    <a:pt x="1256" y="98"/>
                  </a:lnTo>
                  <a:lnTo>
                    <a:pt x="1229" y="86"/>
                  </a:lnTo>
                  <a:lnTo>
                    <a:pt x="1200" y="75"/>
                  </a:lnTo>
                  <a:lnTo>
                    <a:pt x="1171" y="65"/>
                  </a:lnTo>
                  <a:lnTo>
                    <a:pt x="1140" y="55"/>
                  </a:lnTo>
                  <a:lnTo>
                    <a:pt x="1109" y="46"/>
                  </a:lnTo>
                  <a:lnTo>
                    <a:pt x="1077" y="38"/>
                  </a:lnTo>
                  <a:lnTo>
                    <a:pt x="1044" y="30"/>
                  </a:lnTo>
                  <a:lnTo>
                    <a:pt x="1009" y="23"/>
                  </a:lnTo>
                  <a:lnTo>
                    <a:pt x="975" y="17"/>
                  </a:lnTo>
                  <a:lnTo>
                    <a:pt x="939" y="12"/>
                  </a:lnTo>
                  <a:lnTo>
                    <a:pt x="902" y="8"/>
                  </a:lnTo>
                  <a:lnTo>
                    <a:pt x="866" y="5"/>
                  </a:lnTo>
                  <a:lnTo>
                    <a:pt x="828" y="2"/>
                  </a:lnTo>
                  <a:lnTo>
                    <a:pt x="789" y="1"/>
                  </a:lnTo>
                  <a:lnTo>
                    <a:pt x="751" y="0"/>
                  </a:lnTo>
                </a:path>
              </a:pathLst>
            </a:custGeom>
            <a:solidFill>
              <a:schemeClr val="bg1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" name="Rectangle 40">
              <a:extLst>
                <a:ext uri="{FF2B5EF4-FFF2-40B4-BE49-F238E27FC236}">
                  <a16:creationId xmlns:a16="http://schemas.microsoft.com/office/drawing/2014/main" id="{0505750E-2F3C-46F7-8F39-9DC025FC18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9138" y="2190750"/>
              <a:ext cx="2460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" name="Rectangle 41">
              <a:extLst>
                <a:ext uri="{FF2B5EF4-FFF2-40B4-BE49-F238E27FC236}">
                  <a16:creationId xmlns:a16="http://schemas.microsoft.com/office/drawing/2014/main" id="{13B2402E-17CA-494B-B6DD-27B7A4659D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2650" y="4135438"/>
              <a:ext cx="4381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x1x 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" name="Rectangle 42">
              <a:extLst>
                <a:ext uri="{FF2B5EF4-FFF2-40B4-BE49-F238E27FC236}">
                  <a16:creationId xmlns:a16="http://schemas.microsoft.com/office/drawing/2014/main" id="{2DB69310-0186-4D88-845C-A0FDE4C8F3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4450" y="3473450"/>
              <a:ext cx="4445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gnt2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2" name="Rectangle 43">
              <a:extLst>
                <a:ext uri="{FF2B5EF4-FFF2-40B4-BE49-F238E27FC236}">
                  <a16:creationId xmlns:a16="http://schemas.microsoft.com/office/drawing/2014/main" id="{259300C8-7106-43F8-9A7F-44DCA1F3B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6413" y="3473450"/>
              <a:ext cx="234950" cy="269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" name="Rectangle 44">
              <a:extLst>
                <a:ext uri="{FF2B5EF4-FFF2-40B4-BE49-F238E27FC236}">
                  <a16:creationId xmlns:a16="http://schemas.microsoft.com/office/drawing/2014/main" id="{E16D21F9-C30C-47EF-A31D-886483075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8013" y="3567113"/>
              <a:ext cx="176212" cy="211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" name="Rectangle 45">
              <a:extLst>
                <a:ext uri="{FF2B5EF4-FFF2-40B4-BE49-F238E27FC236}">
                  <a16:creationId xmlns:a16="http://schemas.microsoft.com/office/drawing/2014/main" id="{AD5EB315-DE6C-4B88-8A3C-6E24080FB9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8625" y="3467100"/>
              <a:ext cx="206375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panose="05050102010706020507" pitchFamily="18" charset="2"/>
                  <a:ea typeface="MS PGothic" panose="020B0600070205080204" pitchFamily="34" charset="-128"/>
                  <a:cs typeface="+mn-cs"/>
                </a:rPr>
                <a:t>¤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" name="Rectangle 46">
              <a:extLst>
                <a:ext uri="{FF2B5EF4-FFF2-40B4-BE49-F238E27FC236}">
                  <a16:creationId xmlns:a16="http://schemas.microsoft.com/office/drawing/2014/main" id="{60372C70-AE3E-4002-ABEE-FDF6B3EEC6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8838" y="3473450"/>
              <a:ext cx="2333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" name="Freeform 47">
              <a:extLst>
                <a:ext uri="{FF2B5EF4-FFF2-40B4-BE49-F238E27FC236}">
                  <a16:creationId xmlns:a16="http://schemas.microsoft.com/office/drawing/2014/main" id="{734A97A4-1C80-484C-AD48-543C055F9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925" y="4602163"/>
              <a:ext cx="1192213" cy="598487"/>
            </a:xfrm>
            <a:custGeom>
              <a:avLst/>
              <a:gdLst>
                <a:gd name="T0" fmla="*/ 2147483646 w 1502"/>
                <a:gd name="T1" fmla="*/ 2147483646 h 753"/>
                <a:gd name="T2" fmla="*/ 2147483646 w 1502"/>
                <a:gd name="T3" fmla="*/ 2147483646 h 753"/>
                <a:gd name="T4" fmla="*/ 2147483646 w 1502"/>
                <a:gd name="T5" fmla="*/ 2147483646 h 753"/>
                <a:gd name="T6" fmla="*/ 2147483646 w 1502"/>
                <a:gd name="T7" fmla="*/ 2147483646 h 753"/>
                <a:gd name="T8" fmla="*/ 2147483646 w 1502"/>
                <a:gd name="T9" fmla="*/ 2147483646 h 753"/>
                <a:gd name="T10" fmla="*/ 2147483646 w 1502"/>
                <a:gd name="T11" fmla="*/ 2147483646 h 753"/>
                <a:gd name="T12" fmla="*/ 2147483646 w 1502"/>
                <a:gd name="T13" fmla="*/ 2147483646 h 753"/>
                <a:gd name="T14" fmla="*/ 2147483646 w 1502"/>
                <a:gd name="T15" fmla="*/ 2147483646 h 753"/>
                <a:gd name="T16" fmla="*/ 2147483646 w 1502"/>
                <a:gd name="T17" fmla="*/ 2147483646 h 753"/>
                <a:gd name="T18" fmla="*/ 2147483646 w 1502"/>
                <a:gd name="T19" fmla="*/ 2147483646 h 753"/>
                <a:gd name="T20" fmla="*/ 0 w 1502"/>
                <a:gd name="T21" fmla="*/ 2147483646 h 753"/>
                <a:gd name="T22" fmla="*/ 2147483646 w 1502"/>
                <a:gd name="T23" fmla="*/ 2147483646 h 753"/>
                <a:gd name="T24" fmla="*/ 2147483646 w 1502"/>
                <a:gd name="T25" fmla="*/ 2147483646 h 753"/>
                <a:gd name="T26" fmla="*/ 2147483646 w 1502"/>
                <a:gd name="T27" fmla="*/ 2147483646 h 753"/>
                <a:gd name="T28" fmla="*/ 2147483646 w 1502"/>
                <a:gd name="T29" fmla="*/ 2147483646 h 753"/>
                <a:gd name="T30" fmla="*/ 2147483646 w 1502"/>
                <a:gd name="T31" fmla="*/ 2147483646 h 753"/>
                <a:gd name="T32" fmla="*/ 2147483646 w 1502"/>
                <a:gd name="T33" fmla="*/ 2147483646 h 753"/>
                <a:gd name="T34" fmla="*/ 2147483646 w 1502"/>
                <a:gd name="T35" fmla="*/ 2147483646 h 753"/>
                <a:gd name="T36" fmla="*/ 2147483646 w 1502"/>
                <a:gd name="T37" fmla="*/ 2147483646 h 753"/>
                <a:gd name="T38" fmla="*/ 2147483646 w 1502"/>
                <a:gd name="T39" fmla="*/ 2147483646 h 753"/>
                <a:gd name="T40" fmla="*/ 2147483646 w 1502"/>
                <a:gd name="T41" fmla="*/ 2147483646 h 753"/>
                <a:gd name="T42" fmla="*/ 2147483646 w 1502"/>
                <a:gd name="T43" fmla="*/ 2147483646 h 753"/>
                <a:gd name="T44" fmla="*/ 2147483646 w 1502"/>
                <a:gd name="T45" fmla="*/ 2147483646 h 753"/>
                <a:gd name="T46" fmla="*/ 2147483646 w 1502"/>
                <a:gd name="T47" fmla="*/ 2147483646 h 753"/>
                <a:gd name="T48" fmla="*/ 2147483646 w 1502"/>
                <a:gd name="T49" fmla="*/ 2147483646 h 753"/>
                <a:gd name="T50" fmla="*/ 2147483646 w 1502"/>
                <a:gd name="T51" fmla="*/ 2147483646 h 753"/>
                <a:gd name="T52" fmla="*/ 2147483646 w 1502"/>
                <a:gd name="T53" fmla="*/ 2147483646 h 753"/>
                <a:gd name="T54" fmla="*/ 2147483646 w 1502"/>
                <a:gd name="T55" fmla="*/ 2147483646 h 753"/>
                <a:gd name="T56" fmla="*/ 2147483646 w 1502"/>
                <a:gd name="T57" fmla="*/ 2147483646 h 753"/>
                <a:gd name="T58" fmla="*/ 2147483646 w 1502"/>
                <a:gd name="T59" fmla="*/ 2147483646 h 753"/>
                <a:gd name="T60" fmla="*/ 2147483646 w 1502"/>
                <a:gd name="T61" fmla="*/ 2147483646 h 753"/>
                <a:gd name="T62" fmla="*/ 2147483646 w 1502"/>
                <a:gd name="T63" fmla="*/ 2147483646 h 753"/>
                <a:gd name="T64" fmla="*/ 2147483646 w 1502"/>
                <a:gd name="T65" fmla="*/ 2147483646 h 753"/>
                <a:gd name="T66" fmla="*/ 2147483646 w 1502"/>
                <a:gd name="T67" fmla="*/ 2147483646 h 753"/>
                <a:gd name="T68" fmla="*/ 2147483646 w 1502"/>
                <a:gd name="T69" fmla="*/ 2147483646 h 753"/>
                <a:gd name="T70" fmla="*/ 2147483646 w 1502"/>
                <a:gd name="T71" fmla="*/ 2147483646 h 753"/>
                <a:gd name="T72" fmla="*/ 2147483646 w 1502"/>
                <a:gd name="T73" fmla="*/ 2147483646 h 753"/>
                <a:gd name="T74" fmla="*/ 2147483646 w 1502"/>
                <a:gd name="T75" fmla="*/ 2147483646 h 753"/>
                <a:gd name="T76" fmla="*/ 2147483646 w 1502"/>
                <a:gd name="T77" fmla="*/ 2147483646 h 753"/>
                <a:gd name="T78" fmla="*/ 2147483646 w 1502"/>
                <a:gd name="T79" fmla="*/ 2147483646 h 753"/>
                <a:gd name="T80" fmla="*/ 2147483646 w 1502"/>
                <a:gd name="T81" fmla="*/ 2147483646 h 753"/>
                <a:gd name="T82" fmla="*/ 2147483646 w 1502"/>
                <a:gd name="T83" fmla="*/ 2147483646 h 753"/>
                <a:gd name="T84" fmla="*/ 2147483646 w 1502"/>
                <a:gd name="T85" fmla="*/ 2147483646 h 753"/>
                <a:gd name="T86" fmla="*/ 2147483646 w 1502"/>
                <a:gd name="T87" fmla="*/ 0 h 75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02"/>
                <a:gd name="T133" fmla="*/ 0 h 753"/>
                <a:gd name="T134" fmla="*/ 1502 w 1502"/>
                <a:gd name="T135" fmla="*/ 753 h 75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02" h="753">
                  <a:moveTo>
                    <a:pt x="751" y="0"/>
                  </a:moveTo>
                  <a:lnTo>
                    <a:pt x="712" y="2"/>
                  </a:lnTo>
                  <a:lnTo>
                    <a:pt x="674" y="3"/>
                  </a:lnTo>
                  <a:lnTo>
                    <a:pt x="637" y="6"/>
                  </a:lnTo>
                  <a:lnTo>
                    <a:pt x="600" y="8"/>
                  </a:lnTo>
                  <a:lnTo>
                    <a:pt x="563" y="12"/>
                  </a:lnTo>
                  <a:lnTo>
                    <a:pt x="528" y="18"/>
                  </a:lnTo>
                  <a:lnTo>
                    <a:pt x="492" y="24"/>
                  </a:lnTo>
                  <a:lnTo>
                    <a:pt x="458" y="31"/>
                  </a:lnTo>
                  <a:lnTo>
                    <a:pt x="425" y="38"/>
                  </a:lnTo>
                  <a:lnTo>
                    <a:pt x="393" y="47"/>
                  </a:lnTo>
                  <a:lnTo>
                    <a:pt x="361" y="56"/>
                  </a:lnTo>
                  <a:lnTo>
                    <a:pt x="331" y="65"/>
                  </a:lnTo>
                  <a:lnTo>
                    <a:pt x="302" y="76"/>
                  </a:lnTo>
                  <a:lnTo>
                    <a:pt x="274" y="87"/>
                  </a:lnTo>
                  <a:lnTo>
                    <a:pt x="246" y="98"/>
                  </a:lnTo>
                  <a:lnTo>
                    <a:pt x="220" y="112"/>
                  </a:lnTo>
                  <a:lnTo>
                    <a:pt x="194" y="125"/>
                  </a:lnTo>
                  <a:lnTo>
                    <a:pt x="172" y="138"/>
                  </a:lnTo>
                  <a:lnTo>
                    <a:pt x="149" y="153"/>
                  </a:lnTo>
                  <a:lnTo>
                    <a:pt x="128" y="167"/>
                  </a:lnTo>
                  <a:lnTo>
                    <a:pt x="108" y="182"/>
                  </a:lnTo>
                  <a:lnTo>
                    <a:pt x="91" y="198"/>
                  </a:lnTo>
                  <a:lnTo>
                    <a:pt x="74" y="214"/>
                  </a:lnTo>
                  <a:lnTo>
                    <a:pt x="59" y="231"/>
                  </a:lnTo>
                  <a:lnTo>
                    <a:pt x="46" y="248"/>
                  </a:lnTo>
                  <a:lnTo>
                    <a:pt x="34" y="266"/>
                  </a:lnTo>
                  <a:lnTo>
                    <a:pt x="23" y="284"/>
                  </a:lnTo>
                  <a:lnTo>
                    <a:pt x="16" y="301"/>
                  </a:lnTo>
                  <a:lnTo>
                    <a:pt x="9" y="320"/>
                  </a:lnTo>
                  <a:lnTo>
                    <a:pt x="4" y="338"/>
                  </a:lnTo>
                  <a:lnTo>
                    <a:pt x="1" y="358"/>
                  </a:lnTo>
                  <a:lnTo>
                    <a:pt x="0" y="377"/>
                  </a:lnTo>
                  <a:lnTo>
                    <a:pt x="1" y="397"/>
                  </a:lnTo>
                  <a:lnTo>
                    <a:pt x="4" y="417"/>
                  </a:lnTo>
                  <a:lnTo>
                    <a:pt x="9" y="435"/>
                  </a:lnTo>
                  <a:lnTo>
                    <a:pt x="16" y="454"/>
                  </a:lnTo>
                  <a:lnTo>
                    <a:pt x="23" y="471"/>
                  </a:lnTo>
                  <a:lnTo>
                    <a:pt x="34" y="490"/>
                  </a:lnTo>
                  <a:lnTo>
                    <a:pt x="46" y="507"/>
                  </a:lnTo>
                  <a:lnTo>
                    <a:pt x="59" y="524"/>
                  </a:lnTo>
                  <a:lnTo>
                    <a:pt x="74" y="541"/>
                  </a:lnTo>
                  <a:lnTo>
                    <a:pt x="91" y="557"/>
                  </a:lnTo>
                  <a:lnTo>
                    <a:pt x="108" y="573"/>
                  </a:lnTo>
                  <a:lnTo>
                    <a:pt x="128" y="588"/>
                  </a:lnTo>
                  <a:lnTo>
                    <a:pt x="149" y="602"/>
                  </a:lnTo>
                  <a:lnTo>
                    <a:pt x="172" y="617"/>
                  </a:lnTo>
                  <a:lnTo>
                    <a:pt x="194" y="630"/>
                  </a:lnTo>
                  <a:lnTo>
                    <a:pt x="220" y="643"/>
                  </a:lnTo>
                  <a:lnTo>
                    <a:pt x="246" y="657"/>
                  </a:lnTo>
                  <a:lnTo>
                    <a:pt x="274" y="669"/>
                  </a:lnTo>
                  <a:lnTo>
                    <a:pt x="302" y="679"/>
                  </a:lnTo>
                  <a:lnTo>
                    <a:pt x="331" y="690"/>
                  </a:lnTo>
                  <a:lnTo>
                    <a:pt x="361" y="699"/>
                  </a:lnTo>
                  <a:lnTo>
                    <a:pt x="393" y="708"/>
                  </a:lnTo>
                  <a:lnTo>
                    <a:pt x="425" y="716"/>
                  </a:lnTo>
                  <a:lnTo>
                    <a:pt x="458" y="724"/>
                  </a:lnTo>
                  <a:lnTo>
                    <a:pt x="492" y="731"/>
                  </a:lnTo>
                  <a:lnTo>
                    <a:pt x="528" y="737"/>
                  </a:lnTo>
                  <a:lnTo>
                    <a:pt x="563" y="743"/>
                  </a:lnTo>
                  <a:lnTo>
                    <a:pt x="600" y="747"/>
                  </a:lnTo>
                  <a:lnTo>
                    <a:pt x="637" y="749"/>
                  </a:lnTo>
                  <a:lnTo>
                    <a:pt x="674" y="752"/>
                  </a:lnTo>
                  <a:lnTo>
                    <a:pt x="712" y="753"/>
                  </a:lnTo>
                  <a:lnTo>
                    <a:pt x="751" y="753"/>
                  </a:lnTo>
                  <a:lnTo>
                    <a:pt x="789" y="753"/>
                  </a:lnTo>
                  <a:lnTo>
                    <a:pt x="828" y="752"/>
                  </a:lnTo>
                  <a:lnTo>
                    <a:pt x="866" y="749"/>
                  </a:lnTo>
                  <a:lnTo>
                    <a:pt x="902" y="747"/>
                  </a:lnTo>
                  <a:lnTo>
                    <a:pt x="939" y="743"/>
                  </a:lnTo>
                  <a:lnTo>
                    <a:pt x="975" y="737"/>
                  </a:lnTo>
                  <a:lnTo>
                    <a:pt x="1009" y="731"/>
                  </a:lnTo>
                  <a:lnTo>
                    <a:pt x="1044" y="724"/>
                  </a:lnTo>
                  <a:lnTo>
                    <a:pt x="1077" y="716"/>
                  </a:lnTo>
                  <a:lnTo>
                    <a:pt x="1109" y="708"/>
                  </a:lnTo>
                  <a:lnTo>
                    <a:pt x="1140" y="699"/>
                  </a:lnTo>
                  <a:lnTo>
                    <a:pt x="1171" y="690"/>
                  </a:lnTo>
                  <a:lnTo>
                    <a:pt x="1200" y="679"/>
                  </a:lnTo>
                  <a:lnTo>
                    <a:pt x="1229" y="669"/>
                  </a:lnTo>
                  <a:lnTo>
                    <a:pt x="1256" y="657"/>
                  </a:lnTo>
                  <a:lnTo>
                    <a:pt x="1282" y="643"/>
                  </a:lnTo>
                  <a:lnTo>
                    <a:pt x="1307" y="630"/>
                  </a:lnTo>
                  <a:lnTo>
                    <a:pt x="1331" y="617"/>
                  </a:lnTo>
                  <a:lnTo>
                    <a:pt x="1354" y="602"/>
                  </a:lnTo>
                  <a:lnTo>
                    <a:pt x="1374" y="588"/>
                  </a:lnTo>
                  <a:lnTo>
                    <a:pt x="1393" y="573"/>
                  </a:lnTo>
                  <a:lnTo>
                    <a:pt x="1412" y="557"/>
                  </a:lnTo>
                  <a:lnTo>
                    <a:pt x="1428" y="541"/>
                  </a:lnTo>
                  <a:lnTo>
                    <a:pt x="1444" y="524"/>
                  </a:lnTo>
                  <a:lnTo>
                    <a:pt x="1457" y="507"/>
                  </a:lnTo>
                  <a:lnTo>
                    <a:pt x="1469" y="490"/>
                  </a:lnTo>
                  <a:lnTo>
                    <a:pt x="1478" y="471"/>
                  </a:lnTo>
                  <a:lnTo>
                    <a:pt x="1487" y="454"/>
                  </a:lnTo>
                  <a:lnTo>
                    <a:pt x="1494" y="435"/>
                  </a:lnTo>
                  <a:lnTo>
                    <a:pt x="1498" y="417"/>
                  </a:lnTo>
                  <a:lnTo>
                    <a:pt x="1501" y="397"/>
                  </a:lnTo>
                  <a:lnTo>
                    <a:pt x="1502" y="377"/>
                  </a:lnTo>
                  <a:lnTo>
                    <a:pt x="1501" y="358"/>
                  </a:lnTo>
                  <a:lnTo>
                    <a:pt x="1498" y="338"/>
                  </a:lnTo>
                  <a:lnTo>
                    <a:pt x="1494" y="320"/>
                  </a:lnTo>
                  <a:lnTo>
                    <a:pt x="1487" y="301"/>
                  </a:lnTo>
                  <a:lnTo>
                    <a:pt x="1478" y="284"/>
                  </a:lnTo>
                  <a:lnTo>
                    <a:pt x="1469" y="266"/>
                  </a:lnTo>
                  <a:lnTo>
                    <a:pt x="1457" y="248"/>
                  </a:lnTo>
                  <a:lnTo>
                    <a:pt x="1444" y="231"/>
                  </a:lnTo>
                  <a:lnTo>
                    <a:pt x="1428" y="214"/>
                  </a:lnTo>
                  <a:lnTo>
                    <a:pt x="1412" y="198"/>
                  </a:lnTo>
                  <a:lnTo>
                    <a:pt x="1393" y="182"/>
                  </a:lnTo>
                  <a:lnTo>
                    <a:pt x="1374" y="167"/>
                  </a:lnTo>
                  <a:lnTo>
                    <a:pt x="1354" y="153"/>
                  </a:lnTo>
                  <a:lnTo>
                    <a:pt x="1331" y="138"/>
                  </a:lnTo>
                  <a:lnTo>
                    <a:pt x="1307" y="125"/>
                  </a:lnTo>
                  <a:lnTo>
                    <a:pt x="1282" y="112"/>
                  </a:lnTo>
                  <a:lnTo>
                    <a:pt x="1256" y="98"/>
                  </a:lnTo>
                  <a:lnTo>
                    <a:pt x="1229" y="87"/>
                  </a:lnTo>
                  <a:lnTo>
                    <a:pt x="1200" y="76"/>
                  </a:lnTo>
                  <a:lnTo>
                    <a:pt x="1171" y="65"/>
                  </a:lnTo>
                  <a:lnTo>
                    <a:pt x="1140" y="56"/>
                  </a:lnTo>
                  <a:lnTo>
                    <a:pt x="1109" y="47"/>
                  </a:lnTo>
                  <a:lnTo>
                    <a:pt x="1077" y="38"/>
                  </a:lnTo>
                  <a:lnTo>
                    <a:pt x="1044" y="31"/>
                  </a:lnTo>
                  <a:lnTo>
                    <a:pt x="1009" y="24"/>
                  </a:lnTo>
                  <a:lnTo>
                    <a:pt x="975" y="18"/>
                  </a:lnTo>
                  <a:lnTo>
                    <a:pt x="939" y="12"/>
                  </a:lnTo>
                  <a:lnTo>
                    <a:pt x="902" y="8"/>
                  </a:lnTo>
                  <a:lnTo>
                    <a:pt x="866" y="6"/>
                  </a:lnTo>
                  <a:lnTo>
                    <a:pt x="828" y="3"/>
                  </a:lnTo>
                  <a:lnTo>
                    <a:pt x="789" y="2"/>
                  </a:lnTo>
                  <a:lnTo>
                    <a:pt x="751" y="0"/>
                  </a:lnTo>
                </a:path>
              </a:pathLst>
            </a:custGeom>
            <a:solidFill>
              <a:schemeClr val="bg1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" name="Rectangle 48">
              <a:extLst>
                <a:ext uri="{FF2B5EF4-FFF2-40B4-BE49-F238E27FC236}">
                  <a16:creationId xmlns:a16="http://schemas.microsoft.com/office/drawing/2014/main" id="{A233AD17-3707-4BC7-8475-52C3AC3F16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9138" y="3473450"/>
              <a:ext cx="2460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" name="Rectangle 49">
              <a:extLst>
                <a:ext uri="{FF2B5EF4-FFF2-40B4-BE49-F238E27FC236}">
                  <a16:creationId xmlns:a16="http://schemas.microsoft.com/office/drawing/2014/main" id="{8EB1D7F9-C973-410A-BD36-446153EC3D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2650" y="5453063"/>
              <a:ext cx="4381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xx1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" name="Rectangle 50">
              <a:extLst>
                <a:ext uri="{FF2B5EF4-FFF2-40B4-BE49-F238E27FC236}">
                  <a16:creationId xmlns:a16="http://schemas.microsoft.com/office/drawing/2014/main" id="{A3ED1660-5545-4CB3-8A20-FB3F196E66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4450" y="4791075"/>
              <a:ext cx="4445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gnt3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" name="Rectangle 51">
              <a:extLst>
                <a:ext uri="{FF2B5EF4-FFF2-40B4-BE49-F238E27FC236}">
                  <a16:creationId xmlns:a16="http://schemas.microsoft.com/office/drawing/2014/main" id="{DB780948-798D-4421-BF74-3DDEE1D668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6413" y="4791075"/>
              <a:ext cx="234950" cy="269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" name="Rectangle 52">
              <a:extLst>
                <a:ext uri="{FF2B5EF4-FFF2-40B4-BE49-F238E27FC236}">
                  <a16:creationId xmlns:a16="http://schemas.microsoft.com/office/drawing/2014/main" id="{056D280F-D2CC-43AC-B5AA-5710DE7040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8013" y="4884738"/>
              <a:ext cx="176212" cy="211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" name="Rectangle 53">
              <a:extLst>
                <a:ext uri="{FF2B5EF4-FFF2-40B4-BE49-F238E27FC236}">
                  <a16:creationId xmlns:a16="http://schemas.microsoft.com/office/drawing/2014/main" id="{3BAA2A2D-D8EC-4097-AEE5-794AE29EED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8625" y="4784725"/>
              <a:ext cx="206375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panose="05050102010706020507" pitchFamily="18" charset="2"/>
                  <a:ea typeface="MS PGothic" panose="020B0600070205080204" pitchFamily="34" charset="-128"/>
                  <a:cs typeface="+mn-cs"/>
                </a:rPr>
                <a:t>¤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" name="Rectangle 54">
              <a:extLst>
                <a:ext uri="{FF2B5EF4-FFF2-40B4-BE49-F238E27FC236}">
                  <a16:creationId xmlns:a16="http://schemas.microsoft.com/office/drawing/2014/main" id="{62786231-9078-4674-A8E3-1BD2ACA350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8838" y="4791075"/>
              <a:ext cx="2333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" name="Freeform 55">
              <a:extLst>
                <a:ext uri="{FF2B5EF4-FFF2-40B4-BE49-F238E27FC236}">
                  <a16:creationId xmlns:a16="http://schemas.microsoft.com/office/drawing/2014/main" id="{0176DAA1-2362-4CFB-A0C9-425FBD099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563" y="1868488"/>
              <a:ext cx="61912" cy="127000"/>
            </a:xfrm>
            <a:custGeom>
              <a:avLst/>
              <a:gdLst>
                <a:gd name="T0" fmla="*/ 0 w 80"/>
                <a:gd name="T1" fmla="*/ 0 h 159"/>
                <a:gd name="T2" fmla="*/ 2147483646 w 80"/>
                <a:gd name="T3" fmla="*/ 2147483646 h 159"/>
                <a:gd name="T4" fmla="*/ 2147483646 w 80"/>
                <a:gd name="T5" fmla="*/ 0 h 159"/>
                <a:gd name="T6" fmla="*/ 2147483646 w 80"/>
                <a:gd name="T7" fmla="*/ 0 h 159"/>
                <a:gd name="T8" fmla="*/ 0 w 80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59"/>
                <a:gd name="T17" fmla="*/ 80 w 80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59">
                  <a:moveTo>
                    <a:pt x="0" y="0"/>
                  </a:moveTo>
                  <a:lnTo>
                    <a:pt x="27" y="159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" name="Freeform 56">
              <a:extLst>
                <a:ext uri="{FF2B5EF4-FFF2-40B4-BE49-F238E27FC236}">
                  <a16:creationId xmlns:a16="http://schemas.microsoft.com/office/drawing/2014/main" id="{416C4B84-282F-46D4-ABD2-FB959C638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863" y="1377950"/>
              <a:ext cx="50800" cy="484188"/>
            </a:xfrm>
            <a:custGeom>
              <a:avLst/>
              <a:gdLst>
                <a:gd name="T0" fmla="*/ 0 w 62"/>
                <a:gd name="T1" fmla="*/ 0 h 609"/>
                <a:gd name="T2" fmla="*/ 2147483646 w 62"/>
                <a:gd name="T3" fmla="*/ 2147483646 h 609"/>
                <a:gd name="T4" fmla="*/ 2147483646 w 62"/>
                <a:gd name="T5" fmla="*/ 2147483646 h 609"/>
                <a:gd name="T6" fmla="*/ 2147483646 w 62"/>
                <a:gd name="T7" fmla="*/ 2147483646 h 609"/>
                <a:gd name="T8" fmla="*/ 2147483646 w 62"/>
                <a:gd name="T9" fmla="*/ 2147483646 h 609"/>
                <a:gd name="T10" fmla="*/ 2147483646 w 62"/>
                <a:gd name="T11" fmla="*/ 2147483646 h 609"/>
                <a:gd name="T12" fmla="*/ 2147483646 w 62"/>
                <a:gd name="T13" fmla="*/ 2147483646 h 609"/>
                <a:gd name="T14" fmla="*/ 2147483646 w 62"/>
                <a:gd name="T15" fmla="*/ 2147483646 h 609"/>
                <a:gd name="T16" fmla="*/ 2147483646 w 62"/>
                <a:gd name="T17" fmla="*/ 2147483646 h 609"/>
                <a:gd name="T18" fmla="*/ 2147483646 w 62"/>
                <a:gd name="T19" fmla="*/ 2147483646 h 609"/>
                <a:gd name="T20" fmla="*/ 2147483646 w 62"/>
                <a:gd name="T21" fmla="*/ 2147483646 h 609"/>
                <a:gd name="T22" fmla="*/ 2147483646 w 62"/>
                <a:gd name="T23" fmla="*/ 2147483646 h 609"/>
                <a:gd name="T24" fmla="*/ 2147483646 w 62"/>
                <a:gd name="T25" fmla="*/ 2147483646 h 609"/>
                <a:gd name="T26" fmla="*/ 2147483646 w 62"/>
                <a:gd name="T27" fmla="*/ 2147483646 h 609"/>
                <a:gd name="T28" fmla="*/ 2147483646 w 62"/>
                <a:gd name="T29" fmla="*/ 2147483646 h 609"/>
                <a:gd name="T30" fmla="*/ 2147483646 w 62"/>
                <a:gd name="T31" fmla="*/ 2147483646 h 609"/>
                <a:gd name="T32" fmla="*/ 2147483646 w 62"/>
                <a:gd name="T33" fmla="*/ 2147483646 h 609"/>
                <a:gd name="T34" fmla="*/ 2147483646 w 62"/>
                <a:gd name="T35" fmla="*/ 2147483646 h 609"/>
                <a:gd name="T36" fmla="*/ 2147483646 w 62"/>
                <a:gd name="T37" fmla="*/ 2147483646 h 609"/>
                <a:gd name="T38" fmla="*/ 2147483646 w 62"/>
                <a:gd name="T39" fmla="*/ 2147483646 h 609"/>
                <a:gd name="T40" fmla="*/ 2147483646 w 62"/>
                <a:gd name="T41" fmla="*/ 2147483646 h 609"/>
                <a:gd name="T42" fmla="*/ 2147483646 w 62"/>
                <a:gd name="T43" fmla="*/ 2147483646 h 609"/>
                <a:gd name="T44" fmla="*/ 2147483646 w 62"/>
                <a:gd name="T45" fmla="*/ 2147483646 h 609"/>
                <a:gd name="T46" fmla="*/ 2147483646 w 62"/>
                <a:gd name="T47" fmla="*/ 2147483646 h 609"/>
                <a:gd name="T48" fmla="*/ 2147483646 w 62"/>
                <a:gd name="T49" fmla="*/ 2147483646 h 609"/>
                <a:gd name="T50" fmla="*/ 2147483646 w 62"/>
                <a:gd name="T51" fmla="*/ 2147483646 h 609"/>
                <a:gd name="T52" fmla="*/ 2147483646 w 62"/>
                <a:gd name="T53" fmla="*/ 2147483646 h 609"/>
                <a:gd name="T54" fmla="*/ 2147483646 w 62"/>
                <a:gd name="T55" fmla="*/ 2147483646 h 609"/>
                <a:gd name="T56" fmla="*/ 2147483646 w 62"/>
                <a:gd name="T57" fmla="*/ 2147483646 h 609"/>
                <a:gd name="T58" fmla="*/ 2147483646 w 62"/>
                <a:gd name="T59" fmla="*/ 2147483646 h 609"/>
                <a:gd name="T60" fmla="*/ 2147483646 w 62"/>
                <a:gd name="T61" fmla="*/ 2147483646 h 609"/>
                <a:gd name="T62" fmla="*/ 2147483646 w 62"/>
                <a:gd name="T63" fmla="*/ 2147483646 h 609"/>
                <a:gd name="T64" fmla="*/ 2147483646 w 62"/>
                <a:gd name="T65" fmla="*/ 2147483646 h 60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2"/>
                <a:gd name="T100" fmla="*/ 0 h 609"/>
                <a:gd name="T101" fmla="*/ 62 w 62"/>
                <a:gd name="T102" fmla="*/ 609 h 60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2" h="609">
                  <a:moveTo>
                    <a:pt x="0" y="0"/>
                  </a:moveTo>
                  <a:lnTo>
                    <a:pt x="6" y="17"/>
                  </a:lnTo>
                  <a:lnTo>
                    <a:pt x="13" y="34"/>
                  </a:lnTo>
                  <a:lnTo>
                    <a:pt x="18" y="51"/>
                  </a:lnTo>
                  <a:lnTo>
                    <a:pt x="24" y="69"/>
                  </a:lnTo>
                  <a:lnTo>
                    <a:pt x="29" y="87"/>
                  </a:lnTo>
                  <a:lnTo>
                    <a:pt x="33" y="104"/>
                  </a:lnTo>
                  <a:lnTo>
                    <a:pt x="37" y="123"/>
                  </a:lnTo>
                  <a:lnTo>
                    <a:pt x="41" y="141"/>
                  </a:lnTo>
                  <a:lnTo>
                    <a:pt x="45" y="160"/>
                  </a:lnTo>
                  <a:lnTo>
                    <a:pt x="47" y="179"/>
                  </a:lnTo>
                  <a:lnTo>
                    <a:pt x="50" y="197"/>
                  </a:lnTo>
                  <a:lnTo>
                    <a:pt x="53" y="216"/>
                  </a:lnTo>
                  <a:lnTo>
                    <a:pt x="55" y="236"/>
                  </a:lnTo>
                  <a:lnTo>
                    <a:pt x="57" y="254"/>
                  </a:lnTo>
                  <a:lnTo>
                    <a:pt x="58" y="274"/>
                  </a:lnTo>
                  <a:lnTo>
                    <a:pt x="59" y="294"/>
                  </a:lnTo>
                  <a:lnTo>
                    <a:pt x="61" y="314"/>
                  </a:lnTo>
                  <a:lnTo>
                    <a:pt x="61" y="332"/>
                  </a:lnTo>
                  <a:lnTo>
                    <a:pt x="62" y="352"/>
                  </a:lnTo>
                  <a:lnTo>
                    <a:pt x="62" y="372"/>
                  </a:lnTo>
                  <a:lnTo>
                    <a:pt x="62" y="392"/>
                  </a:lnTo>
                  <a:lnTo>
                    <a:pt x="62" y="412"/>
                  </a:lnTo>
                  <a:lnTo>
                    <a:pt x="61" y="432"/>
                  </a:lnTo>
                  <a:lnTo>
                    <a:pt x="61" y="452"/>
                  </a:lnTo>
                  <a:lnTo>
                    <a:pt x="59" y="472"/>
                  </a:lnTo>
                  <a:lnTo>
                    <a:pt x="58" y="491"/>
                  </a:lnTo>
                  <a:lnTo>
                    <a:pt x="57" y="511"/>
                  </a:lnTo>
                  <a:lnTo>
                    <a:pt x="55" y="531"/>
                  </a:lnTo>
                  <a:lnTo>
                    <a:pt x="54" y="550"/>
                  </a:lnTo>
                  <a:lnTo>
                    <a:pt x="53" y="570"/>
                  </a:lnTo>
                  <a:lnTo>
                    <a:pt x="50" y="590"/>
                  </a:lnTo>
                  <a:lnTo>
                    <a:pt x="49" y="609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" name="Rectangle 57">
              <a:extLst>
                <a:ext uri="{FF2B5EF4-FFF2-40B4-BE49-F238E27FC236}">
                  <a16:creationId xmlns:a16="http://schemas.microsoft.com/office/drawing/2014/main" id="{36CF9BF8-3237-4863-908A-7682FA87FE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9138" y="4791075"/>
              <a:ext cx="2460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" name="Rectangle 58">
              <a:extLst>
                <a:ext uri="{FF2B5EF4-FFF2-40B4-BE49-F238E27FC236}">
                  <a16:creationId xmlns:a16="http://schemas.microsoft.com/office/drawing/2014/main" id="{7758E134-C270-44C2-8334-D96C53B18C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275" y="1592263"/>
              <a:ext cx="4381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0xx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" name="Rectangle 59">
              <a:extLst>
                <a:ext uri="{FF2B5EF4-FFF2-40B4-BE49-F238E27FC236}">
                  <a16:creationId xmlns:a16="http://schemas.microsoft.com/office/drawing/2014/main" id="{C5F68026-3EE1-4206-AFA9-E797CBE431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0263" y="1592263"/>
              <a:ext cx="4381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1xx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" name="Freeform 60">
              <a:extLst>
                <a:ext uri="{FF2B5EF4-FFF2-40B4-BE49-F238E27FC236}">
                  <a16:creationId xmlns:a16="http://schemas.microsoft.com/office/drawing/2014/main" id="{58310E11-BBD2-4437-9ADA-09B82EC2C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100" y="1238250"/>
              <a:ext cx="104775" cy="104775"/>
            </a:xfrm>
            <a:custGeom>
              <a:avLst/>
              <a:gdLst>
                <a:gd name="T0" fmla="*/ 2147483646 w 132"/>
                <a:gd name="T1" fmla="*/ 2147483646 h 133"/>
                <a:gd name="T2" fmla="*/ 2147483646 w 132"/>
                <a:gd name="T3" fmla="*/ 0 h 133"/>
                <a:gd name="T4" fmla="*/ 0 w 132"/>
                <a:gd name="T5" fmla="*/ 2147483646 h 133"/>
                <a:gd name="T6" fmla="*/ 0 w 132"/>
                <a:gd name="T7" fmla="*/ 2147483646 h 133"/>
                <a:gd name="T8" fmla="*/ 2147483646 w 132"/>
                <a:gd name="T9" fmla="*/ 2147483646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2"/>
                <a:gd name="T16" fmla="*/ 0 h 133"/>
                <a:gd name="T17" fmla="*/ 132 w 132"/>
                <a:gd name="T18" fmla="*/ 133 h 1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2" h="133">
                  <a:moveTo>
                    <a:pt x="26" y="133"/>
                  </a:moveTo>
                  <a:lnTo>
                    <a:pt x="132" y="0"/>
                  </a:lnTo>
                  <a:lnTo>
                    <a:pt x="0" y="80"/>
                  </a:lnTo>
                  <a:lnTo>
                    <a:pt x="0" y="106"/>
                  </a:lnTo>
                  <a:lnTo>
                    <a:pt x="26" y="133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" name="Freeform 61">
              <a:extLst>
                <a:ext uri="{FF2B5EF4-FFF2-40B4-BE49-F238E27FC236}">
                  <a16:creationId xmlns:a16="http://schemas.microsoft.com/office/drawing/2014/main" id="{1BE0CE40-1D88-47D1-BF12-83D119CAE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288" y="1322388"/>
              <a:ext cx="531812" cy="2265362"/>
            </a:xfrm>
            <a:custGeom>
              <a:avLst/>
              <a:gdLst>
                <a:gd name="T0" fmla="*/ 2147483646 w 669"/>
                <a:gd name="T1" fmla="*/ 0 h 2854"/>
                <a:gd name="T2" fmla="*/ 2147483646 w 669"/>
                <a:gd name="T3" fmla="*/ 2147483646 h 2854"/>
                <a:gd name="T4" fmla="*/ 2147483646 w 669"/>
                <a:gd name="T5" fmla="*/ 2147483646 h 2854"/>
                <a:gd name="T6" fmla="*/ 2147483646 w 669"/>
                <a:gd name="T7" fmla="*/ 2147483646 h 2854"/>
                <a:gd name="T8" fmla="*/ 2147483646 w 669"/>
                <a:gd name="T9" fmla="*/ 2147483646 h 2854"/>
                <a:gd name="T10" fmla="*/ 2147483646 w 669"/>
                <a:gd name="T11" fmla="*/ 2147483646 h 2854"/>
                <a:gd name="T12" fmla="*/ 2147483646 w 669"/>
                <a:gd name="T13" fmla="*/ 2147483646 h 2854"/>
                <a:gd name="T14" fmla="*/ 2147483646 w 669"/>
                <a:gd name="T15" fmla="*/ 2147483646 h 2854"/>
                <a:gd name="T16" fmla="*/ 2147483646 w 669"/>
                <a:gd name="T17" fmla="*/ 2147483646 h 2854"/>
                <a:gd name="T18" fmla="*/ 2147483646 w 669"/>
                <a:gd name="T19" fmla="*/ 2147483646 h 2854"/>
                <a:gd name="T20" fmla="*/ 2147483646 w 669"/>
                <a:gd name="T21" fmla="*/ 2147483646 h 2854"/>
                <a:gd name="T22" fmla="*/ 2147483646 w 669"/>
                <a:gd name="T23" fmla="*/ 2147483646 h 2854"/>
                <a:gd name="T24" fmla="*/ 2147483646 w 669"/>
                <a:gd name="T25" fmla="*/ 2147483646 h 2854"/>
                <a:gd name="T26" fmla="*/ 2147483646 w 669"/>
                <a:gd name="T27" fmla="*/ 2147483646 h 2854"/>
                <a:gd name="T28" fmla="*/ 2147483646 w 669"/>
                <a:gd name="T29" fmla="*/ 2147483646 h 2854"/>
                <a:gd name="T30" fmla="*/ 2147483646 w 669"/>
                <a:gd name="T31" fmla="*/ 2147483646 h 2854"/>
                <a:gd name="T32" fmla="*/ 0 w 669"/>
                <a:gd name="T33" fmla="*/ 2147483646 h 2854"/>
                <a:gd name="T34" fmla="*/ 2147483646 w 669"/>
                <a:gd name="T35" fmla="*/ 2147483646 h 2854"/>
                <a:gd name="T36" fmla="*/ 2147483646 w 669"/>
                <a:gd name="T37" fmla="*/ 2147483646 h 2854"/>
                <a:gd name="T38" fmla="*/ 2147483646 w 669"/>
                <a:gd name="T39" fmla="*/ 2147483646 h 2854"/>
                <a:gd name="T40" fmla="*/ 2147483646 w 669"/>
                <a:gd name="T41" fmla="*/ 2147483646 h 2854"/>
                <a:gd name="T42" fmla="*/ 2147483646 w 669"/>
                <a:gd name="T43" fmla="*/ 2147483646 h 2854"/>
                <a:gd name="T44" fmla="*/ 2147483646 w 669"/>
                <a:gd name="T45" fmla="*/ 2147483646 h 2854"/>
                <a:gd name="T46" fmla="*/ 2147483646 w 669"/>
                <a:gd name="T47" fmla="*/ 2147483646 h 2854"/>
                <a:gd name="T48" fmla="*/ 2147483646 w 669"/>
                <a:gd name="T49" fmla="*/ 2147483646 h 2854"/>
                <a:gd name="T50" fmla="*/ 2147483646 w 669"/>
                <a:gd name="T51" fmla="*/ 2147483646 h 2854"/>
                <a:gd name="T52" fmla="*/ 2147483646 w 669"/>
                <a:gd name="T53" fmla="*/ 2147483646 h 2854"/>
                <a:gd name="T54" fmla="*/ 2147483646 w 669"/>
                <a:gd name="T55" fmla="*/ 2147483646 h 2854"/>
                <a:gd name="T56" fmla="*/ 2147483646 w 669"/>
                <a:gd name="T57" fmla="*/ 2147483646 h 2854"/>
                <a:gd name="T58" fmla="*/ 2147483646 w 669"/>
                <a:gd name="T59" fmla="*/ 2147483646 h 2854"/>
                <a:gd name="T60" fmla="*/ 2147483646 w 669"/>
                <a:gd name="T61" fmla="*/ 2147483646 h 2854"/>
                <a:gd name="T62" fmla="*/ 2147483646 w 669"/>
                <a:gd name="T63" fmla="*/ 2147483646 h 2854"/>
                <a:gd name="T64" fmla="*/ 2147483646 w 669"/>
                <a:gd name="T65" fmla="*/ 2147483646 h 285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69"/>
                <a:gd name="T100" fmla="*/ 0 h 2854"/>
                <a:gd name="T101" fmla="*/ 669 w 669"/>
                <a:gd name="T102" fmla="*/ 2854 h 2854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69" h="2854">
                  <a:moveTo>
                    <a:pt x="669" y="0"/>
                  </a:moveTo>
                  <a:lnTo>
                    <a:pt x="580" y="69"/>
                  </a:lnTo>
                  <a:lnTo>
                    <a:pt x="498" y="145"/>
                  </a:lnTo>
                  <a:lnTo>
                    <a:pt x="424" y="226"/>
                  </a:lnTo>
                  <a:lnTo>
                    <a:pt x="355" y="312"/>
                  </a:lnTo>
                  <a:lnTo>
                    <a:pt x="294" y="403"/>
                  </a:lnTo>
                  <a:lnTo>
                    <a:pt x="238" y="500"/>
                  </a:lnTo>
                  <a:lnTo>
                    <a:pt x="189" y="600"/>
                  </a:lnTo>
                  <a:lnTo>
                    <a:pt x="147" y="703"/>
                  </a:lnTo>
                  <a:lnTo>
                    <a:pt x="110" y="809"/>
                  </a:lnTo>
                  <a:lnTo>
                    <a:pt x="78" y="918"/>
                  </a:lnTo>
                  <a:lnTo>
                    <a:pt x="52" y="1028"/>
                  </a:lnTo>
                  <a:lnTo>
                    <a:pt x="32" y="1139"/>
                  </a:lnTo>
                  <a:lnTo>
                    <a:pt x="16" y="1252"/>
                  </a:lnTo>
                  <a:lnTo>
                    <a:pt x="6" y="1364"/>
                  </a:lnTo>
                  <a:lnTo>
                    <a:pt x="1" y="1476"/>
                  </a:lnTo>
                  <a:lnTo>
                    <a:pt x="0" y="1588"/>
                  </a:lnTo>
                  <a:lnTo>
                    <a:pt x="4" y="1699"/>
                  </a:lnTo>
                  <a:lnTo>
                    <a:pt x="12" y="1807"/>
                  </a:lnTo>
                  <a:lnTo>
                    <a:pt x="25" y="1913"/>
                  </a:lnTo>
                  <a:lnTo>
                    <a:pt x="41" y="2017"/>
                  </a:lnTo>
                  <a:lnTo>
                    <a:pt x="61" y="2117"/>
                  </a:lnTo>
                  <a:lnTo>
                    <a:pt x="86" y="2214"/>
                  </a:lnTo>
                  <a:lnTo>
                    <a:pt x="114" y="2306"/>
                  </a:lnTo>
                  <a:lnTo>
                    <a:pt x="144" y="2393"/>
                  </a:lnTo>
                  <a:lnTo>
                    <a:pt x="179" y="2475"/>
                  </a:lnTo>
                  <a:lnTo>
                    <a:pt x="216" y="2551"/>
                  </a:lnTo>
                  <a:lnTo>
                    <a:pt x="257" y="2621"/>
                  </a:lnTo>
                  <a:lnTo>
                    <a:pt x="299" y="2683"/>
                  </a:lnTo>
                  <a:lnTo>
                    <a:pt x="344" y="2739"/>
                  </a:lnTo>
                  <a:lnTo>
                    <a:pt x="393" y="2786"/>
                  </a:lnTo>
                  <a:lnTo>
                    <a:pt x="444" y="2825"/>
                  </a:lnTo>
                  <a:lnTo>
                    <a:pt x="495" y="2854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" name="Rectangle 62">
              <a:extLst>
                <a:ext uri="{FF2B5EF4-FFF2-40B4-BE49-F238E27FC236}">
                  <a16:creationId xmlns:a16="http://schemas.microsoft.com/office/drawing/2014/main" id="{3F1BBEF2-D6DA-4929-92D5-B517963455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9400" y="2881313"/>
              <a:ext cx="4381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" name="Freeform 63">
              <a:extLst>
                <a:ext uri="{FF2B5EF4-FFF2-40B4-BE49-F238E27FC236}">
                  <a16:creationId xmlns:a16="http://schemas.microsoft.com/office/drawing/2014/main" id="{EF872152-58C0-4C87-9C54-FAAF4C5F3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250" y="4794250"/>
              <a:ext cx="125413" cy="84138"/>
            </a:xfrm>
            <a:custGeom>
              <a:avLst/>
              <a:gdLst>
                <a:gd name="T0" fmla="*/ 2147483646 w 159"/>
                <a:gd name="T1" fmla="*/ 0 h 106"/>
                <a:gd name="T2" fmla="*/ 0 w 159"/>
                <a:gd name="T3" fmla="*/ 2147483646 h 106"/>
                <a:gd name="T4" fmla="*/ 2147483646 w 159"/>
                <a:gd name="T5" fmla="*/ 2147483646 h 106"/>
                <a:gd name="T6" fmla="*/ 2147483646 w 159"/>
                <a:gd name="T7" fmla="*/ 2147483646 h 106"/>
                <a:gd name="T8" fmla="*/ 2147483646 w 159"/>
                <a:gd name="T9" fmla="*/ 0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106"/>
                <a:gd name="T17" fmla="*/ 159 w 159"/>
                <a:gd name="T18" fmla="*/ 106 h 1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106">
                  <a:moveTo>
                    <a:pt x="133" y="0"/>
                  </a:moveTo>
                  <a:lnTo>
                    <a:pt x="0" y="106"/>
                  </a:lnTo>
                  <a:lnTo>
                    <a:pt x="159" y="53"/>
                  </a:lnTo>
                  <a:lnTo>
                    <a:pt x="133" y="26"/>
                  </a:lnTo>
                  <a:lnTo>
                    <a:pt x="133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" name="Freeform 64">
              <a:extLst>
                <a:ext uri="{FF2B5EF4-FFF2-40B4-BE49-F238E27FC236}">
                  <a16:creationId xmlns:a16="http://schemas.microsoft.com/office/drawing/2014/main" id="{851ACF0A-7E86-4717-B262-C47E3000E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963" y="1125538"/>
              <a:ext cx="1223962" cy="3687762"/>
            </a:xfrm>
            <a:custGeom>
              <a:avLst/>
              <a:gdLst>
                <a:gd name="T0" fmla="*/ 0 w 1543"/>
                <a:gd name="T1" fmla="*/ 0 h 4648"/>
                <a:gd name="T2" fmla="*/ 2147483646 w 1543"/>
                <a:gd name="T3" fmla="*/ 2147483646 h 4648"/>
                <a:gd name="T4" fmla="*/ 2147483646 w 1543"/>
                <a:gd name="T5" fmla="*/ 2147483646 h 4648"/>
                <a:gd name="T6" fmla="*/ 2147483646 w 1543"/>
                <a:gd name="T7" fmla="*/ 2147483646 h 4648"/>
                <a:gd name="T8" fmla="*/ 2147483646 w 1543"/>
                <a:gd name="T9" fmla="*/ 2147483646 h 4648"/>
                <a:gd name="T10" fmla="*/ 2147483646 w 1543"/>
                <a:gd name="T11" fmla="*/ 2147483646 h 4648"/>
                <a:gd name="T12" fmla="*/ 2147483646 w 1543"/>
                <a:gd name="T13" fmla="*/ 2147483646 h 4648"/>
                <a:gd name="T14" fmla="*/ 2147483646 w 1543"/>
                <a:gd name="T15" fmla="*/ 2147483646 h 4648"/>
                <a:gd name="T16" fmla="*/ 2147483646 w 1543"/>
                <a:gd name="T17" fmla="*/ 2147483646 h 4648"/>
                <a:gd name="T18" fmla="*/ 2147483646 w 1543"/>
                <a:gd name="T19" fmla="*/ 2147483646 h 4648"/>
                <a:gd name="T20" fmla="*/ 2147483646 w 1543"/>
                <a:gd name="T21" fmla="*/ 2147483646 h 4648"/>
                <a:gd name="T22" fmla="*/ 2147483646 w 1543"/>
                <a:gd name="T23" fmla="*/ 2147483646 h 4648"/>
                <a:gd name="T24" fmla="*/ 2147483646 w 1543"/>
                <a:gd name="T25" fmla="*/ 2147483646 h 4648"/>
                <a:gd name="T26" fmla="*/ 2147483646 w 1543"/>
                <a:gd name="T27" fmla="*/ 2147483646 h 4648"/>
                <a:gd name="T28" fmla="*/ 2147483646 w 1543"/>
                <a:gd name="T29" fmla="*/ 2147483646 h 4648"/>
                <a:gd name="T30" fmla="*/ 2147483646 w 1543"/>
                <a:gd name="T31" fmla="*/ 2147483646 h 4648"/>
                <a:gd name="T32" fmla="*/ 2147483646 w 1543"/>
                <a:gd name="T33" fmla="*/ 2147483646 h 4648"/>
                <a:gd name="T34" fmla="*/ 2147483646 w 1543"/>
                <a:gd name="T35" fmla="*/ 2147483646 h 4648"/>
                <a:gd name="T36" fmla="*/ 2147483646 w 1543"/>
                <a:gd name="T37" fmla="*/ 2147483646 h 4648"/>
                <a:gd name="T38" fmla="*/ 2147483646 w 1543"/>
                <a:gd name="T39" fmla="*/ 2147483646 h 4648"/>
                <a:gd name="T40" fmla="*/ 2147483646 w 1543"/>
                <a:gd name="T41" fmla="*/ 2147483646 h 4648"/>
                <a:gd name="T42" fmla="*/ 2147483646 w 1543"/>
                <a:gd name="T43" fmla="*/ 2147483646 h 4648"/>
                <a:gd name="T44" fmla="*/ 2147483646 w 1543"/>
                <a:gd name="T45" fmla="*/ 2147483646 h 4648"/>
                <a:gd name="T46" fmla="*/ 2147483646 w 1543"/>
                <a:gd name="T47" fmla="*/ 2147483646 h 4648"/>
                <a:gd name="T48" fmla="*/ 2147483646 w 1543"/>
                <a:gd name="T49" fmla="*/ 2147483646 h 4648"/>
                <a:gd name="T50" fmla="*/ 2147483646 w 1543"/>
                <a:gd name="T51" fmla="*/ 2147483646 h 4648"/>
                <a:gd name="T52" fmla="*/ 2147483646 w 1543"/>
                <a:gd name="T53" fmla="*/ 2147483646 h 4648"/>
                <a:gd name="T54" fmla="*/ 2147483646 w 1543"/>
                <a:gd name="T55" fmla="*/ 2147483646 h 4648"/>
                <a:gd name="T56" fmla="*/ 2147483646 w 1543"/>
                <a:gd name="T57" fmla="*/ 2147483646 h 4648"/>
                <a:gd name="T58" fmla="*/ 2147483646 w 1543"/>
                <a:gd name="T59" fmla="*/ 2147483646 h 4648"/>
                <a:gd name="T60" fmla="*/ 2147483646 w 1543"/>
                <a:gd name="T61" fmla="*/ 2147483646 h 4648"/>
                <a:gd name="T62" fmla="*/ 2147483646 w 1543"/>
                <a:gd name="T63" fmla="*/ 2147483646 h 4648"/>
                <a:gd name="T64" fmla="*/ 2147483646 w 1543"/>
                <a:gd name="T65" fmla="*/ 2147483646 h 464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543"/>
                <a:gd name="T100" fmla="*/ 0 h 4648"/>
                <a:gd name="T101" fmla="*/ 1543 w 1543"/>
                <a:gd name="T102" fmla="*/ 4648 h 464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543" h="4648">
                  <a:moveTo>
                    <a:pt x="0" y="0"/>
                  </a:moveTo>
                  <a:lnTo>
                    <a:pt x="236" y="172"/>
                  </a:lnTo>
                  <a:lnTo>
                    <a:pt x="450" y="347"/>
                  </a:lnTo>
                  <a:lnTo>
                    <a:pt x="640" y="525"/>
                  </a:lnTo>
                  <a:lnTo>
                    <a:pt x="811" y="703"/>
                  </a:lnTo>
                  <a:lnTo>
                    <a:pt x="961" y="883"/>
                  </a:lnTo>
                  <a:lnTo>
                    <a:pt x="1091" y="1063"/>
                  </a:lnTo>
                  <a:lnTo>
                    <a:pt x="1203" y="1244"/>
                  </a:lnTo>
                  <a:lnTo>
                    <a:pt x="1297" y="1424"/>
                  </a:lnTo>
                  <a:lnTo>
                    <a:pt x="1376" y="1604"/>
                  </a:lnTo>
                  <a:lnTo>
                    <a:pt x="1438" y="1784"/>
                  </a:lnTo>
                  <a:lnTo>
                    <a:pt x="1484" y="1962"/>
                  </a:lnTo>
                  <a:lnTo>
                    <a:pt x="1516" y="2138"/>
                  </a:lnTo>
                  <a:lnTo>
                    <a:pt x="1536" y="2312"/>
                  </a:lnTo>
                  <a:lnTo>
                    <a:pt x="1543" y="2483"/>
                  </a:lnTo>
                  <a:lnTo>
                    <a:pt x="1537" y="2653"/>
                  </a:lnTo>
                  <a:lnTo>
                    <a:pt x="1521" y="2817"/>
                  </a:lnTo>
                  <a:lnTo>
                    <a:pt x="1496" y="2979"/>
                  </a:lnTo>
                  <a:lnTo>
                    <a:pt x="1460" y="3135"/>
                  </a:lnTo>
                  <a:lnTo>
                    <a:pt x="1417" y="3288"/>
                  </a:lnTo>
                  <a:lnTo>
                    <a:pt x="1366" y="3435"/>
                  </a:lnTo>
                  <a:lnTo>
                    <a:pt x="1309" y="3577"/>
                  </a:lnTo>
                  <a:lnTo>
                    <a:pt x="1246" y="3712"/>
                  </a:lnTo>
                  <a:lnTo>
                    <a:pt x="1178" y="3841"/>
                  </a:lnTo>
                  <a:lnTo>
                    <a:pt x="1107" y="3964"/>
                  </a:lnTo>
                  <a:lnTo>
                    <a:pt x="1031" y="4079"/>
                  </a:lnTo>
                  <a:lnTo>
                    <a:pt x="953" y="4187"/>
                  </a:lnTo>
                  <a:lnTo>
                    <a:pt x="875" y="4286"/>
                  </a:lnTo>
                  <a:lnTo>
                    <a:pt x="795" y="4377"/>
                  </a:lnTo>
                  <a:lnTo>
                    <a:pt x="716" y="4460"/>
                  </a:lnTo>
                  <a:lnTo>
                    <a:pt x="638" y="4533"/>
                  </a:lnTo>
                  <a:lnTo>
                    <a:pt x="561" y="4595"/>
                  </a:lnTo>
                  <a:lnTo>
                    <a:pt x="487" y="4648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" name="Rectangle 65">
              <a:extLst>
                <a:ext uri="{FF2B5EF4-FFF2-40B4-BE49-F238E27FC236}">
                  <a16:creationId xmlns:a16="http://schemas.microsoft.com/office/drawing/2014/main" id="{41B3AB75-E542-4C7F-A7EC-A018FF91D4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7200" y="2881313"/>
              <a:ext cx="4381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x0x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" name="Freeform 66">
              <a:extLst>
                <a:ext uri="{FF2B5EF4-FFF2-40B4-BE49-F238E27FC236}">
                  <a16:creationId xmlns:a16="http://schemas.microsoft.com/office/drawing/2014/main" id="{6E0887A1-4B06-4785-87E4-A3C54C90B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463" y="1131888"/>
              <a:ext cx="104775" cy="106362"/>
            </a:xfrm>
            <a:custGeom>
              <a:avLst/>
              <a:gdLst>
                <a:gd name="T0" fmla="*/ 2147483646 w 133"/>
                <a:gd name="T1" fmla="*/ 2147483646 h 133"/>
                <a:gd name="T2" fmla="*/ 2147483646 w 133"/>
                <a:gd name="T3" fmla="*/ 0 h 133"/>
                <a:gd name="T4" fmla="*/ 0 w 133"/>
                <a:gd name="T5" fmla="*/ 2147483646 h 133"/>
                <a:gd name="T6" fmla="*/ 0 w 133"/>
                <a:gd name="T7" fmla="*/ 2147483646 h 133"/>
                <a:gd name="T8" fmla="*/ 2147483646 w 133"/>
                <a:gd name="T9" fmla="*/ 2147483646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3"/>
                <a:gd name="T16" fmla="*/ 0 h 133"/>
                <a:gd name="T17" fmla="*/ 133 w 133"/>
                <a:gd name="T18" fmla="*/ 133 h 1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3" h="133">
                  <a:moveTo>
                    <a:pt x="27" y="133"/>
                  </a:moveTo>
                  <a:lnTo>
                    <a:pt x="133" y="0"/>
                  </a:lnTo>
                  <a:lnTo>
                    <a:pt x="0" y="80"/>
                  </a:lnTo>
                  <a:lnTo>
                    <a:pt x="0" y="106"/>
                  </a:lnTo>
                  <a:lnTo>
                    <a:pt x="27" y="133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" name="Freeform 67">
              <a:extLst>
                <a:ext uri="{FF2B5EF4-FFF2-40B4-BE49-F238E27FC236}">
                  <a16:creationId xmlns:a16="http://schemas.microsoft.com/office/drawing/2014/main" id="{13C65D25-130F-4E1F-8540-CDE236A01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675" y="1220788"/>
              <a:ext cx="1093788" cy="3684587"/>
            </a:xfrm>
            <a:custGeom>
              <a:avLst/>
              <a:gdLst>
                <a:gd name="T0" fmla="*/ 2147483646 w 1378"/>
                <a:gd name="T1" fmla="*/ 0 h 4642"/>
                <a:gd name="T2" fmla="*/ 2147483646 w 1378"/>
                <a:gd name="T3" fmla="*/ 2147483646 h 4642"/>
                <a:gd name="T4" fmla="*/ 2147483646 w 1378"/>
                <a:gd name="T5" fmla="*/ 2147483646 h 4642"/>
                <a:gd name="T6" fmla="*/ 2147483646 w 1378"/>
                <a:gd name="T7" fmla="*/ 2147483646 h 4642"/>
                <a:gd name="T8" fmla="*/ 2147483646 w 1378"/>
                <a:gd name="T9" fmla="*/ 2147483646 h 4642"/>
                <a:gd name="T10" fmla="*/ 2147483646 w 1378"/>
                <a:gd name="T11" fmla="*/ 2147483646 h 4642"/>
                <a:gd name="T12" fmla="*/ 2147483646 w 1378"/>
                <a:gd name="T13" fmla="*/ 2147483646 h 4642"/>
                <a:gd name="T14" fmla="*/ 2147483646 w 1378"/>
                <a:gd name="T15" fmla="*/ 2147483646 h 4642"/>
                <a:gd name="T16" fmla="*/ 2147483646 w 1378"/>
                <a:gd name="T17" fmla="*/ 2147483646 h 4642"/>
                <a:gd name="T18" fmla="*/ 2147483646 w 1378"/>
                <a:gd name="T19" fmla="*/ 2147483646 h 4642"/>
                <a:gd name="T20" fmla="*/ 2147483646 w 1378"/>
                <a:gd name="T21" fmla="*/ 2147483646 h 4642"/>
                <a:gd name="T22" fmla="*/ 2147483646 w 1378"/>
                <a:gd name="T23" fmla="*/ 2147483646 h 4642"/>
                <a:gd name="T24" fmla="*/ 0 w 1378"/>
                <a:gd name="T25" fmla="*/ 2147483646 h 4642"/>
                <a:gd name="T26" fmla="*/ 2147483646 w 1378"/>
                <a:gd name="T27" fmla="*/ 2147483646 h 4642"/>
                <a:gd name="T28" fmla="*/ 2147483646 w 1378"/>
                <a:gd name="T29" fmla="*/ 2147483646 h 4642"/>
                <a:gd name="T30" fmla="*/ 2147483646 w 1378"/>
                <a:gd name="T31" fmla="*/ 2147483646 h 4642"/>
                <a:gd name="T32" fmla="*/ 2147483646 w 1378"/>
                <a:gd name="T33" fmla="*/ 2147483646 h 4642"/>
                <a:gd name="T34" fmla="*/ 2147483646 w 1378"/>
                <a:gd name="T35" fmla="*/ 2147483646 h 4642"/>
                <a:gd name="T36" fmla="*/ 2147483646 w 1378"/>
                <a:gd name="T37" fmla="*/ 2147483646 h 4642"/>
                <a:gd name="T38" fmla="*/ 2147483646 w 1378"/>
                <a:gd name="T39" fmla="*/ 2147483646 h 4642"/>
                <a:gd name="T40" fmla="*/ 2147483646 w 1378"/>
                <a:gd name="T41" fmla="*/ 2147483646 h 4642"/>
                <a:gd name="T42" fmla="*/ 2147483646 w 1378"/>
                <a:gd name="T43" fmla="*/ 2147483646 h 4642"/>
                <a:gd name="T44" fmla="*/ 2147483646 w 1378"/>
                <a:gd name="T45" fmla="*/ 2147483646 h 4642"/>
                <a:gd name="T46" fmla="*/ 2147483646 w 1378"/>
                <a:gd name="T47" fmla="*/ 2147483646 h 4642"/>
                <a:gd name="T48" fmla="*/ 2147483646 w 1378"/>
                <a:gd name="T49" fmla="*/ 2147483646 h 4642"/>
                <a:gd name="T50" fmla="*/ 2147483646 w 1378"/>
                <a:gd name="T51" fmla="*/ 2147483646 h 4642"/>
                <a:gd name="T52" fmla="*/ 2147483646 w 1378"/>
                <a:gd name="T53" fmla="*/ 2147483646 h 4642"/>
                <a:gd name="T54" fmla="*/ 2147483646 w 1378"/>
                <a:gd name="T55" fmla="*/ 2147483646 h 4642"/>
                <a:gd name="T56" fmla="*/ 2147483646 w 1378"/>
                <a:gd name="T57" fmla="*/ 2147483646 h 4642"/>
                <a:gd name="T58" fmla="*/ 2147483646 w 1378"/>
                <a:gd name="T59" fmla="*/ 2147483646 h 4642"/>
                <a:gd name="T60" fmla="*/ 2147483646 w 1378"/>
                <a:gd name="T61" fmla="*/ 2147483646 h 4642"/>
                <a:gd name="T62" fmla="*/ 2147483646 w 1378"/>
                <a:gd name="T63" fmla="*/ 2147483646 h 4642"/>
                <a:gd name="T64" fmla="*/ 2147483646 w 1378"/>
                <a:gd name="T65" fmla="*/ 2147483646 h 464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378"/>
                <a:gd name="T100" fmla="*/ 0 h 4642"/>
                <a:gd name="T101" fmla="*/ 1378 w 1378"/>
                <a:gd name="T102" fmla="*/ 4642 h 464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378" h="4642">
                  <a:moveTo>
                    <a:pt x="1378" y="0"/>
                  </a:moveTo>
                  <a:lnTo>
                    <a:pt x="1141" y="181"/>
                  </a:lnTo>
                  <a:lnTo>
                    <a:pt x="929" y="366"/>
                  </a:lnTo>
                  <a:lnTo>
                    <a:pt x="742" y="551"/>
                  </a:lnTo>
                  <a:lnTo>
                    <a:pt x="579" y="738"/>
                  </a:lnTo>
                  <a:lnTo>
                    <a:pt x="438" y="928"/>
                  </a:lnTo>
                  <a:lnTo>
                    <a:pt x="319" y="1116"/>
                  </a:lnTo>
                  <a:lnTo>
                    <a:pt x="221" y="1306"/>
                  </a:lnTo>
                  <a:lnTo>
                    <a:pt x="142" y="1495"/>
                  </a:lnTo>
                  <a:lnTo>
                    <a:pt x="82" y="1683"/>
                  </a:lnTo>
                  <a:lnTo>
                    <a:pt x="38" y="1870"/>
                  </a:lnTo>
                  <a:lnTo>
                    <a:pt x="12" y="2055"/>
                  </a:lnTo>
                  <a:lnTo>
                    <a:pt x="0" y="2237"/>
                  </a:lnTo>
                  <a:lnTo>
                    <a:pt x="1" y="2418"/>
                  </a:lnTo>
                  <a:lnTo>
                    <a:pt x="16" y="2594"/>
                  </a:lnTo>
                  <a:lnTo>
                    <a:pt x="44" y="2766"/>
                  </a:lnTo>
                  <a:lnTo>
                    <a:pt x="81" y="2935"/>
                  </a:lnTo>
                  <a:lnTo>
                    <a:pt x="127" y="3099"/>
                  </a:lnTo>
                  <a:lnTo>
                    <a:pt x="183" y="3257"/>
                  </a:lnTo>
                  <a:lnTo>
                    <a:pt x="245" y="3409"/>
                  </a:lnTo>
                  <a:lnTo>
                    <a:pt x="314" y="3556"/>
                  </a:lnTo>
                  <a:lnTo>
                    <a:pt x="388" y="3696"/>
                  </a:lnTo>
                  <a:lnTo>
                    <a:pt x="466" y="3828"/>
                  </a:lnTo>
                  <a:lnTo>
                    <a:pt x="547" y="3953"/>
                  </a:lnTo>
                  <a:lnTo>
                    <a:pt x="631" y="4068"/>
                  </a:lnTo>
                  <a:lnTo>
                    <a:pt x="714" y="4176"/>
                  </a:lnTo>
                  <a:lnTo>
                    <a:pt x="797" y="4275"/>
                  </a:lnTo>
                  <a:lnTo>
                    <a:pt x="880" y="4362"/>
                  </a:lnTo>
                  <a:lnTo>
                    <a:pt x="960" y="4441"/>
                  </a:lnTo>
                  <a:lnTo>
                    <a:pt x="1036" y="4508"/>
                  </a:lnTo>
                  <a:lnTo>
                    <a:pt x="1107" y="4565"/>
                  </a:lnTo>
                  <a:lnTo>
                    <a:pt x="1174" y="4609"/>
                  </a:lnTo>
                  <a:lnTo>
                    <a:pt x="1232" y="4642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" name="Rectangle 68">
              <a:extLst>
                <a:ext uri="{FF2B5EF4-FFF2-40B4-BE49-F238E27FC236}">
                  <a16:creationId xmlns:a16="http://schemas.microsoft.com/office/drawing/2014/main" id="{E225254B-F416-46A6-A422-FF2BC3DADD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65788" y="4191000"/>
              <a:ext cx="4381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" name="Freeform 69">
              <a:extLst>
                <a:ext uri="{FF2B5EF4-FFF2-40B4-BE49-F238E27FC236}">
                  <a16:creationId xmlns:a16="http://schemas.microsoft.com/office/drawing/2014/main" id="{5DBD4614-B3FA-497E-9EEB-BB0E71439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650" y="1406525"/>
              <a:ext cx="63500" cy="125413"/>
            </a:xfrm>
            <a:custGeom>
              <a:avLst/>
              <a:gdLst>
                <a:gd name="T0" fmla="*/ 2147483646 w 79"/>
                <a:gd name="T1" fmla="*/ 2147483646 h 159"/>
                <a:gd name="T2" fmla="*/ 2147483646 w 79"/>
                <a:gd name="T3" fmla="*/ 0 h 159"/>
                <a:gd name="T4" fmla="*/ 0 w 79"/>
                <a:gd name="T5" fmla="*/ 2147483646 h 159"/>
                <a:gd name="T6" fmla="*/ 2147483646 w 79"/>
                <a:gd name="T7" fmla="*/ 2147483646 h 159"/>
                <a:gd name="T8" fmla="*/ 2147483646 w 79"/>
                <a:gd name="T9" fmla="*/ 2147483646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9"/>
                <a:gd name="T16" fmla="*/ 0 h 159"/>
                <a:gd name="T17" fmla="*/ 79 w 79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9" h="159">
                  <a:moveTo>
                    <a:pt x="79" y="159"/>
                  </a:moveTo>
                  <a:lnTo>
                    <a:pt x="79" y="0"/>
                  </a:lnTo>
                  <a:lnTo>
                    <a:pt x="0" y="159"/>
                  </a:lnTo>
                  <a:lnTo>
                    <a:pt x="26" y="159"/>
                  </a:lnTo>
                  <a:lnTo>
                    <a:pt x="79" y="159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9" name="Freeform 70">
              <a:extLst>
                <a:ext uri="{FF2B5EF4-FFF2-40B4-BE49-F238E27FC236}">
                  <a16:creationId xmlns:a16="http://schemas.microsoft.com/office/drawing/2014/main" id="{7F4A0562-688F-473B-84A9-DCDB819DE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350" y="1539875"/>
              <a:ext cx="34925" cy="485775"/>
            </a:xfrm>
            <a:custGeom>
              <a:avLst/>
              <a:gdLst>
                <a:gd name="T0" fmla="*/ 2147483646 w 46"/>
                <a:gd name="T1" fmla="*/ 0 h 613"/>
                <a:gd name="T2" fmla="*/ 2147483646 w 46"/>
                <a:gd name="T3" fmla="*/ 2147483646 h 613"/>
                <a:gd name="T4" fmla="*/ 2147483646 w 46"/>
                <a:gd name="T5" fmla="*/ 2147483646 h 613"/>
                <a:gd name="T6" fmla="*/ 2147483646 w 46"/>
                <a:gd name="T7" fmla="*/ 2147483646 h 613"/>
                <a:gd name="T8" fmla="*/ 2147483646 w 46"/>
                <a:gd name="T9" fmla="*/ 2147483646 h 613"/>
                <a:gd name="T10" fmla="*/ 2147483646 w 46"/>
                <a:gd name="T11" fmla="*/ 2147483646 h 613"/>
                <a:gd name="T12" fmla="*/ 2147483646 w 46"/>
                <a:gd name="T13" fmla="*/ 2147483646 h 613"/>
                <a:gd name="T14" fmla="*/ 2147483646 w 46"/>
                <a:gd name="T15" fmla="*/ 2147483646 h 613"/>
                <a:gd name="T16" fmla="*/ 0 w 46"/>
                <a:gd name="T17" fmla="*/ 2147483646 h 613"/>
                <a:gd name="T18" fmla="*/ 0 w 46"/>
                <a:gd name="T19" fmla="*/ 2147483646 h 613"/>
                <a:gd name="T20" fmla="*/ 0 w 46"/>
                <a:gd name="T21" fmla="*/ 2147483646 h 613"/>
                <a:gd name="T22" fmla="*/ 0 w 46"/>
                <a:gd name="T23" fmla="*/ 2147483646 h 613"/>
                <a:gd name="T24" fmla="*/ 2147483646 w 46"/>
                <a:gd name="T25" fmla="*/ 2147483646 h 613"/>
                <a:gd name="T26" fmla="*/ 2147483646 w 46"/>
                <a:gd name="T27" fmla="*/ 2147483646 h 613"/>
                <a:gd name="T28" fmla="*/ 2147483646 w 46"/>
                <a:gd name="T29" fmla="*/ 2147483646 h 613"/>
                <a:gd name="T30" fmla="*/ 2147483646 w 46"/>
                <a:gd name="T31" fmla="*/ 2147483646 h 613"/>
                <a:gd name="T32" fmla="*/ 2147483646 w 46"/>
                <a:gd name="T33" fmla="*/ 2147483646 h 613"/>
                <a:gd name="T34" fmla="*/ 2147483646 w 46"/>
                <a:gd name="T35" fmla="*/ 2147483646 h 613"/>
                <a:gd name="T36" fmla="*/ 2147483646 w 46"/>
                <a:gd name="T37" fmla="*/ 2147483646 h 613"/>
                <a:gd name="T38" fmla="*/ 2147483646 w 46"/>
                <a:gd name="T39" fmla="*/ 2147483646 h 613"/>
                <a:gd name="T40" fmla="*/ 2147483646 w 46"/>
                <a:gd name="T41" fmla="*/ 2147483646 h 613"/>
                <a:gd name="T42" fmla="*/ 2147483646 w 46"/>
                <a:gd name="T43" fmla="*/ 2147483646 h 613"/>
                <a:gd name="T44" fmla="*/ 2147483646 w 46"/>
                <a:gd name="T45" fmla="*/ 2147483646 h 613"/>
                <a:gd name="T46" fmla="*/ 2147483646 w 46"/>
                <a:gd name="T47" fmla="*/ 2147483646 h 613"/>
                <a:gd name="T48" fmla="*/ 2147483646 w 46"/>
                <a:gd name="T49" fmla="*/ 2147483646 h 613"/>
                <a:gd name="T50" fmla="*/ 2147483646 w 46"/>
                <a:gd name="T51" fmla="*/ 2147483646 h 613"/>
                <a:gd name="T52" fmla="*/ 2147483646 w 46"/>
                <a:gd name="T53" fmla="*/ 2147483646 h 613"/>
                <a:gd name="T54" fmla="*/ 2147483646 w 46"/>
                <a:gd name="T55" fmla="*/ 2147483646 h 613"/>
                <a:gd name="T56" fmla="*/ 2147483646 w 46"/>
                <a:gd name="T57" fmla="*/ 2147483646 h 613"/>
                <a:gd name="T58" fmla="*/ 2147483646 w 46"/>
                <a:gd name="T59" fmla="*/ 2147483646 h 613"/>
                <a:gd name="T60" fmla="*/ 2147483646 w 46"/>
                <a:gd name="T61" fmla="*/ 2147483646 h 613"/>
                <a:gd name="T62" fmla="*/ 2147483646 w 46"/>
                <a:gd name="T63" fmla="*/ 2147483646 h 613"/>
                <a:gd name="T64" fmla="*/ 2147483646 w 46"/>
                <a:gd name="T65" fmla="*/ 2147483646 h 61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46"/>
                <a:gd name="T100" fmla="*/ 0 h 613"/>
                <a:gd name="T101" fmla="*/ 46 w 46"/>
                <a:gd name="T102" fmla="*/ 613 h 61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46" h="613">
                  <a:moveTo>
                    <a:pt x="20" y="0"/>
                  </a:moveTo>
                  <a:lnTo>
                    <a:pt x="16" y="19"/>
                  </a:lnTo>
                  <a:lnTo>
                    <a:pt x="12" y="38"/>
                  </a:lnTo>
                  <a:lnTo>
                    <a:pt x="10" y="56"/>
                  </a:lnTo>
                  <a:lnTo>
                    <a:pt x="7" y="75"/>
                  </a:lnTo>
                  <a:lnTo>
                    <a:pt x="4" y="95"/>
                  </a:lnTo>
                  <a:lnTo>
                    <a:pt x="3" y="113"/>
                  </a:lnTo>
                  <a:lnTo>
                    <a:pt x="2" y="133"/>
                  </a:lnTo>
                  <a:lnTo>
                    <a:pt x="0" y="153"/>
                  </a:lnTo>
                  <a:lnTo>
                    <a:pt x="0" y="171"/>
                  </a:lnTo>
                  <a:lnTo>
                    <a:pt x="0" y="191"/>
                  </a:lnTo>
                  <a:lnTo>
                    <a:pt x="0" y="211"/>
                  </a:lnTo>
                  <a:lnTo>
                    <a:pt x="2" y="231"/>
                  </a:lnTo>
                  <a:lnTo>
                    <a:pt x="2" y="251"/>
                  </a:lnTo>
                  <a:lnTo>
                    <a:pt x="3" y="271"/>
                  </a:lnTo>
                  <a:lnTo>
                    <a:pt x="4" y="289"/>
                  </a:lnTo>
                  <a:lnTo>
                    <a:pt x="6" y="309"/>
                  </a:lnTo>
                  <a:lnTo>
                    <a:pt x="8" y="329"/>
                  </a:lnTo>
                  <a:lnTo>
                    <a:pt x="10" y="349"/>
                  </a:lnTo>
                  <a:lnTo>
                    <a:pt x="12" y="369"/>
                  </a:lnTo>
                  <a:lnTo>
                    <a:pt x="15" y="389"/>
                  </a:lnTo>
                  <a:lnTo>
                    <a:pt x="18" y="407"/>
                  </a:lnTo>
                  <a:lnTo>
                    <a:pt x="20" y="427"/>
                  </a:lnTo>
                  <a:lnTo>
                    <a:pt x="23" y="446"/>
                  </a:lnTo>
                  <a:lnTo>
                    <a:pt x="26" y="466"/>
                  </a:lnTo>
                  <a:lnTo>
                    <a:pt x="28" y="484"/>
                  </a:lnTo>
                  <a:lnTo>
                    <a:pt x="31" y="503"/>
                  </a:lnTo>
                  <a:lnTo>
                    <a:pt x="34" y="521"/>
                  </a:lnTo>
                  <a:lnTo>
                    <a:pt x="36" y="540"/>
                  </a:lnTo>
                  <a:lnTo>
                    <a:pt x="38" y="559"/>
                  </a:lnTo>
                  <a:lnTo>
                    <a:pt x="40" y="577"/>
                  </a:lnTo>
                  <a:lnTo>
                    <a:pt x="43" y="594"/>
                  </a:lnTo>
                  <a:lnTo>
                    <a:pt x="46" y="613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" name="Rectangle 71">
              <a:extLst>
                <a:ext uri="{FF2B5EF4-FFF2-40B4-BE49-F238E27FC236}">
                  <a16:creationId xmlns:a16="http://schemas.microsoft.com/office/drawing/2014/main" id="{CC2E0930-5E1B-4A06-B745-83B6BEDD29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6213" y="4191000"/>
              <a:ext cx="4381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xx0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2" name="Arrow: Right 1">
            <a:extLst>
              <a:ext uri="{FF2B5EF4-FFF2-40B4-BE49-F238E27FC236}">
                <a16:creationId xmlns:a16="http://schemas.microsoft.com/office/drawing/2014/main" id="{C6B09DD8-F257-4B04-8B3F-EEE2E0F7756F}"/>
              </a:ext>
            </a:extLst>
          </p:cNvPr>
          <p:cNvSpPr/>
          <p:nvPr/>
        </p:nvSpPr>
        <p:spPr bwMode="auto">
          <a:xfrm>
            <a:off x="3644900" y="2738437"/>
            <a:ext cx="1195388" cy="919163"/>
          </a:xfrm>
          <a:prstGeom prst="rightArrow">
            <a:avLst/>
          </a:prstGeom>
          <a:ln>
            <a:headEnd type="none" w="med" len="med"/>
            <a:tailEnd type="none" w="med" len="med"/>
          </a:ln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  <a:ea typeface="ＭＳ Ｐゴシック" charset="0"/>
            </a:endParaRP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3" name="Rectangle 3">
            <a:extLst>
              <a:ext uri="{FF2B5EF4-FFF2-40B4-BE49-F238E27FC236}">
                <a16:creationId xmlns:a16="http://schemas.microsoft.com/office/drawing/2014/main" id="{2FA7214C-15BC-411F-B63A-808FA23725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2209800"/>
            <a:ext cx="9144000" cy="2065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Let's look at a simpler example with only two devices that need to use the shared resource</a:t>
            </a:r>
            <a:endParaRPr kumimoji="0" lang="en-US" altLang="en-US" sz="36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6497" name="Group 1">
            <a:extLst>
              <a:ext uri="{FF2B5EF4-FFF2-40B4-BE49-F238E27FC236}">
                <a16:creationId xmlns:a16="http://schemas.microsoft.com/office/drawing/2014/main" id="{5590B44B-BFD1-4FB4-839B-9BB8635489DD}"/>
              </a:ext>
            </a:extLst>
          </p:cNvPr>
          <p:cNvGrpSpPr>
            <a:grpSpLocks/>
          </p:cNvGrpSpPr>
          <p:nvPr/>
        </p:nvGrpSpPr>
        <p:grpSpPr bwMode="auto">
          <a:xfrm>
            <a:off x="3616325" y="1143000"/>
            <a:ext cx="2555875" cy="4144963"/>
            <a:chOff x="2997200" y="1143000"/>
            <a:chExt cx="2554560" cy="4144963"/>
          </a:xfrm>
        </p:grpSpPr>
        <p:sp>
          <p:nvSpPr>
            <p:cNvPr id="106499" name="Freeform 9">
              <a:extLst>
                <a:ext uri="{FF2B5EF4-FFF2-40B4-BE49-F238E27FC236}">
                  <a16:creationId xmlns:a16="http://schemas.microsoft.com/office/drawing/2014/main" id="{B8C5A082-AF91-4CB6-9D84-28FF4ED7D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700" y="4741863"/>
              <a:ext cx="104775" cy="104775"/>
            </a:xfrm>
            <a:custGeom>
              <a:avLst/>
              <a:gdLst>
                <a:gd name="T0" fmla="*/ 2147483646 w 133"/>
                <a:gd name="T1" fmla="*/ 2147483646 h 132"/>
                <a:gd name="T2" fmla="*/ 0 w 133"/>
                <a:gd name="T3" fmla="*/ 0 h 132"/>
                <a:gd name="T4" fmla="*/ 2147483646 w 133"/>
                <a:gd name="T5" fmla="*/ 2147483646 h 132"/>
                <a:gd name="T6" fmla="*/ 2147483646 w 133"/>
                <a:gd name="T7" fmla="*/ 2147483646 h 132"/>
                <a:gd name="T8" fmla="*/ 2147483646 w 133"/>
                <a:gd name="T9" fmla="*/ 2147483646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3"/>
                <a:gd name="T16" fmla="*/ 0 h 132"/>
                <a:gd name="T17" fmla="*/ 133 w 133"/>
                <a:gd name="T18" fmla="*/ 132 h 13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3" h="132">
                  <a:moveTo>
                    <a:pt x="133" y="79"/>
                  </a:moveTo>
                  <a:lnTo>
                    <a:pt x="0" y="0"/>
                  </a:lnTo>
                  <a:lnTo>
                    <a:pt x="80" y="132"/>
                  </a:lnTo>
                  <a:lnTo>
                    <a:pt x="106" y="106"/>
                  </a:lnTo>
                  <a:lnTo>
                    <a:pt x="133" y="79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00" name="Freeform 12">
              <a:extLst>
                <a:ext uri="{FF2B5EF4-FFF2-40B4-BE49-F238E27FC236}">
                  <a16:creationId xmlns:a16="http://schemas.microsoft.com/office/drawing/2014/main" id="{4898E7D9-EE8F-4AD6-BE44-76914AE38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738" y="4678363"/>
              <a:ext cx="609600" cy="609600"/>
            </a:xfrm>
            <a:custGeom>
              <a:avLst/>
              <a:gdLst>
                <a:gd name="T0" fmla="*/ 0 w 769"/>
                <a:gd name="T1" fmla="*/ 2147483646 h 769"/>
                <a:gd name="T2" fmla="*/ 2147483646 w 769"/>
                <a:gd name="T3" fmla="*/ 2147483646 h 769"/>
                <a:gd name="T4" fmla="*/ 2147483646 w 769"/>
                <a:gd name="T5" fmla="*/ 2147483646 h 769"/>
                <a:gd name="T6" fmla="*/ 2147483646 w 769"/>
                <a:gd name="T7" fmla="*/ 2147483646 h 769"/>
                <a:gd name="T8" fmla="*/ 2147483646 w 769"/>
                <a:gd name="T9" fmla="*/ 2147483646 h 769"/>
                <a:gd name="T10" fmla="*/ 2147483646 w 769"/>
                <a:gd name="T11" fmla="*/ 2147483646 h 769"/>
                <a:gd name="T12" fmla="*/ 2147483646 w 769"/>
                <a:gd name="T13" fmla="*/ 2147483646 h 769"/>
                <a:gd name="T14" fmla="*/ 2147483646 w 769"/>
                <a:gd name="T15" fmla="*/ 2147483646 h 769"/>
                <a:gd name="T16" fmla="*/ 2147483646 w 769"/>
                <a:gd name="T17" fmla="*/ 2147483646 h 769"/>
                <a:gd name="T18" fmla="*/ 2147483646 w 769"/>
                <a:gd name="T19" fmla="*/ 2147483646 h 769"/>
                <a:gd name="T20" fmla="*/ 2147483646 w 769"/>
                <a:gd name="T21" fmla="*/ 2147483646 h 769"/>
                <a:gd name="T22" fmla="*/ 2147483646 w 769"/>
                <a:gd name="T23" fmla="*/ 0 h 769"/>
                <a:gd name="T24" fmla="*/ 2147483646 w 769"/>
                <a:gd name="T25" fmla="*/ 2147483646 h 769"/>
                <a:gd name="T26" fmla="*/ 2147483646 w 769"/>
                <a:gd name="T27" fmla="*/ 2147483646 h 769"/>
                <a:gd name="T28" fmla="*/ 2147483646 w 769"/>
                <a:gd name="T29" fmla="*/ 2147483646 h 769"/>
                <a:gd name="T30" fmla="*/ 2147483646 w 769"/>
                <a:gd name="T31" fmla="*/ 2147483646 h 769"/>
                <a:gd name="T32" fmla="*/ 2147483646 w 769"/>
                <a:gd name="T33" fmla="*/ 2147483646 h 769"/>
                <a:gd name="T34" fmla="*/ 2147483646 w 769"/>
                <a:gd name="T35" fmla="*/ 2147483646 h 769"/>
                <a:gd name="T36" fmla="*/ 2147483646 w 769"/>
                <a:gd name="T37" fmla="*/ 2147483646 h 769"/>
                <a:gd name="T38" fmla="*/ 2147483646 w 769"/>
                <a:gd name="T39" fmla="*/ 2147483646 h 769"/>
                <a:gd name="T40" fmla="*/ 2147483646 w 769"/>
                <a:gd name="T41" fmla="*/ 2147483646 h 769"/>
                <a:gd name="T42" fmla="*/ 2147483646 w 769"/>
                <a:gd name="T43" fmla="*/ 2147483646 h 769"/>
                <a:gd name="T44" fmla="*/ 2147483646 w 769"/>
                <a:gd name="T45" fmla="*/ 2147483646 h 769"/>
                <a:gd name="T46" fmla="*/ 2147483646 w 769"/>
                <a:gd name="T47" fmla="*/ 2147483646 h 769"/>
                <a:gd name="T48" fmla="*/ 2147483646 w 769"/>
                <a:gd name="T49" fmla="*/ 2147483646 h 769"/>
                <a:gd name="T50" fmla="*/ 2147483646 w 769"/>
                <a:gd name="T51" fmla="*/ 2147483646 h 769"/>
                <a:gd name="T52" fmla="*/ 2147483646 w 769"/>
                <a:gd name="T53" fmla="*/ 2147483646 h 769"/>
                <a:gd name="T54" fmla="*/ 2147483646 w 769"/>
                <a:gd name="T55" fmla="*/ 2147483646 h 769"/>
                <a:gd name="T56" fmla="*/ 2147483646 w 769"/>
                <a:gd name="T57" fmla="*/ 2147483646 h 769"/>
                <a:gd name="T58" fmla="*/ 2147483646 w 769"/>
                <a:gd name="T59" fmla="*/ 2147483646 h 769"/>
                <a:gd name="T60" fmla="*/ 2147483646 w 769"/>
                <a:gd name="T61" fmla="*/ 2147483646 h 769"/>
                <a:gd name="T62" fmla="*/ 2147483646 w 769"/>
                <a:gd name="T63" fmla="*/ 2147483646 h 769"/>
                <a:gd name="T64" fmla="*/ 2147483646 w 769"/>
                <a:gd name="T65" fmla="*/ 2147483646 h 769"/>
                <a:gd name="T66" fmla="*/ 2147483646 w 769"/>
                <a:gd name="T67" fmla="*/ 2147483646 h 769"/>
                <a:gd name="T68" fmla="*/ 2147483646 w 769"/>
                <a:gd name="T69" fmla="*/ 2147483646 h 769"/>
                <a:gd name="T70" fmla="*/ 2147483646 w 769"/>
                <a:gd name="T71" fmla="*/ 2147483646 h 769"/>
                <a:gd name="T72" fmla="*/ 2147483646 w 769"/>
                <a:gd name="T73" fmla="*/ 2147483646 h 769"/>
                <a:gd name="T74" fmla="*/ 2147483646 w 769"/>
                <a:gd name="T75" fmla="*/ 2147483646 h 769"/>
                <a:gd name="T76" fmla="*/ 2147483646 w 769"/>
                <a:gd name="T77" fmla="*/ 2147483646 h 769"/>
                <a:gd name="T78" fmla="*/ 2147483646 w 769"/>
                <a:gd name="T79" fmla="*/ 2147483646 h 769"/>
                <a:gd name="T80" fmla="*/ 2147483646 w 769"/>
                <a:gd name="T81" fmla="*/ 2147483646 h 769"/>
                <a:gd name="T82" fmla="*/ 2147483646 w 769"/>
                <a:gd name="T83" fmla="*/ 2147483646 h 769"/>
                <a:gd name="T84" fmla="*/ 2147483646 w 769"/>
                <a:gd name="T85" fmla="*/ 2147483646 h 769"/>
                <a:gd name="T86" fmla="*/ 2147483646 w 769"/>
                <a:gd name="T87" fmla="*/ 2147483646 h 769"/>
                <a:gd name="T88" fmla="*/ 2147483646 w 769"/>
                <a:gd name="T89" fmla="*/ 2147483646 h 769"/>
                <a:gd name="T90" fmla="*/ 2147483646 w 769"/>
                <a:gd name="T91" fmla="*/ 2147483646 h 769"/>
                <a:gd name="T92" fmla="*/ 2147483646 w 769"/>
                <a:gd name="T93" fmla="*/ 2147483646 h 769"/>
                <a:gd name="T94" fmla="*/ 2147483646 w 769"/>
                <a:gd name="T95" fmla="*/ 2147483646 h 769"/>
                <a:gd name="T96" fmla="*/ 2147483646 w 769"/>
                <a:gd name="T97" fmla="*/ 2147483646 h 769"/>
                <a:gd name="T98" fmla="*/ 2147483646 w 769"/>
                <a:gd name="T99" fmla="*/ 2147483646 h 769"/>
                <a:gd name="T100" fmla="*/ 2147483646 w 769"/>
                <a:gd name="T101" fmla="*/ 2147483646 h 769"/>
                <a:gd name="T102" fmla="*/ 2147483646 w 769"/>
                <a:gd name="T103" fmla="*/ 2147483646 h 769"/>
                <a:gd name="T104" fmla="*/ 2147483646 w 769"/>
                <a:gd name="T105" fmla="*/ 2147483646 h 769"/>
                <a:gd name="T106" fmla="*/ 2147483646 w 769"/>
                <a:gd name="T107" fmla="*/ 2147483646 h 769"/>
                <a:gd name="T108" fmla="*/ 2147483646 w 769"/>
                <a:gd name="T109" fmla="*/ 2147483646 h 769"/>
                <a:gd name="T110" fmla="*/ 0 w 769"/>
                <a:gd name="T111" fmla="*/ 2147483646 h 76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69"/>
                <a:gd name="T169" fmla="*/ 0 h 769"/>
                <a:gd name="T170" fmla="*/ 769 w 769"/>
                <a:gd name="T171" fmla="*/ 769 h 769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69" h="769">
                  <a:moveTo>
                    <a:pt x="0" y="394"/>
                  </a:moveTo>
                  <a:lnTo>
                    <a:pt x="0" y="377"/>
                  </a:lnTo>
                  <a:lnTo>
                    <a:pt x="0" y="357"/>
                  </a:lnTo>
                  <a:lnTo>
                    <a:pt x="2" y="338"/>
                  </a:lnTo>
                  <a:lnTo>
                    <a:pt x="4" y="320"/>
                  </a:lnTo>
                  <a:lnTo>
                    <a:pt x="7" y="301"/>
                  </a:lnTo>
                  <a:lnTo>
                    <a:pt x="12" y="282"/>
                  </a:lnTo>
                  <a:lnTo>
                    <a:pt x="16" y="265"/>
                  </a:lnTo>
                  <a:lnTo>
                    <a:pt x="23" y="247"/>
                  </a:lnTo>
                  <a:lnTo>
                    <a:pt x="30" y="231"/>
                  </a:lnTo>
                  <a:lnTo>
                    <a:pt x="37" y="214"/>
                  </a:lnTo>
                  <a:lnTo>
                    <a:pt x="45" y="198"/>
                  </a:lnTo>
                  <a:lnTo>
                    <a:pt x="55" y="182"/>
                  </a:lnTo>
                  <a:lnTo>
                    <a:pt x="64" y="166"/>
                  </a:lnTo>
                  <a:lnTo>
                    <a:pt x="75" y="151"/>
                  </a:lnTo>
                  <a:lnTo>
                    <a:pt x="85" y="138"/>
                  </a:lnTo>
                  <a:lnTo>
                    <a:pt x="97" y="123"/>
                  </a:lnTo>
                  <a:lnTo>
                    <a:pt x="110" y="111"/>
                  </a:lnTo>
                  <a:lnTo>
                    <a:pt x="124" y="98"/>
                  </a:lnTo>
                  <a:lnTo>
                    <a:pt x="137" y="86"/>
                  </a:lnTo>
                  <a:lnTo>
                    <a:pt x="151" y="76"/>
                  </a:lnTo>
                  <a:lnTo>
                    <a:pt x="166" y="65"/>
                  </a:lnTo>
                  <a:lnTo>
                    <a:pt x="181" y="56"/>
                  </a:lnTo>
                  <a:lnTo>
                    <a:pt x="196" y="46"/>
                  </a:lnTo>
                  <a:lnTo>
                    <a:pt x="212" y="37"/>
                  </a:lnTo>
                  <a:lnTo>
                    <a:pt x="230" y="31"/>
                  </a:lnTo>
                  <a:lnTo>
                    <a:pt x="247" y="24"/>
                  </a:lnTo>
                  <a:lnTo>
                    <a:pt x="264" y="17"/>
                  </a:lnTo>
                  <a:lnTo>
                    <a:pt x="281" y="12"/>
                  </a:lnTo>
                  <a:lnTo>
                    <a:pt x="300" y="8"/>
                  </a:lnTo>
                  <a:lnTo>
                    <a:pt x="318" y="5"/>
                  </a:lnTo>
                  <a:lnTo>
                    <a:pt x="337" y="3"/>
                  </a:lnTo>
                  <a:lnTo>
                    <a:pt x="357" y="1"/>
                  </a:lnTo>
                  <a:lnTo>
                    <a:pt x="375" y="0"/>
                  </a:lnTo>
                  <a:lnTo>
                    <a:pt x="393" y="0"/>
                  </a:lnTo>
                  <a:lnTo>
                    <a:pt x="412" y="1"/>
                  </a:lnTo>
                  <a:lnTo>
                    <a:pt x="431" y="3"/>
                  </a:lnTo>
                  <a:lnTo>
                    <a:pt x="450" y="5"/>
                  </a:lnTo>
                  <a:lnTo>
                    <a:pt x="468" y="8"/>
                  </a:lnTo>
                  <a:lnTo>
                    <a:pt x="487" y="12"/>
                  </a:lnTo>
                  <a:lnTo>
                    <a:pt x="505" y="17"/>
                  </a:lnTo>
                  <a:lnTo>
                    <a:pt x="522" y="24"/>
                  </a:lnTo>
                  <a:lnTo>
                    <a:pt x="540" y="31"/>
                  </a:lnTo>
                  <a:lnTo>
                    <a:pt x="556" y="37"/>
                  </a:lnTo>
                  <a:lnTo>
                    <a:pt x="571" y="46"/>
                  </a:lnTo>
                  <a:lnTo>
                    <a:pt x="587" y="56"/>
                  </a:lnTo>
                  <a:lnTo>
                    <a:pt x="603" y="65"/>
                  </a:lnTo>
                  <a:lnTo>
                    <a:pt x="618" y="76"/>
                  </a:lnTo>
                  <a:lnTo>
                    <a:pt x="632" y="86"/>
                  </a:lnTo>
                  <a:lnTo>
                    <a:pt x="646" y="98"/>
                  </a:lnTo>
                  <a:lnTo>
                    <a:pt x="659" y="111"/>
                  </a:lnTo>
                  <a:lnTo>
                    <a:pt x="671" y="123"/>
                  </a:lnTo>
                  <a:lnTo>
                    <a:pt x="683" y="138"/>
                  </a:lnTo>
                  <a:lnTo>
                    <a:pt x="693" y="151"/>
                  </a:lnTo>
                  <a:lnTo>
                    <a:pt x="704" y="166"/>
                  </a:lnTo>
                  <a:lnTo>
                    <a:pt x="714" y="182"/>
                  </a:lnTo>
                  <a:lnTo>
                    <a:pt x="722" y="198"/>
                  </a:lnTo>
                  <a:lnTo>
                    <a:pt x="732" y="214"/>
                  </a:lnTo>
                  <a:lnTo>
                    <a:pt x="738" y="231"/>
                  </a:lnTo>
                  <a:lnTo>
                    <a:pt x="745" y="247"/>
                  </a:lnTo>
                  <a:lnTo>
                    <a:pt x="752" y="265"/>
                  </a:lnTo>
                  <a:lnTo>
                    <a:pt x="757" y="282"/>
                  </a:lnTo>
                  <a:lnTo>
                    <a:pt x="761" y="301"/>
                  </a:lnTo>
                  <a:lnTo>
                    <a:pt x="764" y="320"/>
                  </a:lnTo>
                  <a:lnTo>
                    <a:pt x="766" y="338"/>
                  </a:lnTo>
                  <a:lnTo>
                    <a:pt x="767" y="357"/>
                  </a:lnTo>
                  <a:lnTo>
                    <a:pt x="769" y="377"/>
                  </a:lnTo>
                  <a:lnTo>
                    <a:pt x="769" y="394"/>
                  </a:lnTo>
                  <a:lnTo>
                    <a:pt x="767" y="414"/>
                  </a:lnTo>
                  <a:lnTo>
                    <a:pt x="766" y="432"/>
                  </a:lnTo>
                  <a:lnTo>
                    <a:pt x="764" y="451"/>
                  </a:lnTo>
                  <a:lnTo>
                    <a:pt x="761" y="469"/>
                  </a:lnTo>
                  <a:lnTo>
                    <a:pt x="757" y="488"/>
                  </a:lnTo>
                  <a:lnTo>
                    <a:pt x="752" y="505"/>
                  </a:lnTo>
                  <a:lnTo>
                    <a:pt x="745" y="524"/>
                  </a:lnTo>
                  <a:lnTo>
                    <a:pt x="738" y="540"/>
                  </a:lnTo>
                  <a:lnTo>
                    <a:pt x="732" y="557"/>
                  </a:lnTo>
                  <a:lnTo>
                    <a:pt x="722" y="573"/>
                  </a:lnTo>
                  <a:lnTo>
                    <a:pt x="714" y="589"/>
                  </a:lnTo>
                  <a:lnTo>
                    <a:pt x="704" y="605"/>
                  </a:lnTo>
                  <a:lnTo>
                    <a:pt x="693" y="619"/>
                  </a:lnTo>
                  <a:lnTo>
                    <a:pt x="683" y="632"/>
                  </a:lnTo>
                  <a:lnTo>
                    <a:pt x="671" y="647"/>
                  </a:lnTo>
                  <a:lnTo>
                    <a:pt x="659" y="659"/>
                  </a:lnTo>
                  <a:lnTo>
                    <a:pt x="646" y="672"/>
                  </a:lnTo>
                  <a:lnTo>
                    <a:pt x="632" y="684"/>
                  </a:lnTo>
                  <a:lnTo>
                    <a:pt x="618" y="695"/>
                  </a:lnTo>
                  <a:lnTo>
                    <a:pt x="603" y="705"/>
                  </a:lnTo>
                  <a:lnTo>
                    <a:pt x="587" y="715"/>
                  </a:lnTo>
                  <a:lnTo>
                    <a:pt x="571" y="724"/>
                  </a:lnTo>
                  <a:lnTo>
                    <a:pt x="556" y="733"/>
                  </a:lnTo>
                  <a:lnTo>
                    <a:pt x="540" y="740"/>
                  </a:lnTo>
                  <a:lnTo>
                    <a:pt x="522" y="746"/>
                  </a:lnTo>
                  <a:lnTo>
                    <a:pt x="505" y="753"/>
                  </a:lnTo>
                  <a:lnTo>
                    <a:pt x="487" y="758"/>
                  </a:lnTo>
                  <a:lnTo>
                    <a:pt x="468" y="762"/>
                  </a:lnTo>
                  <a:lnTo>
                    <a:pt x="450" y="765"/>
                  </a:lnTo>
                  <a:lnTo>
                    <a:pt x="431" y="768"/>
                  </a:lnTo>
                  <a:lnTo>
                    <a:pt x="412" y="769"/>
                  </a:lnTo>
                  <a:lnTo>
                    <a:pt x="393" y="769"/>
                  </a:lnTo>
                  <a:lnTo>
                    <a:pt x="375" y="769"/>
                  </a:lnTo>
                  <a:lnTo>
                    <a:pt x="357" y="769"/>
                  </a:lnTo>
                  <a:lnTo>
                    <a:pt x="337" y="768"/>
                  </a:lnTo>
                  <a:lnTo>
                    <a:pt x="318" y="765"/>
                  </a:lnTo>
                  <a:lnTo>
                    <a:pt x="300" y="762"/>
                  </a:lnTo>
                  <a:lnTo>
                    <a:pt x="281" y="758"/>
                  </a:lnTo>
                  <a:lnTo>
                    <a:pt x="264" y="753"/>
                  </a:lnTo>
                  <a:lnTo>
                    <a:pt x="247" y="746"/>
                  </a:lnTo>
                  <a:lnTo>
                    <a:pt x="230" y="740"/>
                  </a:lnTo>
                  <a:lnTo>
                    <a:pt x="212" y="733"/>
                  </a:lnTo>
                  <a:lnTo>
                    <a:pt x="196" y="724"/>
                  </a:lnTo>
                  <a:lnTo>
                    <a:pt x="181" y="715"/>
                  </a:lnTo>
                  <a:lnTo>
                    <a:pt x="166" y="705"/>
                  </a:lnTo>
                  <a:lnTo>
                    <a:pt x="151" y="695"/>
                  </a:lnTo>
                  <a:lnTo>
                    <a:pt x="137" y="684"/>
                  </a:lnTo>
                  <a:lnTo>
                    <a:pt x="124" y="672"/>
                  </a:lnTo>
                  <a:lnTo>
                    <a:pt x="110" y="659"/>
                  </a:lnTo>
                  <a:lnTo>
                    <a:pt x="97" y="647"/>
                  </a:lnTo>
                  <a:lnTo>
                    <a:pt x="85" y="632"/>
                  </a:lnTo>
                  <a:lnTo>
                    <a:pt x="75" y="619"/>
                  </a:lnTo>
                  <a:lnTo>
                    <a:pt x="64" y="605"/>
                  </a:lnTo>
                  <a:lnTo>
                    <a:pt x="55" y="589"/>
                  </a:lnTo>
                  <a:lnTo>
                    <a:pt x="45" y="573"/>
                  </a:lnTo>
                  <a:lnTo>
                    <a:pt x="37" y="557"/>
                  </a:lnTo>
                  <a:lnTo>
                    <a:pt x="30" y="540"/>
                  </a:lnTo>
                  <a:lnTo>
                    <a:pt x="23" y="524"/>
                  </a:lnTo>
                  <a:lnTo>
                    <a:pt x="16" y="505"/>
                  </a:lnTo>
                  <a:lnTo>
                    <a:pt x="12" y="488"/>
                  </a:lnTo>
                  <a:lnTo>
                    <a:pt x="7" y="469"/>
                  </a:lnTo>
                  <a:lnTo>
                    <a:pt x="4" y="451"/>
                  </a:lnTo>
                  <a:lnTo>
                    <a:pt x="2" y="432"/>
                  </a:lnTo>
                  <a:lnTo>
                    <a:pt x="0" y="414"/>
                  </a:lnTo>
                  <a:lnTo>
                    <a:pt x="0" y="394"/>
                  </a:lnTo>
                  <a:close/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01" name="Freeform 14">
              <a:extLst>
                <a:ext uri="{FF2B5EF4-FFF2-40B4-BE49-F238E27FC236}">
                  <a16:creationId xmlns:a16="http://schemas.microsoft.com/office/drawing/2014/main" id="{00BB7321-B519-404D-9AAB-EB96FB52F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700" y="3457575"/>
              <a:ext cx="104775" cy="104775"/>
            </a:xfrm>
            <a:custGeom>
              <a:avLst/>
              <a:gdLst>
                <a:gd name="T0" fmla="*/ 2147483646 w 133"/>
                <a:gd name="T1" fmla="*/ 2147483646 h 133"/>
                <a:gd name="T2" fmla="*/ 0 w 133"/>
                <a:gd name="T3" fmla="*/ 0 h 133"/>
                <a:gd name="T4" fmla="*/ 2147483646 w 133"/>
                <a:gd name="T5" fmla="*/ 2147483646 h 133"/>
                <a:gd name="T6" fmla="*/ 2147483646 w 133"/>
                <a:gd name="T7" fmla="*/ 2147483646 h 133"/>
                <a:gd name="T8" fmla="*/ 2147483646 w 133"/>
                <a:gd name="T9" fmla="*/ 2147483646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3"/>
                <a:gd name="T16" fmla="*/ 0 h 133"/>
                <a:gd name="T17" fmla="*/ 133 w 133"/>
                <a:gd name="T18" fmla="*/ 133 h 1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3" h="133">
                  <a:moveTo>
                    <a:pt x="133" y="80"/>
                  </a:moveTo>
                  <a:lnTo>
                    <a:pt x="0" y="0"/>
                  </a:lnTo>
                  <a:lnTo>
                    <a:pt x="80" y="133"/>
                  </a:lnTo>
                  <a:lnTo>
                    <a:pt x="106" y="106"/>
                  </a:lnTo>
                  <a:lnTo>
                    <a:pt x="133" y="8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02" name="Freeform 17">
              <a:extLst>
                <a:ext uri="{FF2B5EF4-FFF2-40B4-BE49-F238E27FC236}">
                  <a16:creationId xmlns:a16="http://schemas.microsoft.com/office/drawing/2014/main" id="{153F779E-8710-45B0-B4CF-188AFEE06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738" y="3394075"/>
              <a:ext cx="609600" cy="611187"/>
            </a:xfrm>
            <a:custGeom>
              <a:avLst/>
              <a:gdLst>
                <a:gd name="T0" fmla="*/ 0 w 769"/>
                <a:gd name="T1" fmla="*/ 2147483646 h 769"/>
                <a:gd name="T2" fmla="*/ 2147483646 w 769"/>
                <a:gd name="T3" fmla="*/ 2147483646 h 769"/>
                <a:gd name="T4" fmla="*/ 2147483646 w 769"/>
                <a:gd name="T5" fmla="*/ 2147483646 h 769"/>
                <a:gd name="T6" fmla="*/ 2147483646 w 769"/>
                <a:gd name="T7" fmla="*/ 2147483646 h 769"/>
                <a:gd name="T8" fmla="*/ 2147483646 w 769"/>
                <a:gd name="T9" fmla="*/ 2147483646 h 769"/>
                <a:gd name="T10" fmla="*/ 2147483646 w 769"/>
                <a:gd name="T11" fmla="*/ 2147483646 h 769"/>
                <a:gd name="T12" fmla="*/ 2147483646 w 769"/>
                <a:gd name="T13" fmla="*/ 2147483646 h 769"/>
                <a:gd name="T14" fmla="*/ 2147483646 w 769"/>
                <a:gd name="T15" fmla="*/ 2147483646 h 769"/>
                <a:gd name="T16" fmla="*/ 2147483646 w 769"/>
                <a:gd name="T17" fmla="*/ 2147483646 h 769"/>
                <a:gd name="T18" fmla="*/ 2147483646 w 769"/>
                <a:gd name="T19" fmla="*/ 2147483646 h 769"/>
                <a:gd name="T20" fmla="*/ 2147483646 w 769"/>
                <a:gd name="T21" fmla="*/ 2147483646 h 769"/>
                <a:gd name="T22" fmla="*/ 2147483646 w 769"/>
                <a:gd name="T23" fmla="*/ 0 h 769"/>
                <a:gd name="T24" fmla="*/ 2147483646 w 769"/>
                <a:gd name="T25" fmla="*/ 2147483646 h 769"/>
                <a:gd name="T26" fmla="*/ 2147483646 w 769"/>
                <a:gd name="T27" fmla="*/ 2147483646 h 769"/>
                <a:gd name="T28" fmla="*/ 2147483646 w 769"/>
                <a:gd name="T29" fmla="*/ 2147483646 h 769"/>
                <a:gd name="T30" fmla="*/ 2147483646 w 769"/>
                <a:gd name="T31" fmla="*/ 2147483646 h 769"/>
                <a:gd name="T32" fmla="*/ 2147483646 w 769"/>
                <a:gd name="T33" fmla="*/ 2147483646 h 769"/>
                <a:gd name="T34" fmla="*/ 2147483646 w 769"/>
                <a:gd name="T35" fmla="*/ 2147483646 h 769"/>
                <a:gd name="T36" fmla="*/ 2147483646 w 769"/>
                <a:gd name="T37" fmla="*/ 2147483646 h 769"/>
                <a:gd name="T38" fmla="*/ 2147483646 w 769"/>
                <a:gd name="T39" fmla="*/ 2147483646 h 769"/>
                <a:gd name="T40" fmla="*/ 2147483646 w 769"/>
                <a:gd name="T41" fmla="*/ 2147483646 h 769"/>
                <a:gd name="T42" fmla="*/ 2147483646 w 769"/>
                <a:gd name="T43" fmla="*/ 2147483646 h 769"/>
                <a:gd name="T44" fmla="*/ 2147483646 w 769"/>
                <a:gd name="T45" fmla="*/ 2147483646 h 769"/>
                <a:gd name="T46" fmla="*/ 2147483646 w 769"/>
                <a:gd name="T47" fmla="*/ 2147483646 h 769"/>
                <a:gd name="T48" fmla="*/ 2147483646 w 769"/>
                <a:gd name="T49" fmla="*/ 2147483646 h 769"/>
                <a:gd name="T50" fmla="*/ 2147483646 w 769"/>
                <a:gd name="T51" fmla="*/ 2147483646 h 769"/>
                <a:gd name="T52" fmla="*/ 2147483646 w 769"/>
                <a:gd name="T53" fmla="*/ 2147483646 h 769"/>
                <a:gd name="T54" fmla="*/ 2147483646 w 769"/>
                <a:gd name="T55" fmla="*/ 2147483646 h 769"/>
                <a:gd name="T56" fmla="*/ 2147483646 w 769"/>
                <a:gd name="T57" fmla="*/ 2147483646 h 769"/>
                <a:gd name="T58" fmla="*/ 2147483646 w 769"/>
                <a:gd name="T59" fmla="*/ 2147483646 h 769"/>
                <a:gd name="T60" fmla="*/ 2147483646 w 769"/>
                <a:gd name="T61" fmla="*/ 2147483646 h 769"/>
                <a:gd name="T62" fmla="*/ 2147483646 w 769"/>
                <a:gd name="T63" fmla="*/ 2147483646 h 769"/>
                <a:gd name="T64" fmla="*/ 2147483646 w 769"/>
                <a:gd name="T65" fmla="*/ 2147483646 h 769"/>
                <a:gd name="T66" fmla="*/ 2147483646 w 769"/>
                <a:gd name="T67" fmla="*/ 2147483646 h 769"/>
                <a:gd name="T68" fmla="*/ 2147483646 w 769"/>
                <a:gd name="T69" fmla="*/ 2147483646 h 769"/>
                <a:gd name="T70" fmla="*/ 2147483646 w 769"/>
                <a:gd name="T71" fmla="*/ 2147483646 h 769"/>
                <a:gd name="T72" fmla="*/ 2147483646 w 769"/>
                <a:gd name="T73" fmla="*/ 2147483646 h 769"/>
                <a:gd name="T74" fmla="*/ 2147483646 w 769"/>
                <a:gd name="T75" fmla="*/ 2147483646 h 769"/>
                <a:gd name="T76" fmla="*/ 2147483646 w 769"/>
                <a:gd name="T77" fmla="*/ 2147483646 h 769"/>
                <a:gd name="T78" fmla="*/ 2147483646 w 769"/>
                <a:gd name="T79" fmla="*/ 2147483646 h 769"/>
                <a:gd name="T80" fmla="*/ 2147483646 w 769"/>
                <a:gd name="T81" fmla="*/ 2147483646 h 769"/>
                <a:gd name="T82" fmla="*/ 2147483646 w 769"/>
                <a:gd name="T83" fmla="*/ 2147483646 h 769"/>
                <a:gd name="T84" fmla="*/ 2147483646 w 769"/>
                <a:gd name="T85" fmla="*/ 2147483646 h 769"/>
                <a:gd name="T86" fmla="*/ 2147483646 w 769"/>
                <a:gd name="T87" fmla="*/ 2147483646 h 769"/>
                <a:gd name="T88" fmla="*/ 2147483646 w 769"/>
                <a:gd name="T89" fmla="*/ 2147483646 h 769"/>
                <a:gd name="T90" fmla="*/ 2147483646 w 769"/>
                <a:gd name="T91" fmla="*/ 2147483646 h 769"/>
                <a:gd name="T92" fmla="*/ 2147483646 w 769"/>
                <a:gd name="T93" fmla="*/ 2147483646 h 769"/>
                <a:gd name="T94" fmla="*/ 2147483646 w 769"/>
                <a:gd name="T95" fmla="*/ 2147483646 h 769"/>
                <a:gd name="T96" fmla="*/ 2147483646 w 769"/>
                <a:gd name="T97" fmla="*/ 2147483646 h 769"/>
                <a:gd name="T98" fmla="*/ 2147483646 w 769"/>
                <a:gd name="T99" fmla="*/ 2147483646 h 769"/>
                <a:gd name="T100" fmla="*/ 2147483646 w 769"/>
                <a:gd name="T101" fmla="*/ 2147483646 h 769"/>
                <a:gd name="T102" fmla="*/ 2147483646 w 769"/>
                <a:gd name="T103" fmla="*/ 2147483646 h 769"/>
                <a:gd name="T104" fmla="*/ 2147483646 w 769"/>
                <a:gd name="T105" fmla="*/ 2147483646 h 769"/>
                <a:gd name="T106" fmla="*/ 2147483646 w 769"/>
                <a:gd name="T107" fmla="*/ 2147483646 h 769"/>
                <a:gd name="T108" fmla="*/ 2147483646 w 769"/>
                <a:gd name="T109" fmla="*/ 2147483646 h 769"/>
                <a:gd name="T110" fmla="*/ 0 w 769"/>
                <a:gd name="T111" fmla="*/ 2147483646 h 76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69"/>
                <a:gd name="T169" fmla="*/ 0 h 769"/>
                <a:gd name="T170" fmla="*/ 769 w 769"/>
                <a:gd name="T171" fmla="*/ 769 h 769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69" h="769">
                  <a:moveTo>
                    <a:pt x="0" y="394"/>
                  </a:moveTo>
                  <a:lnTo>
                    <a:pt x="0" y="376"/>
                  </a:lnTo>
                  <a:lnTo>
                    <a:pt x="0" y="356"/>
                  </a:lnTo>
                  <a:lnTo>
                    <a:pt x="2" y="338"/>
                  </a:lnTo>
                  <a:lnTo>
                    <a:pt x="4" y="319"/>
                  </a:lnTo>
                  <a:lnTo>
                    <a:pt x="7" y="301"/>
                  </a:lnTo>
                  <a:lnTo>
                    <a:pt x="12" y="282"/>
                  </a:lnTo>
                  <a:lnTo>
                    <a:pt x="16" y="265"/>
                  </a:lnTo>
                  <a:lnTo>
                    <a:pt x="23" y="246"/>
                  </a:lnTo>
                  <a:lnTo>
                    <a:pt x="30" y="230"/>
                  </a:lnTo>
                  <a:lnTo>
                    <a:pt x="37" y="213"/>
                  </a:lnTo>
                  <a:lnTo>
                    <a:pt x="45" y="197"/>
                  </a:lnTo>
                  <a:lnTo>
                    <a:pt x="55" y="181"/>
                  </a:lnTo>
                  <a:lnTo>
                    <a:pt x="64" y="166"/>
                  </a:lnTo>
                  <a:lnTo>
                    <a:pt x="75" y="151"/>
                  </a:lnTo>
                  <a:lnTo>
                    <a:pt x="85" y="138"/>
                  </a:lnTo>
                  <a:lnTo>
                    <a:pt x="97" y="123"/>
                  </a:lnTo>
                  <a:lnTo>
                    <a:pt x="110" y="111"/>
                  </a:lnTo>
                  <a:lnTo>
                    <a:pt x="124" y="98"/>
                  </a:lnTo>
                  <a:lnTo>
                    <a:pt x="137" y="86"/>
                  </a:lnTo>
                  <a:lnTo>
                    <a:pt x="151" y="75"/>
                  </a:lnTo>
                  <a:lnTo>
                    <a:pt x="166" y="65"/>
                  </a:lnTo>
                  <a:lnTo>
                    <a:pt x="181" y="55"/>
                  </a:lnTo>
                  <a:lnTo>
                    <a:pt x="196" y="46"/>
                  </a:lnTo>
                  <a:lnTo>
                    <a:pt x="212" y="37"/>
                  </a:lnTo>
                  <a:lnTo>
                    <a:pt x="230" y="30"/>
                  </a:lnTo>
                  <a:lnTo>
                    <a:pt x="247" y="24"/>
                  </a:lnTo>
                  <a:lnTo>
                    <a:pt x="264" y="17"/>
                  </a:lnTo>
                  <a:lnTo>
                    <a:pt x="281" y="12"/>
                  </a:lnTo>
                  <a:lnTo>
                    <a:pt x="300" y="8"/>
                  </a:lnTo>
                  <a:lnTo>
                    <a:pt x="318" y="5"/>
                  </a:lnTo>
                  <a:lnTo>
                    <a:pt x="337" y="2"/>
                  </a:lnTo>
                  <a:lnTo>
                    <a:pt x="357" y="1"/>
                  </a:lnTo>
                  <a:lnTo>
                    <a:pt x="375" y="0"/>
                  </a:lnTo>
                  <a:lnTo>
                    <a:pt x="393" y="0"/>
                  </a:lnTo>
                  <a:lnTo>
                    <a:pt x="412" y="1"/>
                  </a:lnTo>
                  <a:lnTo>
                    <a:pt x="431" y="2"/>
                  </a:lnTo>
                  <a:lnTo>
                    <a:pt x="450" y="5"/>
                  </a:lnTo>
                  <a:lnTo>
                    <a:pt x="468" y="8"/>
                  </a:lnTo>
                  <a:lnTo>
                    <a:pt x="487" y="12"/>
                  </a:lnTo>
                  <a:lnTo>
                    <a:pt x="505" y="17"/>
                  </a:lnTo>
                  <a:lnTo>
                    <a:pt x="522" y="24"/>
                  </a:lnTo>
                  <a:lnTo>
                    <a:pt x="540" y="30"/>
                  </a:lnTo>
                  <a:lnTo>
                    <a:pt x="556" y="37"/>
                  </a:lnTo>
                  <a:lnTo>
                    <a:pt x="571" y="46"/>
                  </a:lnTo>
                  <a:lnTo>
                    <a:pt x="587" y="55"/>
                  </a:lnTo>
                  <a:lnTo>
                    <a:pt x="603" y="65"/>
                  </a:lnTo>
                  <a:lnTo>
                    <a:pt x="618" y="75"/>
                  </a:lnTo>
                  <a:lnTo>
                    <a:pt x="632" y="86"/>
                  </a:lnTo>
                  <a:lnTo>
                    <a:pt x="646" y="98"/>
                  </a:lnTo>
                  <a:lnTo>
                    <a:pt x="659" y="111"/>
                  </a:lnTo>
                  <a:lnTo>
                    <a:pt x="671" y="123"/>
                  </a:lnTo>
                  <a:lnTo>
                    <a:pt x="683" y="138"/>
                  </a:lnTo>
                  <a:lnTo>
                    <a:pt x="693" y="151"/>
                  </a:lnTo>
                  <a:lnTo>
                    <a:pt x="704" y="166"/>
                  </a:lnTo>
                  <a:lnTo>
                    <a:pt x="714" y="181"/>
                  </a:lnTo>
                  <a:lnTo>
                    <a:pt x="722" y="197"/>
                  </a:lnTo>
                  <a:lnTo>
                    <a:pt x="732" y="213"/>
                  </a:lnTo>
                  <a:lnTo>
                    <a:pt x="738" y="230"/>
                  </a:lnTo>
                  <a:lnTo>
                    <a:pt x="745" y="246"/>
                  </a:lnTo>
                  <a:lnTo>
                    <a:pt x="752" y="265"/>
                  </a:lnTo>
                  <a:lnTo>
                    <a:pt x="757" y="282"/>
                  </a:lnTo>
                  <a:lnTo>
                    <a:pt x="761" y="301"/>
                  </a:lnTo>
                  <a:lnTo>
                    <a:pt x="764" y="319"/>
                  </a:lnTo>
                  <a:lnTo>
                    <a:pt x="766" y="338"/>
                  </a:lnTo>
                  <a:lnTo>
                    <a:pt x="767" y="356"/>
                  </a:lnTo>
                  <a:lnTo>
                    <a:pt x="769" y="376"/>
                  </a:lnTo>
                  <a:lnTo>
                    <a:pt x="769" y="394"/>
                  </a:lnTo>
                  <a:lnTo>
                    <a:pt x="767" y="413"/>
                  </a:lnTo>
                  <a:lnTo>
                    <a:pt x="766" y="432"/>
                  </a:lnTo>
                  <a:lnTo>
                    <a:pt x="764" y="451"/>
                  </a:lnTo>
                  <a:lnTo>
                    <a:pt x="761" y="469"/>
                  </a:lnTo>
                  <a:lnTo>
                    <a:pt x="757" y="488"/>
                  </a:lnTo>
                  <a:lnTo>
                    <a:pt x="752" y="505"/>
                  </a:lnTo>
                  <a:lnTo>
                    <a:pt x="745" y="523"/>
                  </a:lnTo>
                  <a:lnTo>
                    <a:pt x="738" y="539"/>
                  </a:lnTo>
                  <a:lnTo>
                    <a:pt x="732" y="557"/>
                  </a:lnTo>
                  <a:lnTo>
                    <a:pt x="722" y="572"/>
                  </a:lnTo>
                  <a:lnTo>
                    <a:pt x="714" y="588"/>
                  </a:lnTo>
                  <a:lnTo>
                    <a:pt x="704" y="604"/>
                  </a:lnTo>
                  <a:lnTo>
                    <a:pt x="693" y="619"/>
                  </a:lnTo>
                  <a:lnTo>
                    <a:pt x="683" y="632"/>
                  </a:lnTo>
                  <a:lnTo>
                    <a:pt x="671" y="647"/>
                  </a:lnTo>
                  <a:lnTo>
                    <a:pt x="659" y="659"/>
                  </a:lnTo>
                  <a:lnTo>
                    <a:pt x="646" y="672"/>
                  </a:lnTo>
                  <a:lnTo>
                    <a:pt x="632" y="684"/>
                  </a:lnTo>
                  <a:lnTo>
                    <a:pt x="618" y="694"/>
                  </a:lnTo>
                  <a:lnTo>
                    <a:pt x="603" y="705"/>
                  </a:lnTo>
                  <a:lnTo>
                    <a:pt x="587" y="714"/>
                  </a:lnTo>
                  <a:lnTo>
                    <a:pt x="571" y="724"/>
                  </a:lnTo>
                  <a:lnTo>
                    <a:pt x="556" y="733"/>
                  </a:lnTo>
                  <a:lnTo>
                    <a:pt x="540" y="740"/>
                  </a:lnTo>
                  <a:lnTo>
                    <a:pt x="522" y="746"/>
                  </a:lnTo>
                  <a:lnTo>
                    <a:pt x="505" y="753"/>
                  </a:lnTo>
                  <a:lnTo>
                    <a:pt x="487" y="758"/>
                  </a:lnTo>
                  <a:lnTo>
                    <a:pt x="468" y="762"/>
                  </a:lnTo>
                  <a:lnTo>
                    <a:pt x="450" y="765"/>
                  </a:lnTo>
                  <a:lnTo>
                    <a:pt x="431" y="767"/>
                  </a:lnTo>
                  <a:lnTo>
                    <a:pt x="412" y="769"/>
                  </a:lnTo>
                  <a:lnTo>
                    <a:pt x="393" y="769"/>
                  </a:lnTo>
                  <a:lnTo>
                    <a:pt x="375" y="769"/>
                  </a:lnTo>
                  <a:lnTo>
                    <a:pt x="357" y="769"/>
                  </a:lnTo>
                  <a:lnTo>
                    <a:pt x="337" y="767"/>
                  </a:lnTo>
                  <a:lnTo>
                    <a:pt x="318" y="765"/>
                  </a:lnTo>
                  <a:lnTo>
                    <a:pt x="300" y="762"/>
                  </a:lnTo>
                  <a:lnTo>
                    <a:pt x="281" y="758"/>
                  </a:lnTo>
                  <a:lnTo>
                    <a:pt x="264" y="753"/>
                  </a:lnTo>
                  <a:lnTo>
                    <a:pt x="247" y="746"/>
                  </a:lnTo>
                  <a:lnTo>
                    <a:pt x="230" y="740"/>
                  </a:lnTo>
                  <a:lnTo>
                    <a:pt x="212" y="733"/>
                  </a:lnTo>
                  <a:lnTo>
                    <a:pt x="196" y="724"/>
                  </a:lnTo>
                  <a:lnTo>
                    <a:pt x="181" y="714"/>
                  </a:lnTo>
                  <a:lnTo>
                    <a:pt x="166" y="705"/>
                  </a:lnTo>
                  <a:lnTo>
                    <a:pt x="151" y="694"/>
                  </a:lnTo>
                  <a:lnTo>
                    <a:pt x="137" y="684"/>
                  </a:lnTo>
                  <a:lnTo>
                    <a:pt x="124" y="672"/>
                  </a:lnTo>
                  <a:lnTo>
                    <a:pt x="110" y="659"/>
                  </a:lnTo>
                  <a:lnTo>
                    <a:pt x="97" y="647"/>
                  </a:lnTo>
                  <a:lnTo>
                    <a:pt x="85" y="632"/>
                  </a:lnTo>
                  <a:lnTo>
                    <a:pt x="75" y="619"/>
                  </a:lnTo>
                  <a:lnTo>
                    <a:pt x="64" y="604"/>
                  </a:lnTo>
                  <a:lnTo>
                    <a:pt x="55" y="588"/>
                  </a:lnTo>
                  <a:lnTo>
                    <a:pt x="45" y="572"/>
                  </a:lnTo>
                  <a:lnTo>
                    <a:pt x="37" y="557"/>
                  </a:lnTo>
                  <a:lnTo>
                    <a:pt x="30" y="539"/>
                  </a:lnTo>
                  <a:lnTo>
                    <a:pt x="23" y="523"/>
                  </a:lnTo>
                  <a:lnTo>
                    <a:pt x="16" y="505"/>
                  </a:lnTo>
                  <a:lnTo>
                    <a:pt x="12" y="488"/>
                  </a:lnTo>
                  <a:lnTo>
                    <a:pt x="7" y="469"/>
                  </a:lnTo>
                  <a:lnTo>
                    <a:pt x="4" y="451"/>
                  </a:lnTo>
                  <a:lnTo>
                    <a:pt x="2" y="432"/>
                  </a:lnTo>
                  <a:lnTo>
                    <a:pt x="0" y="413"/>
                  </a:lnTo>
                  <a:lnTo>
                    <a:pt x="0" y="394"/>
                  </a:lnTo>
                  <a:close/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03" name="Freeform 19">
              <a:extLst>
                <a:ext uri="{FF2B5EF4-FFF2-40B4-BE49-F238E27FC236}">
                  <a16:creationId xmlns:a16="http://schemas.microsoft.com/office/drawing/2014/main" id="{0F59B451-6B8B-43B9-B3BE-5CFC7CFA5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700" y="1584325"/>
              <a:ext cx="104775" cy="106362"/>
            </a:xfrm>
            <a:custGeom>
              <a:avLst/>
              <a:gdLst>
                <a:gd name="T0" fmla="*/ 2147483646 w 133"/>
                <a:gd name="T1" fmla="*/ 0 h 132"/>
                <a:gd name="T2" fmla="*/ 0 w 133"/>
                <a:gd name="T3" fmla="*/ 2147483646 h 132"/>
                <a:gd name="T4" fmla="*/ 2147483646 w 133"/>
                <a:gd name="T5" fmla="*/ 2147483646 h 132"/>
                <a:gd name="T6" fmla="*/ 2147483646 w 133"/>
                <a:gd name="T7" fmla="*/ 2147483646 h 132"/>
                <a:gd name="T8" fmla="*/ 2147483646 w 133"/>
                <a:gd name="T9" fmla="*/ 0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3"/>
                <a:gd name="T16" fmla="*/ 0 h 132"/>
                <a:gd name="T17" fmla="*/ 133 w 133"/>
                <a:gd name="T18" fmla="*/ 132 h 13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3" h="132">
                  <a:moveTo>
                    <a:pt x="80" y="0"/>
                  </a:moveTo>
                  <a:lnTo>
                    <a:pt x="0" y="132"/>
                  </a:lnTo>
                  <a:lnTo>
                    <a:pt x="133" y="53"/>
                  </a:lnTo>
                  <a:lnTo>
                    <a:pt x="106" y="26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04" name="Freeform 22">
              <a:extLst>
                <a:ext uri="{FF2B5EF4-FFF2-40B4-BE49-F238E27FC236}">
                  <a16:creationId xmlns:a16="http://schemas.microsoft.com/office/drawing/2014/main" id="{B42CF009-FC97-4FC2-A8C0-41C753341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738" y="1143000"/>
              <a:ext cx="609600" cy="609600"/>
            </a:xfrm>
            <a:custGeom>
              <a:avLst/>
              <a:gdLst>
                <a:gd name="T0" fmla="*/ 0 w 769"/>
                <a:gd name="T1" fmla="*/ 2147483646 h 769"/>
                <a:gd name="T2" fmla="*/ 2147483646 w 769"/>
                <a:gd name="T3" fmla="*/ 2147483646 h 769"/>
                <a:gd name="T4" fmla="*/ 2147483646 w 769"/>
                <a:gd name="T5" fmla="*/ 2147483646 h 769"/>
                <a:gd name="T6" fmla="*/ 2147483646 w 769"/>
                <a:gd name="T7" fmla="*/ 2147483646 h 769"/>
                <a:gd name="T8" fmla="*/ 2147483646 w 769"/>
                <a:gd name="T9" fmla="*/ 2147483646 h 769"/>
                <a:gd name="T10" fmla="*/ 2147483646 w 769"/>
                <a:gd name="T11" fmla="*/ 2147483646 h 769"/>
                <a:gd name="T12" fmla="*/ 2147483646 w 769"/>
                <a:gd name="T13" fmla="*/ 2147483646 h 769"/>
                <a:gd name="T14" fmla="*/ 2147483646 w 769"/>
                <a:gd name="T15" fmla="*/ 2147483646 h 769"/>
                <a:gd name="T16" fmla="*/ 2147483646 w 769"/>
                <a:gd name="T17" fmla="*/ 2147483646 h 769"/>
                <a:gd name="T18" fmla="*/ 2147483646 w 769"/>
                <a:gd name="T19" fmla="*/ 2147483646 h 769"/>
                <a:gd name="T20" fmla="*/ 2147483646 w 769"/>
                <a:gd name="T21" fmla="*/ 2147483646 h 769"/>
                <a:gd name="T22" fmla="*/ 2147483646 w 769"/>
                <a:gd name="T23" fmla="*/ 0 h 769"/>
                <a:gd name="T24" fmla="*/ 2147483646 w 769"/>
                <a:gd name="T25" fmla="*/ 2147483646 h 769"/>
                <a:gd name="T26" fmla="*/ 2147483646 w 769"/>
                <a:gd name="T27" fmla="*/ 2147483646 h 769"/>
                <a:gd name="T28" fmla="*/ 2147483646 w 769"/>
                <a:gd name="T29" fmla="*/ 2147483646 h 769"/>
                <a:gd name="T30" fmla="*/ 2147483646 w 769"/>
                <a:gd name="T31" fmla="*/ 2147483646 h 769"/>
                <a:gd name="T32" fmla="*/ 2147483646 w 769"/>
                <a:gd name="T33" fmla="*/ 2147483646 h 769"/>
                <a:gd name="T34" fmla="*/ 2147483646 w 769"/>
                <a:gd name="T35" fmla="*/ 2147483646 h 769"/>
                <a:gd name="T36" fmla="*/ 2147483646 w 769"/>
                <a:gd name="T37" fmla="*/ 2147483646 h 769"/>
                <a:gd name="T38" fmla="*/ 2147483646 w 769"/>
                <a:gd name="T39" fmla="*/ 2147483646 h 769"/>
                <a:gd name="T40" fmla="*/ 2147483646 w 769"/>
                <a:gd name="T41" fmla="*/ 2147483646 h 769"/>
                <a:gd name="T42" fmla="*/ 2147483646 w 769"/>
                <a:gd name="T43" fmla="*/ 2147483646 h 769"/>
                <a:gd name="T44" fmla="*/ 2147483646 w 769"/>
                <a:gd name="T45" fmla="*/ 2147483646 h 769"/>
                <a:gd name="T46" fmla="*/ 2147483646 w 769"/>
                <a:gd name="T47" fmla="*/ 2147483646 h 769"/>
                <a:gd name="T48" fmla="*/ 2147483646 w 769"/>
                <a:gd name="T49" fmla="*/ 2147483646 h 769"/>
                <a:gd name="T50" fmla="*/ 2147483646 w 769"/>
                <a:gd name="T51" fmla="*/ 2147483646 h 769"/>
                <a:gd name="T52" fmla="*/ 2147483646 w 769"/>
                <a:gd name="T53" fmla="*/ 2147483646 h 769"/>
                <a:gd name="T54" fmla="*/ 2147483646 w 769"/>
                <a:gd name="T55" fmla="*/ 2147483646 h 769"/>
                <a:gd name="T56" fmla="*/ 2147483646 w 769"/>
                <a:gd name="T57" fmla="*/ 2147483646 h 769"/>
                <a:gd name="T58" fmla="*/ 2147483646 w 769"/>
                <a:gd name="T59" fmla="*/ 2147483646 h 769"/>
                <a:gd name="T60" fmla="*/ 2147483646 w 769"/>
                <a:gd name="T61" fmla="*/ 2147483646 h 769"/>
                <a:gd name="T62" fmla="*/ 2147483646 w 769"/>
                <a:gd name="T63" fmla="*/ 2147483646 h 769"/>
                <a:gd name="T64" fmla="*/ 2147483646 w 769"/>
                <a:gd name="T65" fmla="*/ 2147483646 h 769"/>
                <a:gd name="T66" fmla="*/ 2147483646 w 769"/>
                <a:gd name="T67" fmla="*/ 2147483646 h 769"/>
                <a:gd name="T68" fmla="*/ 2147483646 w 769"/>
                <a:gd name="T69" fmla="*/ 2147483646 h 769"/>
                <a:gd name="T70" fmla="*/ 2147483646 w 769"/>
                <a:gd name="T71" fmla="*/ 2147483646 h 769"/>
                <a:gd name="T72" fmla="*/ 2147483646 w 769"/>
                <a:gd name="T73" fmla="*/ 2147483646 h 769"/>
                <a:gd name="T74" fmla="*/ 2147483646 w 769"/>
                <a:gd name="T75" fmla="*/ 2147483646 h 769"/>
                <a:gd name="T76" fmla="*/ 2147483646 w 769"/>
                <a:gd name="T77" fmla="*/ 2147483646 h 769"/>
                <a:gd name="T78" fmla="*/ 2147483646 w 769"/>
                <a:gd name="T79" fmla="*/ 2147483646 h 769"/>
                <a:gd name="T80" fmla="*/ 2147483646 w 769"/>
                <a:gd name="T81" fmla="*/ 2147483646 h 769"/>
                <a:gd name="T82" fmla="*/ 2147483646 w 769"/>
                <a:gd name="T83" fmla="*/ 2147483646 h 769"/>
                <a:gd name="T84" fmla="*/ 2147483646 w 769"/>
                <a:gd name="T85" fmla="*/ 2147483646 h 769"/>
                <a:gd name="T86" fmla="*/ 2147483646 w 769"/>
                <a:gd name="T87" fmla="*/ 2147483646 h 769"/>
                <a:gd name="T88" fmla="*/ 2147483646 w 769"/>
                <a:gd name="T89" fmla="*/ 2147483646 h 769"/>
                <a:gd name="T90" fmla="*/ 2147483646 w 769"/>
                <a:gd name="T91" fmla="*/ 2147483646 h 769"/>
                <a:gd name="T92" fmla="*/ 2147483646 w 769"/>
                <a:gd name="T93" fmla="*/ 2147483646 h 769"/>
                <a:gd name="T94" fmla="*/ 2147483646 w 769"/>
                <a:gd name="T95" fmla="*/ 2147483646 h 769"/>
                <a:gd name="T96" fmla="*/ 2147483646 w 769"/>
                <a:gd name="T97" fmla="*/ 2147483646 h 769"/>
                <a:gd name="T98" fmla="*/ 2147483646 w 769"/>
                <a:gd name="T99" fmla="*/ 2147483646 h 769"/>
                <a:gd name="T100" fmla="*/ 2147483646 w 769"/>
                <a:gd name="T101" fmla="*/ 2147483646 h 769"/>
                <a:gd name="T102" fmla="*/ 2147483646 w 769"/>
                <a:gd name="T103" fmla="*/ 2147483646 h 769"/>
                <a:gd name="T104" fmla="*/ 2147483646 w 769"/>
                <a:gd name="T105" fmla="*/ 2147483646 h 769"/>
                <a:gd name="T106" fmla="*/ 2147483646 w 769"/>
                <a:gd name="T107" fmla="*/ 2147483646 h 769"/>
                <a:gd name="T108" fmla="*/ 2147483646 w 769"/>
                <a:gd name="T109" fmla="*/ 2147483646 h 769"/>
                <a:gd name="T110" fmla="*/ 0 w 769"/>
                <a:gd name="T111" fmla="*/ 2147483646 h 76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69"/>
                <a:gd name="T169" fmla="*/ 0 h 769"/>
                <a:gd name="T170" fmla="*/ 769 w 769"/>
                <a:gd name="T171" fmla="*/ 769 h 769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69" h="769">
                  <a:moveTo>
                    <a:pt x="0" y="394"/>
                  </a:moveTo>
                  <a:lnTo>
                    <a:pt x="0" y="376"/>
                  </a:lnTo>
                  <a:lnTo>
                    <a:pt x="0" y="357"/>
                  </a:lnTo>
                  <a:lnTo>
                    <a:pt x="2" y="338"/>
                  </a:lnTo>
                  <a:lnTo>
                    <a:pt x="4" y="319"/>
                  </a:lnTo>
                  <a:lnTo>
                    <a:pt x="7" y="301"/>
                  </a:lnTo>
                  <a:lnTo>
                    <a:pt x="12" y="282"/>
                  </a:lnTo>
                  <a:lnTo>
                    <a:pt x="16" y="265"/>
                  </a:lnTo>
                  <a:lnTo>
                    <a:pt x="23" y="246"/>
                  </a:lnTo>
                  <a:lnTo>
                    <a:pt x="30" y="231"/>
                  </a:lnTo>
                  <a:lnTo>
                    <a:pt x="37" y="213"/>
                  </a:lnTo>
                  <a:lnTo>
                    <a:pt x="45" y="197"/>
                  </a:lnTo>
                  <a:lnTo>
                    <a:pt x="55" y="182"/>
                  </a:lnTo>
                  <a:lnTo>
                    <a:pt x="64" y="166"/>
                  </a:lnTo>
                  <a:lnTo>
                    <a:pt x="75" y="151"/>
                  </a:lnTo>
                  <a:lnTo>
                    <a:pt x="85" y="138"/>
                  </a:lnTo>
                  <a:lnTo>
                    <a:pt x="97" y="123"/>
                  </a:lnTo>
                  <a:lnTo>
                    <a:pt x="110" y="111"/>
                  </a:lnTo>
                  <a:lnTo>
                    <a:pt x="124" y="98"/>
                  </a:lnTo>
                  <a:lnTo>
                    <a:pt x="137" y="86"/>
                  </a:lnTo>
                  <a:lnTo>
                    <a:pt x="151" y="75"/>
                  </a:lnTo>
                  <a:lnTo>
                    <a:pt x="166" y="65"/>
                  </a:lnTo>
                  <a:lnTo>
                    <a:pt x="181" y="56"/>
                  </a:lnTo>
                  <a:lnTo>
                    <a:pt x="196" y="46"/>
                  </a:lnTo>
                  <a:lnTo>
                    <a:pt x="212" y="37"/>
                  </a:lnTo>
                  <a:lnTo>
                    <a:pt x="230" y="30"/>
                  </a:lnTo>
                  <a:lnTo>
                    <a:pt x="247" y="24"/>
                  </a:lnTo>
                  <a:lnTo>
                    <a:pt x="264" y="17"/>
                  </a:lnTo>
                  <a:lnTo>
                    <a:pt x="281" y="12"/>
                  </a:lnTo>
                  <a:lnTo>
                    <a:pt x="300" y="8"/>
                  </a:lnTo>
                  <a:lnTo>
                    <a:pt x="318" y="5"/>
                  </a:lnTo>
                  <a:lnTo>
                    <a:pt x="337" y="3"/>
                  </a:lnTo>
                  <a:lnTo>
                    <a:pt x="357" y="1"/>
                  </a:lnTo>
                  <a:lnTo>
                    <a:pt x="375" y="0"/>
                  </a:lnTo>
                  <a:lnTo>
                    <a:pt x="393" y="0"/>
                  </a:lnTo>
                  <a:lnTo>
                    <a:pt x="412" y="1"/>
                  </a:lnTo>
                  <a:lnTo>
                    <a:pt x="431" y="3"/>
                  </a:lnTo>
                  <a:lnTo>
                    <a:pt x="450" y="5"/>
                  </a:lnTo>
                  <a:lnTo>
                    <a:pt x="468" y="8"/>
                  </a:lnTo>
                  <a:lnTo>
                    <a:pt x="487" y="12"/>
                  </a:lnTo>
                  <a:lnTo>
                    <a:pt x="505" y="17"/>
                  </a:lnTo>
                  <a:lnTo>
                    <a:pt x="522" y="24"/>
                  </a:lnTo>
                  <a:lnTo>
                    <a:pt x="540" y="30"/>
                  </a:lnTo>
                  <a:lnTo>
                    <a:pt x="556" y="37"/>
                  </a:lnTo>
                  <a:lnTo>
                    <a:pt x="571" y="46"/>
                  </a:lnTo>
                  <a:lnTo>
                    <a:pt x="587" y="56"/>
                  </a:lnTo>
                  <a:lnTo>
                    <a:pt x="603" y="65"/>
                  </a:lnTo>
                  <a:lnTo>
                    <a:pt x="618" y="75"/>
                  </a:lnTo>
                  <a:lnTo>
                    <a:pt x="632" y="86"/>
                  </a:lnTo>
                  <a:lnTo>
                    <a:pt x="646" y="98"/>
                  </a:lnTo>
                  <a:lnTo>
                    <a:pt x="659" y="111"/>
                  </a:lnTo>
                  <a:lnTo>
                    <a:pt x="671" y="123"/>
                  </a:lnTo>
                  <a:lnTo>
                    <a:pt x="683" y="138"/>
                  </a:lnTo>
                  <a:lnTo>
                    <a:pt x="693" y="151"/>
                  </a:lnTo>
                  <a:lnTo>
                    <a:pt x="704" y="166"/>
                  </a:lnTo>
                  <a:lnTo>
                    <a:pt x="714" y="182"/>
                  </a:lnTo>
                  <a:lnTo>
                    <a:pt x="722" y="197"/>
                  </a:lnTo>
                  <a:lnTo>
                    <a:pt x="732" y="213"/>
                  </a:lnTo>
                  <a:lnTo>
                    <a:pt x="738" y="231"/>
                  </a:lnTo>
                  <a:lnTo>
                    <a:pt x="745" y="246"/>
                  </a:lnTo>
                  <a:lnTo>
                    <a:pt x="752" y="265"/>
                  </a:lnTo>
                  <a:lnTo>
                    <a:pt x="757" y="282"/>
                  </a:lnTo>
                  <a:lnTo>
                    <a:pt x="761" y="301"/>
                  </a:lnTo>
                  <a:lnTo>
                    <a:pt x="764" y="319"/>
                  </a:lnTo>
                  <a:lnTo>
                    <a:pt x="766" y="338"/>
                  </a:lnTo>
                  <a:lnTo>
                    <a:pt x="767" y="357"/>
                  </a:lnTo>
                  <a:lnTo>
                    <a:pt x="769" y="376"/>
                  </a:lnTo>
                  <a:lnTo>
                    <a:pt x="769" y="394"/>
                  </a:lnTo>
                  <a:lnTo>
                    <a:pt x="767" y="414"/>
                  </a:lnTo>
                  <a:lnTo>
                    <a:pt x="766" y="432"/>
                  </a:lnTo>
                  <a:lnTo>
                    <a:pt x="764" y="451"/>
                  </a:lnTo>
                  <a:lnTo>
                    <a:pt x="761" y="469"/>
                  </a:lnTo>
                  <a:lnTo>
                    <a:pt x="757" y="488"/>
                  </a:lnTo>
                  <a:lnTo>
                    <a:pt x="752" y="505"/>
                  </a:lnTo>
                  <a:lnTo>
                    <a:pt x="745" y="524"/>
                  </a:lnTo>
                  <a:lnTo>
                    <a:pt x="738" y="539"/>
                  </a:lnTo>
                  <a:lnTo>
                    <a:pt x="732" y="557"/>
                  </a:lnTo>
                  <a:lnTo>
                    <a:pt x="722" y="573"/>
                  </a:lnTo>
                  <a:lnTo>
                    <a:pt x="714" y="589"/>
                  </a:lnTo>
                  <a:lnTo>
                    <a:pt x="704" y="604"/>
                  </a:lnTo>
                  <a:lnTo>
                    <a:pt x="693" y="619"/>
                  </a:lnTo>
                  <a:lnTo>
                    <a:pt x="683" y="632"/>
                  </a:lnTo>
                  <a:lnTo>
                    <a:pt x="671" y="647"/>
                  </a:lnTo>
                  <a:lnTo>
                    <a:pt x="659" y="659"/>
                  </a:lnTo>
                  <a:lnTo>
                    <a:pt x="646" y="672"/>
                  </a:lnTo>
                  <a:lnTo>
                    <a:pt x="632" y="684"/>
                  </a:lnTo>
                  <a:lnTo>
                    <a:pt x="618" y="695"/>
                  </a:lnTo>
                  <a:lnTo>
                    <a:pt x="603" y="705"/>
                  </a:lnTo>
                  <a:lnTo>
                    <a:pt x="587" y="714"/>
                  </a:lnTo>
                  <a:lnTo>
                    <a:pt x="571" y="724"/>
                  </a:lnTo>
                  <a:lnTo>
                    <a:pt x="556" y="733"/>
                  </a:lnTo>
                  <a:lnTo>
                    <a:pt x="540" y="740"/>
                  </a:lnTo>
                  <a:lnTo>
                    <a:pt x="522" y="746"/>
                  </a:lnTo>
                  <a:lnTo>
                    <a:pt x="505" y="753"/>
                  </a:lnTo>
                  <a:lnTo>
                    <a:pt x="487" y="758"/>
                  </a:lnTo>
                  <a:lnTo>
                    <a:pt x="468" y="762"/>
                  </a:lnTo>
                  <a:lnTo>
                    <a:pt x="450" y="765"/>
                  </a:lnTo>
                  <a:lnTo>
                    <a:pt x="431" y="767"/>
                  </a:lnTo>
                  <a:lnTo>
                    <a:pt x="412" y="769"/>
                  </a:lnTo>
                  <a:lnTo>
                    <a:pt x="393" y="769"/>
                  </a:lnTo>
                  <a:lnTo>
                    <a:pt x="375" y="769"/>
                  </a:lnTo>
                  <a:lnTo>
                    <a:pt x="357" y="769"/>
                  </a:lnTo>
                  <a:lnTo>
                    <a:pt x="337" y="767"/>
                  </a:lnTo>
                  <a:lnTo>
                    <a:pt x="318" y="765"/>
                  </a:lnTo>
                  <a:lnTo>
                    <a:pt x="300" y="762"/>
                  </a:lnTo>
                  <a:lnTo>
                    <a:pt x="281" y="758"/>
                  </a:lnTo>
                  <a:lnTo>
                    <a:pt x="264" y="753"/>
                  </a:lnTo>
                  <a:lnTo>
                    <a:pt x="247" y="746"/>
                  </a:lnTo>
                  <a:lnTo>
                    <a:pt x="230" y="740"/>
                  </a:lnTo>
                  <a:lnTo>
                    <a:pt x="212" y="733"/>
                  </a:lnTo>
                  <a:lnTo>
                    <a:pt x="196" y="724"/>
                  </a:lnTo>
                  <a:lnTo>
                    <a:pt x="181" y="714"/>
                  </a:lnTo>
                  <a:lnTo>
                    <a:pt x="166" y="705"/>
                  </a:lnTo>
                  <a:lnTo>
                    <a:pt x="151" y="695"/>
                  </a:lnTo>
                  <a:lnTo>
                    <a:pt x="137" y="684"/>
                  </a:lnTo>
                  <a:lnTo>
                    <a:pt x="124" y="672"/>
                  </a:lnTo>
                  <a:lnTo>
                    <a:pt x="110" y="659"/>
                  </a:lnTo>
                  <a:lnTo>
                    <a:pt x="97" y="647"/>
                  </a:lnTo>
                  <a:lnTo>
                    <a:pt x="85" y="632"/>
                  </a:lnTo>
                  <a:lnTo>
                    <a:pt x="75" y="619"/>
                  </a:lnTo>
                  <a:lnTo>
                    <a:pt x="64" y="604"/>
                  </a:lnTo>
                  <a:lnTo>
                    <a:pt x="55" y="589"/>
                  </a:lnTo>
                  <a:lnTo>
                    <a:pt x="45" y="573"/>
                  </a:lnTo>
                  <a:lnTo>
                    <a:pt x="37" y="557"/>
                  </a:lnTo>
                  <a:lnTo>
                    <a:pt x="30" y="539"/>
                  </a:lnTo>
                  <a:lnTo>
                    <a:pt x="23" y="524"/>
                  </a:lnTo>
                  <a:lnTo>
                    <a:pt x="16" y="505"/>
                  </a:lnTo>
                  <a:lnTo>
                    <a:pt x="12" y="488"/>
                  </a:lnTo>
                  <a:lnTo>
                    <a:pt x="7" y="469"/>
                  </a:lnTo>
                  <a:lnTo>
                    <a:pt x="4" y="451"/>
                  </a:lnTo>
                  <a:lnTo>
                    <a:pt x="2" y="432"/>
                  </a:lnTo>
                  <a:lnTo>
                    <a:pt x="0" y="414"/>
                  </a:lnTo>
                  <a:lnTo>
                    <a:pt x="0" y="394"/>
                  </a:lnTo>
                  <a:close/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05" name="Freeform 24">
              <a:extLst>
                <a:ext uri="{FF2B5EF4-FFF2-40B4-BE49-F238E27FC236}">
                  <a16:creationId xmlns:a16="http://schemas.microsoft.com/office/drawing/2014/main" id="{9896AA92-9F23-44FF-B8B3-4C89463CB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113" y="1687512"/>
              <a:ext cx="693737" cy="598488"/>
            </a:xfrm>
            <a:custGeom>
              <a:avLst/>
              <a:gdLst>
                <a:gd name="T0" fmla="*/ 2147483646 w 874"/>
                <a:gd name="T1" fmla="*/ 2147483646 h 753"/>
                <a:gd name="T2" fmla="*/ 2147483646 w 874"/>
                <a:gd name="T3" fmla="*/ 2147483646 h 753"/>
                <a:gd name="T4" fmla="*/ 2147483646 w 874"/>
                <a:gd name="T5" fmla="*/ 2147483646 h 753"/>
                <a:gd name="T6" fmla="*/ 2147483646 w 874"/>
                <a:gd name="T7" fmla="*/ 2147483646 h 753"/>
                <a:gd name="T8" fmla="*/ 2147483646 w 874"/>
                <a:gd name="T9" fmla="*/ 2147483646 h 753"/>
                <a:gd name="T10" fmla="*/ 2147483646 w 874"/>
                <a:gd name="T11" fmla="*/ 2147483646 h 753"/>
                <a:gd name="T12" fmla="*/ 2147483646 w 874"/>
                <a:gd name="T13" fmla="*/ 2147483646 h 753"/>
                <a:gd name="T14" fmla="*/ 2147483646 w 874"/>
                <a:gd name="T15" fmla="*/ 2147483646 h 753"/>
                <a:gd name="T16" fmla="*/ 2147483646 w 874"/>
                <a:gd name="T17" fmla="*/ 2147483646 h 753"/>
                <a:gd name="T18" fmla="*/ 2147483646 w 874"/>
                <a:gd name="T19" fmla="*/ 2147483646 h 753"/>
                <a:gd name="T20" fmla="*/ 0 w 874"/>
                <a:gd name="T21" fmla="*/ 2147483646 h 753"/>
                <a:gd name="T22" fmla="*/ 2147483646 w 874"/>
                <a:gd name="T23" fmla="*/ 2147483646 h 753"/>
                <a:gd name="T24" fmla="*/ 2147483646 w 874"/>
                <a:gd name="T25" fmla="*/ 2147483646 h 753"/>
                <a:gd name="T26" fmla="*/ 2147483646 w 874"/>
                <a:gd name="T27" fmla="*/ 2147483646 h 753"/>
                <a:gd name="T28" fmla="*/ 2147483646 w 874"/>
                <a:gd name="T29" fmla="*/ 2147483646 h 753"/>
                <a:gd name="T30" fmla="*/ 2147483646 w 874"/>
                <a:gd name="T31" fmla="*/ 2147483646 h 753"/>
                <a:gd name="T32" fmla="*/ 2147483646 w 874"/>
                <a:gd name="T33" fmla="*/ 2147483646 h 753"/>
                <a:gd name="T34" fmla="*/ 2147483646 w 874"/>
                <a:gd name="T35" fmla="*/ 2147483646 h 753"/>
                <a:gd name="T36" fmla="*/ 2147483646 w 874"/>
                <a:gd name="T37" fmla="*/ 2147483646 h 753"/>
                <a:gd name="T38" fmla="*/ 2147483646 w 874"/>
                <a:gd name="T39" fmla="*/ 2147483646 h 753"/>
                <a:gd name="T40" fmla="*/ 2147483646 w 874"/>
                <a:gd name="T41" fmla="*/ 2147483646 h 753"/>
                <a:gd name="T42" fmla="*/ 2147483646 w 874"/>
                <a:gd name="T43" fmla="*/ 2147483646 h 753"/>
                <a:gd name="T44" fmla="*/ 2147483646 w 874"/>
                <a:gd name="T45" fmla="*/ 2147483646 h 753"/>
                <a:gd name="T46" fmla="*/ 2147483646 w 874"/>
                <a:gd name="T47" fmla="*/ 2147483646 h 753"/>
                <a:gd name="T48" fmla="*/ 2147483646 w 874"/>
                <a:gd name="T49" fmla="*/ 2147483646 h 753"/>
                <a:gd name="T50" fmla="*/ 2147483646 w 874"/>
                <a:gd name="T51" fmla="*/ 2147483646 h 753"/>
                <a:gd name="T52" fmla="*/ 2147483646 w 874"/>
                <a:gd name="T53" fmla="*/ 2147483646 h 753"/>
                <a:gd name="T54" fmla="*/ 2147483646 w 874"/>
                <a:gd name="T55" fmla="*/ 2147483646 h 753"/>
                <a:gd name="T56" fmla="*/ 2147483646 w 874"/>
                <a:gd name="T57" fmla="*/ 2147483646 h 753"/>
                <a:gd name="T58" fmla="*/ 2147483646 w 874"/>
                <a:gd name="T59" fmla="*/ 2147483646 h 753"/>
                <a:gd name="T60" fmla="*/ 2147483646 w 874"/>
                <a:gd name="T61" fmla="*/ 2147483646 h 753"/>
                <a:gd name="T62" fmla="*/ 2147483646 w 874"/>
                <a:gd name="T63" fmla="*/ 2147483646 h 753"/>
                <a:gd name="T64" fmla="*/ 2147483646 w 874"/>
                <a:gd name="T65" fmla="*/ 2147483646 h 753"/>
                <a:gd name="T66" fmla="*/ 2147483646 w 874"/>
                <a:gd name="T67" fmla="*/ 2147483646 h 753"/>
                <a:gd name="T68" fmla="*/ 2147483646 w 874"/>
                <a:gd name="T69" fmla="*/ 2147483646 h 753"/>
                <a:gd name="T70" fmla="*/ 2147483646 w 874"/>
                <a:gd name="T71" fmla="*/ 2147483646 h 753"/>
                <a:gd name="T72" fmla="*/ 2147483646 w 874"/>
                <a:gd name="T73" fmla="*/ 2147483646 h 753"/>
                <a:gd name="T74" fmla="*/ 2147483646 w 874"/>
                <a:gd name="T75" fmla="*/ 2147483646 h 753"/>
                <a:gd name="T76" fmla="*/ 2147483646 w 874"/>
                <a:gd name="T77" fmla="*/ 2147483646 h 753"/>
                <a:gd name="T78" fmla="*/ 2147483646 w 874"/>
                <a:gd name="T79" fmla="*/ 2147483646 h 753"/>
                <a:gd name="T80" fmla="*/ 2147483646 w 874"/>
                <a:gd name="T81" fmla="*/ 2147483646 h 753"/>
                <a:gd name="T82" fmla="*/ 2147483646 w 874"/>
                <a:gd name="T83" fmla="*/ 2147483646 h 753"/>
                <a:gd name="T84" fmla="*/ 2147483646 w 874"/>
                <a:gd name="T85" fmla="*/ 2147483646 h 753"/>
                <a:gd name="T86" fmla="*/ 2147483646 w 874"/>
                <a:gd name="T87" fmla="*/ 0 h 75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74"/>
                <a:gd name="T133" fmla="*/ 0 h 753"/>
                <a:gd name="T134" fmla="*/ 874 w 874"/>
                <a:gd name="T135" fmla="*/ 753 h 75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74" h="753">
                  <a:moveTo>
                    <a:pt x="437" y="0"/>
                  </a:moveTo>
                  <a:lnTo>
                    <a:pt x="414" y="1"/>
                  </a:lnTo>
                  <a:lnTo>
                    <a:pt x="392" y="2"/>
                  </a:lnTo>
                  <a:lnTo>
                    <a:pt x="371" y="5"/>
                  </a:lnTo>
                  <a:lnTo>
                    <a:pt x="348" y="8"/>
                  </a:lnTo>
                  <a:lnTo>
                    <a:pt x="327" y="12"/>
                  </a:lnTo>
                  <a:lnTo>
                    <a:pt x="307" y="17"/>
                  </a:lnTo>
                  <a:lnTo>
                    <a:pt x="286" y="23"/>
                  </a:lnTo>
                  <a:lnTo>
                    <a:pt x="266" y="30"/>
                  </a:lnTo>
                  <a:lnTo>
                    <a:pt x="248" y="38"/>
                  </a:lnTo>
                  <a:lnTo>
                    <a:pt x="228" y="46"/>
                  </a:lnTo>
                  <a:lnTo>
                    <a:pt x="210" y="55"/>
                  </a:lnTo>
                  <a:lnTo>
                    <a:pt x="192" y="65"/>
                  </a:lnTo>
                  <a:lnTo>
                    <a:pt x="175" y="75"/>
                  </a:lnTo>
                  <a:lnTo>
                    <a:pt x="159" y="86"/>
                  </a:lnTo>
                  <a:lnTo>
                    <a:pt x="143" y="98"/>
                  </a:lnTo>
                  <a:lnTo>
                    <a:pt x="127" y="111"/>
                  </a:lnTo>
                  <a:lnTo>
                    <a:pt x="112" y="124"/>
                  </a:lnTo>
                  <a:lnTo>
                    <a:pt x="99" y="137"/>
                  </a:lnTo>
                  <a:lnTo>
                    <a:pt x="86" y="152"/>
                  </a:lnTo>
                  <a:lnTo>
                    <a:pt x="74" y="167"/>
                  </a:lnTo>
                  <a:lnTo>
                    <a:pt x="62" y="181"/>
                  </a:lnTo>
                  <a:lnTo>
                    <a:pt x="51" y="197"/>
                  </a:lnTo>
                  <a:lnTo>
                    <a:pt x="42" y="213"/>
                  </a:lnTo>
                  <a:lnTo>
                    <a:pt x="34" y="230"/>
                  </a:lnTo>
                  <a:lnTo>
                    <a:pt x="26" y="248"/>
                  </a:lnTo>
                  <a:lnTo>
                    <a:pt x="18" y="265"/>
                  </a:lnTo>
                  <a:lnTo>
                    <a:pt x="13" y="283"/>
                  </a:lnTo>
                  <a:lnTo>
                    <a:pt x="8" y="301"/>
                  </a:lnTo>
                  <a:lnTo>
                    <a:pt x="4" y="319"/>
                  </a:lnTo>
                  <a:lnTo>
                    <a:pt x="1" y="338"/>
                  </a:lnTo>
                  <a:lnTo>
                    <a:pt x="0" y="358"/>
                  </a:lnTo>
                  <a:lnTo>
                    <a:pt x="0" y="376"/>
                  </a:lnTo>
                  <a:lnTo>
                    <a:pt x="0" y="396"/>
                  </a:lnTo>
                  <a:lnTo>
                    <a:pt x="1" y="416"/>
                  </a:lnTo>
                  <a:lnTo>
                    <a:pt x="4" y="434"/>
                  </a:lnTo>
                  <a:lnTo>
                    <a:pt x="8" y="453"/>
                  </a:lnTo>
                  <a:lnTo>
                    <a:pt x="13" y="470"/>
                  </a:lnTo>
                  <a:lnTo>
                    <a:pt x="18" y="489"/>
                  </a:lnTo>
                  <a:lnTo>
                    <a:pt x="26" y="506"/>
                  </a:lnTo>
                  <a:lnTo>
                    <a:pt x="34" y="523"/>
                  </a:lnTo>
                  <a:lnTo>
                    <a:pt x="42" y="540"/>
                  </a:lnTo>
                  <a:lnTo>
                    <a:pt x="51" y="556"/>
                  </a:lnTo>
                  <a:lnTo>
                    <a:pt x="62" y="572"/>
                  </a:lnTo>
                  <a:lnTo>
                    <a:pt x="74" y="587"/>
                  </a:lnTo>
                  <a:lnTo>
                    <a:pt x="86" y="601"/>
                  </a:lnTo>
                  <a:lnTo>
                    <a:pt x="99" y="616"/>
                  </a:lnTo>
                  <a:lnTo>
                    <a:pt x="112" y="629"/>
                  </a:lnTo>
                  <a:lnTo>
                    <a:pt x="127" y="643"/>
                  </a:lnTo>
                  <a:lnTo>
                    <a:pt x="143" y="656"/>
                  </a:lnTo>
                  <a:lnTo>
                    <a:pt x="159" y="668"/>
                  </a:lnTo>
                  <a:lnTo>
                    <a:pt x="175" y="678"/>
                  </a:lnTo>
                  <a:lnTo>
                    <a:pt x="192" y="689"/>
                  </a:lnTo>
                  <a:lnTo>
                    <a:pt x="210" y="698"/>
                  </a:lnTo>
                  <a:lnTo>
                    <a:pt x="228" y="708"/>
                  </a:lnTo>
                  <a:lnTo>
                    <a:pt x="248" y="715"/>
                  </a:lnTo>
                  <a:lnTo>
                    <a:pt x="266" y="723"/>
                  </a:lnTo>
                  <a:lnTo>
                    <a:pt x="286" y="730"/>
                  </a:lnTo>
                  <a:lnTo>
                    <a:pt x="307" y="737"/>
                  </a:lnTo>
                  <a:lnTo>
                    <a:pt x="327" y="742"/>
                  </a:lnTo>
                  <a:lnTo>
                    <a:pt x="348" y="746"/>
                  </a:lnTo>
                  <a:lnTo>
                    <a:pt x="371" y="749"/>
                  </a:lnTo>
                  <a:lnTo>
                    <a:pt x="392" y="751"/>
                  </a:lnTo>
                  <a:lnTo>
                    <a:pt x="414" y="753"/>
                  </a:lnTo>
                  <a:lnTo>
                    <a:pt x="437" y="753"/>
                  </a:lnTo>
                  <a:lnTo>
                    <a:pt x="460" y="753"/>
                  </a:lnTo>
                  <a:lnTo>
                    <a:pt x="482" y="751"/>
                  </a:lnTo>
                  <a:lnTo>
                    <a:pt x="503" y="749"/>
                  </a:lnTo>
                  <a:lnTo>
                    <a:pt x="524" y="746"/>
                  </a:lnTo>
                  <a:lnTo>
                    <a:pt x="546" y="742"/>
                  </a:lnTo>
                  <a:lnTo>
                    <a:pt x="567" y="737"/>
                  </a:lnTo>
                  <a:lnTo>
                    <a:pt x="587" y="730"/>
                  </a:lnTo>
                  <a:lnTo>
                    <a:pt x="607" y="723"/>
                  </a:lnTo>
                  <a:lnTo>
                    <a:pt x="626" y="715"/>
                  </a:lnTo>
                  <a:lnTo>
                    <a:pt x="645" y="708"/>
                  </a:lnTo>
                  <a:lnTo>
                    <a:pt x="664" y="698"/>
                  </a:lnTo>
                  <a:lnTo>
                    <a:pt x="681" y="689"/>
                  </a:lnTo>
                  <a:lnTo>
                    <a:pt x="698" y="678"/>
                  </a:lnTo>
                  <a:lnTo>
                    <a:pt x="715" y="668"/>
                  </a:lnTo>
                  <a:lnTo>
                    <a:pt x="731" y="656"/>
                  </a:lnTo>
                  <a:lnTo>
                    <a:pt x="746" y="643"/>
                  </a:lnTo>
                  <a:lnTo>
                    <a:pt x="760" y="629"/>
                  </a:lnTo>
                  <a:lnTo>
                    <a:pt x="775" y="616"/>
                  </a:lnTo>
                  <a:lnTo>
                    <a:pt x="787" y="601"/>
                  </a:lnTo>
                  <a:lnTo>
                    <a:pt x="800" y="587"/>
                  </a:lnTo>
                  <a:lnTo>
                    <a:pt x="811" y="572"/>
                  </a:lnTo>
                  <a:lnTo>
                    <a:pt x="821" y="556"/>
                  </a:lnTo>
                  <a:lnTo>
                    <a:pt x="830" y="540"/>
                  </a:lnTo>
                  <a:lnTo>
                    <a:pt x="840" y="523"/>
                  </a:lnTo>
                  <a:lnTo>
                    <a:pt x="848" y="506"/>
                  </a:lnTo>
                  <a:lnTo>
                    <a:pt x="854" y="489"/>
                  </a:lnTo>
                  <a:lnTo>
                    <a:pt x="861" y="470"/>
                  </a:lnTo>
                  <a:lnTo>
                    <a:pt x="865" y="453"/>
                  </a:lnTo>
                  <a:lnTo>
                    <a:pt x="869" y="434"/>
                  </a:lnTo>
                  <a:lnTo>
                    <a:pt x="872" y="416"/>
                  </a:lnTo>
                  <a:lnTo>
                    <a:pt x="874" y="396"/>
                  </a:lnTo>
                  <a:lnTo>
                    <a:pt x="874" y="376"/>
                  </a:lnTo>
                  <a:lnTo>
                    <a:pt x="874" y="358"/>
                  </a:lnTo>
                  <a:lnTo>
                    <a:pt x="872" y="338"/>
                  </a:lnTo>
                  <a:lnTo>
                    <a:pt x="869" y="319"/>
                  </a:lnTo>
                  <a:lnTo>
                    <a:pt x="865" y="301"/>
                  </a:lnTo>
                  <a:lnTo>
                    <a:pt x="861" y="283"/>
                  </a:lnTo>
                  <a:lnTo>
                    <a:pt x="854" y="265"/>
                  </a:lnTo>
                  <a:lnTo>
                    <a:pt x="848" y="248"/>
                  </a:lnTo>
                  <a:lnTo>
                    <a:pt x="840" y="230"/>
                  </a:lnTo>
                  <a:lnTo>
                    <a:pt x="830" y="213"/>
                  </a:lnTo>
                  <a:lnTo>
                    <a:pt x="821" y="197"/>
                  </a:lnTo>
                  <a:lnTo>
                    <a:pt x="811" y="181"/>
                  </a:lnTo>
                  <a:lnTo>
                    <a:pt x="800" y="167"/>
                  </a:lnTo>
                  <a:lnTo>
                    <a:pt x="787" y="152"/>
                  </a:lnTo>
                  <a:lnTo>
                    <a:pt x="775" y="137"/>
                  </a:lnTo>
                  <a:lnTo>
                    <a:pt x="760" y="124"/>
                  </a:lnTo>
                  <a:lnTo>
                    <a:pt x="746" y="111"/>
                  </a:lnTo>
                  <a:lnTo>
                    <a:pt x="731" y="98"/>
                  </a:lnTo>
                  <a:lnTo>
                    <a:pt x="715" y="86"/>
                  </a:lnTo>
                  <a:lnTo>
                    <a:pt x="698" y="75"/>
                  </a:lnTo>
                  <a:lnTo>
                    <a:pt x="681" y="65"/>
                  </a:lnTo>
                  <a:lnTo>
                    <a:pt x="664" y="55"/>
                  </a:lnTo>
                  <a:lnTo>
                    <a:pt x="645" y="46"/>
                  </a:lnTo>
                  <a:lnTo>
                    <a:pt x="626" y="38"/>
                  </a:lnTo>
                  <a:lnTo>
                    <a:pt x="607" y="30"/>
                  </a:lnTo>
                  <a:lnTo>
                    <a:pt x="587" y="23"/>
                  </a:lnTo>
                  <a:lnTo>
                    <a:pt x="567" y="17"/>
                  </a:lnTo>
                  <a:lnTo>
                    <a:pt x="546" y="12"/>
                  </a:lnTo>
                  <a:lnTo>
                    <a:pt x="524" y="8"/>
                  </a:lnTo>
                  <a:lnTo>
                    <a:pt x="503" y="5"/>
                  </a:lnTo>
                  <a:lnTo>
                    <a:pt x="482" y="2"/>
                  </a:lnTo>
                  <a:lnTo>
                    <a:pt x="460" y="1"/>
                  </a:lnTo>
                  <a:lnTo>
                    <a:pt x="437" y="0"/>
                  </a:lnTo>
                </a:path>
              </a:pathLst>
            </a:custGeom>
            <a:solidFill>
              <a:schemeClr val="bg1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06" name="Rectangle 25">
              <a:extLst>
                <a:ext uri="{FF2B5EF4-FFF2-40B4-BE49-F238E27FC236}">
                  <a16:creationId xmlns:a16="http://schemas.microsoft.com/office/drawing/2014/main" id="{0F34B6CC-2D2E-4134-B868-F1E791456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7663" y="1884362"/>
              <a:ext cx="396875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Idle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07" name="Freeform 26">
              <a:extLst>
                <a:ext uri="{FF2B5EF4-FFF2-40B4-BE49-F238E27FC236}">
                  <a16:creationId xmlns:a16="http://schemas.microsoft.com/office/drawing/2014/main" id="{559330ED-A6BF-4DBB-8EC7-93EBC4CA9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925" y="2867025"/>
              <a:ext cx="1192213" cy="596900"/>
            </a:xfrm>
            <a:custGeom>
              <a:avLst/>
              <a:gdLst>
                <a:gd name="T0" fmla="*/ 2147483646 w 1502"/>
                <a:gd name="T1" fmla="*/ 2147483646 h 753"/>
                <a:gd name="T2" fmla="*/ 2147483646 w 1502"/>
                <a:gd name="T3" fmla="*/ 2147483646 h 753"/>
                <a:gd name="T4" fmla="*/ 2147483646 w 1502"/>
                <a:gd name="T5" fmla="*/ 2147483646 h 753"/>
                <a:gd name="T6" fmla="*/ 2147483646 w 1502"/>
                <a:gd name="T7" fmla="*/ 2147483646 h 753"/>
                <a:gd name="T8" fmla="*/ 2147483646 w 1502"/>
                <a:gd name="T9" fmla="*/ 2147483646 h 753"/>
                <a:gd name="T10" fmla="*/ 2147483646 w 1502"/>
                <a:gd name="T11" fmla="*/ 2147483646 h 753"/>
                <a:gd name="T12" fmla="*/ 2147483646 w 1502"/>
                <a:gd name="T13" fmla="*/ 2147483646 h 753"/>
                <a:gd name="T14" fmla="*/ 2147483646 w 1502"/>
                <a:gd name="T15" fmla="*/ 2147483646 h 753"/>
                <a:gd name="T16" fmla="*/ 2147483646 w 1502"/>
                <a:gd name="T17" fmla="*/ 2147483646 h 753"/>
                <a:gd name="T18" fmla="*/ 2147483646 w 1502"/>
                <a:gd name="T19" fmla="*/ 2147483646 h 753"/>
                <a:gd name="T20" fmla="*/ 0 w 1502"/>
                <a:gd name="T21" fmla="*/ 2147483646 h 753"/>
                <a:gd name="T22" fmla="*/ 2147483646 w 1502"/>
                <a:gd name="T23" fmla="*/ 2147483646 h 753"/>
                <a:gd name="T24" fmla="*/ 2147483646 w 1502"/>
                <a:gd name="T25" fmla="*/ 2147483646 h 753"/>
                <a:gd name="T26" fmla="*/ 2147483646 w 1502"/>
                <a:gd name="T27" fmla="*/ 2147483646 h 753"/>
                <a:gd name="T28" fmla="*/ 2147483646 w 1502"/>
                <a:gd name="T29" fmla="*/ 2147483646 h 753"/>
                <a:gd name="T30" fmla="*/ 2147483646 w 1502"/>
                <a:gd name="T31" fmla="*/ 2147483646 h 753"/>
                <a:gd name="T32" fmla="*/ 2147483646 w 1502"/>
                <a:gd name="T33" fmla="*/ 2147483646 h 753"/>
                <a:gd name="T34" fmla="*/ 2147483646 w 1502"/>
                <a:gd name="T35" fmla="*/ 2147483646 h 753"/>
                <a:gd name="T36" fmla="*/ 2147483646 w 1502"/>
                <a:gd name="T37" fmla="*/ 2147483646 h 753"/>
                <a:gd name="T38" fmla="*/ 2147483646 w 1502"/>
                <a:gd name="T39" fmla="*/ 2147483646 h 753"/>
                <a:gd name="T40" fmla="*/ 2147483646 w 1502"/>
                <a:gd name="T41" fmla="*/ 2147483646 h 753"/>
                <a:gd name="T42" fmla="*/ 2147483646 w 1502"/>
                <a:gd name="T43" fmla="*/ 2147483646 h 753"/>
                <a:gd name="T44" fmla="*/ 2147483646 w 1502"/>
                <a:gd name="T45" fmla="*/ 2147483646 h 753"/>
                <a:gd name="T46" fmla="*/ 2147483646 w 1502"/>
                <a:gd name="T47" fmla="*/ 2147483646 h 753"/>
                <a:gd name="T48" fmla="*/ 2147483646 w 1502"/>
                <a:gd name="T49" fmla="*/ 2147483646 h 753"/>
                <a:gd name="T50" fmla="*/ 2147483646 w 1502"/>
                <a:gd name="T51" fmla="*/ 2147483646 h 753"/>
                <a:gd name="T52" fmla="*/ 2147483646 w 1502"/>
                <a:gd name="T53" fmla="*/ 2147483646 h 753"/>
                <a:gd name="T54" fmla="*/ 2147483646 w 1502"/>
                <a:gd name="T55" fmla="*/ 2147483646 h 753"/>
                <a:gd name="T56" fmla="*/ 2147483646 w 1502"/>
                <a:gd name="T57" fmla="*/ 2147483646 h 753"/>
                <a:gd name="T58" fmla="*/ 2147483646 w 1502"/>
                <a:gd name="T59" fmla="*/ 2147483646 h 753"/>
                <a:gd name="T60" fmla="*/ 2147483646 w 1502"/>
                <a:gd name="T61" fmla="*/ 2147483646 h 753"/>
                <a:gd name="T62" fmla="*/ 2147483646 w 1502"/>
                <a:gd name="T63" fmla="*/ 2147483646 h 753"/>
                <a:gd name="T64" fmla="*/ 2147483646 w 1502"/>
                <a:gd name="T65" fmla="*/ 2147483646 h 753"/>
                <a:gd name="T66" fmla="*/ 2147483646 w 1502"/>
                <a:gd name="T67" fmla="*/ 2147483646 h 753"/>
                <a:gd name="T68" fmla="*/ 2147483646 w 1502"/>
                <a:gd name="T69" fmla="*/ 2147483646 h 753"/>
                <a:gd name="T70" fmla="*/ 2147483646 w 1502"/>
                <a:gd name="T71" fmla="*/ 2147483646 h 753"/>
                <a:gd name="T72" fmla="*/ 2147483646 w 1502"/>
                <a:gd name="T73" fmla="*/ 2147483646 h 753"/>
                <a:gd name="T74" fmla="*/ 2147483646 w 1502"/>
                <a:gd name="T75" fmla="*/ 2147483646 h 753"/>
                <a:gd name="T76" fmla="*/ 2147483646 w 1502"/>
                <a:gd name="T77" fmla="*/ 2147483646 h 753"/>
                <a:gd name="T78" fmla="*/ 2147483646 w 1502"/>
                <a:gd name="T79" fmla="*/ 2147483646 h 753"/>
                <a:gd name="T80" fmla="*/ 2147483646 w 1502"/>
                <a:gd name="T81" fmla="*/ 2147483646 h 753"/>
                <a:gd name="T82" fmla="*/ 2147483646 w 1502"/>
                <a:gd name="T83" fmla="*/ 2147483646 h 753"/>
                <a:gd name="T84" fmla="*/ 2147483646 w 1502"/>
                <a:gd name="T85" fmla="*/ 2147483646 h 753"/>
                <a:gd name="T86" fmla="*/ 2147483646 w 1502"/>
                <a:gd name="T87" fmla="*/ 0 h 75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02"/>
                <a:gd name="T133" fmla="*/ 0 h 753"/>
                <a:gd name="T134" fmla="*/ 1502 w 1502"/>
                <a:gd name="T135" fmla="*/ 753 h 75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02" h="753">
                  <a:moveTo>
                    <a:pt x="751" y="0"/>
                  </a:moveTo>
                  <a:lnTo>
                    <a:pt x="712" y="2"/>
                  </a:lnTo>
                  <a:lnTo>
                    <a:pt x="674" y="3"/>
                  </a:lnTo>
                  <a:lnTo>
                    <a:pt x="637" y="6"/>
                  </a:lnTo>
                  <a:lnTo>
                    <a:pt x="600" y="8"/>
                  </a:lnTo>
                  <a:lnTo>
                    <a:pt x="563" y="12"/>
                  </a:lnTo>
                  <a:lnTo>
                    <a:pt x="528" y="18"/>
                  </a:lnTo>
                  <a:lnTo>
                    <a:pt x="492" y="24"/>
                  </a:lnTo>
                  <a:lnTo>
                    <a:pt x="458" y="31"/>
                  </a:lnTo>
                  <a:lnTo>
                    <a:pt x="425" y="39"/>
                  </a:lnTo>
                  <a:lnTo>
                    <a:pt x="393" y="47"/>
                  </a:lnTo>
                  <a:lnTo>
                    <a:pt x="361" y="56"/>
                  </a:lnTo>
                  <a:lnTo>
                    <a:pt x="331" y="65"/>
                  </a:lnTo>
                  <a:lnTo>
                    <a:pt x="302" y="76"/>
                  </a:lnTo>
                  <a:lnTo>
                    <a:pt x="274" y="86"/>
                  </a:lnTo>
                  <a:lnTo>
                    <a:pt x="246" y="98"/>
                  </a:lnTo>
                  <a:lnTo>
                    <a:pt x="220" y="112"/>
                  </a:lnTo>
                  <a:lnTo>
                    <a:pt x="194" y="125"/>
                  </a:lnTo>
                  <a:lnTo>
                    <a:pt x="172" y="138"/>
                  </a:lnTo>
                  <a:lnTo>
                    <a:pt x="149" y="153"/>
                  </a:lnTo>
                  <a:lnTo>
                    <a:pt x="128" y="167"/>
                  </a:lnTo>
                  <a:lnTo>
                    <a:pt x="108" y="182"/>
                  </a:lnTo>
                  <a:lnTo>
                    <a:pt x="91" y="198"/>
                  </a:lnTo>
                  <a:lnTo>
                    <a:pt x="74" y="214"/>
                  </a:lnTo>
                  <a:lnTo>
                    <a:pt x="59" y="231"/>
                  </a:lnTo>
                  <a:lnTo>
                    <a:pt x="46" y="248"/>
                  </a:lnTo>
                  <a:lnTo>
                    <a:pt x="34" y="265"/>
                  </a:lnTo>
                  <a:lnTo>
                    <a:pt x="23" y="284"/>
                  </a:lnTo>
                  <a:lnTo>
                    <a:pt x="16" y="301"/>
                  </a:lnTo>
                  <a:lnTo>
                    <a:pt x="9" y="320"/>
                  </a:lnTo>
                  <a:lnTo>
                    <a:pt x="4" y="338"/>
                  </a:lnTo>
                  <a:lnTo>
                    <a:pt x="1" y="358"/>
                  </a:lnTo>
                  <a:lnTo>
                    <a:pt x="0" y="377"/>
                  </a:lnTo>
                  <a:lnTo>
                    <a:pt x="1" y="397"/>
                  </a:lnTo>
                  <a:lnTo>
                    <a:pt x="4" y="417"/>
                  </a:lnTo>
                  <a:lnTo>
                    <a:pt x="9" y="435"/>
                  </a:lnTo>
                  <a:lnTo>
                    <a:pt x="16" y="454"/>
                  </a:lnTo>
                  <a:lnTo>
                    <a:pt x="23" y="471"/>
                  </a:lnTo>
                  <a:lnTo>
                    <a:pt x="34" y="489"/>
                  </a:lnTo>
                  <a:lnTo>
                    <a:pt x="46" y="507"/>
                  </a:lnTo>
                  <a:lnTo>
                    <a:pt x="59" y="524"/>
                  </a:lnTo>
                  <a:lnTo>
                    <a:pt x="74" y="541"/>
                  </a:lnTo>
                  <a:lnTo>
                    <a:pt x="91" y="557"/>
                  </a:lnTo>
                  <a:lnTo>
                    <a:pt x="108" y="573"/>
                  </a:lnTo>
                  <a:lnTo>
                    <a:pt x="128" y="588"/>
                  </a:lnTo>
                  <a:lnTo>
                    <a:pt x="149" y="602"/>
                  </a:lnTo>
                  <a:lnTo>
                    <a:pt x="172" y="617"/>
                  </a:lnTo>
                  <a:lnTo>
                    <a:pt x="194" y="630"/>
                  </a:lnTo>
                  <a:lnTo>
                    <a:pt x="220" y="643"/>
                  </a:lnTo>
                  <a:lnTo>
                    <a:pt x="246" y="657"/>
                  </a:lnTo>
                  <a:lnTo>
                    <a:pt x="274" y="668"/>
                  </a:lnTo>
                  <a:lnTo>
                    <a:pt x="302" y="679"/>
                  </a:lnTo>
                  <a:lnTo>
                    <a:pt x="331" y="690"/>
                  </a:lnTo>
                  <a:lnTo>
                    <a:pt x="361" y="699"/>
                  </a:lnTo>
                  <a:lnTo>
                    <a:pt x="393" y="708"/>
                  </a:lnTo>
                  <a:lnTo>
                    <a:pt x="425" y="716"/>
                  </a:lnTo>
                  <a:lnTo>
                    <a:pt x="458" y="724"/>
                  </a:lnTo>
                  <a:lnTo>
                    <a:pt x="492" y="731"/>
                  </a:lnTo>
                  <a:lnTo>
                    <a:pt x="528" y="737"/>
                  </a:lnTo>
                  <a:lnTo>
                    <a:pt x="563" y="743"/>
                  </a:lnTo>
                  <a:lnTo>
                    <a:pt x="600" y="747"/>
                  </a:lnTo>
                  <a:lnTo>
                    <a:pt x="637" y="749"/>
                  </a:lnTo>
                  <a:lnTo>
                    <a:pt x="674" y="752"/>
                  </a:lnTo>
                  <a:lnTo>
                    <a:pt x="712" y="753"/>
                  </a:lnTo>
                  <a:lnTo>
                    <a:pt x="751" y="753"/>
                  </a:lnTo>
                  <a:lnTo>
                    <a:pt x="789" y="753"/>
                  </a:lnTo>
                  <a:lnTo>
                    <a:pt x="828" y="752"/>
                  </a:lnTo>
                  <a:lnTo>
                    <a:pt x="866" y="749"/>
                  </a:lnTo>
                  <a:lnTo>
                    <a:pt x="902" y="747"/>
                  </a:lnTo>
                  <a:lnTo>
                    <a:pt x="939" y="743"/>
                  </a:lnTo>
                  <a:lnTo>
                    <a:pt x="975" y="737"/>
                  </a:lnTo>
                  <a:lnTo>
                    <a:pt x="1009" y="731"/>
                  </a:lnTo>
                  <a:lnTo>
                    <a:pt x="1044" y="724"/>
                  </a:lnTo>
                  <a:lnTo>
                    <a:pt x="1077" y="716"/>
                  </a:lnTo>
                  <a:lnTo>
                    <a:pt x="1109" y="708"/>
                  </a:lnTo>
                  <a:lnTo>
                    <a:pt x="1140" y="699"/>
                  </a:lnTo>
                  <a:lnTo>
                    <a:pt x="1171" y="690"/>
                  </a:lnTo>
                  <a:lnTo>
                    <a:pt x="1200" y="679"/>
                  </a:lnTo>
                  <a:lnTo>
                    <a:pt x="1229" y="668"/>
                  </a:lnTo>
                  <a:lnTo>
                    <a:pt x="1256" y="657"/>
                  </a:lnTo>
                  <a:lnTo>
                    <a:pt x="1282" y="643"/>
                  </a:lnTo>
                  <a:lnTo>
                    <a:pt x="1307" y="630"/>
                  </a:lnTo>
                  <a:lnTo>
                    <a:pt x="1331" y="617"/>
                  </a:lnTo>
                  <a:lnTo>
                    <a:pt x="1354" y="602"/>
                  </a:lnTo>
                  <a:lnTo>
                    <a:pt x="1374" y="588"/>
                  </a:lnTo>
                  <a:lnTo>
                    <a:pt x="1393" y="573"/>
                  </a:lnTo>
                  <a:lnTo>
                    <a:pt x="1412" y="557"/>
                  </a:lnTo>
                  <a:lnTo>
                    <a:pt x="1428" y="541"/>
                  </a:lnTo>
                  <a:lnTo>
                    <a:pt x="1444" y="524"/>
                  </a:lnTo>
                  <a:lnTo>
                    <a:pt x="1457" y="507"/>
                  </a:lnTo>
                  <a:lnTo>
                    <a:pt x="1469" y="489"/>
                  </a:lnTo>
                  <a:lnTo>
                    <a:pt x="1478" y="471"/>
                  </a:lnTo>
                  <a:lnTo>
                    <a:pt x="1487" y="454"/>
                  </a:lnTo>
                  <a:lnTo>
                    <a:pt x="1494" y="435"/>
                  </a:lnTo>
                  <a:lnTo>
                    <a:pt x="1498" y="417"/>
                  </a:lnTo>
                  <a:lnTo>
                    <a:pt x="1501" y="397"/>
                  </a:lnTo>
                  <a:lnTo>
                    <a:pt x="1502" y="377"/>
                  </a:lnTo>
                  <a:lnTo>
                    <a:pt x="1501" y="358"/>
                  </a:lnTo>
                  <a:lnTo>
                    <a:pt x="1498" y="338"/>
                  </a:lnTo>
                  <a:lnTo>
                    <a:pt x="1494" y="320"/>
                  </a:lnTo>
                  <a:lnTo>
                    <a:pt x="1487" y="301"/>
                  </a:lnTo>
                  <a:lnTo>
                    <a:pt x="1478" y="284"/>
                  </a:lnTo>
                  <a:lnTo>
                    <a:pt x="1469" y="265"/>
                  </a:lnTo>
                  <a:lnTo>
                    <a:pt x="1457" y="248"/>
                  </a:lnTo>
                  <a:lnTo>
                    <a:pt x="1444" y="231"/>
                  </a:lnTo>
                  <a:lnTo>
                    <a:pt x="1428" y="214"/>
                  </a:lnTo>
                  <a:lnTo>
                    <a:pt x="1412" y="198"/>
                  </a:lnTo>
                  <a:lnTo>
                    <a:pt x="1393" y="182"/>
                  </a:lnTo>
                  <a:lnTo>
                    <a:pt x="1374" y="167"/>
                  </a:lnTo>
                  <a:lnTo>
                    <a:pt x="1354" y="153"/>
                  </a:lnTo>
                  <a:lnTo>
                    <a:pt x="1331" y="138"/>
                  </a:lnTo>
                  <a:lnTo>
                    <a:pt x="1307" y="125"/>
                  </a:lnTo>
                  <a:lnTo>
                    <a:pt x="1282" y="112"/>
                  </a:lnTo>
                  <a:lnTo>
                    <a:pt x="1256" y="98"/>
                  </a:lnTo>
                  <a:lnTo>
                    <a:pt x="1229" y="86"/>
                  </a:lnTo>
                  <a:lnTo>
                    <a:pt x="1200" y="76"/>
                  </a:lnTo>
                  <a:lnTo>
                    <a:pt x="1171" y="65"/>
                  </a:lnTo>
                  <a:lnTo>
                    <a:pt x="1140" y="56"/>
                  </a:lnTo>
                  <a:lnTo>
                    <a:pt x="1109" y="47"/>
                  </a:lnTo>
                  <a:lnTo>
                    <a:pt x="1077" y="39"/>
                  </a:lnTo>
                  <a:lnTo>
                    <a:pt x="1044" y="31"/>
                  </a:lnTo>
                  <a:lnTo>
                    <a:pt x="1009" y="24"/>
                  </a:lnTo>
                  <a:lnTo>
                    <a:pt x="975" y="18"/>
                  </a:lnTo>
                  <a:lnTo>
                    <a:pt x="939" y="12"/>
                  </a:lnTo>
                  <a:lnTo>
                    <a:pt x="902" y="8"/>
                  </a:lnTo>
                  <a:lnTo>
                    <a:pt x="866" y="6"/>
                  </a:lnTo>
                  <a:lnTo>
                    <a:pt x="828" y="3"/>
                  </a:lnTo>
                  <a:lnTo>
                    <a:pt x="789" y="2"/>
                  </a:lnTo>
                  <a:lnTo>
                    <a:pt x="751" y="0"/>
                  </a:lnTo>
                </a:path>
              </a:pathLst>
            </a:custGeom>
            <a:solidFill>
              <a:schemeClr val="bg1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08" name="Freeform 27">
              <a:extLst>
                <a:ext uri="{FF2B5EF4-FFF2-40B4-BE49-F238E27FC236}">
                  <a16:creationId xmlns:a16="http://schemas.microsoft.com/office/drawing/2014/main" id="{D5B1CD7B-E152-4179-9DD3-EBBB8E213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250" y="4321176"/>
              <a:ext cx="125413" cy="104775"/>
            </a:xfrm>
            <a:custGeom>
              <a:avLst/>
              <a:gdLst>
                <a:gd name="T0" fmla="*/ 2147483646 w 159"/>
                <a:gd name="T1" fmla="*/ 0 h 133"/>
                <a:gd name="T2" fmla="*/ 0 w 159"/>
                <a:gd name="T3" fmla="*/ 2147483646 h 133"/>
                <a:gd name="T4" fmla="*/ 2147483646 w 159"/>
                <a:gd name="T5" fmla="*/ 2147483646 h 133"/>
                <a:gd name="T6" fmla="*/ 2147483646 w 159"/>
                <a:gd name="T7" fmla="*/ 2147483646 h 133"/>
                <a:gd name="T8" fmla="*/ 2147483646 w 159"/>
                <a:gd name="T9" fmla="*/ 0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133"/>
                <a:gd name="T17" fmla="*/ 159 w 159"/>
                <a:gd name="T18" fmla="*/ 133 h 1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133">
                  <a:moveTo>
                    <a:pt x="106" y="0"/>
                  </a:moveTo>
                  <a:lnTo>
                    <a:pt x="0" y="133"/>
                  </a:lnTo>
                  <a:lnTo>
                    <a:pt x="159" y="53"/>
                  </a:lnTo>
                  <a:lnTo>
                    <a:pt x="133" y="27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09" name="Freeform 28">
              <a:extLst>
                <a:ext uri="{FF2B5EF4-FFF2-40B4-BE49-F238E27FC236}">
                  <a16:creationId xmlns:a16="http://schemas.microsoft.com/office/drawing/2014/main" id="{DBD01465-C0F2-4A9A-BF77-5605652CE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738" y="2079625"/>
              <a:ext cx="676275" cy="2257425"/>
            </a:xfrm>
            <a:custGeom>
              <a:avLst/>
              <a:gdLst>
                <a:gd name="T0" fmla="*/ 0 w 850"/>
                <a:gd name="T1" fmla="*/ 0 h 2845"/>
                <a:gd name="T2" fmla="*/ 2147483646 w 850"/>
                <a:gd name="T3" fmla="*/ 2147483646 h 2845"/>
                <a:gd name="T4" fmla="*/ 2147483646 w 850"/>
                <a:gd name="T5" fmla="*/ 2147483646 h 2845"/>
                <a:gd name="T6" fmla="*/ 2147483646 w 850"/>
                <a:gd name="T7" fmla="*/ 2147483646 h 2845"/>
                <a:gd name="T8" fmla="*/ 2147483646 w 850"/>
                <a:gd name="T9" fmla="*/ 2147483646 h 2845"/>
                <a:gd name="T10" fmla="*/ 2147483646 w 850"/>
                <a:gd name="T11" fmla="*/ 2147483646 h 2845"/>
                <a:gd name="T12" fmla="*/ 2147483646 w 850"/>
                <a:gd name="T13" fmla="*/ 2147483646 h 2845"/>
                <a:gd name="T14" fmla="*/ 2147483646 w 850"/>
                <a:gd name="T15" fmla="*/ 2147483646 h 2845"/>
                <a:gd name="T16" fmla="*/ 2147483646 w 850"/>
                <a:gd name="T17" fmla="*/ 2147483646 h 2845"/>
                <a:gd name="T18" fmla="*/ 2147483646 w 850"/>
                <a:gd name="T19" fmla="*/ 2147483646 h 2845"/>
                <a:gd name="T20" fmla="*/ 2147483646 w 850"/>
                <a:gd name="T21" fmla="*/ 2147483646 h 2845"/>
                <a:gd name="T22" fmla="*/ 2147483646 w 850"/>
                <a:gd name="T23" fmla="*/ 2147483646 h 2845"/>
                <a:gd name="T24" fmla="*/ 2147483646 w 850"/>
                <a:gd name="T25" fmla="*/ 2147483646 h 2845"/>
                <a:gd name="T26" fmla="*/ 2147483646 w 850"/>
                <a:gd name="T27" fmla="*/ 2147483646 h 2845"/>
                <a:gd name="T28" fmla="*/ 2147483646 w 850"/>
                <a:gd name="T29" fmla="*/ 2147483646 h 2845"/>
                <a:gd name="T30" fmla="*/ 2147483646 w 850"/>
                <a:gd name="T31" fmla="*/ 2147483646 h 2845"/>
                <a:gd name="T32" fmla="*/ 2147483646 w 850"/>
                <a:gd name="T33" fmla="*/ 2147483646 h 2845"/>
                <a:gd name="T34" fmla="*/ 2147483646 w 850"/>
                <a:gd name="T35" fmla="*/ 2147483646 h 2845"/>
                <a:gd name="T36" fmla="*/ 2147483646 w 850"/>
                <a:gd name="T37" fmla="*/ 2147483646 h 2845"/>
                <a:gd name="T38" fmla="*/ 2147483646 w 850"/>
                <a:gd name="T39" fmla="*/ 2147483646 h 2845"/>
                <a:gd name="T40" fmla="*/ 2147483646 w 850"/>
                <a:gd name="T41" fmla="*/ 2147483646 h 2845"/>
                <a:gd name="T42" fmla="*/ 2147483646 w 850"/>
                <a:gd name="T43" fmla="*/ 2147483646 h 2845"/>
                <a:gd name="T44" fmla="*/ 2147483646 w 850"/>
                <a:gd name="T45" fmla="*/ 2147483646 h 2845"/>
                <a:gd name="T46" fmla="*/ 2147483646 w 850"/>
                <a:gd name="T47" fmla="*/ 2147483646 h 2845"/>
                <a:gd name="T48" fmla="*/ 2147483646 w 850"/>
                <a:gd name="T49" fmla="*/ 2147483646 h 2845"/>
                <a:gd name="T50" fmla="*/ 2147483646 w 850"/>
                <a:gd name="T51" fmla="*/ 2147483646 h 2845"/>
                <a:gd name="T52" fmla="*/ 2147483646 w 850"/>
                <a:gd name="T53" fmla="*/ 2147483646 h 2845"/>
                <a:gd name="T54" fmla="*/ 2147483646 w 850"/>
                <a:gd name="T55" fmla="*/ 2147483646 h 2845"/>
                <a:gd name="T56" fmla="*/ 2147483646 w 850"/>
                <a:gd name="T57" fmla="*/ 2147483646 h 2845"/>
                <a:gd name="T58" fmla="*/ 2147483646 w 850"/>
                <a:gd name="T59" fmla="*/ 2147483646 h 2845"/>
                <a:gd name="T60" fmla="*/ 2147483646 w 850"/>
                <a:gd name="T61" fmla="*/ 2147483646 h 2845"/>
                <a:gd name="T62" fmla="*/ 2147483646 w 850"/>
                <a:gd name="T63" fmla="*/ 2147483646 h 2845"/>
                <a:gd name="T64" fmla="*/ 2147483646 w 850"/>
                <a:gd name="T65" fmla="*/ 2147483646 h 284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850"/>
                <a:gd name="T100" fmla="*/ 0 h 2845"/>
                <a:gd name="T101" fmla="*/ 850 w 850"/>
                <a:gd name="T102" fmla="*/ 2845 h 284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850" h="2845">
                  <a:moveTo>
                    <a:pt x="0" y="0"/>
                  </a:moveTo>
                  <a:lnTo>
                    <a:pt x="91" y="61"/>
                  </a:lnTo>
                  <a:lnTo>
                    <a:pt x="177" y="128"/>
                  </a:lnTo>
                  <a:lnTo>
                    <a:pt x="257" y="201"/>
                  </a:lnTo>
                  <a:lnTo>
                    <a:pt x="331" y="279"/>
                  </a:lnTo>
                  <a:lnTo>
                    <a:pt x="401" y="363"/>
                  </a:lnTo>
                  <a:lnTo>
                    <a:pt x="465" y="452"/>
                  </a:lnTo>
                  <a:lnTo>
                    <a:pt x="525" y="545"/>
                  </a:lnTo>
                  <a:lnTo>
                    <a:pt x="579" y="640"/>
                  </a:lnTo>
                  <a:lnTo>
                    <a:pt x="627" y="739"/>
                  </a:lnTo>
                  <a:lnTo>
                    <a:pt x="670" y="842"/>
                  </a:lnTo>
                  <a:lnTo>
                    <a:pt x="710" y="946"/>
                  </a:lnTo>
                  <a:lnTo>
                    <a:pt x="743" y="1052"/>
                  </a:lnTo>
                  <a:lnTo>
                    <a:pt x="772" y="1160"/>
                  </a:lnTo>
                  <a:lnTo>
                    <a:pt x="797" y="1268"/>
                  </a:lnTo>
                  <a:lnTo>
                    <a:pt x="817" y="1377"/>
                  </a:lnTo>
                  <a:lnTo>
                    <a:pt x="832" y="1486"/>
                  </a:lnTo>
                  <a:lnTo>
                    <a:pt x="843" y="1594"/>
                  </a:lnTo>
                  <a:lnTo>
                    <a:pt x="849" y="1702"/>
                  </a:lnTo>
                  <a:lnTo>
                    <a:pt x="850" y="1808"/>
                  </a:lnTo>
                  <a:lnTo>
                    <a:pt x="848" y="1913"/>
                  </a:lnTo>
                  <a:lnTo>
                    <a:pt x="841" y="2013"/>
                  </a:lnTo>
                  <a:lnTo>
                    <a:pt x="831" y="2113"/>
                  </a:lnTo>
                  <a:lnTo>
                    <a:pt x="815" y="2208"/>
                  </a:lnTo>
                  <a:lnTo>
                    <a:pt x="795" y="2300"/>
                  </a:lnTo>
                  <a:lnTo>
                    <a:pt x="772" y="2389"/>
                  </a:lnTo>
                  <a:lnTo>
                    <a:pt x="745" y="2471"/>
                  </a:lnTo>
                  <a:lnTo>
                    <a:pt x="714" y="2549"/>
                  </a:lnTo>
                  <a:lnTo>
                    <a:pt x="678" y="2621"/>
                  </a:lnTo>
                  <a:lnTo>
                    <a:pt x="640" y="2687"/>
                  </a:lnTo>
                  <a:lnTo>
                    <a:pt x="597" y="2746"/>
                  </a:lnTo>
                  <a:lnTo>
                    <a:pt x="551" y="2800"/>
                  </a:lnTo>
                  <a:lnTo>
                    <a:pt x="502" y="2845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10" name="Rectangle 29">
              <a:extLst>
                <a:ext uri="{FF2B5EF4-FFF2-40B4-BE49-F238E27FC236}">
                  <a16:creationId xmlns:a16="http://schemas.microsoft.com/office/drawing/2014/main" id="{835E4143-DA22-4CA0-A38A-61D80A4F8C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2650" y="1241425"/>
              <a:ext cx="19236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11" name="Freeform 30">
              <a:extLst>
                <a:ext uri="{FF2B5EF4-FFF2-40B4-BE49-F238E27FC236}">
                  <a16:creationId xmlns:a16="http://schemas.microsoft.com/office/drawing/2014/main" id="{91575CB5-ED17-46C3-B9DD-28A939AC0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600" y="1647825"/>
              <a:ext cx="125413" cy="104775"/>
            </a:xfrm>
            <a:custGeom>
              <a:avLst/>
              <a:gdLst>
                <a:gd name="T0" fmla="*/ 0 w 159"/>
                <a:gd name="T1" fmla="*/ 2147483646 h 133"/>
                <a:gd name="T2" fmla="*/ 2147483646 w 159"/>
                <a:gd name="T3" fmla="*/ 2147483646 h 133"/>
                <a:gd name="T4" fmla="*/ 2147483646 w 159"/>
                <a:gd name="T5" fmla="*/ 0 h 133"/>
                <a:gd name="T6" fmla="*/ 2147483646 w 159"/>
                <a:gd name="T7" fmla="*/ 2147483646 h 133"/>
                <a:gd name="T8" fmla="*/ 0 w 159"/>
                <a:gd name="T9" fmla="*/ 2147483646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133"/>
                <a:gd name="T17" fmla="*/ 159 w 159"/>
                <a:gd name="T18" fmla="*/ 133 h 1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133">
                  <a:moveTo>
                    <a:pt x="0" y="53"/>
                  </a:moveTo>
                  <a:lnTo>
                    <a:pt x="159" y="133"/>
                  </a:lnTo>
                  <a:lnTo>
                    <a:pt x="53" y="0"/>
                  </a:lnTo>
                  <a:lnTo>
                    <a:pt x="27" y="27"/>
                  </a:lnTo>
                  <a:lnTo>
                    <a:pt x="0" y="53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12" name="Line 31">
              <a:extLst>
                <a:ext uri="{FF2B5EF4-FFF2-40B4-BE49-F238E27FC236}">
                  <a16:creationId xmlns:a16="http://schemas.microsoft.com/office/drawing/2014/main" id="{B6CF6E6D-FA3E-47E2-AFD1-AF49088717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0463" y="1479550"/>
              <a:ext cx="231775" cy="188912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13" name="Rectangle 32">
              <a:extLst>
                <a:ext uri="{FF2B5EF4-FFF2-40B4-BE49-F238E27FC236}">
                  <a16:creationId xmlns:a16="http://schemas.microsoft.com/office/drawing/2014/main" id="{55BBDBC4-8FCB-4BD0-AA78-6F0C540550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2650" y="3687762"/>
              <a:ext cx="205184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14" name="Rectangle 33">
              <a:extLst>
                <a:ext uri="{FF2B5EF4-FFF2-40B4-BE49-F238E27FC236}">
                  <a16:creationId xmlns:a16="http://schemas.microsoft.com/office/drawing/2014/main" id="{97920FF1-1665-4079-8073-AF87D81CEA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9450" y="1258887"/>
              <a:ext cx="5842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Reset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15" name="Rectangle 34">
              <a:extLst>
                <a:ext uri="{FF2B5EF4-FFF2-40B4-BE49-F238E27FC236}">
                  <a16:creationId xmlns:a16="http://schemas.microsoft.com/office/drawing/2014/main" id="{9C930A9B-0986-4D74-A594-D2113E39F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4450" y="3043237"/>
              <a:ext cx="4445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gnt1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16" name="Rectangle 35">
              <a:extLst>
                <a:ext uri="{FF2B5EF4-FFF2-40B4-BE49-F238E27FC236}">
                  <a16:creationId xmlns:a16="http://schemas.microsoft.com/office/drawing/2014/main" id="{82E27C28-FD21-43A9-BD5A-4BB8D001DC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6413" y="3043237"/>
              <a:ext cx="234950" cy="269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17" name="Rectangle 36">
              <a:extLst>
                <a:ext uri="{FF2B5EF4-FFF2-40B4-BE49-F238E27FC236}">
                  <a16:creationId xmlns:a16="http://schemas.microsoft.com/office/drawing/2014/main" id="{89AF4B75-4331-4C63-B4D7-207020310B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8013" y="3138487"/>
              <a:ext cx="176212" cy="211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18" name="Rectangle 37">
              <a:extLst>
                <a:ext uri="{FF2B5EF4-FFF2-40B4-BE49-F238E27FC236}">
                  <a16:creationId xmlns:a16="http://schemas.microsoft.com/office/drawing/2014/main" id="{BBAB05E4-242B-4AEF-8B61-1F41A97231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8625" y="3036887"/>
              <a:ext cx="206375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panose="05050102010706020507" pitchFamily="18" charset="2"/>
                  <a:ea typeface="MS PGothic" panose="020B0600070205080204" pitchFamily="34" charset="-128"/>
                  <a:cs typeface="+mn-cs"/>
                </a:rPr>
                <a:t>¤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19" name="Rectangle 38">
              <a:extLst>
                <a:ext uri="{FF2B5EF4-FFF2-40B4-BE49-F238E27FC236}">
                  <a16:creationId xmlns:a16="http://schemas.microsoft.com/office/drawing/2014/main" id="{E91B828B-E6B0-4283-9D58-31D081536D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8838" y="3043237"/>
              <a:ext cx="2333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20" name="Freeform 39">
              <a:extLst>
                <a:ext uri="{FF2B5EF4-FFF2-40B4-BE49-F238E27FC236}">
                  <a16:creationId xmlns:a16="http://schemas.microsoft.com/office/drawing/2014/main" id="{3A1D7D9E-73C0-4F64-9D10-FA6EB8D90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925" y="4149726"/>
              <a:ext cx="1192213" cy="598487"/>
            </a:xfrm>
            <a:custGeom>
              <a:avLst/>
              <a:gdLst>
                <a:gd name="T0" fmla="*/ 2147483646 w 1502"/>
                <a:gd name="T1" fmla="*/ 2147483646 h 753"/>
                <a:gd name="T2" fmla="*/ 2147483646 w 1502"/>
                <a:gd name="T3" fmla="*/ 2147483646 h 753"/>
                <a:gd name="T4" fmla="*/ 2147483646 w 1502"/>
                <a:gd name="T5" fmla="*/ 2147483646 h 753"/>
                <a:gd name="T6" fmla="*/ 2147483646 w 1502"/>
                <a:gd name="T7" fmla="*/ 2147483646 h 753"/>
                <a:gd name="T8" fmla="*/ 2147483646 w 1502"/>
                <a:gd name="T9" fmla="*/ 2147483646 h 753"/>
                <a:gd name="T10" fmla="*/ 2147483646 w 1502"/>
                <a:gd name="T11" fmla="*/ 2147483646 h 753"/>
                <a:gd name="T12" fmla="*/ 2147483646 w 1502"/>
                <a:gd name="T13" fmla="*/ 2147483646 h 753"/>
                <a:gd name="T14" fmla="*/ 2147483646 w 1502"/>
                <a:gd name="T15" fmla="*/ 2147483646 h 753"/>
                <a:gd name="T16" fmla="*/ 2147483646 w 1502"/>
                <a:gd name="T17" fmla="*/ 2147483646 h 753"/>
                <a:gd name="T18" fmla="*/ 2147483646 w 1502"/>
                <a:gd name="T19" fmla="*/ 2147483646 h 753"/>
                <a:gd name="T20" fmla="*/ 0 w 1502"/>
                <a:gd name="T21" fmla="*/ 2147483646 h 753"/>
                <a:gd name="T22" fmla="*/ 2147483646 w 1502"/>
                <a:gd name="T23" fmla="*/ 2147483646 h 753"/>
                <a:gd name="T24" fmla="*/ 2147483646 w 1502"/>
                <a:gd name="T25" fmla="*/ 2147483646 h 753"/>
                <a:gd name="T26" fmla="*/ 2147483646 w 1502"/>
                <a:gd name="T27" fmla="*/ 2147483646 h 753"/>
                <a:gd name="T28" fmla="*/ 2147483646 w 1502"/>
                <a:gd name="T29" fmla="*/ 2147483646 h 753"/>
                <a:gd name="T30" fmla="*/ 2147483646 w 1502"/>
                <a:gd name="T31" fmla="*/ 2147483646 h 753"/>
                <a:gd name="T32" fmla="*/ 2147483646 w 1502"/>
                <a:gd name="T33" fmla="*/ 2147483646 h 753"/>
                <a:gd name="T34" fmla="*/ 2147483646 w 1502"/>
                <a:gd name="T35" fmla="*/ 2147483646 h 753"/>
                <a:gd name="T36" fmla="*/ 2147483646 w 1502"/>
                <a:gd name="T37" fmla="*/ 2147483646 h 753"/>
                <a:gd name="T38" fmla="*/ 2147483646 w 1502"/>
                <a:gd name="T39" fmla="*/ 2147483646 h 753"/>
                <a:gd name="T40" fmla="*/ 2147483646 w 1502"/>
                <a:gd name="T41" fmla="*/ 2147483646 h 753"/>
                <a:gd name="T42" fmla="*/ 2147483646 w 1502"/>
                <a:gd name="T43" fmla="*/ 2147483646 h 753"/>
                <a:gd name="T44" fmla="*/ 2147483646 w 1502"/>
                <a:gd name="T45" fmla="*/ 2147483646 h 753"/>
                <a:gd name="T46" fmla="*/ 2147483646 w 1502"/>
                <a:gd name="T47" fmla="*/ 2147483646 h 753"/>
                <a:gd name="T48" fmla="*/ 2147483646 w 1502"/>
                <a:gd name="T49" fmla="*/ 2147483646 h 753"/>
                <a:gd name="T50" fmla="*/ 2147483646 w 1502"/>
                <a:gd name="T51" fmla="*/ 2147483646 h 753"/>
                <a:gd name="T52" fmla="*/ 2147483646 w 1502"/>
                <a:gd name="T53" fmla="*/ 2147483646 h 753"/>
                <a:gd name="T54" fmla="*/ 2147483646 w 1502"/>
                <a:gd name="T55" fmla="*/ 2147483646 h 753"/>
                <a:gd name="T56" fmla="*/ 2147483646 w 1502"/>
                <a:gd name="T57" fmla="*/ 2147483646 h 753"/>
                <a:gd name="T58" fmla="*/ 2147483646 w 1502"/>
                <a:gd name="T59" fmla="*/ 2147483646 h 753"/>
                <a:gd name="T60" fmla="*/ 2147483646 w 1502"/>
                <a:gd name="T61" fmla="*/ 2147483646 h 753"/>
                <a:gd name="T62" fmla="*/ 2147483646 w 1502"/>
                <a:gd name="T63" fmla="*/ 2147483646 h 753"/>
                <a:gd name="T64" fmla="*/ 2147483646 w 1502"/>
                <a:gd name="T65" fmla="*/ 2147483646 h 753"/>
                <a:gd name="T66" fmla="*/ 2147483646 w 1502"/>
                <a:gd name="T67" fmla="*/ 2147483646 h 753"/>
                <a:gd name="T68" fmla="*/ 2147483646 w 1502"/>
                <a:gd name="T69" fmla="*/ 2147483646 h 753"/>
                <a:gd name="T70" fmla="*/ 2147483646 w 1502"/>
                <a:gd name="T71" fmla="*/ 2147483646 h 753"/>
                <a:gd name="T72" fmla="*/ 2147483646 w 1502"/>
                <a:gd name="T73" fmla="*/ 2147483646 h 753"/>
                <a:gd name="T74" fmla="*/ 2147483646 w 1502"/>
                <a:gd name="T75" fmla="*/ 2147483646 h 753"/>
                <a:gd name="T76" fmla="*/ 2147483646 w 1502"/>
                <a:gd name="T77" fmla="*/ 2147483646 h 753"/>
                <a:gd name="T78" fmla="*/ 2147483646 w 1502"/>
                <a:gd name="T79" fmla="*/ 2147483646 h 753"/>
                <a:gd name="T80" fmla="*/ 2147483646 w 1502"/>
                <a:gd name="T81" fmla="*/ 2147483646 h 753"/>
                <a:gd name="T82" fmla="*/ 2147483646 w 1502"/>
                <a:gd name="T83" fmla="*/ 2147483646 h 753"/>
                <a:gd name="T84" fmla="*/ 2147483646 w 1502"/>
                <a:gd name="T85" fmla="*/ 2147483646 h 753"/>
                <a:gd name="T86" fmla="*/ 2147483646 w 1502"/>
                <a:gd name="T87" fmla="*/ 0 h 75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02"/>
                <a:gd name="T133" fmla="*/ 0 h 753"/>
                <a:gd name="T134" fmla="*/ 1502 w 1502"/>
                <a:gd name="T135" fmla="*/ 753 h 75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02" h="753">
                  <a:moveTo>
                    <a:pt x="751" y="0"/>
                  </a:moveTo>
                  <a:lnTo>
                    <a:pt x="712" y="1"/>
                  </a:lnTo>
                  <a:lnTo>
                    <a:pt x="674" y="2"/>
                  </a:lnTo>
                  <a:lnTo>
                    <a:pt x="637" y="5"/>
                  </a:lnTo>
                  <a:lnTo>
                    <a:pt x="600" y="8"/>
                  </a:lnTo>
                  <a:lnTo>
                    <a:pt x="563" y="12"/>
                  </a:lnTo>
                  <a:lnTo>
                    <a:pt x="528" y="17"/>
                  </a:lnTo>
                  <a:lnTo>
                    <a:pt x="492" y="23"/>
                  </a:lnTo>
                  <a:lnTo>
                    <a:pt x="458" y="30"/>
                  </a:lnTo>
                  <a:lnTo>
                    <a:pt x="425" y="38"/>
                  </a:lnTo>
                  <a:lnTo>
                    <a:pt x="393" y="46"/>
                  </a:lnTo>
                  <a:lnTo>
                    <a:pt x="361" y="55"/>
                  </a:lnTo>
                  <a:lnTo>
                    <a:pt x="331" y="65"/>
                  </a:lnTo>
                  <a:lnTo>
                    <a:pt x="302" y="75"/>
                  </a:lnTo>
                  <a:lnTo>
                    <a:pt x="274" y="86"/>
                  </a:lnTo>
                  <a:lnTo>
                    <a:pt x="246" y="98"/>
                  </a:lnTo>
                  <a:lnTo>
                    <a:pt x="220" y="111"/>
                  </a:lnTo>
                  <a:lnTo>
                    <a:pt x="194" y="124"/>
                  </a:lnTo>
                  <a:lnTo>
                    <a:pt x="172" y="137"/>
                  </a:lnTo>
                  <a:lnTo>
                    <a:pt x="149" y="152"/>
                  </a:lnTo>
                  <a:lnTo>
                    <a:pt x="128" y="167"/>
                  </a:lnTo>
                  <a:lnTo>
                    <a:pt x="108" y="181"/>
                  </a:lnTo>
                  <a:lnTo>
                    <a:pt x="91" y="197"/>
                  </a:lnTo>
                  <a:lnTo>
                    <a:pt x="74" y="213"/>
                  </a:lnTo>
                  <a:lnTo>
                    <a:pt x="59" y="230"/>
                  </a:lnTo>
                  <a:lnTo>
                    <a:pt x="46" y="248"/>
                  </a:lnTo>
                  <a:lnTo>
                    <a:pt x="34" y="265"/>
                  </a:lnTo>
                  <a:lnTo>
                    <a:pt x="23" y="283"/>
                  </a:lnTo>
                  <a:lnTo>
                    <a:pt x="16" y="301"/>
                  </a:lnTo>
                  <a:lnTo>
                    <a:pt x="9" y="319"/>
                  </a:lnTo>
                  <a:lnTo>
                    <a:pt x="4" y="338"/>
                  </a:lnTo>
                  <a:lnTo>
                    <a:pt x="1" y="358"/>
                  </a:lnTo>
                  <a:lnTo>
                    <a:pt x="0" y="376"/>
                  </a:lnTo>
                  <a:lnTo>
                    <a:pt x="1" y="396"/>
                  </a:lnTo>
                  <a:lnTo>
                    <a:pt x="4" y="416"/>
                  </a:lnTo>
                  <a:lnTo>
                    <a:pt x="9" y="434"/>
                  </a:lnTo>
                  <a:lnTo>
                    <a:pt x="16" y="453"/>
                  </a:lnTo>
                  <a:lnTo>
                    <a:pt x="23" y="470"/>
                  </a:lnTo>
                  <a:lnTo>
                    <a:pt x="34" y="489"/>
                  </a:lnTo>
                  <a:lnTo>
                    <a:pt x="46" y="506"/>
                  </a:lnTo>
                  <a:lnTo>
                    <a:pt x="59" y="523"/>
                  </a:lnTo>
                  <a:lnTo>
                    <a:pt x="74" y="540"/>
                  </a:lnTo>
                  <a:lnTo>
                    <a:pt x="91" y="556"/>
                  </a:lnTo>
                  <a:lnTo>
                    <a:pt x="108" y="572"/>
                  </a:lnTo>
                  <a:lnTo>
                    <a:pt x="128" y="587"/>
                  </a:lnTo>
                  <a:lnTo>
                    <a:pt x="149" y="601"/>
                  </a:lnTo>
                  <a:lnTo>
                    <a:pt x="172" y="616"/>
                  </a:lnTo>
                  <a:lnTo>
                    <a:pt x="194" y="629"/>
                  </a:lnTo>
                  <a:lnTo>
                    <a:pt x="220" y="643"/>
                  </a:lnTo>
                  <a:lnTo>
                    <a:pt x="246" y="656"/>
                  </a:lnTo>
                  <a:lnTo>
                    <a:pt x="274" y="668"/>
                  </a:lnTo>
                  <a:lnTo>
                    <a:pt x="302" y="678"/>
                  </a:lnTo>
                  <a:lnTo>
                    <a:pt x="331" y="689"/>
                  </a:lnTo>
                  <a:lnTo>
                    <a:pt x="361" y="698"/>
                  </a:lnTo>
                  <a:lnTo>
                    <a:pt x="393" y="708"/>
                  </a:lnTo>
                  <a:lnTo>
                    <a:pt x="425" y="715"/>
                  </a:lnTo>
                  <a:lnTo>
                    <a:pt x="458" y="723"/>
                  </a:lnTo>
                  <a:lnTo>
                    <a:pt x="492" y="730"/>
                  </a:lnTo>
                  <a:lnTo>
                    <a:pt x="528" y="737"/>
                  </a:lnTo>
                  <a:lnTo>
                    <a:pt x="563" y="742"/>
                  </a:lnTo>
                  <a:lnTo>
                    <a:pt x="600" y="746"/>
                  </a:lnTo>
                  <a:lnTo>
                    <a:pt x="637" y="749"/>
                  </a:lnTo>
                  <a:lnTo>
                    <a:pt x="674" y="751"/>
                  </a:lnTo>
                  <a:lnTo>
                    <a:pt x="712" y="753"/>
                  </a:lnTo>
                  <a:lnTo>
                    <a:pt x="751" y="753"/>
                  </a:lnTo>
                  <a:lnTo>
                    <a:pt x="789" y="753"/>
                  </a:lnTo>
                  <a:lnTo>
                    <a:pt x="828" y="751"/>
                  </a:lnTo>
                  <a:lnTo>
                    <a:pt x="866" y="749"/>
                  </a:lnTo>
                  <a:lnTo>
                    <a:pt x="902" y="746"/>
                  </a:lnTo>
                  <a:lnTo>
                    <a:pt x="939" y="742"/>
                  </a:lnTo>
                  <a:lnTo>
                    <a:pt x="975" y="737"/>
                  </a:lnTo>
                  <a:lnTo>
                    <a:pt x="1009" y="730"/>
                  </a:lnTo>
                  <a:lnTo>
                    <a:pt x="1044" y="723"/>
                  </a:lnTo>
                  <a:lnTo>
                    <a:pt x="1077" y="715"/>
                  </a:lnTo>
                  <a:lnTo>
                    <a:pt x="1109" y="708"/>
                  </a:lnTo>
                  <a:lnTo>
                    <a:pt x="1140" y="698"/>
                  </a:lnTo>
                  <a:lnTo>
                    <a:pt x="1171" y="689"/>
                  </a:lnTo>
                  <a:lnTo>
                    <a:pt x="1200" y="678"/>
                  </a:lnTo>
                  <a:lnTo>
                    <a:pt x="1229" y="668"/>
                  </a:lnTo>
                  <a:lnTo>
                    <a:pt x="1256" y="656"/>
                  </a:lnTo>
                  <a:lnTo>
                    <a:pt x="1282" y="643"/>
                  </a:lnTo>
                  <a:lnTo>
                    <a:pt x="1307" y="629"/>
                  </a:lnTo>
                  <a:lnTo>
                    <a:pt x="1331" y="616"/>
                  </a:lnTo>
                  <a:lnTo>
                    <a:pt x="1354" y="601"/>
                  </a:lnTo>
                  <a:lnTo>
                    <a:pt x="1374" y="587"/>
                  </a:lnTo>
                  <a:lnTo>
                    <a:pt x="1393" y="572"/>
                  </a:lnTo>
                  <a:lnTo>
                    <a:pt x="1412" y="556"/>
                  </a:lnTo>
                  <a:lnTo>
                    <a:pt x="1428" y="540"/>
                  </a:lnTo>
                  <a:lnTo>
                    <a:pt x="1444" y="523"/>
                  </a:lnTo>
                  <a:lnTo>
                    <a:pt x="1457" y="506"/>
                  </a:lnTo>
                  <a:lnTo>
                    <a:pt x="1469" y="489"/>
                  </a:lnTo>
                  <a:lnTo>
                    <a:pt x="1478" y="470"/>
                  </a:lnTo>
                  <a:lnTo>
                    <a:pt x="1487" y="453"/>
                  </a:lnTo>
                  <a:lnTo>
                    <a:pt x="1494" y="434"/>
                  </a:lnTo>
                  <a:lnTo>
                    <a:pt x="1498" y="416"/>
                  </a:lnTo>
                  <a:lnTo>
                    <a:pt x="1501" y="396"/>
                  </a:lnTo>
                  <a:lnTo>
                    <a:pt x="1502" y="376"/>
                  </a:lnTo>
                  <a:lnTo>
                    <a:pt x="1501" y="358"/>
                  </a:lnTo>
                  <a:lnTo>
                    <a:pt x="1498" y="338"/>
                  </a:lnTo>
                  <a:lnTo>
                    <a:pt x="1494" y="319"/>
                  </a:lnTo>
                  <a:lnTo>
                    <a:pt x="1487" y="301"/>
                  </a:lnTo>
                  <a:lnTo>
                    <a:pt x="1478" y="283"/>
                  </a:lnTo>
                  <a:lnTo>
                    <a:pt x="1469" y="265"/>
                  </a:lnTo>
                  <a:lnTo>
                    <a:pt x="1457" y="248"/>
                  </a:lnTo>
                  <a:lnTo>
                    <a:pt x="1444" y="230"/>
                  </a:lnTo>
                  <a:lnTo>
                    <a:pt x="1428" y="213"/>
                  </a:lnTo>
                  <a:lnTo>
                    <a:pt x="1412" y="197"/>
                  </a:lnTo>
                  <a:lnTo>
                    <a:pt x="1393" y="181"/>
                  </a:lnTo>
                  <a:lnTo>
                    <a:pt x="1374" y="167"/>
                  </a:lnTo>
                  <a:lnTo>
                    <a:pt x="1354" y="152"/>
                  </a:lnTo>
                  <a:lnTo>
                    <a:pt x="1331" y="137"/>
                  </a:lnTo>
                  <a:lnTo>
                    <a:pt x="1307" y="124"/>
                  </a:lnTo>
                  <a:lnTo>
                    <a:pt x="1282" y="111"/>
                  </a:lnTo>
                  <a:lnTo>
                    <a:pt x="1256" y="98"/>
                  </a:lnTo>
                  <a:lnTo>
                    <a:pt x="1229" y="86"/>
                  </a:lnTo>
                  <a:lnTo>
                    <a:pt x="1200" y="75"/>
                  </a:lnTo>
                  <a:lnTo>
                    <a:pt x="1171" y="65"/>
                  </a:lnTo>
                  <a:lnTo>
                    <a:pt x="1140" y="55"/>
                  </a:lnTo>
                  <a:lnTo>
                    <a:pt x="1109" y="46"/>
                  </a:lnTo>
                  <a:lnTo>
                    <a:pt x="1077" y="38"/>
                  </a:lnTo>
                  <a:lnTo>
                    <a:pt x="1044" y="30"/>
                  </a:lnTo>
                  <a:lnTo>
                    <a:pt x="1009" y="23"/>
                  </a:lnTo>
                  <a:lnTo>
                    <a:pt x="975" y="17"/>
                  </a:lnTo>
                  <a:lnTo>
                    <a:pt x="939" y="12"/>
                  </a:lnTo>
                  <a:lnTo>
                    <a:pt x="902" y="8"/>
                  </a:lnTo>
                  <a:lnTo>
                    <a:pt x="866" y="5"/>
                  </a:lnTo>
                  <a:lnTo>
                    <a:pt x="828" y="2"/>
                  </a:lnTo>
                  <a:lnTo>
                    <a:pt x="789" y="1"/>
                  </a:lnTo>
                  <a:lnTo>
                    <a:pt x="751" y="0"/>
                  </a:lnTo>
                </a:path>
              </a:pathLst>
            </a:custGeom>
            <a:solidFill>
              <a:schemeClr val="bg1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21" name="Rectangle 40">
              <a:extLst>
                <a:ext uri="{FF2B5EF4-FFF2-40B4-BE49-F238E27FC236}">
                  <a16:creationId xmlns:a16="http://schemas.microsoft.com/office/drawing/2014/main" id="{33815DEC-2796-40BE-B5D7-2FAE2C684C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9138" y="3043237"/>
              <a:ext cx="2460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22" name="Rectangle 41">
              <a:extLst>
                <a:ext uri="{FF2B5EF4-FFF2-40B4-BE49-F238E27FC236}">
                  <a16:creationId xmlns:a16="http://schemas.microsoft.com/office/drawing/2014/main" id="{1378113A-D6E5-4BCD-BD0F-6520EE6A77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2650" y="4987926"/>
              <a:ext cx="19236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23" name="Rectangle 42">
              <a:extLst>
                <a:ext uri="{FF2B5EF4-FFF2-40B4-BE49-F238E27FC236}">
                  <a16:creationId xmlns:a16="http://schemas.microsoft.com/office/drawing/2014/main" id="{700EAA94-4B8C-4FF3-AD63-AD6E47A333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4450" y="4325938"/>
              <a:ext cx="4445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gnt2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24" name="Rectangle 43">
              <a:extLst>
                <a:ext uri="{FF2B5EF4-FFF2-40B4-BE49-F238E27FC236}">
                  <a16:creationId xmlns:a16="http://schemas.microsoft.com/office/drawing/2014/main" id="{53E53ABF-F270-4594-84C9-2A1B737F75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6413" y="4325938"/>
              <a:ext cx="234950" cy="269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25" name="Rectangle 44">
              <a:extLst>
                <a:ext uri="{FF2B5EF4-FFF2-40B4-BE49-F238E27FC236}">
                  <a16:creationId xmlns:a16="http://schemas.microsoft.com/office/drawing/2014/main" id="{D7DB0BF8-B280-4B26-8C9A-48881F987A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8013" y="4419601"/>
              <a:ext cx="176212" cy="211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26" name="Rectangle 45">
              <a:extLst>
                <a:ext uri="{FF2B5EF4-FFF2-40B4-BE49-F238E27FC236}">
                  <a16:creationId xmlns:a16="http://schemas.microsoft.com/office/drawing/2014/main" id="{148C695E-4521-4006-AC09-F2E1166048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8625" y="4319588"/>
              <a:ext cx="206375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panose="05050102010706020507" pitchFamily="18" charset="2"/>
                  <a:ea typeface="MS PGothic" panose="020B0600070205080204" pitchFamily="34" charset="-128"/>
                  <a:cs typeface="+mn-cs"/>
                </a:rPr>
                <a:t>¤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27" name="Rectangle 46">
              <a:extLst>
                <a:ext uri="{FF2B5EF4-FFF2-40B4-BE49-F238E27FC236}">
                  <a16:creationId xmlns:a16="http://schemas.microsoft.com/office/drawing/2014/main" id="{1E30AE7D-D528-4EFD-9F6F-0DD26084D1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8838" y="4325938"/>
              <a:ext cx="2333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28" name="Rectangle 48">
              <a:extLst>
                <a:ext uri="{FF2B5EF4-FFF2-40B4-BE49-F238E27FC236}">
                  <a16:creationId xmlns:a16="http://schemas.microsoft.com/office/drawing/2014/main" id="{A3E7EDB9-EC93-418E-BF08-4946E7916A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9138" y="4325938"/>
              <a:ext cx="2460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29" name="Freeform 55">
              <a:extLst>
                <a:ext uri="{FF2B5EF4-FFF2-40B4-BE49-F238E27FC236}">
                  <a16:creationId xmlns:a16="http://schemas.microsoft.com/office/drawing/2014/main" id="{AC5B7E06-BC82-4802-B63F-6A6D70C44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563" y="2720975"/>
              <a:ext cx="61912" cy="127000"/>
            </a:xfrm>
            <a:custGeom>
              <a:avLst/>
              <a:gdLst>
                <a:gd name="T0" fmla="*/ 0 w 80"/>
                <a:gd name="T1" fmla="*/ 0 h 159"/>
                <a:gd name="T2" fmla="*/ 2147483646 w 80"/>
                <a:gd name="T3" fmla="*/ 2147483646 h 159"/>
                <a:gd name="T4" fmla="*/ 2147483646 w 80"/>
                <a:gd name="T5" fmla="*/ 0 h 159"/>
                <a:gd name="T6" fmla="*/ 2147483646 w 80"/>
                <a:gd name="T7" fmla="*/ 0 h 159"/>
                <a:gd name="T8" fmla="*/ 0 w 80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59"/>
                <a:gd name="T17" fmla="*/ 80 w 80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59">
                  <a:moveTo>
                    <a:pt x="0" y="0"/>
                  </a:moveTo>
                  <a:lnTo>
                    <a:pt x="27" y="159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30" name="Freeform 56">
              <a:extLst>
                <a:ext uri="{FF2B5EF4-FFF2-40B4-BE49-F238E27FC236}">
                  <a16:creationId xmlns:a16="http://schemas.microsoft.com/office/drawing/2014/main" id="{882D4603-F31E-401A-8489-C831DFE86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863" y="2230437"/>
              <a:ext cx="50800" cy="484188"/>
            </a:xfrm>
            <a:custGeom>
              <a:avLst/>
              <a:gdLst>
                <a:gd name="T0" fmla="*/ 0 w 62"/>
                <a:gd name="T1" fmla="*/ 0 h 609"/>
                <a:gd name="T2" fmla="*/ 2147483646 w 62"/>
                <a:gd name="T3" fmla="*/ 2147483646 h 609"/>
                <a:gd name="T4" fmla="*/ 2147483646 w 62"/>
                <a:gd name="T5" fmla="*/ 2147483646 h 609"/>
                <a:gd name="T6" fmla="*/ 2147483646 w 62"/>
                <a:gd name="T7" fmla="*/ 2147483646 h 609"/>
                <a:gd name="T8" fmla="*/ 2147483646 w 62"/>
                <a:gd name="T9" fmla="*/ 2147483646 h 609"/>
                <a:gd name="T10" fmla="*/ 2147483646 w 62"/>
                <a:gd name="T11" fmla="*/ 2147483646 h 609"/>
                <a:gd name="T12" fmla="*/ 2147483646 w 62"/>
                <a:gd name="T13" fmla="*/ 2147483646 h 609"/>
                <a:gd name="T14" fmla="*/ 2147483646 w 62"/>
                <a:gd name="T15" fmla="*/ 2147483646 h 609"/>
                <a:gd name="T16" fmla="*/ 2147483646 w 62"/>
                <a:gd name="T17" fmla="*/ 2147483646 h 609"/>
                <a:gd name="T18" fmla="*/ 2147483646 w 62"/>
                <a:gd name="T19" fmla="*/ 2147483646 h 609"/>
                <a:gd name="T20" fmla="*/ 2147483646 w 62"/>
                <a:gd name="T21" fmla="*/ 2147483646 h 609"/>
                <a:gd name="T22" fmla="*/ 2147483646 w 62"/>
                <a:gd name="T23" fmla="*/ 2147483646 h 609"/>
                <a:gd name="T24" fmla="*/ 2147483646 w 62"/>
                <a:gd name="T25" fmla="*/ 2147483646 h 609"/>
                <a:gd name="T26" fmla="*/ 2147483646 w 62"/>
                <a:gd name="T27" fmla="*/ 2147483646 h 609"/>
                <a:gd name="T28" fmla="*/ 2147483646 w 62"/>
                <a:gd name="T29" fmla="*/ 2147483646 h 609"/>
                <a:gd name="T30" fmla="*/ 2147483646 w 62"/>
                <a:gd name="T31" fmla="*/ 2147483646 h 609"/>
                <a:gd name="T32" fmla="*/ 2147483646 w 62"/>
                <a:gd name="T33" fmla="*/ 2147483646 h 609"/>
                <a:gd name="T34" fmla="*/ 2147483646 w 62"/>
                <a:gd name="T35" fmla="*/ 2147483646 h 609"/>
                <a:gd name="T36" fmla="*/ 2147483646 w 62"/>
                <a:gd name="T37" fmla="*/ 2147483646 h 609"/>
                <a:gd name="T38" fmla="*/ 2147483646 w 62"/>
                <a:gd name="T39" fmla="*/ 2147483646 h 609"/>
                <a:gd name="T40" fmla="*/ 2147483646 w 62"/>
                <a:gd name="T41" fmla="*/ 2147483646 h 609"/>
                <a:gd name="T42" fmla="*/ 2147483646 w 62"/>
                <a:gd name="T43" fmla="*/ 2147483646 h 609"/>
                <a:gd name="T44" fmla="*/ 2147483646 w 62"/>
                <a:gd name="T45" fmla="*/ 2147483646 h 609"/>
                <a:gd name="T46" fmla="*/ 2147483646 w 62"/>
                <a:gd name="T47" fmla="*/ 2147483646 h 609"/>
                <a:gd name="T48" fmla="*/ 2147483646 w 62"/>
                <a:gd name="T49" fmla="*/ 2147483646 h 609"/>
                <a:gd name="T50" fmla="*/ 2147483646 w 62"/>
                <a:gd name="T51" fmla="*/ 2147483646 h 609"/>
                <a:gd name="T52" fmla="*/ 2147483646 w 62"/>
                <a:gd name="T53" fmla="*/ 2147483646 h 609"/>
                <a:gd name="T54" fmla="*/ 2147483646 w 62"/>
                <a:gd name="T55" fmla="*/ 2147483646 h 609"/>
                <a:gd name="T56" fmla="*/ 2147483646 w 62"/>
                <a:gd name="T57" fmla="*/ 2147483646 h 609"/>
                <a:gd name="T58" fmla="*/ 2147483646 w 62"/>
                <a:gd name="T59" fmla="*/ 2147483646 h 609"/>
                <a:gd name="T60" fmla="*/ 2147483646 w 62"/>
                <a:gd name="T61" fmla="*/ 2147483646 h 609"/>
                <a:gd name="T62" fmla="*/ 2147483646 w 62"/>
                <a:gd name="T63" fmla="*/ 2147483646 h 609"/>
                <a:gd name="T64" fmla="*/ 2147483646 w 62"/>
                <a:gd name="T65" fmla="*/ 2147483646 h 60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2"/>
                <a:gd name="T100" fmla="*/ 0 h 609"/>
                <a:gd name="T101" fmla="*/ 62 w 62"/>
                <a:gd name="T102" fmla="*/ 609 h 60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2" h="609">
                  <a:moveTo>
                    <a:pt x="0" y="0"/>
                  </a:moveTo>
                  <a:lnTo>
                    <a:pt x="6" y="17"/>
                  </a:lnTo>
                  <a:lnTo>
                    <a:pt x="13" y="34"/>
                  </a:lnTo>
                  <a:lnTo>
                    <a:pt x="18" y="51"/>
                  </a:lnTo>
                  <a:lnTo>
                    <a:pt x="24" y="69"/>
                  </a:lnTo>
                  <a:lnTo>
                    <a:pt x="29" y="87"/>
                  </a:lnTo>
                  <a:lnTo>
                    <a:pt x="33" y="104"/>
                  </a:lnTo>
                  <a:lnTo>
                    <a:pt x="37" y="123"/>
                  </a:lnTo>
                  <a:lnTo>
                    <a:pt x="41" y="141"/>
                  </a:lnTo>
                  <a:lnTo>
                    <a:pt x="45" y="160"/>
                  </a:lnTo>
                  <a:lnTo>
                    <a:pt x="47" y="179"/>
                  </a:lnTo>
                  <a:lnTo>
                    <a:pt x="50" y="197"/>
                  </a:lnTo>
                  <a:lnTo>
                    <a:pt x="53" y="216"/>
                  </a:lnTo>
                  <a:lnTo>
                    <a:pt x="55" y="236"/>
                  </a:lnTo>
                  <a:lnTo>
                    <a:pt x="57" y="254"/>
                  </a:lnTo>
                  <a:lnTo>
                    <a:pt x="58" y="274"/>
                  </a:lnTo>
                  <a:lnTo>
                    <a:pt x="59" y="294"/>
                  </a:lnTo>
                  <a:lnTo>
                    <a:pt x="61" y="314"/>
                  </a:lnTo>
                  <a:lnTo>
                    <a:pt x="61" y="332"/>
                  </a:lnTo>
                  <a:lnTo>
                    <a:pt x="62" y="352"/>
                  </a:lnTo>
                  <a:lnTo>
                    <a:pt x="62" y="372"/>
                  </a:lnTo>
                  <a:lnTo>
                    <a:pt x="62" y="392"/>
                  </a:lnTo>
                  <a:lnTo>
                    <a:pt x="62" y="412"/>
                  </a:lnTo>
                  <a:lnTo>
                    <a:pt x="61" y="432"/>
                  </a:lnTo>
                  <a:lnTo>
                    <a:pt x="61" y="452"/>
                  </a:lnTo>
                  <a:lnTo>
                    <a:pt x="59" y="472"/>
                  </a:lnTo>
                  <a:lnTo>
                    <a:pt x="58" y="491"/>
                  </a:lnTo>
                  <a:lnTo>
                    <a:pt x="57" y="511"/>
                  </a:lnTo>
                  <a:lnTo>
                    <a:pt x="55" y="531"/>
                  </a:lnTo>
                  <a:lnTo>
                    <a:pt x="54" y="550"/>
                  </a:lnTo>
                  <a:lnTo>
                    <a:pt x="53" y="570"/>
                  </a:lnTo>
                  <a:lnTo>
                    <a:pt x="50" y="590"/>
                  </a:lnTo>
                  <a:lnTo>
                    <a:pt x="49" y="609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31" name="Rectangle 58">
              <a:extLst>
                <a:ext uri="{FF2B5EF4-FFF2-40B4-BE49-F238E27FC236}">
                  <a16:creationId xmlns:a16="http://schemas.microsoft.com/office/drawing/2014/main" id="{C1312DFA-00AB-4CCE-9FD5-9806473B9D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275" y="2444750"/>
              <a:ext cx="205184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32" name="Rectangle 59">
              <a:extLst>
                <a:ext uri="{FF2B5EF4-FFF2-40B4-BE49-F238E27FC236}">
                  <a16:creationId xmlns:a16="http://schemas.microsoft.com/office/drawing/2014/main" id="{CD109006-3318-4614-A094-ECD995223A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0263" y="2444750"/>
              <a:ext cx="205184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33" name="Freeform 60">
              <a:extLst>
                <a:ext uri="{FF2B5EF4-FFF2-40B4-BE49-F238E27FC236}">
                  <a16:creationId xmlns:a16="http://schemas.microsoft.com/office/drawing/2014/main" id="{0F0E76B3-4DC4-49EC-B38D-789FD4869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100" y="2090737"/>
              <a:ext cx="104775" cy="104775"/>
            </a:xfrm>
            <a:custGeom>
              <a:avLst/>
              <a:gdLst>
                <a:gd name="T0" fmla="*/ 2147483646 w 132"/>
                <a:gd name="T1" fmla="*/ 2147483646 h 133"/>
                <a:gd name="T2" fmla="*/ 2147483646 w 132"/>
                <a:gd name="T3" fmla="*/ 0 h 133"/>
                <a:gd name="T4" fmla="*/ 0 w 132"/>
                <a:gd name="T5" fmla="*/ 2147483646 h 133"/>
                <a:gd name="T6" fmla="*/ 0 w 132"/>
                <a:gd name="T7" fmla="*/ 2147483646 h 133"/>
                <a:gd name="T8" fmla="*/ 2147483646 w 132"/>
                <a:gd name="T9" fmla="*/ 2147483646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2"/>
                <a:gd name="T16" fmla="*/ 0 h 133"/>
                <a:gd name="T17" fmla="*/ 132 w 132"/>
                <a:gd name="T18" fmla="*/ 133 h 1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2" h="133">
                  <a:moveTo>
                    <a:pt x="26" y="133"/>
                  </a:moveTo>
                  <a:lnTo>
                    <a:pt x="132" y="0"/>
                  </a:lnTo>
                  <a:lnTo>
                    <a:pt x="0" y="80"/>
                  </a:lnTo>
                  <a:lnTo>
                    <a:pt x="0" y="106"/>
                  </a:lnTo>
                  <a:lnTo>
                    <a:pt x="26" y="133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34" name="Freeform 61">
              <a:extLst>
                <a:ext uri="{FF2B5EF4-FFF2-40B4-BE49-F238E27FC236}">
                  <a16:creationId xmlns:a16="http://schemas.microsoft.com/office/drawing/2014/main" id="{2C943C45-25C5-4723-ACE0-B3B48DDB5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288" y="2174875"/>
              <a:ext cx="531812" cy="2265362"/>
            </a:xfrm>
            <a:custGeom>
              <a:avLst/>
              <a:gdLst>
                <a:gd name="T0" fmla="*/ 2147483646 w 669"/>
                <a:gd name="T1" fmla="*/ 0 h 2854"/>
                <a:gd name="T2" fmla="*/ 2147483646 w 669"/>
                <a:gd name="T3" fmla="*/ 2147483646 h 2854"/>
                <a:gd name="T4" fmla="*/ 2147483646 w 669"/>
                <a:gd name="T5" fmla="*/ 2147483646 h 2854"/>
                <a:gd name="T6" fmla="*/ 2147483646 w 669"/>
                <a:gd name="T7" fmla="*/ 2147483646 h 2854"/>
                <a:gd name="T8" fmla="*/ 2147483646 w 669"/>
                <a:gd name="T9" fmla="*/ 2147483646 h 2854"/>
                <a:gd name="T10" fmla="*/ 2147483646 w 669"/>
                <a:gd name="T11" fmla="*/ 2147483646 h 2854"/>
                <a:gd name="T12" fmla="*/ 2147483646 w 669"/>
                <a:gd name="T13" fmla="*/ 2147483646 h 2854"/>
                <a:gd name="T14" fmla="*/ 2147483646 w 669"/>
                <a:gd name="T15" fmla="*/ 2147483646 h 2854"/>
                <a:gd name="T16" fmla="*/ 2147483646 w 669"/>
                <a:gd name="T17" fmla="*/ 2147483646 h 2854"/>
                <a:gd name="T18" fmla="*/ 2147483646 w 669"/>
                <a:gd name="T19" fmla="*/ 2147483646 h 2854"/>
                <a:gd name="T20" fmla="*/ 2147483646 w 669"/>
                <a:gd name="T21" fmla="*/ 2147483646 h 2854"/>
                <a:gd name="T22" fmla="*/ 2147483646 w 669"/>
                <a:gd name="T23" fmla="*/ 2147483646 h 2854"/>
                <a:gd name="T24" fmla="*/ 2147483646 w 669"/>
                <a:gd name="T25" fmla="*/ 2147483646 h 2854"/>
                <a:gd name="T26" fmla="*/ 2147483646 w 669"/>
                <a:gd name="T27" fmla="*/ 2147483646 h 2854"/>
                <a:gd name="T28" fmla="*/ 2147483646 w 669"/>
                <a:gd name="T29" fmla="*/ 2147483646 h 2854"/>
                <a:gd name="T30" fmla="*/ 2147483646 w 669"/>
                <a:gd name="T31" fmla="*/ 2147483646 h 2854"/>
                <a:gd name="T32" fmla="*/ 0 w 669"/>
                <a:gd name="T33" fmla="*/ 2147483646 h 2854"/>
                <a:gd name="T34" fmla="*/ 2147483646 w 669"/>
                <a:gd name="T35" fmla="*/ 2147483646 h 2854"/>
                <a:gd name="T36" fmla="*/ 2147483646 w 669"/>
                <a:gd name="T37" fmla="*/ 2147483646 h 2854"/>
                <a:gd name="T38" fmla="*/ 2147483646 w 669"/>
                <a:gd name="T39" fmla="*/ 2147483646 h 2854"/>
                <a:gd name="T40" fmla="*/ 2147483646 w 669"/>
                <a:gd name="T41" fmla="*/ 2147483646 h 2854"/>
                <a:gd name="T42" fmla="*/ 2147483646 w 669"/>
                <a:gd name="T43" fmla="*/ 2147483646 h 2854"/>
                <a:gd name="T44" fmla="*/ 2147483646 w 669"/>
                <a:gd name="T45" fmla="*/ 2147483646 h 2854"/>
                <a:gd name="T46" fmla="*/ 2147483646 w 669"/>
                <a:gd name="T47" fmla="*/ 2147483646 h 2854"/>
                <a:gd name="T48" fmla="*/ 2147483646 w 669"/>
                <a:gd name="T49" fmla="*/ 2147483646 h 2854"/>
                <a:gd name="T50" fmla="*/ 2147483646 w 669"/>
                <a:gd name="T51" fmla="*/ 2147483646 h 2854"/>
                <a:gd name="T52" fmla="*/ 2147483646 w 669"/>
                <a:gd name="T53" fmla="*/ 2147483646 h 2854"/>
                <a:gd name="T54" fmla="*/ 2147483646 w 669"/>
                <a:gd name="T55" fmla="*/ 2147483646 h 2854"/>
                <a:gd name="T56" fmla="*/ 2147483646 w 669"/>
                <a:gd name="T57" fmla="*/ 2147483646 h 2854"/>
                <a:gd name="T58" fmla="*/ 2147483646 w 669"/>
                <a:gd name="T59" fmla="*/ 2147483646 h 2854"/>
                <a:gd name="T60" fmla="*/ 2147483646 w 669"/>
                <a:gd name="T61" fmla="*/ 2147483646 h 2854"/>
                <a:gd name="T62" fmla="*/ 2147483646 w 669"/>
                <a:gd name="T63" fmla="*/ 2147483646 h 2854"/>
                <a:gd name="T64" fmla="*/ 2147483646 w 669"/>
                <a:gd name="T65" fmla="*/ 2147483646 h 285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69"/>
                <a:gd name="T100" fmla="*/ 0 h 2854"/>
                <a:gd name="T101" fmla="*/ 669 w 669"/>
                <a:gd name="T102" fmla="*/ 2854 h 2854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69" h="2854">
                  <a:moveTo>
                    <a:pt x="669" y="0"/>
                  </a:moveTo>
                  <a:lnTo>
                    <a:pt x="580" y="69"/>
                  </a:lnTo>
                  <a:lnTo>
                    <a:pt x="498" y="145"/>
                  </a:lnTo>
                  <a:lnTo>
                    <a:pt x="424" y="226"/>
                  </a:lnTo>
                  <a:lnTo>
                    <a:pt x="355" y="312"/>
                  </a:lnTo>
                  <a:lnTo>
                    <a:pt x="294" y="403"/>
                  </a:lnTo>
                  <a:lnTo>
                    <a:pt x="238" y="500"/>
                  </a:lnTo>
                  <a:lnTo>
                    <a:pt x="189" y="600"/>
                  </a:lnTo>
                  <a:lnTo>
                    <a:pt x="147" y="703"/>
                  </a:lnTo>
                  <a:lnTo>
                    <a:pt x="110" y="809"/>
                  </a:lnTo>
                  <a:lnTo>
                    <a:pt x="78" y="918"/>
                  </a:lnTo>
                  <a:lnTo>
                    <a:pt x="52" y="1028"/>
                  </a:lnTo>
                  <a:lnTo>
                    <a:pt x="32" y="1139"/>
                  </a:lnTo>
                  <a:lnTo>
                    <a:pt x="16" y="1252"/>
                  </a:lnTo>
                  <a:lnTo>
                    <a:pt x="6" y="1364"/>
                  </a:lnTo>
                  <a:lnTo>
                    <a:pt x="1" y="1476"/>
                  </a:lnTo>
                  <a:lnTo>
                    <a:pt x="0" y="1588"/>
                  </a:lnTo>
                  <a:lnTo>
                    <a:pt x="4" y="1699"/>
                  </a:lnTo>
                  <a:lnTo>
                    <a:pt x="12" y="1807"/>
                  </a:lnTo>
                  <a:lnTo>
                    <a:pt x="25" y="1913"/>
                  </a:lnTo>
                  <a:lnTo>
                    <a:pt x="41" y="2017"/>
                  </a:lnTo>
                  <a:lnTo>
                    <a:pt x="61" y="2117"/>
                  </a:lnTo>
                  <a:lnTo>
                    <a:pt x="86" y="2214"/>
                  </a:lnTo>
                  <a:lnTo>
                    <a:pt x="114" y="2306"/>
                  </a:lnTo>
                  <a:lnTo>
                    <a:pt x="144" y="2393"/>
                  </a:lnTo>
                  <a:lnTo>
                    <a:pt x="179" y="2475"/>
                  </a:lnTo>
                  <a:lnTo>
                    <a:pt x="216" y="2551"/>
                  </a:lnTo>
                  <a:lnTo>
                    <a:pt x="257" y="2621"/>
                  </a:lnTo>
                  <a:lnTo>
                    <a:pt x="299" y="2683"/>
                  </a:lnTo>
                  <a:lnTo>
                    <a:pt x="344" y="2739"/>
                  </a:lnTo>
                  <a:lnTo>
                    <a:pt x="393" y="2786"/>
                  </a:lnTo>
                  <a:lnTo>
                    <a:pt x="444" y="2825"/>
                  </a:lnTo>
                  <a:lnTo>
                    <a:pt x="495" y="2854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35" name="Rectangle 62">
              <a:extLst>
                <a:ext uri="{FF2B5EF4-FFF2-40B4-BE49-F238E27FC236}">
                  <a16:creationId xmlns:a16="http://schemas.microsoft.com/office/drawing/2014/main" id="{EB7EA456-8B58-49DD-A7BD-EA587610B8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9400" y="3733800"/>
              <a:ext cx="19236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36" name="Rectangle 65">
              <a:extLst>
                <a:ext uri="{FF2B5EF4-FFF2-40B4-BE49-F238E27FC236}">
                  <a16:creationId xmlns:a16="http://schemas.microsoft.com/office/drawing/2014/main" id="{1A7E7667-1650-4BFB-83AB-F1794E8FBC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7200" y="3733800"/>
              <a:ext cx="19236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37" name="Freeform 69">
              <a:extLst>
                <a:ext uri="{FF2B5EF4-FFF2-40B4-BE49-F238E27FC236}">
                  <a16:creationId xmlns:a16="http://schemas.microsoft.com/office/drawing/2014/main" id="{98C82A6E-FD80-4FEF-8A2E-4ACFDC00B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650" y="2259012"/>
              <a:ext cx="63500" cy="125413"/>
            </a:xfrm>
            <a:custGeom>
              <a:avLst/>
              <a:gdLst>
                <a:gd name="T0" fmla="*/ 2147483646 w 79"/>
                <a:gd name="T1" fmla="*/ 2147483646 h 159"/>
                <a:gd name="T2" fmla="*/ 2147483646 w 79"/>
                <a:gd name="T3" fmla="*/ 0 h 159"/>
                <a:gd name="T4" fmla="*/ 0 w 79"/>
                <a:gd name="T5" fmla="*/ 2147483646 h 159"/>
                <a:gd name="T6" fmla="*/ 2147483646 w 79"/>
                <a:gd name="T7" fmla="*/ 2147483646 h 159"/>
                <a:gd name="T8" fmla="*/ 2147483646 w 79"/>
                <a:gd name="T9" fmla="*/ 2147483646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9"/>
                <a:gd name="T16" fmla="*/ 0 h 159"/>
                <a:gd name="T17" fmla="*/ 79 w 79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9" h="159">
                  <a:moveTo>
                    <a:pt x="79" y="159"/>
                  </a:moveTo>
                  <a:lnTo>
                    <a:pt x="79" y="0"/>
                  </a:lnTo>
                  <a:lnTo>
                    <a:pt x="0" y="159"/>
                  </a:lnTo>
                  <a:lnTo>
                    <a:pt x="26" y="159"/>
                  </a:lnTo>
                  <a:lnTo>
                    <a:pt x="79" y="159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38" name="Freeform 70">
              <a:extLst>
                <a:ext uri="{FF2B5EF4-FFF2-40B4-BE49-F238E27FC236}">
                  <a16:creationId xmlns:a16="http://schemas.microsoft.com/office/drawing/2014/main" id="{8890AEF3-559D-49EC-A4F7-246E2C296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350" y="2392362"/>
              <a:ext cx="34925" cy="485775"/>
            </a:xfrm>
            <a:custGeom>
              <a:avLst/>
              <a:gdLst>
                <a:gd name="T0" fmla="*/ 2147483646 w 46"/>
                <a:gd name="T1" fmla="*/ 0 h 613"/>
                <a:gd name="T2" fmla="*/ 2147483646 w 46"/>
                <a:gd name="T3" fmla="*/ 2147483646 h 613"/>
                <a:gd name="T4" fmla="*/ 2147483646 w 46"/>
                <a:gd name="T5" fmla="*/ 2147483646 h 613"/>
                <a:gd name="T6" fmla="*/ 2147483646 w 46"/>
                <a:gd name="T7" fmla="*/ 2147483646 h 613"/>
                <a:gd name="T8" fmla="*/ 2147483646 w 46"/>
                <a:gd name="T9" fmla="*/ 2147483646 h 613"/>
                <a:gd name="T10" fmla="*/ 2147483646 w 46"/>
                <a:gd name="T11" fmla="*/ 2147483646 h 613"/>
                <a:gd name="T12" fmla="*/ 2147483646 w 46"/>
                <a:gd name="T13" fmla="*/ 2147483646 h 613"/>
                <a:gd name="T14" fmla="*/ 2147483646 w 46"/>
                <a:gd name="T15" fmla="*/ 2147483646 h 613"/>
                <a:gd name="T16" fmla="*/ 0 w 46"/>
                <a:gd name="T17" fmla="*/ 2147483646 h 613"/>
                <a:gd name="T18" fmla="*/ 0 w 46"/>
                <a:gd name="T19" fmla="*/ 2147483646 h 613"/>
                <a:gd name="T20" fmla="*/ 0 w 46"/>
                <a:gd name="T21" fmla="*/ 2147483646 h 613"/>
                <a:gd name="T22" fmla="*/ 0 w 46"/>
                <a:gd name="T23" fmla="*/ 2147483646 h 613"/>
                <a:gd name="T24" fmla="*/ 2147483646 w 46"/>
                <a:gd name="T25" fmla="*/ 2147483646 h 613"/>
                <a:gd name="T26" fmla="*/ 2147483646 w 46"/>
                <a:gd name="T27" fmla="*/ 2147483646 h 613"/>
                <a:gd name="T28" fmla="*/ 2147483646 w 46"/>
                <a:gd name="T29" fmla="*/ 2147483646 h 613"/>
                <a:gd name="T30" fmla="*/ 2147483646 w 46"/>
                <a:gd name="T31" fmla="*/ 2147483646 h 613"/>
                <a:gd name="T32" fmla="*/ 2147483646 w 46"/>
                <a:gd name="T33" fmla="*/ 2147483646 h 613"/>
                <a:gd name="T34" fmla="*/ 2147483646 w 46"/>
                <a:gd name="T35" fmla="*/ 2147483646 h 613"/>
                <a:gd name="T36" fmla="*/ 2147483646 w 46"/>
                <a:gd name="T37" fmla="*/ 2147483646 h 613"/>
                <a:gd name="T38" fmla="*/ 2147483646 w 46"/>
                <a:gd name="T39" fmla="*/ 2147483646 h 613"/>
                <a:gd name="T40" fmla="*/ 2147483646 w 46"/>
                <a:gd name="T41" fmla="*/ 2147483646 h 613"/>
                <a:gd name="T42" fmla="*/ 2147483646 w 46"/>
                <a:gd name="T43" fmla="*/ 2147483646 h 613"/>
                <a:gd name="T44" fmla="*/ 2147483646 w 46"/>
                <a:gd name="T45" fmla="*/ 2147483646 h 613"/>
                <a:gd name="T46" fmla="*/ 2147483646 w 46"/>
                <a:gd name="T47" fmla="*/ 2147483646 h 613"/>
                <a:gd name="T48" fmla="*/ 2147483646 w 46"/>
                <a:gd name="T49" fmla="*/ 2147483646 h 613"/>
                <a:gd name="T50" fmla="*/ 2147483646 w 46"/>
                <a:gd name="T51" fmla="*/ 2147483646 h 613"/>
                <a:gd name="T52" fmla="*/ 2147483646 w 46"/>
                <a:gd name="T53" fmla="*/ 2147483646 h 613"/>
                <a:gd name="T54" fmla="*/ 2147483646 w 46"/>
                <a:gd name="T55" fmla="*/ 2147483646 h 613"/>
                <a:gd name="T56" fmla="*/ 2147483646 w 46"/>
                <a:gd name="T57" fmla="*/ 2147483646 h 613"/>
                <a:gd name="T58" fmla="*/ 2147483646 w 46"/>
                <a:gd name="T59" fmla="*/ 2147483646 h 613"/>
                <a:gd name="T60" fmla="*/ 2147483646 w 46"/>
                <a:gd name="T61" fmla="*/ 2147483646 h 613"/>
                <a:gd name="T62" fmla="*/ 2147483646 w 46"/>
                <a:gd name="T63" fmla="*/ 2147483646 h 613"/>
                <a:gd name="T64" fmla="*/ 2147483646 w 46"/>
                <a:gd name="T65" fmla="*/ 2147483646 h 61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46"/>
                <a:gd name="T100" fmla="*/ 0 h 613"/>
                <a:gd name="T101" fmla="*/ 46 w 46"/>
                <a:gd name="T102" fmla="*/ 613 h 61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46" h="613">
                  <a:moveTo>
                    <a:pt x="20" y="0"/>
                  </a:moveTo>
                  <a:lnTo>
                    <a:pt x="16" y="19"/>
                  </a:lnTo>
                  <a:lnTo>
                    <a:pt x="12" y="38"/>
                  </a:lnTo>
                  <a:lnTo>
                    <a:pt x="10" y="56"/>
                  </a:lnTo>
                  <a:lnTo>
                    <a:pt x="7" y="75"/>
                  </a:lnTo>
                  <a:lnTo>
                    <a:pt x="4" y="95"/>
                  </a:lnTo>
                  <a:lnTo>
                    <a:pt x="3" y="113"/>
                  </a:lnTo>
                  <a:lnTo>
                    <a:pt x="2" y="133"/>
                  </a:lnTo>
                  <a:lnTo>
                    <a:pt x="0" y="153"/>
                  </a:lnTo>
                  <a:lnTo>
                    <a:pt x="0" y="171"/>
                  </a:lnTo>
                  <a:lnTo>
                    <a:pt x="0" y="191"/>
                  </a:lnTo>
                  <a:lnTo>
                    <a:pt x="0" y="211"/>
                  </a:lnTo>
                  <a:lnTo>
                    <a:pt x="2" y="231"/>
                  </a:lnTo>
                  <a:lnTo>
                    <a:pt x="2" y="251"/>
                  </a:lnTo>
                  <a:lnTo>
                    <a:pt x="3" y="271"/>
                  </a:lnTo>
                  <a:lnTo>
                    <a:pt x="4" y="289"/>
                  </a:lnTo>
                  <a:lnTo>
                    <a:pt x="6" y="309"/>
                  </a:lnTo>
                  <a:lnTo>
                    <a:pt x="8" y="329"/>
                  </a:lnTo>
                  <a:lnTo>
                    <a:pt x="10" y="349"/>
                  </a:lnTo>
                  <a:lnTo>
                    <a:pt x="12" y="369"/>
                  </a:lnTo>
                  <a:lnTo>
                    <a:pt x="15" y="389"/>
                  </a:lnTo>
                  <a:lnTo>
                    <a:pt x="18" y="407"/>
                  </a:lnTo>
                  <a:lnTo>
                    <a:pt x="20" y="427"/>
                  </a:lnTo>
                  <a:lnTo>
                    <a:pt x="23" y="446"/>
                  </a:lnTo>
                  <a:lnTo>
                    <a:pt x="26" y="466"/>
                  </a:lnTo>
                  <a:lnTo>
                    <a:pt x="28" y="484"/>
                  </a:lnTo>
                  <a:lnTo>
                    <a:pt x="31" y="503"/>
                  </a:lnTo>
                  <a:lnTo>
                    <a:pt x="34" y="521"/>
                  </a:lnTo>
                  <a:lnTo>
                    <a:pt x="36" y="540"/>
                  </a:lnTo>
                  <a:lnTo>
                    <a:pt x="38" y="559"/>
                  </a:lnTo>
                  <a:lnTo>
                    <a:pt x="40" y="577"/>
                  </a:lnTo>
                  <a:lnTo>
                    <a:pt x="43" y="594"/>
                  </a:lnTo>
                  <a:lnTo>
                    <a:pt x="46" y="613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06498" name="Rectangle 2">
            <a:extLst>
              <a:ext uri="{FF2B5EF4-FFF2-40B4-BE49-F238E27FC236}">
                <a16:creationId xmlns:a16="http://schemas.microsoft.com/office/drawing/2014/main" id="{FB82DDFA-2A06-448C-8AF3-5A2B70B360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State diagram for the simpler arbiter</a:t>
            </a:r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6497" name="Group 1">
            <a:extLst>
              <a:ext uri="{FF2B5EF4-FFF2-40B4-BE49-F238E27FC236}">
                <a16:creationId xmlns:a16="http://schemas.microsoft.com/office/drawing/2014/main" id="{5590B44B-BFD1-4FB4-839B-9BB8635489DD}"/>
              </a:ext>
            </a:extLst>
          </p:cNvPr>
          <p:cNvGrpSpPr>
            <a:grpSpLocks/>
          </p:cNvGrpSpPr>
          <p:nvPr/>
        </p:nvGrpSpPr>
        <p:grpSpPr bwMode="auto">
          <a:xfrm>
            <a:off x="3581400" y="1143000"/>
            <a:ext cx="2555875" cy="4144963"/>
            <a:chOff x="2997200" y="1143000"/>
            <a:chExt cx="2554560" cy="4144963"/>
          </a:xfrm>
        </p:grpSpPr>
        <p:sp>
          <p:nvSpPr>
            <p:cNvPr id="106499" name="Freeform 9">
              <a:extLst>
                <a:ext uri="{FF2B5EF4-FFF2-40B4-BE49-F238E27FC236}">
                  <a16:creationId xmlns:a16="http://schemas.microsoft.com/office/drawing/2014/main" id="{B8C5A082-AF91-4CB6-9D84-28FF4ED7D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700" y="4741863"/>
              <a:ext cx="104775" cy="104775"/>
            </a:xfrm>
            <a:custGeom>
              <a:avLst/>
              <a:gdLst>
                <a:gd name="T0" fmla="*/ 2147483646 w 133"/>
                <a:gd name="T1" fmla="*/ 2147483646 h 132"/>
                <a:gd name="T2" fmla="*/ 0 w 133"/>
                <a:gd name="T3" fmla="*/ 0 h 132"/>
                <a:gd name="T4" fmla="*/ 2147483646 w 133"/>
                <a:gd name="T5" fmla="*/ 2147483646 h 132"/>
                <a:gd name="T6" fmla="*/ 2147483646 w 133"/>
                <a:gd name="T7" fmla="*/ 2147483646 h 132"/>
                <a:gd name="T8" fmla="*/ 2147483646 w 133"/>
                <a:gd name="T9" fmla="*/ 2147483646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3"/>
                <a:gd name="T16" fmla="*/ 0 h 132"/>
                <a:gd name="T17" fmla="*/ 133 w 133"/>
                <a:gd name="T18" fmla="*/ 132 h 13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3" h="132">
                  <a:moveTo>
                    <a:pt x="133" y="79"/>
                  </a:moveTo>
                  <a:lnTo>
                    <a:pt x="0" y="0"/>
                  </a:lnTo>
                  <a:lnTo>
                    <a:pt x="80" y="132"/>
                  </a:lnTo>
                  <a:lnTo>
                    <a:pt x="106" y="106"/>
                  </a:lnTo>
                  <a:lnTo>
                    <a:pt x="133" y="79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00" name="Freeform 12">
              <a:extLst>
                <a:ext uri="{FF2B5EF4-FFF2-40B4-BE49-F238E27FC236}">
                  <a16:creationId xmlns:a16="http://schemas.microsoft.com/office/drawing/2014/main" id="{4898E7D9-EE8F-4AD6-BE44-76914AE38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738" y="4678363"/>
              <a:ext cx="609600" cy="609600"/>
            </a:xfrm>
            <a:custGeom>
              <a:avLst/>
              <a:gdLst>
                <a:gd name="T0" fmla="*/ 0 w 769"/>
                <a:gd name="T1" fmla="*/ 2147483646 h 769"/>
                <a:gd name="T2" fmla="*/ 2147483646 w 769"/>
                <a:gd name="T3" fmla="*/ 2147483646 h 769"/>
                <a:gd name="T4" fmla="*/ 2147483646 w 769"/>
                <a:gd name="T5" fmla="*/ 2147483646 h 769"/>
                <a:gd name="T6" fmla="*/ 2147483646 w 769"/>
                <a:gd name="T7" fmla="*/ 2147483646 h 769"/>
                <a:gd name="T8" fmla="*/ 2147483646 w 769"/>
                <a:gd name="T9" fmla="*/ 2147483646 h 769"/>
                <a:gd name="T10" fmla="*/ 2147483646 w 769"/>
                <a:gd name="T11" fmla="*/ 2147483646 h 769"/>
                <a:gd name="T12" fmla="*/ 2147483646 w 769"/>
                <a:gd name="T13" fmla="*/ 2147483646 h 769"/>
                <a:gd name="T14" fmla="*/ 2147483646 w 769"/>
                <a:gd name="T15" fmla="*/ 2147483646 h 769"/>
                <a:gd name="T16" fmla="*/ 2147483646 w 769"/>
                <a:gd name="T17" fmla="*/ 2147483646 h 769"/>
                <a:gd name="T18" fmla="*/ 2147483646 w 769"/>
                <a:gd name="T19" fmla="*/ 2147483646 h 769"/>
                <a:gd name="T20" fmla="*/ 2147483646 w 769"/>
                <a:gd name="T21" fmla="*/ 2147483646 h 769"/>
                <a:gd name="T22" fmla="*/ 2147483646 w 769"/>
                <a:gd name="T23" fmla="*/ 0 h 769"/>
                <a:gd name="T24" fmla="*/ 2147483646 w 769"/>
                <a:gd name="T25" fmla="*/ 2147483646 h 769"/>
                <a:gd name="T26" fmla="*/ 2147483646 w 769"/>
                <a:gd name="T27" fmla="*/ 2147483646 h 769"/>
                <a:gd name="T28" fmla="*/ 2147483646 w 769"/>
                <a:gd name="T29" fmla="*/ 2147483646 h 769"/>
                <a:gd name="T30" fmla="*/ 2147483646 w 769"/>
                <a:gd name="T31" fmla="*/ 2147483646 h 769"/>
                <a:gd name="T32" fmla="*/ 2147483646 w 769"/>
                <a:gd name="T33" fmla="*/ 2147483646 h 769"/>
                <a:gd name="T34" fmla="*/ 2147483646 w 769"/>
                <a:gd name="T35" fmla="*/ 2147483646 h 769"/>
                <a:gd name="T36" fmla="*/ 2147483646 w 769"/>
                <a:gd name="T37" fmla="*/ 2147483646 h 769"/>
                <a:gd name="T38" fmla="*/ 2147483646 w 769"/>
                <a:gd name="T39" fmla="*/ 2147483646 h 769"/>
                <a:gd name="T40" fmla="*/ 2147483646 w 769"/>
                <a:gd name="T41" fmla="*/ 2147483646 h 769"/>
                <a:gd name="T42" fmla="*/ 2147483646 w 769"/>
                <a:gd name="T43" fmla="*/ 2147483646 h 769"/>
                <a:gd name="T44" fmla="*/ 2147483646 w 769"/>
                <a:gd name="T45" fmla="*/ 2147483646 h 769"/>
                <a:gd name="T46" fmla="*/ 2147483646 w 769"/>
                <a:gd name="T47" fmla="*/ 2147483646 h 769"/>
                <a:gd name="T48" fmla="*/ 2147483646 w 769"/>
                <a:gd name="T49" fmla="*/ 2147483646 h 769"/>
                <a:gd name="T50" fmla="*/ 2147483646 w 769"/>
                <a:gd name="T51" fmla="*/ 2147483646 h 769"/>
                <a:gd name="T52" fmla="*/ 2147483646 w 769"/>
                <a:gd name="T53" fmla="*/ 2147483646 h 769"/>
                <a:gd name="T54" fmla="*/ 2147483646 w 769"/>
                <a:gd name="T55" fmla="*/ 2147483646 h 769"/>
                <a:gd name="T56" fmla="*/ 2147483646 w 769"/>
                <a:gd name="T57" fmla="*/ 2147483646 h 769"/>
                <a:gd name="T58" fmla="*/ 2147483646 w 769"/>
                <a:gd name="T59" fmla="*/ 2147483646 h 769"/>
                <a:gd name="T60" fmla="*/ 2147483646 w 769"/>
                <a:gd name="T61" fmla="*/ 2147483646 h 769"/>
                <a:gd name="T62" fmla="*/ 2147483646 w 769"/>
                <a:gd name="T63" fmla="*/ 2147483646 h 769"/>
                <a:gd name="T64" fmla="*/ 2147483646 w 769"/>
                <a:gd name="T65" fmla="*/ 2147483646 h 769"/>
                <a:gd name="T66" fmla="*/ 2147483646 w 769"/>
                <a:gd name="T67" fmla="*/ 2147483646 h 769"/>
                <a:gd name="T68" fmla="*/ 2147483646 w 769"/>
                <a:gd name="T69" fmla="*/ 2147483646 h 769"/>
                <a:gd name="T70" fmla="*/ 2147483646 w 769"/>
                <a:gd name="T71" fmla="*/ 2147483646 h 769"/>
                <a:gd name="T72" fmla="*/ 2147483646 w 769"/>
                <a:gd name="T73" fmla="*/ 2147483646 h 769"/>
                <a:gd name="T74" fmla="*/ 2147483646 w 769"/>
                <a:gd name="T75" fmla="*/ 2147483646 h 769"/>
                <a:gd name="T76" fmla="*/ 2147483646 w 769"/>
                <a:gd name="T77" fmla="*/ 2147483646 h 769"/>
                <a:gd name="T78" fmla="*/ 2147483646 w 769"/>
                <a:gd name="T79" fmla="*/ 2147483646 h 769"/>
                <a:gd name="T80" fmla="*/ 2147483646 w 769"/>
                <a:gd name="T81" fmla="*/ 2147483646 h 769"/>
                <a:gd name="T82" fmla="*/ 2147483646 w 769"/>
                <a:gd name="T83" fmla="*/ 2147483646 h 769"/>
                <a:gd name="T84" fmla="*/ 2147483646 w 769"/>
                <a:gd name="T85" fmla="*/ 2147483646 h 769"/>
                <a:gd name="T86" fmla="*/ 2147483646 w 769"/>
                <a:gd name="T87" fmla="*/ 2147483646 h 769"/>
                <a:gd name="T88" fmla="*/ 2147483646 w 769"/>
                <a:gd name="T89" fmla="*/ 2147483646 h 769"/>
                <a:gd name="T90" fmla="*/ 2147483646 w 769"/>
                <a:gd name="T91" fmla="*/ 2147483646 h 769"/>
                <a:gd name="T92" fmla="*/ 2147483646 w 769"/>
                <a:gd name="T93" fmla="*/ 2147483646 h 769"/>
                <a:gd name="T94" fmla="*/ 2147483646 w 769"/>
                <a:gd name="T95" fmla="*/ 2147483646 h 769"/>
                <a:gd name="T96" fmla="*/ 2147483646 w 769"/>
                <a:gd name="T97" fmla="*/ 2147483646 h 769"/>
                <a:gd name="T98" fmla="*/ 2147483646 w 769"/>
                <a:gd name="T99" fmla="*/ 2147483646 h 769"/>
                <a:gd name="T100" fmla="*/ 2147483646 w 769"/>
                <a:gd name="T101" fmla="*/ 2147483646 h 769"/>
                <a:gd name="T102" fmla="*/ 2147483646 w 769"/>
                <a:gd name="T103" fmla="*/ 2147483646 h 769"/>
                <a:gd name="T104" fmla="*/ 2147483646 w 769"/>
                <a:gd name="T105" fmla="*/ 2147483646 h 769"/>
                <a:gd name="T106" fmla="*/ 2147483646 w 769"/>
                <a:gd name="T107" fmla="*/ 2147483646 h 769"/>
                <a:gd name="T108" fmla="*/ 2147483646 w 769"/>
                <a:gd name="T109" fmla="*/ 2147483646 h 769"/>
                <a:gd name="T110" fmla="*/ 0 w 769"/>
                <a:gd name="T111" fmla="*/ 2147483646 h 76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69"/>
                <a:gd name="T169" fmla="*/ 0 h 769"/>
                <a:gd name="T170" fmla="*/ 769 w 769"/>
                <a:gd name="T171" fmla="*/ 769 h 769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69" h="769">
                  <a:moveTo>
                    <a:pt x="0" y="394"/>
                  </a:moveTo>
                  <a:lnTo>
                    <a:pt x="0" y="377"/>
                  </a:lnTo>
                  <a:lnTo>
                    <a:pt x="0" y="357"/>
                  </a:lnTo>
                  <a:lnTo>
                    <a:pt x="2" y="338"/>
                  </a:lnTo>
                  <a:lnTo>
                    <a:pt x="4" y="320"/>
                  </a:lnTo>
                  <a:lnTo>
                    <a:pt x="7" y="301"/>
                  </a:lnTo>
                  <a:lnTo>
                    <a:pt x="12" y="282"/>
                  </a:lnTo>
                  <a:lnTo>
                    <a:pt x="16" y="265"/>
                  </a:lnTo>
                  <a:lnTo>
                    <a:pt x="23" y="247"/>
                  </a:lnTo>
                  <a:lnTo>
                    <a:pt x="30" y="231"/>
                  </a:lnTo>
                  <a:lnTo>
                    <a:pt x="37" y="214"/>
                  </a:lnTo>
                  <a:lnTo>
                    <a:pt x="45" y="198"/>
                  </a:lnTo>
                  <a:lnTo>
                    <a:pt x="55" y="182"/>
                  </a:lnTo>
                  <a:lnTo>
                    <a:pt x="64" y="166"/>
                  </a:lnTo>
                  <a:lnTo>
                    <a:pt x="75" y="151"/>
                  </a:lnTo>
                  <a:lnTo>
                    <a:pt x="85" y="138"/>
                  </a:lnTo>
                  <a:lnTo>
                    <a:pt x="97" y="123"/>
                  </a:lnTo>
                  <a:lnTo>
                    <a:pt x="110" y="111"/>
                  </a:lnTo>
                  <a:lnTo>
                    <a:pt x="124" y="98"/>
                  </a:lnTo>
                  <a:lnTo>
                    <a:pt x="137" y="86"/>
                  </a:lnTo>
                  <a:lnTo>
                    <a:pt x="151" y="76"/>
                  </a:lnTo>
                  <a:lnTo>
                    <a:pt x="166" y="65"/>
                  </a:lnTo>
                  <a:lnTo>
                    <a:pt x="181" y="56"/>
                  </a:lnTo>
                  <a:lnTo>
                    <a:pt x="196" y="46"/>
                  </a:lnTo>
                  <a:lnTo>
                    <a:pt x="212" y="37"/>
                  </a:lnTo>
                  <a:lnTo>
                    <a:pt x="230" y="31"/>
                  </a:lnTo>
                  <a:lnTo>
                    <a:pt x="247" y="24"/>
                  </a:lnTo>
                  <a:lnTo>
                    <a:pt x="264" y="17"/>
                  </a:lnTo>
                  <a:lnTo>
                    <a:pt x="281" y="12"/>
                  </a:lnTo>
                  <a:lnTo>
                    <a:pt x="300" y="8"/>
                  </a:lnTo>
                  <a:lnTo>
                    <a:pt x="318" y="5"/>
                  </a:lnTo>
                  <a:lnTo>
                    <a:pt x="337" y="3"/>
                  </a:lnTo>
                  <a:lnTo>
                    <a:pt x="357" y="1"/>
                  </a:lnTo>
                  <a:lnTo>
                    <a:pt x="375" y="0"/>
                  </a:lnTo>
                  <a:lnTo>
                    <a:pt x="393" y="0"/>
                  </a:lnTo>
                  <a:lnTo>
                    <a:pt x="412" y="1"/>
                  </a:lnTo>
                  <a:lnTo>
                    <a:pt x="431" y="3"/>
                  </a:lnTo>
                  <a:lnTo>
                    <a:pt x="450" y="5"/>
                  </a:lnTo>
                  <a:lnTo>
                    <a:pt x="468" y="8"/>
                  </a:lnTo>
                  <a:lnTo>
                    <a:pt x="487" y="12"/>
                  </a:lnTo>
                  <a:lnTo>
                    <a:pt x="505" y="17"/>
                  </a:lnTo>
                  <a:lnTo>
                    <a:pt x="522" y="24"/>
                  </a:lnTo>
                  <a:lnTo>
                    <a:pt x="540" y="31"/>
                  </a:lnTo>
                  <a:lnTo>
                    <a:pt x="556" y="37"/>
                  </a:lnTo>
                  <a:lnTo>
                    <a:pt x="571" y="46"/>
                  </a:lnTo>
                  <a:lnTo>
                    <a:pt x="587" y="56"/>
                  </a:lnTo>
                  <a:lnTo>
                    <a:pt x="603" y="65"/>
                  </a:lnTo>
                  <a:lnTo>
                    <a:pt x="618" y="76"/>
                  </a:lnTo>
                  <a:lnTo>
                    <a:pt x="632" y="86"/>
                  </a:lnTo>
                  <a:lnTo>
                    <a:pt x="646" y="98"/>
                  </a:lnTo>
                  <a:lnTo>
                    <a:pt x="659" y="111"/>
                  </a:lnTo>
                  <a:lnTo>
                    <a:pt x="671" y="123"/>
                  </a:lnTo>
                  <a:lnTo>
                    <a:pt x="683" y="138"/>
                  </a:lnTo>
                  <a:lnTo>
                    <a:pt x="693" y="151"/>
                  </a:lnTo>
                  <a:lnTo>
                    <a:pt x="704" y="166"/>
                  </a:lnTo>
                  <a:lnTo>
                    <a:pt x="714" y="182"/>
                  </a:lnTo>
                  <a:lnTo>
                    <a:pt x="722" y="198"/>
                  </a:lnTo>
                  <a:lnTo>
                    <a:pt x="732" y="214"/>
                  </a:lnTo>
                  <a:lnTo>
                    <a:pt x="738" y="231"/>
                  </a:lnTo>
                  <a:lnTo>
                    <a:pt x="745" y="247"/>
                  </a:lnTo>
                  <a:lnTo>
                    <a:pt x="752" y="265"/>
                  </a:lnTo>
                  <a:lnTo>
                    <a:pt x="757" y="282"/>
                  </a:lnTo>
                  <a:lnTo>
                    <a:pt x="761" y="301"/>
                  </a:lnTo>
                  <a:lnTo>
                    <a:pt x="764" y="320"/>
                  </a:lnTo>
                  <a:lnTo>
                    <a:pt x="766" y="338"/>
                  </a:lnTo>
                  <a:lnTo>
                    <a:pt x="767" y="357"/>
                  </a:lnTo>
                  <a:lnTo>
                    <a:pt x="769" y="377"/>
                  </a:lnTo>
                  <a:lnTo>
                    <a:pt x="769" y="394"/>
                  </a:lnTo>
                  <a:lnTo>
                    <a:pt x="767" y="414"/>
                  </a:lnTo>
                  <a:lnTo>
                    <a:pt x="766" y="432"/>
                  </a:lnTo>
                  <a:lnTo>
                    <a:pt x="764" y="451"/>
                  </a:lnTo>
                  <a:lnTo>
                    <a:pt x="761" y="469"/>
                  </a:lnTo>
                  <a:lnTo>
                    <a:pt x="757" y="488"/>
                  </a:lnTo>
                  <a:lnTo>
                    <a:pt x="752" y="505"/>
                  </a:lnTo>
                  <a:lnTo>
                    <a:pt x="745" y="524"/>
                  </a:lnTo>
                  <a:lnTo>
                    <a:pt x="738" y="540"/>
                  </a:lnTo>
                  <a:lnTo>
                    <a:pt x="732" y="557"/>
                  </a:lnTo>
                  <a:lnTo>
                    <a:pt x="722" y="573"/>
                  </a:lnTo>
                  <a:lnTo>
                    <a:pt x="714" y="589"/>
                  </a:lnTo>
                  <a:lnTo>
                    <a:pt x="704" y="605"/>
                  </a:lnTo>
                  <a:lnTo>
                    <a:pt x="693" y="619"/>
                  </a:lnTo>
                  <a:lnTo>
                    <a:pt x="683" y="632"/>
                  </a:lnTo>
                  <a:lnTo>
                    <a:pt x="671" y="647"/>
                  </a:lnTo>
                  <a:lnTo>
                    <a:pt x="659" y="659"/>
                  </a:lnTo>
                  <a:lnTo>
                    <a:pt x="646" y="672"/>
                  </a:lnTo>
                  <a:lnTo>
                    <a:pt x="632" y="684"/>
                  </a:lnTo>
                  <a:lnTo>
                    <a:pt x="618" y="695"/>
                  </a:lnTo>
                  <a:lnTo>
                    <a:pt x="603" y="705"/>
                  </a:lnTo>
                  <a:lnTo>
                    <a:pt x="587" y="715"/>
                  </a:lnTo>
                  <a:lnTo>
                    <a:pt x="571" y="724"/>
                  </a:lnTo>
                  <a:lnTo>
                    <a:pt x="556" y="733"/>
                  </a:lnTo>
                  <a:lnTo>
                    <a:pt x="540" y="740"/>
                  </a:lnTo>
                  <a:lnTo>
                    <a:pt x="522" y="746"/>
                  </a:lnTo>
                  <a:lnTo>
                    <a:pt x="505" y="753"/>
                  </a:lnTo>
                  <a:lnTo>
                    <a:pt x="487" y="758"/>
                  </a:lnTo>
                  <a:lnTo>
                    <a:pt x="468" y="762"/>
                  </a:lnTo>
                  <a:lnTo>
                    <a:pt x="450" y="765"/>
                  </a:lnTo>
                  <a:lnTo>
                    <a:pt x="431" y="768"/>
                  </a:lnTo>
                  <a:lnTo>
                    <a:pt x="412" y="769"/>
                  </a:lnTo>
                  <a:lnTo>
                    <a:pt x="393" y="769"/>
                  </a:lnTo>
                  <a:lnTo>
                    <a:pt x="375" y="769"/>
                  </a:lnTo>
                  <a:lnTo>
                    <a:pt x="357" y="769"/>
                  </a:lnTo>
                  <a:lnTo>
                    <a:pt x="337" y="768"/>
                  </a:lnTo>
                  <a:lnTo>
                    <a:pt x="318" y="765"/>
                  </a:lnTo>
                  <a:lnTo>
                    <a:pt x="300" y="762"/>
                  </a:lnTo>
                  <a:lnTo>
                    <a:pt x="281" y="758"/>
                  </a:lnTo>
                  <a:lnTo>
                    <a:pt x="264" y="753"/>
                  </a:lnTo>
                  <a:lnTo>
                    <a:pt x="247" y="746"/>
                  </a:lnTo>
                  <a:lnTo>
                    <a:pt x="230" y="740"/>
                  </a:lnTo>
                  <a:lnTo>
                    <a:pt x="212" y="733"/>
                  </a:lnTo>
                  <a:lnTo>
                    <a:pt x="196" y="724"/>
                  </a:lnTo>
                  <a:lnTo>
                    <a:pt x="181" y="715"/>
                  </a:lnTo>
                  <a:lnTo>
                    <a:pt x="166" y="705"/>
                  </a:lnTo>
                  <a:lnTo>
                    <a:pt x="151" y="695"/>
                  </a:lnTo>
                  <a:lnTo>
                    <a:pt x="137" y="684"/>
                  </a:lnTo>
                  <a:lnTo>
                    <a:pt x="124" y="672"/>
                  </a:lnTo>
                  <a:lnTo>
                    <a:pt x="110" y="659"/>
                  </a:lnTo>
                  <a:lnTo>
                    <a:pt x="97" y="647"/>
                  </a:lnTo>
                  <a:lnTo>
                    <a:pt x="85" y="632"/>
                  </a:lnTo>
                  <a:lnTo>
                    <a:pt x="75" y="619"/>
                  </a:lnTo>
                  <a:lnTo>
                    <a:pt x="64" y="605"/>
                  </a:lnTo>
                  <a:lnTo>
                    <a:pt x="55" y="589"/>
                  </a:lnTo>
                  <a:lnTo>
                    <a:pt x="45" y="573"/>
                  </a:lnTo>
                  <a:lnTo>
                    <a:pt x="37" y="557"/>
                  </a:lnTo>
                  <a:lnTo>
                    <a:pt x="30" y="540"/>
                  </a:lnTo>
                  <a:lnTo>
                    <a:pt x="23" y="524"/>
                  </a:lnTo>
                  <a:lnTo>
                    <a:pt x="16" y="505"/>
                  </a:lnTo>
                  <a:lnTo>
                    <a:pt x="12" y="488"/>
                  </a:lnTo>
                  <a:lnTo>
                    <a:pt x="7" y="469"/>
                  </a:lnTo>
                  <a:lnTo>
                    <a:pt x="4" y="451"/>
                  </a:lnTo>
                  <a:lnTo>
                    <a:pt x="2" y="432"/>
                  </a:lnTo>
                  <a:lnTo>
                    <a:pt x="0" y="414"/>
                  </a:lnTo>
                  <a:lnTo>
                    <a:pt x="0" y="394"/>
                  </a:lnTo>
                  <a:close/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01" name="Freeform 14">
              <a:extLst>
                <a:ext uri="{FF2B5EF4-FFF2-40B4-BE49-F238E27FC236}">
                  <a16:creationId xmlns:a16="http://schemas.microsoft.com/office/drawing/2014/main" id="{00BB7321-B519-404D-9AAB-EB96FB52F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700" y="3457575"/>
              <a:ext cx="104775" cy="104775"/>
            </a:xfrm>
            <a:custGeom>
              <a:avLst/>
              <a:gdLst>
                <a:gd name="T0" fmla="*/ 2147483646 w 133"/>
                <a:gd name="T1" fmla="*/ 2147483646 h 133"/>
                <a:gd name="T2" fmla="*/ 0 w 133"/>
                <a:gd name="T3" fmla="*/ 0 h 133"/>
                <a:gd name="T4" fmla="*/ 2147483646 w 133"/>
                <a:gd name="T5" fmla="*/ 2147483646 h 133"/>
                <a:gd name="T6" fmla="*/ 2147483646 w 133"/>
                <a:gd name="T7" fmla="*/ 2147483646 h 133"/>
                <a:gd name="T8" fmla="*/ 2147483646 w 133"/>
                <a:gd name="T9" fmla="*/ 2147483646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3"/>
                <a:gd name="T16" fmla="*/ 0 h 133"/>
                <a:gd name="T17" fmla="*/ 133 w 133"/>
                <a:gd name="T18" fmla="*/ 133 h 1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3" h="133">
                  <a:moveTo>
                    <a:pt x="133" y="80"/>
                  </a:moveTo>
                  <a:lnTo>
                    <a:pt x="0" y="0"/>
                  </a:lnTo>
                  <a:lnTo>
                    <a:pt x="80" y="133"/>
                  </a:lnTo>
                  <a:lnTo>
                    <a:pt x="106" y="106"/>
                  </a:lnTo>
                  <a:lnTo>
                    <a:pt x="133" y="8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02" name="Freeform 17">
              <a:extLst>
                <a:ext uri="{FF2B5EF4-FFF2-40B4-BE49-F238E27FC236}">
                  <a16:creationId xmlns:a16="http://schemas.microsoft.com/office/drawing/2014/main" id="{153F779E-8710-45B0-B4CF-188AFEE06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738" y="3394075"/>
              <a:ext cx="609600" cy="611187"/>
            </a:xfrm>
            <a:custGeom>
              <a:avLst/>
              <a:gdLst>
                <a:gd name="T0" fmla="*/ 0 w 769"/>
                <a:gd name="T1" fmla="*/ 2147483646 h 769"/>
                <a:gd name="T2" fmla="*/ 2147483646 w 769"/>
                <a:gd name="T3" fmla="*/ 2147483646 h 769"/>
                <a:gd name="T4" fmla="*/ 2147483646 w 769"/>
                <a:gd name="T5" fmla="*/ 2147483646 h 769"/>
                <a:gd name="T6" fmla="*/ 2147483646 w 769"/>
                <a:gd name="T7" fmla="*/ 2147483646 h 769"/>
                <a:gd name="T8" fmla="*/ 2147483646 w 769"/>
                <a:gd name="T9" fmla="*/ 2147483646 h 769"/>
                <a:gd name="T10" fmla="*/ 2147483646 w 769"/>
                <a:gd name="T11" fmla="*/ 2147483646 h 769"/>
                <a:gd name="T12" fmla="*/ 2147483646 w 769"/>
                <a:gd name="T13" fmla="*/ 2147483646 h 769"/>
                <a:gd name="T14" fmla="*/ 2147483646 w 769"/>
                <a:gd name="T15" fmla="*/ 2147483646 h 769"/>
                <a:gd name="T16" fmla="*/ 2147483646 w 769"/>
                <a:gd name="T17" fmla="*/ 2147483646 h 769"/>
                <a:gd name="T18" fmla="*/ 2147483646 w 769"/>
                <a:gd name="T19" fmla="*/ 2147483646 h 769"/>
                <a:gd name="T20" fmla="*/ 2147483646 w 769"/>
                <a:gd name="T21" fmla="*/ 2147483646 h 769"/>
                <a:gd name="T22" fmla="*/ 2147483646 w 769"/>
                <a:gd name="T23" fmla="*/ 0 h 769"/>
                <a:gd name="T24" fmla="*/ 2147483646 w 769"/>
                <a:gd name="T25" fmla="*/ 2147483646 h 769"/>
                <a:gd name="T26" fmla="*/ 2147483646 w 769"/>
                <a:gd name="T27" fmla="*/ 2147483646 h 769"/>
                <a:gd name="T28" fmla="*/ 2147483646 w 769"/>
                <a:gd name="T29" fmla="*/ 2147483646 h 769"/>
                <a:gd name="T30" fmla="*/ 2147483646 w 769"/>
                <a:gd name="T31" fmla="*/ 2147483646 h 769"/>
                <a:gd name="T32" fmla="*/ 2147483646 w 769"/>
                <a:gd name="T33" fmla="*/ 2147483646 h 769"/>
                <a:gd name="T34" fmla="*/ 2147483646 w 769"/>
                <a:gd name="T35" fmla="*/ 2147483646 h 769"/>
                <a:gd name="T36" fmla="*/ 2147483646 w 769"/>
                <a:gd name="T37" fmla="*/ 2147483646 h 769"/>
                <a:gd name="T38" fmla="*/ 2147483646 w 769"/>
                <a:gd name="T39" fmla="*/ 2147483646 h 769"/>
                <a:gd name="T40" fmla="*/ 2147483646 w 769"/>
                <a:gd name="T41" fmla="*/ 2147483646 h 769"/>
                <a:gd name="T42" fmla="*/ 2147483646 w 769"/>
                <a:gd name="T43" fmla="*/ 2147483646 h 769"/>
                <a:gd name="T44" fmla="*/ 2147483646 w 769"/>
                <a:gd name="T45" fmla="*/ 2147483646 h 769"/>
                <a:gd name="T46" fmla="*/ 2147483646 w 769"/>
                <a:gd name="T47" fmla="*/ 2147483646 h 769"/>
                <a:gd name="T48" fmla="*/ 2147483646 w 769"/>
                <a:gd name="T49" fmla="*/ 2147483646 h 769"/>
                <a:gd name="T50" fmla="*/ 2147483646 w 769"/>
                <a:gd name="T51" fmla="*/ 2147483646 h 769"/>
                <a:gd name="T52" fmla="*/ 2147483646 w 769"/>
                <a:gd name="T53" fmla="*/ 2147483646 h 769"/>
                <a:gd name="T54" fmla="*/ 2147483646 w 769"/>
                <a:gd name="T55" fmla="*/ 2147483646 h 769"/>
                <a:gd name="T56" fmla="*/ 2147483646 w 769"/>
                <a:gd name="T57" fmla="*/ 2147483646 h 769"/>
                <a:gd name="T58" fmla="*/ 2147483646 w 769"/>
                <a:gd name="T59" fmla="*/ 2147483646 h 769"/>
                <a:gd name="T60" fmla="*/ 2147483646 w 769"/>
                <a:gd name="T61" fmla="*/ 2147483646 h 769"/>
                <a:gd name="T62" fmla="*/ 2147483646 w 769"/>
                <a:gd name="T63" fmla="*/ 2147483646 h 769"/>
                <a:gd name="T64" fmla="*/ 2147483646 w 769"/>
                <a:gd name="T65" fmla="*/ 2147483646 h 769"/>
                <a:gd name="T66" fmla="*/ 2147483646 w 769"/>
                <a:gd name="T67" fmla="*/ 2147483646 h 769"/>
                <a:gd name="T68" fmla="*/ 2147483646 w 769"/>
                <a:gd name="T69" fmla="*/ 2147483646 h 769"/>
                <a:gd name="T70" fmla="*/ 2147483646 w 769"/>
                <a:gd name="T71" fmla="*/ 2147483646 h 769"/>
                <a:gd name="T72" fmla="*/ 2147483646 w 769"/>
                <a:gd name="T73" fmla="*/ 2147483646 h 769"/>
                <a:gd name="T74" fmla="*/ 2147483646 w 769"/>
                <a:gd name="T75" fmla="*/ 2147483646 h 769"/>
                <a:gd name="T76" fmla="*/ 2147483646 w 769"/>
                <a:gd name="T77" fmla="*/ 2147483646 h 769"/>
                <a:gd name="T78" fmla="*/ 2147483646 w 769"/>
                <a:gd name="T79" fmla="*/ 2147483646 h 769"/>
                <a:gd name="T80" fmla="*/ 2147483646 w 769"/>
                <a:gd name="T81" fmla="*/ 2147483646 h 769"/>
                <a:gd name="T82" fmla="*/ 2147483646 w 769"/>
                <a:gd name="T83" fmla="*/ 2147483646 h 769"/>
                <a:gd name="T84" fmla="*/ 2147483646 w 769"/>
                <a:gd name="T85" fmla="*/ 2147483646 h 769"/>
                <a:gd name="T86" fmla="*/ 2147483646 w 769"/>
                <a:gd name="T87" fmla="*/ 2147483646 h 769"/>
                <a:gd name="T88" fmla="*/ 2147483646 w 769"/>
                <a:gd name="T89" fmla="*/ 2147483646 h 769"/>
                <a:gd name="T90" fmla="*/ 2147483646 w 769"/>
                <a:gd name="T91" fmla="*/ 2147483646 h 769"/>
                <a:gd name="T92" fmla="*/ 2147483646 w 769"/>
                <a:gd name="T93" fmla="*/ 2147483646 h 769"/>
                <a:gd name="T94" fmla="*/ 2147483646 w 769"/>
                <a:gd name="T95" fmla="*/ 2147483646 h 769"/>
                <a:gd name="T96" fmla="*/ 2147483646 w 769"/>
                <a:gd name="T97" fmla="*/ 2147483646 h 769"/>
                <a:gd name="T98" fmla="*/ 2147483646 w 769"/>
                <a:gd name="T99" fmla="*/ 2147483646 h 769"/>
                <a:gd name="T100" fmla="*/ 2147483646 w 769"/>
                <a:gd name="T101" fmla="*/ 2147483646 h 769"/>
                <a:gd name="T102" fmla="*/ 2147483646 w 769"/>
                <a:gd name="T103" fmla="*/ 2147483646 h 769"/>
                <a:gd name="T104" fmla="*/ 2147483646 w 769"/>
                <a:gd name="T105" fmla="*/ 2147483646 h 769"/>
                <a:gd name="T106" fmla="*/ 2147483646 w 769"/>
                <a:gd name="T107" fmla="*/ 2147483646 h 769"/>
                <a:gd name="T108" fmla="*/ 2147483646 w 769"/>
                <a:gd name="T109" fmla="*/ 2147483646 h 769"/>
                <a:gd name="T110" fmla="*/ 0 w 769"/>
                <a:gd name="T111" fmla="*/ 2147483646 h 76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69"/>
                <a:gd name="T169" fmla="*/ 0 h 769"/>
                <a:gd name="T170" fmla="*/ 769 w 769"/>
                <a:gd name="T171" fmla="*/ 769 h 769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69" h="769">
                  <a:moveTo>
                    <a:pt x="0" y="394"/>
                  </a:moveTo>
                  <a:lnTo>
                    <a:pt x="0" y="376"/>
                  </a:lnTo>
                  <a:lnTo>
                    <a:pt x="0" y="356"/>
                  </a:lnTo>
                  <a:lnTo>
                    <a:pt x="2" y="338"/>
                  </a:lnTo>
                  <a:lnTo>
                    <a:pt x="4" y="319"/>
                  </a:lnTo>
                  <a:lnTo>
                    <a:pt x="7" y="301"/>
                  </a:lnTo>
                  <a:lnTo>
                    <a:pt x="12" y="282"/>
                  </a:lnTo>
                  <a:lnTo>
                    <a:pt x="16" y="265"/>
                  </a:lnTo>
                  <a:lnTo>
                    <a:pt x="23" y="246"/>
                  </a:lnTo>
                  <a:lnTo>
                    <a:pt x="30" y="230"/>
                  </a:lnTo>
                  <a:lnTo>
                    <a:pt x="37" y="213"/>
                  </a:lnTo>
                  <a:lnTo>
                    <a:pt x="45" y="197"/>
                  </a:lnTo>
                  <a:lnTo>
                    <a:pt x="55" y="181"/>
                  </a:lnTo>
                  <a:lnTo>
                    <a:pt x="64" y="166"/>
                  </a:lnTo>
                  <a:lnTo>
                    <a:pt x="75" y="151"/>
                  </a:lnTo>
                  <a:lnTo>
                    <a:pt x="85" y="138"/>
                  </a:lnTo>
                  <a:lnTo>
                    <a:pt x="97" y="123"/>
                  </a:lnTo>
                  <a:lnTo>
                    <a:pt x="110" y="111"/>
                  </a:lnTo>
                  <a:lnTo>
                    <a:pt x="124" y="98"/>
                  </a:lnTo>
                  <a:lnTo>
                    <a:pt x="137" y="86"/>
                  </a:lnTo>
                  <a:lnTo>
                    <a:pt x="151" y="75"/>
                  </a:lnTo>
                  <a:lnTo>
                    <a:pt x="166" y="65"/>
                  </a:lnTo>
                  <a:lnTo>
                    <a:pt x="181" y="55"/>
                  </a:lnTo>
                  <a:lnTo>
                    <a:pt x="196" y="46"/>
                  </a:lnTo>
                  <a:lnTo>
                    <a:pt x="212" y="37"/>
                  </a:lnTo>
                  <a:lnTo>
                    <a:pt x="230" y="30"/>
                  </a:lnTo>
                  <a:lnTo>
                    <a:pt x="247" y="24"/>
                  </a:lnTo>
                  <a:lnTo>
                    <a:pt x="264" y="17"/>
                  </a:lnTo>
                  <a:lnTo>
                    <a:pt x="281" y="12"/>
                  </a:lnTo>
                  <a:lnTo>
                    <a:pt x="300" y="8"/>
                  </a:lnTo>
                  <a:lnTo>
                    <a:pt x="318" y="5"/>
                  </a:lnTo>
                  <a:lnTo>
                    <a:pt x="337" y="2"/>
                  </a:lnTo>
                  <a:lnTo>
                    <a:pt x="357" y="1"/>
                  </a:lnTo>
                  <a:lnTo>
                    <a:pt x="375" y="0"/>
                  </a:lnTo>
                  <a:lnTo>
                    <a:pt x="393" y="0"/>
                  </a:lnTo>
                  <a:lnTo>
                    <a:pt x="412" y="1"/>
                  </a:lnTo>
                  <a:lnTo>
                    <a:pt x="431" y="2"/>
                  </a:lnTo>
                  <a:lnTo>
                    <a:pt x="450" y="5"/>
                  </a:lnTo>
                  <a:lnTo>
                    <a:pt x="468" y="8"/>
                  </a:lnTo>
                  <a:lnTo>
                    <a:pt x="487" y="12"/>
                  </a:lnTo>
                  <a:lnTo>
                    <a:pt x="505" y="17"/>
                  </a:lnTo>
                  <a:lnTo>
                    <a:pt x="522" y="24"/>
                  </a:lnTo>
                  <a:lnTo>
                    <a:pt x="540" y="30"/>
                  </a:lnTo>
                  <a:lnTo>
                    <a:pt x="556" y="37"/>
                  </a:lnTo>
                  <a:lnTo>
                    <a:pt x="571" y="46"/>
                  </a:lnTo>
                  <a:lnTo>
                    <a:pt x="587" y="55"/>
                  </a:lnTo>
                  <a:lnTo>
                    <a:pt x="603" y="65"/>
                  </a:lnTo>
                  <a:lnTo>
                    <a:pt x="618" y="75"/>
                  </a:lnTo>
                  <a:lnTo>
                    <a:pt x="632" y="86"/>
                  </a:lnTo>
                  <a:lnTo>
                    <a:pt x="646" y="98"/>
                  </a:lnTo>
                  <a:lnTo>
                    <a:pt x="659" y="111"/>
                  </a:lnTo>
                  <a:lnTo>
                    <a:pt x="671" y="123"/>
                  </a:lnTo>
                  <a:lnTo>
                    <a:pt x="683" y="138"/>
                  </a:lnTo>
                  <a:lnTo>
                    <a:pt x="693" y="151"/>
                  </a:lnTo>
                  <a:lnTo>
                    <a:pt x="704" y="166"/>
                  </a:lnTo>
                  <a:lnTo>
                    <a:pt x="714" y="181"/>
                  </a:lnTo>
                  <a:lnTo>
                    <a:pt x="722" y="197"/>
                  </a:lnTo>
                  <a:lnTo>
                    <a:pt x="732" y="213"/>
                  </a:lnTo>
                  <a:lnTo>
                    <a:pt x="738" y="230"/>
                  </a:lnTo>
                  <a:lnTo>
                    <a:pt x="745" y="246"/>
                  </a:lnTo>
                  <a:lnTo>
                    <a:pt x="752" y="265"/>
                  </a:lnTo>
                  <a:lnTo>
                    <a:pt x="757" y="282"/>
                  </a:lnTo>
                  <a:lnTo>
                    <a:pt x="761" y="301"/>
                  </a:lnTo>
                  <a:lnTo>
                    <a:pt x="764" y="319"/>
                  </a:lnTo>
                  <a:lnTo>
                    <a:pt x="766" y="338"/>
                  </a:lnTo>
                  <a:lnTo>
                    <a:pt x="767" y="356"/>
                  </a:lnTo>
                  <a:lnTo>
                    <a:pt x="769" y="376"/>
                  </a:lnTo>
                  <a:lnTo>
                    <a:pt x="769" y="394"/>
                  </a:lnTo>
                  <a:lnTo>
                    <a:pt x="767" y="413"/>
                  </a:lnTo>
                  <a:lnTo>
                    <a:pt x="766" y="432"/>
                  </a:lnTo>
                  <a:lnTo>
                    <a:pt x="764" y="451"/>
                  </a:lnTo>
                  <a:lnTo>
                    <a:pt x="761" y="469"/>
                  </a:lnTo>
                  <a:lnTo>
                    <a:pt x="757" y="488"/>
                  </a:lnTo>
                  <a:lnTo>
                    <a:pt x="752" y="505"/>
                  </a:lnTo>
                  <a:lnTo>
                    <a:pt x="745" y="523"/>
                  </a:lnTo>
                  <a:lnTo>
                    <a:pt x="738" y="539"/>
                  </a:lnTo>
                  <a:lnTo>
                    <a:pt x="732" y="557"/>
                  </a:lnTo>
                  <a:lnTo>
                    <a:pt x="722" y="572"/>
                  </a:lnTo>
                  <a:lnTo>
                    <a:pt x="714" y="588"/>
                  </a:lnTo>
                  <a:lnTo>
                    <a:pt x="704" y="604"/>
                  </a:lnTo>
                  <a:lnTo>
                    <a:pt x="693" y="619"/>
                  </a:lnTo>
                  <a:lnTo>
                    <a:pt x="683" y="632"/>
                  </a:lnTo>
                  <a:lnTo>
                    <a:pt x="671" y="647"/>
                  </a:lnTo>
                  <a:lnTo>
                    <a:pt x="659" y="659"/>
                  </a:lnTo>
                  <a:lnTo>
                    <a:pt x="646" y="672"/>
                  </a:lnTo>
                  <a:lnTo>
                    <a:pt x="632" y="684"/>
                  </a:lnTo>
                  <a:lnTo>
                    <a:pt x="618" y="694"/>
                  </a:lnTo>
                  <a:lnTo>
                    <a:pt x="603" y="705"/>
                  </a:lnTo>
                  <a:lnTo>
                    <a:pt x="587" y="714"/>
                  </a:lnTo>
                  <a:lnTo>
                    <a:pt x="571" y="724"/>
                  </a:lnTo>
                  <a:lnTo>
                    <a:pt x="556" y="733"/>
                  </a:lnTo>
                  <a:lnTo>
                    <a:pt x="540" y="740"/>
                  </a:lnTo>
                  <a:lnTo>
                    <a:pt x="522" y="746"/>
                  </a:lnTo>
                  <a:lnTo>
                    <a:pt x="505" y="753"/>
                  </a:lnTo>
                  <a:lnTo>
                    <a:pt x="487" y="758"/>
                  </a:lnTo>
                  <a:lnTo>
                    <a:pt x="468" y="762"/>
                  </a:lnTo>
                  <a:lnTo>
                    <a:pt x="450" y="765"/>
                  </a:lnTo>
                  <a:lnTo>
                    <a:pt x="431" y="767"/>
                  </a:lnTo>
                  <a:lnTo>
                    <a:pt x="412" y="769"/>
                  </a:lnTo>
                  <a:lnTo>
                    <a:pt x="393" y="769"/>
                  </a:lnTo>
                  <a:lnTo>
                    <a:pt x="375" y="769"/>
                  </a:lnTo>
                  <a:lnTo>
                    <a:pt x="357" y="769"/>
                  </a:lnTo>
                  <a:lnTo>
                    <a:pt x="337" y="767"/>
                  </a:lnTo>
                  <a:lnTo>
                    <a:pt x="318" y="765"/>
                  </a:lnTo>
                  <a:lnTo>
                    <a:pt x="300" y="762"/>
                  </a:lnTo>
                  <a:lnTo>
                    <a:pt x="281" y="758"/>
                  </a:lnTo>
                  <a:lnTo>
                    <a:pt x="264" y="753"/>
                  </a:lnTo>
                  <a:lnTo>
                    <a:pt x="247" y="746"/>
                  </a:lnTo>
                  <a:lnTo>
                    <a:pt x="230" y="740"/>
                  </a:lnTo>
                  <a:lnTo>
                    <a:pt x="212" y="733"/>
                  </a:lnTo>
                  <a:lnTo>
                    <a:pt x="196" y="724"/>
                  </a:lnTo>
                  <a:lnTo>
                    <a:pt x="181" y="714"/>
                  </a:lnTo>
                  <a:lnTo>
                    <a:pt x="166" y="705"/>
                  </a:lnTo>
                  <a:lnTo>
                    <a:pt x="151" y="694"/>
                  </a:lnTo>
                  <a:lnTo>
                    <a:pt x="137" y="684"/>
                  </a:lnTo>
                  <a:lnTo>
                    <a:pt x="124" y="672"/>
                  </a:lnTo>
                  <a:lnTo>
                    <a:pt x="110" y="659"/>
                  </a:lnTo>
                  <a:lnTo>
                    <a:pt x="97" y="647"/>
                  </a:lnTo>
                  <a:lnTo>
                    <a:pt x="85" y="632"/>
                  </a:lnTo>
                  <a:lnTo>
                    <a:pt x="75" y="619"/>
                  </a:lnTo>
                  <a:lnTo>
                    <a:pt x="64" y="604"/>
                  </a:lnTo>
                  <a:lnTo>
                    <a:pt x="55" y="588"/>
                  </a:lnTo>
                  <a:lnTo>
                    <a:pt x="45" y="572"/>
                  </a:lnTo>
                  <a:lnTo>
                    <a:pt x="37" y="557"/>
                  </a:lnTo>
                  <a:lnTo>
                    <a:pt x="30" y="539"/>
                  </a:lnTo>
                  <a:lnTo>
                    <a:pt x="23" y="523"/>
                  </a:lnTo>
                  <a:lnTo>
                    <a:pt x="16" y="505"/>
                  </a:lnTo>
                  <a:lnTo>
                    <a:pt x="12" y="488"/>
                  </a:lnTo>
                  <a:lnTo>
                    <a:pt x="7" y="469"/>
                  </a:lnTo>
                  <a:lnTo>
                    <a:pt x="4" y="451"/>
                  </a:lnTo>
                  <a:lnTo>
                    <a:pt x="2" y="432"/>
                  </a:lnTo>
                  <a:lnTo>
                    <a:pt x="0" y="413"/>
                  </a:lnTo>
                  <a:lnTo>
                    <a:pt x="0" y="394"/>
                  </a:lnTo>
                  <a:close/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03" name="Freeform 19">
              <a:extLst>
                <a:ext uri="{FF2B5EF4-FFF2-40B4-BE49-F238E27FC236}">
                  <a16:creationId xmlns:a16="http://schemas.microsoft.com/office/drawing/2014/main" id="{0F59B451-6B8B-43B9-B3BE-5CFC7CFA5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700" y="1584325"/>
              <a:ext cx="104775" cy="106362"/>
            </a:xfrm>
            <a:custGeom>
              <a:avLst/>
              <a:gdLst>
                <a:gd name="T0" fmla="*/ 2147483646 w 133"/>
                <a:gd name="T1" fmla="*/ 0 h 132"/>
                <a:gd name="T2" fmla="*/ 0 w 133"/>
                <a:gd name="T3" fmla="*/ 2147483646 h 132"/>
                <a:gd name="T4" fmla="*/ 2147483646 w 133"/>
                <a:gd name="T5" fmla="*/ 2147483646 h 132"/>
                <a:gd name="T6" fmla="*/ 2147483646 w 133"/>
                <a:gd name="T7" fmla="*/ 2147483646 h 132"/>
                <a:gd name="T8" fmla="*/ 2147483646 w 133"/>
                <a:gd name="T9" fmla="*/ 0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3"/>
                <a:gd name="T16" fmla="*/ 0 h 132"/>
                <a:gd name="T17" fmla="*/ 133 w 133"/>
                <a:gd name="T18" fmla="*/ 132 h 13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3" h="132">
                  <a:moveTo>
                    <a:pt x="80" y="0"/>
                  </a:moveTo>
                  <a:lnTo>
                    <a:pt x="0" y="132"/>
                  </a:lnTo>
                  <a:lnTo>
                    <a:pt x="133" y="53"/>
                  </a:lnTo>
                  <a:lnTo>
                    <a:pt x="106" y="26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04" name="Freeform 22">
              <a:extLst>
                <a:ext uri="{FF2B5EF4-FFF2-40B4-BE49-F238E27FC236}">
                  <a16:creationId xmlns:a16="http://schemas.microsoft.com/office/drawing/2014/main" id="{B42CF009-FC97-4FC2-A8C0-41C753341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738" y="1143000"/>
              <a:ext cx="609600" cy="609600"/>
            </a:xfrm>
            <a:custGeom>
              <a:avLst/>
              <a:gdLst>
                <a:gd name="T0" fmla="*/ 0 w 769"/>
                <a:gd name="T1" fmla="*/ 2147483646 h 769"/>
                <a:gd name="T2" fmla="*/ 2147483646 w 769"/>
                <a:gd name="T3" fmla="*/ 2147483646 h 769"/>
                <a:gd name="T4" fmla="*/ 2147483646 w 769"/>
                <a:gd name="T5" fmla="*/ 2147483646 h 769"/>
                <a:gd name="T6" fmla="*/ 2147483646 w 769"/>
                <a:gd name="T7" fmla="*/ 2147483646 h 769"/>
                <a:gd name="T8" fmla="*/ 2147483646 w 769"/>
                <a:gd name="T9" fmla="*/ 2147483646 h 769"/>
                <a:gd name="T10" fmla="*/ 2147483646 w 769"/>
                <a:gd name="T11" fmla="*/ 2147483646 h 769"/>
                <a:gd name="T12" fmla="*/ 2147483646 w 769"/>
                <a:gd name="T13" fmla="*/ 2147483646 h 769"/>
                <a:gd name="T14" fmla="*/ 2147483646 w 769"/>
                <a:gd name="T15" fmla="*/ 2147483646 h 769"/>
                <a:gd name="T16" fmla="*/ 2147483646 w 769"/>
                <a:gd name="T17" fmla="*/ 2147483646 h 769"/>
                <a:gd name="T18" fmla="*/ 2147483646 w 769"/>
                <a:gd name="T19" fmla="*/ 2147483646 h 769"/>
                <a:gd name="T20" fmla="*/ 2147483646 w 769"/>
                <a:gd name="T21" fmla="*/ 2147483646 h 769"/>
                <a:gd name="T22" fmla="*/ 2147483646 w 769"/>
                <a:gd name="T23" fmla="*/ 0 h 769"/>
                <a:gd name="T24" fmla="*/ 2147483646 w 769"/>
                <a:gd name="T25" fmla="*/ 2147483646 h 769"/>
                <a:gd name="T26" fmla="*/ 2147483646 w 769"/>
                <a:gd name="T27" fmla="*/ 2147483646 h 769"/>
                <a:gd name="T28" fmla="*/ 2147483646 w 769"/>
                <a:gd name="T29" fmla="*/ 2147483646 h 769"/>
                <a:gd name="T30" fmla="*/ 2147483646 w 769"/>
                <a:gd name="T31" fmla="*/ 2147483646 h 769"/>
                <a:gd name="T32" fmla="*/ 2147483646 w 769"/>
                <a:gd name="T33" fmla="*/ 2147483646 h 769"/>
                <a:gd name="T34" fmla="*/ 2147483646 w 769"/>
                <a:gd name="T35" fmla="*/ 2147483646 h 769"/>
                <a:gd name="T36" fmla="*/ 2147483646 w 769"/>
                <a:gd name="T37" fmla="*/ 2147483646 h 769"/>
                <a:gd name="T38" fmla="*/ 2147483646 w 769"/>
                <a:gd name="T39" fmla="*/ 2147483646 h 769"/>
                <a:gd name="T40" fmla="*/ 2147483646 w 769"/>
                <a:gd name="T41" fmla="*/ 2147483646 h 769"/>
                <a:gd name="T42" fmla="*/ 2147483646 w 769"/>
                <a:gd name="T43" fmla="*/ 2147483646 h 769"/>
                <a:gd name="T44" fmla="*/ 2147483646 w 769"/>
                <a:gd name="T45" fmla="*/ 2147483646 h 769"/>
                <a:gd name="T46" fmla="*/ 2147483646 w 769"/>
                <a:gd name="T47" fmla="*/ 2147483646 h 769"/>
                <a:gd name="T48" fmla="*/ 2147483646 w 769"/>
                <a:gd name="T49" fmla="*/ 2147483646 h 769"/>
                <a:gd name="T50" fmla="*/ 2147483646 w 769"/>
                <a:gd name="T51" fmla="*/ 2147483646 h 769"/>
                <a:gd name="T52" fmla="*/ 2147483646 w 769"/>
                <a:gd name="T53" fmla="*/ 2147483646 h 769"/>
                <a:gd name="T54" fmla="*/ 2147483646 w 769"/>
                <a:gd name="T55" fmla="*/ 2147483646 h 769"/>
                <a:gd name="T56" fmla="*/ 2147483646 w 769"/>
                <a:gd name="T57" fmla="*/ 2147483646 h 769"/>
                <a:gd name="T58" fmla="*/ 2147483646 w 769"/>
                <a:gd name="T59" fmla="*/ 2147483646 h 769"/>
                <a:gd name="T60" fmla="*/ 2147483646 w 769"/>
                <a:gd name="T61" fmla="*/ 2147483646 h 769"/>
                <a:gd name="T62" fmla="*/ 2147483646 w 769"/>
                <a:gd name="T63" fmla="*/ 2147483646 h 769"/>
                <a:gd name="T64" fmla="*/ 2147483646 w 769"/>
                <a:gd name="T65" fmla="*/ 2147483646 h 769"/>
                <a:gd name="T66" fmla="*/ 2147483646 w 769"/>
                <a:gd name="T67" fmla="*/ 2147483646 h 769"/>
                <a:gd name="T68" fmla="*/ 2147483646 w 769"/>
                <a:gd name="T69" fmla="*/ 2147483646 h 769"/>
                <a:gd name="T70" fmla="*/ 2147483646 w 769"/>
                <a:gd name="T71" fmla="*/ 2147483646 h 769"/>
                <a:gd name="T72" fmla="*/ 2147483646 w 769"/>
                <a:gd name="T73" fmla="*/ 2147483646 h 769"/>
                <a:gd name="T74" fmla="*/ 2147483646 w 769"/>
                <a:gd name="T75" fmla="*/ 2147483646 h 769"/>
                <a:gd name="T76" fmla="*/ 2147483646 w 769"/>
                <a:gd name="T77" fmla="*/ 2147483646 h 769"/>
                <a:gd name="T78" fmla="*/ 2147483646 w 769"/>
                <a:gd name="T79" fmla="*/ 2147483646 h 769"/>
                <a:gd name="T80" fmla="*/ 2147483646 w 769"/>
                <a:gd name="T81" fmla="*/ 2147483646 h 769"/>
                <a:gd name="T82" fmla="*/ 2147483646 w 769"/>
                <a:gd name="T83" fmla="*/ 2147483646 h 769"/>
                <a:gd name="T84" fmla="*/ 2147483646 w 769"/>
                <a:gd name="T85" fmla="*/ 2147483646 h 769"/>
                <a:gd name="T86" fmla="*/ 2147483646 w 769"/>
                <a:gd name="T87" fmla="*/ 2147483646 h 769"/>
                <a:gd name="T88" fmla="*/ 2147483646 w 769"/>
                <a:gd name="T89" fmla="*/ 2147483646 h 769"/>
                <a:gd name="T90" fmla="*/ 2147483646 w 769"/>
                <a:gd name="T91" fmla="*/ 2147483646 h 769"/>
                <a:gd name="T92" fmla="*/ 2147483646 w 769"/>
                <a:gd name="T93" fmla="*/ 2147483646 h 769"/>
                <a:gd name="T94" fmla="*/ 2147483646 w 769"/>
                <a:gd name="T95" fmla="*/ 2147483646 h 769"/>
                <a:gd name="T96" fmla="*/ 2147483646 w 769"/>
                <a:gd name="T97" fmla="*/ 2147483646 h 769"/>
                <a:gd name="T98" fmla="*/ 2147483646 w 769"/>
                <a:gd name="T99" fmla="*/ 2147483646 h 769"/>
                <a:gd name="T100" fmla="*/ 2147483646 w 769"/>
                <a:gd name="T101" fmla="*/ 2147483646 h 769"/>
                <a:gd name="T102" fmla="*/ 2147483646 w 769"/>
                <a:gd name="T103" fmla="*/ 2147483646 h 769"/>
                <a:gd name="T104" fmla="*/ 2147483646 w 769"/>
                <a:gd name="T105" fmla="*/ 2147483646 h 769"/>
                <a:gd name="T106" fmla="*/ 2147483646 w 769"/>
                <a:gd name="T107" fmla="*/ 2147483646 h 769"/>
                <a:gd name="T108" fmla="*/ 2147483646 w 769"/>
                <a:gd name="T109" fmla="*/ 2147483646 h 769"/>
                <a:gd name="T110" fmla="*/ 0 w 769"/>
                <a:gd name="T111" fmla="*/ 2147483646 h 76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69"/>
                <a:gd name="T169" fmla="*/ 0 h 769"/>
                <a:gd name="T170" fmla="*/ 769 w 769"/>
                <a:gd name="T171" fmla="*/ 769 h 769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69" h="769">
                  <a:moveTo>
                    <a:pt x="0" y="394"/>
                  </a:moveTo>
                  <a:lnTo>
                    <a:pt x="0" y="376"/>
                  </a:lnTo>
                  <a:lnTo>
                    <a:pt x="0" y="357"/>
                  </a:lnTo>
                  <a:lnTo>
                    <a:pt x="2" y="338"/>
                  </a:lnTo>
                  <a:lnTo>
                    <a:pt x="4" y="319"/>
                  </a:lnTo>
                  <a:lnTo>
                    <a:pt x="7" y="301"/>
                  </a:lnTo>
                  <a:lnTo>
                    <a:pt x="12" y="282"/>
                  </a:lnTo>
                  <a:lnTo>
                    <a:pt x="16" y="265"/>
                  </a:lnTo>
                  <a:lnTo>
                    <a:pt x="23" y="246"/>
                  </a:lnTo>
                  <a:lnTo>
                    <a:pt x="30" y="231"/>
                  </a:lnTo>
                  <a:lnTo>
                    <a:pt x="37" y="213"/>
                  </a:lnTo>
                  <a:lnTo>
                    <a:pt x="45" y="197"/>
                  </a:lnTo>
                  <a:lnTo>
                    <a:pt x="55" y="182"/>
                  </a:lnTo>
                  <a:lnTo>
                    <a:pt x="64" y="166"/>
                  </a:lnTo>
                  <a:lnTo>
                    <a:pt x="75" y="151"/>
                  </a:lnTo>
                  <a:lnTo>
                    <a:pt x="85" y="138"/>
                  </a:lnTo>
                  <a:lnTo>
                    <a:pt x="97" y="123"/>
                  </a:lnTo>
                  <a:lnTo>
                    <a:pt x="110" y="111"/>
                  </a:lnTo>
                  <a:lnTo>
                    <a:pt x="124" y="98"/>
                  </a:lnTo>
                  <a:lnTo>
                    <a:pt x="137" y="86"/>
                  </a:lnTo>
                  <a:lnTo>
                    <a:pt x="151" y="75"/>
                  </a:lnTo>
                  <a:lnTo>
                    <a:pt x="166" y="65"/>
                  </a:lnTo>
                  <a:lnTo>
                    <a:pt x="181" y="56"/>
                  </a:lnTo>
                  <a:lnTo>
                    <a:pt x="196" y="46"/>
                  </a:lnTo>
                  <a:lnTo>
                    <a:pt x="212" y="37"/>
                  </a:lnTo>
                  <a:lnTo>
                    <a:pt x="230" y="30"/>
                  </a:lnTo>
                  <a:lnTo>
                    <a:pt x="247" y="24"/>
                  </a:lnTo>
                  <a:lnTo>
                    <a:pt x="264" y="17"/>
                  </a:lnTo>
                  <a:lnTo>
                    <a:pt x="281" y="12"/>
                  </a:lnTo>
                  <a:lnTo>
                    <a:pt x="300" y="8"/>
                  </a:lnTo>
                  <a:lnTo>
                    <a:pt x="318" y="5"/>
                  </a:lnTo>
                  <a:lnTo>
                    <a:pt x="337" y="3"/>
                  </a:lnTo>
                  <a:lnTo>
                    <a:pt x="357" y="1"/>
                  </a:lnTo>
                  <a:lnTo>
                    <a:pt x="375" y="0"/>
                  </a:lnTo>
                  <a:lnTo>
                    <a:pt x="393" y="0"/>
                  </a:lnTo>
                  <a:lnTo>
                    <a:pt x="412" y="1"/>
                  </a:lnTo>
                  <a:lnTo>
                    <a:pt x="431" y="3"/>
                  </a:lnTo>
                  <a:lnTo>
                    <a:pt x="450" y="5"/>
                  </a:lnTo>
                  <a:lnTo>
                    <a:pt x="468" y="8"/>
                  </a:lnTo>
                  <a:lnTo>
                    <a:pt x="487" y="12"/>
                  </a:lnTo>
                  <a:lnTo>
                    <a:pt x="505" y="17"/>
                  </a:lnTo>
                  <a:lnTo>
                    <a:pt x="522" y="24"/>
                  </a:lnTo>
                  <a:lnTo>
                    <a:pt x="540" y="30"/>
                  </a:lnTo>
                  <a:lnTo>
                    <a:pt x="556" y="37"/>
                  </a:lnTo>
                  <a:lnTo>
                    <a:pt x="571" y="46"/>
                  </a:lnTo>
                  <a:lnTo>
                    <a:pt x="587" y="56"/>
                  </a:lnTo>
                  <a:lnTo>
                    <a:pt x="603" y="65"/>
                  </a:lnTo>
                  <a:lnTo>
                    <a:pt x="618" y="75"/>
                  </a:lnTo>
                  <a:lnTo>
                    <a:pt x="632" y="86"/>
                  </a:lnTo>
                  <a:lnTo>
                    <a:pt x="646" y="98"/>
                  </a:lnTo>
                  <a:lnTo>
                    <a:pt x="659" y="111"/>
                  </a:lnTo>
                  <a:lnTo>
                    <a:pt x="671" y="123"/>
                  </a:lnTo>
                  <a:lnTo>
                    <a:pt x="683" y="138"/>
                  </a:lnTo>
                  <a:lnTo>
                    <a:pt x="693" y="151"/>
                  </a:lnTo>
                  <a:lnTo>
                    <a:pt x="704" y="166"/>
                  </a:lnTo>
                  <a:lnTo>
                    <a:pt x="714" y="182"/>
                  </a:lnTo>
                  <a:lnTo>
                    <a:pt x="722" y="197"/>
                  </a:lnTo>
                  <a:lnTo>
                    <a:pt x="732" y="213"/>
                  </a:lnTo>
                  <a:lnTo>
                    <a:pt x="738" y="231"/>
                  </a:lnTo>
                  <a:lnTo>
                    <a:pt x="745" y="246"/>
                  </a:lnTo>
                  <a:lnTo>
                    <a:pt x="752" y="265"/>
                  </a:lnTo>
                  <a:lnTo>
                    <a:pt x="757" y="282"/>
                  </a:lnTo>
                  <a:lnTo>
                    <a:pt x="761" y="301"/>
                  </a:lnTo>
                  <a:lnTo>
                    <a:pt x="764" y="319"/>
                  </a:lnTo>
                  <a:lnTo>
                    <a:pt x="766" y="338"/>
                  </a:lnTo>
                  <a:lnTo>
                    <a:pt x="767" y="357"/>
                  </a:lnTo>
                  <a:lnTo>
                    <a:pt x="769" y="376"/>
                  </a:lnTo>
                  <a:lnTo>
                    <a:pt x="769" y="394"/>
                  </a:lnTo>
                  <a:lnTo>
                    <a:pt x="767" y="414"/>
                  </a:lnTo>
                  <a:lnTo>
                    <a:pt x="766" y="432"/>
                  </a:lnTo>
                  <a:lnTo>
                    <a:pt x="764" y="451"/>
                  </a:lnTo>
                  <a:lnTo>
                    <a:pt x="761" y="469"/>
                  </a:lnTo>
                  <a:lnTo>
                    <a:pt x="757" y="488"/>
                  </a:lnTo>
                  <a:lnTo>
                    <a:pt x="752" y="505"/>
                  </a:lnTo>
                  <a:lnTo>
                    <a:pt x="745" y="524"/>
                  </a:lnTo>
                  <a:lnTo>
                    <a:pt x="738" y="539"/>
                  </a:lnTo>
                  <a:lnTo>
                    <a:pt x="732" y="557"/>
                  </a:lnTo>
                  <a:lnTo>
                    <a:pt x="722" y="573"/>
                  </a:lnTo>
                  <a:lnTo>
                    <a:pt x="714" y="589"/>
                  </a:lnTo>
                  <a:lnTo>
                    <a:pt x="704" y="604"/>
                  </a:lnTo>
                  <a:lnTo>
                    <a:pt x="693" y="619"/>
                  </a:lnTo>
                  <a:lnTo>
                    <a:pt x="683" y="632"/>
                  </a:lnTo>
                  <a:lnTo>
                    <a:pt x="671" y="647"/>
                  </a:lnTo>
                  <a:lnTo>
                    <a:pt x="659" y="659"/>
                  </a:lnTo>
                  <a:lnTo>
                    <a:pt x="646" y="672"/>
                  </a:lnTo>
                  <a:lnTo>
                    <a:pt x="632" y="684"/>
                  </a:lnTo>
                  <a:lnTo>
                    <a:pt x="618" y="695"/>
                  </a:lnTo>
                  <a:lnTo>
                    <a:pt x="603" y="705"/>
                  </a:lnTo>
                  <a:lnTo>
                    <a:pt x="587" y="714"/>
                  </a:lnTo>
                  <a:lnTo>
                    <a:pt x="571" y="724"/>
                  </a:lnTo>
                  <a:lnTo>
                    <a:pt x="556" y="733"/>
                  </a:lnTo>
                  <a:lnTo>
                    <a:pt x="540" y="740"/>
                  </a:lnTo>
                  <a:lnTo>
                    <a:pt x="522" y="746"/>
                  </a:lnTo>
                  <a:lnTo>
                    <a:pt x="505" y="753"/>
                  </a:lnTo>
                  <a:lnTo>
                    <a:pt x="487" y="758"/>
                  </a:lnTo>
                  <a:lnTo>
                    <a:pt x="468" y="762"/>
                  </a:lnTo>
                  <a:lnTo>
                    <a:pt x="450" y="765"/>
                  </a:lnTo>
                  <a:lnTo>
                    <a:pt x="431" y="767"/>
                  </a:lnTo>
                  <a:lnTo>
                    <a:pt x="412" y="769"/>
                  </a:lnTo>
                  <a:lnTo>
                    <a:pt x="393" y="769"/>
                  </a:lnTo>
                  <a:lnTo>
                    <a:pt x="375" y="769"/>
                  </a:lnTo>
                  <a:lnTo>
                    <a:pt x="357" y="769"/>
                  </a:lnTo>
                  <a:lnTo>
                    <a:pt x="337" y="767"/>
                  </a:lnTo>
                  <a:lnTo>
                    <a:pt x="318" y="765"/>
                  </a:lnTo>
                  <a:lnTo>
                    <a:pt x="300" y="762"/>
                  </a:lnTo>
                  <a:lnTo>
                    <a:pt x="281" y="758"/>
                  </a:lnTo>
                  <a:lnTo>
                    <a:pt x="264" y="753"/>
                  </a:lnTo>
                  <a:lnTo>
                    <a:pt x="247" y="746"/>
                  </a:lnTo>
                  <a:lnTo>
                    <a:pt x="230" y="740"/>
                  </a:lnTo>
                  <a:lnTo>
                    <a:pt x="212" y="733"/>
                  </a:lnTo>
                  <a:lnTo>
                    <a:pt x="196" y="724"/>
                  </a:lnTo>
                  <a:lnTo>
                    <a:pt x="181" y="714"/>
                  </a:lnTo>
                  <a:lnTo>
                    <a:pt x="166" y="705"/>
                  </a:lnTo>
                  <a:lnTo>
                    <a:pt x="151" y="695"/>
                  </a:lnTo>
                  <a:lnTo>
                    <a:pt x="137" y="684"/>
                  </a:lnTo>
                  <a:lnTo>
                    <a:pt x="124" y="672"/>
                  </a:lnTo>
                  <a:lnTo>
                    <a:pt x="110" y="659"/>
                  </a:lnTo>
                  <a:lnTo>
                    <a:pt x="97" y="647"/>
                  </a:lnTo>
                  <a:lnTo>
                    <a:pt x="85" y="632"/>
                  </a:lnTo>
                  <a:lnTo>
                    <a:pt x="75" y="619"/>
                  </a:lnTo>
                  <a:lnTo>
                    <a:pt x="64" y="604"/>
                  </a:lnTo>
                  <a:lnTo>
                    <a:pt x="55" y="589"/>
                  </a:lnTo>
                  <a:lnTo>
                    <a:pt x="45" y="573"/>
                  </a:lnTo>
                  <a:lnTo>
                    <a:pt x="37" y="557"/>
                  </a:lnTo>
                  <a:lnTo>
                    <a:pt x="30" y="539"/>
                  </a:lnTo>
                  <a:lnTo>
                    <a:pt x="23" y="524"/>
                  </a:lnTo>
                  <a:lnTo>
                    <a:pt x="16" y="505"/>
                  </a:lnTo>
                  <a:lnTo>
                    <a:pt x="12" y="488"/>
                  </a:lnTo>
                  <a:lnTo>
                    <a:pt x="7" y="469"/>
                  </a:lnTo>
                  <a:lnTo>
                    <a:pt x="4" y="451"/>
                  </a:lnTo>
                  <a:lnTo>
                    <a:pt x="2" y="432"/>
                  </a:lnTo>
                  <a:lnTo>
                    <a:pt x="0" y="414"/>
                  </a:lnTo>
                  <a:lnTo>
                    <a:pt x="0" y="394"/>
                  </a:lnTo>
                  <a:close/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05" name="Freeform 24">
              <a:extLst>
                <a:ext uri="{FF2B5EF4-FFF2-40B4-BE49-F238E27FC236}">
                  <a16:creationId xmlns:a16="http://schemas.microsoft.com/office/drawing/2014/main" id="{9896AA92-9F23-44FF-B8B3-4C89463CB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113" y="1687512"/>
              <a:ext cx="693737" cy="598488"/>
            </a:xfrm>
            <a:custGeom>
              <a:avLst/>
              <a:gdLst>
                <a:gd name="T0" fmla="*/ 2147483646 w 874"/>
                <a:gd name="T1" fmla="*/ 2147483646 h 753"/>
                <a:gd name="T2" fmla="*/ 2147483646 w 874"/>
                <a:gd name="T3" fmla="*/ 2147483646 h 753"/>
                <a:gd name="T4" fmla="*/ 2147483646 w 874"/>
                <a:gd name="T5" fmla="*/ 2147483646 h 753"/>
                <a:gd name="T6" fmla="*/ 2147483646 w 874"/>
                <a:gd name="T7" fmla="*/ 2147483646 h 753"/>
                <a:gd name="T8" fmla="*/ 2147483646 w 874"/>
                <a:gd name="T9" fmla="*/ 2147483646 h 753"/>
                <a:gd name="T10" fmla="*/ 2147483646 w 874"/>
                <a:gd name="T11" fmla="*/ 2147483646 h 753"/>
                <a:gd name="T12" fmla="*/ 2147483646 w 874"/>
                <a:gd name="T13" fmla="*/ 2147483646 h 753"/>
                <a:gd name="T14" fmla="*/ 2147483646 w 874"/>
                <a:gd name="T15" fmla="*/ 2147483646 h 753"/>
                <a:gd name="T16" fmla="*/ 2147483646 w 874"/>
                <a:gd name="T17" fmla="*/ 2147483646 h 753"/>
                <a:gd name="T18" fmla="*/ 2147483646 w 874"/>
                <a:gd name="T19" fmla="*/ 2147483646 h 753"/>
                <a:gd name="T20" fmla="*/ 0 w 874"/>
                <a:gd name="T21" fmla="*/ 2147483646 h 753"/>
                <a:gd name="T22" fmla="*/ 2147483646 w 874"/>
                <a:gd name="T23" fmla="*/ 2147483646 h 753"/>
                <a:gd name="T24" fmla="*/ 2147483646 w 874"/>
                <a:gd name="T25" fmla="*/ 2147483646 h 753"/>
                <a:gd name="T26" fmla="*/ 2147483646 w 874"/>
                <a:gd name="T27" fmla="*/ 2147483646 h 753"/>
                <a:gd name="T28" fmla="*/ 2147483646 w 874"/>
                <a:gd name="T29" fmla="*/ 2147483646 h 753"/>
                <a:gd name="T30" fmla="*/ 2147483646 w 874"/>
                <a:gd name="T31" fmla="*/ 2147483646 h 753"/>
                <a:gd name="T32" fmla="*/ 2147483646 w 874"/>
                <a:gd name="T33" fmla="*/ 2147483646 h 753"/>
                <a:gd name="T34" fmla="*/ 2147483646 w 874"/>
                <a:gd name="T35" fmla="*/ 2147483646 h 753"/>
                <a:gd name="T36" fmla="*/ 2147483646 w 874"/>
                <a:gd name="T37" fmla="*/ 2147483646 h 753"/>
                <a:gd name="T38" fmla="*/ 2147483646 w 874"/>
                <a:gd name="T39" fmla="*/ 2147483646 h 753"/>
                <a:gd name="T40" fmla="*/ 2147483646 w 874"/>
                <a:gd name="T41" fmla="*/ 2147483646 h 753"/>
                <a:gd name="T42" fmla="*/ 2147483646 w 874"/>
                <a:gd name="T43" fmla="*/ 2147483646 h 753"/>
                <a:gd name="T44" fmla="*/ 2147483646 w 874"/>
                <a:gd name="T45" fmla="*/ 2147483646 h 753"/>
                <a:gd name="T46" fmla="*/ 2147483646 w 874"/>
                <a:gd name="T47" fmla="*/ 2147483646 h 753"/>
                <a:gd name="T48" fmla="*/ 2147483646 w 874"/>
                <a:gd name="T49" fmla="*/ 2147483646 h 753"/>
                <a:gd name="T50" fmla="*/ 2147483646 w 874"/>
                <a:gd name="T51" fmla="*/ 2147483646 h 753"/>
                <a:gd name="T52" fmla="*/ 2147483646 w 874"/>
                <a:gd name="T53" fmla="*/ 2147483646 h 753"/>
                <a:gd name="T54" fmla="*/ 2147483646 w 874"/>
                <a:gd name="T55" fmla="*/ 2147483646 h 753"/>
                <a:gd name="T56" fmla="*/ 2147483646 w 874"/>
                <a:gd name="T57" fmla="*/ 2147483646 h 753"/>
                <a:gd name="T58" fmla="*/ 2147483646 w 874"/>
                <a:gd name="T59" fmla="*/ 2147483646 h 753"/>
                <a:gd name="T60" fmla="*/ 2147483646 w 874"/>
                <a:gd name="T61" fmla="*/ 2147483646 h 753"/>
                <a:gd name="T62" fmla="*/ 2147483646 w 874"/>
                <a:gd name="T63" fmla="*/ 2147483646 h 753"/>
                <a:gd name="T64" fmla="*/ 2147483646 w 874"/>
                <a:gd name="T65" fmla="*/ 2147483646 h 753"/>
                <a:gd name="T66" fmla="*/ 2147483646 w 874"/>
                <a:gd name="T67" fmla="*/ 2147483646 h 753"/>
                <a:gd name="T68" fmla="*/ 2147483646 w 874"/>
                <a:gd name="T69" fmla="*/ 2147483646 h 753"/>
                <a:gd name="T70" fmla="*/ 2147483646 w 874"/>
                <a:gd name="T71" fmla="*/ 2147483646 h 753"/>
                <a:gd name="T72" fmla="*/ 2147483646 w 874"/>
                <a:gd name="T73" fmla="*/ 2147483646 h 753"/>
                <a:gd name="T74" fmla="*/ 2147483646 w 874"/>
                <a:gd name="T75" fmla="*/ 2147483646 h 753"/>
                <a:gd name="T76" fmla="*/ 2147483646 w 874"/>
                <a:gd name="T77" fmla="*/ 2147483646 h 753"/>
                <a:gd name="T78" fmla="*/ 2147483646 w 874"/>
                <a:gd name="T79" fmla="*/ 2147483646 h 753"/>
                <a:gd name="T80" fmla="*/ 2147483646 w 874"/>
                <a:gd name="T81" fmla="*/ 2147483646 h 753"/>
                <a:gd name="T82" fmla="*/ 2147483646 w 874"/>
                <a:gd name="T83" fmla="*/ 2147483646 h 753"/>
                <a:gd name="T84" fmla="*/ 2147483646 w 874"/>
                <a:gd name="T85" fmla="*/ 2147483646 h 753"/>
                <a:gd name="T86" fmla="*/ 2147483646 w 874"/>
                <a:gd name="T87" fmla="*/ 0 h 75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74"/>
                <a:gd name="T133" fmla="*/ 0 h 753"/>
                <a:gd name="T134" fmla="*/ 874 w 874"/>
                <a:gd name="T135" fmla="*/ 753 h 75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74" h="753">
                  <a:moveTo>
                    <a:pt x="437" y="0"/>
                  </a:moveTo>
                  <a:lnTo>
                    <a:pt x="414" y="1"/>
                  </a:lnTo>
                  <a:lnTo>
                    <a:pt x="392" y="2"/>
                  </a:lnTo>
                  <a:lnTo>
                    <a:pt x="371" y="5"/>
                  </a:lnTo>
                  <a:lnTo>
                    <a:pt x="348" y="8"/>
                  </a:lnTo>
                  <a:lnTo>
                    <a:pt x="327" y="12"/>
                  </a:lnTo>
                  <a:lnTo>
                    <a:pt x="307" y="17"/>
                  </a:lnTo>
                  <a:lnTo>
                    <a:pt x="286" y="23"/>
                  </a:lnTo>
                  <a:lnTo>
                    <a:pt x="266" y="30"/>
                  </a:lnTo>
                  <a:lnTo>
                    <a:pt x="248" y="38"/>
                  </a:lnTo>
                  <a:lnTo>
                    <a:pt x="228" y="46"/>
                  </a:lnTo>
                  <a:lnTo>
                    <a:pt x="210" y="55"/>
                  </a:lnTo>
                  <a:lnTo>
                    <a:pt x="192" y="65"/>
                  </a:lnTo>
                  <a:lnTo>
                    <a:pt x="175" y="75"/>
                  </a:lnTo>
                  <a:lnTo>
                    <a:pt x="159" y="86"/>
                  </a:lnTo>
                  <a:lnTo>
                    <a:pt x="143" y="98"/>
                  </a:lnTo>
                  <a:lnTo>
                    <a:pt x="127" y="111"/>
                  </a:lnTo>
                  <a:lnTo>
                    <a:pt x="112" y="124"/>
                  </a:lnTo>
                  <a:lnTo>
                    <a:pt x="99" y="137"/>
                  </a:lnTo>
                  <a:lnTo>
                    <a:pt x="86" y="152"/>
                  </a:lnTo>
                  <a:lnTo>
                    <a:pt x="74" y="167"/>
                  </a:lnTo>
                  <a:lnTo>
                    <a:pt x="62" y="181"/>
                  </a:lnTo>
                  <a:lnTo>
                    <a:pt x="51" y="197"/>
                  </a:lnTo>
                  <a:lnTo>
                    <a:pt x="42" y="213"/>
                  </a:lnTo>
                  <a:lnTo>
                    <a:pt x="34" y="230"/>
                  </a:lnTo>
                  <a:lnTo>
                    <a:pt x="26" y="248"/>
                  </a:lnTo>
                  <a:lnTo>
                    <a:pt x="18" y="265"/>
                  </a:lnTo>
                  <a:lnTo>
                    <a:pt x="13" y="283"/>
                  </a:lnTo>
                  <a:lnTo>
                    <a:pt x="8" y="301"/>
                  </a:lnTo>
                  <a:lnTo>
                    <a:pt x="4" y="319"/>
                  </a:lnTo>
                  <a:lnTo>
                    <a:pt x="1" y="338"/>
                  </a:lnTo>
                  <a:lnTo>
                    <a:pt x="0" y="358"/>
                  </a:lnTo>
                  <a:lnTo>
                    <a:pt x="0" y="376"/>
                  </a:lnTo>
                  <a:lnTo>
                    <a:pt x="0" y="396"/>
                  </a:lnTo>
                  <a:lnTo>
                    <a:pt x="1" y="416"/>
                  </a:lnTo>
                  <a:lnTo>
                    <a:pt x="4" y="434"/>
                  </a:lnTo>
                  <a:lnTo>
                    <a:pt x="8" y="453"/>
                  </a:lnTo>
                  <a:lnTo>
                    <a:pt x="13" y="470"/>
                  </a:lnTo>
                  <a:lnTo>
                    <a:pt x="18" y="489"/>
                  </a:lnTo>
                  <a:lnTo>
                    <a:pt x="26" y="506"/>
                  </a:lnTo>
                  <a:lnTo>
                    <a:pt x="34" y="523"/>
                  </a:lnTo>
                  <a:lnTo>
                    <a:pt x="42" y="540"/>
                  </a:lnTo>
                  <a:lnTo>
                    <a:pt x="51" y="556"/>
                  </a:lnTo>
                  <a:lnTo>
                    <a:pt x="62" y="572"/>
                  </a:lnTo>
                  <a:lnTo>
                    <a:pt x="74" y="587"/>
                  </a:lnTo>
                  <a:lnTo>
                    <a:pt x="86" y="601"/>
                  </a:lnTo>
                  <a:lnTo>
                    <a:pt x="99" y="616"/>
                  </a:lnTo>
                  <a:lnTo>
                    <a:pt x="112" y="629"/>
                  </a:lnTo>
                  <a:lnTo>
                    <a:pt x="127" y="643"/>
                  </a:lnTo>
                  <a:lnTo>
                    <a:pt x="143" y="656"/>
                  </a:lnTo>
                  <a:lnTo>
                    <a:pt x="159" y="668"/>
                  </a:lnTo>
                  <a:lnTo>
                    <a:pt x="175" y="678"/>
                  </a:lnTo>
                  <a:lnTo>
                    <a:pt x="192" y="689"/>
                  </a:lnTo>
                  <a:lnTo>
                    <a:pt x="210" y="698"/>
                  </a:lnTo>
                  <a:lnTo>
                    <a:pt x="228" y="708"/>
                  </a:lnTo>
                  <a:lnTo>
                    <a:pt x="248" y="715"/>
                  </a:lnTo>
                  <a:lnTo>
                    <a:pt x="266" y="723"/>
                  </a:lnTo>
                  <a:lnTo>
                    <a:pt x="286" y="730"/>
                  </a:lnTo>
                  <a:lnTo>
                    <a:pt x="307" y="737"/>
                  </a:lnTo>
                  <a:lnTo>
                    <a:pt x="327" y="742"/>
                  </a:lnTo>
                  <a:lnTo>
                    <a:pt x="348" y="746"/>
                  </a:lnTo>
                  <a:lnTo>
                    <a:pt x="371" y="749"/>
                  </a:lnTo>
                  <a:lnTo>
                    <a:pt x="392" y="751"/>
                  </a:lnTo>
                  <a:lnTo>
                    <a:pt x="414" y="753"/>
                  </a:lnTo>
                  <a:lnTo>
                    <a:pt x="437" y="753"/>
                  </a:lnTo>
                  <a:lnTo>
                    <a:pt x="460" y="753"/>
                  </a:lnTo>
                  <a:lnTo>
                    <a:pt x="482" y="751"/>
                  </a:lnTo>
                  <a:lnTo>
                    <a:pt x="503" y="749"/>
                  </a:lnTo>
                  <a:lnTo>
                    <a:pt x="524" y="746"/>
                  </a:lnTo>
                  <a:lnTo>
                    <a:pt x="546" y="742"/>
                  </a:lnTo>
                  <a:lnTo>
                    <a:pt x="567" y="737"/>
                  </a:lnTo>
                  <a:lnTo>
                    <a:pt x="587" y="730"/>
                  </a:lnTo>
                  <a:lnTo>
                    <a:pt x="607" y="723"/>
                  </a:lnTo>
                  <a:lnTo>
                    <a:pt x="626" y="715"/>
                  </a:lnTo>
                  <a:lnTo>
                    <a:pt x="645" y="708"/>
                  </a:lnTo>
                  <a:lnTo>
                    <a:pt x="664" y="698"/>
                  </a:lnTo>
                  <a:lnTo>
                    <a:pt x="681" y="689"/>
                  </a:lnTo>
                  <a:lnTo>
                    <a:pt x="698" y="678"/>
                  </a:lnTo>
                  <a:lnTo>
                    <a:pt x="715" y="668"/>
                  </a:lnTo>
                  <a:lnTo>
                    <a:pt x="731" y="656"/>
                  </a:lnTo>
                  <a:lnTo>
                    <a:pt x="746" y="643"/>
                  </a:lnTo>
                  <a:lnTo>
                    <a:pt x="760" y="629"/>
                  </a:lnTo>
                  <a:lnTo>
                    <a:pt x="775" y="616"/>
                  </a:lnTo>
                  <a:lnTo>
                    <a:pt x="787" y="601"/>
                  </a:lnTo>
                  <a:lnTo>
                    <a:pt x="800" y="587"/>
                  </a:lnTo>
                  <a:lnTo>
                    <a:pt x="811" y="572"/>
                  </a:lnTo>
                  <a:lnTo>
                    <a:pt x="821" y="556"/>
                  </a:lnTo>
                  <a:lnTo>
                    <a:pt x="830" y="540"/>
                  </a:lnTo>
                  <a:lnTo>
                    <a:pt x="840" y="523"/>
                  </a:lnTo>
                  <a:lnTo>
                    <a:pt x="848" y="506"/>
                  </a:lnTo>
                  <a:lnTo>
                    <a:pt x="854" y="489"/>
                  </a:lnTo>
                  <a:lnTo>
                    <a:pt x="861" y="470"/>
                  </a:lnTo>
                  <a:lnTo>
                    <a:pt x="865" y="453"/>
                  </a:lnTo>
                  <a:lnTo>
                    <a:pt x="869" y="434"/>
                  </a:lnTo>
                  <a:lnTo>
                    <a:pt x="872" y="416"/>
                  </a:lnTo>
                  <a:lnTo>
                    <a:pt x="874" y="396"/>
                  </a:lnTo>
                  <a:lnTo>
                    <a:pt x="874" y="376"/>
                  </a:lnTo>
                  <a:lnTo>
                    <a:pt x="874" y="358"/>
                  </a:lnTo>
                  <a:lnTo>
                    <a:pt x="872" y="338"/>
                  </a:lnTo>
                  <a:lnTo>
                    <a:pt x="869" y="319"/>
                  </a:lnTo>
                  <a:lnTo>
                    <a:pt x="865" y="301"/>
                  </a:lnTo>
                  <a:lnTo>
                    <a:pt x="861" y="283"/>
                  </a:lnTo>
                  <a:lnTo>
                    <a:pt x="854" y="265"/>
                  </a:lnTo>
                  <a:lnTo>
                    <a:pt x="848" y="248"/>
                  </a:lnTo>
                  <a:lnTo>
                    <a:pt x="840" y="230"/>
                  </a:lnTo>
                  <a:lnTo>
                    <a:pt x="830" y="213"/>
                  </a:lnTo>
                  <a:lnTo>
                    <a:pt x="821" y="197"/>
                  </a:lnTo>
                  <a:lnTo>
                    <a:pt x="811" y="181"/>
                  </a:lnTo>
                  <a:lnTo>
                    <a:pt x="800" y="167"/>
                  </a:lnTo>
                  <a:lnTo>
                    <a:pt x="787" y="152"/>
                  </a:lnTo>
                  <a:lnTo>
                    <a:pt x="775" y="137"/>
                  </a:lnTo>
                  <a:lnTo>
                    <a:pt x="760" y="124"/>
                  </a:lnTo>
                  <a:lnTo>
                    <a:pt x="746" y="111"/>
                  </a:lnTo>
                  <a:lnTo>
                    <a:pt x="731" y="98"/>
                  </a:lnTo>
                  <a:lnTo>
                    <a:pt x="715" y="86"/>
                  </a:lnTo>
                  <a:lnTo>
                    <a:pt x="698" y="75"/>
                  </a:lnTo>
                  <a:lnTo>
                    <a:pt x="681" y="65"/>
                  </a:lnTo>
                  <a:lnTo>
                    <a:pt x="664" y="55"/>
                  </a:lnTo>
                  <a:lnTo>
                    <a:pt x="645" y="46"/>
                  </a:lnTo>
                  <a:lnTo>
                    <a:pt x="626" y="38"/>
                  </a:lnTo>
                  <a:lnTo>
                    <a:pt x="607" y="30"/>
                  </a:lnTo>
                  <a:lnTo>
                    <a:pt x="587" y="23"/>
                  </a:lnTo>
                  <a:lnTo>
                    <a:pt x="567" y="17"/>
                  </a:lnTo>
                  <a:lnTo>
                    <a:pt x="546" y="12"/>
                  </a:lnTo>
                  <a:lnTo>
                    <a:pt x="524" y="8"/>
                  </a:lnTo>
                  <a:lnTo>
                    <a:pt x="503" y="5"/>
                  </a:lnTo>
                  <a:lnTo>
                    <a:pt x="482" y="2"/>
                  </a:lnTo>
                  <a:lnTo>
                    <a:pt x="460" y="1"/>
                  </a:lnTo>
                  <a:lnTo>
                    <a:pt x="437" y="0"/>
                  </a:lnTo>
                </a:path>
              </a:pathLst>
            </a:custGeom>
            <a:solidFill>
              <a:schemeClr val="bg1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06" name="Rectangle 25">
              <a:extLst>
                <a:ext uri="{FF2B5EF4-FFF2-40B4-BE49-F238E27FC236}">
                  <a16:creationId xmlns:a16="http://schemas.microsoft.com/office/drawing/2014/main" id="{0F34B6CC-2D2E-4134-B868-F1E791456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7663" y="1884362"/>
              <a:ext cx="396875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Idle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07" name="Freeform 26">
              <a:extLst>
                <a:ext uri="{FF2B5EF4-FFF2-40B4-BE49-F238E27FC236}">
                  <a16:creationId xmlns:a16="http://schemas.microsoft.com/office/drawing/2014/main" id="{559330ED-A6BF-4DBB-8EC7-93EBC4CA9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925" y="2867025"/>
              <a:ext cx="1192213" cy="596900"/>
            </a:xfrm>
            <a:custGeom>
              <a:avLst/>
              <a:gdLst>
                <a:gd name="T0" fmla="*/ 2147483646 w 1502"/>
                <a:gd name="T1" fmla="*/ 2147483646 h 753"/>
                <a:gd name="T2" fmla="*/ 2147483646 w 1502"/>
                <a:gd name="T3" fmla="*/ 2147483646 h 753"/>
                <a:gd name="T4" fmla="*/ 2147483646 w 1502"/>
                <a:gd name="T5" fmla="*/ 2147483646 h 753"/>
                <a:gd name="T6" fmla="*/ 2147483646 w 1502"/>
                <a:gd name="T7" fmla="*/ 2147483646 h 753"/>
                <a:gd name="T8" fmla="*/ 2147483646 w 1502"/>
                <a:gd name="T9" fmla="*/ 2147483646 h 753"/>
                <a:gd name="T10" fmla="*/ 2147483646 w 1502"/>
                <a:gd name="T11" fmla="*/ 2147483646 h 753"/>
                <a:gd name="T12" fmla="*/ 2147483646 w 1502"/>
                <a:gd name="T13" fmla="*/ 2147483646 h 753"/>
                <a:gd name="T14" fmla="*/ 2147483646 w 1502"/>
                <a:gd name="T15" fmla="*/ 2147483646 h 753"/>
                <a:gd name="T16" fmla="*/ 2147483646 w 1502"/>
                <a:gd name="T17" fmla="*/ 2147483646 h 753"/>
                <a:gd name="T18" fmla="*/ 2147483646 w 1502"/>
                <a:gd name="T19" fmla="*/ 2147483646 h 753"/>
                <a:gd name="T20" fmla="*/ 0 w 1502"/>
                <a:gd name="T21" fmla="*/ 2147483646 h 753"/>
                <a:gd name="T22" fmla="*/ 2147483646 w 1502"/>
                <a:gd name="T23" fmla="*/ 2147483646 h 753"/>
                <a:gd name="T24" fmla="*/ 2147483646 w 1502"/>
                <a:gd name="T25" fmla="*/ 2147483646 h 753"/>
                <a:gd name="T26" fmla="*/ 2147483646 w 1502"/>
                <a:gd name="T27" fmla="*/ 2147483646 h 753"/>
                <a:gd name="T28" fmla="*/ 2147483646 w 1502"/>
                <a:gd name="T29" fmla="*/ 2147483646 h 753"/>
                <a:gd name="T30" fmla="*/ 2147483646 w 1502"/>
                <a:gd name="T31" fmla="*/ 2147483646 h 753"/>
                <a:gd name="T32" fmla="*/ 2147483646 w 1502"/>
                <a:gd name="T33" fmla="*/ 2147483646 h 753"/>
                <a:gd name="T34" fmla="*/ 2147483646 w 1502"/>
                <a:gd name="T35" fmla="*/ 2147483646 h 753"/>
                <a:gd name="T36" fmla="*/ 2147483646 w 1502"/>
                <a:gd name="T37" fmla="*/ 2147483646 h 753"/>
                <a:gd name="T38" fmla="*/ 2147483646 w 1502"/>
                <a:gd name="T39" fmla="*/ 2147483646 h 753"/>
                <a:gd name="T40" fmla="*/ 2147483646 w 1502"/>
                <a:gd name="T41" fmla="*/ 2147483646 h 753"/>
                <a:gd name="T42" fmla="*/ 2147483646 w 1502"/>
                <a:gd name="T43" fmla="*/ 2147483646 h 753"/>
                <a:gd name="T44" fmla="*/ 2147483646 w 1502"/>
                <a:gd name="T45" fmla="*/ 2147483646 h 753"/>
                <a:gd name="T46" fmla="*/ 2147483646 w 1502"/>
                <a:gd name="T47" fmla="*/ 2147483646 h 753"/>
                <a:gd name="T48" fmla="*/ 2147483646 w 1502"/>
                <a:gd name="T49" fmla="*/ 2147483646 h 753"/>
                <a:gd name="T50" fmla="*/ 2147483646 w 1502"/>
                <a:gd name="T51" fmla="*/ 2147483646 h 753"/>
                <a:gd name="T52" fmla="*/ 2147483646 w 1502"/>
                <a:gd name="T53" fmla="*/ 2147483646 h 753"/>
                <a:gd name="T54" fmla="*/ 2147483646 w 1502"/>
                <a:gd name="T55" fmla="*/ 2147483646 h 753"/>
                <a:gd name="T56" fmla="*/ 2147483646 w 1502"/>
                <a:gd name="T57" fmla="*/ 2147483646 h 753"/>
                <a:gd name="T58" fmla="*/ 2147483646 w 1502"/>
                <a:gd name="T59" fmla="*/ 2147483646 h 753"/>
                <a:gd name="T60" fmla="*/ 2147483646 w 1502"/>
                <a:gd name="T61" fmla="*/ 2147483646 h 753"/>
                <a:gd name="T62" fmla="*/ 2147483646 w 1502"/>
                <a:gd name="T63" fmla="*/ 2147483646 h 753"/>
                <a:gd name="T64" fmla="*/ 2147483646 w 1502"/>
                <a:gd name="T65" fmla="*/ 2147483646 h 753"/>
                <a:gd name="T66" fmla="*/ 2147483646 w 1502"/>
                <a:gd name="T67" fmla="*/ 2147483646 h 753"/>
                <a:gd name="T68" fmla="*/ 2147483646 w 1502"/>
                <a:gd name="T69" fmla="*/ 2147483646 h 753"/>
                <a:gd name="T70" fmla="*/ 2147483646 w 1502"/>
                <a:gd name="T71" fmla="*/ 2147483646 h 753"/>
                <a:gd name="T72" fmla="*/ 2147483646 w 1502"/>
                <a:gd name="T73" fmla="*/ 2147483646 h 753"/>
                <a:gd name="T74" fmla="*/ 2147483646 w 1502"/>
                <a:gd name="T75" fmla="*/ 2147483646 h 753"/>
                <a:gd name="T76" fmla="*/ 2147483646 w 1502"/>
                <a:gd name="T77" fmla="*/ 2147483646 h 753"/>
                <a:gd name="T78" fmla="*/ 2147483646 w 1502"/>
                <a:gd name="T79" fmla="*/ 2147483646 h 753"/>
                <a:gd name="T80" fmla="*/ 2147483646 w 1502"/>
                <a:gd name="T81" fmla="*/ 2147483646 h 753"/>
                <a:gd name="T82" fmla="*/ 2147483646 w 1502"/>
                <a:gd name="T83" fmla="*/ 2147483646 h 753"/>
                <a:gd name="T84" fmla="*/ 2147483646 w 1502"/>
                <a:gd name="T85" fmla="*/ 2147483646 h 753"/>
                <a:gd name="T86" fmla="*/ 2147483646 w 1502"/>
                <a:gd name="T87" fmla="*/ 0 h 75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02"/>
                <a:gd name="T133" fmla="*/ 0 h 753"/>
                <a:gd name="T134" fmla="*/ 1502 w 1502"/>
                <a:gd name="T135" fmla="*/ 753 h 75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02" h="753">
                  <a:moveTo>
                    <a:pt x="751" y="0"/>
                  </a:moveTo>
                  <a:lnTo>
                    <a:pt x="712" y="2"/>
                  </a:lnTo>
                  <a:lnTo>
                    <a:pt x="674" y="3"/>
                  </a:lnTo>
                  <a:lnTo>
                    <a:pt x="637" y="6"/>
                  </a:lnTo>
                  <a:lnTo>
                    <a:pt x="600" y="8"/>
                  </a:lnTo>
                  <a:lnTo>
                    <a:pt x="563" y="12"/>
                  </a:lnTo>
                  <a:lnTo>
                    <a:pt x="528" y="18"/>
                  </a:lnTo>
                  <a:lnTo>
                    <a:pt x="492" y="24"/>
                  </a:lnTo>
                  <a:lnTo>
                    <a:pt x="458" y="31"/>
                  </a:lnTo>
                  <a:lnTo>
                    <a:pt x="425" y="39"/>
                  </a:lnTo>
                  <a:lnTo>
                    <a:pt x="393" y="47"/>
                  </a:lnTo>
                  <a:lnTo>
                    <a:pt x="361" y="56"/>
                  </a:lnTo>
                  <a:lnTo>
                    <a:pt x="331" y="65"/>
                  </a:lnTo>
                  <a:lnTo>
                    <a:pt x="302" y="76"/>
                  </a:lnTo>
                  <a:lnTo>
                    <a:pt x="274" y="86"/>
                  </a:lnTo>
                  <a:lnTo>
                    <a:pt x="246" y="98"/>
                  </a:lnTo>
                  <a:lnTo>
                    <a:pt x="220" y="112"/>
                  </a:lnTo>
                  <a:lnTo>
                    <a:pt x="194" y="125"/>
                  </a:lnTo>
                  <a:lnTo>
                    <a:pt x="172" y="138"/>
                  </a:lnTo>
                  <a:lnTo>
                    <a:pt x="149" y="153"/>
                  </a:lnTo>
                  <a:lnTo>
                    <a:pt x="128" y="167"/>
                  </a:lnTo>
                  <a:lnTo>
                    <a:pt x="108" y="182"/>
                  </a:lnTo>
                  <a:lnTo>
                    <a:pt x="91" y="198"/>
                  </a:lnTo>
                  <a:lnTo>
                    <a:pt x="74" y="214"/>
                  </a:lnTo>
                  <a:lnTo>
                    <a:pt x="59" y="231"/>
                  </a:lnTo>
                  <a:lnTo>
                    <a:pt x="46" y="248"/>
                  </a:lnTo>
                  <a:lnTo>
                    <a:pt x="34" y="265"/>
                  </a:lnTo>
                  <a:lnTo>
                    <a:pt x="23" y="284"/>
                  </a:lnTo>
                  <a:lnTo>
                    <a:pt x="16" y="301"/>
                  </a:lnTo>
                  <a:lnTo>
                    <a:pt x="9" y="320"/>
                  </a:lnTo>
                  <a:lnTo>
                    <a:pt x="4" y="338"/>
                  </a:lnTo>
                  <a:lnTo>
                    <a:pt x="1" y="358"/>
                  </a:lnTo>
                  <a:lnTo>
                    <a:pt x="0" y="377"/>
                  </a:lnTo>
                  <a:lnTo>
                    <a:pt x="1" y="397"/>
                  </a:lnTo>
                  <a:lnTo>
                    <a:pt x="4" y="417"/>
                  </a:lnTo>
                  <a:lnTo>
                    <a:pt x="9" y="435"/>
                  </a:lnTo>
                  <a:lnTo>
                    <a:pt x="16" y="454"/>
                  </a:lnTo>
                  <a:lnTo>
                    <a:pt x="23" y="471"/>
                  </a:lnTo>
                  <a:lnTo>
                    <a:pt x="34" y="489"/>
                  </a:lnTo>
                  <a:lnTo>
                    <a:pt x="46" y="507"/>
                  </a:lnTo>
                  <a:lnTo>
                    <a:pt x="59" y="524"/>
                  </a:lnTo>
                  <a:lnTo>
                    <a:pt x="74" y="541"/>
                  </a:lnTo>
                  <a:lnTo>
                    <a:pt x="91" y="557"/>
                  </a:lnTo>
                  <a:lnTo>
                    <a:pt x="108" y="573"/>
                  </a:lnTo>
                  <a:lnTo>
                    <a:pt x="128" y="588"/>
                  </a:lnTo>
                  <a:lnTo>
                    <a:pt x="149" y="602"/>
                  </a:lnTo>
                  <a:lnTo>
                    <a:pt x="172" y="617"/>
                  </a:lnTo>
                  <a:lnTo>
                    <a:pt x="194" y="630"/>
                  </a:lnTo>
                  <a:lnTo>
                    <a:pt x="220" y="643"/>
                  </a:lnTo>
                  <a:lnTo>
                    <a:pt x="246" y="657"/>
                  </a:lnTo>
                  <a:lnTo>
                    <a:pt x="274" y="668"/>
                  </a:lnTo>
                  <a:lnTo>
                    <a:pt x="302" y="679"/>
                  </a:lnTo>
                  <a:lnTo>
                    <a:pt x="331" y="690"/>
                  </a:lnTo>
                  <a:lnTo>
                    <a:pt x="361" y="699"/>
                  </a:lnTo>
                  <a:lnTo>
                    <a:pt x="393" y="708"/>
                  </a:lnTo>
                  <a:lnTo>
                    <a:pt x="425" y="716"/>
                  </a:lnTo>
                  <a:lnTo>
                    <a:pt x="458" y="724"/>
                  </a:lnTo>
                  <a:lnTo>
                    <a:pt x="492" y="731"/>
                  </a:lnTo>
                  <a:lnTo>
                    <a:pt x="528" y="737"/>
                  </a:lnTo>
                  <a:lnTo>
                    <a:pt x="563" y="743"/>
                  </a:lnTo>
                  <a:lnTo>
                    <a:pt x="600" y="747"/>
                  </a:lnTo>
                  <a:lnTo>
                    <a:pt x="637" y="749"/>
                  </a:lnTo>
                  <a:lnTo>
                    <a:pt x="674" y="752"/>
                  </a:lnTo>
                  <a:lnTo>
                    <a:pt x="712" y="753"/>
                  </a:lnTo>
                  <a:lnTo>
                    <a:pt x="751" y="753"/>
                  </a:lnTo>
                  <a:lnTo>
                    <a:pt x="789" y="753"/>
                  </a:lnTo>
                  <a:lnTo>
                    <a:pt x="828" y="752"/>
                  </a:lnTo>
                  <a:lnTo>
                    <a:pt x="866" y="749"/>
                  </a:lnTo>
                  <a:lnTo>
                    <a:pt x="902" y="747"/>
                  </a:lnTo>
                  <a:lnTo>
                    <a:pt x="939" y="743"/>
                  </a:lnTo>
                  <a:lnTo>
                    <a:pt x="975" y="737"/>
                  </a:lnTo>
                  <a:lnTo>
                    <a:pt x="1009" y="731"/>
                  </a:lnTo>
                  <a:lnTo>
                    <a:pt x="1044" y="724"/>
                  </a:lnTo>
                  <a:lnTo>
                    <a:pt x="1077" y="716"/>
                  </a:lnTo>
                  <a:lnTo>
                    <a:pt x="1109" y="708"/>
                  </a:lnTo>
                  <a:lnTo>
                    <a:pt x="1140" y="699"/>
                  </a:lnTo>
                  <a:lnTo>
                    <a:pt x="1171" y="690"/>
                  </a:lnTo>
                  <a:lnTo>
                    <a:pt x="1200" y="679"/>
                  </a:lnTo>
                  <a:lnTo>
                    <a:pt x="1229" y="668"/>
                  </a:lnTo>
                  <a:lnTo>
                    <a:pt x="1256" y="657"/>
                  </a:lnTo>
                  <a:lnTo>
                    <a:pt x="1282" y="643"/>
                  </a:lnTo>
                  <a:lnTo>
                    <a:pt x="1307" y="630"/>
                  </a:lnTo>
                  <a:lnTo>
                    <a:pt x="1331" y="617"/>
                  </a:lnTo>
                  <a:lnTo>
                    <a:pt x="1354" y="602"/>
                  </a:lnTo>
                  <a:lnTo>
                    <a:pt x="1374" y="588"/>
                  </a:lnTo>
                  <a:lnTo>
                    <a:pt x="1393" y="573"/>
                  </a:lnTo>
                  <a:lnTo>
                    <a:pt x="1412" y="557"/>
                  </a:lnTo>
                  <a:lnTo>
                    <a:pt x="1428" y="541"/>
                  </a:lnTo>
                  <a:lnTo>
                    <a:pt x="1444" y="524"/>
                  </a:lnTo>
                  <a:lnTo>
                    <a:pt x="1457" y="507"/>
                  </a:lnTo>
                  <a:lnTo>
                    <a:pt x="1469" y="489"/>
                  </a:lnTo>
                  <a:lnTo>
                    <a:pt x="1478" y="471"/>
                  </a:lnTo>
                  <a:lnTo>
                    <a:pt x="1487" y="454"/>
                  </a:lnTo>
                  <a:lnTo>
                    <a:pt x="1494" y="435"/>
                  </a:lnTo>
                  <a:lnTo>
                    <a:pt x="1498" y="417"/>
                  </a:lnTo>
                  <a:lnTo>
                    <a:pt x="1501" y="397"/>
                  </a:lnTo>
                  <a:lnTo>
                    <a:pt x="1502" y="377"/>
                  </a:lnTo>
                  <a:lnTo>
                    <a:pt x="1501" y="358"/>
                  </a:lnTo>
                  <a:lnTo>
                    <a:pt x="1498" y="338"/>
                  </a:lnTo>
                  <a:lnTo>
                    <a:pt x="1494" y="320"/>
                  </a:lnTo>
                  <a:lnTo>
                    <a:pt x="1487" y="301"/>
                  </a:lnTo>
                  <a:lnTo>
                    <a:pt x="1478" y="284"/>
                  </a:lnTo>
                  <a:lnTo>
                    <a:pt x="1469" y="265"/>
                  </a:lnTo>
                  <a:lnTo>
                    <a:pt x="1457" y="248"/>
                  </a:lnTo>
                  <a:lnTo>
                    <a:pt x="1444" y="231"/>
                  </a:lnTo>
                  <a:lnTo>
                    <a:pt x="1428" y="214"/>
                  </a:lnTo>
                  <a:lnTo>
                    <a:pt x="1412" y="198"/>
                  </a:lnTo>
                  <a:lnTo>
                    <a:pt x="1393" y="182"/>
                  </a:lnTo>
                  <a:lnTo>
                    <a:pt x="1374" y="167"/>
                  </a:lnTo>
                  <a:lnTo>
                    <a:pt x="1354" y="153"/>
                  </a:lnTo>
                  <a:lnTo>
                    <a:pt x="1331" y="138"/>
                  </a:lnTo>
                  <a:lnTo>
                    <a:pt x="1307" y="125"/>
                  </a:lnTo>
                  <a:lnTo>
                    <a:pt x="1282" y="112"/>
                  </a:lnTo>
                  <a:lnTo>
                    <a:pt x="1256" y="98"/>
                  </a:lnTo>
                  <a:lnTo>
                    <a:pt x="1229" y="86"/>
                  </a:lnTo>
                  <a:lnTo>
                    <a:pt x="1200" y="76"/>
                  </a:lnTo>
                  <a:lnTo>
                    <a:pt x="1171" y="65"/>
                  </a:lnTo>
                  <a:lnTo>
                    <a:pt x="1140" y="56"/>
                  </a:lnTo>
                  <a:lnTo>
                    <a:pt x="1109" y="47"/>
                  </a:lnTo>
                  <a:lnTo>
                    <a:pt x="1077" y="39"/>
                  </a:lnTo>
                  <a:lnTo>
                    <a:pt x="1044" y="31"/>
                  </a:lnTo>
                  <a:lnTo>
                    <a:pt x="1009" y="24"/>
                  </a:lnTo>
                  <a:lnTo>
                    <a:pt x="975" y="18"/>
                  </a:lnTo>
                  <a:lnTo>
                    <a:pt x="939" y="12"/>
                  </a:lnTo>
                  <a:lnTo>
                    <a:pt x="902" y="8"/>
                  </a:lnTo>
                  <a:lnTo>
                    <a:pt x="866" y="6"/>
                  </a:lnTo>
                  <a:lnTo>
                    <a:pt x="828" y="3"/>
                  </a:lnTo>
                  <a:lnTo>
                    <a:pt x="789" y="2"/>
                  </a:lnTo>
                  <a:lnTo>
                    <a:pt x="751" y="0"/>
                  </a:lnTo>
                </a:path>
              </a:pathLst>
            </a:custGeom>
            <a:solidFill>
              <a:schemeClr val="bg1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08" name="Freeform 27">
              <a:extLst>
                <a:ext uri="{FF2B5EF4-FFF2-40B4-BE49-F238E27FC236}">
                  <a16:creationId xmlns:a16="http://schemas.microsoft.com/office/drawing/2014/main" id="{D5B1CD7B-E152-4179-9DD3-EBBB8E213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250" y="4321176"/>
              <a:ext cx="125413" cy="104775"/>
            </a:xfrm>
            <a:custGeom>
              <a:avLst/>
              <a:gdLst>
                <a:gd name="T0" fmla="*/ 2147483646 w 159"/>
                <a:gd name="T1" fmla="*/ 0 h 133"/>
                <a:gd name="T2" fmla="*/ 0 w 159"/>
                <a:gd name="T3" fmla="*/ 2147483646 h 133"/>
                <a:gd name="T4" fmla="*/ 2147483646 w 159"/>
                <a:gd name="T5" fmla="*/ 2147483646 h 133"/>
                <a:gd name="T6" fmla="*/ 2147483646 w 159"/>
                <a:gd name="T7" fmla="*/ 2147483646 h 133"/>
                <a:gd name="T8" fmla="*/ 2147483646 w 159"/>
                <a:gd name="T9" fmla="*/ 0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133"/>
                <a:gd name="T17" fmla="*/ 159 w 159"/>
                <a:gd name="T18" fmla="*/ 133 h 1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133">
                  <a:moveTo>
                    <a:pt x="106" y="0"/>
                  </a:moveTo>
                  <a:lnTo>
                    <a:pt x="0" y="133"/>
                  </a:lnTo>
                  <a:lnTo>
                    <a:pt x="159" y="53"/>
                  </a:lnTo>
                  <a:lnTo>
                    <a:pt x="133" y="27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09" name="Freeform 28">
              <a:extLst>
                <a:ext uri="{FF2B5EF4-FFF2-40B4-BE49-F238E27FC236}">
                  <a16:creationId xmlns:a16="http://schemas.microsoft.com/office/drawing/2014/main" id="{DBD01465-C0F2-4A9A-BF77-5605652CE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738" y="2079625"/>
              <a:ext cx="676275" cy="2257425"/>
            </a:xfrm>
            <a:custGeom>
              <a:avLst/>
              <a:gdLst>
                <a:gd name="T0" fmla="*/ 0 w 850"/>
                <a:gd name="T1" fmla="*/ 0 h 2845"/>
                <a:gd name="T2" fmla="*/ 2147483646 w 850"/>
                <a:gd name="T3" fmla="*/ 2147483646 h 2845"/>
                <a:gd name="T4" fmla="*/ 2147483646 w 850"/>
                <a:gd name="T5" fmla="*/ 2147483646 h 2845"/>
                <a:gd name="T6" fmla="*/ 2147483646 w 850"/>
                <a:gd name="T7" fmla="*/ 2147483646 h 2845"/>
                <a:gd name="T8" fmla="*/ 2147483646 w 850"/>
                <a:gd name="T9" fmla="*/ 2147483646 h 2845"/>
                <a:gd name="T10" fmla="*/ 2147483646 w 850"/>
                <a:gd name="T11" fmla="*/ 2147483646 h 2845"/>
                <a:gd name="T12" fmla="*/ 2147483646 w 850"/>
                <a:gd name="T13" fmla="*/ 2147483646 h 2845"/>
                <a:gd name="T14" fmla="*/ 2147483646 w 850"/>
                <a:gd name="T15" fmla="*/ 2147483646 h 2845"/>
                <a:gd name="T16" fmla="*/ 2147483646 w 850"/>
                <a:gd name="T17" fmla="*/ 2147483646 h 2845"/>
                <a:gd name="T18" fmla="*/ 2147483646 w 850"/>
                <a:gd name="T19" fmla="*/ 2147483646 h 2845"/>
                <a:gd name="T20" fmla="*/ 2147483646 w 850"/>
                <a:gd name="T21" fmla="*/ 2147483646 h 2845"/>
                <a:gd name="T22" fmla="*/ 2147483646 w 850"/>
                <a:gd name="T23" fmla="*/ 2147483646 h 2845"/>
                <a:gd name="T24" fmla="*/ 2147483646 w 850"/>
                <a:gd name="T25" fmla="*/ 2147483646 h 2845"/>
                <a:gd name="T26" fmla="*/ 2147483646 w 850"/>
                <a:gd name="T27" fmla="*/ 2147483646 h 2845"/>
                <a:gd name="T28" fmla="*/ 2147483646 w 850"/>
                <a:gd name="T29" fmla="*/ 2147483646 h 2845"/>
                <a:gd name="T30" fmla="*/ 2147483646 w 850"/>
                <a:gd name="T31" fmla="*/ 2147483646 h 2845"/>
                <a:gd name="T32" fmla="*/ 2147483646 w 850"/>
                <a:gd name="T33" fmla="*/ 2147483646 h 2845"/>
                <a:gd name="T34" fmla="*/ 2147483646 w 850"/>
                <a:gd name="T35" fmla="*/ 2147483646 h 2845"/>
                <a:gd name="T36" fmla="*/ 2147483646 w 850"/>
                <a:gd name="T37" fmla="*/ 2147483646 h 2845"/>
                <a:gd name="T38" fmla="*/ 2147483646 w 850"/>
                <a:gd name="T39" fmla="*/ 2147483646 h 2845"/>
                <a:gd name="T40" fmla="*/ 2147483646 w 850"/>
                <a:gd name="T41" fmla="*/ 2147483646 h 2845"/>
                <a:gd name="T42" fmla="*/ 2147483646 w 850"/>
                <a:gd name="T43" fmla="*/ 2147483646 h 2845"/>
                <a:gd name="T44" fmla="*/ 2147483646 w 850"/>
                <a:gd name="T45" fmla="*/ 2147483646 h 2845"/>
                <a:gd name="T46" fmla="*/ 2147483646 w 850"/>
                <a:gd name="T47" fmla="*/ 2147483646 h 2845"/>
                <a:gd name="T48" fmla="*/ 2147483646 w 850"/>
                <a:gd name="T49" fmla="*/ 2147483646 h 2845"/>
                <a:gd name="T50" fmla="*/ 2147483646 w 850"/>
                <a:gd name="T51" fmla="*/ 2147483646 h 2845"/>
                <a:gd name="T52" fmla="*/ 2147483646 w 850"/>
                <a:gd name="T53" fmla="*/ 2147483646 h 2845"/>
                <a:gd name="T54" fmla="*/ 2147483646 w 850"/>
                <a:gd name="T55" fmla="*/ 2147483646 h 2845"/>
                <a:gd name="T56" fmla="*/ 2147483646 w 850"/>
                <a:gd name="T57" fmla="*/ 2147483646 h 2845"/>
                <a:gd name="T58" fmla="*/ 2147483646 w 850"/>
                <a:gd name="T59" fmla="*/ 2147483646 h 2845"/>
                <a:gd name="T60" fmla="*/ 2147483646 w 850"/>
                <a:gd name="T61" fmla="*/ 2147483646 h 2845"/>
                <a:gd name="T62" fmla="*/ 2147483646 w 850"/>
                <a:gd name="T63" fmla="*/ 2147483646 h 2845"/>
                <a:gd name="T64" fmla="*/ 2147483646 w 850"/>
                <a:gd name="T65" fmla="*/ 2147483646 h 284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850"/>
                <a:gd name="T100" fmla="*/ 0 h 2845"/>
                <a:gd name="T101" fmla="*/ 850 w 850"/>
                <a:gd name="T102" fmla="*/ 2845 h 284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850" h="2845">
                  <a:moveTo>
                    <a:pt x="0" y="0"/>
                  </a:moveTo>
                  <a:lnTo>
                    <a:pt x="91" y="61"/>
                  </a:lnTo>
                  <a:lnTo>
                    <a:pt x="177" y="128"/>
                  </a:lnTo>
                  <a:lnTo>
                    <a:pt x="257" y="201"/>
                  </a:lnTo>
                  <a:lnTo>
                    <a:pt x="331" y="279"/>
                  </a:lnTo>
                  <a:lnTo>
                    <a:pt x="401" y="363"/>
                  </a:lnTo>
                  <a:lnTo>
                    <a:pt x="465" y="452"/>
                  </a:lnTo>
                  <a:lnTo>
                    <a:pt x="525" y="545"/>
                  </a:lnTo>
                  <a:lnTo>
                    <a:pt x="579" y="640"/>
                  </a:lnTo>
                  <a:lnTo>
                    <a:pt x="627" y="739"/>
                  </a:lnTo>
                  <a:lnTo>
                    <a:pt x="670" y="842"/>
                  </a:lnTo>
                  <a:lnTo>
                    <a:pt x="710" y="946"/>
                  </a:lnTo>
                  <a:lnTo>
                    <a:pt x="743" y="1052"/>
                  </a:lnTo>
                  <a:lnTo>
                    <a:pt x="772" y="1160"/>
                  </a:lnTo>
                  <a:lnTo>
                    <a:pt x="797" y="1268"/>
                  </a:lnTo>
                  <a:lnTo>
                    <a:pt x="817" y="1377"/>
                  </a:lnTo>
                  <a:lnTo>
                    <a:pt x="832" y="1486"/>
                  </a:lnTo>
                  <a:lnTo>
                    <a:pt x="843" y="1594"/>
                  </a:lnTo>
                  <a:lnTo>
                    <a:pt x="849" y="1702"/>
                  </a:lnTo>
                  <a:lnTo>
                    <a:pt x="850" y="1808"/>
                  </a:lnTo>
                  <a:lnTo>
                    <a:pt x="848" y="1913"/>
                  </a:lnTo>
                  <a:lnTo>
                    <a:pt x="841" y="2013"/>
                  </a:lnTo>
                  <a:lnTo>
                    <a:pt x="831" y="2113"/>
                  </a:lnTo>
                  <a:lnTo>
                    <a:pt x="815" y="2208"/>
                  </a:lnTo>
                  <a:lnTo>
                    <a:pt x="795" y="2300"/>
                  </a:lnTo>
                  <a:lnTo>
                    <a:pt x="772" y="2389"/>
                  </a:lnTo>
                  <a:lnTo>
                    <a:pt x="745" y="2471"/>
                  </a:lnTo>
                  <a:lnTo>
                    <a:pt x="714" y="2549"/>
                  </a:lnTo>
                  <a:lnTo>
                    <a:pt x="678" y="2621"/>
                  </a:lnTo>
                  <a:lnTo>
                    <a:pt x="640" y="2687"/>
                  </a:lnTo>
                  <a:lnTo>
                    <a:pt x="597" y="2746"/>
                  </a:lnTo>
                  <a:lnTo>
                    <a:pt x="551" y="2800"/>
                  </a:lnTo>
                  <a:lnTo>
                    <a:pt x="502" y="2845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10" name="Rectangle 29">
              <a:extLst>
                <a:ext uri="{FF2B5EF4-FFF2-40B4-BE49-F238E27FC236}">
                  <a16:creationId xmlns:a16="http://schemas.microsoft.com/office/drawing/2014/main" id="{835E4143-DA22-4CA0-A38A-61D80A4F8C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2650" y="1241425"/>
              <a:ext cx="19236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11" name="Freeform 30">
              <a:extLst>
                <a:ext uri="{FF2B5EF4-FFF2-40B4-BE49-F238E27FC236}">
                  <a16:creationId xmlns:a16="http://schemas.microsoft.com/office/drawing/2014/main" id="{91575CB5-ED17-46C3-B9DD-28A939AC0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600" y="1647825"/>
              <a:ext cx="125413" cy="104775"/>
            </a:xfrm>
            <a:custGeom>
              <a:avLst/>
              <a:gdLst>
                <a:gd name="T0" fmla="*/ 0 w 159"/>
                <a:gd name="T1" fmla="*/ 2147483646 h 133"/>
                <a:gd name="T2" fmla="*/ 2147483646 w 159"/>
                <a:gd name="T3" fmla="*/ 2147483646 h 133"/>
                <a:gd name="T4" fmla="*/ 2147483646 w 159"/>
                <a:gd name="T5" fmla="*/ 0 h 133"/>
                <a:gd name="T6" fmla="*/ 2147483646 w 159"/>
                <a:gd name="T7" fmla="*/ 2147483646 h 133"/>
                <a:gd name="T8" fmla="*/ 0 w 159"/>
                <a:gd name="T9" fmla="*/ 2147483646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133"/>
                <a:gd name="T17" fmla="*/ 159 w 159"/>
                <a:gd name="T18" fmla="*/ 133 h 1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133">
                  <a:moveTo>
                    <a:pt x="0" y="53"/>
                  </a:moveTo>
                  <a:lnTo>
                    <a:pt x="159" y="133"/>
                  </a:lnTo>
                  <a:lnTo>
                    <a:pt x="53" y="0"/>
                  </a:lnTo>
                  <a:lnTo>
                    <a:pt x="27" y="27"/>
                  </a:lnTo>
                  <a:lnTo>
                    <a:pt x="0" y="53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12" name="Line 31">
              <a:extLst>
                <a:ext uri="{FF2B5EF4-FFF2-40B4-BE49-F238E27FC236}">
                  <a16:creationId xmlns:a16="http://schemas.microsoft.com/office/drawing/2014/main" id="{B6CF6E6D-FA3E-47E2-AFD1-AF49088717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0463" y="1479550"/>
              <a:ext cx="231775" cy="188912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13" name="Rectangle 32">
              <a:extLst>
                <a:ext uri="{FF2B5EF4-FFF2-40B4-BE49-F238E27FC236}">
                  <a16:creationId xmlns:a16="http://schemas.microsoft.com/office/drawing/2014/main" id="{55BBDBC4-8FCB-4BD0-AA78-6F0C540550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2650" y="3687762"/>
              <a:ext cx="205184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14" name="Rectangle 33">
              <a:extLst>
                <a:ext uri="{FF2B5EF4-FFF2-40B4-BE49-F238E27FC236}">
                  <a16:creationId xmlns:a16="http://schemas.microsoft.com/office/drawing/2014/main" id="{97920FF1-1665-4079-8073-AF87D81CEA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9450" y="1258887"/>
              <a:ext cx="5842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Reset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15" name="Rectangle 34">
              <a:extLst>
                <a:ext uri="{FF2B5EF4-FFF2-40B4-BE49-F238E27FC236}">
                  <a16:creationId xmlns:a16="http://schemas.microsoft.com/office/drawing/2014/main" id="{9C930A9B-0986-4D74-A594-D2113E39F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4450" y="3043237"/>
              <a:ext cx="4445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gnt1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16" name="Rectangle 35">
              <a:extLst>
                <a:ext uri="{FF2B5EF4-FFF2-40B4-BE49-F238E27FC236}">
                  <a16:creationId xmlns:a16="http://schemas.microsoft.com/office/drawing/2014/main" id="{82E27C28-FD21-43A9-BD5A-4BB8D001DC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6413" y="3043237"/>
              <a:ext cx="234950" cy="269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17" name="Rectangle 36">
              <a:extLst>
                <a:ext uri="{FF2B5EF4-FFF2-40B4-BE49-F238E27FC236}">
                  <a16:creationId xmlns:a16="http://schemas.microsoft.com/office/drawing/2014/main" id="{89AF4B75-4331-4C63-B4D7-207020310B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8013" y="3138487"/>
              <a:ext cx="176212" cy="211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18" name="Rectangle 37">
              <a:extLst>
                <a:ext uri="{FF2B5EF4-FFF2-40B4-BE49-F238E27FC236}">
                  <a16:creationId xmlns:a16="http://schemas.microsoft.com/office/drawing/2014/main" id="{BBAB05E4-242B-4AEF-8B61-1F41A97231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8625" y="3036887"/>
              <a:ext cx="206375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panose="05050102010706020507" pitchFamily="18" charset="2"/>
                  <a:ea typeface="MS PGothic" panose="020B0600070205080204" pitchFamily="34" charset="-128"/>
                  <a:cs typeface="+mn-cs"/>
                </a:rPr>
                <a:t>¤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19" name="Rectangle 38">
              <a:extLst>
                <a:ext uri="{FF2B5EF4-FFF2-40B4-BE49-F238E27FC236}">
                  <a16:creationId xmlns:a16="http://schemas.microsoft.com/office/drawing/2014/main" id="{E91B828B-E6B0-4283-9D58-31D081536D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8838" y="3043237"/>
              <a:ext cx="2333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20" name="Freeform 39">
              <a:extLst>
                <a:ext uri="{FF2B5EF4-FFF2-40B4-BE49-F238E27FC236}">
                  <a16:creationId xmlns:a16="http://schemas.microsoft.com/office/drawing/2014/main" id="{3A1D7D9E-73C0-4F64-9D10-FA6EB8D90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925" y="4149726"/>
              <a:ext cx="1192213" cy="598487"/>
            </a:xfrm>
            <a:custGeom>
              <a:avLst/>
              <a:gdLst>
                <a:gd name="T0" fmla="*/ 2147483646 w 1502"/>
                <a:gd name="T1" fmla="*/ 2147483646 h 753"/>
                <a:gd name="T2" fmla="*/ 2147483646 w 1502"/>
                <a:gd name="T3" fmla="*/ 2147483646 h 753"/>
                <a:gd name="T4" fmla="*/ 2147483646 w 1502"/>
                <a:gd name="T5" fmla="*/ 2147483646 h 753"/>
                <a:gd name="T6" fmla="*/ 2147483646 w 1502"/>
                <a:gd name="T7" fmla="*/ 2147483646 h 753"/>
                <a:gd name="T8" fmla="*/ 2147483646 w 1502"/>
                <a:gd name="T9" fmla="*/ 2147483646 h 753"/>
                <a:gd name="T10" fmla="*/ 2147483646 w 1502"/>
                <a:gd name="T11" fmla="*/ 2147483646 h 753"/>
                <a:gd name="T12" fmla="*/ 2147483646 w 1502"/>
                <a:gd name="T13" fmla="*/ 2147483646 h 753"/>
                <a:gd name="T14" fmla="*/ 2147483646 w 1502"/>
                <a:gd name="T15" fmla="*/ 2147483646 h 753"/>
                <a:gd name="T16" fmla="*/ 2147483646 w 1502"/>
                <a:gd name="T17" fmla="*/ 2147483646 h 753"/>
                <a:gd name="T18" fmla="*/ 2147483646 w 1502"/>
                <a:gd name="T19" fmla="*/ 2147483646 h 753"/>
                <a:gd name="T20" fmla="*/ 0 w 1502"/>
                <a:gd name="T21" fmla="*/ 2147483646 h 753"/>
                <a:gd name="T22" fmla="*/ 2147483646 w 1502"/>
                <a:gd name="T23" fmla="*/ 2147483646 h 753"/>
                <a:gd name="T24" fmla="*/ 2147483646 w 1502"/>
                <a:gd name="T25" fmla="*/ 2147483646 h 753"/>
                <a:gd name="T26" fmla="*/ 2147483646 w 1502"/>
                <a:gd name="T27" fmla="*/ 2147483646 h 753"/>
                <a:gd name="T28" fmla="*/ 2147483646 w 1502"/>
                <a:gd name="T29" fmla="*/ 2147483646 h 753"/>
                <a:gd name="T30" fmla="*/ 2147483646 w 1502"/>
                <a:gd name="T31" fmla="*/ 2147483646 h 753"/>
                <a:gd name="T32" fmla="*/ 2147483646 w 1502"/>
                <a:gd name="T33" fmla="*/ 2147483646 h 753"/>
                <a:gd name="T34" fmla="*/ 2147483646 w 1502"/>
                <a:gd name="T35" fmla="*/ 2147483646 h 753"/>
                <a:gd name="T36" fmla="*/ 2147483646 w 1502"/>
                <a:gd name="T37" fmla="*/ 2147483646 h 753"/>
                <a:gd name="T38" fmla="*/ 2147483646 w 1502"/>
                <a:gd name="T39" fmla="*/ 2147483646 h 753"/>
                <a:gd name="T40" fmla="*/ 2147483646 w 1502"/>
                <a:gd name="T41" fmla="*/ 2147483646 h 753"/>
                <a:gd name="T42" fmla="*/ 2147483646 w 1502"/>
                <a:gd name="T43" fmla="*/ 2147483646 h 753"/>
                <a:gd name="T44" fmla="*/ 2147483646 w 1502"/>
                <a:gd name="T45" fmla="*/ 2147483646 h 753"/>
                <a:gd name="T46" fmla="*/ 2147483646 w 1502"/>
                <a:gd name="T47" fmla="*/ 2147483646 h 753"/>
                <a:gd name="T48" fmla="*/ 2147483646 w 1502"/>
                <a:gd name="T49" fmla="*/ 2147483646 h 753"/>
                <a:gd name="T50" fmla="*/ 2147483646 w 1502"/>
                <a:gd name="T51" fmla="*/ 2147483646 h 753"/>
                <a:gd name="T52" fmla="*/ 2147483646 w 1502"/>
                <a:gd name="T53" fmla="*/ 2147483646 h 753"/>
                <a:gd name="T54" fmla="*/ 2147483646 w 1502"/>
                <a:gd name="T55" fmla="*/ 2147483646 h 753"/>
                <a:gd name="T56" fmla="*/ 2147483646 w 1502"/>
                <a:gd name="T57" fmla="*/ 2147483646 h 753"/>
                <a:gd name="T58" fmla="*/ 2147483646 w 1502"/>
                <a:gd name="T59" fmla="*/ 2147483646 h 753"/>
                <a:gd name="T60" fmla="*/ 2147483646 w 1502"/>
                <a:gd name="T61" fmla="*/ 2147483646 h 753"/>
                <a:gd name="T62" fmla="*/ 2147483646 w 1502"/>
                <a:gd name="T63" fmla="*/ 2147483646 h 753"/>
                <a:gd name="T64" fmla="*/ 2147483646 w 1502"/>
                <a:gd name="T65" fmla="*/ 2147483646 h 753"/>
                <a:gd name="T66" fmla="*/ 2147483646 w 1502"/>
                <a:gd name="T67" fmla="*/ 2147483646 h 753"/>
                <a:gd name="T68" fmla="*/ 2147483646 w 1502"/>
                <a:gd name="T69" fmla="*/ 2147483646 h 753"/>
                <a:gd name="T70" fmla="*/ 2147483646 w 1502"/>
                <a:gd name="T71" fmla="*/ 2147483646 h 753"/>
                <a:gd name="T72" fmla="*/ 2147483646 w 1502"/>
                <a:gd name="T73" fmla="*/ 2147483646 h 753"/>
                <a:gd name="T74" fmla="*/ 2147483646 w 1502"/>
                <a:gd name="T75" fmla="*/ 2147483646 h 753"/>
                <a:gd name="T76" fmla="*/ 2147483646 w 1502"/>
                <a:gd name="T77" fmla="*/ 2147483646 h 753"/>
                <a:gd name="T78" fmla="*/ 2147483646 w 1502"/>
                <a:gd name="T79" fmla="*/ 2147483646 h 753"/>
                <a:gd name="T80" fmla="*/ 2147483646 w 1502"/>
                <a:gd name="T81" fmla="*/ 2147483646 h 753"/>
                <a:gd name="T82" fmla="*/ 2147483646 w 1502"/>
                <a:gd name="T83" fmla="*/ 2147483646 h 753"/>
                <a:gd name="T84" fmla="*/ 2147483646 w 1502"/>
                <a:gd name="T85" fmla="*/ 2147483646 h 753"/>
                <a:gd name="T86" fmla="*/ 2147483646 w 1502"/>
                <a:gd name="T87" fmla="*/ 0 h 75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02"/>
                <a:gd name="T133" fmla="*/ 0 h 753"/>
                <a:gd name="T134" fmla="*/ 1502 w 1502"/>
                <a:gd name="T135" fmla="*/ 753 h 75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02" h="753">
                  <a:moveTo>
                    <a:pt x="751" y="0"/>
                  </a:moveTo>
                  <a:lnTo>
                    <a:pt x="712" y="1"/>
                  </a:lnTo>
                  <a:lnTo>
                    <a:pt x="674" y="2"/>
                  </a:lnTo>
                  <a:lnTo>
                    <a:pt x="637" y="5"/>
                  </a:lnTo>
                  <a:lnTo>
                    <a:pt x="600" y="8"/>
                  </a:lnTo>
                  <a:lnTo>
                    <a:pt x="563" y="12"/>
                  </a:lnTo>
                  <a:lnTo>
                    <a:pt x="528" y="17"/>
                  </a:lnTo>
                  <a:lnTo>
                    <a:pt x="492" y="23"/>
                  </a:lnTo>
                  <a:lnTo>
                    <a:pt x="458" y="30"/>
                  </a:lnTo>
                  <a:lnTo>
                    <a:pt x="425" y="38"/>
                  </a:lnTo>
                  <a:lnTo>
                    <a:pt x="393" y="46"/>
                  </a:lnTo>
                  <a:lnTo>
                    <a:pt x="361" y="55"/>
                  </a:lnTo>
                  <a:lnTo>
                    <a:pt x="331" y="65"/>
                  </a:lnTo>
                  <a:lnTo>
                    <a:pt x="302" y="75"/>
                  </a:lnTo>
                  <a:lnTo>
                    <a:pt x="274" y="86"/>
                  </a:lnTo>
                  <a:lnTo>
                    <a:pt x="246" y="98"/>
                  </a:lnTo>
                  <a:lnTo>
                    <a:pt x="220" y="111"/>
                  </a:lnTo>
                  <a:lnTo>
                    <a:pt x="194" y="124"/>
                  </a:lnTo>
                  <a:lnTo>
                    <a:pt x="172" y="137"/>
                  </a:lnTo>
                  <a:lnTo>
                    <a:pt x="149" y="152"/>
                  </a:lnTo>
                  <a:lnTo>
                    <a:pt x="128" y="167"/>
                  </a:lnTo>
                  <a:lnTo>
                    <a:pt x="108" y="181"/>
                  </a:lnTo>
                  <a:lnTo>
                    <a:pt x="91" y="197"/>
                  </a:lnTo>
                  <a:lnTo>
                    <a:pt x="74" y="213"/>
                  </a:lnTo>
                  <a:lnTo>
                    <a:pt x="59" y="230"/>
                  </a:lnTo>
                  <a:lnTo>
                    <a:pt x="46" y="248"/>
                  </a:lnTo>
                  <a:lnTo>
                    <a:pt x="34" y="265"/>
                  </a:lnTo>
                  <a:lnTo>
                    <a:pt x="23" y="283"/>
                  </a:lnTo>
                  <a:lnTo>
                    <a:pt x="16" y="301"/>
                  </a:lnTo>
                  <a:lnTo>
                    <a:pt x="9" y="319"/>
                  </a:lnTo>
                  <a:lnTo>
                    <a:pt x="4" y="338"/>
                  </a:lnTo>
                  <a:lnTo>
                    <a:pt x="1" y="358"/>
                  </a:lnTo>
                  <a:lnTo>
                    <a:pt x="0" y="376"/>
                  </a:lnTo>
                  <a:lnTo>
                    <a:pt x="1" y="396"/>
                  </a:lnTo>
                  <a:lnTo>
                    <a:pt x="4" y="416"/>
                  </a:lnTo>
                  <a:lnTo>
                    <a:pt x="9" y="434"/>
                  </a:lnTo>
                  <a:lnTo>
                    <a:pt x="16" y="453"/>
                  </a:lnTo>
                  <a:lnTo>
                    <a:pt x="23" y="470"/>
                  </a:lnTo>
                  <a:lnTo>
                    <a:pt x="34" y="489"/>
                  </a:lnTo>
                  <a:lnTo>
                    <a:pt x="46" y="506"/>
                  </a:lnTo>
                  <a:lnTo>
                    <a:pt x="59" y="523"/>
                  </a:lnTo>
                  <a:lnTo>
                    <a:pt x="74" y="540"/>
                  </a:lnTo>
                  <a:lnTo>
                    <a:pt x="91" y="556"/>
                  </a:lnTo>
                  <a:lnTo>
                    <a:pt x="108" y="572"/>
                  </a:lnTo>
                  <a:lnTo>
                    <a:pt x="128" y="587"/>
                  </a:lnTo>
                  <a:lnTo>
                    <a:pt x="149" y="601"/>
                  </a:lnTo>
                  <a:lnTo>
                    <a:pt x="172" y="616"/>
                  </a:lnTo>
                  <a:lnTo>
                    <a:pt x="194" y="629"/>
                  </a:lnTo>
                  <a:lnTo>
                    <a:pt x="220" y="643"/>
                  </a:lnTo>
                  <a:lnTo>
                    <a:pt x="246" y="656"/>
                  </a:lnTo>
                  <a:lnTo>
                    <a:pt x="274" y="668"/>
                  </a:lnTo>
                  <a:lnTo>
                    <a:pt x="302" y="678"/>
                  </a:lnTo>
                  <a:lnTo>
                    <a:pt x="331" y="689"/>
                  </a:lnTo>
                  <a:lnTo>
                    <a:pt x="361" y="698"/>
                  </a:lnTo>
                  <a:lnTo>
                    <a:pt x="393" y="708"/>
                  </a:lnTo>
                  <a:lnTo>
                    <a:pt x="425" y="715"/>
                  </a:lnTo>
                  <a:lnTo>
                    <a:pt x="458" y="723"/>
                  </a:lnTo>
                  <a:lnTo>
                    <a:pt x="492" y="730"/>
                  </a:lnTo>
                  <a:lnTo>
                    <a:pt x="528" y="737"/>
                  </a:lnTo>
                  <a:lnTo>
                    <a:pt x="563" y="742"/>
                  </a:lnTo>
                  <a:lnTo>
                    <a:pt x="600" y="746"/>
                  </a:lnTo>
                  <a:lnTo>
                    <a:pt x="637" y="749"/>
                  </a:lnTo>
                  <a:lnTo>
                    <a:pt x="674" y="751"/>
                  </a:lnTo>
                  <a:lnTo>
                    <a:pt x="712" y="753"/>
                  </a:lnTo>
                  <a:lnTo>
                    <a:pt x="751" y="753"/>
                  </a:lnTo>
                  <a:lnTo>
                    <a:pt x="789" y="753"/>
                  </a:lnTo>
                  <a:lnTo>
                    <a:pt x="828" y="751"/>
                  </a:lnTo>
                  <a:lnTo>
                    <a:pt x="866" y="749"/>
                  </a:lnTo>
                  <a:lnTo>
                    <a:pt x="902" y="746"/>
                  </a:lnTo>
                  <a:lnTo>
                    <a:pt x="939" y="742"/>
                  </a:lnTo>
                  <a:lnTo>
                    <a:pt x="975" y="737"/>
                  </a:lnTo>
                  <a:lnTo>
                    <a:pt x="1009" y="730"/>
                  </a:lnTo>
                  <a:lnTo>
                    <a:pt x="1044" y="723"/>
                  </a:lnTo>
                  <a:lnTo>
                    <a:pt x="1077" y="715"/>
                  </a:lnTo>
                  <a:lnTo>
                    <a:pt x="1109" y="708"/>
                  </a:lnTo>
                  <a:lnTo>
                    <a:pt x="1140" y="698"/>
                  </a:lnTo>
                  <a:lnTo>
                    <a:pt x="1171" y="689"/>
                  </a:lnTo>
                  <a:lnTo>
                    <a:pt x="1200" y="678"/>
                  </a:lnTo>
                  <a:lnTo>
                    <a:pt x="1229" y="668"/>
                  </a:lnTo>
                  <a:lnTo>
                    <a:pt x="1256" y="656"/>
                  </a:lnTo>
                  <a:lnTo>
                    <a:pt x="1282" y="643"/>
                  </a:lnTo>
                  <a:lnTo>
                    <a:pt x="1307" y="629"/>
                  </a:lnTo>
                  <a:lnTo>
                    <a:pt x="1331" y="616"/>
                  </a:lnTo>
                  <a:lnTo>
                    <a:pt x="1354" y="601"/>
                  </a:lnTo>
                  <a:lnTo>
                    <a:pt x="1374" y="587"/>
                  </a:lnTo>
                  <a:lnTo>
                    <a:pt x="1393" y="572"/>
                  </a:lnTo>
                  <a:lnTo>
                    <a:pt x="1412" y="556"/>
                  </a:lnTo>
                  <a:lnTo>
                    <a:pt x="1428" y="540"/>
                  </a:lnTo>
                  <a:lnTo>
                    <a:pt x="1444" y="523"/>
                  </a:lnTo>
                  <a:lnTo>
                    <a:pt x="1457" y="506"/>
                  </a:lnTo>
                  <a:lnTo>
                    <a:pt x="1469" y="489"/>
                  </a:lnTo>
                  <a:lnTo>
                    <a:pt x="1478" y="470"/>
                  </a:lnTo>
                  <a:lnTo>
                    <a:pt x="1487" y="453"/>
                  </a:lnTo>
                  <a:lnTo>
                    <a:pt x="1494" y="434"/>
                  </a:lnTo>
                  <a:lnTo>
                    <a:pt x="1498" y="416"/>
                  </a:lnTo>
                  <a:lnTo>
                    <a:pt x="1501" y="396"/>
                  </a:lnTo>
                  <a:lnTo>
                    <a:pt x="1502" y="376"/>
                  </a:lnTo>
                  <a:lnTo>
                    <a:pt x="1501" y="358"/>
                  </a:lnTo>
                  <a:lnTo>
                    <a:pt x="1498" y="338"/>
                  </a:lnTo>
                  <a:lnTo>
                    <a:pt x="1494" y="319"/>
                  </a:lnTo>
                  <a:lnTo>
                    <a:pt x="1487" y="301"/>
                  </a:lnTo>
                  <a:lnTo>
                    <a:pt x="1478" y="283"/>
                  </a:lnTo>
                  <a:lnTo>
                    <a:pt x="1469" y="265"/>
                  </a:lnTo>
                  <a:lnTo>
                    <a:pt x="1457" y="248"/>
                  </a:lnTo>
                  <a:lnTo>
                    <a:pt x="1444" y="230"/>
                  </a:lnTo>
                  <a:lnTo>
                    <a:pt x="1428" y="213"/>
                  </a:lnTo>
                  <a:lnTo>
                    <a:pt x="1412" y="197"/>
                  </a:lnTo>
                  <a:lnTo>
                    <a:pt x="1393" y="181"/>
                  </a:lnTo>
                  <a:lnTo>
                    <a:pt x="1374" y="167"/>
                  </a:lnTo>
                  <a:lnTo>
                    <a:pt x="1354" y="152"/>
                  </a:lnTo>
                  <a:lnTo>
                    <a:pt x="1331" y="137"/>
                  </a:lnTo>
                  <a:lnTo>
                    <a:pt x="1307" y="124"/>
                  </a:lnTo>
                  <a:lnTo>
                    <a:pt x="1282" y="111"/>
                  </a:lnTo>
                  <a:lnTo>
                    <a:pt x="1256" y="98"/>
                  </a:lnTo>
                  <a:lnTo>
                    <a:pt x="1229" y="86"/>
                  </a:lnTo>
                  <a:lnTo>
                    <a:pt x="1200" y="75"/>
                  </a:lnTo>
                  <a:lnTo>
                    <a:pt x="1171" y="65"/>
                  </a:lnTo>
                  <a:lnTo>
                    <a:pt x="1140" y="55"/>
                  </a:lnTo>
                  <a:lnTo>
                    <a:pt x="1109" y="46"/>
                  </a:lnTo>
                  <a:lnTo>
                    <a:pt x="1077" y="38"/>
                  </a:lnTo>
                  <a:lnTo>
                    <a:pt x="1044" y="30"/>
                  </a:lnTo>
                  <a:lnTo>
                    <a:pt x="1009" y="23"/>
                  </a:lnTo>
                  <a:lnTo>
                    <a:pt x="975" y="17"/>
                  </a:lnTo>
                  <a:lnTo>
                    <a:pt x="939" y="12"/>
                  </a:lnTo>
                  <a:lnTo>
                    <a:pt x="902" y="8"/>
                  </a:lnTo>
                  <a:lnTo>
                    <a:pt x="866" y="5"/>
                  </a:lnTo>
                  <a:lnTo>
                    <a:pt x="828" y="2"/>
                  </a:lnTo>
                  <a:lnTo>
                    <a:pt x="789" y="1"/>
                  </a:lnTo>
                  <a:lnTo>
                    <a:pt x="751" y="0"/>
                  </a:lnTo>
                </a:path>
              </a:pathLst>
            </a:custGeom>
            <a:solidFill>
              <a:schemeClr val="bg1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21" name="Rectangle 40">
              <a:extLst>
                <a:ext uri="{FF2B5EF4-FFF2-40B4-BE49-F238E27FC236}">
                  <a16:creationId xmlns:a16="http://schemas.microsoft.com/office/drawing/2014/main" id="{33815DEC-2796-40BE-B5D7-2FAE2C684C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9138" y="3043237"/>
              <a:ext cx="2460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22" name="Rectangle 41">
              <a:extLst>
                <a:ext uri="{FF2B5EF4-FFF2-40B4-BE49-F238E27FC236}">
                  <a16:creationId xmlns:a16="http://schemas.microsoft.com/office/drawing/2014/main" id="{1378113A-D6E5-4BCD-BD0F-6520EE6A77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2650" y="4987926"/>
              <a:ext cx="19236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23" name="Rectangle 42">
              <a:extLst>
                <a:ext uri="{FF2B5EF4-FFF2-40B4-BE49-F238E27FC236}">
                  <a16:creationId xmlns:a16="http://schemas.microsoft.com/office/drawing/2014/main" id="{700EAA94-4B8C-4FF3-AD63-AD6E47A333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4450" y="4325938"/>
              <a:ext cx="4445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gnt2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24" name="Rectangle 43">
              <a:extLst>
                <a:ext uri="{FF2B5EF4-FFF2-40B4-BE49-F238E27FC236}">
                  <a16:creationId xmlns:a16="http://schemas.microsoft.com/office/drawing/2014/main" id="{53E53ABF-F270-4594-84C9-2A1B737F75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6413" y="4325938"/>
              <a:ext cx="234950" cy="269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25" name="Rectangle 44">
              <a:extLst>
                <a:ext uri="{FF2B5EF4-FFF2-40B4-BE49-F238E27FC236}">
                  <a16:creationId xmlns:a16="http://schemas.microsoft.com/office/drawing/2014/main" id="{D7DB0BF8-B280-4B26-8C9A-48881F987A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8013" y="4419601"/>
              <a:ext cx="176212" cy="211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26" name="Rectangle 45">
              <a:extLst>
                <a:ext uri="{FF2B5EF4-FFF2-40B4-BE49-F238E27FC236}">
                  <a16:creationId xmlns:a16="http://schemas.microsoft.com/office/drawing/2014/main" id="{148C695E-4521-4006-AC09-F2E1166048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8625" y="4319588"/>
              <a:ext cx="206375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panose="05050102010706020507" pitchFamily="18" charset="2"/>
                  <a:ea typeface="MS PGothic" panose="020B0600070205080204" pitchFamily="34" charset="-128"/>
                  <a:cs typeface="+mn-cs"/>
                </a:rPr>
                <a:t>¤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27" name="Rectangle 46">
              <a:extLst>
                <a:ext uri="{FF2B5EF4-FFF2-40B4-BE49-F238E27FC236}">
                  <a16:creationId xmlns:a16="http://schemas.microsoft.com/office/drawing/2014/main" id="{1E30AE7D-D528-4EFD-9F6F-0DD26084D1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8838" y="4325938"/>
              <a:ext cx="2333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28" name="Rectangle 48">
              <a:extLst>
                <a:ext uri="{FF2B5EF4-FFF2-40B4-BE49-F238E27FC236}">
                  <a16:creationId xmlns:a16="http://schemas.microsoft.com/office/drawing/2014/main" id="{A3E7EDB9-EC93-418E-BF08-4946E7916A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9138" y="4325938"/>
              <a:ext cx="2460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29" name="Freeform 55">
              <a:extLst>
                <a:ext uri="{FF2B5EF4-FFF2-40B4-BE49-F238E27FC236}">
                  <a16:creationId xmlns:a16="http://schemas.microsoft.com/office/drawing/2014/main" id="{AC5B7E06-BC82-4802-B63F-6A6D70C44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563" y="2720975"/>
              <a:ext cx="61912" cy="127000"/>
            </a:xfrm>
            <a:custGeom>
              <a:avLst/>
              <a:gdLst>
                <a:gd name="T0" fmla="*/ 0 w 80"/>
                <a:gd name="T1" fmla="*/ 0 h 159"/>
                <a:gd name="T2" fmla="*/ 2147483646 w 80"/>
                <a:gd name="T3" fmla="*/ 2147483646 h 159"/>
                <a:gd name="T4" fmla="*/ 2147483646 w 80"/>
                <a:gd name="T5" fmla="*/ 0 h 159"/>
                <a:gd name="T6" fmla="*/ 2147483646 w 80"/>
                <a:gd name="T7" fmla="*/ 0 h 159"/>
                <a:gd name="T8" fmla="*/ 0 w 80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59"/>
                <a:gd name="T17" fmla="*/ 80 w 80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59">
                  <a:moveTo>
                    <a:pt x="0" y="0"/>
                  </a:moveTo>
                  <a:lnTo>
                    <a:pt x="27" y="159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30" name="Freeform 56">
              <a:extLst>
                <a:ext uri="{FF2B5EF4-FFF2-40B4-BE49-F238E27FC236}">
                  <a16:creationId xmlns:a16="http://schemas.microsoft.com/office/drawing/2014/main" id="{882D4603-F31E-401A-8489-C831DFE86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863" y="2230437"/>
              <a:ext cx="50800" cy="484188"/>
            </a:xfrm>
            <a:custGeom>
              <a:avLst/>
              <a:gdLst>
                <a:gd name="T0" fmla="*/ 0 w 62"/>
                <a:gd name="T1" fmla="*/ 0 h 609"/>
                <a:gd name="T2" fmla="*/ 2147483646 w 62"/>
                <a:gd name="T3" fmla="*/ 2147483646 h 609"/>
                <a:gd name="T4" fmla="*/ 2147483646 w 62"/>
                <a:gd name="T5" fmla="*/ 2147483646 h 609"/>
                <a:gd name="T6" fmla="*/ 2147483646 w 62"/>
                <a:gd name="T7" fmla="*/ 2147483646 h 609"/>
                <a:gd name="T8" fmla="*/ 2147483646 w 62"/>
                <a:gd name="T9" fmla="*/ 2147483646 h 609"/>
                <a:gd name="T10" fmla="*/ 2147483646 w 62"/>
                <a:gd name="T11" fmla="*/ 2147483646 h 609"/>
                <a:gd name="T12" fmla="*/ 2147483646 w 62"/>
                <a:gd name="T13" fmla="*/ 2147483646 h 609"/>
                <a:gd name="T14" fmla="*/ 2147483646 w 62"/>
                <a:gd name="T15" fmla="*/ 2147483646 h 609"/>
                <a:gd name="T16" fmla="*/ 2147483646 w 62"/>
                <a:gd name="T17" fmla="*/ 2147483646 h 609"/>
                <a:gd name="T18" fmla="*/ 2147483646 w 62"/>
                <a:gd name="T19" fmla="*/ 2147483646 h 609"/>
                <a:gd name="T20" fmla="*/ 2147483646 w 62"/>
                <a:gd name="T21" fmla="*/ 2147483646 h 609"/>
                <a:gd name="T22" fmla="*/ 2147483646 w 62"/>
                <a:gd name="T23" fmla="*/ 2147483646 h 609"/>
                <a:gd name="T24" fmla="*/ 2147483646 w 62"/>
                <a:gd name="T25" fmla="*/ 2147483646 h 609"/>
                <a:gd name="T26" fmla="*/ 2147483646 w 62"/>
                <a:gd name="T27" fmla="*/ 2147483646 h 609"/>
                <a:gd name="T28" fmla="*/ 2147483646 w 62"/>
                <a:gd name="T29" fmla="*/ 2147483646 h 609"/>
                <a:gd name="T30" fmla="*/ 2147483646 w 62"/>
                <a:gd name="T31" fmla="*/ 2147483646 h 609"/>
                <a:gd name="T32" fmla="*/ 2147483646 w 62"/>
                <a:gd name="T33" fmla="*/ 2147483646 h 609"/>
                <a:gd name="T34" fmla="*/ 2147483646 w 62"/>
                <a:gd name="T35" fmla="*/ 2147483646 h 609"/>
                <a:gd name="T36" fmla="*/ 2147483646 w 62"/>
                <a:gd name="T37" fmla="*/ 2147483646 h 609"/>
                <a:gd name="T38" fmla="*/ 2147483646 w 62"/>
                <a:gd name="T39" fmla="*/ 2147483646 h 609"/>
                <a:gd name="T40" fmla="*/ 2147483646 w 62"/>
                <a:gd name="T41" fmla="*/ 2147483646 h 609"/>
                <a:gd name="T42" fmla="*/ 2147483646 w 62"/>
                <a:gd name="T43" fmla="*/ 2147483646 h 609"/>
                <a:gd name="T44" fmla="*/ 2147483646 w 62"/>
                <a:gd name="T45" fmla="*/ 2147483646 h 609"/>
                <a:gd name="T46" fmla="*/ 2147483646 w 62"/>
                <a:gd name="T47" fmla="*/ 2147483646 h 609"/>
                <a:gd name="T48" fmla="*/ 2147483646 w 62"/>
                <a:gd name="T49" fmla="*/ 2147483646 h 609"/>
                <a:gd name="T50" fmla="*/ 2147483646 w 62"/>
                <a:gd name="T51" fmla="*/ 2147483646 h 609"/>
                <a:gd name="T52" fmla="*/ 2147483646 w 62"/>
                <a:gd name="T53" fmla="*/ 2147483646 h 609"/>
                <a:gd name="T54" fmla="*/ 2147483646 w 62"/>
                <a:gd name="T55" fmla="*/ 2147483646 h 609"/>
                <a:gd name="T56" fmla="*/ 2147483646 w 62"/>
                <a:gd name="T57" fmla="*/ 2147483646 h 609"/>
                <a:gd name="T58" fmla="*/ 2147483646 w 62"/>
                <a:gd name="T59" fmla="*/ 2147483646 h 609"/>
                <a:gd name="T60" fmla="*/ 2147483646 w 62"/>
                <a:gd name="T61" fmla="*/ 2147483646 h 609"/>
                <a:gd name="T62" fmla="*/ 2147483646 w 62"/>
                <a:gd name="T63" fmla="*/ 2147483646 h 609"/>
                <a:gd name="T64" fmla="*/ 2147483646 w 62"/>
                <a:gd name="T65" fmla="*/ 2147483646 h 60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2"/>
                <a:gd name="T100" fmla="*/ 0 h 609"/>
                <a:gd name="T101" fmla="*/ 62 w 62"/>
                <a:gd name="T102" fmla="*/ 609 h 60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2" h="609">
                  <a:moveTo>
                    <a:pt x="0" y="0"/>
                  </a:moveTo>
                  <a:lnTo>
                    <a:pt x="6" y="17"/>
                  </a:lnTo>
                  <a:lnTo>
                    <a:pt x="13" y="34"/>
                  </a:lnTo>
                  <a:lnTo>
                    <a:pt x="18" y="51"/>
                  </a:lnTo>
                  <a:lnTo>
                    <a:pt x="24" y="69"/>
                  </a:lnTo>
                  <a:lnTo>
                    <a:pt x="29" y="87"/>
                  </a:lnTo>
                  <a:lnTo>
                    <a:pt x="33" y="104"/>
                  </a:lnTo>
                  <a:lnTo>
                    <a:pt x="37" y="123"/>
                  </a:lnTo>
                  <a:lnTo>
                    <a:pt x="41" y="141"/>
                  </a:lnTo>
                  <a:lnTo>
                    <a:pt x="45" y="160"/>
                  </a:lnTo>
                  <a:lnTo>
                    <a:pt x="47" y="179"/>
                  </a:lnTo>
                  <a:lnTo>
                    <a:pt x="50" y="197"/>
                  </a:lnTo>
                  <a:lnTo>
                    <a:pt x="53" y="216"/>
                  </a:lnTo>
                  <a:lnTo>
                    <a:pt x="55" y="236"/>
                  </a:lnTo>
                  <a:lnTo>
                    <a:pt x="57" y="254"/>
                  </a:lnTo>
                  <a:lnTo>
                    <a:pt x="58" y="274"/>
                  </a:lnTo>
                  <a:lnTo>
                    <a:pt x="59" y="294"/>
                  </a:lnTo>
                  <a:lnTo>
                    <a:pt x="61" y="314"/>
                  </a:lnTo>
                  <a:lnTo>
                    <a:pt x="61" y="332"/>
                  </a:lnTo>
                  <a:lnTo>
                    <a:pt x="62" y="352"/>
                  </a:lnTo>
                  <a:lnTo>
                    <a:pt x="62" y="372"/>
                  </a:lnTo>
                  <a:lnTo>
                    <a:pt x="62" y="392"/>
                  </a:lnTo>
                  <a:lnTo>
                    <a:pt x="62" y="412"/>
                  </a:lnTo>
                  <a:lnTo>
                    <a:pt x="61" y="432"/>
                  </a:lnTo>
                  <a:lnTo>
                    <a:pt x="61" y="452"/>
                  </a:lnTo>
                  <a:lnTo>
                    <a:pt x="59" y="472"/>
                  </a:lnTo>
                  <a:lnTo>
                    <a:pt x="58" y="491"/>
                  </a:lnTo>
                  <a:lnTo>
                    <a:pt x="57" y="511"/>
                  </a:lnTo>
                  <a:lnTo>
                    <a:pt x="55" y="531"/>
                  </a:lnTo>
                  <a:lnTo>
                    <a:pt x="54" y="550"/>
                  </a:lnTo>
                  <a:lnTo>
                    <a:pt x="53" y="570"/>
                  </a:lnTo>
                  <a:lnTo>
                    <a:pt x="50" y="590"/>
                  </a:lnTo>
                  <a:lnTo>
                    <a:pt x="49" y="609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31" name="Rectangle 58">
              <a:extLst>
                <a:ext uri="{FF2B5EF4-FFF2-40B4-BE49-F238E27FC236}">
                  <a16:creationId xmlns:a16="http://schemas.microsoft.com/office/drawing/2014/main" id="{C1312DFA-00AB-4CCE-9FD5-9806473B9D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275" y="2444750"/>
              <a:ext cx="205184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32" name="Rectangle 59">
              <a:extLst>
                <a:ext uri="{FF2B5EF4-FFF2-40B4-BE49-F238E27FC236}">
                  <a16:creationId xmlns:a16="http://schemas.microsoft.com/office/drawing/2014/main" id="{CD109006-3318-4614-A094-ECD995223A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0263" y="2444750"/>
              <a:ext cx="205184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33" name="Freeform 60">
              <a:extLst>
                <a:ext uri="{FF2B5EF4-FFF2-40B4-BE49-F238E27FC236}">
                  <a16:creationId xmlns:a16="http://schemas.microsoft.com/office/drawing/2014/main" id="{0F0E76B3-4DC4-49EC-B38D-789FD4869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100" y="2090737"/>
              <a:ext cx="104775" cy="104775"/>
            </a:xfrm>
            <a:custGeom>
              <a:avLst/>
              <a:gdLst>
                <a:gd name="T0" fmla="*/ 2147483646 w 132"/>
                <a:gd name="T1" fmla="*/ 2147483646 h 133"/>
                <a:gd name="T2" fmla="*/ 2147483646 w 132"/>
                <a:gd name="T3" fmla="*/ 0 h 133"/>
                <a:gd name="T4" fmla="*/ 0 w 132"/>
                <a:gd name="T5" fmla="*/ 2147483646 h 133"/>
                <a:gd name="T6" fmla="*/ 0 w 132"/>
                <a:gd name="T7" fmla="*/ 2147483646 h 133"/>
                <a:gd name="T8" fmla="*/ 2147483646 w 132"/>
                <a:gd name="T9" fmla="*/ 2147483646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2"/>
                <a:gd name="T16" fmla="*/ 0 h 133"/>
                <a:gd name="T17" fmla="*/ 132 w 132"/>
                <a:gd name="T18" fmla="*/ 133 h 1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2" h="133">
                  <a:moveTo>
                    <a:pt x="26" y="133"/>
                  </a:moveTo>
                  <a:lnTo>
                    <a:pt x="132" y="0"/>
                  </a:lnTo>
                  <a:lnTo>
                    <a:pt x="0" y="80"/>
                  </a:lnTo>
                  <a:lnTo>
                    <a:pt x="0" y="106"/>
                  </a:lnTo>
                  <a:lnTo>
                    <a:pt x="26" y="133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34" name="Freeform 61">
              <a:extLst>
                <a:ext uri="{FF2B5EF4-FFF2-40B4-BE49-F238E27FC236}">
                  <a16:creationId xmlns:a16="http://schemas.microsoft.com/office/drawing/2014/main" id="{2C943C45-25C5-4723-ACE0-B3B48DDB5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288" y="2174875"/>
              <a:ext cx="531812" cy="2265362"/>
            </a:xfrm>
            <a:custGeom>
              <a:avLst/>
              <a:gdLst>
                <a:gd name="T0" fmla="*/ 2147483646 w 669"/>
                <a:gd name="T1" fmla="*/ 0 h 2854"/>
                <a:gd name="T2" fmla="*/ 2147483646 w 669"/>
                <a:gd name="T3" fmla="*/ 2147483646 h 2854"/>
                <a:gd name="T4" fmla="*/ 2147483646 w 669"/>
                <a:gd name="T5" fmla="*/ 2147483646 h 2854"/>
                <a:gd name="T6" fmla="*/ 2147483646 w 669"/>
                <a:gd name="T7" fmla="*/ 2147483646 h 2854"/>
                <a:gd name="T8" fmla="*/ 2147483646 w 669"/>
                <a:gd name="T9" fmla="*/ 2147483646 h 2854"/>
                <a:gd name="T10" fmla="*/ 2147483646 w 669"/>
                <a:gd name="T11" fmla="*/ 2147483646 h 2854"/>
                <a:gd name="T12" fmla="*/ 2147483646 w 669"/>
                <a:gd name="T13" fmla="*/ 2147483646 h 2854"/>
                <a:gd name="T14" fmla="*/ 2147483646 w 669"/>
                <a:gd name="T15" fmla="*/ 2147483646 h 2854"/>
                <a:gd name="T16" fmla="*/ 2147483646 w 669"/>
                <a:gd name="T17" fmla="*/ 2147483646 h 2854"/>
                <a:gd name="T18" fmla="*/ 2147483646 w 669"/>
                <a:gd name="T19" fmla="*/ 2147483646 h 2854"/>
                <a:gd name="T20" fmla="*/ 2147483646 w 669"/>
                <a:gd name="T21" fmla="*/ 2147483646 h 2854"/>
                <a:gd name="T22" fmla="*/ 2147483646 w 669"/>
                <a:gd name="T23" fmla="*/ 2147483646 h 2854"/>
                <a:gd name="T24" fmla="*/ 2147483646 w 669"/>
                <a:gd name="T25" fmla="*/ 2147483646 h 2854"/>
                <a:gd name="T26" fmla="*/ 2147483646 w 669"/>
                <a:gd name="T27" fmla="*/ 2147483646 h 2854"/>
                <a:gd name="T28" fmla="*/ 2147483646 w 669"/>
                <a:gd name="T29" fmla="*/ 2147483646 h 2854"/>
                <a:gd name="T30" fmla="*/ 2147483646 w 669"/>
                <a:gd name="T31" fmla="*/ 2147483646 h 2854"/>
                <a:gd name="T32" fmla="*/ 0 w 669"/>
                <a:gd name="T33" fmla="*/ 2147483646 h 2854"/>
                <a:gd name="T34" fmla="*/ 2147483646 w 669"/>
                <a:gd name="T35" fmla="*/ 2147483646 h 2854"/>
                <a:gd name="T36" fmla="*/ 2147483646 w 669"/>
                <a:gd name="T37" fmla="*/ 2147483646 h 2854"/>
                <a:gd name="T38" fmla="*/ 2147483646 w 669"/>
                <a:gd name="T39" fmla="*/ 2147483646 h 2854"/>
                <a:gd name="T40" fmla="*/ 2147483646 w 669"/>
                <a:gd name="T41" fmla="*/ 2147483646 h 2854"/>
                <a:gd name="T42" fmla="*/ 2147483646 w 669"/>
                <a:gd name="T43" fmla="*/ 2147483646 h 2854"/>
                <a:gd name="T44" fmla="*/ 2147483646 w 669"/>
                <a:gd name="T45" fmla="*/ 2147483646 h 2854"/>
                <a:gd name="T46" fmla="*/ 2147483646 w 669"/>
                <a:gd name="T47" fmla="*/ 2147483646 h 2854"/>
                <a:gd name="T48" fmla="*/ 2147483646 w 669"/>
                <a:gd name="T49" fmla="*/ 2147483646 h 2854"/>
                <a:gd name="T50" fmla="*/ 2147483646 w 669"/>
                <a:gd name="T51" fmla="*/ 2147483646 h 2854"/>
                <a:gd name="T52" fmla="*/ 2147483646 w 669"/>
                <a:gd name="T53" fmla="*/ 2147483646 h 2854"/>
                <a:gd name="T54" fmla="*/ 2147483646 w 669"/>
                <a:gd name="T55" fmla="*/ 2147483646 h 2854"/>
                <a:gd name="T56" fmla="*/ 2147483646 w 669"/>
                <a:gd name="T57" fmla="*/ 2147483646 h 2854"/>
                <a:gd name="T58" fmla="*/ 2147483646 w 669"/>
                <a:gd name="T59" fmla="*/ 2147483646 h 2854"/>
                <a:gd name="T60" fmla="*/ 2147483646 w 669"/>
                <a:gd name="T61" fmla="*/ 2147483646 h 2854"/>
                <a:gd name="T62" fmla="*/ 2147483646 w 669"/>
                <a:gd name="T63" fmla="*/ 2147483646 h 2854"/>
                <a:gd name="T64" fmla="*/ 2147483646 w 669"/>
                <a:gd name="T65" fmla="*/ 2147483646 h 285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69"/>
                <a:gd name="T100" fmla="*/ 0 h 2854"/>
                <a:gd name="T101" fmla="*/ 669 w 669"/>
                <a:gd name="T102" fmla="*/ 2854 h 2854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69" h="2854">
                  <a:moveTo>
                    <a:pt x="669" y="0"/>
                  </a:moveTo>
                  <a:lnTo>
                    <a:pt x="580" y="69"/>
                  </a:lnTo>
                  <a:lnTo>
                    <a:pt x="498" y="145"/>
                  </a:lnTo>
                  <a:lnTo>
                    <a:pt x="424" y="226"/>
                  </a:lnTo>
                  <a:lnTo>
                    <a:pt x="355" y="312"/>
                  </a:lnTo>
                  <a:lnTo>
                    <a:pt x="294" y="403"/>
                  </a:lnTo>
                  <a:lnTo>
                    <a:pt x="238" y="500"/>
                  </a:lnTo>
                  <a:lnTo>
                    <a:pt x="189" y="600"/>
                  </a:lnTo>
                  <a:lnTo>
                    <a:pt x="147" y="703"/>
                  </a:lnTo>
                  <a:lnTo>
                    <a:pt x="110" y="809"/>
                  </a:lnTo>
                  <a:lnTo>
                    <a:pt x="78" y="918"/>
                  </a:lnTo>
                  <a:lnTo>
                    <a:pt x="52" y="1028"/>
                  </a:lnTo>
                  <a:lnTo>
                    <a:pt x="32" y="1139"/>
                  </a:lnTo>
                  <a:lnTo>
                    <a:pt x="16" y="1252"/>
                  </a:lnTo>
                  <a:lnTo>
                    <a:pt x="6" y="1364"/>
                  </a:lnTo>
                  <a:lnTo>
                    <a:pt x="1" y="1476"/>
                  </a:lnTo>
                  <a:lnTo>
                    <a:pt x="0" y="1588"/>
                  </a:lnTo>
                  <a:lnTo>
                    <a:pt x="4" y="1699"/>
                  </a:lnTo>
                  <a:lnTo>
                    <a:pt x="12" y="1807"/>
                  </a:lnTo>
                  <a:lnTo>
                    <a:pt x="25" y="1913"/>
                  </a:lnTo>
                  <a:lnTo>
                    <a:pt x="41" y="2017"/>
                  </a:lnTo>
                  <a:lnTo>
                    <a:pt x="61" y="2117"/>
                  </a:lnTo>
                  <a:lnTo>
                    <a:pt x="86" y="2214"/>
                  </a:lnTo>
                  <a:lnTo>
                    <a:pt x="114" y="2306"/>
                  </a:lnTo>
                  <a:lnTo>
                    <a:pt x="144" y="2393"/>
                  </a:lnTo>
                  <a:lnTo>
                    <a:pt x="179" y="2475"/>
                  </a:lnTo>
                  <a:lnTo>
                    <a:pt x="216" y="2551"/>
                  </a:lnTo>
                  <a:lnTo>
                    <a:pt x="257" y="2621"/>
                  </a:lnTo>
                  <a:lnTo>
                    <a:pt x="299" y="2683"/>
                  </a:lnTo>
                  <a:lnTo>
                    <a:pt x="344" y="2739"/>
                  </a:lnTo>
                  <a:lnTo>
                    <a:pt x="393" y="2786"/>
                  </a:lnTo>
                  <a:lnTo>
                    <a:pt x="444" y="2825"/>
                  </a:lnTo>
                  <a:lnTo>
                    <a:pt x="495" y="2854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35" name="Rectangle 62">
              <a:extLst>
                <a:ext uri="{FF2B5EF4-FFF2-40B4-BE49-F238E27FC236}">
                  <a16:creationId xmlns:a16="http://schemas.microsoft.com/office/drawing/2014/main" id="{EB7EA456-8B58-49DD-A7BD-EA587610B8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9400" y="3733800"/>
              <a:ext cx="19236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36" name="Rectangle 65">
              <a:extLst>
                <a:ext uri="{FF2B5EF4-FFF2-40B4-BE49-F238E27FC236}">
                  <a16:creationId xmlns:a16="http://schemas.microsoft.com/office/drawing/2014/main" id="{1A7E7667-1650-4BFB-83AB-F1794E8FBC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7200" y="3733800"/>
              <a:ext cx="19236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37" name="Freeform 69">
              <a:extLst>
                <a:ext uri="{FF2B5EF4-FFF2-40B4-BE49-F238E27FC236}">
                  <a16:creationId xmlns:a16="http://schemas.microsoft.com/office/drawing/2014/main" id="{98C82A6E-FD80-4FEF-8A2E-4ACFDC00B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650" y="2259012"/>
              <a:ext cx="63500" cy="125413"/>
            </a:xfrm>
            <a:custGeom>
              <a:avLst/>
              <a:gdLst>
                <a:gd name="T0" fmla="*/ 2147483646 w 79"/>
                <a:gd name="T1" fmla="*/ 2147483646 h 159"/>
                <a:gd name="T2" fmla="*/ 2147483646 w 79"/>
                <a:gd name="T3" fmla="*/ 0 h 159"/>
                <a:gd name="T4" fmla="*/ 0 w 79"/>
                <a:gd name="T5" fmla="*/ 2147483646 h 159"/>
                <a:gd name="T6" fmla="*/ 2147483646 w 79"/>
                <a:gd name="T7" fmla="*/ 2147483646 h 159"/>
                <a:gd name="T8" fmla="*/ 2147483646 w 79"/>
                <a:gd name="T9" fmla="*/ 2147483646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9"/>
                <a:gd name="T16" fmla="*/ 0 h 159"/>
                <a:gd name="T17" fmla="*/ 79 w 79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9" h="159">
                  <a:moveTo>
                    <a:pt x="79" y="159"/>
                  </a:moveTo>
                  <a:lnTo>
                    <a:pt x="79" y="0"/>
                  </a:lnTo>
                  <a:lnTo>
                    <a:pt x="0" y="159"/>
                  </a:lnTo>
                  <a:lnTo>
                    <a:pt x="26" y="159"/>
                  </a:lnTo>
                  <a:lnTo>
                    <a:pt x="79" y="159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38" name="Freeform 70">
              <a:extLst>
                <a:ext uri="{FF2B5EF4-FFF2-40B4-BE49-F238E27FC236}">
                  <a16:creationId xmlns:a16="http://schemas.microsoft.com/office/drawing/2014/main" id="{8890AEF3-559D-49EC-A4F7-246E2C296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350" y="2392362"/>
              <a:ext cx="34925" cy="485775"/>
            </a:xfrm>
            <a:custGeom>
              <a:avLst/>
              <a:gdLst>
                <a:gd name="T0" fmla="*/ 2147483646 w 46"/>
                <a:gd name="T1" fmla="*/ 0 h 613"/>
                <a:gd name="T2" fmla="*/ 2147483646 w 46"/>
                <a:gd name="T3" fmla="*/ 2147483646 h 613"/>
                <a:gd name="T4" fmla="*/ 2147483646 w 46"/>
                <a:gd name="T5" fmla="*/ 2147483646 h 613"/>
                <a:gd name="T6" fmla="*/ 2147483646 w 46"/>
                <a:gd name="T7" fmla="*/ 2147483646 h 613"/>
                <a:gd name="T8" fmla="*/ 2147483646 w 46"/>
                <a:gd name="T9" fmla="*/ 2147483646 h 613"/>
                <a:gd name="T10" fmla="*/ 2147483646 w 46"/>
                <a:gd name="T11" fmla="*/ 2147483646 h 613"/>
                <a:gd name="T12" fmla="*/ 2147483646 w 46"/>
                <a:gd name="T13" fmla="*/ 2147483646 h 613"/>
                <a:gd name="T14" fmla="*/ 2147483646 w 46"/>
                <a:gd name="T15" fmla="*/ 2147483646 h 613"/>
                <a:gd name="T16" fmla="*/ 0 w 46"/>
                <a:gd name="T17" fmla="*/ 2147483646 h 613"/>
                <a:gd name="T18" fmla="*/ 0 w 46"/>
                <a:gd name="T19" fmla="*/ 2147483646 h 613"/>
                <a:gd name="T20" fmla="*/ 0 w 46"/>
                <a:gd name="T21" fmla="*/ 2147483646 h 613"/>
                <a:gd name="T22" fmla="*/ 0 w 46"/>
                <a:gd name="T23" fmla="*/ 2147483646 h 613"/>
                <a:gd name="T24" fmla="*/ 2147483646 w 46"/>
                <a:gd name="T25" fmla="*/ 2147483646 h 613"/>
                <a:gd name="T26" fmla="*/ 2147483646 w 46"/>
                <a:gd name="T27" fmla="*/ 2147483646 h 613"/>
                <a:gd name="T28" fmla="*/ 2147483646 w 46"/>
                <a:gd name="T29" fmla="*/ 2147483646 h 613"/>
                <a:gd name="T30" fmla="*/ 2147483646 w 46"/>
                <a:gd name="T31" fmla="*/ 2147483646 h 613"/>
                <a:gd name="T32" fmla="*/ 2147483646 w 46"/>
                <a:gd name="T33" fmla="*/ 2147483646 h 613"/>
                <a:gd name="T34" fmla="*/ 2147483646 w 46"/>
                <a:gd name="T35" fmla="*/ 2147483646 h 613"/>
                <a:gd name="T36" fmla="*/ 2147483646 w 46"/>
                <a:gd name="T37" fmla="*/ 2147483646 h 613"/>
                <a:gd name="T38" fmla="*/ 2147483646 w 46"/>
                <a:gd name="T39" fmla="*/ 2147483646 h 613"/>
                <a:gd name="T40" fmla="*/ 2147483646 w 46"/>
                <a:gd name="T41" fmla="*/ 2147483646 h 613"/>
                <a:gd name="T42" fmla="*/ 2147483646 w 46"/>
                <a:gd name="T43" fmla="*/ 2147483646 h 613"/>
                <a:gd name="T44" fmla="*/ 2147483646 w 46"/>
                <a:gd name="T45" fmla="*/ 2147483646 h 613"/>
                <a:gd name="T46" fmla="*/ 2147483646 w 46"/>
                <a:gd name="T47" fmla="*/ 2147483646 h 613"/>
                <a:gd name="T48" fmla="*/ 2147483646 w 46"/>
                <a:gd name="T49" fmla="*/ 2147483646 h 613"/>
                <a:gd name="T50" fmla="*/ 2147483646 w 46"/>
                <a:gd name="T51" fmla="*/ 2147483646 h 613"/>
                <a:gd name="T52" fmla="*/ 2147483646 w 46"/>
                <a:gd name="T53" fmla="*/ 2147483646 h 613"/>
                <a:gd name="T54" fmla="*/ 2147483646 w 46"/>
                <a:gd name="T55" fmla="*/ 2147483646 h 613"/>
                <a:gd name="T56" fmla="*/ 2147483646 w 46"/>
                <a:gd name="T57" fmla="*/ 2147483646 h 613"/>
                <a:gd name="T58" fmla="*/ 2147483646 w 46"/>
                <a:gd name="T59" fmla="*/ 2147483646 h 613"/>
                <a:gd name="T60" fmla="*/ 2147483646 w 46"/>
                <a:gd name="T61" fmla="*/ 2147483646 h 613"/>
                <a:gd name="T62" fmla="*/ 2147483646 w 46"/>
                <a:gd name="T63" fmla="*/ 2147483646 h 613"/>
                <a:gd name="T64" fmla="*/ 2147483646 w 46"/>
                <a:gd name="T65" fmla="*/ 2147483646 h 61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46"/>
                <a:gd name="T100" fmla="*/ 0 h 613"/>
                <a:gd name="T101" fmla="*/ 46 w 46"/>
                <a:gd name="T102" fmla="*/ 613 h 61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46" h="613">
                  <a:moveTo>
                    <a:pt x="20" y="0"/>
                  </a:moveTo>
                  <a:lnTo>
                    <a:pt x="16" y="19"/>
                  </a:lnTo>
                  <a:lnTo>
                    <a:pt x="12" y="38"/>
                  </a:lnTo>
                  <a:lnTo>
                    <a:pt x="10" y="56"/>
                  </a:lnTo>
                  <a:lnTo>
                    <a:pt x="7" y="75"/>
                  </a:lnTo>
                  <a:lnTo>
                    <a:pt x="4" y="95"/>
                  </a:lnTo>
                  <a:lnTo>
                    <a:pt x="3" y="113"/>
                  </a:lnTo>
                  <a:lnTo>
                    <a:pt x="2" y="133"/>
                  </a:lnTo>
                  <a:lnTo>
                    <a:pt x="0" y="153"/>
                  </a:lnTo>
                  <a:lnTo>
                    <a:pt x="0" y="171"/>
                  </a:lnTo>
                  <a:lnTo>
                    <a:pt x="0" y="191"/>
                  </a:lnTo>
                  <a:lnTo>
                    <a:pt x="0" y="211"/>
                  </a:lnTo>
                  <a:lnTo>
                    <a:pt x="2" y="231"/>
                  </a:lnTo>
                  <a:lnTo>
                    <a:pt x="2" y="251"/>
                  </a:lnTo>
                  <a:lnTo>
                    <a:pt x="3" y="271"/>
                  </a:lnTo>
                  <a:lnTo>
                    <a:pt x="4" y="289"/>
                  </a:lnTo>
                  <a:lnTo>
                    <a:pt x="6" y="309"/>
                  </a:lnTo>
                  <a:lnTo>
                    <a:pt x="8" y="329"/>
                  </a:lnTo>
                  <a:lnTo>
                    <a:pt x="10" y="349"/>
                  </a:lnTo>
                  <a:lnTo>
                    <a:pt x="12" y="369"/>
                  </a:lnTo>
                  <a:lnTo>
                    <a:pt x="15" y="389"/>
                  </a:lnTo>
                  <a:lnTo>
                    <a:pt x="18" y="407"/>
                  </a:lnTo>
                  <a:lnTo>
                    <a:pt x="20" y="427"/>
                  </a:lnTo>
                  <a:lnTo>
                    <a:pt x="23" y="446"/>
                  </a:lnTo>
                  <a:lnTo>
                    <a:pt x="26" y="466"/>
                  </a:lnTo>
                  <a:lnTo>
                    <a:pt x="28" y="484"/>
                  </a:lnTo>
                  <a:lnTo>
                    <a:pt x="31" y="503"/>
                  </a:lnTo>
                  <a:lnTo>
                    <a:pt x="34" y="521"/>
                  </a:lnTo>
                  <a:lnTo>
                    <a:pt x="36" y="540"/>
                  </a:lnTo>
                  <a:lnTo>
                    <a:pt x="38" y="559"/>
                  </a:lnTo>
                  <a:lnTo>
                    <a:pt x="40" y="577"/>
                  </a:lnTo>
                  <a:lnTo>
                    <a:pt x="43" y="594"/>
                  </a:lnTo>
                  <a:lnTo>
                    <a:pt x="46" y="613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06498" name="Rectangle 2">
            <a:extLst>
              <a:ext uri="{FF2B5EF4-FFF2-40B4-BE49-F238E27FC236}">
                <a16:creationId xmlns:a16="http://schemas.microsoft.com/office/drawing/2014/main" id="{FB82DDFA-2A06-448C-8AF3-5A2B70B360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State diagram for the simpler arbiter</a:t>
            </a:r>
          </a:p>
        </p:txBody>
      </p:sp>
    </p:spTree>
    <p:extLst>
      <p:ext uri="{BB962C8B-B14F-4D97-AF65-F5344CB8AC3E}">
        <p14:creationId xmlns:p14="http://schemas.microsoft.com/office/powerpoint/2010/main" val="1132836369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7521" name="Picture 1" descr="Screen shot 2014-04-25 at 12.56.25 PM.png">
            <a:extLst>
              <a:ext uri="{FF2B5EF4-FFF2-40B4-BE49-F238E27FC236}">
                <a16:creationId xmlns:a16="http://schemas.microsoft.com/office/drawing/2014/main" id="{373A5B25-6273-44D7-8B03-E2381061E01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62600" y="990600"/>
            <a:ext cx="3359150" cy="5580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7522" name="Rectangle 2">
            <a:extLst>
              <a:ext uri="{FF2B5EF4-FFF2-40B4-BE49-F238E27FC236}">
                <a16:creationId xmlns:a16="http://schemas.microsoft.com/office/drawing/2014/main" id="{E68631B2-6E04-4BB5-97B6-3AAE45042F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State diagram for the arbiter circuit</a:t>
            </a:r>
          </a:p>
        </p:txBody>
      </p:sp>
      <p:grpSp>
        <p:nvGrpSpPr>
          <p:cNvPr id="4" name="Group 1">
            <a:extLst>
              <a:ext uri="{FF2B5EF4-FFF2-40B4-BE49-F238E27FC236}">
                <a16:creationId xmlns:a16="http://schemas.microsoft.com/office/drawing/2014/main" id="{0804DBED-ECE6-48BD-8109-7EA7DD927BCE}"/>
              </a:ext>
            </a:extLst>
          </p:cNvPr>
          <p:cNvGrpSpPr>
            <a:grpSpLocks/>
          </p:cNvGrpSpPr>
          <p:nvPr/>
        </p:nvGrpSpPr>
        <p:grpSpPr bwMode="auto">
          <a:xfrm>
            <a:off x="990600" y="1417637"/>
            <a:ext cx="2555875" cy="4144963"/>
            <a:chOff x="2997200" y="1143000"/>
            <a:chExt cx="2554560" cy="4144963"/>
          </a:xfrm>
        </p:grpSpPr>
        <p:sp>
          <p:nvSpPr>
            <p:cNvPr id="5" name="Freeform 9">
              <a:extLst>
                <a:ext uri="{FF2B5EF4-FFF2-40B4-BE49-F238E27FC236}">
                  <a16:creationId xmlns:a16="http://schemas.microsoft.com/office/drawing/2014/main" id="{27E87005-A68D-4B08-9D8C-5EC9C7C41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700" y="4741863"/>
              <a:ext cx="104775" cy="104775"/>
            </a:xfrm>
            <a:custGeom>
              <a:avLst/>
              <a:gdLst>
                <a:gd name="T0" fmla="*/ 2147483646 w 133"/>
                <a:gd name="T1" fmla="*/ 2147483646 h 132"/>
                <a:gd name="T2" fmla="*/ 0 w 133"/>
                <a:gd name="T3" fmla="*/ 0 h 132"/>
                <a:gd name="T4" fmla="*/ 2147483646 w 133"/>
                <a:gd name="T5" fmla="*/ 2147483646 h 132"/>
                <a:gd name="T6" fmla="*/ 2147483646 w 133"/>
                <a:gd name="T7" fmla="*/ 2147483646 h 132"/>
                <a:gd name="T8" fmla="*/ 2147483646 w 133"/>
                <a:gd name="T9" fmla="*/ 2147483646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3"/>
                <a:gd name="T16" fmla="*/ 0 h 132"/>
                <a:gd name="T17" fmla="*/ 133 w 133"/>
                <a:gd name="T18" fmla="*/ 132 h 13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3" h="132">
                  <a:moveTo>
                    <a:pt x="133" y="79"/>
                  </a:moveTo>
                  <a:lnTo>
                    <a:pt x="0" y="0"/>
                  </a:lnTo>
                  <a:lnTo>
                    <a:pt x="80" y="132"/>
                  </a:lnTo>
                  <a:lnTo>
                    <a:pt x="106" y="106"/>
                  </a:lnTo>
                  <a:lnTo>
                    <a:pt x="133" y="79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" name="Freeform 12">
              <a:extLst>
                <a:ext uri="{FF2B5EF4-FFF2-40B4-BE49-F238E27FC236}">
                  <a16:creationId xmlns:a16="http://schemas.microsoft.com/office/drawing/2014/main" id="{54715CA9-3F75-497A-9014-2EFC57392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738" y="4678363"/>
              <a:ext cx="609600" cy="609600"/>
            </a:xfrm>
            <a:custGeom>
              <a:avLst/>
              <a:gdLst>
                <a:gd name="T0" fmla="*/ 0 w 769"/>
                <a:gd name="T1" fmla="*/ 2147483646 h 769"/>
                <a:gd name="T2" fmla="*/ 2147483646 w 769"/>
                <a:gd name="T3" fmla="*/ 2147483646 h 769"/>
                <a:gd name="T4" fmla="*/ 2147483646 w 769"/>
                <a:gd name="T5" fmla="*/ 2147483646 h 769"/>
                <a:gd name="T6" fmla="*/ 2147483646 w 769"/>
                <a:gd name="T7" fmla="*/ 2147483646 h 769"/>
                <a:gd name="T8" fmla="*/ 2147483646 w 769"/>
                <a:gd name="T9" fmla="*/ 2147483646 h 769"/>
                <a:gd name="T10" fmla="*/ 2147483646 w 769"/>
                <a:gd name="T11" fmla="*/ 2147483646 h 769"/>
                <a:gd name="T12" fmla="*/ 2147483646 w 769"/>
                <a:gd name="T13" fmla="*/ 2147483646 h 769"/>
                <a:gd name="T14" fmla="*/ 2147483646 w 769"/>
                <a:gd name="T15" fmla="*/ 2147483646 h 769"/>
                <a:gd name="T16" fmla="*/ 2147483646 w 769"/>
                <a:gd name="T17" fmla="*/ 2147483646 h 769"/>
                <a:gd name="T18" fmla="*/ 2147483646 w 769"/>
                <a:gd name="T19" fmla="*/ 2147483646 h 769"/>
                <a:gd name="T20" fmla="*/ 2147483646 w 769"/>
                <a:gd name="T21" fmla="*/ 2147483646 h 769"/>
                <a:gd name="T22" fmla="*/ 2147483646 w 769"/>
                <a:gd name="T23" fmla="*/ 0 h 769"/>
                <a:gd name="T24" fmla="*/ 2147483646 w 769"/>
                <a:gd name="T25" fmla="*/ 2147483646 h 769"/>
                <a:gd name="T26" fmla="*/ 2147483646 w 769"/>
                <a:gd name="T27" fmla="*/ 2147483646 h 769"/>
                <a:gd name="T28" fmla="*/ 2147483646 w 769"/>
                <a:gd name="T29" fmla="*/ 2147483646 h 769"/>
                <a:gd name="T30" fmla="*/ 2147483646 w 769"/>
                <a:gd name="T31" fmla="*/ 2147483646 h 769"/>
                <a:gd name="T32" fmla="*/ 2147483646 w 769"/>
                <a:gd name="T33" fmla="*/ 2147483646 h 769"/>
                <a:gd name="T34" fmla="*/ 2147483646 w 769"/>
                <a:gd name="T35" fmla="*/ 2147483646 h 769"/>
                <a:gd name="T36" fmla="*/ 2147483646 w 769"/>
                <a:gd name="T37" fmla="*/ 2147483646 h 769"/>
                <a:gd name="T38" fmla="*/ 2147483646 w 769"/>
                <a:gd name="T39" fmla="*/ 2147483646 h 769"/>
                <a:gd name="T40" fmla="*/ 2147483646 w 769"/>
                <a:gd name="T41" fmla="*/ 2147483646 h 769"/>
                <a:gd name="T42" fmla="*/ 2147483646 w 769"/>
                <a:gd name="T43" fmla="*/ 2147483646 h 769"/>
                <a:gd name="T44" fmla="*/ 2147483646 w 769"/>
                <a:gd name="T45" fmla="*/ 2147483646 h 769"/>
                <a:gd name="T46" fmla="*/ 2147483646 w 769"/>
                <a:gd name="T47" fmla="*/ 2147483646 h 769"/>
                <a:gd name="T48" fmla="*/ 2147483646 w 769"/>
                <a:gd name="T49" fmla="*/ 2147483646 h 769"/>
                <a:gd name="T50" fmla="*/ 2147483646 w 769"/>
                <a:gd name="T51" fmla="*/ 2147483646 h 769"/>
                <a:gd name="T52" fmla="*/ 2147483646 w 769"/>
                <a:gd name="T53" fmla="*/ 2147483646 h 769"/>
                <a:gd name="T54" fmla="*/ 2147483646 w 769"/>
                <a:gd name="T55" fmla="*/ 2147483646 h 769"/>
                <a:gd name="T56" fmla="*/ 2147483646 w 769"/>
                <a:gd name="T57" fmla="*/ 2147483646 h 769"/>
                <a:gd name="T58" fmla="*/ 2147483646 w 769"/>
                <a:gd name="T59" fmla="*/ 2147483646 h 769"/>
                <a:gd name="T60" fmla="*/ 2147483646 w 769"/>
                <a:gd name="T61" fmla="*/ 2147483646 h 769"/>
                <a:gd name="T62" fmla="*/ 2147483646 w 769"/>
                <a:gd name="T63" fmla="*/ 2147483646 h 769"/>
                <a:gd name="T64" fmla="*/ 2147483646 w 769"/>
                <a:gd name="T65" fmla="*/ 2147483646 h 769"/>
                <a:gd name="T66" fmla="*/ 2147483646 w 769"/>
                <a:gd name="T67" fmla="*/ 2147483646 h 769"/>
                <a:gd name="T68" fmla="*/ 2147483646 w 769"/>
                <a:gd name="T69" fmla="*/ 2147483646 h 769"/>
                <a:gd name="T70" fmla="*/ 2147483646 w 769"/>
                <a:gd name="T71" fmla="*/ 2147483646 h 769"/>
                <a:gd name="T72" fmla="*/ 2147483646 w 769"/>
                <a:gd name="T73" fmla="*/ 2147483646 h 769"/>
                <a:gd name="T74" fmla="*/ 2147483646 w 769"/>
                <a:gd name="T75" fmla="*/ 2147483646 h 769"/>
                <a:gd name="T76" fmla="*/ 2147483646 w 769"/>
                <a:gd name="T77" fmla="*/ 2147483646 h 769"/>
                <a:gd name="T78" fmla="*/ 2147483646 w 769"/>
                <a:gd name="T79" fmla="*/ 2147483646 h 769"/>
                <a:gd name="T80" fmla="*/ 2147483646 w 769"/>
                <a:gd name="T81" fmla="*/ 2147483646 h 769"/>
                <a:gd name="T82" fmla="*/ 2147483646 w 769"/>
                <a:gd name="T83" fmla="*/ 2147483646 h 769"/>
                <a:gd name="T84" fmla="*/ 2147483646 w 769"/>
                <a:gd name="T85" fmla="*/ 2147483646 h 769"/>
                <a:gd name="T86" fmla="*/ 2147483646 w 769"/>
                <a:gd name="T87" fmla="*/ 2147483646 h 769"/>
                <a:gd name="T88" fmla="*/ 2147483646 w 769"/>
                <a:gd name="T89" fmla="*/ 2147483646 h 769"/>
                <a:gd name="T90" fmla="*/ 2147483646 w 769"/>
                <a:gd name="T91" fmla="*/ 2147483646 h 769"/>
                <a:gd name="T92" fmla="*/ 2147483646 w 769"/>
                <a:gd name="T93" fmla="*/ 2147483646 h 769"/>
                <a:gd name="T94" fmla="*/ 2147483646 w 769"/>
                <a:gd name="T95" fmla="*/ 2147483646 h 769"/>
                <a:gd name="T96" fmla="*/ 2147483646 w 769"/>
                <a:gd name="T97" fmla="*/ 2147483646 h 769"/>
                <a:gd name="T98" fmla="*/ 2147483646 w 769"/>
                <a:gd name="T99" fmla="*/ 2147483646 h 769"/>
                <a:gd name="T100" fmla="*/ 2147483646 w 769"/>
                <a:gd name="T101" fmla="*/ 2147483646 h 769"/>
                <a:gd name="T102" fmla="*/ 2147483646 w 769"/>
                <a:gd name="T103" fmla="*/ 2147483646 h 769"/>
                <a:gd name="T104" fmla="*/ 2147483646 w 769"/>
                <a:gd name="T105" fmla="*/ 2147483646 h 769"/>
                <a:gd name="T106" fmla="*/ 2147483646 w 769"/>
                <a:gd name="T107" fmla="*/ 2147483646 h 769"/>
                <a:gd name="T108" fmla="*/ 2147483646 w 769"/>
                <a:gd name="T109" fmla="*/ 2147483646 h 769"/>
                <a:gd name="T110" fmla="*/ 0 w 769"/>
                <a:gd name="T111" fmla="*/ 2147483646 h 76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69"/>
                <a:gd name="T169" fmla="*/ 0 h 769"/>
                <a:gd name="T170" fmla="*/ 769 w 769"/>
                <a:gd name="T171" fmla="*/ 769 h 769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69" h="769">
                  <a:moveTo>
                    <a:pt x="0" y="394"/>
                  </a:moveTo>
                  <a:lnTo>
                    <a:pt x="0" y="377"/>
                  </a:lnTo>
                  <a:lnTo>
                    <a:pt x="0" y="357"/>
                  </a:lnTo>
                  <a:lnTo>
                    <a:pt x="2" y="338"/>
                  </a:lnTo>
                  <a:lnTo>
                    <a:pt x="4" y="320"/>
                  </a:lnTo>
                  <a:lnTo>
                    <a:pt x="7" y="301"/>
                  </a:lnTo>
                  <a:lnTo>
                    <a:pt x="12" y="282"/>
                  </a:lnTo>
                  <a:lnTo>
                    <a:pt x="16" y="265"/>
                  </a:lnTo>
                  <a:lnTo>
                    <a:pt x="23" y="247"/>
                  </a:lnTo>
                  <a:lnTo>
                    <a:pt x="30" y="231"/>
                  </a:lnTo>
                  <a:lnTo>
                    <a:pt x="37" y="214"/>
                  </a:lnTo>
                  <a:lnTo>
                    <a:pt x="45" y="198"/>
                  </a:lnTo>
                  <a:lnTo>
                    <a:pt x="55" y="182"/>
                  </a:lnTo>
                  <a:lnTo>
                    <a:pt x="64" y="166"/>
                  </a:lnTo>
                  <a:lnTo>
                    <a:pt x="75" y="151"/>
                  </a:lnTo>
                  <a:lnTo>
                    <a:pt x="85" y="138"/>
                  </a:lnTo>
                  <a:lnTo>
                    <a:pt x="97" y="123"/>
                  </a:lnTo>
                  <a:lnTo>
                    <a:pt x="110" y="111"/>
                  </a:lnTo>
                  <a:lnTo>
                    <a:pt x="124" y="98"/>
                  </a:lnTo>
                  <a:lnTo>
                    <a:pt x="137" y="86"/>
                  </a:lnTo>
                  <a:lnTo>
                    <a:pt x="151" y="76"/>
                  </a:lnTo>
                  <a:lnTo>
                    <a:pt x="166" y="65"/>
                  </a:lnTo>
                  <a:lnTo>
                    <a:pt x="181" y="56"/>
                  </a:lnTo>
                  <a:lnTo>
                    <a:pt x="196" y="46"/>
                  </a:lnTo>
                  <a:lnTo>
                    <a:pt x="212" y="37"/>
                  </a:lnTo>
                  <a:lnTo>
                    <a:pt x="230" y="31"/>
                  </a:lnTo>
                  <a:lnTo>
                    <a:pt x="247" y="24"/>
                  </a:lnTo>
                  <a:lnTo>
                    <a:pt x="264" y="17"/>
                  </a:lnTo>
                  <a:lnTo>
                    <a:pt x="281" y="12"/>
                  </a:lnTo>
                  <a:lnTo>
                    <a:pt x="300" y="8"/>
                  </a:lnTo>
                  <a:lnTo>
                    <a:pt x="318" y="5"/>
                  </a:lnTo>
                  <a:lnTo>
                    <a:pt x="337" y="3"/>
                  </a:lnTo>
                  <a:lnTo>
                    <a:pt x="357" y="1"/>
                  </a:lnTo>
                  <a:lnTo>
                    <a:pt x="375" y="0"/>
                  </a:lnTo>
                  <a:lnTo>
                    <a:pt x="393" y="0"/>
                  </a:lnTo>
                  <a:lnTo>
                    <a:pt x="412" y="1"/>
                  </a:lnTo>
                  <a:lnTo>
                    <a:pt x="431" y="3"/>
                  </a:lnTo>
                  <a:lnTo>
                    <a:pt x="450" y="5"/>
                  </a:lnTo>
                  <a:lnTo>
                    <a:pt x="468" y="8"/>
                  </a:lnTo>
                  <a:lnTo>
                    <a:pt x="487" y="12"/>
                  </a:lnTo>
                  <a:lnTo>
                    <a:pt x="505" y="17"/>
                  </a:lnTo>
                  <a:lnTo>
                    <a:pt x="522" y="24"/>
                  </a:lnTo>
                  <a:lnTo>
                    <a:pt x="540" y="31"/>
                  </a:lnTo>
                  <a:lnTo>
                    <a:pt x="556" y="37"/>
                  </a:lnTo>
                  <a:lnTo>
                    <a:pt x="571" y="46"/>
                  </a:lnTo>
                  <a:lnTo>
                    <a:pt x="587" y="56"/>
                  </a:lnTo>
                  <a:lnTo>
                    <a:pt x="603" y="65"/>
                  </a:lnTo>
                  <a:lnTo>
                    <a:pt x="618" y="76"/>
                  </a:lnTo>
                  <a:lnTo>
                    <a:pt x="632" y="86"/>
                  </a:lnTo>
                  <a:lnTo>
                    <a:pt x="646" y="98"/>
                  </a:lnTo>
                  <a:lnTo>
                    <a:pt x="659" y="111"/>
                  </a:lnTo>
                  <a:lnTo>
                    <a:pt x="671" y="123"/>
                  </a:lnTo>
                  <a:lnTo>
                    <a:pt x="683" y="138"/>
                  </a:lnTo>
                  <a:lnTo>
                    <a:pt x="693" y="151"/>
                  </a:lnTo>
                  <a:lnTo>
                    <a:pt x="704" y="166"/>
                  </a:lnTo>
                  <a:lnTo>
                    <a:pt x="714" y="182"/>
                  </a:lnTo>
                  <a:lnTo>
                    <a:pt x="722" y="198"/>
                  </a:lnTo>
                  <a:lnTo>
                    <a:pt x="732" y="214"/>
                  </a:lnTo>
                  <a:lnTo>
                    <a:pt x="738" y="231"/>
                  </a:lnTo>
                  <a:lnTo>
                    <a:pt x="745" y="247"/>
                  </a:lnTo>
                  <a:lnTo>
                    <a:pt x="752" y="265"/>
                  </a:lnTo>
                  <a:lnTo>
                    <a:pt x="757" y="282"/>
                  </a:lnTo>
                  <a:lnTo>
                    <a:pt x="761" y="301"/>
                  </a:lnTo>
                  <a:lnTo>
                    <a:pt x="764" y="320"/>
                  </a:lnTo>
                  <a:lnTo>
                    <a:pt x="766" y="338"/>
                  </a:lnTo>
                  <a:lnTo>
                    <a:pt x="767" y="357"/>
                  </a:lnTo>
                  <a:lnTo>
                    <a:pt x="769" y="377"/>
                  </a:lnTo>
                  <a:lnTo>
                    <a:pt x="769" y="394"/>
                  </a:lnTo>
                  <a:lnTo>
                    <a:pt x="767" y="414"/>
                  </a:lnTo>
                  <a:lnTo>
                    <a:pt x="766" y="432"/>
                  </a:lnTo>
                  <a:lnTo>
                    <a:pt x="764" y="451"/>
                  </a:lnTo>
                  <a:lnTo>
                    <a:pt x="761" y="469"/>
                  </a:lnTo>
                  <a:lnTo>
                    <a:pt x="757" y="488"/>
                  </a:lnTo>
                  <a:lnTo>
                    <a:pt x="752" y="505"/>
                  </a:lnTo>
                  <a:lnTo>
                    <a:pt x="745" y="524"/>
                  </a:lnTo>
                  <a:lnTo>
                    <a:pt x="738" y="540"/>
                  </a:lnTo>
                  <a:lnTo>
                    <a:pt x="732" y="557"/>
                  </a:lnTo>
                  <a:lnTo>
                    <a:pt x="722" y="573"/>
                  </a:lnTo>
                  <a:lnTo>
                    <a:pt x="714" y="589"/>
                  </a:lnTo>
                  <a:lnTo>
                    <a:pt x="704" y="605"/>
                  </a:lnTo>
                  <a:lnTo>
                    <a:pt x="693" y="619"/>
                  </a:lnTo>
                  <a:lnTo>
                    <a:pt x="683" y="632"/>
                  </a:lnTo>
                  <a:lnTo>
                    <a:pt x="671" y="647"/>
                  </a:lnTo>
                  <a:lnTo>
                    <a:pt x="659" y="659"/>
                  </a:lnTo>
                  <a:lnTo>
                    <a:pt x="646" y="672"/>
                  </a:lnTo>
                  <a:lnTo>
                    <a:pt x="632" y="684"/>
                  </a:lnTo>
                  <a:lnTo>
                    <a:pt x="618" y="695"/>
                  </a:lnTo>
                  <a:lnTo>
                    <a:pt x="603" y="705"/>
                  </a:lnTo>
                  <a:lnTo>
                    <a:pt x="587" y="715"/>
                  </a:lnTo>
                  <a:lnTo>
                    <a:pt x="571" y="724"/>
                  </a:lnTo>
                  <a:lnTo>
                    <a:pt x="556" y="733"/>
                  </a:lnTo>
                  <a:lnTo>
                    <a:pt x="540" y="740"/>
                  </a:lnTo>
                  <a:lnTo>
                    <a:pt x="522" y="746"/>
                  </a:lnTo>
                  <a:lnTo>
                    <a:pt x="505" y="753"/>
                  </a:lnTo>
                  <a:lnTo>
                    <a:pt x="487" y="758"/>
                  </a:lnTo>
                  <a:lnTo>
                    <a:pt x="468" y="762"/>
                  </a:lnTo>
                  <a:lnTo>
                    <a:pt x="450" y="765"/>
                  </a:lnTo>
                  <a:lnTo>
                    <a:pt x="431" y="768"/>
                  </a:lnTo>
                  <a:lnTo>
                    <a:pt x="412" y="769"/>
                  </a:lnTo>
                  <a:lnTo>
                    <a:pt x="393" y="769"/>
                  </a:lnTo>
                  <a:lnTo>
                    <a:pt x="375" y="769"/>
                  </a:lnTo>
                  <a:lnTo>
                    <a:pt x="357" y="769"/>
                  </a:lnTo>
                  <a:lnTo>
                    <a:pt x="337" y="768"/>
                  </a:lnTo>
                  <a:lnTo>
                    <a:pt x="318" y="765"/>
                  </a:lnTo>
                  <a:lnTo>
                    <a:pt x="300" y="762"/>
                  </a:lnTo>
                  <a:lnTo>
                    <a:pt x="281" y="758"/>
                  </a:lnTo>
                  <a:lnTo>
                    <a:pt x="264" y="753"/>
                  </a:lnTo>
                  <a:lnTo>
                    <a:pt x="247" y="746"/>
                  </a:lnTo>
                  <a:lnTo>
                    <a:pt x="230" y="740"/>
                  </a:lnTo>
                  <a:lnTo>
                    <a:pt x="212" y="733"/>
                  </a:lnTo>
                  <a:lnTo>
                    <a:pt x="196" y="724"/>
                  </a:lnTo>
                  <a:lnTo>
                    <a:pt x="181" y="715"/>
                  </a:lnTo>
                  <a:lnTo>
                    <a:pt x="166" y="705"/>
                  </a:lnTo>
                  <a:lnTo>
                    <a:pt x="151" y="695"/>
                  </a:lnTo>
                  <a:lnTo>
                    <a:pt x="137" y="684"/>
                  </a:lnTo>
                  <a:lnTo>
                    <a:pt x="124" y="672"/>
                  </a:lnTo>
                  <a:lnTo>
                    <a:pt x="110" y="659"/>
                  </a:lnTo>
                  <a:lnTo>
                    <a:pt x="97" y="647"/>
                  </a:lnTo>
                  <a:lnTo>
                    <a:pt x="85" y="632"/>
                  </a:lnTo>
                  <a:lnTo>
                    <a:pt x="75" y="619"/>
                  </a:lnTo>
                  <a:lnTo>
                    <a:pt x="64" y="605"/>
                  </a:lnTo>
                  <a:lnTo>
                    <a:pt x="55" y="589"/>
                  </a:lnTo>
                  <a:lnTo>
                    <a:pt x="45" y="573"/>
                  </a:lnTo>
                  <a:lnTo>
                    <a:pt x="37" y="557"/>
                  </a:lnTo>
                  <a:lnTo>
                    <a:pt x="30" y="540"/>
                  </a:lnTo>
                  <a:lnTo>
                    <a:pt x="23" y="524"/>
                  </a:lnTo>
                  <a:lnTo>
                    <a:pt x="16" y="505"/>
                  </a:lnTo>
                  <a:lnTo>
                    <a:pt x="12" y="488"/>
                  </a:lnTo>
                  <a:lnTo>
                    <a:pt x="7" y="469"/>
                  </a:lnTo>
                  <a:lnTo>
                    <a:pt x="4" y="451"/>
                  </a:lnTo>
                  <a:lnTo>
                    <a:pt x="2" y="432"/>
                  </a:lnTo>
                  <a:lnTo>
                    <a:pt x="0" y="414"/>
                  </a:lnTo>
                  <a:lnTo>
                    <a:pt x="0" y="394"/>
                  </a:lnTo>
                  <a:close/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" name="Freeform 14">
              <a:extLst>
                <a:ext uri="{FF2B5EF4-FFF2-40B4-BE49-F238E27FC236}">
                  <a16:creationId xmlns:a16="http://schemas.microsoft.com/office/drawing/2014/main" id="{B2A4AF00-DF8A-4833-9491-C93FB6398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700" y="3457575"/>
              <a:ext cx="104775" cy="104775"/>
            </a:xfrm>
            <a:custGeom>
              <a:avLst/>
              <a:gdLst>
                <a:gd name="T0" fmla="*/ 2147483646 w 133"/>
                <a:gd name="T1" fmla="*/ 2147483646 h 133"/>
                <a:gd name="T2" fmla="*/ 0 w 133"/>
                <a:gd name="T3" fmla="*/ 0 h 133"/>
                <a:gd name="T4" fmla="*/ 2147483646 w 133"/>
                <a:gd name="T5" fmla="*/ 2147483646 h 133"/>
                <a:gd name="T6" fmla="*/ 2147483646 w 133"/>
                <a:gd name="T7" fmla="*/ 2147483646 h 133"/>
                <a:gd name="T8" fmla="*/ 2147483646 w 133"/>
                <a:gd name="T9" fmla="*/ 2147483646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3"/>
                <a:gd name="T16" fmla="*/ 0 h 133"/>
                <a:gd name="T17" fmla="*/ 133 w 133"/>
                <a:gd name="T18" fmla="*/ 133 h 1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3" h="133">
                  <a:moveTo>
                    <a:pt x="133" y="80"/>
                  </a:moveTo>
                  <a:lnTo>
                    <a:pt x="0" y="0"/>
                  </a:lnTo>
                  <a:lnTo>
                    <a:pt x="80" y="133"/>
                  </a:lnTo>
                  <a:lnTo>
                    <a:pt x="106" y="106"/>
                  </a:lnTo>
                  <a:lnTo>
                    <a:pt x="133" y="8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" name="Freeform 17">
              <a:extLst>
                <a:ext uri="{FF2B5EF4-FFF2-40B4-BE49-F238E27FC236}">
                  <a16:creationId xmlns:a16="http://schemas.microsoft.com/office/drawing/2014/main" id="{DD483EDC-EC56-4B78-98D7-A809F9A8F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738" y="3394075"/>
              <a:ext cx="609600" cy="611187"/>
            </a:xfrm>
            <a:custGeom>
              <a:avLst/>
              <a:gdLst>
                <a:gd name="T0" fmla="*/ 0 w 769"/>
                <a:gd name="T1" fmla="*/ 2147483646 h 769"/>
                <a:gd name="T2" fmla="*/ 2147483646 w 769"/>
                <a:gd name="T3" fmla="*/ 2147483646 h 769"/>
                <a:gd name="T4" fmla="*/ 2147483646 w 769"/>
                <a:gd name="T5" fmla="*/ 2147483646 h 769"/>
                <a:gd name="T6" fmla="*/ 2147483646 w 769"/>
                <a:gd name="T7" fmla="*/ 2147483646 h 769"/>
                <a:gd name="T8" fmla="*/ 2147483646 w 769"/>
                <a:gd name="T9" fmla="*/ 2147483646 h 769"/>
                <a:gd name="T10" fmla="*/ 2147483646 w 769"/>
                <a:gd name="T11" fmla="*/ 2147483646 h 769"/>
                <a:gd name="T12" fmla="*/ 2147483646 w 769"/>
                <a:gd name="T13" fmla="*/ 2147483646 h 769"/>
                <a:gd name="T14" fmla="*/ 2147483646 w 769"/>
                <a:gd name="T15" fmla="*/ 2147483646 h 769"/>
                <a:gd name="T16" fmla="*/ 2147483646 w 769"/>
                <a:gd name="T17" fmla="*/ 2147483646 h 769"/>
                <a:gd name="T18" fmla="*/ 2147483646 w 769"/>
                <a:gd name="T19" fmla="*/ 2147483646 h 769"/>
                <a:gd name="T20" fmla="*/ 2147483646 w 769"/>
                <a:gd name="T21" fmla="*/ 2147483646 h 769"/>
                <a:gd name="T22" fmla="*/ 2147483646 w 769"/>
                <a:gd name="T23" fmla="*/ 0 h 769"/>
                <a:gd name="T24" fmla="*/ 2147483646 w 769"/>
                <a:gd name="T25" fmla="*/ 2147483646 h 769"/>
                <a:gd name="T26" fmla="*/ 2147483646 w 769"/>
                <a:gd name="T27" fmla="*/ 2147483646 h 769"/>
                <a:gd name="T28" fmla="*/ 2147483646 w 769"/>
                <a:gd name="T29" fmla="*/ 2147483646 h 769"/>
                <a:gd name="T30" fmla="*/ 2147483646 w 769"/>
                <a:gd name="T31" fmla="*/ 2147483646 h 769"/>
                <a:gd name="T32" fmla="*/ 2147483646 w 769"/>
                <a:gd name="T33" fmla="*/ 2147483646 h 769"/>
                <a:gd name="T34" fmla="*/ 2147483646 w 769"/>
                <a:gd name="T35" fmla="*/ 2147483646 h 769"/>
                <a:gd name="T36" fmla="*/ 2147483646 w 769"/>
                <a:gd name="T37" fmla="*/ 2147483646 h 769"/>
                <a:gd name="T38" fmla="*/ 2147483646 w 769"/>
                <a:gd name="T39" fmla="*/ 2147483646 h 769"/>
                <a:gd name="T40" fmla="*/ 2147483646 w 769"/>
                <a:gd name="T41" fmla="*/ 2147483646 h 769"/>
                <a:gd name="T42" fmla="*/ 2147483646 w 769"/>
                <a:gd name="T43" fmla="*/ 2147483646 h 769"/>
                <a:gd name="T44" fmla="*/ 2147483646 w 769"/>
                <a:gd name="T45" fmla="*/ 2147483646 h 769"/>
                <a:gd name="T46" fmla="*/ 2147483646 w 769"/>
                <a:gd name="T47" fmla="*/ 2147483646 h 769"/>
                <a:gd name="T48" fmla="*/ 2147483646 w 769"/>
                <a:gd name="T49" fmla="*/ 2147483646 h 769"/>
                <a:gd name="T50" fmla="*/ 2147483646 w 769"/>
                <a:gd name="T51" fmla="*/ 2147483646 h 769"/>
                <a:gd name="T52" fmla="*/ 2147483646 w 769"/>
                <a:gd name="T53" fmla="*/ 2147483646 h 769"/>
                <a:gd name="T54" fmla="*/ 2147483646 w 769"/>
                <a:gd name="T55" fmla="*/ 2147483646 h 769"/>
                <a:gd name="T56" fmla="*/ 2147483646 w 769"/>
                <a:gd name="T57" fmla="*/ 2147483646 h 769"/>
                <a:gd name="T58" fmla="*/ 2147483646 w 769"/>
                <a:gd name="T59" fmla="*/ 2147483646 h 769"/>
                <a:gd name="T60" fmla="*/ 2147483646 w 769"/>
                <a:gd name="T61" fmla="*/ 2147483646 h 769"/>
                <a:gd name="T62" fmla="*/ 2147483646 w 769"/>
                <a:gd name="T63" fmla="*/ 2147483646 h 769"/>
                <a:gd name="T64" fmla="*/ 2147483646 w 769"/>
                <a:gd name="T65" fmla="*/ 2147483646 h 769"/>
                <a:gd name="T66" fmla="*/ 2147483646 w 769"/>
                <a:gd name="T67" fmla="*/ 2147483646 h 769"/>
                <a:gd name="T68" fmla="*/ 2147483646 w 769"/>
                <a:gd name="T69" fmla="*/ 2147483646 h 769"/>
                <a:gd name="T70" fmla="*/ 2147483646 w 769"/>
                <a:gd name="T71" fmla="*/ 2147483646 h 769"/>
                <a:gd name="T72" fmla="*/ 2147483646 w 769"/>
                <a:gd name="T73" fmla="*/ 2147483646 h 769"/>
                <a:gd name="T74" fmla="*/ 2147483646 w 769"/>
                <a:gd name="T75" fmla="*/ 2147483646 h 769"/>
                <a:gd name="T76" fmla="*/ 2147483646 w 769"/>
                <a:gd name="T77" fmla="*/ 2147483646 h 769"/>
                <a:gd name="T78" fmla="*/ 2147483646 w 769"/>
                <a:gd name="T79" fmla="*/ 2147483646 h 769"/>
                <a:gd name="T80" fmla="*/ 2147483646 w 769"/>
                <a:gd name="T81" fmla="*/ 2147483646 h 769"/>
                <a:gd name="T82" fmla="*/ 2147483646 w 769"/>
                <a:gd name="T83" fmla="*/ 2147483646 h 769"/>
                <a:gd name="T84" fmla="*/ 2147483646 w 769"/>
                <a:gd name="T85" fmla="*/ 2147483646 h 769"/>
                <a:gd name="T86" fmla="*/ 2147483646 w 769"/>
                <a:gd name="T87" fmla="*/ 2147483646 h 769"/>
                <a:gd name="T88" fmla="*/ 2147483646 w 769"/>
                <a:gd name="T89" fmla="*/ 2147483646 h 769"/>
                <a:gd name="T90" fmla="*/ 2147483646 w 769"/>
                <a:gd name="T91" fmla="*/ 2147483646 h 769"/>
                <a:gd name="T92" fmla="*/ 2147483646 w 769"/>
                <a:gd name="T93" fmla="*/ 2147483646 h 769"/>
                <a:gd name="T94" fmla="*/ 2147483646 w 769"/>
                <a:gd name="T95" fmla="*/ 2147483646 h 769"/>
                <a:gd name="T96" fmla="*/ 2147483646 w 769"/>
                <a:gd name="T97" fmla="*/ 2147483646 h 769"/>
                <a:gd name="T98" fmla="*/ 2147483646 w 769"/>
                <a:gd name="T99" fmla="*/ 2147483646 h 769"/>
                <a:gd name="T100" fmla="*/ 2147483646 w 769"/>
                <a:gd name="T101" fmla="*/ 2147483646 h 769"/>
                <a:gd name="T102" fmla="*/ 2147483646 w 769"/>
                <a:gd name="T103" fmla="*/ 2147483646 h 769"/>
                <a:gd name="T104" fmla="*/ 2147483646 w 769"/>
                <a:gd name="T105" fmla="*/ 2147483646 h 769"/>
                <a:gd name="T106" fmla="*/ 2147483646 w 769"/>
                <a:gd name="T107" fmla="*/ 2147483646 h 769"/>
                <a:gd name="T108" fmla="*/ 2147483646 w 769"/>
                <a:gd name="T109" fmla="*/ 2147483646 h 769"/>
                <a:gd name="T110" fmla="*/ 0 w 769"/>
                <a:gd name="T111" fmla="*/ 2147483646 h 76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69"/>
                <a:gd name="T169" fmla="*/ 0 h 769"/>
                <a:gd name="T170" fmla="*/ 769 w 769"/>
                <a:gd name="T171" fmla="*/ 769 h 769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69" h="769">
                  <a:moveTo>
                    <a:pt x="0" y="394"/>
                  </a:moveTo>
                  <a:lnTo>
                    <a:pt x="0" y="376"/>
                  </a:lnTo>
                  <a:lnTo>
                    <a:pt x="0" y="356"/>
                  </a:lnTo>
                  <a:lnTo>
                    <a:pt x="2" y="338"/>
                  </a:lnTo>
                  <a:lnTo>
                    <a:pt x="4" y="319"/>
                  </a:lnTo>
                  <a:lnTo>
                    <a:pt x="7" y="301"/>
                  </a:lnTo>
                  <a:lnTo>
                    <a:pt x="12" y="282"/>
                  </a:lnTo>
                  <a:lnTo>
                    <a:pt x="16" y="265"/>
                  </a:lnTo>
                  <a:lnTo>
                    <a:pt x="23" y="246"/>
                  </a:lnTo>
                  <a:lnTo>
                    <a:pt x="30" y="230"/>
                  </a:lnTo>
                  <a:lnTo>
                    <a:pt x="37" y="213"/>
                  </a:lnTo>
                  <a:lnTo>
                    <a:pt x="45" y="197"/>
                  </a:lnTo>
                  <a:lnTo>
                    <a:pt x="55" y="181"/>
                  </a:lnTo>
                  <a:lnTo>
                    <a:pt x="64" y="166"/>
                  </a:lnTo>
                  <a:lnTo>
                    <a:pt x="75" y="151"/>
                  </a:lnTo>
                  <a:lnTo>
                    <a:pt x="85" y="138"/>
                  </a:lnTo>
                  <a:lnTo>
                    <a:pt x="97" y="123"/>
                  </a:lnTo>
                  <a:lnTo>
                    <a:pt x="110" y="111"/>
                  </a:lnTo>
                  <a:lnTo>
                    <a:pt x="124" y="98"/>
                  </a:lnTo>
                  <a:lnTo>
                    <a:pt x="137" y="86"/>
                  </a:lnTo>
                  <a:lnTo>
                    <a:pt x="151" y="75"/>
                  </a:lnTo>
                  <a:lnTo>
                    <a:pt x="166" y="65"/>
                  </a:lnTo>
                  <a:lnTo>
                    <a:pt x="181" y="55"/>
                  </a:lnTo>
                  <a:lnTo>
                    <a:pt x="196" y="46"/>
                  </a:lnTo>
                  <a:lnTo>
                    <a:pt x="212" y="37"/>
                  </a:lnTo>
                  <a:lnTo>
                    <a:pt x="230" y="30"/>
                  </a:lnTo>
                  <a:lnTo>
                    <a:pt x="247" y="24"/>
                  </a:lnTo>
                  <a:lnTo>
                    <a:pt x="264" y="17"/>
                  </a:lnTo>
                  <a:lnTo>
                    <a:pt x="281" y="12"/>
                  </a:lnTo>
                  <a:lnTo>
                    <a:pt x="300" y="8"/>
                  </a:lnTo>
                  <a:lnTo>
                    <a:pt x="318" y="5"/>
                  </a:lnTo>
                  <a:lnTo>
                    <a:pt x="337" y="2"/>
                  </a:lnTo>
                  <a:lnTo>
                    <a:pt x="357" y="1"/>
                  </a:lnTo>
                  <a:lnTo>
                    <a:pt x="375" y="0"/>
                  </a:lnTo>
                  <a:lnTo>
                    <a:pt x="393" y="0"/>
                  </a:lnTo>
                  <a:lnTo>
                    <a:pt x="412" y="1"/>
                  </a:lnTo>
                  <a:lnTo>
                    <a:pt x="431" y="2"/>
                  </a:lnTo>
                  <a:lnTo>
                    <a:pt x="450" y="5"/>
                  </a:lnTo>
                  <a:lnTo>
                    <a:pt x="468" y="8"/>
                  </a:lnTo>
                  <a:lnTo>
                    <a:pt x="487" y="12"/>
                  </a:lnTo>
                  <a:lnTo>
                    <a:pt x="505" y="17"/>
                  </a:lnTo>
                  <a:lnTo>
                    <a:pt x="522" y="24"/>
                  </a:lnTo>
                  <a:lnTo>
                    <a:pt x="540" y="30"/>
                  </a:lnTo>
                  <a:lnTo>
                    <a:pt x="556" y="37"/>
                  </a:lnTo>
                  <a:lnTo>
                    <a:pt x="571" y="46"/>
                  </a:lnTo>
                  <a:lnTo>
                    <a:pt x="587" y="55"/>
                  </a:lnTo>
                  <a:lnTo>
                    <a:pt x="603" y="65"/>
                  </a:lnTo>
                  <a:lnTo>
                    <a:pt x="618" y="75"/>
                  </a:lnTo>
                  <a:lnTo>
                    <a:pt x="632" y="86"/>
                  </a:lnTo>
                  <a:lnTo>
                    <a:pt x="646" y="98"/>
                  </a:lnTo>
                  <a:lnTo>
                    <a:pt x="659" y="111"/>
                  </a:lnTo>
                  <a:lnTo>
                    <a:pt x="671" y="123"/>
                  </a:lnTo>
                  <a:lnTo>
                    <a:pt x="683" y="138"/>
                  </a:lnTo>
                  <a:lnTo>
                    <a:pt x="693" y="151"/>
                  </a:lnTo>
                  <a:lnTo>
                    <a:pt x="704" y="166"/>
                  </a:lnTo>
                  <a:lnTo>
                    <a:pt x="714" y="181"/>
                  </a:lnTo>
                  <a:lnTo>
                    <a:pt x="722" y="197"/>
                  </a:lnTo>
                  <a:lnTo>
                    <a:pt x="732" y="213"/>
                  </a:lnTo>
                  <a:lnTo>
                    <a:pt x="738" y="230"/>
                  </a:lnTo>
                  <a:lnTo>
                    <a:pt x="745" y="246"/>
                  </a:lnTo>
                  <a:lnTo>
                    <a:pt x="752" y="265"/>
                  </a:lnTo>
                  <a:lnTo>
                    <a:pt x="757" y="282"/>
                  </a:lnTo>
                  <a:lnTo>
                    <a:pt x="761" y="301"/>
                  </a:lnTo>
                  <a:lnTo>
                    <a:pt x="764" y="319"/>
                  </a:lnTo>
                  <a:lnTo>
                    <a:pt x="766" y="338"/>
                  </a:lnTo>
                  <a:lnTo>
                    <a:pt x="767" y="356"/>
                  </a:lnTo>
                  <a:lnTo>
                    <a:pt x="769" y="376"/>
                  </a:lnTo>
                  <a:lnTo>
                    <a:pt x="769" y="394"/>
                  </a:lnTo>
                  <a:lnTo>
                    <a:pt x="767" y="413"/>
                  </a:lnTo>
                  <a:lnTo>
                    <a:pt x="766" y="432"/>
                  </a:lnTo>
                  <a:lnTo>
                    <a:pt x="764" y="451"/>
                  </a:lnTo>
                  <a:lnTo>
                    <a:pt x="761" y="469"/>
                  </a:lnTo>
                  <a:lnTo>
                    <a:pt x="757" y="488"/>
                  </a:lnTo>
                  <a:lnTo>
                    <a:pt x="752" y="505"/>
                  </a:lnTo>
                  <a:lnTo>
                    <a:pt x="745" y="523"/>
                  </a:lnTo>
                  <a:lnTo>
                    <a:pt x="738" y="539"/>
                  </a:lnTo>
                  <a:lnTo>
                    <a:pt x="732" y="557"/>
                  </a:lnTo>
                  <a:lnTo>
                    <a:pt x="722" y="572"/>
                  </a:lnTo>
                  <a:lnTo>
                    <a:pt x="714" y="588"/>
                  </a:lnTo>
                  <a:lnTo>
                    <a:pt x="704" y="604"/>
                  </a:lnTo>
                  <a:lnTo>
                    <a:pt x="693" y="619"/>
                  </a:lnTo>
                  <a:lnTo>
                    <a:pt x="683" y="632"/>
                  </a:lnTo>
                  <a:lnTo>
                    <a:pt x="671" y="647"/>
                  </a:lnTo>
                  <a:lnTo>
                    <a:pt x="659" y="659"/>
                  </a:lnTo>
                  <a:lnTo>
                    <a:pt x="646" y="672"/>
                  </a:lnTo>
                  <a:lnTo>
                    <a:pt x="632" y="684"/>
                  </a:lnTo>
                  <a:lnTo>
                    <a:pt x="618" y="694"/>
                  </a:lnTo>
                  <a:lnTo>
                    <a:pt x="603" y="705"/>
                  </a:lnTo>
                  <a:lnTo>
                    <a:pt x="587" y="714"/>
                  </a:lnTo>
                  <a:lnTo>
                    <a:pt x="571" y="724"/>
                  </a:lnTo>
                  <a:lnTo>
                    <a:pt x="556" y="733"/>
                  </a:lnTo>
                  <a:lnTo>
                    <a:pt x="540" y="740"/>
                  </a:lnTo>
                  <a:lnTo>
                    <a:pt x="522" y="746"/>
                  </a:lnTo>
                  <a:lnTo>
                    <a:pt x="505" y="753"/>
                  </a:lnTo>
                  <a:lnTo>
                    <a:pt x="487" y="758"/>
                  </a:lnTo>
                  <a:lnTo>
                    <a:pt x="468" y="762"/>
                  </a:lnTo>
                  <a:lnTo>
                    <a:pt x="450" y="765"/>
                  </a:lnTo>
                  <a:lnTo>
                    <a:pt x="431" y="767"/>
                  </a:lnTo>
                  <a:lnTo>
                    <a:pt x="412" y="769"/>
                  </a:lnTo>
                  <a:lnTo>
                    <a:pt x="393" y="769"/>
                  </a:lnTo>
                  <a:lnTo>
                    <a:pt x="375" y="769"/>
                  </a:lnTo>
                  <a:lnTo>
                    <a:pt x="357" y="769"/>
                  </a:lnTo>
                  <a:lnTo>
                    <a:pt x="337" y="767"/>
                  </a:lnTo>
                  <a:lnTo>
                    <a:pt x="318" y="765"/>
                  </a:lnTo>
                  <a:lnTo>
                    <a:pt x="300" y="762"/>
                  </a:lnTo>
                  <a:lnTo>
                    <a:pt x="281" y="758"/>
                  </a:lnTo>
                  <a:lnTo>
                    <a:pt x="264" y="753"/>
                  </a:lnTo>
                  <a:lnTo>
                    <a:pt x="247" y="746"/>
                  </a:lnTo>
                  <a:lnTo>
                    <a:pt x="230" y="740"/>
                  </a:lnTo>
                  <a:lnTo>
                    <a:pt x="212" y="733"/>
                  </a:lnTo>
                  <a:lnTo>
                    <a:pt x="196" y="724"/>
                  </a:lnTo>
                  <a:lnTo>
                    <a:pt x="181" y="714"/>
                  </a:lnTo>
                  <a:lnTo>
                    <a:pt x="166" y="705"/>
                  </a:lnTo>
                  <a:lnTo>
                    <a:pt x="151" y="694"/>
                  </a:lnTo>
                  <a:lnTo>
                    <a:pt x="137" y="684"/>
                  </a:lnTo>
                  <a:lnTo>
                    <a:pt x="124" y="672"/>
                  </a:lnTo>
                  <a:lnTo>
                    <a:pt x="110" y="659"/>
                  </a:lnTo>
                  <a:lnTo>
                    <a:pt x="97" y="647"/>
                  </a:lnTo>
                  <a:lnTo>
                    <a:pt x="85" y="632"/>
                  </a:lnTo>
                  <a:lnTo>
                    <a:pt x="75" y="619"/>
                  </a:lnTo>
                  <a:lnTo>
                    <a:pt x="64" y="604"/>
                  </a:lnTo>
                  <a:lnTo>
                    <a:pt x="55" y="588"/>
                  </a:lnTo>
                  <a:lnTo>
                    <a:pt x="45" y="572"/>
                  </a:lnTo>
                  <a:lnTo>
                    <a:pt x="37" y="557"/>
                  </a:lnTo>
                  <a:lnTo>
                    <a:pt x="30" y="539"/>
                  </a:lnTo>
                  <a:lnTo>
                    <a:pt x="23" y="523"/>
                  </a:lnTo>
                  <a:lnTo>
                    <a:pt x="16" y="505"/>
                  </a:lnTo>
                  <a:lnTo>
                    <a:pt x="12" y="488"/>
                  </a:lnTo>
                  <a:lnTo>
                    <a:pt x="7" y="469"/>
                  </a:lnTo>
                  <a:lnTo>
                    <a:pt x="4" y="451"/>
                  </a:lnTo>
                  <a:lnTo>
                    <a:pt x="2" y="432"/>
                  </a:lnTo>
                  <a:lnTo>
                    <a:pt x="0" y="413"/>
                  </a:lnTo>
                  <a:lnTo>
                    <a:pt x="0" y="394"/>
                  </a:lnTo>
                  <a:close/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" name="Freeform 19">
              <a:extLst>
                <a:ext uri="{FF2B5EF4-FFF2-40B4-BE49-F238E27FC236}">
                  <a16:creationId xmlns:a16="http://schemas.microsoft.com/office/drawing/2014/main" id="{844D7DA8-1A19-4F2B-863C-B3656EB96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700" y="1584325"/>
              <a:ext cx="104775" cy="106362"/>
            </a:xfrm>
            <a:custGeom>
              <a:avLst/>
              <a:gdLst>
                <a:gd name="T0" fmla="*/ 2147483646 w 133"/>
                <a:gd name="T1" fmla="*/ 0 h 132"/>
                <a:gd name="T2" fmla="*/ 0 w 133"/>
                <a:gd name="T3" fmla="*/ 2147483646 h 132"/>
                <a:gd name="T4" fmla="*/ 2147483646 w 133"/>
                <a:gd name="T5" fmla="*/ 2147483646 h 132"/>
                <a:gd name="T6" fmla="*/ 2147483646 w 133"/>
                <a:gd name="T7" fmla="*/ 2147483646 h 132"/>
                <a:gd name="T8" fmla="*/ 2147483646 w 133"/>
                <a:gd name="T9" fmla="*/ 0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3"/>
                <a:gd name="T16" fmla="*/ 0 h 132"/>
                <a:gd name="T17" fmla="*/ 133 w 133"/>
                <a:gd name="T18" fmla="*/ 132 h 13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3" h="132">
                  <a:moveTo>
                    <a:pt x="80" y="0"/>
                  </a:moveTo>
                  <a:lnTo>
                    <a:pt x="0" y="132"/>
                  </a:lnTo>
                  <a:lnTo>
                    <a:pt x="133" y="53"/>
                  </a:lnTo>
                  <a:lnTo>
                    <a:pt x="106" y="26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" name="Freeform 22">
              <a:extLst>
                <a:ext uri="{FF2B5EF4-FFF2-40B4-BE49-F238E27FC236}">
                  <a16:creationId xmlns:a16="http://schemas.microsoft.com/office/drawing/2014/main" id="{A7A4B60A-B9A8-4D37-A24D-5877761AE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738" y="1143000"/>
              <a:ext cx="609600" cy="609600"/>
            </a:xfrm>
            <a:custGeom>
              <a:avLst/>
              <a:gdLst>
                <a:gd name="T0" fmla="*/ 0 w 769"/>
                <a:gd name="T1" fmla="*/ 2147483646 h 769"/>
                <a:gd name="T2" fmla="*/ 2147483646 w 769"/>
                <a:gd name="T3" fmla="*/ 2147483646 h 769"/>
                <a:gd name="T4" fmla="*/ 2147483646 w 769"/>
                <a:gd name="T5" fmla="*/ 2147483646 h 769"/>
                <a:gd name="T6" fmla="*/ 2147483646 w 769"/>
                <a:gd name="T7" fmla="*/ 2147483646 h 769"/>
                <a:gd name="T8" fmla="*/ 2147483646 w 769"/>
                <a:gd name="T9" fmla="*/ 2147483646 h 769"/>
                <a:gd name="T10" fmla="*/ 2147483646 w 769"/>
                <a:gd name="T11" fmla="*/ 2147483646 h 769"/>
                <a:gd name="T12" fmla="*/ 2147483646 w 769"/>
                <a:gd name="T13" fmla="*/ 2147483646 h 769"/>
                <a:gd name="T14" fmla="*/ 2147483646 w 769"/>
                <a:gd name="T15" fmla="*/ 2147483646 h 769"/>
                <a:gd name="T16" fmla="*/ 2147483646 w 769"/>
                <a:gd name="T17" fmla="*/ 2147483646 h 769"/>
                <a:gd name="T18" fmla="*/ 2147483646 w 769"/>
                <a:gd name="T19" fmla="*/ 2147483646 h 769"/>
                <a:gd name="T20" fmla="*/ 2147483646 w 769"/>
                <a:gd name="T21" fmla="*/ 2147483646 h 769"/>
                <a:gd name="T22" fmla="*/ 2147483646 w 769"/>
                <a:gd name="T23" fmla="*/ 0 h 769"/>
                <a:gd name="T24" fmla="*/ 2147483646 w 769"/>
                <a:gd name="T25" fmla="*/ 2147483646 h 769"/>
                <a:gd name="T26" fmla="*/ 2147483646 w 769"/>
                <a:gd name="T27" fmla="*/ 2147483646 h 769"/>
                <a:gd name="T28" fmla="*/ 2147483646 w 769"/>
                <a:gd name="T29" fmla="*/ 2147483646 h 769"/>
                <a:gd name="T30" fmla="*/ 2147483646 w 769"/>
                <a:gd name="T31" fmla="*/ 2147483646 h 769"/>
                <a:gd name="T32" fmla="*/ 2147483646 w 769"/>
                <a:gd name="T33" fmla="*/ 2147483646 h 769"/>
                <a:gd name="T34" fmla="*/ 2147483646 w 769"/>
                <a:gd name="T35" fmla="*/ 2147483646 h 769"/>
                <a:gd name="T36" fmla="*/ 2147483646 w 769"/>
                <a:gd name="T37" fmla="*/ 2147483646 h 769"/>
                <a:gd name="T38" fmla="*/ 2147483646 w 769"/>
                <a:gd name="T39" fmla="*/ 2147483646 h 769"/>
                <a:gd name="T40" fmla="*/ 2147483646 w 769"/>
                <a:gd name="T41" fmla="*/ 2147483646 h 769"/>
                <a:gd name="T42" fmla="*/ 2147483646 w 769"/>
                <a:gd name="T43" fmla="*/ 2147483646 h 769"/>
                <a:gd name="T44" fmla="*/ 2147483646 w 769"/>
                <a:gd name="T45" fmla="*/ 2147483646 h 769"/>
                <a:gd name="T46" fmla="*/ 2147483646 w 769"/>
                <a:gd name="T47" fmla="*/ 2147483646 h 769"/>
                <a:gd name="T48" fmla="*/ 2147483646 w 769"/>
                <a:gd name="T49" fmla="*/ 2147483646 h 769"/>
                <a:gd name="T50" fmla="*/ 2147483646 w 769"/>
                <a:gd name="T51" fmla="*/ 2147483646 h 769"/>
                <a:gd name="T52" fmla="*/ 2147483646 w 769"/>
                <a:gd name="T53" fmla="*/ 2147483646 h 769"/>
                <a:gd name="T54" fmla="*/ 2147483646 w 769"/>
                <a:gd name="T55" fmla="*/ 2147483646 h 769"/>
                <a:gd name="T56" fmla="*/ 2147483646 w 769"/>
                <a:gd name="T57" fmla="*/ 2147483646 h 769"/>
                <a:gd name="T58" fmla="*/ 2147483646 w 769"/>
                <a:gd name="T59" fmla="*/ 2147483646 h 769"/>
                <a:gd name="T60" fmla="*/ 2147483646 w 769"/>
                <a:gd name="T61" fmla="*/ 2147483646 h 769"/>
                <a:gd name="T62" fmla="*/ 2147483646 w 769"/>
                <a:gd name="T63" fmla="*/ 2147483646 h 769"/>
                <a:gd name="T64" fmla="*/ 2147483646 w 769"/>
                <a:gd name="T65" fmla="*/ 2147483646 h 769"/>
                <a:gd name="T66" fmla="*/ 2147483646 w 769"/>
                <a:gd name="T67" fmla="*/ 2147483646 h 769"/>
                <a:gd name="T68" fmla="*/ 2147483646 w 769"/>
                <a:gd name="T69" fmla="*/ 2147483646 h 769"/>
                <a:gd name="T70" fmla="*/ 2147483646 w 769"/>
                <a:gd name="T71" fmla="*/ 2147483646 h 769"/>
                <a:gd name="T72" fmla="*/ 2147483646 w 769"/>
                <a:gd name="T73" fmla="*/ 2147483646 h 769"/>
                <a:gd name="T74" fmla="*/ 2147483646 w 769"/>
                <a:gd name="T75" fmla="*/ 2147483646 h 769"/>
                <a:gd name="T76" fmla="*/ 2147483646 w 769"/>
                <a:gd name="T77" fmla="*/ 2147483646 h 769"/>
                <a:gd name="T78" fmla="*/ 2147483646 w 769"/>
                <a:gd name="T79" fmla="*/ 2147483646 h 769"/>
                <a:gd name="T80" fmla="*/ 2147483646 w 769"/>
                <a:gd name="T81" fmla="*/ 2147483646 h 769"/>
                <a:gd name="T82" fmla="*/ 2147483646 w 769"/>
                <a:gd name="T83" fmla="*/ 2147483646 h 769"/>
                <a:gd name="T84" fmla="*/ 2147483646 w 769"/>
                <a:gd name="T85" fmla="*/ 2147483646 h 769"/>
                <a:gd name="T86" fmla="*/ 2147483646 w 769"/>
                <a:gd name="T87" fmla="*/ 2147483646 h 769"/>
                <a:gd name="T88" fmla="*/ 2147483646 w 769"/>
                <a:gd name="T89" fmla="*/ 2147483646 h 769"/>
                <a:gd name="T90" fmla="*/ 2147483646 w 769"/>
                <a:gd name="T91" fmla="*/ 2147483646 h 769"/>
                <a:gd name="T92" fmla="*/ 2147483646 w 769"/>
                <a:gd name="T93" fmla="*/ 2147483646 h 769"/>
                <a:gd name="T94" fmla="*/ 2147483646 w 769"/>
                <a:gd name="T95" fmla="*/ 2147483646 h 769"/>
                <a:gd name="T96" fmla="*/ 2147483646 w 769"/>
                <a:gd name="T97" fmla="*/ 2147483646 h 769"/>
                <a:gd name="T98" fmla="*/ 2147483646 w 769"/>
                <a:gd name="T99" fmla="*/ 2147483646 h 769"/>
                <a:gd name="T100" fmla="*/ 2147483646 w 769"/>
                <a:gd name="T101" fmla="*/ 2147483646 h 769"/>
                <a:gd name="T102" fmla="*/ 2147483646 w 769"/>
                <a:gd name="T103" fmla="*/ 2147483646 h 769"/>
                <a:gd name="T104" fmla="*/ 2147483646 w 769"/>
                <a:gd name="T105" fmla="*/ 2147483646 h 769"/>
                <a:gd name="T106" fmla="*/ 2147483646 w 769"/>
                <a:gd name="T107" fmla="*/ 2147483646 h 769"/>
                <a:gd name="T108" fmla="*/ 2147483646 w 769"/>
                <a:gd name="T109" fmla="*/ 2147483646 h 769"/>
                <a:gd name="T110" fmla="*/ 0 w 769"/>
                <a:gd name="T111" fmla="*/ 2147483646 h 76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69"/>
                <a:gd name="T169" fmla="*/ 0 h 769"/>
                <a:gd name="T170" fmla="*/ 769 w 769"/>
                <a:gd name="T171" fmla="*/ 769 h 769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69" h="769">
                  <a:moveTo>
                    <a:pt x="0" y="394"/>
                  </a:moveTo>
                  <a:lnTo>
                    <a:pt x="0" y="376"/>
                  </a:lnTo>
                  <a:lnTo>
                    <a:pt x="0" y="357"/>
                  </a:lnTo>
                  <a:lnTo>
                    <a:pt x="2" y="338"/>
                  </a:lnTo>
                  <a:lnTo>
                    <a:pt x="4" y="319"/>
                  </a:lnTo>
                  <a:lnTo>
                    <a:pt x="7" y="301"/>
                  </a:lnTo>
                  <a:lnTo>
                    <a:pt x="12" y="282"/>
                  </a:lnTo>
                  <a:lnTo>
                    <a:pt x="16" y="265"/>
                  </a:lnTo>
                  <a:lnTo>
                    <a:pt x="23" y="246"/>
                  </a:lnTo>
                  <a:lnTo>
                    <a:pt x="30" y="231"/>
                  </a:lnTo>
                  <a:lnTo>
                    <a:pt x="37" y="213"/>
                  </a:lnTo>
                  <a:lnTo>
                    <a:pt x="45" y="197"/>
                  </a:lnTo>
                  <a:lnTo>
                    <a:pt x="55" y="182"/>
                  </a:lnTo>
                  <a:lnTo>
                    <a:pt x="64" y="166"/>
                  </a:lnTo>
                  <a:lnTo>
                    <a:pt x="75" y="151"/>
                  </a:lnTo>
                  <a:lnTo>
                    <a:pt x="85" y="138"/>
                  </a:lnTo>
                  <a:lnTo>
                    <a:pt x="97" y="123"/>
                  </a:lnTo>
                  <a:lnTo>
                    <a:pt x="110" y="111"/>
                  </a:lnTo>
                  <a:lnTo>
                    <a:pt x="124" y="98"/>
                  </a:lnTo>
                  <a:lnTo>
                    <a:pt x="137" y="86"/>
                  </a:lnTo>
                  <a:lnTo>
                    <a:pt x="151" y="75"/>
                  </a:lnTo>
                  <a:lnTo>
                    <a:pt x="166" y="65"/>
                  </a:lnTo>
                  <a:lnTo>
                    <a:pt x="181" y="56"/>
                  </a:lnTo>
                  <a:lnTo>
                    <a:pt x="196" y="46"/>
                  </a:lnTo>
                  <a:lnTo>
                    <a:pt x="212" y="37"/>
                  </a:lnTo>
                  <a:lnTo>
                    <a:pt x="230" y="30"/>
                  </a:lnTo>
                  <a:lnTo>
                    <a:pt x="247" y="24"/>
                  </a:lnTo>
                  <a:lnTo>
                    <a:pt x="264" y="17"/>
                  </a:lnTo>
                  <a:lnTo>
                    <a:pt x="281" y="12"/>
                  </a:lnTo>
                  <a:lnTo>
                    <a:pt x="300" y="8"/>
                  </a:lnTo>
                  <a:lnTo>
                    <a:pt x="318" y="5"/>
                  </a:lnTo>
                  <a:lnTo>
                    <a:pt x="337" y="3"/>
                  </a:lnTo>
                  <a:lnTo>
                    <a:pt x="357" y="1"/>
                  </a:lnTo>
                  <a:lnTo>
                    <a:pt x="375" y="0"/>
                  </a:lnTo>
                  <a:lnTo>
                    <a:pt x="393" y="0"/>
                  </a:lnTo>
                  <a:lnTo>
                    <a:pt x="412" y="1"/>
                  </a:lnTo>
                  <a:lnTo>
                    <a:pt x="431" y="3"/>
                  </a:lnTo>
                  <a:lnTo>
                    <a:pt x="450" y="5"/>
                  </a:lnTo>
                  <a:lnTo>
                    <a:pt x="468" y="8"/>
                  </a:lnTo>
                  <a:lnTo>
                    <a:pt x="487" y="12"/>
                  </a:lnTo>
                  <a:lnTo>
                    <a:pt x="505" y="17"/>
                  </a:lnTo>
                  <a:lnTo>
                    <a:pt x="522" y="24"/>
                  </a:lnTo>
                  <a:lnTo>
                    <a:pt x="540" y="30"/>
                  </a:lnTo>
                  <a:lnTo>
                    <a:pt x="556" y="37"/>
                  </a:lnTo>
                  <a:lnTo>
                    <a:pt x="571" y="46"/>
                  </a:lnTo>
                  <a:lnTo>
                    <a:pt x="587" y="56"/>
                  </a:lnTo>
                  <a:lnTo>
                    <a:pt x="603" y="65"/>
                  </a:lnTo>
                  <a:lnTo>
                    <a:pt x="618" y="75"/>
                  </a:lnTo>
                  <a:lnTo>
                    <a:pt x="632" y="86"/>
                  </a:lnTo>
                  <a:lnTo>
                    <a:pt x="646" y="98"/>
                  </a:lnTo>
                  <a:lnTo>
                    <a:pt x="659" y="111"/>
                  </a:lnTo>
                  <a:lnTo>
                    <a:pt x="671" y="123"/>
                  </a:lnTo>
                  <a:lnTo>
                    <a:pt x="683" y="138"/>
                  </a:lnTo>
                  <a:lnTo>
                    <a:pt x="693" y="151"/>
                  </a:lnTo>
                  <a:lnTo>
                    <a:pt x="704" y="166"/>
                  </a:lnTo>
                  <a:lnTo>
                    <a:pt x="714" y="182"/>
                  </a:lnTo>
                  <a:lnTo>
                    <a:pt x="722" y="197"/>
                  </a:lnTo>
                  <a:lnTo>
                    <a:pt x="732" y="213"/>
                  </a:lnTo>
                  <a:lnTo>
                    <a:pt x="738" y="231"/>
                  </a:lnTo>
                  <a:lnTo>
                    <a:pt x="745" y="246"/>
                  </a:lnTo>
                  <a:lnTo>
                    <a:pt x="752" y="265"/>
                  </a:lnTo>
                  <a:lnTo>
                    <a:pt x="757" y="282"/>
                  </a:lnTo>
                  <a:lnTo>
                    <a:pt x="761" y="301"/>
                  </a:lnTo>
                  <a:lnTo>
                    <a:pt x="764" y="319"/>
                  </a:lnTo>
                  <a:lnTo>
                    <a:pt x="766" y="338"/>
                  </a:lnTo>
                  <a:lnTo>
                    <a:pt x="767" y="357"/>
                  </a:lnTo>
                  <a:lnTo>
                    <a:pt x="769" y="376"/>
                  </a:lnTo>
                  <a:lnTo>
                    <a:pt x="769" y="394"/>
                  </a:lnTo>
                  <a:lnTo>
                    <a:pt x="767" y="414"/>
                  </a:lnTo>
                  <a:lnTo>
                    <a:pt x="766" y="432"/>
                  </a:lnTo>
                  <a:lnTo>
                    <a:pt x="764" y="451"/>
                  </a:lnTo>
                  <a:lnTo>
                    <a:pt x="761" y="469"/>
                  </a:lnTo>
                  <a:lnTo>
                    <a:pt x="757" y="488"/>
                  </a:lnTo>
                  <a:lnTo>
                    <a:pt x="752" y="505"/>
                  </a:lnTo>
                  <a:lnTo>
                    <a:pt x="745" y="524"/>
                  </a:lnTo>
                  <a:lnTo>
                    <a:pt x="738" y="539"/>
                  </a:lnTo>
                  <a:lnTo>
                    <a:pt x="732" y="557"/>
                  </a:lnTo>
                  <a:lnTo>
                    <a:pt x="722" y="573"/>
                  </a:lnTo>
                  <a:lnTo>
                    <a:pt x="714" y="589"/>
                  </a:lnTo>
                  <a:lnTo>
                    <a:pt x="704" y="604"/>
                  </a:lnTo>
                  <a:lnTo>
                    <a:pt x="693" y="619"/>
                  </a:lnTo>
                  <a:lnTo>
                    <a:pt x="683" y="632"/>
                  </a:lnTo>
                  <a:lnTo>
                    <a:pt x="671" y="647"/>
                  </a:lnTo>
                  <a:lnTo>
                    <a:pt x="659" y="659"/>
                  </a:lnTo>
                  <a:lnTo>
                    <a:pt x="646" y="672"/>
                  </a:lnTo>
                  <a:lnTo>
                    <a:pt x="632" y="684"/>
                  </a:lnTo>
                  <a:lnTo>
                    <a:pt x="618" y="695"/>
                  </a:lnTo>
                  <a:lnTo>
                    <a:pt x="603" y="705"/>
                  </a:lnTo>
                  <a:lnTo>
                    <a:pt x="587" y="714"/>
                  </a:lnTo>
                  <a:lnTo>
                    <a:pt x="571" y="724"/>
                  </a:lnTo>
                  <a:lnTo>
                    <a:pt x="556" y="733"/>
                  </a:lnTo>
                  <a:lnTo>
                    <a:pt x="540" y="740"/>
                  </a:lnTo>
                  <a:lnTo>
                    <a:pt x="522" y="746"/>
                  </a:lnTo>
                  <a:lnTo>
                    <a:pt x="505" y="753"/>
                  </a:lnTo>
                  <a:lnTo>
                    <a:pt x="487" y="758"/>
                  </a:lnTo>
                  <a:lnTo>
                    <a:pt x="468" y="762"/>
                  </a:lnTo>
                  <a:lnTo>
                    <a:pt x="450" y="765"/>
                  </a:lnTo>
                  <a:lnTo>
                    <a:pt x="431" y="767"/>
                  </a:lnTo>
                  <a:lnTo>
                    <a:pt x="412" y="769"/>
                  </a:lnTo>
                  <a:lnTo>
                    <a:pt x="393" y="769"/>
                  </a:lnTo>
                  <a:lnTo>
                    <a:pt x="375" y="769"/>
                  </a:lnTo>
                  <a:lnTo>
                    <a:pt x="357" y="769"/>
                  </a:lnTo>
                  <a:lnTo>
                    <a:pt x="337" y="767"/>
                  </a:lnTo>
                  <a:lnTo>
                    <a:pt x="318" y="765"/>
                  </a:lnTo>
                  <a:lnTo>
                    <a:pt x="300" y="762"/>
                  </a:lnTo>
                  <a:lnTo>
                    <a:pt x="281" y="758"/>
                  </a:lnTo>
                  <a:lnTo>
                    <a:pt x="264" y="753"/>
                  </a:lnTo>
                  <a:lnTo>
                    <a:pt x="247" y="746"/>
                  </a:lnTo>
                  <a:lnTo>
                    <a:pt x="230" y="740"/>
                  </a:lnTo>
                  <a:lnTo>
                    <a:pt x="212" y="733"/>
                  </a:lnTo>
                  <a:lnTo>
                    <a:pt x="196" y="724"/>
                  </a:lnTo>
                  <a:lnTo>
                    <a:pt x="181" y="714"/>
                  </a:lnTo>
                  <a:lnTo>
                    <a:pt x="166" y="705"/>
                  </a:lnTo>
                  <a:lnTo>
                    <a:pt x="151" y="695"/>
                  </a:lnTo>
                  <a:lnTo>
                    <a:pt x="137" y="684"/>
                  </a:lnTo>
                  <a:lnTo>
                    <a:pt x="124" y="672"/>
                  </a:lnTo>
                  <a:lnTo>
                    <a:pt x="110" y="659"/>
                  </a:lnTo>
                  <a:lnTo>
                    <a:pt x="97" y="647"/>
                  </a:lnTo>
                  <a:lnTo>
                    <a:pt x="85" y="632"/>
                  </a:lnTo>
                  <a:lnTo>
                    <a:pt x="75" y="619"/>
                  </a:lnTo>
                  <a:lnTo>
                    <a:pt x="64" y="604"/>
                  </a:lnTo>
                  <a:lnTo>
                    <a:pt x="55" y="589"/>
                  </a:lnTo>
                  <a:lnTo>
                    <a:pt x="45" y="573"/>
                  </a:lnTo>
                  <a:lnTo>
                    <a:pt x="37" y="557"/>
                  </a:lnTo>
                  <a:lnTo>
                    <a:pt x="30" y="539"/>
                  </a:lnTo>
                  <a:lnTo>
                    <a:pt x="23" y="524"/>
                  </a:lnTo>
                  <a:lnTo>
                    <a:pt x="16" y="505"/>
                  </a:lnTo>
                  <a:lnTo>
                    <a:pt x="12" y="488"/>
                  </a:lnTo>
                  <a:lnTo>
                    <a:pt x="7" y="469"/>
                  </a:lnTo>
                  <a:lnTo>
                    <a:pt x="4" y="451"/>
                  </a:lnTo>
                  <a:lnTo>
                    <a:pt x="2" y="432"/>
                  </a:lnTo>
                  <a:lnTo>
                    <a:pt x="0" y="414"/>
                  </a:lnTo>
                  <a:lnTo>
                    <a:pt x="0" y="394"/>
                  </a:lnTo>
                  <a:close/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" name="Freeform 24">
              <a:extLst>
                <a:ext uri="{FF2B5EF4-FFF2-40B4-BE49-F238E27FC236}">
                  <a16:creationId xmlns:a16="http://schemas.microsoft.com/office/drawing/2014/main" id="{A22FE0E2-2B3E-46FC-96B6-0B30D0234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113" y="1687512"/>
              <a:ext cx="693737" cy="598488"/>
            </a:xfrm>
            <a:custGeom>
              <a:avLst/>
              <a:gdLst>
                <a:gd name="T0" fmla="*/ 2147483646 w 874"/>
                <a:gd name="T1" fmla="*/ 2147483646 h 753"/>
                <a:gd name="T2" fmla="*/ 2147483646 w 874"/>
                <a:gd name="T3" fmla="*/ 2147483646 h 753"/>
                <a:gd name="T4" fmla="*/ 2147483646 w 874"/>
                <a:gd name="T5" fmla="*/ 2147483646 h 753"/>
                <a:gd name="T6" fmla="*/ 2147483646 w 874"/>
                <a:gd name="T7" fmla="*/ 2147483646 h 753"/>
                <a:gd name="T8" fmla="*/ 2147483646 w 874"/>
                <a:gd name="T9" fmla="*/ 2147483646 h 753"/>
                <a:gd name="T10" fmla="*/ 2147483646 w 874"/>
                <a:gd name="T11" fmla="*/ 2147483646 h 753"/>
                <a:gd name="T12" fmla="*/ 2147483646 w 874"/>
                <a:gd name="T13" fmla="*/ 2147483646 h 753"/>
                <a:gd name="T14" fmla="*/ 2147483646 w 874"/>
                <a:gd name="T15" fmla="*/ 2147483646 h 753"/>
                <a:gd name="T16" fmla="*/ 2147483646 w 874"/>
                <a:gd name="T17" fmla="*/ 2147483646 h 753"/>
                <a:gd name="T18" fmla="*/ 2147483646 w 874"/>
                <a:gd name="T19" fmla="*/ 2147483646 h 753"/>
                <a:gd name="T20" fmla="*/ 0 w 874"/>
                <a:gd name="T21" fmla="*/ 2147483646 h 753"/>
                <a:gd name="T22" fmla="*/ 2147483646 w 874"/>
                <a:gd name="T23" fmla="*/ 2147483646 h 753"/>
                <a:gd name="T24" fmla="*/ 2147483646 w 874"/>
                <a:gd name="T25" fmla="*/ 2147483646 h 753"/>
                <a:gd name="T26" fmla="*/ 2147483646 w 874"/>
                <a:gd name="T27" fmla="*/ 2147483646 h 753"/>
                <a:gd name="T28" fmla="*/ 2147483646 w 874"/>
                <a:gd name="T29" fmla="*/ 2147483646 h 753"/>
                <a:gd name="T30" fmla="*/ 2147483646 w 874"/>
                <a:gd name="T31" fmla="*/ 2147483646 h 753"/>
                <a:gd name="T32" fmla="*/ 2147483646 w 874"/>
                <a:gd name="T33" fmla="*/ 2147483646 h 753"/>
                <a:gd name="T34" fmla="*/ 2147483646 w 874"/>
                <a:gd name="T35" fmla="*/ 2147483646 h 753"/>
                <a:gd name="T36" fmla="*/ 2147483646 w 874"/>
                <a:gd name="T37" fmla="*/ 2147483646 h 753"/>
                <a:gd name="T38" fmla="*/ 2147483646 w 874"/>
                <a:gd name="T39" fmla="*/ 2147483646 h 753"/>
                <a:gd name="T40" fmla="*/ 2147483646 w 874"/>
                <a:gd name="T41" fmla="*/ 2147483646 h 753"/>
                <a:gd name="T42" fmla="*/ 2147483646 w 874"/>
                <a:gd name="T43" fmla="*/ 2147483646 h 753"/>
                <a:gd name="T44" fmla="*/ 2147483646 w 874"/>
                <a:gd name="T45" fmla="*/ 2147483646 h 753"/>
                <a:gd name="T46" fmla="*/ 2147483646 w 874"/>
                <a:gd name="T47" fmla="*/ 2147483646 h 753"/>
                <a:gd name="T48" fmla="*/ 2147483646 w 874"/>
                <a:gd name="T49" fmla="*/ 2147483646 h 753"/>
                <a:gd name="T50" fmla="*/ 2147483646 w 874"/>
                <a:gd name="T51" fmla="*/ 2147483646 h 753"/>
                <a:gd name="T52" fmla="*/ 2147483646 w 874"/>
                <a:gd name="T53" fmla="*/ 2147483646 h 753"/>
                <a:gd name="T54" fmla="*/ 2147483646 w 874"/>
                <a:gd name="T55" fmla="*/ 2147483646 h 753"/>
                <a:gd name="T56" fmla="*/ 2147483646 w 874"/>
                <a:gd name="T57" fmla="*/ 2147483646 h 753"/>
                <a:gd name="T58" fmla="*/ 2147483646 w 874"/>
                <a:gd name="T59" fmla="*/ 2147483646 h 753"/>
                <a:gd name="T60" fmla="*/ 2147483646 w 874"/>
                <a:gd name="T61" fmla="*/ 2147483646 h 753"/>
                <a:gd name="T62" fmla="*/ 2147483646 w 874"/>
                <a:gd name="T63" fmla="*/ 2147483646 h 753"/>
                <a:gd name="T64" fmla="*/ 2147483646 w 874"/>
                <a:gd name="T65" fmla="*/ 2147483646 h 753"/>
                <a:gd name="T66" fmla="*/ 2147483646 w 874"/>
                <a:gd name="T67" fmla="*/ 2147483646 h 753"/>
                <a:gd name="T68" fmla="*/ 2147483646 w 874"/>
                <a:gd name="T69" fmla="*/ 2147483646 h 753"/>
                <a:gd name="T70" fmla="*/ 2147483646 w 874"/>
                <a:gd name="T71" fmla="*/ 2147483646 h 753"/>
                <a:gd name="T72" fmla="*/ 2147483646 w 874"/>
                <a:gd name="T73" fmla="*/ 2147483646 h 753"/>
                <a:gd name="T74" fmla="*/ 2147483646 w 874"/>
                <a:gd name="T75" fmla="*/ 2147483646 h 753"/>
                <a:gd name="T76" fmla="*/ 2147483646 w 874"/>
                <a:gd name="T77" fmla="*/ 2147483646 h 753"/>
                <a:gd name="T78" fmla="*/ 2147483646 w 874"/>
                <a:gd name="T79" fmla="*/ 2147483646 h 753"/>
                <a:gd name="T80" fmla="*/ 2147483646 w 874"/>
                <a:gd name="T81" fmla="*/ 2147483646 h 753"/>
                <a:gd name="T82" fmla="*/ 2147483646 w 874"/>
                <a:gd name="T83" fmla="*/ 2147483646 h 753"/>
                <a:gd name="T84" fmla="*/ 2147483646 w 874"/>
                <a:gd name="T85" fmla="*/ 2147483646 h 753"/>
                <a:gd name="T86" fmla="*/ 2147483646 w 874"/>
                <a:gd name="T87" fmla="*/ 0 h 75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74"/>
                <a:gd name="T133" fmla="*/ 0 h 753"/>
                <a:gd name="T134" fmla="*/ 874 w 874"/>
                <a:gd name="T135" fmla="*/ 753 h 75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74" h="753">
                  <a:moveTo>
                    <a:pt x="437" y="0"/>
                  </a:moveTo>
                  <a:lnTo>
                    <a:pt x="414" y="1"/>
                  </a:lnTo>
                  <a:lnTo>
                    <a:pt x="392" y="2"/>
                  </a:lnTo>
                  <a:lnTo>
                    <a:pt x="371" y="5"/>
                  </a:lnTo>
                  <a:lnTo>
                    <a:pt x="348" y="8"/>
                  </a:lnTo>
                  <a:lnTo>
                    <a:pt x="327" y="12"/>
                  </a:lnTo>
                  <a:lnTo>
                    <a:pt x="307" y="17"/>
                  </a:lnTo>
                  <a:lnTo>
                    <a:pt x="286" y="23"/>
                  </a:lnTo>
                  <a:lnTo>
                    <a:pt x="266" y="30"/>
                  </a:lnTo>
                  <a:lnTo>
                    <a:pt x="248" y="38"/>
                  </a:lnTo>
                  <a:lnTo>
                    <a:pt x="228" y="46"/>
                  </a:lnTo>
                  <a:lnTo>
                    <a:pt x="210" y="55"/>
                  </a:lnTo>
                  <a:lnTo>
                    <a:pt x="192" y="65"/>
                  </a:lnTo>
                  <a:lnTo>
                    <a:pt x="175" y="75"/>
                  </a:lnTo>
                  <a:lnTo>
                    <a:pt x="159" y="86"/>
                  </a:lnTo>
                  <a:lnTo>
                    <a:pt x="143" y="98"/>
                  </a:lnTo>
                  <a:lnTo>
                    <a:pt x="127" y="111"/>
                  </a:lnTo>
                  <a:lnTo>
                    <a:pt x="112" y="124"/>
                  </a:lnTo>
                  <a:lnTo>
                    <a:pt x="99" y="137"/>
                  </a:lnTo>
                  <a:lnTo>
                    <a:pt x="86" y="152"/>
                  </a:lnTo>
                  <a:lnTo>
                    <a:pt x="74" y="167"/>
                  </a:lnTo>
                  <a:lnTo>
                    <a:pt x="62" y="181"/>
                  </a:lnTo>
                  <a:lnTo>
                    <a:pt x="51" y="197"/>
                  </a:lnTo>
                  <a:lnTo>
                    <a:pt x="42" y="213"/>
                  </a:lnTo>
                  <a:lnTo>
                    <a:pt x="34" y="230"/>
                  </a:lnTo>
                  <a:lnTo>
                    <a:pt x="26" y="248"/>
                  </a:lnTo>
                  <a:lnTo>
                    <a:pt x="18" y="265"/>
                  </a:lnTo>
                  <a:lnTo>
                    <a:pt x="13" y="283"/>
                  </a:lnTo>
                  <a:lnTo>
                    <a:pt x="8" y="301"/>
                  </a:lnTo>
                  <a:lnTo>
                    <a:pt x="4" y="319"/>
                  </a:lnTo>
                  <a:lnTo>
                    <a:pt x="1" y="338"/>
                  </a:lnTo>
                  <a:lnTo>
                    <a:pt x="0" y="358"/>
                  </a:lnTo>
                  <a:lnTo>
                    <a:pt x="0" y="376"/>
                  </a:lnTo>
                  <a:lnTo>
                    <a:pt x="0" y="396"/>
                  </a:lnTo>
                  <a:lnTo>
                    <a:pt x="1" y="416"/>
                  </a:lnTo>
                  <a:lnTo>
                    <a:pt x="4" y="434"/>
                  </a:lnTo>
                  <a:lnTo>
                    <a:pt x="8" y="453"/>
                  </a:lnTo>
                  <a:lnTo>
                    <a:pt x="13" y="470"/>
                  </a:lnTo>
                  <a:lnTo>
                    <a:pt x="18" y="489"/>
                  </a:lnTo>
                  <a:lnTo>
                    <a:pt x="26" y="506"/>
                  </a:lnTo>
                  <a:lnTo>
                    <a:pt x="34" y="523"/>
                  </a:lnTo>
                  <a:lnTo>
                    <a:pt x="42" y="540"/>
                  </a:lnTo>
                  <a:lnTo>
                    <a:pt x="51" y="556"/>
                  </a:lnTo>
                  <a:lnTo>
                    <a:pt x="62" y="572"/>
                  </a:lnTo>
                  <a:lnTo>
                    <a:pt x="74" y="587"/>
                  </a:lnTo>
                  <a:lnTo>
                    <a:pt x="86" y="601"/>
                  </a:lnTo>
                  <a:lnTo>
                    <a:pt x="99" y="616"/>
                  </a:lnTo>
                  <a:lnTo>
                    <a:pt x="112" y="629"/>
                  </a:lnTo>
                  <a:lnTo>
                    <a:pt x="127" y="643"/>
                  </a:lnTo>
                  <a:lnTo>
                    <a:pt x="143" y="656"/>
                  </a:lnTo>
                  <a:lnTo>
                    <a:pt x="159" y="668"/>
                  </a:lnTo>
                  <a:lnTo>
                    <a:pt x="175" y="678"/>
                  </a:lnTo>
                  <a:lnTo>
                    <a:pt x="192" y="689"/>
                  </a:lnTo>
                  <a:lnTo>
                    <a:pt x="210" y="698"/>
                  </a:lnTo>
                  <a:lnTo>
                    <a:pt x="228" y="708"/>
                  </a:lnTo>
                  <a:lnTo>
                    <a:pt x="248" y="715"/>
                  </a:lnTo>
                  <a:lnTo>
                    <a:pt x="266" y="723"/>
                  </a:lnTo>
                  <a:lnTo>
                    <a:pt x="286" y="730"/>
                  </a:lnTo>
                  <a:lnTo>
                    <a:pt x="307" y="737"/>
                  </a:lnTo>
                  <a:lnTo>
                    <a:pt x="327" y="742"/>
                  </a:lnTo>
                  <a:lnTo>
                    <a:pt x="348" y="746"/>
                  </a:lnTo>
                  <a:lnTo>
                    <a:pt x="371" y="749"/>
                  </a:lnTo>
                  <a:lnTo>
                    <a:pt x="392" y="751"/>
                  </a:lnTo>
                  <a:lnTo>
                    <a:pt x="414" y="753"/>
                  </a:lnTo>
                  <a:lnTo>
                    <a:pt x="437" y="753"/>
                  </a:lnTo>
                  <a:lnTo>
                    <a:pt x="460" y="753"/>
                  </a:lnTo>
                  <a:lnTo>
                    <a:pt x="482" y="751"/>
                  </a:lnTo>
                  <a:lnTo>
                    <a:pt x="503" y="749"/>
                  </a:lnTo>
                  <a:lnTo>
                    <a:pt x="524" y="746"/>
                  </a:lnTo>
                  <a:lnTo>
                    <a:pt x="546" y="742"/>
                  </a:lnTo>
                  <a:lnTo>
                    <a:pt x="567" y="737"/>
                  </a:lnTo>
                  <a:lnTo>
                    <a:pt x="587" y="730"/>
                  </a:lnTo>
                  <a:lnTo>
                    <a:pt x="607" y="723"/>
                  </a:lnTo>
                  <a:lnTo>
                    <a:pt x="626" y="715"/>
                  </a:lnTo>
                  <a:lnTo>
                    <a:pt x="645" y="708"/>
                  </a:lnTo>
                  <a:lnTo>
                    <a:pt x="664" y="698"/>
                  </a:lnTo>
                  <a:lnTo>
                    <a:pt x="681" y="689"/>
                  </a:lnTo>
                  <a:lnTo>
                    <a:pt x="698" y="678"/>
                  </a:lnTo>
                  <a:lnTo>
                    <a:pt x="715" y="668"/>
                  </a:lnTo>
                  <a:lnTo>
                    <a:pt x="731" y="656"/>
                  </a:lnTo>
                  <a:lnTo>
                    <a:pt x="746" y="643"/>
                  </a:lnTo>
                  <a:lnTo>
                    <a:pt x="760" y="629"/>
                  </a:lnTo>
                  <a:lnTo>
                    <a:pt x="775" y="616"/>
                  </a:lnTo>
                  <a:lnTo>
                    <a:pt x="787" y="601"/>
                  </a:lnTo>
                  <a:lnTo>
                    <a:pt x="800" y="587"/>
                  </a:lnTo>
                  <a:lnTo>
                    <a:pt x="811" y="572"/>
                  </a:lnTo>
                  <a:lnTo>
                    <a:pt x="821" y="556"/>
                  </a:lnTo>
                  <a:lnTo>
                    <a:pt x="830" y="540"/>
                  </a:lnTo>
                  <a:lnTo>
                    <a:pt x="840" y="523"/>
                  </a:lnTo>
                  <a:lnTo>
                    <a:pt x="848" y="506"/>
                  </a:lnTo>
                  <a:lnTo>
                    <a:pt x="854" y="489"/>
                  </a:lnTo>
                  <a:lnTo>
                    <a:pt x="861" y="470"/>
                  </a:lnTo>
                  <a:lnTo>
                    <a:pt x="865" y="453"/>
                  </a:lnTo>
                  <a:lnTo>
                    <a:pt x="869" y="434"/>
                  </a:lnTo>
                  <a:lnTo>
                    <a:pt x="872" y="416"/>
                  </a:lnTo>
                  <a:lnTo>
                    <a:pt x="874" y="396"/>
                  </a:lnTo>
                  <a:lnTo>
                    <a:pt x="874" y="376"/>
                  </a:lnTo>
                  <a:lnTo>
                    <a:pt x="874" y="358"/>
                  </a:lnTo>
                  <a:lnTo>
                    <a:pt x="872" y="338"/>
                  </a:lnTo>
                  <a:lnTo>
                    <a:pt x="869" y="319"/>
                  </a:lnTo>
                  <a:lnTo>
                    <a:pt x="865" y="301"/>
                  </a:lnTo>
                  <a:lnTo>
                    <a:pt x="861" y="283"/>
                  </a:lnTo>
                  <a:lnTo>
                    <a:pt x="854" y="265"/>
                  </a:lnTo>
                  <a:lnTo>
                    <a:pt x="848" y="248"/>
                  </a:lnTo>
                  <a:lnTo>
                    <a:pt x="840" y="230"/>
                  </a:lnTo>
                  <a:lnTo>
                    <a:pt x="830" y="213"/>
                  </a:lnTo>
                  <a:lnTo>
                    <a:pt x="821" y="197"/>
                  </a:lnTo>
                  <a:lnTo>
                    <a:pt x="811" y="181"/>
                  </a:lnTo>
                  <a:lnTo>
                    <a:pt x="800" y="167"/>
                  </a:lnTo>
                  <a:lnTo>
                    <a:pt x="787" y="152"/>
                  </a:lnTo>
                  <a:lnTo>
                    <a:pt x="775" y="137"/>
                  </a:lnTo>
                  <a:lnTo>
                    <a:pt x="760" y="124"/>
                  </a:lnTo>
                  <a:lnTo>
                    <a:pt x="746" y="111"/>
                  </a:lnTo>
                  <a:lnTo>
                    <a:pt x="731" y="98"/>
                  </a:lnTo>
                  <a:lnTo>
                    <a:pt x="715" y="86"/>
                  </a:lnTo>
                  <a:lnTo>
                    <a:pt x="698" y="75"/>
                  </a:lnTo>
                  <a:lnTo>
                    <a:pt x="681" y="65"/>
                  </a:lnTo>
                  <a:lnTo>
                    <a:pt x="664" y="55"/>
                  </a:lnTo>
                  <a:lnTo>
                    <a:pt x="645" y="46"/>
                  </a:lnTo>
                  <a:lnTo>
                    <a:pt x="626" y="38"/>
                  </a:lnTo>
                  <a:lnTo>
                    <a:pt x="607" y="30"/>
                  </a:lnTo>
                  <a:lnTo>
                    <a:pt x="587" y="23"/>
                  </a:lnTo>
                  <a:lnTo>
                    <a:pt x="567" y="17"/>
                  </a:lnTo>
                  <a:lnTo>
                    <a:pt x="546" y="12"/>
                  </a:lnTo>
                  <a:lnTo>
                    <a:pt x="524" y="8"/>
                  </a:lnTo>
                  <a:lnTo>
                    <a:pt x="503" y="5"/>
                  </a:lnTo>
                  <a:lnTo>
                    <a:pt x="482" y="2"/>
                  </a:lnTo>
                  <a:lnTo>
                    <a:pt x="460" y="1"/>
                  </a:lnTo>
                  <a:lnTo>
                    <a:pt x="437" y="0"/>
                  </a:lnTo>
                </a:path>
              </a:pathLst>
            </a:custGeom>
            <a:solidFill>
              <a:schemeClr val="bg1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" name="Rectangle 25">
              <a:extLst>
                <a:ext uri="{FF2B5EF4-FFF2-40B4-BE49-F238E27FC236}">
                  <a16:creationId xmlns:a16="http://schemas.microsoft.com/office/drawing/2014/main" id="{503404E6-0278-414B-93AA-72E96A8ED2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7663" y="1884362"/>
              <a:ext cx="396875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Idle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" name="Freeform 26">
              <a:extLst>
                <a:ext uri="{FF2B5EF4-FFF2-40B4-BE49-F238E27FC236}">
                  <a16:creationId xmlns:a16="http://schemas.microsoft.com/office/drawing/2014/main" id="{77C249E0-5EC4-4A53-AA60-66BA0C147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925" y="2867025"/>
              <a:ext cx="1192213" cy="596900"/>
            </a:xfrm>
            <a:custGeom>
              <a:avLst/>
              <a:gdLst>
                <a:gd name="T0" fmla="*/ 2147483646 w 1502"/>
                <a:gd name="T1" fmla="*/ 2147483646 h 753"/>
                <a:gd name="T2" fmla="*/ 2147483646 w 1502"/>
                <a:gd name="T3" fmla="*/ 2147483646 h 753"/>
                <a:gd name="T4" fmla="*/ 2147483646 w 1502"/>
                <a:gd name="T5" fmla="*/ 2147483646 h 753"/>
                <a:gd name="T6" fmla="*/ 2147483646 w 1502"/>
                <a:gd name="T7" fmla="*/ 2147483646 h 753"/>
                <a:gd name="T8" fmla="*/ 2147483646 w 1502"/>
                <a:gd name="T9" fmla="*/ 2147483646 h 753"/>
                <a:gd name="T10" fmla="*/ 2147483646 w 1502"/>
                <a:gd name="T11" fmla="*/ 2147483646 h 753"/>
                <a:gd name="T12" fmla="*/ 2147483646 w 1502"/>
                <a:gd name="T13" fmla="*/ 2147483646 h 753"/>
                <a:gd name="T14" fmla="*/ 2147483646 w 1502"/>
                <a:gd name="T15" fmla="*/ 2147483646 h 753"/>
                <a:gd name="T16" fmla="*/ 2147483646 w 1502"/>
                <a:gd name="T17" fmla="*/ 2147483646 h 753"/>
                <a:gd name="T18" fmla="*/ 2147483646 w 1502"/>
                <a:gd name="T19" fmla="*/ 2147483646 h 753"/>
                <a:gd name="T20" fmla="*/ 0 w 1502"/>
                <a:gd name="T21" fmla="*/ 2147483646 h 753"/>
                <a:gd name="T22" fmla="*/ 2147483646 w 1502"/>
                <a:gd name="T23" fmla="*/ 2147483646 h 753"/>
                <a:gd name="T24" fmla="*/ 2147483646 w 1502"/>
                <a:gd name="T25" fmla="*/ 2147483646 h 753"/>
                <a:gd name="T26" fmla="*/ 2147483646 w 1502"/>
                <a:gd name="T27" fmla="*/ 2147483646 h 753"/>
                <a:gd name="T28" fmla="*/ 2147483646 w 1502"/>
                <a:gd name="T29" fmla="*/ 2147483646 h 753"/>
                <a:gd name="T30" fmla="*/ 2147483646 w 1502"/>
                <a:gd name="T31" fmla="*/ 2147483646 h 753"/>
                <a:gd name="T32" fmla="*/ 2147483646 w 1502"/>
                <a:gd name="T33" fmla="*/ 2147483646 h 753"/>
                <a:gd name="T34" fmla="*/ 2147483646 w 1502"/>
                <a:gd name="T35" fmla="*/ 2147483646 h 753"/>
                <a:gd name="T36" fmla="*/ 2147483646 w 1502"/>
                <a:gd name="T37" fmla="*/ 2147483646 h 753"/>
                <a:gd name="T38" fmla="*/ 2147483646 w 1502"/>
                <a:gd name="T39" fmla="*/ 2147483646 h 753"/>
                <a:gd name="T40" fmla="*/ 2147483646 w 1502"/>
                <a:gd name="T41" fmla="*/ 2147483646 h 753"/>
                <a:gd name="T42" fmla="*/ 2147483646 w 1502"/>
                <a:gd name="T43" fmla="*/ 2147483646 h 753"/>
                <a:gd name="T44" fmla="*/ 2147483646 w 1502"/>
                <a:gd name="T45" fmla="*/ 2147483646 h 753"/>
                <a:gd name="T46" fmla="*/ 2147483646 w 1502"/>
                <a:gd name="T47" fmla="*/ 2147483646 h 753"/>
                <a:gd name="T48" fmla="*/ 2147483646 w 1502"/>
                <a:gd name="T49" fmla="*/ 2147483646 h 753"/>
                <a:gd name="T50" fmla="*/ 2147483646 w 1502"/>
                <a:gd name="T51" fmla="*/ 2147483646 h 753"/>
                <a:gd name="T52" fmla="*/ 2147483646 w 1502"/>
                <a:gd name="T53" fmla="*/ 2147483646 h 753"/>
                <a:gd name="T54" fmla="*/ 2147483646 w 1502"/>
                <a:gd name="T55" fmla="*/ 2147483646 h 753"/>
                <a:gd name="T56" fmla="*/ 2147483646 w 1502"/>
                <a:gd name="T57" fmla="*/ 2147483646 h 753"/>
                <a:gd name="T58" fmla="*/ 2147483646 w 1502"/>
                <a:gd name="T59" fmla="*/ 2147483646 h 753"/>
                <a:gd name="T60" fmla="*/ 2147483646 w 1502"/>
                <a:gd name="T61" fmla="*/ 2147483646 h 753"/>
                <a:gd name="T62" fmla="*/ 2147483646 w 1502"/>
                <a:gd name="T63" fmla="*/ 2147483646 h 753"/>
                <a:gd name="T64" fmla="*/ 2147483646 w 1502"/>
                <a:gd name="T65" fmla="*/ 2147483646 h 753"/>
                <a:gd name="T66" fmla="*/ 2147483646 w 1502"/>
                <a:gd name="T67" fmla="*/ 2147483646 h 753"/>
                <a:gd name="T68" fmla="*/ 2147483646 w 1502"/>
                <a:gd name="T69" fmla="*/ 2147483646 h 753"/>
                <a:gd name="T70" fmla="*/ 2147483646 w 1502"/>
                <a:gd name="T71" fmla="*/ 2147483646 h 753"/>
                <a:gd name="T72" fmla="*/ 2147483646 w 1502"/>
                <a:gd name="T73" fmla="*/ 2147483646 h 753"/>
                <a:gd name="T74" fmla="*/ 2147483646 w 1502"/>
                <a:gd name="T75" fmla="*/ 2147483646 h 753"/>
                <a:gd name="T76" fmla="*/ 2147483646 w 1502"/>
                <a:gd name="T77" fmla="*/ 2147483646 h 753"/>
                <a:gd name="T78" fmla="*/ 2147483646 w 1502"/>
                <a:gd name="T79" fmla="*/ 2147483646 h 753"/>
                <a:gd name="T80" fmla="*/ 2147483646 w 1502"/>
                <a:gd name="T81" fmla="*/ 2147483646 h 753"/>
                <a:gd name="T82" fmla="*/ 2147483646 w 1502"/>
                <a:gd name="T83" fmla="*/ 2147483646 h 753"/>
                <a:gd name="T84" fmla="*/ 2147483646 w 1502"/>
                <a:gd name="T85" fmla="*/ 2147483646 h 753"/>
                <a:gd name="T86" fmla="*/ 2147483646 w 1502"/>
                <a:gd name="T87" fmla="*/ 0 h 75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02"/>
                <a:gd name="T133" fmla="*/ 0 h 753"/>
                <a:gd name="T134" fmla="*/ 1502 w 1502"/>
                <a:gd name="T135" fmla="*/ 753 h 75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02" h="753">
                  <a:moveTo>
                    <a:pt x="751" y="0"/>
                  </a:moveTo>
                  <a:lnTo>
                    <a:pt x="712" y="2"/>
                  </a:lnTo>
                  <a:lnTo>
                    <a:pt x="674" y="3"/>
                  </a:lnTo>
                  <a:lnTo>
                    <a:pt x="637" y="6"/>
                  </a:lnTo>
                  <a:lnTo>
                    <a:pt x="600" y="8"/>
                  </a:lnTo>
                  <a:lnTo>
                    <a:pt x="563" y="12"/>
                  </a:lnTo>
                  <a:lnTo>
                    <a:pt x="528" y="18"/>
                  </a:lnTo>
                  <a:lnTo>
                    <a:pt x="492" y="24"/>
                  </a:lnTo>
                  <a:lnTo>
                    <a:pt x="458" y="31"/>
                  </a:lnTo>
                  <a:lnTo>
                    <a:pt x="425" y="39"/>
                  </a:lnTo>
                  <a:lnTo>
                    <a:pt x="393" y="47"/>
                  </a:lnTo>
                  <a:lnTo>
                    <a:pt x="361" y="56"/>
                  </a:lnTo>
                  <a:lnTo>
                    <a:pt x="331" y="65"/>
                  </a:lnTo>
                  <a:lnTo>
                    <a:pt x="302" y="76"/>
                  </a:lnTo>
                  <a:lnTo>
                    <a:pt x="274" y="86"/>
                  </a:lnTo>
                  <a:lnTo>
                    <a:pt x="246" y="98"/>
                  </a:lnTo>
                  <a:lnTo>
                    <a:pt x="220" y="112"/>
                  </a:lnTo>
                  <a:lnTo>
                    <a:pt x="194" y="125"/>
                  </a:lnTo>
                  <a:lnTo>
                    <a:pt x="172" y="138"/>
                  </a:lnTo>
                  <a:lnTo>
                    <a:pt x="149" y="153"/>
                  </a:lnTo>
                  <a:lnTo>
                    <a:pt x="128" y="167"/>
                  </a:lnTo>
                  <a:lnTo>
                    <a:pt x="108" y="182"/>
                  </a:lnTo>
                  <a:lnTo>
                    <a:pt x="91" y="198"/>
                  </a:lnTo>
                  <a:lnTo>
                    <a:pt x="74" y="214"/>
                  </a:lnTo>
                  <a:lnTo>
                    <a:pt x="59" y="231"/>
                  </a:lnTo>
                  <a:lnTo>
                    <a:pt x="46" y="248"/>
                  </a:lnTo>
                  <a:lnTo>
                    <a:pt x="34" y="265"/>
                  </a:lnTo>
                  <a:lnTo>
                    <a:pt x="23" y="284"/>
                  </a:lnTo>
                  <a:lnTo>
                    <a:pt x="16" y="301"/>
                  </a:lnTo>
                  <a:lnTo>
                    <a:pt x="9" y="320"/>
                  </a:lnTo>
                  <a:lnTo>
                    <a:pt x="4" y="338"/>
                  </a:lnTo>
                  <a:lnTo>
                    <a:pt x="1" y="358"/>
                  </a:lnTo>
                  <a:lnTo>
                    <a:pt x="0" y="377"/>
                  </a:lnTo>
                  <a:lnTo>
                    <a:pt x="1" y="397"/>
                  </a:lnTo>
                  <a:lnTo>
                    <a:pt x="4" y="417"/>
                  </a:lnTo>
                  <a:lnTo>
                    <a:pt x="9" y="435"/>
                  </a:lnTo>
                  <a:lnTo>
                    <a:pt x="16" y="454"/>
                  </a:lnTo>
                  <a:lnTo>
                    <a:pt x="23" y="471"/>
                  </a:lnTo>
                  <a:lnTo>
                    <a:pt x="34" y="489"/>
                  </a:lnTo>
                  <a:lnTo>
                    <a:pt x="46" y="507"/>
                  </a:lnTo>
                  <a:lnTo>
                    <a:pt x="59" y="524"/>
                  </a:lnTo>
                  <a:lnTo>
                    <a:pt x="74" y="541"/>
                  </a:lnTo>
                  <a:lnTo>
                    <a:pt x="91" y="557"/>
                  </a:lnTo>
                  <a:lnTo>
                    <a:pt x="108" y="573"/>
                  </a:lnTo>
                  <a:lnTo>
                    <a:pt x="128" y="588"/>
                  </a:lnTo>
                  <a:lnTo>
                    <a:pt x="149" y="602"/>
                  </a:lnTo>
                  <a:lnTo>
                    <a:pt x="172" y="617"/>
                  </a:lnTo>
                  <a:lnTo>
                    <a:pt x="194" y="630"/>
                  </a:lnTo>
                  <a:lnTo>
                    <a:pt x="220" y="643"/>
                  </a:lnTo>
                  <a:lnTo>
                    <a:pt x="246" y="657"/>
                  </a:lnTo>
                  <a:lnTo>
                    <a:pt x="274" y="668"/>
                  </a:lnTo>
                  <a:lnTo>
                    <a:pt x="302" y="679"/>
                  </a:lnTo>
                  <a:lnTo>
                    <a:pt x="331" y="690"/>
                  </a:lnTo>
                  <a:lnTo>
                    <a:pt x="361" y="699"/>
                  </a:lnTo>
                  <a:lnTo>
                    <a:pt x="393" y="708"/>
                  </a:lnTo>
                  <a:lnTo>
                    <a:pt x="425" y="716"/>
                  </a:lnTo>
                  <a:lnTo>
                    <a:pt x="458" y="724"/>
                  </a:lnTo>
                  <a:lnTo>
                    <a:pt x="492" y="731"/>
                  </a:lnTo>
                  <a:lnTo>
                    <a:pt x="528" y="737"/>
                  </a:lnTo>
                  <a:lnTo>
                    <a:pt x="563" y="743"/>
                  </a:lnTo>
                  <a:lnTo>
                    <a:pt x="600" y="747"/>
                  </a:lnTo>
                  <a:lnTo>
                    <a:pt x="637" y="749"/>
                  </a:lnTo>
                  <a:lnTo>
                    <a:pt x="674" y="752"/>
                  </a:lnTo>
                  <a:lnTo>
                    <a:pt x="712" y="753"/>
                  </a:lnTo>
                  <a:lnTo>
                    <a:pt x="751" y="753"/>
                  </a:lnTo>
                  <a:lnTo>
                    <a:pt x="789" y="753"/>
                  </a:lnTo>
                  <a:lnTo>
                    <a:pt x="828" y="752"/>
                  </a:lnTo>
                  <a:lnTo>
                    <a:pt x="866" y="749"/>
                  </a:lnTo>
                  <a:lnTo>
                    <a:pt x="902" y="747"/>
                  </a:lnTo>
                  <a:lnTo>
                    <a:pt x="939" y="743"/>
                  </a:lnTo>
                  <a:lnTo>
                    <a:pt x="975" y="737"/>
                  </a:lnTo>
                  <a:lnTo>
                    <a:pt x="1009" y="731"/>
                  </a:lnTo>
                  <a:lnTo>
                    <a:pt x="1044" y="724"/>
                  </a:lnTo>
                  <a:lnTo>
                    <a:pt x="1077" y="716"/>
                  </a:lnTo>
                  <a:lnTo>
                    <a:pt x="1109" y="708"/>
                  </a:lnTo>
                  <a:lnTo>
                    <a:pt x="1140" y="699"/>
                  </a:lnTo>
                  <a:lnTo>
                    <a:pt x="1171" y="690"/>
                  </a:lnTo>
                  <a:lnTo>
                    <a:pt x="1200" y="679"/>
                  </a:lnTo>
                  <a:lnTo>
                    <a:pt x="1229" y="668"/>
                  </a:lnTo>
                  <a:lnTo>
                    <a:pt x="1256" y="657"/>
                  </a:lnTo>
                  <a:lnTo>
                    <a:pt x="1282" y="643"/>
                  </a:lnTo>
                  <a:lnTo>
                    <a:pt x="1307" y="630"/>
                  </a:lnTo>
                  <a:lnTo>
                    <a:pt x="1331" y="617"/>
                  </a:lnTo>
                  <a:lnTo>
                    <a:pt x="1354" y="602"/>
                  </a:lnTo>
                  <a:lnTo>
                    <a:pt x="1374" y="588"/>
                  </a:lnTo>
                  <a:lnTo>
                    <a:pt x="1393" y="573"/>
                  </a:lnTo>
                  <a:lnTo>
                    <a:pt x="1412" y="557"/>
                  </a:lnTo>
                  <a:lnTo>
                    <a:pt x="1428" y="541"/>
                  </a:lnTo>
                  <a:lnTo>
                    <a:pt x="1444" y="524"/>
                  </a:lnTo>
                  <a:lnTo>
                    <a:pt x="1457" y="507"/>
                  </a:lnTo>
                  <a:lnTo>
                    <a:pt x="1469" y="489"/>
                  </a:lnTo>
                  <a:lnTo>
                    <a:pt x="1478" y="471"/>
                  </a:lnTo>
                  <a:lnTo>
                    <a:pt x="1487" y="454"/>
                  </a:lnTo>
                  <a:lnTo>
                    <a:pt x="1494" y="435"/>
                  </a:lnTo>
                  <a:lnTo>
                    <a:pt x="1498" y="417"/>
                  </a:lnTo>
                  <a:lnTo>
                    <a:pt x="1501" y="397"/>
                  </a:lnTo>
                  <a:lnTo>
                    <a:pt x="1502" y="377"/>
                  </a:lnTo>
                  <a:lnTo>
                    <a:pt x="1501" y="358"/>
                  </a:lnTo>
                  <a:lnTo>
                    <a:pt x="1498" y="338"/>
                  </a:lnTo>
                  <a:lnTo>
                    <a:pt x="1494" y="320"/>
                  </a:lnTo>
                  <a:lnTo>
                    <a:pt x="1487" y="301"/>
                  </a:lnTo>
                  <a:lnTo>
                    <a:pt x="1478" y="284"/>
                  </a:lnTo>
                  <a:lnTo>
                    <a:pt x="1469" y="265"/>
                  </a:lnTo>
                  <a:lnTo>
                    <a:pt x="1457" y="248"/>
                  </a:lnTo>
                  <a:lnTo>
                    <a:pt x="1444" y="231"/>
                  </a:lnTo>
                  <a:lnTo>
                    <a:pt x="1428" y="214"/>
                  </a:lnTo>
                  <a:lnTo>
                    <a:pt x="1412" y="198"/>
                  </a:lnTo>
                  <a:lnTo>
                    <a:pt x="1393" y="182"/>
                  </a:lnTo>
                  <a:lnTo>
                    <a:pt x="1374" y="167"/>
                  </a:lnTo>
                  <a:lnTo>
                    <a:pt x="1354" y="153"/>
                  </a:lnTo>
                  <a:lnTo>
                    <a:pt x="1331" y="138"/>
                  </a:lnTo>
                  <a:lnTo>
                    <a:pt x="1307" y="125"/>
                  </a:lnTo>
                  <a:lnTo>
                    <a:pt x="1282" y="112"/>
                  </a:lnTo>
                  <a:lnTo>
                    <a:pt x="1256" y="98"/>
                  </a:lnTo>
                  <a:lnTo>
                    <a:pt x="1229" y="86"/>
                  </a:lnTo>
                  <a:lnTo>
                    <a:pt x="1200" y="76"/>
                  </a:lnTo>
                  <a:lnTo>
                    <a:pt x="1171" y="65"/>
                  </a:lnTo>
                  <a:lnTo>
                    <a:pt x="1140" y="56"/>
                  </a:lnTo>
                  <a:lnTo>
                    <a:pt x="1109" y="47"/>
                  </a:lnTo>
                  <a:lnTo>
                    <a:pt x="1077" y="39"/>
                  </a:lnTo>
                  <a:lnTo>
                    <a:pt x="1044" y="31"/>
                  </a:lnTo>
                  <a:lnTo>
                    <a:pt x="1009" y="24"/>
                  </a:lnTo>
                  <a:lnTo>
                    <a:pt x="975" y="18"/>
                  </a:lnTo>
                  <a:lnTo>
                    <a:pt x="939" y="12"/>
                  </a:lnTo>
                  <a:lnTo>
                    <a:pt x="902" y="8"/>
                  </a:lnTo>
                  <a:lnTo>
                    <a:pt x="866" y="6"/>
                  </a:lnTo>
                  <a:lnTo>
                    <a:pt x="828" y="3"/>
                  </a:lnTo>
                  <a:lnTo>
                    <a:pt x="789" y="2"/>
                  </a:lnTo>
                  <a:lnTo>
                    <a:pt x="751" y="0"/>
                  </a:lnTo>
                </a:path>
              </a:pathLst>
            </a:custGeom>
            <a:solidFill>
              <a:schemeClr val="bg1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" name="Freeform 27">
              <a:extLst>
                <a:ext uri="{FF2B5EF4-FFF2-40B4-BE49-F238E27FC236}">
                  <a16:creationId xmlns:a16="http://schemas.microsoft.com/office/drawing/2014/main" id="{2859332E-3B13-4E0B-BE10-16F7C09FF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250" y="4321176"/>
              <a:ext cx="125413" cy="104775"/>
            </a:xfrm>
            <a:custGeom>
              <a:avLst/>
              <a:gdLst>
                <a:gd name="T0" fmla="*/ 2147483646 w 159"/>
                <a:gd name="T1" fmla="*/ 0 h 133"/>
                <a:gd name="T2" fmla="*/ 0 w 159"/>
                <a:gd name="T3" fmla="*/ 2147483646 h 133"/>
                <a:gd name="T4" fmla="*/ 2147483646 w 159"/>
                <a:gd name="T5" fmla="*/ 2147483646 h 133"/>
                <a:gd name="T6" fmla="*/ 2147483646 w 159"/>
                <a:gd name="T7" fmla="*/ 2147483646 h 133"/>
                <a:gd name="T8" fmla="*/ 2147483646 w 159"/>
                <a:gd name="T9" fmla="*/ 0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133"/>
                <a:gd name="T17" fmla="*/ 159 w 159"/>
                <a:gd name="T18" fmla="*/ 133 h 1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133">
                  <a:moveTo>
                    <a:pt x="106" y="0"/>
                  </a:moveTo>
                  <a:lnTo>
                    <a:pt x="0" y="133"/>
                  </a:lnTo>
                  <a:lnTo>
                    <a:pt x="159" y="53"/>
                  </a:lnTo>
                  <a:lnTo>
                    <a:pt x="133" y="27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" name="Freeform 28">
              <a:extLst>
                <a:ext uri="{FF2B5EF4-FFF2-40B4-BE49-F238E27FC236}">
                  <a16:creationId xmlns:a16="http://schemas.microsoft.com/office/drawing/2014/main" id="{84889B93-B537-4FA1-9654-4F5A2D306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738" y="2079625"/>
              <a:ext cx="676275" cy="2257425"/>
            </a:xfrm>
            <a:custGeom>
              <a:avLst/>
              <a:gdLst>
                <a:gd name="T0" fmla="*/ 0 w 850"/>
                <a:gd name="T1" fmla="*/ 0 h 2845"/>
                <a:gd name="T2" fmla="*/ 2147483646 w 850"/>
                <a:gd name="T3" fmla="*/ 2147483646 h 2845"/>
                <a:gd name="T4" fmla="*/ 2147483646 w 850"/>
                <a:gd name="T5" fmla="*/ 2147483646 h 2845"/>
                <a:gd name="T6" fmla="*/ 2147483646 w 850"/>
                <a:gd name="T7" fmla="*/ 2147483646 h 2845"/>
                <a:gd name="T8" fmla="*/ 2147483646 w 850"/>
                <a:gd name="T9" fmla="*/ 2147483646 h 2845"/>
                <a:gd name="T10" fmla="*/ 2147483646 w 850"/>
                <a:gd name="T11" fmla="*/ 2147483646 h 2845"/>
                <a:gd name="T12" fmla="*/ 2147483646 w 850"/>
                <a:gd name="T13" fmla="*/ 2147483646 h 2845"/>
                <a:gd name="T14" fmla="*/ 2147483646 w 850"/>
                <a:gd name="T15" fmla="*/ 2147483646 h 2845"/>
                <a:gd name="T16" fmla="*/ 2147483646 w 850"/>
                <a:gd name="T17" fmla="*/ 2147483646 h 2845"/>
                <a:gd name="T18" fmla="*/ 2147483646 w 850"/>
                <a:gd name="T19" fmla="*/ 2147483646 h 2845"/>
                <a:gd name="T20" fmla="*/ 2147483646 w 850"/>
                <a:gd name="T21" fmla="*/ 2147483646 h 2845"/>
                <a:gd name="T22" fmla="*/ 2147483646 w 850"/>
                <a:gd name="T23" fmla="*/ 2147483646 h 2845"/>
                <a:gd name="T24" fmla="*/ 2147483646 w 850"/>
                <a:gd name="T25" fmla="*/ 2147483646 h 2845"/>
                <a:gd name="T26" fmla="*/ 2147483646 w 850"/>
                <a:gd name="T27" fmla="*/ 2147483646 h 2845"/>
                <a:gd name="T28" fmla="*/ 2147483646 w 850"/>
                <a:gd name="T29" fmla="*/ 2147483646 h 2845"/>
                <a:gd name="T30" fmla="*/ 2147483646 w 850"/>
                <a:gd name="T31" fmla="*/ 2147483646 h 2845"/>
                <a:gd name="T32" fmla="*/ 2147483646 w 850"/>
                <a:gd name="T33" fmla="*/ 2147483646 h 2845"/>
                <a:gd name="T34" fmla="*/ 2147483646 w 850"/>
                <a:gd name="T35" fmla="*/ 2147483646 h 2845"/>
                <a:gd name="T36" fmla="*/ 2147483646 w 850"/>
                <a:gd name="T37" fmla="*/ 2147483646 h 2845"/>
                <a:gd name="T38" fmla="*/ 2147483646 w 850"/>
                <a:gd name="T39" fmla="*/ 2147483646 h 2845"/>
                <a:gd name="T40" fmla="*/ 2147483646 w 850"/>
                <a:gd name="T41" fmla="*/ 2147483646 h 2845"/>
                <a:gd name="T42" fmla="*/ 2147483646 w 850"/>
                <a:gd name="T43" fmla="*/ 2147483646 h 2845"/>
                <a:gd name="T44" fmla="*/ 2147483646 w 850"/>
                <a:gd name="T45" fmla="*/ 2147483646 h 2845"/>
                <a:gd name="T46" fmla="*/ 2147483646 w 850"/>
                <a:gd name="T47" fmla="*/ 2147483646 h 2845"/>
                <a:gd name="T48" fmla="*/ 2147483646 w 850"/>
                <a:gd name="T49" fmla="*/ 2147483646 h 2845"/>
                <a:gd name="T50" fmla="*/ 2147483646 w 850"/>
                <a:gd name="T51" fmla="*/ 2147483646 h 2845"/>
                <a:gd name="T52" fmla="*/ 2147483646 w 850"/>
                <a:gd name="T53" fmla="*/ 2147483646 h 2845"/>
                <a:gd name="T54" fmla="*/ 2147483646 w 850"/>
                <a:gd name="T55" fmla="*/ 2147483646 h 2845"/>
                <a:gd name="T56" fmla="*/ 2147483646 w 850"/>
                <a:gd name="T57" fmla="*/ 2147483646 h 2845"/>
                <a:gd name="T58" fmla="*/ 2147483646 w 850"/>
                <a:gd name="T59" fmla="*/ 2147483646 h 2845"/>
                <a:gd name="T60" fmla="*/ 2147483646 w 850"/>
                <a:gd name="T61" fmla="*/ 2147483646 h 2845"/>
                <a:gd name="T62" fmla="*/ 2147483646 w 850"/>
                <a:gd name="T63" fmla="*/ 2147483646 h 2845"/>
                <a:gd name="T64" fmla="*/ 2147483646 w 850"/>
                <a:gd name="T65" fmla="*/ 2147483646 h 284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850"/>
                <a:gd name="T100" fmla="*/ 0 h 2845"/>
                <a:gd name="T101" fmla="*/ 850 w 850"/>
                <a:gd name="T102" fmla="*/ 2845 h 284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850" h="2845">
                  <a:moveTo>
                    <a:pt x="0" y="0"/>
                  </a:moveTo>
                  <a:lnTo>
                    <a:pt x="91" y="61"/>
                  </a:lnTo>
                  <a:lnTo>
                    <a:pt x="177" y="128"/>
                  </a:lnTo>
                  <a:lnTo>
                    <a:pt x="257" y="201"/>
                  </a:lnTo>
                  <a:lnTo>
                    <a:pt x="331" y="279"/>
                  </a:lnTo>
                  <a:lnTo>
                    <a:pt x="401" y="363"/>
                  </a:lnTo>
                  <a:lnTo>
                    <a:pt x="465" y="452"/>
                  </a:lnTo>
                  <a:lnTo>
                    <a:pt x="525" y="545"/>
                  </a:lnTo>
                  <a:lnTo>
                    <a:pt x="579" y="640"/>
                  </a:lnTo>
                  <a:lnTo>
                    <a:pt x="627" y="739"/>
                  </a:lnTo>
                  <a:lnTo>
                    <a:pt x="670" y="842"/>
                  </a:lnTo>
                  <a:lnTo>
                    <a:pt x="710" y="946"/>
                  </a:lnTo>
                  <a:lnTo>
                    <a:pt x="743" y="1052"/>
                  </a:lnTo>
                  <a:lnTo>
                    <a:pt x="772" y="1160"/>
                  </a:lnTo>
                  <a:lnTo>
                    <a:pt x="797" y="1268"/>
                  </a:lnTo>
                  <a:lnTo>
                    <a:pt x="817" y="1377"/>
                  </a:lnTo>
                  <a:lnTo>
                    <a:pt x="832" y="1486"/>
                  </a:lnTo>
                  <a:lnTo>
                    <a:pt x="843" y="1594"/>
                  </a:lnTo>
                  <a:lnTo>
                    <a:pt x="849" y="1702"/>
                  </a:lnTo>
                  <a:lnTo>
                    <a:pt x="850" y="1808"/>
                  </a:lnTo>
                  <a:lnTo>
                    <a:pt x="848" y="1913"/>
                  </a:lnTo>
                  <a:lnTo>
                    <a:pt x="841" y="2013"/>
                  </a:lnTo>
                  <a:lnTo>
                    <a:pt x="831" y="2113"/>
                  </a:lnTo>
                  <a:lnTo>
                    <a:pt x="815" y="2208"/>
                  </a:lnTo>
                  <a:lnTo>
                    <a:pt x="795" y="2300"/>
                  </a:lnTo>
                  <a:lnTo>
                    <a:pt x="772" y="2389"/>
                  </a:lnTo>
                  <a:lnTo>
                    <a:pt x="745" y="2471"/>
                  </a:lnTo>
                  <a:lnTo>
                    <a:pt x="714" y="2549"/>
                  </a:lnTo>
                  <a:lnTo>
                    <a:pt x="678" y="2621"/>
                  </a:lnTo>
                  <a:lnTo>
                    <a:pt x="640" y="2687"/>
                  </a:lnTo>
                  <a:lnTo>
                    <a:pt x="597" y="2746"/>
                  </a:lnTo>
                  <a:lnTo>
                    <a:pt x="551" y="2800"/>
                  </a:lnTo>
                  <a:lnTo>
                    <a:pt x="502" y="2845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" name="Rectangle 29">
              <a:extLst>
                <a:ext uri="{FF2B5EF4-FFF2-40B4-BE49-F238E27FC236}">
                  <a16:creationId xmlns:a16="http://schemas.microsoft.com/office/drawing/2014/main" id="{A07BA17B-BF94-4DE8-85A7-35F1046D0A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2650" y="1241425"/>
              <a:ext cx="19236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" name="Freeform 30">
              <a:extLst>
                <a:ext uri="{FF2B5EF4-FFF2-40B4-BE49-F238E27FC236}">
                  <a16:creationId xmlns:a16="http://schemas.microsoft.com/office/drawing/2014/main" id="{3EFB8E49-7DF2-4077-B161-B06446263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600" y="1647825"/>
              <a:ext cx="125413" cy="104775"/>
            </a:xfrm>
            <a:custGeom>
              <a:avLst/>
              <a:gdLst>
                <a:gd name="T0" fmla="*/ 0 w 159"/>
                <a:gd name="T1" fmla="*/ 2147483646 h 133"/>
                <a:gd name="T2" fmla="*/ 2147483646 w 159"/>
                <a:gd name="T3" fmla="*/ 2147483646 h 133"/>
                <a:gd name="T4" fmla="*/ 2147483646 w 159"/>
                <a:gd name="T5" fmla="*/ 0 h 133"/>
                <a:gd name="T6" fmla="*/ 2147483646 w 159"/>
                <a:gd name="T7" fmla="*/ 2147483646 h 133"/>
                <a:gd name="T8" fmla="*/ 0 w 159"/>
                <a:gd name="T9" fmla="*/ 2147483646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133"/>
                <a:gd name="T17" fmla="*/ 159 w 159"/>
                <a:gd name="T18" fmla="*/ 133 h 1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133">
                  <a:moveTo>
                    <a:pt x="0" y="53"/>
                  </a:moveTo>
                  <a:lnTo>
                    <a:pt x="159" y="133"/>
                  </a:lnTo>
                  <a:lnTo>
                    <a:pt x="53" y="0"/>
                  </a:lnTo>
                  <a:lnTo>
                    <a:pt x="27" y="27"/>
                  </a:lnTo>
                  <a:lnTo>
                    <a:pt x="0" y="53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" name="Line 31">
              <a:extLst>
                <a:ext uri="{FF2B5EF4-FFF2-40B4-BE49-F238E27FC236}">
                  <a16:creationId xmlns:a16="http://schemas.microsoft.com/office/drawing/2014/main" id="{CCCE4322-C9A9-4B47-BC5C-A416DC28E5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0463" y="1479550"/>
              <a:ext cx="231775" cy="188912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" name="Rectangle 32">
              <a:extLst>
                <a:ext uri="{FF2B5EF4-FFF2-40B4-BE49-F238E27FC236}">
                  <a16:creationId xmlns:a16="http://schemas.microsoft.com/office/drawing/2014/main" id="{5755D371-792E-4DBA-98FD-E8C0BB7D50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2650" y="3687762"/>
              <a:ext cx="205184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" name="Rectangle 33">
              <a:extLst>
                <a:ext uri="{FF2B5EF4-FFF2-40B4-BE49-F238E27FC236}">
                  <a16:creationId xmlns:a16="http://schemas.microsoft.com/office/drawing/2014/main" id="{6C110C07-132E-4E6F-819A-DAA7C28FF0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9450" y="1258887"/>
              <a:ext cx="5842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Reset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" name="Rectangle 34">
              <a:extLst>
                <a:ext uri="{FF2B5EF4-FFF2-40B4-BE49-F238E27FC236}">
                  <a16:creationId xmlns:a16="http://schemas.microsoft.com/office/drawing/2014/main" id="{B88D84A0-D841-4260-B8A3-380B2E632D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4450" y="3043237"/>
              <a:ext cx="4445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gnt1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2" name="Rectangle 35">
              <a:extLst>
                <a:ext uri="{FF2B5EF4-FFF2-40B4-BE49-F238E27FC236}">
                  <a16:creationId xmlns:a16="http://schemas.microsoft.com/office/drawing/2014/main" id="{1C3B4030-F3DC-488D-B08A-938C838691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6413" y="3043237"/>
              <a:ext cx="234950" cy="269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" name="Rectangle 36">
              <a:extLst>
                <a:ext uri="{FF2B5EF4-FFF2-40B4-BE49-F238E27FC236}">
                  <a16:creationId xmlns:a16="http://schemas.microsoft.com/office/drawing/2014/main" id="{0B64246A-C7B6-4476-8787-CE8EBDD4A3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8013" y="3138487"/>
              <a:ext cx="176212" cy="211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4" name="Rectangle 37">
              <a:extLst>
                <a:ext uri="{FF2B5EF4-FFF2-40B4-BE49-F238E27FC236}">
                  <a16:creationId xmlns:a16="http://schemas.microsoft.com/office/drawing/2014/main" id="{96A7DC7C-D95F-4695-ABBE-E1C117A44C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8625" y="3036887"/>
              <a:ext cx="206375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panose="05050102010706020507" pitchFamily="18" charset="2"/>
                  <a:ea typeface="MS PGothic" panose="020B0600070205080204" pitchFamily="34" charset="-128"/>
                  <a:cs typeface="+mn-cs"/>
                </a:rPr>
                <a:t>¤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" name="Rectangle 38">
              <a:extLst>
                <a:ext uri="{FF2B5EF4-FFF2-40B4-BE49-F238E27FC236}">
                  <a16:creationId xmlns:a16="http://schemas.microsoft.com/office/drawing/2014/main" id="{E08FB301-1CBC-4896-B0D7-706785F390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8838" y="3043237"/>
              <a:ext cx="2333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" name="Freeform 39">
              <a:extLst>
                <a:ext uri="{FF2B5EF4-FFF2-40B4-BE49-F238E27FC236}">
                  <a16:creationId xmlns:a16="http://schemas.microsoft.com/office/drawing/2014/main" id="{0E00DF82-6DC3-4008-9911-2E7FA2C15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925" y="4149726"/>
              <a:ext cx="1192213" cy="598487"/>
            </a:xfrm>
            <a:custGeom>
              <a:avLst/>
              <a:gdLst>
                <a:gd name="T0" fmla="*/ 2147483646 w 1502"/>
                <a:gd name="T1" fmla="*/ 2147483646 h 753"/>
                <a:gd name="T2" fmla="*/ 2147483646 w 1502"/>
                <a:gd name="T3" fmla="*/ 2147483646 h 753"/>
                <a:gd name="T4" fmla="*/ 2147483646 w 1502"/>
                <a:gd name="T5" fmla="*/ 2147483646 h 753"/>
                <a:gd name="T6" fmla="*/ 2147483646 w 1502"/>
                <a:gd name="T7" fmla="*/ 2147483646 h 753"/>
                <a:gd name="T8" fmla="*/ 2147483646 w 1502"/>
                <a:gd name="T9" fmla="*/ 2147483646 h 753"/>
                <a:gd name="T10" fmla="*/ 2147483646 w 1502"/>
                <a:gd name="T11" fmla="*/ 2147483646 h 753"/>
                <a:gd name="T12" fmla="*/ 2147483646 w 1502"/>
                <a:gd name="T13" fmla="*/ 2147483646 h 753"/>
                <a:gd name="T14" fmla="*/ 2147483646 w 1502"/>
                <a:gd name="T15" fmla="*/ 2147483646 h 753"/>
                <a:gd name="T16" fmla="*/ 2147483646 w 1502"/>
                <a:gd name="T17" fmla="*/ 2147483646 h 753"/>
                <a:gd name="T18" fmla="*/ 2147483646 w 1502"/>
                <a:gd name="T19" fmla="*/ 2147483646 h 753"/>
                <a:gd name="T20" fmla="*/ 0 w 1502"/>
                <a:gd name="T21" fmla="*/ 2147483646 h 753"/>
                <a:gd name="T22" fmla="*/ 2147483646 w 1502"/>
                <a:gd name="T23" fmla="*/ 2147483646 h 753"/>
                <a:gd name="T24" fmla="*/ 2147483646 w 1502"/>
                <a:gd name="T25" fmla="*/ 2147483646 h 753"/>
                <a:gd name="T26" fmla="*/ 2147483646 w 1502"/>
                <a:gd name="T27" fmla="*/ 2147483646 h 753"/>
                <a:gd name="T28" fmla="*/ 2147483646 w 1502"/>
                <a:gd name="T29" fmla="*/ 2147483646 h 753"/>
                <a:gd name="T30" fmla="*/ 2147483646 w 1502"/>
                <a:gd name="T31" fmla="*/ 2147483646 h 753"/>
                <a:gd name="T32" fmla="*/ 2147483646 w 1502"/>
                <a:gd name="T33" fmla="*/ 2147483646 h 753"/>
                <a:gd name="T34" fmla="*/ 2147483646 w 1502"/>
                <a:gd name="T35" fmla="*/ 2147483646 h 753"/>
                <a:gd name="T36" fmla="*/ 2147483646 w 1502"/>
                <a:gd name="T37" fmla="*/ 2147483646 h 753"/>
                <a:gd name="T38" fmla="*/ 2147483646 w 1502"/>
                <a:gd name="T39" fmla="*/ 2147483646 h 753"/>
                <a:gd name="T40" fmla="*/ 2147483646 w 1502"/>
                <a:gd name="T41" fmla="*/ 2147483646 h 753"/>
                <a:gd name="T42" fmla="*/ 2147483646 w 1502"/>
                <a:gd name="T43" fmla="*/ 2147483646 h 753"/>
                <a:gd name="T44" fmla="*/ 2147483646 w 1502"/>
                <a:gd name="T45" fmla="*/ 2147483646 h 753"/>
                <a:gd name="T46" fmla="*/ 2147483646 w 1502"/>
                <a:gd name="T47" fmla="*/ 2147483646 h 753"/>
                <a:gd name="T48" fmla="*/ 2147483646 w 1502"/>
                <a:gd name="T49" fmla="*/ 2147483646 h 753"/>
                <a:gd name="T50" fmla="*/ 2147483646 w 1502"/>
                <a:gd name="T51" fmla="*/ 2147483646 h 753"/>
                <a:gd name="T52" fmla="*/ 2147483646 w 1502"/>
                <a:gd name="T53" fmla="*/ 2147483646 h 753"/>
                <a:gd name="T54" fmla="*/ 2147483646 w 1502"/>
                <a:gd name="T55" fmla="*/ 2147483646 h 753"/>
                <a:gd name="T56" fmla="*/ 2147483646 w 1502"/>
                <a:gd name="T57" fmla="*/ 2147483646 h 753"/>
                <a:gd name="T58" fmla="*/ 2147483646 w 1502"/>
                <a:gd name="T59" fmla="*/ 2147483646 h 753"/>
                <a:gd name="T60" fmla="*/ 2147483646 w 1502"/>
                <a:gd name="T61" fmla="*/ 2147483646 h 753"/>
                <a:gd name="T62" fmla="*/ 2147483646 w 1502"/>
                <a:gd name="T63" fmla="*/ 2147483646 h 753"/>
                <a:gd name="T64" fmla="*/ 2147483646 w 1502"/>
                <a:gd name="T65" fmla="*/ 2147483646 h 753"/>
                <a:gd name="T66" fmla="*/ 2147483646 w 1502"/>
                <a:gd name="T67" fmla="*/ 2147483646 h 753"/>
                <a:gd name="T68" fmla="*/ 2147483646 w 1502"/>
                <a:gd name="T69" fmla="*/ 2147483646 h 753"/>
                <a:gd name="T70" fmla="*/ 2147483646 w 1502"/>
                <a:gd name="T71" fmla="*/ 2147483646 h 753"/>
                <a:gd name="T72" fmla="*/ 2147483646 w 1502"/>
                <a:gd name="T73" fmla="*/ 2147483646 h 753"/>
                <a:gd name="T74" fmla="*/ 2147483646 w 1502"/>
                <a:gd name="T75" fmla="*/ 2147483646 h 753"/>
                <a:gd name="T76" fmla="*/ 2147483646 w 1502"/>
                <a:gd name="T77" fmla="*/ 2147483646 h 753"/>
                <a:gd name="T78" fmla="*/ 2147483646 w 1502"/>
                <a:gd name="T79" fmla="*/ 2147483646 h 753"/>
                <a:gd name="T80" fmla="*/ 2147483646 w 1502"/>
                <a:gd name="T81" fmla="*/ 2147483646 h 753"/>
                <a:gd name="T82" fmla="*/ 2147483646 w 1502"/>
                <a:gd name="T83" fmla="*/ 2147483646 h 753"/>
                <a:gd name="T84" fmla="*/ 2147483646 w 1502"/>
                <a:gd name="T85" fmla="*/ 2147483646 h 753"/>
                <a:gd name="T86" fmla="*/ 2147483646 w 1502"/>
                <a:gd name="T87" fmla="*/ 0 h 75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02"/>
                <a:gd name="T133" fmla="*/ 0 h 753"/>
                <a:gd name="T134" fmla="*/ 1502 w 1502"/>
                <a:gd name="T135" fmla="*/ 753 h 75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02" h="753">
                  <a:moveTo>
                    <a:pt x="751" y="0"/>
                  </a:moveTo>
                  <a:lnTo>
                    <a:pt x="712" y="1"/>
                  </a:lnTo>
                  <a:lnTo>
                    <a:pt x="674" y="2"/>
                  </a:lnTo>
                  <a:lnTo>
                    <a:pt x="637" y="5"/>
                  </a:lnTo>
                  <a:lnTo>
                    <a:pt x="600" y="8"/>
                  </a:lnTo>
                  <a:lnTo>
                    <a:pt x="563" y="12"/>
                  </a:lnTo>
                  <a:lnTo>
                    <a:pt x="528" y="17"/>
                  </a:lnTo>
                  <a:lnTo>
                    <a:pt x="492" y="23"/>
                  </a:lnTo>
                  <a:lnTo>
                    <a:pt x="458" y="30"/>
                  </a:lnTo>
                  <a:lnTo>
                    <a:pt x="425" y="38"/>
                  </a:lnTo>
                  <a:lnTo>
                    <a:pt x="393" y="46"/>
                  </a:lnTo>
                  <a:lnTo>
                    <a:pt x="361" y="55"/>
                  </a:lnTo>
                  <a:lnTo>
                    <a:pt x="331" y="65"/>
                  </a:lnTo>
                  <a:lnTo>
                    <a:pt x="302" y="75"/>
                  </a:lnTo>
                  <a:lnTo>
                    <a:pt x="274" y="86"/>
                  </a:lnTo>
                  <a:lnTo>
                    <a:pt x="246" y="98"/>
                  </a:lnTo>
                  <a:lnTo>
                    <a:pt x="220" y="111"/>
                  </a:lnTo>
                  <a:lnTo>
                    <a:pt x="194" y="124"/>
                  </a:lnTo>
                  <a:lnTo>
                    <a:pt x="172" y="137"/>
                  </a:lnTo>
                  <a:lnTo>
                    <a:pt x="149" y="152"/>
                  </a:lnTo>
                  <a:lnTo>
                    <a:pt x="128" y="167"/>
                  </a:lnTo>
                  <a:lnTo>
                    <a:pt x="108" y="181"/>
                  </a:lnTo>
                  <a:lnTo>
                    <a:pt x="91" y="197"/>
                  </a:lnTo>
                  <a:lnTo>
                    <a:pt x="74" y="213"/>
                  </a:lnTo>
                  <a:lnTo>
                    <a:pt x="59" y="230"/>
                  </a:lnTo>
                  <a:lnTo>
                    <a:pt x="46" y="248"/>
                  </a:lnTo>
                  <a:lnTo>
                    <a:pt x="34" y="265"/>
                  </a:lnTo>
                  <a:lnTo>
                    <a:pt x="23" y="283"/>
                  </a:lnTo>
                  <a:lnTo>
                    <a:pt x="16" y="301"/>
                  </a:lnTo>
                  <a:lnTo>
                    <a:pt x="9" y="319"/>
                  </a:lnTo>
                  <a:lnTo>
                    <a:pt x="4" y="338"/>
                  </a:lnTo>
                  <a:lnTo>
                    <a:pt x="1" y="358"/>
                  </a:lnTo>
                  <a:lnTo>
                    <a:pt x="0" y="376"/>
                  </a:lnTo>
                  <a:lnTo>
                    <a:pt x="1" y="396"/>
                  </a:lnTo>
                  <a:lnTo>
                    <a:pt x="4" y="416"/>
                  </a:lnTo>
                  <a:lnTo>
                    <a:pt x="9" y="434"/>
                  </a:lnTo>
                  <a:lnTo>
                    <a:pt x="16" y="453"/>
                  </a:lnTo>
                  <a:lnTo>
                    <a:pt x="23" y="470"/>
                  </a:lnTo>
                  <a:lnTo>
                    <a:pt x="34" y="489"/>
                  </a:lnTo>
                  <a:lnTo>
                    <a:pt x="46" y="506"/>
                  </a:lnTo>
                  <a:lnTo>
                    <a:pt x="59" y="523"/>
                  </a:lnTo>
                  <a:lnTo>
                    <a:pt x="74" y="540"/>
                  </a:lnTo>
                  <a:lnTo>
                    <a:pt x="91" y="556"/>
                  </a:lnTo>
                  <a:lnTo>
                    <a:pt x="108" y="572"/>
                  </a:lnTo>
                  <a:lnTo>
                    <a:pt x="128" y="587"/>
                  </a:lnTo>
                  <a:lnTo>
                    <a:pt x="149" y="601"/>
                  </a:lnTo>
                  <a:lnTo>
                    <a:pt x="172" y="616"/>
                  </a:lnTo>
                  <a:lnTo>
                    <a:pt x="194" y="629"/>
                  </a:lnTo>
                  <a:lnTo>
                    <a:pt x="220" y="643"/>
                  </a:lnTo>
                  <a:lnTo>
                    <a:pt x="246" y="656"/>
                  </a:lnTo>
                  <a:lnTo>
                    <a:pt x="274" y="668"/>
                  </a:lnTo>
                  <a:lnTo>
                    <a:pt x="302" y="678"/>
                  </a:lnTo>
                  <a:lnTo>
                    <a:pt x="331" y="689"/>
                  </a:lnTo>
                  <a:lnTo>
                    <a:pt x="361" y="698"/>
                  </a:lnTo>
                  <a:lnTo>
                    <a:pt x="393" y="708"/>
                  </a:lnTo>
                  <a:lnTo>
                    <a:pt x="425" y="715"/>
                  </a:lnTo>
                  <a:lnTo>
                    <a:pt x="458" y="723"/>
                  </a:lnTo>
                  <a:lnTo>
                    <a:pt x="492" y="730"/>
                  </a:lnTo>
                  <a:lnTo>
                    <a:pt x="528" y="737"/>
                  </a:lnTo>
                  <a:lnTo>
                    <a:pt x="563" y="742"/>
                  </a:lnTo>
                  <a:lnTo>
                    <a:pt x="600" y="746"/>
                  </a:lnTo>
                  <a:lnTo>
                    <a:pt x="637" y="749"/>
                  </a:lnTo>
                  <a:lnTo>
                    <a:pt x="674" y="751"/>
                  </a:lnTo>
                  <a:lnTo>
                    <a:pt x="712" y="753"/>
                  </a:lnTo>
                  <a:lnTo>
                    <a:pt x="751" y="753"/>
                  </a:lnTo>
                  <a:lnTo>
                    <a:pt x="789" y="753"/>
                  </a:lnTo>
                  <a:lnTo>
                    <a:pt x="828" y="751"/>
                  </a:lnTo>
                  <a:lnTo>
                    <a:pt x="866" y="749"/>
                  </a:lnTo>
                  <a:lnTo>
                    <a:pt x="902" y="746"/>
                  </a:lnTo>
                  <a:lnTo>
                    <a:pt x="939" y="742"/>
                  </a:lnTo>
                  <a:lnTo>
                    <a:pt x="975" y="737"/>
                  </a:lnTo>
                  <a:lnTo>
                    <a:pt x="1009" y="730"/>
                  </a:lnTo>
                  <a:lnTo>
                    <a:pt x="1044" y="723"/>
                  </a:lnTo>
                  <a:lnTo>
                    <a:pt x="1077" y="715"/>
                  </a:lnTo>
                  <a:lnTo>
                    <a:pt x="1109" y="708"/>
                  </a:lnTo>
                  <a:lnTo>
                    <a:pt x="1140" y="698"/>
                  </a:lnTo>
                  <a:lnTo>
                    <a:pt x="1171" y="689"/>
                  </a:lnTo>
                  <a:lnTo>
                    <a:pt x="1200" y="678"/>
                  </a:lnTo>
                  <a:lnTo>
                    <a:pt x="1229" y="668"/>
                  </a:lnTo>
                  <a:lnTo>
                    <a:pt x="1256" y="656"/>
                  </a:lnTo>
                  <a:lnTo>
                    <a:pt x="1282" y="643"/>
                  </a:lnTo>
                  <a:lnTo>
                    <a:pt x="1307" y="629"/>
                  </a:lnTo>
                  <a:lnTo>
                    <a:pt x="1331" y="616"/>
                  </a:lnTo>
                  <a:lnTo>
                    <a:pt x="1354" y="601"/>
                  </a:lnTo>
                  <a:lnTo>
                    <a:pt x="1374" y="587"/>
                  </a:lnTo>
                  <a:lnTo>
                    <a:pt x="1393" y="572"/>
                  </a:lnTo>
                  <a:lnTo>
                    <a:pt x="1412" y="556"/>
                  </a:lnTo>
                  <a:lnTo>
                    <a:pt x="1428" y="540"/>
                  </a:lnTo>
                  <a:lnTo>
                    <a:pt x="1444" y="523"/>
                  </a:lnTo>
                  <a:lnTo>
                    <a:pt x="1457" y="506"/>
                  </a:lnTo>
                  <a:lnTo>
                    <a:pt x="1469" y="489"/>
                  </a:lnTo>
                  <a:lnTo>
                    <a:pt x="1478" y="470"/>
                  </a:lnTo>
                  <a:lnTo>
                    <a:pt x="1487" y="453"/>
                  </a:lnTo>
                  <a:lnTo>
                    <a:pt x="1494" y="434"/>
                  </a:lnTo>
                  <a:lnTo>
                    <a:pt x="1498" y="416"/>
                  </a:lnTo>
                  <a:lnTo>
                    <a:pt x="1501" y="396"/>
                  </a:lnTo>
                  <a:lnTo>
                    <a:pt x="1502" y="376"/>
                  </a:lnTo>
                  <a:lnTo>
                    <a:pt x="1501" y="358"/>
                  </a:lnTo>
                  <a:lnTo>
                    <a:pt x="1498" y="338"/>
                  </a:lnTo>
                  <a:lnTo>
                    <a:pt x="1494" y="319"/>
                  </a:lnTo>
                  <a:lnTo>
                    <a:pt x="1487" y="301"/>
                  </a:lnTo>
                  <a:lnTo>
                    <a:pt x="1478" y="283"/>
                  </a:lnTo>
                  <a:lnTo>
                    <a:pt x="1469" y="265"/>
                  </a:lnTo>
                  <a:lnTo>
                    <a:pt x="1457" y="248"/>
                  </a:lnTo>
                  <a:lnTo>
                    <a:pt x="1444" y="230"/>
                  </a:lnTo>
                  <a:lnTo>
                    <a:pt x="1428" y="213"/>
                  </a:lnTo>
                  <a:lnTo>
                    <a:pt x="1412" y="197"/>
                  </a:lnTo>
                  <a:lnTo>
                    <a:pt x="1393" y="181"/>
                  </a:lnTo>
                  <a:lnTo>
                    <a:pt x="1374" y="167"/>
                  </a:lnTo>
                  <a:lnTo>
                    <a:pt x="1354" y="152"/>
                  </a:lnTo>
                  <a:lnTo>
                    <a:pt x="1331" y="137"/>
                  </a:lnTo>
                  <a:lnTo>
                    <a:pt x="1307" y="124"/>
                  </a:lnTo>
                  <a:lnTo>
                    <a:pt x="1282" y="111"/>
                  </a:lnTo>
                  <a:lnTo>
                    <a:pt x="1256" y="98"/>
                  </a:lnTo>
                  <a:lnTo>
                    <a:pt x="1229" y="86"/>
                  </a:lnTo>
                  <a:lnTo>
                    <a:pt x="1200" y="75"/>
                  </a:lnTo>
                  <a:lnTo>
                    <a:pt x="1171" y="65"/>
                  </a:lnTo>
                  <a:lnTo>
                    <a:pt x="1140" y="55"/>
                  </a:lnTo>
                  <a:lnTo>
                    <a:pt x="1109" y="46"/>
                  </a:lnTo>
                  <a:lnTo>
                    <a:pt x="1077" y="38"/>
                  </a:lnTo>
                  <a:lnTo>
                    <a:pt x="1044" y="30"/>
                  </a:lnTo>
                  <a:lnTo>
                    <a:pt x="1009" y="23"/>
                  </a:lnTo>
                  <a:lnTo>
                    <a:pt x="975" y="17"/>
                  </a:lnTo>
                  <a:lnTo>
                    <a:pt x="939" y="12"/>
                  </a:lnTo>
                  <a:lnTo>
                    <a:pt x="902" y="8"/>
                  </a:lnTo>
                  <a:lnTo>
                    <a:pt x="866" y="5"/>
                  </a:lnTo>
                  <a:lnTo>
                    <a:pt x="828" y="2"/>
                  </a:lnTo>
                  <a:lnTo>
                    <a:pt x="789" y="1"/>
                  </a:lnTo>
                  <a:lnTo>
                    <a:pt x="751" y="0"/>
                  </a:lnTo>
                </a:path>
              </a:pathLst>
            </a:custGeom>
            <a:solidFill>
              <a:schemeClr val="bg1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7" name="Rectangle 40">
              <a:extLst>
                <a:ext uri="{FF2B5EF4-FFF2-40B4-BE49-F238E27FC236}">
                  <a16:creationId xmlns:a16="http://schemas.microsoft.com/office/drawing/2014/main" id="{5DDF6293-8C33-47F2-B1CD-4B1096C611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9138" y="3043237"/>
              <a:ext cx="2460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8" name="Rectangle 41">
              <a:extLst>
                <a:ext uri="{FF2B5EF4-FFF2-40B4-BE49-F238E27FC236}">
                  <a16:creationId xmlns:a16="http://schemas.microsoft.com/office/drawing/2014/main" id="{0407E230-78DA-47BA-B7E5-472C2247E9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2650" y="4987926"/>
              <a:ext cx="19236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" name="Rectangle 42">
              <a:extLst>
                <a:ext uri="{FF2B5EF4-FFF2-40B4-BE49-F238E27FC236}">
                  <a16:creationId xmlns:a16="http://schemas.microsoft.com/office/drawing/2014/main" id="{CC6C355F-9D26-44F8-8C94-A86043DBA1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4450" y="4325938"/>
              <a:ext cx="4445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gnt2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" name="Rectangle 43">
              <a:extLst>
                <a:ext uri="{FF2B5EF4-FFF2-40B4-BE49-F238E27FC236}">
                  <a16:creationId xmlns:a16="http://schemas.microsoft.com/office/drawing/2014/main" id="{88FD092B-7AA4-4092-871F-0354CA1BC2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6413" y="4325938"/>
              <a:ext cx="234950" cy="269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" name="Rectangle 44">
              <a:extLst>
                <a:ext uri="{FF2B5EF4-FFF2-40B4-BE49-F238E27FC236}">
                  <a16:creationId xmlns:a16="http://schemas.microsoft.com/office/drawing/2014/main" id="{90C22693-A424-4D2C-B1DC-2EBDD2F5E1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8013" y="4419601"/>
              <a:ext cx="176212" cy="211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2" name="Rectangle 45">
              <a:extLst>
                <a:ext uri="{FF2B5EF4-FFF2-40B4-BE49-F238E27FC236}">
                  <a16:creationId xmlns:a16="http://schemas.microsoft.com/office/drawing/2014/main" id="{4C172460-2245-46C2-BA56-28493E778E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8625" y="4319588"/>
              <a:ext cx="206375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panose="05050102010706020507" pitchFamily="18" charset="2"/>
                  <a:ea typeface="MS PGothic" panose="020B0600070205080204" pitchFamily="34" charset="-128"/>
                  <a:cs typeface="+mn-cs"/>
                </a:rPr>
                <a:t>¤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" name="Rectangle 46">
              <a:extLst>
                <a:ext uri="{FF2B5EF4-FFF2-40B4-BE49-F238E27FC236}">
                  <a16:creationId xmlns:a16="http://schemas.microsoft.com/office/drawing/2014/main" id="{8ED43847-2989-41EB-86FB-76F5D80A8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8838" y="4325938"/>
              <a:ext cx="2333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" name="Rectangle 48">
              <a:extLst>
                <a:ext uri="{FF2B5EF4-FFF2-40B4-BE49-F238E27FC236}">
                  <a16:creationId xmlns:a16="http://schemas.microsoft.com/office/drawing/2014/main" id="{EF7FC085-A252-4B88-AC07-A86B4F3CDB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9138" y="4325938"/>
              <a:ext cx="2460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" name="Freeform 55">
              <a:extLst>
                <a:ext uri="{FF2B5EF4-FFF2-40B4-BE49-F238E27FC236}">
                  <a16:creationId xmlns:a16="http://schemas.microsoft.com/office/drawing/2014/main" id="{37691BF0-7F35-406B-AAE3-AD4EFBD11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563" y="2720975"/>
              <a:ext cx="61912" cy="127000"/>
            </a:xfrm>
            <a:custGeom>
              <a:avLst/>
              <a:gdLst>
                <a:gd name="T0" fmla="*/ 0 w 80"/>
                <a:gd name="T1" fmla="*/ 0 h 159"/>
                <a:gd name="T2" fmla="*/ 2147483646 w 80"/>
                <a:gd name="T3" fmla="*/ 2147483646 h 159"/>
                <a:gd name="T4" fmla="*/ 2147483646 w 80"/>
                <a:gd name="T5" fmla="*/ 0 h 159"/>
                <a:gd name="T6" fmla="*/ 2147483646 w 80"/>
                <a:gd name="T7" fmla="*/ 0 h 159"/>
                <a:gd name="T8" fmla="*/ 0 w 80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59"/>
                <a:gd name="T17" fmla="*/ 80 w 80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59">
                  <a:moveTo>
                    <a:pt x="0" y="0"/>
                  </a:moveTo>
                  <a:lnTo>
                    <a:pt x="27" y="159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" name="Freeform 56">
              <a:extLst>
                <a:ext uri="{FF2B5EF4-FFF2-40B4-BE49-F238E27FC236}">
                  <a16:creationId xmlns:a16="http://schemas.microsoft.com/office/drawing/2014/main" id="{4CF3341F-C856-44B7-BAAE-EDA48B4CF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863" y="2230437"/>
              <a:ext cx="50800" cy="484188"/>
            </a:xfrm>
            <a:custGeom>
              <a:avLst/>
              <a:gdLst>
                <a:gd name="T0" fmla="*/ 0 w 62"/>
                <a:gd name="T1" fmla="*/ 0 h 609"/>
                <a:gd name="T2" fmla="*/ 2147483646 w 62"/>
                <a:gd name="T3" fmla="*/ 2147483646 h 609"/>
                <a:gd name="T4" fmla="*/ 2147483646 w 62"/>
                <a:gd name="T5" fmla="*/ 2147483646 h 609"/>
                <a:gd name="T6" fmla="*/ 2147483646 w 62"/>
                <a:gd name="T7" fmla="*/ 2147483646 h 609"/>
                <a:gd name="T8" fmla="*/ 2147483646 w 62"/>
                <a:gd name="T9" fmla="*/ 2147483646 h 609"/>
                <a:gd name="T10" fmla="*/ 2147483646 w 62"/>
                <a:gd name="T11" fmla="*/ 2147483646 h 609"/>
                <a:gd name="T12" fmla="*/ 2147483646 w 62"/>
                <a:gd name="T13" fmla="*/ 2147483646 h 609"/>
                <a:gd name="T14" fmla="*/ 2147483646 w 62"/>
                <a:gd name="T15" fmla="*/ 2147483646 h 609"/>
                <a:gd name="T16" fmla="*/ 2147483646 w 62"/>
                <a:gd name="T17" fmla="*/ 2147483646 h 609"/>
                <a:gd name="T18" fmla="*/ 2147483646 w 62"/>
                <a:gd name="T19" fmla="*/ 2147483646 h 609"/>
                <a:gd name="T20" fmla="*/ 2147483646 w 62"/>
                <a:gd name="T21" fmla="*/ 2147483646 h 609"/>
                <a:gd name="T22" fmla="*/ 2147483646 w 62"/>
                <a:gd name="T23" fmla="*/ 2147483646 h 609"/>
                <a:gd name="T24" fmla="*/ 2147483646 w 62"/>
                <a:gd name="T25" fmla="*/ 2147483646 h 609"/>
                <a:gd name="T26" fmla="*/ 2147483646 w 62"/>
                <a:gd name="T27" fmla="*/ 2147483646 h 609"/>
                <a:gd name="T28" fmla="*/ 2147483646 w 62"/>
                <a:gd name="T29" fmla="*/ 2147483646 h 609"/>
                <a:gd name="T30" fmla="*/ 2147483646 w 62"/>
                <a:gd name="T31" fmla="*/ 2147483646 h 609"/>
                <a:gd name="T32" fmla="*/ 2147483646 w 62"/>
                <a:gd name="T33" fmla="*/ 2147483646 h 609"/>
                <a:gd name="T34" fmla="*/ 2147483646 w 62"/>
                <a:gd name="T35" fmla="*/ 2147483646 h 609"/>
                <a:gd name="T36" fmla="*/ 2147483646 w 62"/>
                <a:gd name="T37" fmla="*/ 2147483646 h 609"/>
                <a:gd name="T38" fmla="*/ 2147483646 w 62"/>
                <a:gd name="T39" fmla="*/ 2147483646 h 609"/>
                <a:gd name="T40" fmla="*/ 2147483646 w 62"/>
                <a:gd name="T41" fmla="*/ 2147483646 h 609"/>
                <a:gd name="T42" fmla="*/ 2147483646 w 62"/>
                <a:gd name="T43" fmla="*/ 2147483646 h 609"/>
                <a:gd name="T44" fmla="*/ 2147483646 w 62"/>
                <a:gd name="T45" fmla="*/ 2147483646 h 609"/>
                <a:gd name="T46" fmla="*/ 2147483646 w 62"/>
                <a:gd name="T47" fmla="*/ 2147483646 h 609"/>
                <a:gd name="T48" fmla="*/ 2147483646 w 62"/>
                <a:gd name="T49" fmla="*/ 2147483646 h 609"/>
                <a:gd name="T50" fmla="*/ 2147483646 w 62"/>
                <a:gd name="T51" fmla="*/ 2147483646 h 609"/>
                <a:gd name="T52" fmla="*/ 2147483646 w 62"/>
                <a:gd name="T53" fmla="*/ 2147483646 h 609"/>
                <a:gd name="T54" fmla="*/ 2147483646 w 62"/>
                <a:gd name="T55" fmla="*/ 2147483646 h 609"/>
                <a:gd name="T56" fmla="*/ 2147483646 w 62"/>
                <a:gd name="T57" fmla="*/ 2147483646 h 609"/>
                <a:gd name="T58" fmla="*/ 2147483646 w 62"/>
                <a:gd name="T59" fmla="*/ 2147483646 h 609"/>
                <a:gd name="T60" fmla="*/ 2147483646 w 62"/>
                <a:gd name="T61" fmla="*/ 2147483646 h 609"/>
                <a:gd name="T62" fmla="*/ 2147483646 w 62"/>
                <a:gd name="T63" fmla="*/ 2147483646 h 609"/>
                <a:gd name="T64" fmla="*/ 2147483646 w 62"/>
                <a:gd name="T65" fmla="*/ 2147483646 h 60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2"/>
                <a:gd name="T100" fmla="*/ 0 h 609"/>
                <a:gd name="T101" fmla="*/ 62 w 62"/>
                <a:gd name="T102" fmla="*/ 609 h 60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2" h="609">
                  <a:moveTo>
                    <a:pt x="0" y="0"/>
                  </a:moveTo>
                  <a:lnTo>
                    <a:pt x="6" y="17"/>
                  </a:lnTo>
                  <a:lnTo>
                    <a:pt x="13" y="34"/>
                  </a:lnTo>
                  <a:lnTo>
                    <a:pt x="18" y="51"/>
                  </a:lnTo>
                  <a:lnTo>
                    <a:pt x="24" y="69"/>
                  </a:lnTo>
                  <a:lnTo>
                    <a:pt x="29" y="87"/>
                  </a:lnTo>
                  <a:lnTo>
                    <a:pt x="33" y="104"/>
                  </a:lnTo>
                  <a:lnTo>
                    <a:pt x="37" y="123"/>
                  </a:lnTo>
                  <a:lnTo>
                    <a:pt x="41" y="141"/>
                  </a:lnTo>
                  <a:lnTo>
                    <a:pt x="45" y="160"/>
                  </a:lnTo>
                  <a:lnTo>
                    <a:pt x="47" y="179"/>
                  </a:lnTo>
                  <a:lnTo>
                    <a:pt x="50" y="197"/>
                  </a:lnTo>
                  <a:lnTo>
                    <a:pt x="53" y="216"/>
                  </a:lnTo>
                  <a:lnTo>
                    <a:pt x="55" y="236"/>
                  </a:lnTo>
                  <a:lnTo>
                    <a:pt x="57" y="254"/>
                  </a:lnTo>
                  <a:lnTo>
                    <a:pt x="58" y="274"/>
                  </a:lnTo>
                  <a:lnTo>
                    <a:pt x="59" y="294"/>
                  </a:lnTo>
                  <a:lnTo>
                    <a:pt x="61" y="314"/>
                  </a:lnTo>
                  <a:lnTo>
                    <a:pt x="61" y="332"/>
                  </a:lnTo>
                  <a:lnTo>
                    <a:pt x="62" y="352"/>
                  </a:lnTo>
                  <a:lnTo>
                    <a:pt x="62" y="372"/>
                  </a:lnTo>
                  <a:lnTo>
                    <a:pt x="62" y="392"/>
                  </a:lnTo>
                  <a:lnTo>
                    <a:pt x="62" y="412"/>
                  </a:lnTo>
                  <a:lnTo>
                    <a:pt x="61" y="432"/>
                  </a:lnTo>
                  <a:lnTo>
                    <a:pt x="61" y="452"/>
                  </a:lnTo>
                  <a:lnTo>
                    <a:pt x="59" y="472"/>
                  </a:lnTo>
                  <a:lnTo>
                    <a:pt x="58" y="491"/>
                  </a:lnTo>
                  <a:lnTo>
                    <a:pt x="57" y="511"/>
                  </a:lnTo>
                  <a:lnTo>
                    <a:pt x="55" y="531"/>
                  </a:lnTo>
                  <a:lnTo>
                    <a:pt x="54" y="550"/>
                  </a:lnTo>
                  <a:lnTo>
                    <a:pt x="53" y="570"/>
                  </a:lnTo>
                  <a:lnTo>
                    <a:pt x="50" y="590"/>
                  </a:lnTo>
                  <a:lnTo>
                    <a:pt x="49" y="609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" name="Rectangle 58">
              <a:extLst>
                <a:ext uri="{FF2B5EF4-FFF2-40B4-BE49-F238E27FC236}">
                  <a16:creationId xmlns:a16="http://schemas.microsoft.com/office/drawing/2014/main" id="{25C64A89-89E7-404C-BA07-FCE37DBBF4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275" y="2444750"/>
              <a:ext cx="205184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" name="Rectangle 59">
              <a:extLst>
                <a:ext uri="{FF2B5EF4-FFF2-40B4-BE49-F238E27FC236}">
                  <a16:creationId xmlns:a16="http://schemas.microsoft.com/office/drawing/2014/main" id="{2F99578B-1C41-4359-AADA-9FFFC8BFAD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0263" y="2444750"/>
              <a:ext cx="205184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" name="Freeform 60">
              <a:extLst>
                <a:ext uri="{FF2B5EF4-FFF2-40B4-BE49-F238E27FC236}">
                  <a16:creationId xmlns:a16="http://schemas.microsoft.com/office/drawing/2014/main" id="{AED081F6-E6AF-47B5-9B29-8783E27FE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100" y="2090737"/>
              <a:ext cx="104775" cy="104775"/>
            </a:xfrm>
            <a:custGeom>
              <a:avLst/>
              <a:gdLst>
                <a:gd name="T0" fmla="*/ 2147483646 w 132"/>
                <a:gd name="T1" fmla="*/ 2147483646 h 133"/>
                <a:gd name="T2" fmla="*/ 2147483646 w 132"/>
                <a:gd name="T3" fmla="*/ 0 h 133"/>
                <a:gd name="T4" fmla="*/ 0 w 132"/>
                <a:gd name="T5" fmla="*/ 2147483646 h 133"/>
                <a:gd name="T6" fmla="*/ 0 w 132"/>
                <a:gd name="T7" fmla="*/ 2147483646 h 133"/>
                <a:gd name="T8" fmla="*/ 2147483646 w 132"/>
                <a:gd name="T9" fmla="*/ 2147483646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2"/>
                <a:gd name="T16" fmla="*/ 0 h 133"/>
                <a:gd name="T17" fmla="*/ 132 w 132"/>
                <a:gd name="T18" fmla="*/ 133 h 1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2" h="133">
                  <a:moveTo>
                    <a:pt x="26" y="133"/>
                  </a:moveTo>
                  <a:lnTo>
                    <a:pt x="132" y="0"/>
                  </a:lnTo>
                  <a:lnTo>
                    <a:pt x="0" y="80"/>
                  </a:lnTo>
                  <a:lnTo>
                    <a:pt x="0" y="106"/>
                  </a:lnTo>
                  <a:lnTo>
                    <a:pt x="26" y="133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" name="Freeform 61">
              <a:extLst>
                <a:ext uri="{FF2B5EF4-FFF2-40B4-BE49-F238E27FC236}">
                  <a16:creationId xmlns:a16="http://schemas.microsoft.com/office/drawing/2014/main" id="{5C4BC7B1-C316-4082-927E-1291574BC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288" y="2174875"/>
              <a:ext cx="531812" cy="2265362"/>
            </a:xfrm>
            <a:custGeom>
              <a:avLst/>
              <a:gdLst>
                <a:gd name="T0" fmla="*/ 2147483646 w 669"/>
                <a:gd name="T1" fmla="*/ 0 h 2854"/>
                <a:gd name="T2" fmla="*/ 2147483646 w 669"/>
                <a:gd name="T3" fmla="*/ 2147483646 h 2854"/>
                <a:gd name="T4" fmla="*/ 2147483646 w 669"/>
                <a:gd name="T5" fmla="*/ 2147483646 h 2854"/>
                <a:gd name="T6" fmla="*/ 2147483646 w 669"/>
                <a:gd name="T7" fmla="*/ 2147483646 h 2854"/>
                <a:gd name="T8" fmla="*/ 2147483646 w 669"/>
                <a:gd name="T9" fmla="*/ 2147483646 h 2854"/>
                <a:gd name="T10" fmla="*/ 2147483646 w 669"/>
                <a:gd name="T11" fmla="*/ 2147483646 h 2854"/>
                <a:gd name="T12" fmla="*/ 2147483646 w 669"/>
                <a:gd name="T13" fmla="*/ 2147483646 h 2854"/>
                <a:gd name="T14" fmla="*/ 2147483646 w 669"/>
                <a:gd name="T15" fmla="*/ 2147483646 h 2854"/>
                <a:gd name="T16" fmla="*/ 2147483646 w 669"/>
                <a:gd name="T17" fmla="*/ 2147483646 h 2854"/>
                <a:gd name="T18" fmla="*/ 2147483646 w 669"/>
                <a:gd name="T19" fmla="*/ 2147483646 h 2854"/>
                <a:gd name="T20" fmla="*/ 2147483646 w 669"/>
                <a:gd name="T21" fmla="*/ 2147483646 h 2854"/>
                <a:gd name="T22" fmla="*/ 2147483646 w 669"/>
                <a:gd name="T23" fmla="*/ 2147483646 h 2854"/>
                <a:gd name="T24" fmla="*/ 2147483646 w 669"/>
                <a:gd name="T25" fmla="*/ 2147483646 h 2854"/>
                <a:gd name="T26" fmla="*/ 2147483646 w 669"/>
                <a:gd name="T27" fmla="*/ 2147483646 h 2854"/>
                <a:gd name="T28" fmla="*/ 2147483646 w 669"/>
                <a:gd name="T29" fmla="*/ 2147483646 h 2854"/>
                <a:gd name="T30" fmla="*/ 2147483646 w 669"/>
                <a:gd name="T31" fmla="*/ 2147483646 h 2854"/>
                <a:gd name="T32" fmla="*/ 0 w 669"/>
                <a:gd name="T33" fmla="*/ 2147483646 h 2854"/>
                <a:gd name="T34" fmla="*/ 2147483646 w 669"/>
                <a:gd name="T35" fmla="*/ 2147483646 h 2854"/>
                <a:gd name="T36" fmla="*/ 2147483646 w 669"/>
                <a:gd name="T37" fmla="*/ 2147483646 h 2854"/>
                <a:gd name="T38" fmla="*/ 2147483646 w 669"/>
                <a:gd name="T39" fmla="*/ 2147483646 h 2854"/>
                <a:gd name="T40" fmla="*/ 2147483646 w 669"/>
                <a:gd name="T41" fmla="*/ 2147483646 h 2854"/>
                <a:gd name="T42" fmla="*/ 2147483646 w 669"/>
                <a:gd name="T43" fmla="*/ 2147483646 h 2854"/>
                <a:gd name="T44" fmla="*/ 2147483646 w 669"/>
                <a:gd name="T45" fmla="*/ 2147483646 h 2854"/>
                <a:gd name="T46" fmla="*/ 2147483646 w 669"/>
                <a:gd name="T47" fmla="*/ 2147483646 h 2854"/>
                <a:gd name="T48" fmla="*/ 2147483646 w 669"/>
                <a:gd name="T49" fmla="*/ 2147483646 h 2854"/>
                <a:gd name="T50" fmla="*/ 2147483646 w 669"/>
                <a:gd name="T51" fmla="*/ 2147483646 h 2854"/>
                <a:gd name="T52" fmla="*/ 2147483646 w 669"/>
                <a:gd name="T53" fmla="*/ 2147483646 h 2854"/>
                <a:gd name="T54" fmla="*/ 2147483646 w 669"/>
                <a:gd name="T55" fmla="*/ 2147483646 h 2854"/>
                <a:gd name="T56" fmla="*/ 2147483646 w 669"/>
                <a:gd name="T57" fmla="*/ 2147483646 h 2854"/>
                <a:gd name="T58" fmla="*/ 2147483646 w 669"/>
                <a:gd name="T59" fmla="*/ 2147483646 h 2854"/>
                <a:gd name="T60" fmla="*/ 2147483646 w 669"/>
                <a:gd name="T61" fmla="*/ 2147483646 h 2854"/>
                <a:gd name="T62" fmla="*/ 2147483646 w 669"/>
                <a:gd name="T63" fmla="*/ 2147483646 h 2854"/>
                <a:gd name="T64" fmla="*/ 2147483646 w 669"/>
                <a:gd name="T65" fmla="*/ 2147483646 h 285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69"/>
                <a:gd name="T100" fmla="*/ 0 h 2854"/>
                <a:gd name="T101" fmla="*/ 669 w 669"/>
                <a:gd name="T102" fmla="*/ 2854 h 2854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69" h="2854">
                  <a:moveTo>
                    <a:pt x="669" y="0"/>
                  </a:moveTo>
                  <a:lnTo>
                    <a:pt x="580" y="69"/>
                  </a:lnTo>
                  <a:lnTo>
                    <a:pt x="498" y="145"/>
                  </a:lnTo>
                  <a:lnTo>
                    <a:pt x="424" y="226"/>
                  </a:lnTo>
                  <a:lnTo>
                    <a:pt x="355" y="312"/>
                  </a:lnTo>
                  <a:lnTo>
                    <a:pt x="294" y="403"/>
                  </a:lnTo>
                  <a:lnTo>
                    <a:pt x="238" y="500"/>
                  </a:lnTo>
                  <a:lnTo>
                    <a:pt x="189" y="600"/>
                  </a:lnTo>
                  <a:lnTo>
                    <a:pt x="147" y="703"/>
                  </a:lnTo>
                  <a:lnTo>
                    <a:pt x="110" y="809"/>
                  </a:lnTo>
                  <a:lnTo>
                    <a:pt x="78" y="918"/>
                  </a:lnTo>
                  <a:lnTo>
                    <a:pt x="52" y="1028"/>
                  </a:lnTo>
                  <a:lnTo>
                    <a:pt x="32" y="1139"/>
                  </a:lnTo>
                  <a:lnTo>
                    <a:pt x="16" y="1252"/>
                  </a:lnTo>
                  <a:lnTo>
                    <a:pt x="6" y="1364"/>
                  </a:lnTo>
                  <a:lnTo>
                    <a:pt x="1" y="1476"/>
                  </a:lnTo>
                  <a:lnTo>
                    <a:pt x="0" y="1588"/>
                  </a:lnTo>
                  <a:lnTo>
                    <a:pt x="4" y="1699"/>
                  </a:lnTo>
                  <a:lnTo>
                    <a:pt x="12" y="1807"/>
                  </a:lnTo>
                  <a:lnTo>
                    <a:pt x="25" y="1913"/>
                  </a:lnTo>
                  <a:lnTo>
                    <a:pt x="41" y="2017"/>
                  </a:lnTo>
                  <a:lnTo>
                    <a:pt x="61" y="2117"/>
                  </a:lnTo>
                  <a:lnTo>
                    <a:pt x="86" y="2214"/>
                  </a:lnTo>
                  <a:lnTo>
                    <a:pt x="114" y="2306"/>
                  </a:lnTo>
                  <a:lnTo>
                    <a:pt x="144" y="2393"/>
                  </a:lnTo>
                  <a:lnTo>
                    <a:pt x="179" y="2475"/>
                  </a:lnTo>
                  <a:lnTo>
                    <a:pt x="216" y="2551"/>
                  </a:lnTo>
                  <a:lnTo>
                    <a:pt x="257" y="2621"/>
                  </a:lnTo>
                  <a:lnTo>
                    <a:pt x="299" y="2683"/>
                  </a:lnTo>
                  <a:lnTo>
                    <a:pt x="344" y="2739"/>
                  </a:lnTo>
                  <a:lnTo>
                    <a:pt x="393" y="2786"/>
                  </a:lnTo>
                  <a:lnTo>
                    <a:pt x="444" y="2825"/>
                  </a:lnTo>
                  <a:lnTo>
                    <a:pt x="495" y="2854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" name="Rectangle 62">
              <a:extLst>
                <a:ext uri="{FF2B5EF4-FFF2-40B4-BE49-F238E27FC236}">
                  <a16:creationId xmlns:a16="http://schemas.microsoft.com/office/drawing/2014/main" id="{0BE921FD-2B5C-47C1-B20B-92427983CB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9400" y="3733800"/>
              <a:ext cx="19236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" name="Rectangle 65">
              <a:extLst>
                <a:ext uri="{FF2B5EF4-FFF2-40B4-BE49-F238E27FC236}">
                  <a16:creationId xmlns:a16="http://schemas.microsoft.com/office/drawing/2014/main" id="{6ACBB79B-70FE-435C-AE14-EF17BCAEE2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7200" y="3733800"/>
              <a:ext cx="19236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" name="Freeform 69">
              <a:extLst>
                <a:ext uri="{FF2B5EF4-FFF2-40B4-BE49-F238E27FC236}">
                  <a16:creationId xmlns:a16="http://schemas.microsoft.com/office/drawing/2014/main" id="{AF16EB56-78FD-4CD4-8E9B-A6ECEBF4E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650" y="2259012"/>
              <a:ext cx="63500" cy="125413"/>
            </a:xfrm>
            <a:custGeom>
              <a:avLst/>
              <a:gdLst>
                <a:gd name="T0" fmla="*/ 2147483646 w 79"/>
                <a:gd name="T1" fmla="*/ 2147483646 h 159"/>
                <a:gd name="T2" fmla="*/ 2147483646 w 79"/>
                <a:gd name="T3" fmla="*/ 0 h 159"/>
                <a:gd name="T4" fmla="*/ 0 w 79"/>
                <a:gd name="T5" fmla="*/ 2147483646 h 159"/>
                <a:gd name="T6" fmla="*/ 2147483646 w 79"/>
                <a:gd name="T7" fmla="*/ 2147483646 h 159"/>
                <a:gd name="T8" fmla="*/ 2147483646 w 79"/>
                <a:gd name="T9" fmla="*/ 2147483646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9"/>
                <a:gd name="T16" fmla="*/ 0 h 159"/>
                <a:gd name="T17" fmla="*/ 79 w 79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9" h="159">
                  <a:moveTo>
                    <a:pt x="79" y="159"/>
                  </a:moveTo>
                  <a:lnTo>
                    <a:pt x="79" y="0"/>
                  </a:lnTo>
                  <a:lnTo>
                    <a:pt x="0" y="159"/>
                  </a:lnTo>
                  <a:lnTo>
                    <a:pt x="26" y="159"/>
                  </a:lnTo>
                  <a:lnTo>
                    <a:pt x="79" y="159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" name="Freeform 70">
              <a:extLst>
                <a:ext uri="{FF2B5EF4-FFF2-40B4-BE49-F238E27FC236}">
                  <a16:creationId xmlns:a16="http://schemas.microsoft.com/office/drawing/2014/main" id="{E2EC3B70-F1F4-4502-B8AB-5E03A2726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350" y="2392362"/>
              <a:ext cx="34925" cy="485775"/>
            </a:xfrm>
            <a:custGeom>
              <a:avLst/>
              <a:gdLst>
                <a:gd name="T0" fmla="*/ 2147483646 w 46"/>
                <a:gd name="T1" fmla="*/ 0 h 613"/>
                <a:gd name="T2" fmla="*/ 2147483646 w 46"/>
                <a:gd name="T3" fmla="*/ 2147483646 h 613"/>
                <a:gd name="T4" fmla="*/ 2147483646 w 46"/>
                <a:gd name="T5" fmla="*/ 2147483646 h 613"/>
                <a:gd name="T6" fmla="*/ 2147483646 w 46"/>
                <a:gd name="T7" fmla="*/ 2147483646 h 613"/>
                <a:gd name="T8" fmla="*/ 2147483646 w 46"/>
                <a:gd name="T9" fmla="*/ 2147483646 h 613"/>
                <a:gd name="T10" fmla="*/ 2147483646 w 46"/>
                <a:gd name="T11" fmla="*/ 2147483646 h 613"/>
                <a:gd name="T12" fmla="*/ 2147483646 w 46"/>
                <a:gd name="T13" fmla="*/ 2147483646 h 613"/>
                <a:gd name="T14" fmla="*/ 2147483646 w 46"/>
                <a:gd name="T15" fmla="*/ 2147483646 h 613"/>
                <a:gd name="T16" fmla="*/ 0 w 46"/>
                <a:gd name="T17" fmla="*/ 2147483646 h 613"/>
                <a:gd name="T18" fmla="*/ 0 w 46"/>
                <a:gd name="T19" fmla="*/ 2147483646 h 613"/>
                <a:gd name="T20" fmla="*/ 0 w 46"/>
                <a:gd name="T21" fmla="*/ 2147483646 h 613"/>
                <a:gd name="T22" fmla="*/ 0 w 46"/>
                <a:gd name="T23" fmla="*/ 2147483646 h 613"/>
                <a:gd name="T24" fmla="*/ 2147483646 w 46"/>
                <a:gd name="T25" fmla="*/ 2147483646 h 613"/>
                <a:gd name="T26" fmla="*/ 2147483646 w 46"/>
                <a:gd name="T27" fmla="*/ 2147483646 h 613"/>
                <a:gd name="T28" fmla="*/ 2147483646 w 46"/>
                <a:gd name="T29" fmla="*/ 2147483646 h 613"/>
                <a:gd name="T30" fmla="*/ 2147483646 w 46"/>
                <a:gd name="T31" fmla="*/ 2147483646 h 613"/>
                <a:gd name="T32" fmla="*/ 2147483646 w 46"/>
                <a:gd name="T33" fmla="*/ 2147483646 h 613"/>
                <a:gd name="T34" fmla="*/ 2147483646 w 46"/>
                <a:gd name="T35" fmla="*/ 2147483646 h 613"/>
                <a:gd name="T36" fmla="*/ 2147483646 w 46"/>
                <a:gd name="T37" fmla="*/ 2147483646 h 613"/>
                <a:gd name="T38" fmla="*/ 2147483646 w 46"/>
                <a:gd name="T39" fmla="*/ 2147483646 h 613"/>
                <a:gd name="T40" fmla="*/ 2147483646 w 46"/>
                <a:gd name="T41" fmla="*/ 2147483646 h 613"/>
                <a:gd name="T42" fmla="*/ 2147483646 w 46"/>
                <a:gd name="T43" fmla="*/ 2147483646 h 613"/>
                <a:gd name="T44" fmla="*/ 2147483646 w 46"/>
                <a:gd name="T45" fmla="*/ 2147483646 h 613"/>
                <a:gd name="T46" fmla="*/ 2147483646 w 46"/>
                <a:gd name="T47" fmla="*/ 2147483646 h 613"/>
                <a:gd name="T48" fmla="*/ 2147483646 w 46"/>
                <a:gd name="T49" fmla="*/ 2147483646 h 613"/>
                <a:gd name="T50" fmla="*/ 2147483646 w 46"/>
                <a:gd name="T51" fmla="*/ 2147483646 h 613"/>
                <a:gd name="T52" fmla="*/ 2147483646 w 46"/>
                <a:gd name="T53" fmla="*/ 2147483646 h 613"/>
                <a:gd name="T54" fmla="*/ 2147483646 w 46"/>
                <a:gd name="T55" fmla="*/ 2147483646 h 613"/>
                <a:gd name="T56" fmla="*/ 2147483646 w 46"/>
                <a:gd name="T57" fmla="*/ 2147483646 h 613"/>
                <a:gd name="T58" fmla="*/ 2147483646 w 46"/>
                <a:gd name="T59" fmla="*/ 2147483646 h 613"/>
                <a:gd name="T60" fmla="*/ 2147483646 w 46"/>
                <a:gd name="T61" fmla="*/ 2147483646 h 613"/>
                <a:gd name="T62" fmla="*/ 2147483646 w 46"/>
                <a:gd name="T63" fmla="*/ 2147483646 h 613"/>
                <a:gd name="T64" fmla="*/ 2147483646 w 46"/>
                <a:gd name="T65" fmla="*/ 2147483646 h 61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46"/>
                <a:gd name="T100" fmla="*/ 0 h 613"/>
                <a:gd name="T101" fmla="*/ 46 w 46"/>
                <a:gd name="T102" fmla="*/ 613 h 61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46" h="613">
                  <a:moveTo>
                    <a:pt x="20" y="0"/>
                  </a:moveTo>
                  <a:lnTo>
                    <a:pt x="16" y="19"/>
                  </a:lnTo>
                  <a:lnTo>
                    <a:pt x="12" y="38"/>
                  </a:lnTo>
                  <a:lnTo>
                    <a:pt x="10" y="56"/>
                  </a:lnTo>
                  <a:lnTo>
                    <a:pt x="7" y="75"/>
                  </a:lnTo>
                  <a:lnTo>
                    <a:pt x="4" y="95"/>
                  </a:lnTo>
                  <a:lnTo>
                    <a:pt x="3" y="113"/>
                  </a:lnTo>
                  <a:lnTo>
                    <a:pt x="2" y="133"/>
                  </a:lnTo>
                  <a:lnTo>
                    <a:pt x="0" y="153"/>
                  </a:lnTo>
                  <a:lnTo>
                    <a:pt x="0" y="171"/>
                  </a:lnTo>
                  <a:lnTo>
                    <a:pt x="0" y="191"/>
                  </a:lnTo>
                  <a:lnTo>
                    <a:pt x="0" y="211"/>
                  </a:lnTo>
                  <a:lnTo>
                    <a:pt x="2" y="231"/>
                  </a:lnTo>
                  <a:lnTo>
                    <a:pt x="2" y="251"/>
                  </a:lnTo>
                  <a:lnTo>
                    <a:pt x="3" y="271"/>
                  </a:lnTo>
                  <a:lnTo>
                    <a:pt x="4" y="289"/>
                  </a:lnTo>
                  <a:lnTo>
                    <a:pt x="6" y="309"/>
                  </a:lnTo>
                  <a:lnTo>
                    <a:pt x="8" y="329"/>
                  </a:lnTo>
                  <a:lnTo>
                    <a:pt x="10" y="349"/>
                  </a:lnTo>
                  <a:lnTo>
                    <a:pt x="12" y="369"/>
                  </a:lnTo>
                  <a:lnTo>
                    <a:pt x="15" y="389"/>
                  </a:lnTo>
                  <a:lnTo>
                    <a:pt x="18" y="407"/>
                  </a:lnTo>
                  <a:lnTo>
                    <a:pt x="20" y="427"/>
                  </a:lnTo>
                  <a:lnTo>
                    <a:pt x="23" y="446"/>
                  </a:lnTo>
                  <a:lnTo>
                    <a:pt x="26" y="466"/>
                  </a:lnTo>
                  <a:lnTo>
                    <a:pt x="28" y="484"/>
                  </a:lnTo>
                  <a:lnTo>
                    <a:pt x="31" y="503"/>
                  </a:lnTo>
                  <a:lnTo>
                    <a:pt x="34" y="521"/>
                  </a:lnTo>
                  <a:lnTo>
                    <a:pt x="36" y="540"/>
                  </a:lnTo>
                  <a:lnTo>
                    <a:pt x="38" y="559"/>
                  </a:lnTo>
                  <a:lnTo>
                    <a:pt x="40" y="577"/>
                  </a:lnTo>
                  <a:lnTo>
                    <a:pt x="43" y="594"/>
                  </a:lnTo>
                  <a:lnTo>
                    <a:pt x="46" y="613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45" name="Arrow: Right 44">
            <a:extLst>
              <a:ext uri="{FF2B5EF4-FFF2-40B4-BE49-F238E27FC236}">
                <a16:creationId xmlns:a16="http://schemas.microsoft.com/office/drawing/2014/main" id="{6643C2B0-A71F-4963-9A8E-F85E6339F8E2}"/>
              </a:ext>
            </a:extLst>
          </p:cNvPr>
          <p:cNvSpPr/>
          <p:nvPr/>
        </p:nvSpPr>
        <p:spPr bwMode="auto">
          <a:xfrm>
            <a:off x="3882775" y="2773237"/>
            <a:ext cx="1195388" cy="919163"/>
          </a:xfrm>
          <a:prstGeom prst="rightArrow">
            <a:avLst/>
          </a:prstGeom>
          <a:ln>
            <a:headEnd type="none" w="med" len="med"/>
            <a:tailEnd type="none" w="med" len="med"/>
          </a:ln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  <a:ea typeface="ＭＳ Ｐゴシック" charset="0"/>
            </a:endParaRPr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5" name="Rectangle 2">
            <a:extLst>
              <a:ext uri="{FF2B5EF4-FFF2-40B4-BE49-F238E27FC236}">
                <a16:creationId xmlns:a16="http://schemas.microsoft.com/office/drawing/2014/main" id="{31012D48-1705-4076-9D1A-8A6786D6ED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State Table</a:t>
            </a:r>
          </a:p>
        </p:txBody>
      </p:sp>
      <p:sp>
        <p:nvSpPr>
          <p:cNvPr id="108546" name="Rectangle 4">
            <a:extLst>
              <a:ext uri="{FF2B5EF4-FFF2-40B4-BE49-F238E27FC236}">
                <a16:creationId xmlns:a16="http://schemas.microsoft.com/office/drawing/2014/main" id="{A8AA399C-12F0-4396-8AF6-911C98C8D2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9863" y="1463675"/>
            <a:ext cx="1077912" cy="81597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pic>
        <p:nvPicPr>
          <p:cNvPr id="108547" name="Picture 5" descr="Screen shot 2014-04-25 at 1.02.01 PM.png">
            <a:extLst>
              <a:ext uri="{FF2B5EF4-FFF2-40B4-BE49-F238E27FC236}">
                <a16:creationId xmlns:a16="http://schemas.microsoft.com/office/drawing/2014/main" id="{5C1B5C27-F780-4542-88A7-ADF6809C6CB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90800" y="2693942"/>
            <a:ext cx="6449999" cy="3317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791104FB-CDAE-4F5C-94BD-42610762A18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6200" y="609601"/>
            <a:ext cx="2521809" cy="3733800"/>
          </a:xfrm>
          <a:prstGeom prst="rect">
            <a:avLst/>
          </a:prstGeom>
        </p:spPr>
      </p:pic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69" name="Rectangle 2">
            <a:extLst>
              <a:ext uri="{FF2B5EF4-FFF2-40B4-BE49-F238E27FC236}">
                <a16:creationId xmlns:a16="http://schemas.microsoft.com/office/drawing/2014/main" id="{4FC6E58C-D8D9-4C5D-B363-C47F18F91F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State-Assigned Table</a:t>
            </a:r>
          </a:p>
        </p:txBody>
      </p:sp>
      <p:grpSp>
        <p:nvGrpSpPr>
          <p:cNvPr id="109570" name="Group 88">
            <a:extLst>
              <a:ext uri="{FF2B5EF4-FFF2-40B4-BE49-F238E27FC236}">
                <a16:creationId xmlns:a16="http://schemas.microsoft.com/office/drawing/2014/main" id="{DC1D8293-F7FE-493D-B74F-A70898CFF513}"/>
              </a:ext>
            </a:extLst>
          </p:cNvPr>
          <p:cNvGrpSpPr>
            <a:grpSpLocks/>
          </p:cNvGrpSpPr>
          <p:nvPr/>
        </p:nvGrpSpPr>
        <p:grpSpPr bwMode="auto">
          <a:xfrm>
            <a:off x="609600" y="914400"/>
            <a:ext cx="5468938" cy="2773363"/>
            <a:chOff x="1673087" y="2042318"/>
            <a:chExt cx="5469075" cy="2773363"/>
          </a:xfrm>
        </p:grpSpPr>
        <p:grpSp>
          <p:nvGrpSpPr>
            <p:cNvPr id="109571" name="Group 1">
              <a:extLst>
                <a:ext uri="{FF2B5EF4-FFF2-40B4-BE49-F238E27FC236}">
                  <a16:creationId xmlns:a16="http://schemas.microsoft.com/office/drawing/2014/main" id="{10901CAE-51A8-4712-9759-271C787DEC5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33600" y="2042318"/>
              <a:ext cx="5008562" cy="2773363"/>
              <a:chOff x="2030413" y="1379538"/>
              <a:chExt cx="5008562" cy="2773362"/>
            </a:xfrm>
          </p:grpSpPr>
          <p:sp>
            <p:nvSpPr>
              <p:cNvPr id="109573" name="Rectangle 4">
                <a:extLst>
                  <a:ext uri="{FF2B5EF4-FFF2-40B4-BE49-F238E27FC236}">
                    <a16:creationId xmlns:a16="http://schemas.microsoft.com/office/drawing/2014/main" id="{26796F37-34B1-4511-BD6A-1500359019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5813" y="1379538"/>
                <a:ext cx="4979987" cy="1111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574" name="Rectangle 5">
                <a:extLst>
                  <a:ext uri="{FF2B5EF4-FFF2-40B4-BE49-F238E27FC236}">
                    <a16:creationId xmlns:a16="http://schemas.microsoft.com/office/drawing/2014/main" id="{22166B7E-CE2D-49C9-B1FA-0858693C9C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0413" y="1403350"/>
                <a:ext cx="11112" cy="46831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575" name="Rectangle 6">
                <a:extLst>
                  <a:ext uri="{FF2B5EF4-FFF2-40B4-BE49-F238E27FC236}">
                    <a16:creationId xmlns:a16="http://schemas.microsoft.com/office/drawing/2014/main" id="{E778BBB1-81E1-4AB4-BF32-A002A49509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4038" y="1403350"/>
                <a:ext cx="12700" cy="46831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576" name="Rectangle 7">
                <a:extLst>
                  <a:ext uri="{FF2B5EF4-FFF2-40B4-BE49-F238E27FC236}">
                    <a16:creationId xmlns:a16="http://schemas.microsoft.com/office/drawing/2014/main" id="{7922E263-D327-4D62-973A-2715CDC214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8688" y="1649413"/>
                <a:ext cx="809625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Present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577" name="Rectangle 8">
                <a:extLst>
                  <a:ext uri="{FF2B5EF4-FFF2-40B4-BE49-F238E27FC236}">
                    <a16:creationId xmlns:a16="http://schemas.microsoft.com/office/drawing/2014/main" id="{677EF1F2-DCE6-4999-A498-BE41F7F0FC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11863" y="1403350"/>
                <a:ext cx="12700" cy="46831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578" name="Rectangle 9">
                <a:extLst>
                  <a:ext uri="{FF2B5EF4-FFF2-40B4-BE49-F238E27FC236}">
                    <a16:creationId xmlns:a16="http://schemas.microsoft.com/office/drawing/2014/main" id="{6A6D24B1-0506-4EEA-8BAA-E866AAFE51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26275" y="1403350"/>
                <a:ext cx="12700" cy="46831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579" name="Rectangle 10">
                <a:extLst>
                  <a:ext uri="{FF2B5EF4-FFF2-40B4-BE49-F238E27FC236}">
                    <a16:creationId xmlns:a16="http://schemas.microsoft.com/office/drawing/2014/main" id="{F151886C-8DD0-41EC-BFD7-A3E0F5B0D8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4038" y="1858963"/>
                <a:ext cx="2925762" cy="1270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580" name="Rectangle 11">
                <a:extLst>
                  <a:ext uri="{FF2B5EF4-FFF2-40B4-BE49-F238E27FC236}">
                    <a16:creationId xmlns:a16="http://schemas.microsoft.com/office/drawing/2014/main" id="{98CD4D2F-D24E-4045-8338-0939553AF8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0413" y="1871663"/>
                <a:ext cx="11112" cy="45720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581" name="Rectangle 12">
                <a:extLst>
                  <a:ext uri="{FF2B5EF4-FFF2-40B4-BE49-F238E27FC236}">
                    <a16:creationId xmlns:a16="http://schemas.microsoft.com/office/drawing/2014/main" id="{F26590D8-C6E9-4587-BB65-06D121F1A0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9713" y="1506538"/>
                <a:ext cx="1094852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Next state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582" name="Rectangle 13">
                <a:extLst>
                  <a:ext uri="{FF2B5EF4-FFF2-40B4-BE49-F238E27FC236}">
                    <a16:creationId xmlns:a16="http://schemas.microsoft.com/office/drawing/2014/main" id="{F31BD150-D148-4808-A8BA-D012CF92E9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4038" y="1871663"/>
                <a:ext cx="12700" cy="45720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583" name="Rectangle 14">
                <a:extLst>
                  <a:ext uri="{FF2B5EF4-FFF2-40B4-BE49-F238E27FC236}">
                    <a16:creationId xmlns:a16="http://schemas.microsoft.com/office/drawing/2014/main" id="{F93B8BED-0703-4970-B307-58CD3345A7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8388" y="1973263"/>
                <a:ext cx="527050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state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584" name="Rectangle 15">
                <a:extLst>
                  <a:ext uri="{FF2B5EF4-FFF2-40B4-BE49-F238E27FC236}">
                    <a16:creationId xmlns:a16="http://schemas.microsoft.com/office/drawing/2014/main" id="{323A3E34-F5DD-4820-A61A-1A9147D8EB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660" y="1940137"/>
                <a:ext cx="368691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r</a:t>
                </a:r>
                <a:r>
                  <a:rPr kumimoji="0" lang="en-US" altLang="en-US" sz="2000" b="0" i="1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1</a:t>
                </a:r>
                <a:r>
                  <a:rPr kumimoji="0" lang="en-US" altLang="en-US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r</a:t>
                </a:r>
                <a:r>
                  <a:rPr kumimoji="0" lang="en-US" altLang="en-US" sz="2000" b="0" i="1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2</a:t>
                </a:r>
                <a:endParaRPr kumimoji="0" lang="en-US" altLang="en-US" sz="24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585" name="Rectangle 16">
                <a:extLst>
                  <a:ext uri="{FF2B5EF4-FFF2-40B4-BE49-F238E27FC236}">
                    <a16:creationId xmlns:a16="http://schemas.microsoft.com/office/drawing/2014/main" id="{6CB8C613-346A-4669-B694-F16B8DB5E8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2825" y="1973263"/>
                <a:ext cx="460375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=00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586" name="Rectangle 17">
                <a:extLst>
                  <a:ext uri="{FF2B5EF4-FFF2-40B4-BE49-F238E27FC236}">
                    <a16:creationId xmlns:a16="http://schemas.microsoft.com/office/drawing/2014/main" id="{8AA6DDA9-7FE9-4FE4-9ECE-47BC2DCD51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1813" y="1973263"/>
                <a:ext cx="254000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01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587" name="Rectangle 18">
                <a:extLst>
                  <a:ext uri="{FF2B5EF4-FFF2-40B4-BE49-F238E27FC236}">
                    <a16:creationId xmlns:a16="http://schemas.microsoft.com/office/drawing/2014/main" id="{4674138E-BFEA-490C-8999-6D46676C94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9350" y="1973263"/>
                <a:ext cx="254000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10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588" name="Rectangle 19">
                <a:extLst>
                  <a:ext uri="{FF2B5EF4-FFF2-40B4-BE49-F238E27FC236}">
                    <a16:creationId xmlns:a16="http://schemas.microsoft.com/office/drawing/2014/main" id="{2F2C88FF-65AF-4BF1-B393-82E3654E82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11863" y="1871663"/>
                <a:ext cx="12700" cy="45720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589" name="Rectangle 20">
                <a:extLst>
                  <a:ext uri="{FF2B5EF4-FFF2-40B4-BE49-F238E27FC236}">
                    <a16:creationId xmlns:a16="http://schemas.microsoft.com/office/drawing/2014/main" id="{4FFB6E8C-077F-40B2-BB73-8EDA194039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3713" y="1973263"/>
                <a:ext cx="254000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11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590" name="Rectangle 21">
                <a:extLst>
                  <a:ext uri="{FF2B5EF4-FFF2-40B4-BE49-F238E27FC236}">
                    <a16:creationId xmlns:a16="http://schemas.microsoft.com/office/drawing/2014/main" id="{8818D59B-BC2E-414B-B934-5750D3F357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26275" y="1871663"/>
                <a:ext cx="12700" cy="45720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591" name="Rectangle 22">
                <a:extLst>
                  <a:ext uri="{FF2B5EF4-FFF2-40B4-BE49-F238E27FC236}">
                    <a16:creationId xmlns:a16="http://schemas.microsoft.com/office/drawing/2014/main" id="{EB979648-1B37-495E-9DCE-44EB65EE7A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4038" y="2316163"/>
                <a:ext cx="2925762" cy="1270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592" name="Rectangle 23">
                <a:extLst>
                  <a:ext uri="{FF2B5EF4-FFF2-40B4-BE49-F238E27FC236}">
                    <a16:creationId xmlns:a16="http://schemas.microsoft.com/office/drawing/2014/main" id="{FEE70B9F-EF6D-4BCE-AF7C-065C34558C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0413" y="2328863"/>
                <a:ext cx="11112" cy="45561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593" name="Rectangle 24">
                <a:extLst>
                  <a:ext uri="{FF2B5EF4-FFF2-40B4-BE49-F238E27FC236}">
                    <a16:creationId xmlns:a16="http://schemas.microsoft.com/office/drawing/2014/main" id="{BB1A385A-D819-4D6F-AF5B-CAFE518607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2200" y="1881188"/>
                <a:ext cx="704850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Output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594" name="Rectangle 25">
                <a:extLst>
                  <a:ext uri="{FF2B5EF4-FFF2-40B4-BE49-F238E27FC236}">
                    <a16:creationId xmlns:a16="http://schemas.microsoft.com/office/drawing/2014/main" id="{6E8D8B6B-AFCF-4CC0-9A95-A7A5B6607E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6800" y="2281238"/>
                <a:ext cx="176213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y </a:t>
                </a: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595" name="Rectangle 26">
                <a:extLst>
                  <a:ext uri="{FF2B5EF4-FFF2-40B4-BE49-F238E27FC236}">
                    <a16:creationId xmlns:a16="http://schemas.microsoft.com/office/drawing/2014/main" id="{EC21A354-92BD-4FBB-AC75-7DC42432BA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5458" y="2429997"/>
                <a:ext cx="142875" cy="2286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5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2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596" name="Rectangle 27">
                <a:extLst>
                  <a:ext uri="{FF2B5EF4-FFF2-40B4-BE49-F238E27FC236}">
                    <a16:creationId xmlns:a16="http://schemas.microsoft.com/office/drawing/2014/main" id="{FF5CE205-72B1-4148-9026-C49F3A673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3338" y="2281238"/>
                <a:ext cx="176212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y </a:t>
                </a: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597" name="Rectangle 28">
                <a:extLst>
                  <a:ext uri="{FF2B5EF4-FFF2-40B4-BE49-F238E27FC236}">
                    <a16:creationId xmlns:a16="http://schemas.microsoft.com/office/drawing/2014/main" id="{F3C5682F-838E-4B52-A5D6-C6ECC23A4E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4038" y="2328863"/>
                <a:ext cx="12700" cy="45561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598" name="Rectangle 29">
                <a:extLst>
                  <a:ext uri="{FF2B5EF4-FFF2-40B4-BE49-F238E27FC236}">
                    <a16:creationId xmlns:a16="http://schemas.microsoft.com/office/drawing/2014/main" id="{33288737-A510-4FC3-8C33-B1B6423AFC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3583" y="2438386"/>
                <a:ext cx="142875" cy="2286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5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1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599" name="Rectangle 30">
                <a:extLst>
                  <a:ext uri="{FF2B5EF4-FFF2-40B4-BE49-F238E27FC236}">
                    <a16:creationId xmlns:a16="http://schemas.microsoft.com/office/drawing/2014/main" id="{B8A7FA8B-0CDE-4C6B-B05F-C39B69011C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7363" y="2427288"/>
                <a:ext cx="204787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Y </a:t>
                </a: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00" name="Rectangle 31">
                <a:extLst>
                  <a:ext uri="{FF2B5EF4-FFF2-40B4-BE49-F238E27FC236}">
                    <a16:creationId xmlns:a16="http://schemas.microsoft.com/office/drawing/2014/main" id="{D2DF2512-A127-4784-A6E5-AAD92B52F7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3413" y="2524125"/>
                <a:ext cx="142875" cy="2286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5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2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01" name="Rectangle 32">
                <a:extLst>
                  <a:ext uri="{FF2B5EF4-FFF2-40B4-BE49-F238E27FC236}">
                    <a16:creationId xmlns:a16="http://schemas.microsoft.com/office/drawing/2014/main" id="{51340166-DA0A-4EED-B1A8-CCB96C63BC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7713" y="2427288"/>
                <a:ext cx="204787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Y </a:t>
                </a: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02" name="Rectangle 33">
                <a:extLst>
                  <a:ext uri="{FF2B5EF4-FFF2-40B4-BE49-F238E27FC236}">
                    <a16:creationId xmlns:a16="http://schemas.microsoft.com/office/drawing/2014/main" id="{0BE2E113-6A10-42DC-912E-8E6999DE96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11863" y="2328863"/>
                <a:ext cx="12700" cy="45561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03" name="Rectangle 34">
                <a:extLst>
                  <a:ext uri="{FF2B5EF4-FFF2-40B4-BE49-F238E27FC236}">
                    <a16:creationId xmlns:a16="http://schemas.microsoft.com/office/drawing/2014/main" id="{E3183C0A-67B2-4AF0-96DE-E52B9D3251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3763" y="2524125"/>
                <a:ext cx="142875" cy="2286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5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1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04" name="Rectangle 35">
                <a:extLst>
                  <a:ext uri="{FF2B5EF4-FFF2-40B4-BE49-F238E27FC236}">
                    <a16:creationId xmlns:a16="http://schemas.microsoft.com/office/drawing/2014/main" id="{AC19A68A-40D5-427F-A57C-AB2E003315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26275" y="2328863"/>
                <a:ext cx="12700" cy="45561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05" name="Rectangle 36">
                <a:extLst>
                  <a:ext uri="{FF2B5EF4-FFF2-40B4-BE49-F238E27FC236}">
                    <a16:creationId xmlns:a16="http://schemas.microsoft.com/office/drawing/2014/main" id="{9FFCB5C3-32D4-416D-B851-38D8013610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5813" y="2771775"/>
                <a:ext cx="4979987" cy="1270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06" name="Rectangle 37">
                <a:extLst>
                  <a:ext uri="{FF2B5EF4-FFF2-40B4-BE49-F238E27FC236}">
                    <a16:creationId xmlns:a16="http://schemas.microsoft.com/office/drawing/2014/main" id="{CDA95C28-1A12-47A6-AB96-A3A4A8EC80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0413" y="2787650"/>
                <a:ext cx="11112" cy="401638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07" name="Rectangle 38">
                <a:extLst>
                  <a:ext uri="{FF2B5EF4-FFF2-40B4-BE49-F238E27FC236}">
                    <a16:creationId xmlns:a16="http://schemas.microsoft.com/office/drawing/2014/main" id="{10A89AF2-DF3E-4CB4-A042-07AFC7BADC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0494" y="2281238"/>
                <a:ext cx="49051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g</a:t>
                </a:r>
                <a:r>
                  <a:rPr kumimoji="0" lang="en-US" altLang="en-US" sz="2000" b="0" i="1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1</a:t>
                </a:r>
                <a:r>
                  <a:rPr kumimoji="0" lang="en-US" altLang="en-US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g</a:t>
                </a:r>
                <a:r>
                  <a:rPr kumimoji="0" lang="en-US" altLang="en-US" sz="2000" b="0" i="1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2</a:t>
                </a:r>
                <a:r>
                  <a:rPr kumimoji="0" lang="en-US" altLang="en-US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08" name="Rectangle 39">
                <a:extLst>
                  <a:ext uri="{FF2B5EF4-FFF2-40B4-BE49-F238E27FC236}">
                    <a16:creationId xmlns:a16="http://schemas.microsoft.com/office/drawing/2014/main" id="{5CB3843C-D5C3-4D98-B6E6-9165D65D2E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4038" y="2787650"/>
                <a:ext cx="12700" cy="401638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09" name="Rectangle 40">
                <a:extLst>
                  <a:ext uri="{FF2B5EF4-FFF2-40B4-BE49-F238E27FC236}">
                    <a16:creationId xmlns:a16="http://schemas.microsoft.com/office/drawing/2014/main" id="{84632CC8-EC62-434B-86A6-456B69AB74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4588" y="2887663"/>
                <a:ext cx="28212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0</a:t>
                </a:r>
                <a:r>
                  <a:rPr kumimoji="0" lang="en-US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0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10" name="Rectangle 41">
                <a:extLst>
                  <a:ext uri="{FF2B5EF4-FFF2-40B4-BE49-F238E27FC236}">
                    <a16:creationId xmlns:a16="http://schemas.microsoft.com/office/drawing/2014/main" id="{65C85385-457A-43A2-AA28-AF9A6E0858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0938" y="2887663"/>
                <a:ext cx="190500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0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11" name="Rectangle 42">
                <a:extLst>
                  <a:ext uri="{FF2B5EF4-FFF2-40B4-BE49-F238E27FC236}">
                    <a16:creationId xmlns:a16="http://schemas.microsoft.com/office/drawing/2014/main" id="{6D8D47C0-8508-4282-9155-0114041C16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1438" y="2887663"/>
                <a:ext cx="190500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0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12" name="Rectangle 43">
                <a:extLst>
                  <a:ext uri="{FF2B5EF4-FFF2-40B4-BE49-F238E27FC236}">
                    <a16:creationId xmlns:a16="http://schemas.microsoft.com/office/drawing/2014/main" id="{ED19BD1E-137B-449C-BCDE-11AFC4D77B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8475" y="2887663"/>
                <a:ext cx="28212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1</a:t>
                </a:r>
                <a:r>
                  <a:rPr kumimoji="0" lang="en-US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0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13" name="Rectangle 44">
                <a:extLst>
                  <a:ext uri="{FF2B5EF4-FFF2-40B4-BE49-F238E27FC236}">
                    <a16:creationId xmlns:a16="http://schemas.microsoft.com/office/drawing/2014/main" id="{EEED979B-5857-4942-8237-066DF9F4B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2838" y="2887663"/>
                <a:ext cx="190500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0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14" name="Rectangle 45">
                <a:extLst>
                  <a:ext uri="{FF2B5EF4-FFF2-40B4-BE49-F238E27FC236}">
                    <a16:creationId xmlns:a16="http://schemas.microsoft.com/office/drawing/2014/main" id="{B1EA2A85-4C68-48B1-AAAC-8B005783B0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3338" y="2887663"/>
                <a:ext cx="190500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1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15" name="Rectangle 46">
                <a:extLst>
                  <a:ext uri="{FF2B5EF4-FFF2-40B4-BE49-F238E27FC236}">
                    <a16:creationId xmlns:a16="http://schemas.microsoft.com/office/drawing/2014/main" id="{ED722E6D-6A77-4A79-B324-5C4F1FDB7D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11863" y="2787650"/>
                <a:ext cx="12700" cy="401638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16" name="Rectangle 47">
                <a:extLst>
                  <a:ext uri="{FF2B5EF4-FFF2-40B4-BE49-F238E27FC236}">
                    <a16:creationId xmlns:a16="http://schemas.microsoft.com/office/drawing/2014/main" id="{F9E74AD6-D29F-48F4-8533-698F844696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41963" y="2887663"/>
                <a:ext cx="28212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0</a:t>
                </a:r>
                <a:r>
                  <a:rPr kumimoji="0" lang="en-US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1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17" name="Rectangle 48">
                <a:extLst>
                  <a:ext uri="{FF2B5EF4-FFF2-40B4-BE49-F238E27FC236}">
                    <a16:creationId xmlns:a16="http://schemas.microsoft.com/office/drawing/2014/main" id="{E6F20DC8-2FC6-4E91-B8B9-8FA3A63661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26275" y="2787650"/>
                <a:ext cx="12700" cy="401638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18" name="Rectangle 49">
                <a:extLst>
                  <a:ext uri="{FF2B5EF4-FFF2-40B4-BE49-F238E27FC236}">
                    <a16:creationId xmlns:a16="http://schemas.microsoft.com/office/drawing/2014/main" id="{D43728A9-2D1A-4D16-BFED-532C59AC7E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0413" y="3189288"/>
                <a:ext cx="11112" cy="30480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19" name="Rectangle 50">
                <a:extLst>
                  <a:ext uri="{FF2B5EF4-FFF2-40B4-BE49-F238E27FC236}">
                    <a16:creationId xmlns:a16="http://schemas.microsoft.com/office/drawing/2014/main" id="{F36610E1-3C7B-4269-B965-D646BA276D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45250" y="2887663"/>
                <a:ext cx="34624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0</a:t>
                </a:r>
                <a:r>
                  <a:rPr kumimoji="0" lang="en-US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0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20" name="Rectangle 51">
                <a:extLst>
                  <a:ext uri="{FF2B5EF4-FFF2-40B4-BE49-F238E27FC236}">
                    <a16:creationId xmlns:a16="http://schemas.microsoft.com/office/drawing/2014/main" id="{5C5F7B71-3A9E-4D9A-9408-559774BC4C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4038" y="3189288"/>
                <a:ext cx="12700" cy="30480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21" name="Rectangle 52">
                <a:extLst>
                  <a:ext uri="{FF2B5EF4-FFF2-40B4-BE49-F238E27FC236}">
                    <a16:creationId xmlns:a16="http://schemas.microsoft.com/office/drawing/2014/main" id="{213C62F5-AB45-4180-88D7-E663E64271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4588" y="3189288"/>
                <a:ext cx="28212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0</a:t>
                </a:r>
                <a:r>
                  <a:rPr kumimoji="0" lang="en-US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1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22" name="Rectangle 53">
                <a:extLst>
                  <a:ext uri="{FF2B5EF4-FFF2-40B4-BE49-F238E27FC236}">
                    <a16:creationId xmlns:a16="http://schemas.microsoft.com/office/drawing/2014/main" id="{765D42C0-671F-4921-8A48-F6C4A113D4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0938" y="3189288"/>
                <a:ext cx="190500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0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23" name="Rectangle 54">
                <a:extLst>
                  <a:ext uri="{FF2B5EF4-FFF2-40B4-BE49-F238E27FC236}">
                    <a16:creationId xmlns:a16="http://schemas.microsoft.com/office/drawing/2014/main" id="{EFFD4A29-F4BA-4EE6-985E-8069F41A51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1438" y="3189288"/>
                <a:ext cx="190500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0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24" name="Rectangle 55">
                <a:extLst>
                  <a:ext uri="{FF2B5EF4-FFF2-40B4-BE49-F238E27FC236}">
                    <a16:creationId xmlns:a16="http://schemas.microsoft.com/office/drawing/2014/main" id="{33881E27-4EFD-4A79-B541-C27CD69B06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8475" y="3189288"/>
                <a:ext cx="28212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0</a:t>
                </a:r>
                <a:r>
                  <a:rPr kumimoji="0" lang="en-US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0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25" name="Rectangle 56">
                <a:extLst>
                  <a:ext uri="{FF2B5EF4-FFF2-40B4-BE49-F238E27FC236}">
                    <a16:creationId xmlns:a16="http://schemas.microsoft.com/office/drawing/2014/main" id="{1411F786-A802-4B52-A2EF-C40C7120A5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2838" y="3189288"/>
                <a:ext cx="190500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0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26" name="Rectangle 57">
                <a:extLst>
                  <a:ext uri="{FF2B5EF4-FFF2-40B4-BE49-F238E27FC236}">
                    <a16:creationId xmlns:a16="http://schemas.microsoft.com/office/drawing/2014/main" id="{04DC43D6-181D-453D-8303-60933F933F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3338" y="3189288"/>
                <a:ext cx="190500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1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27" name="Rectangle 58">
                <a:extLst>
                  <a:ext uri="{FF2B5EF4-FFF2-40B4-BE49-F238E27FC236}">
                    <a16:creationId xmlns:a16="http://schemas.microsoft.com/office/drawing/2014/main" id="{1F00838B-8E03-4F67-9634-60598680C5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11863" y="3189288"/>
                <a:ext cx="12700" cy="30480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28" name="Rectangle 59">
                <a:extLst>
                  <a:ext uri="{FF2B5EF4-FFF2-40B4-BE49-F238E27FC236}">
                    <a16:creationId xmlns:a16="http://schemas.microsoft.com/office/drawing/2014/main" id="{F726362B-03F1-44F1-83E9-D4BFF0534E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41963" y="3189288"/>
                <a:ext cx="28212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0</a:t>
                </a:r>
                <a:r>
                  <a:rPr kumimoji="0" lang="en-US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1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29" name="Rectangle 60">
                <a:extLst>
                  <a:ext uri="{FF2B5EF4-FFF2-40B4-BE49-F238E27FC236}">
                    <a16:creationId xmlns:a16="http://schemas.microsoft.com/office/drawing/2014/main" id="{1A5FDE72-84F4-4DBD-BD55-F73B4DE840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26275" y="3189288"/>
                <a:ext cx="12700" cy="30480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30" name="Rectangle 61">
                <a:extLst>
                  <a:ext uri="{FF2B5EF4-FFF2-40B4-BE49-F238E27FC236}">
                    <a16:creationId xmlns:a16="http://schemas.microsoft.com/office/drawing/2014/main" id="{E97E47B6-A04A-44E6-BF36-0DE7DEBC73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0413" y="3494088"/>
                <a:ext cx="11112" cy="30480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31" name="Rectangle 62">
                <a:extLst>
                  <a:ext uri="{FF2B5EF4-FFF2-40B4-BE49-F238E27FC236}">
                    <a16:creationId xmlns:a16="http://schemas.microsoft.com/office/drawing/2014/main" id="{0271D45B-97E5-4018-944E-553C81A3E1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45250" y="3189288"/>
                <a:ext cx="34624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1</a:t>
                </a:r>
                <a:r>
                  <a:rPr kumimoji="0" lang="en-US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0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32" name="Rectangle 63">
                <a:extLst>
                  <a:ext uri="{FF2B5EF4-FFF2-40B4-BE49-F238E27FC236}">
                    <a16:creationId xmlns:a16="http://schemas.microsoft.com/office/drawing/2014/main" id="{295FD631-AF6D-417C-8B0B-225C509A0E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4038" y="3494088"/>
                <a:ext cx="12700" cy="30480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33" name="Rectangle 64">
                <a:extLst>
                  <a:ext uri="{FF2B5EF4-FFF2-40B4-BE49-F238E27FC236}">
                    <a16:creationId xmlns:a16="http://schemas.microsoft.com/office/drawing/2014/main" id="{723C3643-EFB3-4413-BBDE-3220F3DA25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4588" y="3492500"/>
                <a:ext cx="28212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1</a:t>
                </a:r>
                <a:r>
                  <a:rPr kumimoji="0" lang="en-US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0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34" name="Rectangle 65">
                <a:extLst>
                  <a:ext uri="{FF2B5EF4-FFF2-40B4-BE49-F238E27FC236}">
                    <a16:creationId xmlns:a16="http://schemas.microsoft.com/office/drawing/2014/main" id="{BB62CE8A-6D4D-43A8-B2CE-6B96396C5D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0938" y="3492500"/>
                <a:ext cx="190500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0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35" name="Rectangle 66">
                <a:extLst>
                  <a:ext uri="{FF2B5EF4-FFF2-40B4-BE49-F238E27FC236}">
                    <a16:creationId xmlns:a16="http://schemas.microsoft.com/office/drawing/2014/main" id="{4FA4E173-AA44-48D0-A5A9-405F73EF22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1438" y="3492500"/>
                <a:ext cx="1923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0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36" name="Rectangle 67">
                <a:extLst>
                  <a:ext uri="{FF2B5EF4-FFF2-40B4-BE49-F238E27FC236}">
                    <a16:creationId xmlns:a16="http://schemas.microsoft.com/office/drawing/2014/main" id="{AEBDE20B-01A2-4736-B6EE-BEE12A9D31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8475" y="3492500"/>
                <a:ext cx="28212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1</a:t>
                </a:r>
                <a:r>
                  <a:rPr kumimoji="0" lang="en-US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0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37" name="Rectangle 68">
                <a:extLst>
                  <a:ext uri="{FF2B5EF4-FFF2-40B4-BE49-F238E27FC236}">
                    <a16:creationId xmlns:a16="http://schemas.microsoft.com/office/drawing/2014/main" id="{4AC3143B-1EFB-4F4D-90AF-6D079E761F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2838" y="3492500"/>
                <a:ext cx="1923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0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38" name="Rectangle 69">
                <a:extLst>
                  <a:ext uri="{FF2B5EF4-FFF2-40B4-BE49-F238E27FC236}">
                    <a16:creationId xmlns:a16="http://schemas.microsoft.com/office/drawing/2014/main" id="{54D7D401-B118-461B-A36E-1FB4E3EDEF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3338" y="3492500"/>
                <a:ext cx="190500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0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39" name="Rectangle 70">
                <a:extLst>
                  <a:ext uri="{FF2B5EF4-FFF2-40B4-BE49-F238E27FC236}">
                    <a16:creationId xmlns:a16="http://schemas.microsoft.com/office/drawing/2014/main" id="{FFA878FE-EF15-446C-AEBF-3FC720B702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11863" y="3494088"/>
                <a:ext cx="12700" cy="30480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40" name="Rectangle 71">
                <a:extLst>
                  <a:ext uri="{FF2B5EF4-FFF2-40B4-BE49-F238E27FC236}">
                    <a16:creationId xmlns:a16="http://schemas.microsoft.com/office/drawing/2014/main" id="{27DB7B13-0CA8-43D4-BB21-5F80470D76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41963" y="3492500"/>
                <a:ext cx="28212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1</a:t>
                </a:r>
                <a:r>
                  <a:rPr kumimoji="0" lang="en-US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0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41" name="Rectangle 72">
                <a:extLst>
                  <a:ext uri="{FF2B5EF4-FFF2-40B4-BE49-F238E27FC236}">
                    <a16:creationId xmlns:a16="http://schemas.microsoft.com/office/drawing/2014/main" id="{F9C719B9-5038-428D-8FAB-E65BDDB57D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26275" y="3494088"/>
                <a:ext cx="12700" cy="30480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42" name="Rectangle 73">
                <a:extLst>
                  <a:ext uri="{FF2B5EF4-FFF2-40B4-BE49-F238E27FC236}">
                    <a16:creationId xmlns:a16="http://schemas.microsoft.com/office/drawing/2014/main" id="{CE453CE2-478E-468A-85A3-76E745AFF4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0413" y="3803650"/>
                <a:ext cx="11112" cy="34925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43" name="Rectangle 74">
                <a:extLst>
                  <a:ext uri="{FF2B5EF4-FFF2-40B4-BE49-F238E27FC236}">
                    <a16:creationId xmlns:a16="http://schemas.microsoft.com/office/drawing/2014/main" id="{E641EDC2-D059-409A-9522-BA65EBCC29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45250" y="3492500"/>
                <a:ext cx="34624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0</a:t>
                </a:r>
                <a:r>
                  <a:rPr kumimoji="0" lang="en-US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1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44" name="Rectangle 75">
                <a:extLst>
                  <a:ext uri="{FF2B5EF4-FFF2-40B4-BE49-F238E27FC236}">
                    <a16:creationId xmlns:a16="http://schemas.microsoft.com/office/drawing/2014/main" id="{DA62BA7C-9FAD-407E-BB79-31D401748A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4038" y="3803650"/>
                <a:ext cx="12700" cy="34925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45" name="Rectangle 76">
                <a:extLst>
                  <a:ext uri="{FF2B5EF4-FFF2-40B4-BE49-F238E27FC236}">
                    <a16:creationId xmlns:a16="http://schemas.microsoft.com/office/drawing/2014/main" id="{FD86E65A-BB00-4F7B-BA64-CC551DD6E0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4588" y="3797300"/>
                <a:ext cx="28212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1</a:t>
                </a:r>
                <a:r>
                  <a:rPr kumimoji="0" lang="en-US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1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46" name="Rectangle 77">
                <a:extLst>
                  <a:ext uri="{FF2B5EF4-FFF2-40B4-BE49-F238E27FC236}">
                    <a16:creationId xmlns:a16="http://schemas.microsoft.com/office/drawing/2014/main" id="{DCE0BED2-774F-40F5-B13F-1B04FBD1BC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0938" y="3797300"/>
                <a:ext cx="1923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d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47" name="Rectangle 78">
                <a:extLst>
                  <a:ext uri="{FF2B5EF4-FFF2-40B4-BE49-F238E27FC236}">
                    <a16:creationId xmlns:a16="http://schemas.microsoft.com/office/drawing/2014/main" id="{CF893E0C-EFBF-432B-A4A2-1336AE3131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1438" y="3797300"/>
                <a:ext cx="1923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d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48" name="Rectangle 79">
                <a:extLst>
                  <a:ext uri="{FF2B5EF4-FFF2-40B4-BE49-F238E27FC236}">
                    <a16:creationId xmlns:a16="http://schemas.microsoft.com/office/drawing/2014/main" id="{151DD67B-58C4-4DDE-BC0C-300F3F32CA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8475" y="3797300"/>
                <a:ext cx="28212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d</a:t>
                </a:r>
                <a:r>
                  <a:rPr kumimoji="0" lang="en-US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d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49" name="Rectangle 80">
                <a:extLst>
                  <a:ext uri="{FF2B5EF4-FFF2-40B4-BE49-F238E27FC236}">
                    <a16:creationId xmlns:a16="http://schemas.microsoft.com/office/drawing/2014/main" id="{FF6BEDF3-A679-4AC4-AEA7-9601FE66B5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2838" y="3797300"/>
                <a:ext cx="1923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d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50" name="Rectangle 81">
                <a:extLst>
                  <a:ext uri="{FF2B5EF4-FFF2-40B4-BE49-F238E27FC236}">
                    <a16:creationId xmlns:a16="http://schemas.microsoft.com/office/drawing/2014/main" id="{2D06E55E-98F2-49C8-934D-8D67F8E46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3338" y="3797300"/>
                <a:ext cx="1923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d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51" name="Rectangle 82">
                <a:extLst>
                  <a:ext uri="{FF2B5EF4-FFF2-40B4-BE49-F238E27FC236}">
                    <a16:creationId xmlns:a16="http://schemas.microsoft.com/office/drawing/2014/main" id="{008B3D8C-49F9-408F-90F9-F900A8361A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11863" y="3803650"/>
                <a:ext cx="12700" cy="34925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52" name="Rectangle 83">
                <a:extLst>
                  <a:ext uri="{FF2B5EF4-FFF2-40B4-BE49-F238E27FC236}">
                    <a16:creationId xmlns:a16="http://schemas.microsoft.com/office/drawing/2014/main" id="{8C32909F-9A53-4A54-8288-2B82E1BEEA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41963" y="3797300"/>
                <a:ext cx="28212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d</a:t>
                </a:r>
                <a:r>
                  <a:rPr kumimoji="0" lang="en-US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d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53" name="Rectangle 84">
                <a:extLst>
                  <a:ext uri="{FF2B5EF4-FFF2-40B4-BE49-F238E27FC236}">
                    <a16:creationId xmlns:a16="http://schemas.microsoft.com/office/drawing/2014/main" id="{16D75DBC-ADB5-4C9E-9F9A-ADC7E6F957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26275" y="3803650"/>
                <a:ext cx="12700" cy="34925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54" name="Rectangle 85">
                <a:extLst>
                  <a:ext uri="{FF2B5EF4-FFF2-40B4-BE49-F238E27FC236}">
                    <a16:creationId xmlns:a16="http://schemas.microsoft.com/office/drawing/2014/main" id="{EE327C9C-6695-481B-B95A-D407504D01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5813" y="4140200"/>
                <a:ext cx="4979987" cy="1270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55" name="Rectangle 86">
                <a:extLst>
                  <a:ext uri="{FF2B5EF4-FFF2-40B4-BE49-F238E27FC236}">
                    <a16:creationId xmlns:a16="http://schemas.microsoft.com/office/drawing/2014/main" id="{9E047131-B2F1-4DDB-96C8-96ECC20115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45250" y="3797300"/>
                <a:ext cx="34624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d</a:t>
                </a:r>
                <a:r>
                  <a:rPr kumimoji="0" lang="en-US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d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09572" name="TextBox 87">
              <a:extLst>
                <a:ext uri="{FF2B5EF4-FFF2-40B4-BE49-F238E27FC236}">
                  <a16:creationId xmlns:a16="http://schemas.microsoft.com/office/drawing/2014/main" id="{D33801A4-D923-40D0-B6B8-3C56417873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73087" y="3495988"/>
              <a:ext cx="370614" cy="1015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A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B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C</a:t>
              </a: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27217524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69" name="Rectangle 2">
            <a:extLst>
              <a:ext uri="{FF2B5EF4-FFF2-40B4-BE49-F238E27FC236}">
                <a16:creationId xmlns:a16="http://schemas.microsoft.com/office/drawing/2014/main" id="{4FC6E58C-D8D9-4C5D-B363-C47F18F91F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State-Assigned Table</a:t>
            </a:r>
          </a:p>
        </p:txBody>
      </p:sp>
      <p:grpSp>
        <p:nvGrpSpPr>
          <p:cNvPr id="109570" name="Group 88">
            <a:extLst>
              <a:ext uri="{FF2B5EF4-FFF2-40B4-BE49-F238E27FC236}">
                <a16:creationId xmlns:a16="http://schemas.microsoft.com/office/drawing/2014/main" id="{DC1D8293-F7FE-493D-B74F-A70898CFF513}"/>
              </a:ext>
            </a:extLst>
          </p:cNvPr>
          <p:cNvGrpSpPr>
            <a:grpSpLocks/>
          </p:cNvGrpSpPr>
          <p:nvPr/>
        </p:nvGrpSpPr>
        <p:grpSpPr bwMode="auto">
          <a:xfrm>
            <a:off x="609600" y="914400"/>
            <a:ext cx="5468938" cy="2773363"/>
            <a:chOff x="1673087" y="2042318"/>
            <a:chExt cx="5469075" cy="2773363"/>
          </a:xfrm>
        </p:grpSpPr>
        <p:grpSp>
          <p:nvGrpSpPr>
            <p:cNvPr id="109571" name="Group 1">
              <a:extLst>
                <a:ext uri="{FF2B5EF4-FFF2-40B4-BE49-F238E27FC236}">
                  <a16:creationId xmlns:a16="http://schemas.microsoft.com/office/drawing/2014/main" id="{10901CAE-51A8-4712-9759-271C787DEC5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33600" y="2042318"/>
              <a:ext cx="5008562" cy="2773363"/>
              <a:chOff x="2030413" y="1379538"/>
              <a:chExt cx="5008562" cy="2773362"/>
            </a:xfrm>
          </p:grpSpPr>
          <p:sp>
            <p:nvSpPr>
              <p:cNvPr id="109573" name="Rectangle 4">
                <a:extLst>
                  <a:ext uri="{FF2B5EF4-FFF2-40B4-BE49-F238E27FC236}">
                    <a16:creationId xmlns:a16="http://schemas.microsoft.com/office/drawing/2014/main" id="{26796F37-34B1-4511-BD6A-1500359019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5813" y="1379538"/>
                <a:ext cx="4979987" cy="1111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574" name="Rectangle 5">
                <a:extLst>
                  <a:ext uri="{FF2B5EF4-FFF2-40B4-BE49-F238E27FC236}">
                    <a16:creationId xmlns:a16="http://schemas.microsoft.com/office/drawing/2014/main" id="{22166B7E-CE2D-49C9-B1FA-0858693C9C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0413" y="1403350"/>
                <a:ext cx="11112" cy="46831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575" name="Rectangle 6">
                <a:extLst>
                  <a:ext uri="{FF2B5EF4-FFF2-40B4-BE49-F238E27FC236}">
                    <a16:creationId xmlns:a16="http://schemas.microsoft.com/office/drawing/2014/main" id="{E778BBB1-81E1-4AB4-BF32-A002A49509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4038" y="1403350"/>
                <a:ext cx="12700" cy="46831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576" name="Rectangle 7">
                <a:extLst>
                  <a:ext uri="{FF2B5EF4-FFF2-40B4-BE49-F238E27FC236}">
                    <a16:creationId xmlns:a16="http://schemas.microsoft.com/office/drawing/2014/main" id="{7922E263-D327-4D62-973A-2715CDC214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8688" y="1649413"/>
                <a:ext cx="809625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Present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577" name="Rectangle 8">
                <a:extLst>
                  <a:ext uri="{FF2B5EF4-FFF2-40B4-BE49-F238E27FC236}">
                    <a16:creationId xmlns:a16="http://schemas.microsoft.com/office/drawing/2014/main" id="{677EF1F2-DCE6-4999-A498-BE41F7F0FC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11863" y="1403350"/>
                <a:ext cx="12700" cy="46831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578" name="Rectangle 9">
                <a:extLst>
                  <a:ext uri="{FF2B5EF4-FFF2-40B4-BE49-F238E27FC236}">
                    <a16:creationId xmlns:a16="http://schemas.microsoft.com/office/drawing/2014/main" id="{6A6D24B1-0506-4EEA-8BAA-E866AAFE51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26275" y="1403350"/>
                <a:ext cx="12700" cy="46831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579" name="Rectangle 10">
                <a:extLst>
                  <a:ext uri="{FF2B5EF4-FFF2-40B4-BE49-F238E27FC236}">
                    <a16:creationId xmlns:a16="http://schemas.microsoft.com/office/drawing/2014/main" id="{F151886C-8DD0-41EC-BFD7-A3E0F5B0D8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4038" y="1858963"/>
                <a:ext cx="2925762" cy="1270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580" name="Rectangle 11">
                <a:extLst>
                  <a:ext uri="{FF2B5EF4-FFF2-40B4-BE49-F238E27FC236}">
                    <a16:creationId xmlns:a16="http://schemas.microsoft.com/office/drawing/2014/main" id="{98CD4D2F-D24E-4045-8338-0939553AF8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0413" y="1871663"/>
                <a:ext cx="11112" cy="45720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581" name="Rectangle 12">
                <a:extLst>
                  <a:ext uri="{FF2B5EF4-FFF2-40B4-BE49-F238E27FC236}">
                    <a16:creationId xmlns:a16="http://schemas.microsoft.com/office/drawing/2014/main" id="{F26590D8-C6E9-4587-BB65-06D121F1A0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9713" y="1506538"/>
                <a:ext cx="1094852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Next state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582" name="Rectangle 13">
                <a:extLst>
                  <a:ext uri="{FF2B5EF4-FFF2-40B4-BE49-F238E27FC236}">
                    <a16:creationId xmlns:a16="http://schemas.microsoft.com/office/drawing/2014/main" id="{F31BD150-D148-4808-A8BA-D012CF92E9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4038" y="1871663"/>
                <a:ext cx="12700" cy="45720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583" name="Rectangle 14">
                <a:extLst>
                  <a:ext uri="{FF2B5EF4-FFF2-40B4-BE49-F238E27FC236}">
                    <a16:creationId xmlns:a16="http://schemas.microsoft.com/office/drawing/2014/main" id="{F93B8BED-0703-4970-B307-58CD3345A7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8388" y="1973263"/>
                <a:ext cx="527050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state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584" name="Rectangle 15">
                <a:extLst>
                  <a:ext uri="{FF2B5EF4-FFF2-40B4-BE49-F238E27FC236}">
                    <a16:creationId xmlns:a16="http://schemas.microsoft.com/office/drawing/2014/main" id="{323A3E34-F5DD-4820-A61A-1A9147D8EB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660" y="1940137"/>
                <a:ext cx="368691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r</a:t>
                </a:r>
                <a:r>
                  <a:rPr kumimoji="0" lang="en-US" altLang="en-US" sz="2000" b="0" i="1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1</a:t>
                </a:r>
                <a:r>
                  <a:rPr kumimoji="0" lang="en-US" altLang="en-US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r</a:t>
                </a:r>
                <a:r>
                  <a:rPr kumimoji="0" lang="en-US" altLang="en-US" sz="2000" b="0" i="1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2</a:t>
                </a:r>
                <a:endParaRPr kumimoji="0" lang="en-US" altLang="en-US" sz="24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585" name="Rectangle 16">
                <a:extLst>
                  <a:ext uri="{FF2B5EF4-FFF2-40B4-BE49-F238E27FC236}">
                    <a16:creationId xmlns:a16="http://schemas.microsoft.com/office/drawing/2014/main" id="{6CB8C613-346A-4669-B694-F16B8DB5E8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2825" y="1973263"/>
                <a:ext cx="460375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=00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586" name="Rectangle 17">
                <a:extLst>
                  <a:ext uri="{FF2B5EF4-FFF2-40B4-BE49-F238E27FC236}">
                    <a16:creationId xmlns:a16="http://schemas.microsoft.com/office/drawing/2014/main" id="{8AA6DDA9-7FE9-4FE4-9ECE-47BC2DCD51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1813" y="1973263"/>
                <a:ext cx="254000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01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587" name="Rectangle 18">
                <a:extLst>
                  <a:ext uri="{FF2B5EF4-FFF2-40B4-BE49-F238E27FC236}">
                    <a16:creationId xmlns:a16="http://schemas.microsoft.com/office/drawing/2014/main" id="{4674138E-BFEA-490C-8999-6D46676C94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9350" y="1973263"/>
                <a:ext cx="254000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10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588" name="Rectangle 19">
                <a:extLst>
                  <a:ext uri="{FF2B5EF4-FFF2-40B4-BE49-F238E27FC236}">
                    <a16:creationId xmlns:a16="http://schemas.microsoft.com/office/drawing/2014/main" id="{2F2C88FF-65AF-4BF1-B393-82E3654E82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11863" y="1871663"/>
                <a:ext cx="12700" cy="45720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589" name="Rectangle 20">
                <a:extLst>
                  <a:ext uri="{FF2B5EF4-FFF2-40B4-BE49-F238E27FC236}">
                    <a16:creationId xmlns:a16="http://schemas.microsoft.com/office/drawing/2014/main" id="{4FFB6E8C-077F-40B2-BB73-8EDA194039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3713" y="1973263"/>
                <a:ext cx="254000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11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590" name="Rectangle 21">
                <a:extLst>
                  <a:ext uri="{FF2B5EF4-FFF2-40B4-BE49-F238E27FC236}">
                    <a16:creationId xmlns:a16="http://schemas.microsoft.com/office/drawing/2014/main" id="{8818D59B-BC2E-414B-B934-5750D3F357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26275" y="1871663"/>
                <a:ext cx="12700" cy="45720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591" name="Rectangle 22">
                <a:extLst>
                  <a:ext uri="{FF2B5EF4-FFF2-40B4-BE49-F238E27FC236}">
                    <a16:creationId xmlns:a16="http://schemas.microsoft.com/office/drawing/2014/main" id="{EB979648-1B37-495E-9DCE-44EB65EE7A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4038" y="2316163"/>
                <a:ext cx="2925762" cy="1270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592" name="Rectangle 23">
                <a:extLst>
                  <a:ext uri="{FF2B5EF4-FFF2-40B4-BE49-F238E27FC236}">
                    <a16:creationId xmlns:a16="http://schemas.microsoft.com/office/drawing/2014/main" id="{FEE70B9F-EF6D-4BCE-AF7C-065C34558C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0413" y="2328863"/>
                <a:ext cx="11112" cy="45561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593" name="Rectangle 24">
                <a:extLst>
                  <a:ext uri="{FF2B5EF4-FFF2-40B4-BE49-F238E27FC236}">
                    <a16:creationId xmlns:a16="http://schemas.microsoft.com/office/drawing/2014/main" id="{BB1A385A-D819-4D6F-AF5B-CAFE518607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2200" y="1881188"/>
                <a:ext cx="704850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Output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594" name="Rectangle 25">
                <a:extLst>
                  <a:ext uri="{FF2B5EF4-FFF2-40B4-BE49-F238E27FC236}">
                    <a16:creationId xmlns:a16="http://schemas.microsoft.com/office/drawing/2014/main" id="{6E8D8B6B-AFCF-4CC0-9A95-A7A5B6607E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6800" y="2281238"/>
                <a:ext cx="176213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y </a:t>
                </a: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595" name="Rectangle 26">
                <a:extLst>
                  <a:ext uri="{FF2B5EF4-FFF2-40B4-BE49-F238E27FC236}">
                    <a16:creationId xmlns:a16="http://schemas.microsoft.com/office/drawing/2014/main" id="{EC21A354-92BD-4FBB-AC75-7DC42432BA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5458" y="2429997"/>
                <a:ext cx="142875" cy="2286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5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2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596" name="Rectangle 27">
                <a:extLst>
                  <a:ext uri="{FF2B5EF4-FFF2-40B4-BE49-F238E27FC236}">
                    <a16:creationId xmlns:a16="http://schemas.microsoft.com/office/drawing/2014/main" id="{FF5CE205-72B1-4148-9026-C49F3A673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3338" y="2281238"/>
                <a:ext cx="176212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y </a:t>
                </a: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597" name="Rectangle 28">
                <a:extLst>
                  <a:ext uri="{FF2B5EF4-FFF2-40B4-BE49-F238E27FC236}">
                    <a16:creationId xmlns:a16="http://schemas.microsoft.com/office/drawing/2014/main" id="{F3C5682F-838E-4B52-A5D6-C6ECC23A4E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4038" y="2328863"/>
                <a:ext cx="12700" cy="45561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598" name="Rectangle 29">
                <a:extLst>
                  <a:ext uri="{FF2B5EF4-FFF2-40B4-BE49-F238E27FC236}">
                    <a16:creationId xmlns:a16="http://schemas.microsoft.com/office/drawing/2014/main" id="{33288737-A510-4FC3-8C33-B1B6423AFC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3583" y="2438386"/>
                <a:ext cx="142875" cy="2286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5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1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599" name="Rectangle 30">
                <a:extLst>
                  <a:ext uri="{FF2B5EF4-FFF2-40B4-BE49-F238E27FC236}">
                    <a16:creationId xmlns:a16="http://schemas.microsoft.com/office/drawing/2014/main" id="{B8A7FA8B-0CDE-4C6B-B05F-C39B69011C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7363" y="2427288"/>
                <a:ext cx="204787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Y </a:t>
                </a: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00" name="Rectangle 31">
                <a:extLst>
                  <a:ext uri="{FF2B5EF4-FFF2-40B4-BE49-F238E27FC236}">
                    <a16:creationId xmlns:a16="http://schemas.microsoft.com/office/drawing/2014/main" id="{D2DF2512-A127-4784-A6E5-AAD92B52F7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3413" y="2524125"/>
                <a:ext cx="142875" cy="2286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5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2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01" name="Rectangle 32">
                <a:extLst>
                  <a:ext uri="{FF2B5EF4-FFF2-40B4-BE49-F238E27FC236}">
                    <a16:creationId xmlns:a16="http://schemas.microsoft.com/office/drawing/2014/main" id="{51340166-DA0A-4EED-B1A8-CCB96C63BC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7713" y="2427288"/>
                <a:ext cx="204787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Y </a:t>
                </a: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02" name="Rectangle 33">
                <a:extLst>
                  <a:ext uri="{FF2B5EF4-FFF2-40B4-BE49-F238E27FC236}">
                    <a16:creationId xmlns:a16="http://schemas.microsoft.com/office/drawing/2014/main" id="{0BE2E113-6A10-42DC-912E-8E6999DE96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11863" y="2328863"/>
                <a:ext cx="12700" cy="45561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03" name="Rectangle 34">
                <a:extLst>
                  <a:ext uri="{FF2B5EF4-FFF2-40B4-BE49-F238E27FC236}">
                    <a16:creationId xmlns:a16="http://schemas.microsoft.com/office/drawing/2014/main" id="{E3183C0A-67B2-4AF0-96DE-E52B9D3251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3763" y="2524125"/>
                <a:ext cx="142875" cy="2286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5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1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04" name="Rectangle 35">
                <a:extLst>
                  <a:ext uri="{FF2B5EF4-FFF2-40B4-BE49-F238E27FC236}">
                    <a16:creationId xmlns:a16="http://schemas.microsoft.com/office/drawing/2014/main" id="{AC19A68A-40D5-427F-A57C-AB2E003315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26275" y="2328863"/>
                <a:ext cx="12700" cy="45561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05" name="Rectangle 36">
                <a:extLst>
                  <a:ext uri="{FF2B5EF4-FFF2-40B4-BE49-F238E27FC236}">
                    <a16:creationId xmlns:a16="http://schemas.microsoft.com/office/drawing/2014/main" id="{9FFCB5C3-32D4-416D-B851-38D8013610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5813" y="2771775"/>
                <a:ext cx="4979987" cy="1270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06" name="Rectangle 37">
                <a:extLst>
                  <a:ext uri="{FF2B5EF4-FFF2-40B4-BE49-F238E27FC236}">
                    <a16:creationId xmlns:a16="http://schemas.microsoft.com/office/drawing/2014/main" id="{CDA95C28-1A12-47A6-AB96-A3A4A8EC80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0413" y="2787650"/>
                <a:ext cx="11112" cy="401638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07" name="Rectangle 38">
                <a:extLst>
                  <a:ext uri="{FF2B5EF4-FFF2-40B4-BE49-F238E27FC236}">
                    <a16:creationId xmlns:a16="http://schemas.microsoft.com/office/drawing/2014/main" id="{10A89AF2-DF3E-4CB4-A042-07AFC7BADC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0494" y="2281238"/>
                <a:ext cx="49051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g</a:t>
                </a:r>
                <a:r>
                  <a:rPr kumimoji="0" lang="en-US" altLang="en-US" sz="2000" b="0" i="1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1</a:t>
                </a:r>
                <a:r>
                  <a:rPr kumimoji="0" lang="en-US" altLang="en-US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g</a:t>
                </a:r>
                <a:r>
                  <a:rPr kumimoji="0" lang="en-US" altLang="en-US" sz="2000" b="0" i="1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2</a:t>
                </a:r>
                <a:r>
                  <a:rPr kumimoji="0" lang="en-US" altLang="en-US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08" name="Rectangle 39">
                <a:extLst>
                  <a:ext uri="{FF2B5EF4-FFF2-40B4-BE49-F238E27FC236}">
                    <a16:creationId xmlns:a16="http://schemas.microsoft.com/office/drawing/2014/main" id="{5CB3843C-D5C3-4D98-B6E6-9165D65D2E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4038" y="2787650"/>
                <a:ext cx="12700" cy="401638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09" name="Rectangle 40">
                <a:extLst>
                  <a:ext uri="{FF2B5EF4-FFF2-40B4-BE49-F238E27FC236}">
                    <a16:creationId xmlns:a16="http://schemas.microsoft.com/office/drawing/2014/main" id="{84632CC8-EC62-434B-86A6-456B69AB74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4588" y="2887663"/>
                <a:ext cx="28212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0</a:t>
                </a:r>
                <a:r>
                  <a:rPr kumimoji="0" lang="en-US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0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10" name="Rectangle 41">
                <a:extLst>
                  <a:ext uri="{FF2B5EF4-FFF2-40B4-BE49-F238E27FC236}">
                    <a16:creationId xmlns:a16="http://schemas.microsoft.com/office/drawing/2014/main" id="{65C85385-457A-43A2-AA28-AF9A6E0858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0938" y="2887663"/>
                <a:ext cx="190500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0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11" name="Rectangle 42">
                <a:extLst>
                  <a:ext uri="{FF2B5EF4-FFF2-40B4-BE49-F238E27FC236}">
                    <a16:creationId xmlns:a16="http://schemas.microsoft.com/office/drawing/2014/main" id="{6D8D47C0-8508-4282-9155-0114041C16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1438" y="2887663"/>
                <a:ext cx="190500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0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12" name="Rectangle 43">
                <a:extLst>
                  <a:ext uri="{FF2B5EF4-FFF2-40B4-BE49-F238E27FC236}">
                    <a16:creationId xmlns:a16="http://schemas.microsoft.com/office/drawing/2014/main" id="{ED19BD1E-137B-449C-BCDE-11AFC4D77B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8475" y="2887663"/>
                <a:ext cx="28212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1</a:t>
                </a:r>
                <a:r>
                  <a:rPr kumimoji="0" lang="en-US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0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13" name="Rectangle 44">
                <a:extLst>
                  <a:ext uri="{FF2B5EF4-FFF2-40B4-BE49-F238E27FC236}">
                    <a16:creationId xmlns:a16="http://schemas.microsoft.com/office/drawing/2014/main" id="{EEED979B-5857-4942-8237-066DF9F4B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2838" y="2887663"/>
                <a:ext cx="190500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0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14" name="Rectangle 45">
                <a:extLst>
                  <a:ext uri="{FF2B5EF4-FFF2-40B4-BE49-F238E27FC236}">
                    <a16:creationId xmlns:a16="http://schemas.microsoft.com/office/drawing/2014/main" id="{B1EA2A85-4C68-48B1-AAAC-8B005783B0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3338" y="2887663"/>
                <a:ext cx="190500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1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15" name="Rectangle 46">
                <a:extLst>
                  <a:ext uri="{FF2B5EF4-FFF2-40B4-BE49-F238E27FC236}">
                    <a16:creationId xmlns:a16="http://schemas.microsoft.com/office/drawing/2014/main" id="{ED722E6D-6A77-4A79-B324-5C4F1FDB7D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11863" y="2787650"/>
                <a:ext cx="12700" cy="401638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16" name="Rectangle 47">
                <a:extLst>
                  <a:ext uri="{FF2B5EF4-FFF2-40B4-BE49-F238E27FC236}">
                    <a16:creationId xmlns:a16="http://schemas.microsoft.com/office/drawing/2014/main" id="{F9E74AD6-D29F-48F4-8533-698F844696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41963" y="2887663"/>
                <a:ext cx="28212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0</a:t>
                </a:r>
                <a:r>
                  <a:rPr kumimoji="0" lang="en-US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1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17" name="Rectangle 48">
                <a:extLst>
                  <a:ext uri="{FF2B5EF4-FFF2-40B4-BE49-F238E27FC236}">
                    <a16:creationId xmlns:a16="http://schemas.microsoft.com/office/drawing/2014/main" id="{E6F20DC8-2FC6-4E91-B8B9-8FA3A63661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26275" y="2787650"/>
                <a:ext cx="12700" cy="401638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18" name="Rectangle 49">
                <a:extLst>
                  <a:ext uri="{FF2B5EF4-FFF2-40B4-BE49-F238E27FC236}">
                    <a16:creationId xmlns:a16="http://schemas.microsoft.com/office/drawing/2014/main" id="{D43728A9-2D1A-4D16-BFED-532C59AC7E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0413" y="3189288"/>
                <a:ext cx="11112" cy="30480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19" name="Rectangle 50">
                <a:extLst>
                  <a:ext uri="{FF2B5EF4-FFF2-40B4-BE49-F238E27FC236}">
                    <a16:creationId xmlns:a16="http://schemas.microsoft.com/office/drawing/2014/main" id="{F36610E1-3C7B-4269-B965-D646BA276D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45250" y="2887663"/>
                <a:ext cx="34624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0</a:t>
                </a:r>
                <a:r>
                  <a:rPr kumimoji="0" lang="en-US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0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20" name="Rectangle 51">
                <a:extLst>
                  <a:ext uri="{FF2B5EF4-FFF2-40B4-BE49-F238E27FC236}">
                    <a16:creationId xmlns:a16="http://schemas.microsoft.com/office/drawing/2014/main" id="{5C5F7B71-3A9E-4D9A-9408-559774BC4C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4038" y="3189288"/>
                <a:ext cx="12700" cy="30480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21" name="Rectangle 52">
                <a:extLst>
                  <a:ext uri="{FF2B5EF4-FFF2-40B4-BE49-F238E27FC236}">
                    <a16:creationId xmlns:a16="http://schemas.microsoft.com/office/drawing/2014/main" id="{213C62F5-AB45-4180-88D7-E663E64271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4588" y="3189288"/>
                <a:ext cx="28212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0</a:t>
                </a:r>
                <a:r>
                  <a:rPr kumimoji="0" lang="en-US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1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22" name="Rectangle 53">
                <a:extLst>
                  <a:ext uri="{FF2B5EF4-FFF2-40B4-BE49-F238E27FC236}">
                    <a16:creationId xmlns:a16="http://schemas.microsoft.com/office/drawing/2014/main" id="{765D42C0-671F-4921-8A48-F6C4A113D4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0938" y="3189288"/>
                <a:ext cx="190500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0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23" name="Rectangle 54">
                <a:extLst>
                  <a:ext uri="{FF2B5EF4-FFF2-40B4-BE49-F238E27FC236}">
                    <a16:creationId xmlns:a16="http://schemas.microsoft.com/office/drawing/2014/main" id="{EFFD4A29-F4BA-4EE6-985E-8069F41A51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1438" y="3189288"/>
                <a:ext cx="190500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0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24" name="Rectangle 55">
                <a:extLst>
                  <a:ext uri="{FF2B5EF4-FFF2-40B4-BE49-F238E27FC236}">
                    <a16:creationId xmlns:a16="http://schemas.microsoft.com/office/drawing/2014/main" id="{33881E27-4EFD-4A79-B541-C27CD69B06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8475" y="3189288"/>
                <a:ext cx="28212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0</a:t>
                </a:r>
                <a:r>
                  <a:rPr kumimoji="0" lang="en-US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0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25" name="Rectangle 56">
                <a:extLst>
                  <a:ext uri="{FF2B5EF4-FFF2-40B4-BE49-F238E27FC236}">
                    <a16:creationId xmlns:a16="http://schemas.microsoft.com/office/drawing/2014/main" id="{1411F786-A802-4B52-A2EF-C40C7120A5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2838" y="3189288"/>
                <a:ext cx="190500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0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26" name="Rectangle 57">
                <a:extLst>
                  <a:ext uri="{FF2B5EF4-FFF2-40B4-BE49-F238E27FC236}">
                    <a16:creationId xmlns:a16="http://schemas.microsoft.com/office/drawing/2014/main" id="{04DC43D6-181D-453D-8303-60933F933F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3338" y="3189288"/>
                <a:ext cx="190500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1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27" name="Rectangle 58">
                <a:extLst>
                  <a:ext uri="{FF2B5EF4-FFF2-40B4-BE49-F238E27FC236}">
                    <a16:creationId xmlns:a16="http://schemas.microsoft.com/office/drawing/2014/main" id="{1F00838B-8E03-4F67-9634-60598680C5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11863" y="3189288"/>
                <a:ext cx="12700" cy="30480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28" name="Rectangle 59">
                <a:extLst>
                  <a:ext uri="{FF2B5EF4-FFF2-40B4-BE49-F238E27FC236}">
                    <a16:creationId xmlns:a16="http://schemas.microsoft.com/office/drawing/2014/main" id="{F726362B-03F1-44F1-83E9-D4BFF0534E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41963" y="3189288"/>
                <a:ext cx="28212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0</a:t>
                </a:r>
                <a:r>
                  <a:rPr kumimoji="0" lang="en-US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1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29" name="Rectangle 60">
                <a:extLst>
                  <a:ext uri="{FF2B5EF4-FFF2-40B4-BE49-F238E27FC236}">
                    <a16:creationId xmlns:a16="http://schemas.microsoft.com/office/drawing/2014/main" id="{1A5FDE72-84F4-4DBD-BD55-F73B4DE840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26275" y="3189288"/>
                <a:ext cx="12700" cy="30480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30" name="Rectangle 61">
                <a:extLst>
                  <a:ext uri="{FF2B5EF4-FFF2-40B4-BE49-F238E27FC236}">
                    <a16:creationId xmlns:a16="http://schemas.microsoft.com/office/drawing/2014/main" id="{E97E47B6-A04A-44E6-BF36-0DE7DEBC73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0413" y="3494088"/>
                <a:ext cx="11112" cy="30480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31" name="Rectangle 62">
                <a:extLst>
                  <a:ext uri="{FF2B5EF4-FFF2-40B4-BE49-F238E27FC236}">
                    <a16:creationId xmlns:a16="http://schemas.microsoft.com/office/drawing/2014/main" id="{0271D45B-97E5-4018-944E-553C81A3E1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45250" y="3189288"/>
                <a:ext cx="34624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1</a:t>
                </a:r>
                <a:r>
                  <a:rPr kumimoji="0" lang="en-US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0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32" name="Rectangle 63">
                <a:extLst>
                  <a:ext uri="{FF2B5EF4-FFF2-40B4-BE49-F238E27FC236}">
                    <a16:creationId xmlns:a16="http://schemas.microsoft.com/office/drawing/2014/main" id="{295FD631-AF6D-417C-8B0B-225C509A0E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4038" y="3494088"/>
                <a:ext cx="12700" cy="30480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33" name="Rectangle 64">
                <a:extLst>
                  <a:ext uri="{FF2B5EF4-FFF2-40B4-BE49-F238E27FC236}">
                    <a16:creationId xmlns:a16="http://schemas.microsoft.com/office/drawing/2014/main" id="{723C3643-EFB3-4413-BBDE-3220F3DA25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4588" y="3492500"/>
                <a:ext cx="28212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1</a:t>
                </a:r>
                <a:r>
                  <a:rPr kumimoji="0" lang="en-US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0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34" name="Rectangle 65">
                <a:extLst>
                  <a:ext uri="{FF2B5EF4-FFF2-40B4-BE49-F238E27FC236}">
                    <a16:creationId xmlns:a16="http://schemas.microsoft.com/office/drawing/2014/main" id="{BB62CE8A-6D4D-43A8-B2CE-6B96396C5D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0938" y="3492500"/>
                <a:ext cx="190500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0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35" name="Rectangle 66">
                <a:extLst>
                  <a:ext uri="{FF2B5EF4-FFF2-40B4-BE49-F238E27FC236}">
                    <a16:creationId xmlns:a16="http://schemas.microsoft.com/office/drawing/2014/main" id="{4FA4E173-AA44-48D0-A5A9-405F73EF22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1438" y="3492500"/>
                <a:ext cx="1923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0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36" name="Rectangle 67">
                <a:extLst>
                  <a:ext uri="{FF2B5EF4-FFF2-40B4-BE49-F238E27FC236}">
                    <a16:creationId xmlns:a16="http://schemas.microsoft.com/office/drawing/2014/main" id="{AEBDE20B-01A2-4736-B6EE-BEE12A9D31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8475" y="3492500"/>
                <a:ext cx="28212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1</a:t>
                </a:r>
                <a:r>
                  <a:rPr kumimoji="0" lang="en-US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0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37" name="Rectangle 68">
                <a:extLst>
                  <a:ext uri="{FF2B5EF4-FFF2-40B4-BE49-F238E27FC236}">
                    <a16:creationId xmlns:a16="http://schemas.microsoft.com/office/drawing/2014/main" id="{4AC3143B-1EFB-4F4D-90AF-6D079E761F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2838" y="3492500"/>
                <a:ext cx="1923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0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38" name="Rectangle 69">
                <a:extLst>
                  <a:ext uri="{FF2B5EF4-FFF2-40B4-BE49-F238E27FC236}">
                    <a16:creationId xmlns:a16="http://schemas.microsoft.com/office/drawing/2014/main" id="{54D7D401-B118-461B-A36E-1FB4E3EDEF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3338" y="3492500"/>
                <a:ext cx="190500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0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39" name="Rectangle 70">
                <a:extLst>
                  <a:ext uri="{FF2B5EF4-FFF2-40B4-BE49-F238E27FC236}">
                    <a16:creationId xmlns:a16="http://schemas.microsoft.com/office/drawing/2014/main" id="{FFA878FE-EF15-446C-AEBF-3FC720B702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11863" y="3494088"/>
                <a:ext cx="12700" cy="30480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40" name="Rectangle 71">
                <a:extLst>
                  <a:ext uri="{FF2B5EF4-FFF2-40B4-BE49-F238E27FC236}">
                    <a16:creationId xmlns:a16="http://schemas.microsoft.com/office/drawing/2014/main" id="{27DB7B13-0CA8-43D4-BB21-5F80470D76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41963" y="3492500"/>
                <a:ext cx="28212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1</a:t>
                </a:r>
                <a:r>
                  <a:rPr kumimoji="0" lang="en-US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0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41" name="Rectangle 72">
                <a:extLst>
                  <a:ext uri="{FF2B5EF4-FFF2-40B4-BE49-F238E27FC236}">
                    <a16:creationId xmlns:a16="http://schemas.microsoft.com/office/drawing/2014/main" id="{F9C719B9-5038-428D-8FAB-E65BDDB57D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26275" y="3494088"/>
                <a:ext cx="12700" cy="30480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42" name="Rectangle 73">
                <a:extLst>
                  <a:ext uri="{FF2B5EF4-FFF2-40B4-BE49-F238E27FC236}">
                    <a16:creationId xmlns:a16="http://schemas.microsoft.com/office/drawing/2014/main" id="{CE453CE2-478E-468A-85A3-76E745AFF4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0413" y="3803650"/>
                <a:ext cx="11112" cy="34925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43" name="Rectangle 74">
                <a:extLst>
                  <a:ext uri="{FF2B5EF4-FFF2-40B4-BE49-F238E27FC236}">
                    <a16:creationId xmlns:a16="http://schemas.microsoft.com/office/drawing/2014/main" id="{E641EDC2-D059-409A-9522-BA65EBCC29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45250" y="3492500"/>
                <a:ext cx="34624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0</a:t>
                </a:r>
                <a:r>
                  <a:rPr kumimoji="0" lang="en-US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1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44" name="Rectangle 75">
                <a:extLst>
                  <a:ext uri="{FF2B5EF4-FFF2-40B4-BE49-F238E27FC236}">
                    <a16:creationId xmlns:a16="http://schemas.microsoft.com/office/drawing/2014/main" id="{DA62BA7C-9FAD-407E-BB79-31D401748A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4038" y="3803650"/>
                <a:ext cx="12700" cy="34925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45" name="Rectangle 76">
                <a:extLst>
                  <a:ext uri="{FF2B5EF4-FFF2-40B4-BE49-F238E27FC236}">
                    <a16:creationId xmlns:a16="http://schemas.microsoft.com/office/drawing/2014/main" id="{FD86E65A-BB00-4F7B-BA64-CC551DD6E0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4588" y="3797300"/>
                <a:ext cx="28212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1</a:t>
                </a:r>
                <a:r>
                  <a:rPr kumimoji="0" lang="en-US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1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46" name="Rectangle 77">
                <a:extLst>
                  <a:ext uri="{FF2B5EF4-FFF2-40B4-BE49-F238E27FC236}">
                    <a16:creationId xmlns:a16="http://schemas.microsoft.com/office/drawing/2014/main" id="{DCE0BED2-774F-40F5-B13F-1B04FBD1BC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0938" y="3797300"/>
                <a:ext cx="1923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d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47" name="Rectangle 78">
                <a:extLst>
                  <a:ext uri="{FF2B5EF4-FFF2-40B4-BE49-F238E27FC236}">
                    <a16:creationId xmlns:a16="http://schemas.microsoft.com/office/drawing/2014/main" id="{CF893E0C-EFBF-432B-A4A2-1336AE3131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1438" y="3797300"/>
                <a:ext cx="1923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d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48" name="Rectangle 79">
                <a:extLst>
                  <a:ext uri="{FF2B5EF4-FFF2-40B4-BE49-F238E27FC236}">
                    <a16:creationId xmlns:a16="http://schemas.microsoft.com/office/drawing/2014/main" id="{151DD67B-58C4-4DDE-BC0C-300F3F32CA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8475" y="3797300"/>
                <a:ext cx="28212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d</a:t>
                </a:r>
                <a:r>
                  <a:rPr kumimoji="0" lang="en-US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d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49" name="Rectangle 80">
                <a:extLst>
                  <a:ext uri="{FF2B5EF4-FFF2-40B4-BE49-F238E27FC236}">
                    <a16:creationId xmlns:a16="http://schemas.microsoft.com/office/drawing/2014/main" id="{FF6BEDF3-A679-4AC4-AEA7-9601FE66B5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2838" y="3797300"/>
                <a:ext cx="1923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d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50" name="Rectangle 81">
                <a:extLst>
                  <a:ext uri="{FF2B5EF4-FFF2-40B4-BE49-F238E27FC236}">
                    <a16:creationId xmlns:a16="http://schemas.microsoft.com/office/drawing/2014/main" id="{2D06E55E-98F2-49C8-934D-8D67F8E46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3338" y="3797300"/>
                <a:ext cx="1923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d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51" name="Rectangle 82">
                <a:extLst>
                  <a:ext uri="{FF2B5EF4-FFF2-40B4-BE49-F238E27FC236}">
                    <a16:creationId xmlns:a16="http://schemas.microsoft.com/office/drawing/2014/main" id="{008B3D8C-49F9-408F-90F9-F900A8361A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11863" y="3803650"/>
                <a:ext cx="12700" cy="34925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52" name="Rectangle 83">
                <a:extLst>
                  <a:ext uri="{FF2B5EF4-FFF2-40B4-BE49-F238E27FC236}">
                    <a16:creationId xmlns:a16="http://schemas.microsoft.com/office/drawing/2014/main" id="{8C32909F-9A53-4A54-8288-2B82E1BEEA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41963" y="3797300"/>
                <a:ext cx="28212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d</a:t>
                </a:r>
                <a:r>
                  <a:rPr kumimoji="0" lang="en-US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d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53" name="Rectangle 84">
                <a:extLst>
                  <a:ext uri="{FF2B5EF4-FFF2-40B4-BE49-F238E27FC236}">
                    <a16:creationId xmlns:a16="http://schemas.microsoft.com/office/drawing/2014/main" id="{16D75DBC-ADB5-4C9E-9F9A-ADC7E6F957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26275" y="3803650"/>
                <a:ext cx="12700" cy="34925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54" name="Rectangle 85">
                <a:extLst>
                  <a:ext uri="{FF2B5EF4-FFF2-40B4-BE49-F238E27FC236}">
                    <a16:creationId xmlns:a16="http://schemas.microsoft.com/office/drawing/2014/main" id="{EE327C9C-6695-481B-B95A-D407504D01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5813" y="4140200"/>
                <a:ext cx="4979987" cy="1270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55" name="Rectangle 86">
                <a:extLst>
                  <a:ext uri="{FF2B5EF4-FFF2-40B4-BE49-F238E27FC236}">
                    <a16:creationId xmlns:a16="http://schemas.microsoft.com/office/drawing/2014/main" id="{9E047131-B2F1-4DDB-96C8-96ECC20115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45250" y="3797300"/>
                <a:ext cx="34624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d</a:t>
                </a:r>
                <a:r>
                  <a:rPr kumimoji="0" lang="en-US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d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09572" name="TextBox 87">
              <a:extLst>
                <a:ext uri="{FF2B5EF4-FFF2-40B4-BE49-F238E27FC236}">
                  <a16:creationId xmlns:a16="http://schemas.microsoft.com/office/drawing/2014/main" id="{D33801A4-D923-40D0-B6B8-3C56417873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73087" y="3495988"/>
              <a:ext cx="370614" cy="1015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A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B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C</a:t>
              </a: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pic>
        <p:nvPicPr>
          <p:cNvPr id="89" name="Picture 3" descr="Screen shot 2014-04-25 at 12.57.10 PM.png">
            <a:extLst>
              <a:ext uri="{FF2B5EF4-FFF2-40B4-BE49-F238E27FC236}">
                <a16:creationId xmlns:a16="http://schemas.microsoft.com/office/drawing/2014/main" id="{69AFB579-3351-43EA-A319-2EF64DA0592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16306" y="1272645"/>
            <a:ext cx="2905115" cy="23939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9D7CE129-A423-42A7-B5FD-22C9552B7EE7}"/>
                  </a:ext>
                </a:extLst>
              </p14:cNvPr>
              <p14:cNvContentPartPr/>
              <p14:nvPr/>
            </p14:nvContentPartPr>
            <p14:xfrm>
              <a:off x="2930760" y="3858480"/>
              <a:ext cx="3619080" cy="20692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9D7CE129-A423-42A7-B5FD-22C9552B7EE7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2921400" y="3849120"/>
                <a:ext cx="3637800" cy="208800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7" name="Rectangle 2">
            <a:extLst>
              <a:ext uri="{FF2B5EF4-FFF2-40B4-BE49-F238E27FC236}">
                <a16:creationId xmlns:a16="http://schemas.microsoft.com/office/drawing/2014/main" id="{9F423C9A-9809-43DB-A94E-D5EAFCBC4B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Next State Expressions</a:t>
            </a:r>
          </a:p>
        </p:txBody>
      </p:sp>
      <p:sp>
        <p:nvSpPr>
          <p:cNvPr id="111618" name="Rectangle 4">
            <a:extLst>
              <a:ext uri="{FF2B5EF4-FFF2-40B4-BE49-F238E27FC236}">
                <a16:creationId xmlns:a16="http://schemas.microsoft.com/office/drawing/2014/main" id="{067E4BA9-2410-46AF-B41C-AEBC4760DB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9863" y="1463675"/>
            <a:ext cx="1077912" cy="81597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pic>
        <p:nvPicPr>
          <p:cNvPr id="111619" name="Picture 1" descr="Screen shot 2014-04-25 at 12.57.42 PM.png">
            <a:extLst>
              <a:ext uri="{FF2B5EF4-FFF2-40B4-BE49-F238E27FC236}">
                <a16:creationId xmlns:a16="http://schemas.microsoft.com/office/drawing/2014/main" id="{1C54AC36-8900-4389-9D76-85564C6FEF4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1100138"/>
            <a:ext cx="9144000" cy="505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1" name="Rectangle 2">
            <a:extLst>
              <a:ext uri="{FF2B5EF4-FFF2-40B4-BE49-F238E27FC236}">
                <a16:creationId xmlns:a16="http://schemas.microsoft.com/office/drawing/2014/main" id="{FA04484C-1916-4EE9-A229-308F3F32C0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Circuit Diagram</a:t>
            </a:r>
          </a:p>
        </p:txBody>
      </p:sp>
      <p:sp>
        <p:nvSpPr>
          <p:cNvPr id="112642" name="Rectangle 4">
            <a:extLst>
              <a:ext uri="{FF2B5EF4-FFF2-40B4-BE49-F238E27FC236}">
                <a16:creationId xmlns:a16="http://schemas.microsoft.com/office/drawing/2014/main" id="{4D75A3B6-4022-444C-92BB-1660098C7C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9863" y="1463675"/>
            <a:ext cx="1077912" cy="81597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pic>
        <p:nvPicPr>
          <p:cNvPr id="112643" name="Picture 3" descr="Screen shot 2014-04-25 at 12.58.00 PM.png">
            <a:extLst>
              <a:ext uri="{FF2B5EF4-FFF2-40B4-BE49-F238E27FC236}">
                <a16:creationId xmlns:a16="http://schemas.microsoft.com/office/drawing/2014/main" id="{BC71185E-8867-4C44-9B9E-157FE571B6F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47800" y="697662"/>
            <a:ext cx="6097588" cy="586030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A6A6597-0E44-4F9E-9167-9A8E3C2141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8600" y="228600"/>
            <a:ext cx="8686800" cy="609600"/>
          </a:xfrm>
        </p:spPr>
        <p:txBody>
          <a:bodyPr/>
          <a:lstStyle/>
          <a:p>
            <a:r>
              <a:rPr lang="en-US" sz="4800" dirty="0"/>
              <a:t>END Slide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890BAC1C-2592-44F2-852C-C27A9C18F2E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97966BF-D65F-4E28-A407-653B2DF03F01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95</a:t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pic>
        <p:nvPicPr>
          <p:cNvPr id="5" name="Picture 2" descr="Q &amp; A – Mechatronics World">
            <a:extLst>
              <a:ext uri="{FF2B5EF4-FFF2-40B4-BE49-F238E27FC236}">
                <a16:creationId xmlns:a16="http://schemas.microsoft.com/office/drawing/2014/main" id="{B84F8481-55AC-4F48-B0CC-DA3B1C727772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8934" y="1295400"/>
            <a:ext cx="7971420" cy="478285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773982849"/>
      </p:ext>
    </p:extLst>
  </p:cSld>
  <p:clrMapOvr>
    <a:masterClrMapping/>
  </p:clrMapOvr>
</p:sld>
</file>

<file path=ppt/theme/theme1.xml><?xml version="1.0" encoding="utf-8"?>
<a:theme xmlns:a="http://schemas.openxmlformats.org/drawingml/2006/main" name="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3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D927F5C48263E44CA0E4BF48DA5842DF" ma:contentTypeVersion="10" ma:contentTypeDescription="Create a new document." ma:contentTypeScope="" ma:versionID="cc6a9fdc59c3920af0e32ab9cc6bc759">
  <xsd:schema xmlns:xsd="http://www.w3.org/2001/XMLSchema" xmlns:xs="http://www.w3.org/2001/XMLSchema" xmlns:p="http://schemas.microsoft.com/office/2006/metadata/properties" xmlns:ns3="2545ccdc-34fc-4cec-a48d-ba29d7877a97" targetNamespace="http://schemas.microsoft.com/office/2006/metadata/properties" ma:root="true" ma:fieldsID="7474bca7c2d6847eb37e3847f5421f7f" ns3:_="">
    <xsd:import namespace="2545ccdc-34fc-4cec-a48d-ba29d7877a97"/>
    <xsd:element name="properties">
      <xsd:complexType>
        <xsd:sequence>
          <xsd:element name="documentManagement">
            <xsd:complexType>
              <xsd:all>
                <xsd:element ref="ns3:MediaServiceMetadata" minOccurs="0"/>
                <xsd:element ref="ns3:MediaServiceFastMetadata" minOccurs="0"/>
                <xsd:element ref="ns3:MediaServiceDateTaken" minOccurs="0"/>
                <xsd:element ref="ns3:MediaServiceAutoTags" minOccurs="0"/>
                <xsd:element ref="ns3:MediaServiceGenerationTime" minOccurs="0"/>
                <xsd:element ref="ns3:MediaServiceEventHashCode" minOccurs="0"/>
                <xsd:element ref="ns3:MediaServiceOCR" minOccurs="0"/>
                <xsd:element ref="ns3:MediaServiceAutoKeyPoints" minOccurs="0"/>
                <xsd:element ref="ns3:MediaServiceKeyPoints" minOccurs="0"/>
                <xsd:element ref="ns3:MediaServiceLocation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2545ccdc-34fc-4cec-a48d-ba29d7877a97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DateTaken" ma:index="10" nillable="true" ma:displayName="MediaServiceDateTaken" ma:hidden="true" ma:internalName="MediaServiceDateTaken" ma:readOnly="true">
      <xsd:simpleType>
        <xsd:restriction base="dms:Text"/>
      </xsd:simpleType>
    </xsd:element>
    <xsd:element name="MediaServiceAutoTags" ma:index="11" nillable="true" ma:displayName="Tags" ma:internalName="MediaServiceAutoTags" ma:readOnly="true">
      <xsd:simpleType>
        <xsd:restriction base="dms:Text"/>
      </xsd:simpleType>
    </xsd:element>
    <xsd:element name="MediaServiceGenerationTime" ma:index="12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3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89D90360-3B21-4048-9E84-CD66033C6025}">
  <ds:schemaRefs>
    <ds:schemaRef ds:uri="http://schemas.microsoft.com/office/2006/documentManagement/types"/>
    <ds:schemaRef ds:uri="http://purl.org/dc/elements/1.1/"/>
    <ds:schemaRef ds:uri="http://purl.org/dc/terms/"/>
    <ds:schemaRef ds:uri="http://schemas.microsoft.com/office/2006/metadata/properties"/>
    <ds:schemaRef ds:uri="http://purl.org/dc/dcmitype/"/>
    <ds:schemaRef ds:uri="http://schemas.microsoft.com/office/infopath/2007/PartnerControls"/>
    <ds:schemaRef ds:uri="http://schemas.openxmlformats.org/package/2006/metadata/core-properties"/>
    <ds:schemaRef ds:uri="2545ccdc-34fc-4cec-a48d-ba29d7877a97"/>
    <ds:schemaRef ds:uri="http://www.w3.org/XML/1998/namespace"/>
  </ds:schemaRefs>
</ds:datastoreItem>
</file>

<file path=customXml/itemProps2.xml><?xml version="1.0" encoding="utf-8"?>
<ds:datastoreItem xmlns:ds="http://schemas.openxmlformats.org/officeDocument/2006/customXml" ds:itemID="{E956FE2E-B4F1-4025-B184-05238CA68BDC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2545ccdc-34fc-4cec-a48d-ba29d7877a97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3.xml><?xml version="1.0" encoding="utf-8"?>
<ds:datastoreItem xmlns:ds="http://schemas.openxmlformats.org/officeDocument/2006/customXml" ds:itemID="{2C638D98-A44F-4A29-B2B9-D9FD8ACC44EE}">
  <ds:schemaRefs>
    <ds:schemaRef ds:uri="http://schemas.microsoft.com/sharepoint/v3/contenttype/forms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otalTime>11890</TotalTime>
  <Words>5995</Words>
  <Application>Microsoft Office PowerPoint</Application>
  <PresentationFormat>On-screen Show (4:3)</PresentationFormat>
  <Paragraphs>4536</Paragraphs>
  <Slides>95</Slides>
  <Notes>2</Notes>
  <HiddenSlides>0</HiddenSlides>
  <MMClips>0</MMClips>
  <ScaleCrop>false</ScaleCrop>
  <HeadingPairs>
    <vt:vector size="6" baseType="variant">
      <vt:variant>
        <vt:lpstr>Fonts Used</vt:lpstr>
      </vt:variant>
      <vt:variant>
        <vt:i4>8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95</vt:i4>
      </vt:variant>
    </vt:vector>
  </HeadingPairs>
  <TitlesOfParts>
    <vt:vector size="104" baseType="lpstr">
      <vt:lpstr>MS PGothic</vt:lpstr>
      <vt:lpstr>MS PGothic</vt:lpstr>
      <vt:lpstr>Arial</vt:lpstr>
      <vt:lpstr>Calibri</vt:lpstr>
      <vt:lpstr>Symbol</vt:lpstr>
      <vt:lpstr>Times</vt:lpstr>
      <vt:lpstr>Times New Roman</vt:lpstr>
      <vt:lpstr>Times-Roman</vt:lpstr>
      <vt:lpstr>Default Design</vt:lpstr>
      <vt:lpstr>PowerPoint Presentation</vt:lpstr>
      <vt:lpstr>30-Serial Adder and Arbiter Circuit </vt:lpstr>
      <vt:lpstr>Administrative Stuff</vt:lpstr>
      <vt:lpstr>PowerPoint Presentation</vt:lpstr>
      <vt:lpstr>Quick Review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Serial Adder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Goal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END Slide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Copyright 2004 Pearson Addison-Wesley</dc:creator>
  <cp:lastModifiedBy>Ahamed, Md Maruf [E CPE]</cp:lastModifiedBy>
  <cp:revision>242</cp:revision>
  <dcterms:created xsi:type="dcterms:W3CDTF">2003-05-23T15:49:24Z</dcterms:created>
  <dcterms:modified xsi:type="dcterms:W3CDTF">2022-04-12T21:52:40Z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0x010100D927F5C48263E44CA0E4BF48DA5842DF</vt:lpwstr>
  </property>
</Properties>
</file>