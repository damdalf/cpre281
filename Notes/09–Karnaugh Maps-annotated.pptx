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emf" ContentType="image/x-emf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gif" ContentType="image/gif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60" r:id="rId4"/>
  </p:sldMasterIdLst>
  <p:notesMasterIdLst>
    <p:notesMasterId r:id="rId107"/>
  </p:notesMasterIdLst>
  <p:handoutMasterIdLst>
    <p:handoutMasterId r:id="rId108"/>
  </p:handoutMasterIdLst>
  <p:sldIdLst>
    <p:sldId id="788" r:id="rId5"/>
    <p:sldId id="774" r:id="rId6"/>
    <p:sldId id="773" r:id="rId7"/>
    <p:sldId id="391" r:id="rId8"/>
    <p:sldId id="1266" r:id="rId9"/>
    <p:sldId id="1148" r:id="rId10"/>
    <p:sldId id="1173" r:id="rId11"/>
    <p:sldId id="1196" r:id="rId12"/>
    <p:sldId id="1351" r:id="rId13"/>
    <p:sldId id="1197" r:id="rId14"/>
    <p:sldId id="1198" r:id="rId15"/>
    <p:sldId id="1199" r:id="rId16"/>
    <p:sldId id="1252" r:id="rId17"/>
    <p:sldId id="1253" r:id="rId18"/>
    <p:sldId id="1353" r:id="rId19"/>
    <p:sldId id="1354" r:id="rId20"/>
    <p:sldId id="1256" r:id="rId21"/>
    <p:sldId id="1200" r:id="rId22"/>
    <p:sldId id="1201" r:id="rId23"/>
    <p:sldId id="1352" r:id="rId24"/>
    <p:sldId id="1202" r:id="rId25"/>
    <p:sldId id="1203" r:id="rId26"/>
    <p:sldId id="1205" r:id="rId27"/>
    <p:sldId id="1206" r:id="rId28"/>
    <p:sldId id="1207" r:id="rId29"/>
    <p:sldId id="1209" r:id="rId30"/>
    <p:sldId id="1215" r:id="rId31"/>
    <p:sldId id="1216" r:id="rId32"/>
    <p:sldId id="1184" r:id="rId33"/>
    <p:sldId id="1306" r:id="rId34"/>
    <p:sldId id="1218" r:id="rId35"/>
    <p:sldId id="1219" r:id="rId36"/>
    <p:sldId id="1220" r:id="rId37"/>
    <p:sldId id="1222" r:id="rId38"/>
    <p:sldId id="1177" r:id="rId39"/>
    <p:sldId id="1107" r:id="rId40"/>
    <p:sldId id="1363" r:id="rId41"/>
    <p:sldId id="1364" r:id="rId42"/>
    <p:sldId id="1223" r:id="rId43"/>
    <p:sldId id="1335" r:id="rId44"/>
    <p:sldId id="1336" r:id="rId45"/>
    <p:sldId id="1302" r:id="rId46"/>
    <p:sldId id="1311" r:id="rId47"/>
    <p:sldId id="1312" r:id="rId48"/>
    <p:sldId id="1337" r:id="rId49"/>
    <p:sldId id="1338" r:id="rId50"/>
    <p:sldId id="1339" r:id="rId51"/>
    <p:sldId id="1340" r:id="rId52"/>
    <p:sldId id="1328" r:id="rId53"/>
    <p:sldId id="1329" r:id="rId54"/>
    <p:sldId id="1330" r:id="rId55"/>
    <p:sldId id="1332" r:id="rId56"/>
    <p:sldId id="1186" r:id="rId57"/>
    <p:sldId id="1331" r:id="rId58"/>
    <p:sldId id="1333" r:id="rId59"/>
    <p:sldId id="1313" r:id="rId60"/>
    <p:sldId id="1314" r:id="rId61"/>
    <p:sldId id="1191" r:id="rId62"/>
    <p:sldId id="1224" r:id="rId63"/>
    <p:sldId id="1225" r:id="rId64"/>
    <p:sldId id="1188" r:id="rId65"/>
    <p:sldId id="1341" r:id="rId66"/>
    <p:sldId id="1303" r:id="rId67"/>
    <p:sldId id="1226" r:id="rId68"/>
    <p:sldId id="1108" r:id="rId69"/>
    <p:sldId id="1367" r:id="rId70"/>
    <p:sldId id="1346" r:id="rId71"/>
    <p:sldId id="1356" r:id="rId72"/>
    <p:sldId id="1368" r:id="rId73"/>
    <p:sldId id="1347" r:id="rId74"/>
    <p:sldId id="1366" r:id="rId75"/>
    <p:sldId id="1369" r:id="rId76"/>
    <p:sldId id="1178" r:id="rId77"/>
    <p:sldId id="1362" r:id="rId78"/>
    <p:sldId id="1179" r:id="rId79"/>
    <p:sldId id="1189" r:id="rId80"/>
    <p:sldId id="1315" r:id="rId81"/>
    <p:sldId id="1316" r:id="rId82"/>
    <p:sldId id="1342" r:id="rId83"/>
    <p:sldId id="1317" r:id="rId84"/>
    <p:sldId id="1307" r:id="rId85"/>
    <p:sldId id="1309" r:id="rId86"/>
    <p:sldId id="1308" r:id="rId87"/>
    <p:sldId id="1310" r:id="rId88"/>
    <p:sldId id="1343" r:id="rId89"/>
    <p:sldId id="1370" r:id="rId90"/>
    <p:sldId id="1348" r:id="rId91"/>
    <p:sldId id="1365" r:id="rId92"/>
    <p:sldId id="1371" r:id="rId93"/>
    <p:sldId id="1349" r:id="rId94"/>
    <p:sldId id="1359" r:id="rId95"/>
    <p:sldId id="1350" r:id="rId96"/>
    <p:sldId id="1360" r:id="rId97"/>
    <p:sldId id="1361" r:id="rId98"/>
    <p:sldId id="1375" r:id="rId99"/>
    <p:sldId id="1268" r:id="rId100"/>
    <p:sldId id="1372" r:id="rId101"/>
    <p:sldId id="1373" r:id="rId102"/>
    <p:sldId id="1374" r:id="rId103"/>
    <p:sldId id="1192" r:id="rId104"/>
    <p:sldId id="1181" r:id="rId105"/>
    <p:sldId id="772" r:id="rId106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anose="02020603050405020304" pitchFamily="18" charset="0"/>
        <a:ea typeface="MS PGothic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anose="02020603050405020304" pitchFamily="18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anose="02020603050405020304" pitchFamily="18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anose="02020603050405020304" pitchFamily="18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anose="02020603050405020304" pitchFamily="18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" panose="02020603050405020304" pitchFamily="18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" panose="02020603050405020304" pitchFamily="18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" panose="02020603050405020304" pitchFamily="18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" panose="02020603050405020304" pitchFamily="18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912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773" autoAdjust="0"/>
    <p:restoredTop sz="94690"/>
  </p:normalViewPr>
  <p:slideViewPr>
    <p:cSldViewPr>
      <p:cViewPr varScale="1">
        <p:scale>
          <a:sx n="83" d="100"/>
          <a:sy n="83" d="100"/>
        </p:scale>
        <p:origin x="1085" y="51"/>
      </p:cViewPr>
      <p:guideLst>
        <p:guide orient="horz" pos="912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slide" Target="slides/slide64.xml"/><Relationship Id="rId84" Type="http://schemas.openxmlformats.org/officeDocument/2006/relationships/slide" Target="slides/slide80.xml"/><Relationship Id="rId89" Type="http://schemas.openxmlformats.org/officeDocument/2006/relationships/slide" Target="slides/slide85.xml"/><Relationship Id="rId112" Type="http://schemas.openxmlformats.org/officeDocument/2006/relationships/tableStyles" Target="tableStyles.xml"/><Relationship Id="rId16" Type="http://schemas.openxmlformats.org/officeDocument/2006/relationships/slide" Target="slides/slide12.xml"/><Relationship Id="rId107" Type="http://schemas.openxmlformats.org/officeDocument/2006/relationships/notesMaster" Target="notesMasters/notesMaster1.xml"/><Relationship Id="rId11" Type="http://schemas.openxmlformats.org/officeDocument/2006/relationships/slide" Target="slides/slide7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74" Type="http://schemas.openxmlformats.org/officeDocument/2006/relationships/slide" Target="slides/slide70.xml"/><Relationship Id="rId79" Type="http://schemas.openxmlformats.org/officeDocument/2006/relationships/slide" Target="slides/slide75.xml"/><Relationship Id="rId102" Type="http://schemas.openxmlformats.org/officeDocument/2006/relationships/slide" Target="slides/slide98.xml"/><Relationship Id="rId5" Type="http://schemas.openxmlformats.org/officeDocument/2006/relationships/slide" Target="slides/slide1.xml"/><Relationship Id="rId90" Type="http://schemas.openxmlformats.org/officeDocument/2006/relationships/slide" Target="slides/slide86.xml"/><Relationship Id="rId95" Type="http://schemas.openxmlformats.org/officeDocument/2006/relationships/slide" Target="slides/slide91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64" Type="http://schemas.openxmlformats.org/officeDocument/2006/relationships/slide" Target="slides/slide60.xml"/><Relationship Id="rId69" Type="http://schemas.openxmlformats.org/officeDocument/2006/relationships/slide" Target="slides/slide65.xml"/><Relationship Id="rId113" Type="http://schemas.microsoft.com/office/2016/11/relationships/changesInfo" Target="changesInfos/changesInfo1.xml"/><Relationship Id="rId80" Type="http://schemas.openxmlformats.org/officeDocument/2006/relationships/slide" Target="slides/slide76.xml"/><Relationship Id="rId85" Type="http://schemas.openxmlformats.org/officeDocument/2006/relationships/slide" Target="slides/slide81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59" Type="http://schemas.openxmlformats.org/officeDocument/2006/relationships/slide" Target="slides/slide55.xml"/><Relationship Id="rId103" Type="http://schemas.openxmlformats.org/officeDocument/2006/relationships/slide" Target="slides/slide99.xml"/><Relationship Id="rId108" Type="http://schemas.openxmlformats.org/officeDocument/2006/relationships/handoutMaster" Target="handoutMasters/handoutMaster1.xml"/><Relationship Id="rId54" Type="http://schemas.openxmlformats.org/officeDocument/2006/relationships/slide" Target="slides/slide50.xml"/><Relationship Id="rId70" Type="http://schemas.openxmlformats.org/officeDocument/2006/relationships/slide" Target="slides/slide66.xml"/><Relationship Id="rId75" Type="http://schemas.openxmlformats.org/officeDocument/2006/relationships/slide" Target="slides/slide71.xml"/><Relationship Id="rId91" Type="http://schemas.openxmlformats.org/officeDocument/2006/relationships/slide" Target="slides/slide87.xml"/><Relationship Id="rId96" Type="http://schemas.openxmlformats.org/officeDocument/2006/relationships/slide" Target="slides/slide9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6" Type="http://schemas.openxmlformats.org/officeDocument/2006/relationships/slide" Target="slides/slide102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73" Type="http://schemas.openxmlformats.org/officeDocument/2006/relationships/slide" Target="slides/slide69.xml"/><Relationship Id="rId78" Type="http://schemas.openxmlformats.org/officeDocument/2006/relationships/slide" Target="slides/slide74.xml"/><Relationship Id="rId81" Type="http://schemas.openxmlformats.org/officeDocument/2006/relationships/slide" Target="slides/slide77.xml"/><Relationship Id="rId86" Type="http://schemas.openxmlformats.org/officeDocument/2006/relationships/slide" Target="slides/slide82.xml"/><Relationship Id="rId94" Type="http://schemas.openxmlformats.org/officeDocument/2006/relationships/slide" Target="slides/slide90.xml"/><Relationship Id="rId99" Type="http://schemas.openxmlformats.org/officeDocument/2006/relationships/slide" Target="slides/slide95.xml"/><Relationship Id="rId101" Type="http://schemas.openxmlformats.org/officeDocument/2006/relationships/slide" Target="slides/slide9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109" Type="http://schemas.openxmlformats.org/officeDocument/2006/relationships/presProps" Target="presProps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6" Type="http://schemas.openxmlformats.org/officeDocument/2006/relationships/slide" Target="slides/slide72.xml"/><Relationship Id="rId97" Type="http://schemas.openxmlformats.org/officeDocument/2006/relationships/slide" Target="slides/slide93.xml"/><Relationship Id="rId104" Type="http://schemas.openxmlformats.org/officeDocument/2006/relationships/slide" Target="slides/slide100.xml"/><Relationship Id="rId7" Type="http://schemas.openxmlformats.org/officeDocument/2006/relationships/slide" Target="slides/slide3.xml"/><Relationship Id="rId71" Type="http://schemas.openxmlformats.org/officeDocument/2006/relationships/slide" Target="slides/slide67.xml"/><Relationship Id="rId92" Type="http://schemas.openxmlformats.org/officeDocument/2006/relationships/slide" Target="slides/slide88.xml"/><Relationship Id="rId2" Type="http://schemas.openxmlformats.org/officeDocument/2006/relationships/customXml" Target="../customXml/item2.xml"/><Relationship Id="rId29" Type="http://schemas.openxmlformats.org/officeDocument/2006/relationships/slide" Target="slides/slide25.xml"/><Relationship Id="rId24" Type="http://schemas.openxmlformats.org/officeDocument/2006/relationships/slide" Target="slides/slide20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66" Type="http://schemas.openxmlformats.org/officeDocument/2006/relationships/slide" Target="slides/slide62.xml"/><Relationship Id="rId87" Type="http://schemas.openxmlformats.org/officeDocument/2006/relationships/slide" Target="slides/slide83.xml"/><Relationship Id="rId110" Type="http://schemas.openxmlformats.org/officeDocument/2006/relationships/viewProps" Target="viewProps.xml"/><Relationship Id="rId61" Type="http://schemas.openxmlformats.org/officeDocument/2006/relationships/slide" Target="slides/slide57.xml"/><Relationship Id="rId82" Type="http://schemas.openxmlformats.org/officeDocument/2006/relationships/slide" Target="slides/slide78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56" Type="http://schemas.openxmlformats.org/officeDocument/2006/relationships/slide" Target="slides/slide52.xml"/><Relationship Id="rId77" Type="http://schemas.openxmlformats.org/officeDocument/2006/relationships/slide" Target="slides/slide73.xml"/><Relationship Id="rId100" Type="http://schemas.openxmlformats.org/officeDocument/2006/relationships/slide" Target="slides/slide96.xml"/><Relationship Id="rId105" Type="http://schemas.openxmlformats.org/officeDocument/2006/relationships/slide" Target="slides/slide101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slide" Target="slides/slide68.xml"/><Relationship Id="rId93" Type="http://schemas.openxmlformats.org/officeDocument/2006/relationships/slide" Target="slides/slide89.xml"/><Relationship Id="rId98" Type="http://schemas.openxmlformats.org/officeDocument/2006/relationships/slide" Target="slides/slide94.xml"/><Relationship Id="rId3" Type="http://schemas.openxmlformats.org/officeDocument/2006/relationships/customXml" Target="../customXml/item3.xml"/><Relationship Id="rId25" Type="http://schemas.openxmlformats.org/officeDocument/2006/relationships/slide" Target="slides/slide21.xml"/><Relationship Id="rId46" Type="http://schemas.openxmlformats.org/officeDocument/2006/relationships/slide" Target="slides/slide42.xml"/><Relationship Id="rId67" Type="http://schemas.openxmlformats.org/officeDocument/2006/relationships/slide" Target="slides/slide63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62" Type="http://schemas.openxmlformats.org/officeDocument/2006/relationships/slide" Target="slides/slide58.xml"/><Relationship Id="rId83" Type="http://schemas.openxmlformats.org/officeDocument/2006/relationships/slide" Target="slides/slide79.xml"/><Relationship Id="rId88" Type="http://schemas.openxmlformats.org/officeDocument/2006/relationships/slide" Target="slides/slide84.xml"/><Relationship Id="rId111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d Maruf Ahamed" userId="6f647de5-aeca-43cd-b76c-e84c6089bcf4" providerId="ADAL" clId="{81638B43-BBFC-4659-8102-3FC27488FDF9}"/>
    <pc:docChg chg="addSld">
      <pc:chgData name="Md Maruf Ahamed" userId="6f647de5-aeca-43cd-b76c-e84c6089bcf4" providerId="ADAL" clId="{81638B43-BBFC-4659-8102-3FC27488FDF9}" dt="2022-02-07T21:31:42.816" v="0" actId="2890"/>
      <pc:docMkLst>
        <pc:docMk/>
      </pc:docMkLst>
      <pc:sldChg chg="add">
        <pc:chgData name="Md Maruf Ahamed" userId="6f647de5-aeca-43cd-b76c-e84c6089bcf4" providerId="ADAL" clId="{81638B43-BBFC-4659-8102-3FC27488FDF9}" dt="2022-02-07T21:31:42.816" v="0" actId="2890"/>
        <pc:sldMkLst>
          <pc:docMk/>
          <pc:sldMk cId="1816389689" sldId="1375"/>
        </pc:sldMkLst>
      </pc:sldChg>
    </pc:docChg>
  </pc:docChgLst>
  <pc:docChgLst>
    <pc:chgData name="Ahamed, Md Maruf [E CPE]" userId="6f647de5-aeca-43cd-b76c-e84c6089bcf4" providerId="ADAL" clId="{B2C263A0-D76E-44EA-A0BC-3BED6A941F80}"/>
    <pc:docChg chg="undo custSel addSld delSld modSld sldOrd">
      <pc:chgData name="Ahamed, Md Maruf [E CPE]" userId="6f647de5-aeca-43cd-b76c-e84c6089bcf4" providerId="ADAL" clId="{B2C263A0-D76E-44EA-A0BC-3BED6A941F80}" dt="2022-02-07T23:17:21.262" v="330"/>
      <pc:docMkLst>
        <pc:docMk/>
      </pc:docMkLst>
      <pc:sldChg chg="modSp ord">
        <pc:chgData name="Ahamed, Md Maruf [E CPE]" userId="6f647de5-aeca-43cd-b76c-e84c6089bcf4" providerId="ADAL" clId="{B2C263A0-D76E-44EA-A0BC-3BED6A941F80}" dt="2022-02-07T22:20:28.908" v="327"/>
        <pc:sldMkLst>
          <pc:docMk/>
          <pc:sldMk cId="1865281566" sldId="774"/>
        </pc:sldMkLst>
        <pc:spChg chg="mod">
          <ac:chgData name="Ahamed, Md Maruf [E CPE]" userId="6f647de5-aeca-43cd-b76c-e84c6089bcf4" providerId="ADAL" clId="{B2C263A0-D76E-44EA-A0BC-3BED6A941F80}" dt="2022-02-05T17:21:21.772" v="20" actId="20577"/>
          <ac:spMkLst>
            <pc:docMk/>
            <pc:sldMk cId="1865281566" sldId="774"/>
            <ac:spMk id="207875" creationId="{D583FDE5-0A59-BD41-A182-AC71C16B0812}"/>
          </ac:spMkLst>
        </pc:spChg>
      </pc:sldChg>
      <pc:sldChg chg="addSp delSp">
        <pc:chgData name="Ahamed, Md Maruf [E CPE]" userId="6f647de5-aeca-43cd-b76c-e84c6089bcf4" providerId="ADAL" clId="{B2C263A0-D76E-44EA-A0BC-3BED6A941F80}" dt="2022-02-07T23:17:21.262" v="330"/>
        <pc:sldMkLst>
          <pc:docMk/>
          <pc:sldMk cId="0" sldId="1107"/>
        </pc:sldMkLst>
        <pc:inkChg chg="del">
          <ac:chgData name="Ahamed, Md Maruf [E CPE]" userId="6f647de5-aeca-43cd-b76c-e84c6089bcf4" providerId="ADAL" clId="{B2C263A0-D76E-44EA-A0BC-3BED6A941F80}" dt="2022-02-05T17:22:54.526" v="31" actId="478"/>
          <ac:inkMkLst>
            <pc:docMk/>
            <pc:sldMk cId="0" sldId="1107"/>
            <ac:inkMk id="3" creationId="{119A81E0-F438-438E-8BA0-B7C9F9795C1F}"/>
          </ac:inkMkLst>
        </pc:inkChg>
        <pc:inkChg chg="add">
          <ac:chgData name="Ahamed, Md Maruf [E CPE]" userId="6f647de5-aeca-43cd-b76c-e84c6089bcf4" providerId="ADAL" clId="{B2C263A0-D76E-44EA-A0BC-3BED6A941F80}" dt="2022-02-07T23:17:21.262" v="330"/>
          <ac:inkMkLst>
            <pc:docMk/>
            <pc:sldMk cId="0" sldId="1107"/>
            <ac:inkMk id="3" creationId="{495380CD-70E3-48B3-A08B-CB7F8B6D5164}"/>
          </ac:inkMkLst>
        </pc:inkChg>
      </pc:sldChg>
      <pc:sldChg chg="addSp">
        <pc:chgData name="Ahamed, Md Maruf [E CPE]" userId="6f647de5-aeca-43cd-b76c-e84c6089bcf4" providerId="ADAL" clId="{B2C263A0-D76E-44EA-A0BC-3BED6A941F80}" dt="2022-02-07T23:17:21.262" v="330"/>
        <pc:sldMkLst>
          <pc:docMk/>
          <pc:sldMk cId="0" sldId="1148"/>
        </pc:sldMkLst>
        <pc:inkChg chg="add">
          <ac:chgData name="Ahamed, Md Maruf [E CPE]" userId="6f647de5-aeca-43cd-b76c-e84c6089bcf4" providerId="ADAL" clId="{B2C263A0-D76E-44EA-A0BC-3BED6A941F80}" dt="2022-02-07T23:17:21.262" v="330"/>
          <ac:inkMkLst>
            <pc:docMk/>
            <pc:sldMk cId="0" sldId="1148"/>
            <ac:inkMk id="2" creationId="{EE8A318F-3B2F-4748-8969-9E412165343F}"/>
          </ac:inkMkLst>
        </pc:inkChg>
      </pc:sldChg>
      <pc:sldChg chg="delSp">
        <pc:chgData name="Ahamed, Md Maruf [E CPE]" userId="6f647de5-aeca-43cd-b76c-e84c6089bcf4" providerId="ADAL" clId="{B2C263A0-D76E-44EA-A0BC-3BED6A941F80}" dt="2022-02-05T17:24:48.343" v="38" actId="478"/>
        <pc:sldMkLst>
          <pc:docMk/>
          <pc:sldMk cId="0" sldId="1178"/>
        </pc:sldMkLst>
        <pc:inkChg chg="del">
          <ac:chgData name="Ahamed, Md Maruf [E CPE]" userId="6f647de5-aeca-43cd-b76c-e84c6089bcf4" providerId="ADAL" clId="{B2C263A0-D76E-44EA-A0BC-3BED6A941F80}" dt="2022-02-05T17:24:48.343" v="38" actId="478"/>
          <ac:inkMkLst>
            <pc:docMk/>
            <pc:sldMk cId="0" sldId="1178"/>
            <ac:inkMk id="2" creationId="{F688C7A4-AE99-437F-AE60-9D7FAF9DA261}"/>
          </ac:inkMkLst>
        </pc:inkChg>
      </pc:sldChg>
      <pc:sldChg chg="ord">
        <pc:chgData name="Ahamed, Md Maruf [E CPE]" userId="6f647de5-aeca-43cd-b76c-e84c6089bcf4" providerId="ADAL" clId="{B2C263A0-D76E-44EA-A0BC-3BED6A941F80}" dt="2022-02-07T22:21:43.717" v="329"/>
        <pc:sldMkLst>
          <pc:docMk/>
          <pc:sldMk cId="0" sldId="1181"/>
        </pc:sldMkLst>
      </pc:sldChg>
      <pc:sldChg chg="addSp delSp">
        <pc:chgData name="Ahamed, Md Maruf [E CPE]" userId="6f647de5-aeca-43cd-b76c-e84c6089bcf4" providerId="ADAL" clId="{B2C263A0-D76E-44EA-A0BC-3BED6A941F80}" dt="2022-02-07T23:17:21.262" v="330"/>
        <pc:sldMkLst>
          <pc:docMk/>
          <pc:sldMk cId="0" sldId="1184"/>
        </pc:sldMkLst>
        <pc:inkChg chg="del">
          <ac:chgData name="Ahamed, Md Maruf [E CPE]" userId="6f647de5-aeca-43cd-b76c-e84c6089bcf4" providerId="ADAL" clId="{B2C263A0-D76E-44EA-A0BC-3BED6A941F80}" dt="2022-02-05T17:22:36.525" v="29" actId="478"/>
          <ac:inkMkLst>
            <pc:docMk/>
            <pc:sldMk cId="0" sldId="1184"/>
            <ac:inkMk id="3" creationId="{30E47EC5-40E0-4877-8A66-F859928B3159}"/>
          </ac:inkMkLst>
        </pc:inkChg>
        <pc:inkChg chg="add">
          <ac:chgData name="Ahamed, Md Maruf [E CPE]" userId="6f647de5-aeca-43cd-b76c-e84c6089bcf4" providerId="ADAL" clId="{B2C263A0-D76E-44EA-A0BC-3BED6A941F80}" dt="2022-02-07T23:17:21.262" v="330"/>
          <ac:inkMkLst>
            <pc:docMk/>
            <pc:sldMk cId="0" sldId="1184"/>
            <ac:inkMk id="3" creationId="{DBFE0038-B6E7-4428-A71D-4CCF64133940}"/>
          </ac:inkMkLst>
        </pc:inkChg>
      </pc:sldChg>
      <pc:sldChg chg="addSp delSp">
        <pc:chgData name="Ahamed, Md Maruf [E CPE]" userId="6f647de5-aeca-43cd-b76c-e84c6089bcf4" providerId="ADAL" clId="{B2C263A0-D76E-44EA-A0BC-3BED6A941F80}" dt="2022-02-07T23:17:21.262" v="330"/>
        <pc:sldMkLst>
          <pc:docMk/>
          <pc:sldMk cId="0" sldId="1196"/>
        </pc:sldMkLst>
        <pc:inkChg chg="del">
          <ac:chgData name="Ahamed, Md Maruf [E CPE]" userId="6f647de5-aeca-43cd-b76c-e84c6089bcf4" providerId="ADAL" clId="{B2C263A0-D76E-44EA-A0BC-3BED6A941F80}" dt="2022-02-05T17:21:53.857" v="22" actId="478"/>
          <ac:inkMkLst>
            <pc:docMk/>
            <pc:sldMk cId="0" sldId="1196"/>
            <ac:inkMk id="2" creationId="{3A7B1CDE-BABE-4833-9FAE-266C484DB1F2}"/>
          </ac:inkMkLst>
        </pc:inkChg>
        <pc:inkChg chg="add">
          <ac:chgData name="Ahamed, Md Maruf [E CPE]" userId="6f647de5-aeca-43cd-b76c-e84c6089bcf4" providerId="ADAL" clId="{B2C263A0-D76E-44EA-A0BC-3BED6A941F80}" dt="2022-02-07T23:17:21.262" v="330"/>
          <ac:inkMkLst>
            <pc:docMk/>
            <pc:sldMk cId="0" sldId="1196"/>
            <ac:inkMk id="2" creationId="{4ACFF241-F346-45C6-85C3-772EC310F3DE}"/>
          </ac:inkMkLst>
        </pc:inkChg>
      </pc:sldChg>
      <pc:sldChg chg="addSp delSp">
        <pc:chgData name="Ahamed, Md Maruf [E CPE]" userId="6f647de5-aeca-43cd-b76c-e84c6089bcf4" providerId="ADAL" clId="{B2C263A0-D76E-44EA-A0BC-3BED6A941F80}" dt="2022-02-07T23:17:21.262" v="330"/>
        <pc:sldMkLst>
          <pc:docMk/>
          <pc:sldMk cId="0" sldId="1197"/>
        </pc:sldMkLst>
        <pc:inkChg chg="del">
          <ac:chgData name="Ahamed, Md Maruf [E CPE]" userId="6f647de5-aeca-43cd-b76c-e84c6089bcf4" providerId="ADAL" clId="{B2C263A0-D76E-44EA-A0BC-3BED6A941F80}" dt="2022-02-05T17:21:57.564" v="23" actId="478"/>
          <ac:inkMkLst>
            <pc:docMk/>
            <pc:sldMk cId="0" sldId="1197"/>
            <ac:inkMk id="2" creationId="{347AB934-3955-460D-BDFC-6BB75D54E22E}"/>
          </ac:inkMkLst>
        </pc:inkChg>
        <pc:inkChg chg="add">
          <ac:chgData name="Ahamed, Md Maruf [E CPE]" userId="6f647de5-aeca-43cd-b76c-e84c6089bcf4" providerId="ADAL" clId="{B2C263A0-D76E-44EA-A0BC-3BED6A941F80}" dt="2022-02-07T23:17:21.262" v="330"/>
          <ac:inkMkLst>
            <pc:docMk/>
            <pc:sldMk cId="0" sldId="1197"/>
            <ac:inkMk id="2" creationId="{BFD82D9E-8248-43DA-87EB-2F9506C26CDD}"/>
          </ac:inkMkLst>
        </pc:inkChg>
      </pc:sldChg>
      <pc:sldChg chg="addSp delSp">
        <pc:chgData name="Ahamed, Md Maruf [E CPE]" userId="6f647de5-aeca-43cd-b76c-e84c6089bcf4" providerId="ADAL" clId="{B2C263A0-D76E-44EA-A0BC-3BED6A941F80}" dt="2022-02-07T23:17:21.262" v="330"/>
        <pc:sldMkLst>
          <pc:docMk/>
          <pc:sldMk cId="0" sldId="1198"/>
        </pc:sldMkLst>
        <pc:inkChg chg="add">
          <ac:chgData name="Ahamed, Md Maruf [E CPE]" userId="6f647de5-aeca-43cd-b76c-e84c6089bcf4" providerId="ADAL" clId="{B2C263A0-D76E-44EA-A0BC-3BED6A941F80}" dt="2022-02-07T23:17:21.262" v="330"/>
          <ac:inkMkLst>
            <pc:docMk/>
            <pc:sldMk cId="0" sldId="1198"/>
            <ac:inkMk id="2" creationId="{00526145-3793-449A-8FC6-11F1E4C4551F}"/>
          </ac:inkMkLst>
        </pc:inkChg>
        <pc:inkChg chg="del">
          <ac:chgData name="Ahamed, Md Maruf [E CPE]" userId="6f647de5-aeca-43cd-b76c-e84c6089bcf4" providerId="ADAL" clId="{B2C263A0-D76E-44EA-A0BC-3BED6A941F80}" dt="2022-02-05T17:22:00.806" v="24" actId="478"/>
          <ac:inkMkLst>
            <pc:docMk/>
            <pc:sldMk cId="0" sldId="1198"/>
            <ac:inkMk id="2" creationId="{3CE2E011-8762-4FE9-A449-0936012855E3}"/>
          </ac:inkMkLst>
        </pc:inkChg>
      </pc:sldChg>
      <pc:sldChg chg="addSp delSp">
        <pc:chgData name="Ahamed, Md Maruf [E CPE]" userId="6f647de5-aeca-43cd-b76c-e84c6089bcf4" providerId="ADAL" clId="{B2C263A0-D76E-44EA-A0BC-3BED6A941F80}" dt="2022-02-07T23:17:21.262" v="330"/>
        <pc:sldMkLst>
          <pc:docMk/>
          <pc:sldMk cId="0" sldId="1201"/>
        </pc:sldMkLst>
        <pc:inkChg chg="add">
          <ac:chgData name="Ahamed, Md Maruf [E CPE]" userId="6f647de5-aeca-43cd-b76c-e84c6089bcf4" providerId="ADAL" clId="{B2C263A0-D76E-44EA-A0BC-3BED6A941F80}" dt="2022-02-07T23:17:21.262" v="330"/>
          <ac:inkMkLst>
            <pc:docMk/>
            <pc:sldMk cId="0" sldId="1201"/>
            <ac:inkMk id="8" creationId="{771A32D5-F3A7-4195-95C3-6156861D23D0}"/>
          </ac:inkMkLst>
        </pc:inkChg>
        <pc:inkChg chg="del">
          <ac:chgData name="Ahamed, Md Maruf [E CPE]" userId="6f647de5-aeca-43cd-b76c-e84c6089bcf4" providerId="ADAL" clId="{B2C263A0-D76E-44EA-A0BC-3BED6A941F80}" dt="2022-02-05T17:22:20.381" v="27" actId="478"/>
          <ac:inkMkLst>
            <pc:docMk/>
            <pc:sldMk cId="0" sldId="1201"/>
            <ac:inkMk id="8" creationId="{83E3A601-C351-4C32-9C06-1562F0BC55F2}"/>
          </ac:inkMkLst>
        </pc:inkChg>
      </pc:sldChg>
      <pc:sldChg chg="addSp">
        <pc:chgData name="Ahamed, Md Maruf [E CPE]" userId="6f647de5-aeca-43cd-b76c-e84c6089bcf4" providerId="ADAL" clId="{B2C263A0-D76E-44EA-A0BC-3BED6A941F80}" dt="2022-02-07T23:17:21.262" v="330"/>
        <pc:sldMkLst>
          <pc:docMk/>
          <pc:sldMk cId="0" sldId="1202"/>
        </pc:sldMkLst>
        <pc:inkChg chg="add">
          <ac:chgData name="Ahamed, Md Maruf [E CPE]" userId="6f647de5-aeca-43cd-b76c-e84c6089bcf4" providerId="ADAL" clId="{B2C263A0-D76E-44EA-A0BC-3BED6A941F80}" dt="2022-02-07T23:17:21.262" v="330"/>
          <ac:inkMkLst>
            <pc:docMk/>
            <pc:sldMk cId="0" sldId="1202"/>
            <ac:inkMk id="2" creationId="{FE487B6F-0701-424E-9885-118480BEDD16}"/>
          </ac:inkMkLst>
        </pc:inkChg>
      </pc:sldChg>
      <pc:sldChg chg="delSp">
        <pc:chgData name="Ahamed, Md Maruf [E CPE]" userId="6f647de5-aeca-43cd-b76c-e84c6089bcf4" providerId="ADAL" clId="{B2C263A0-D76E-44EA-A0BC-3BED6A941F80}" dt="2022-02-05T17:22:27.461" v="28" actId="478"/>
        <pc:sldMkLst>
          <pc:docMk/>
          <pc:sldMk cId="0" sldId="1203"/>
        </pc:sldMkLst>
        <pc:inkChg chg="del">
          <ac:chgData name="Ahamed, Md Maruf [E CPE]" userId="6f647de5-aeca-43cd-b76c-e84c6089bcf4" providerId="ADAL" clId="{B2C263A0-D76E-44EA-A0BC-3BED6A941F80}" dt="2022-02-05T17:22:27.461" v="28" actId="478"/>
          <ac:inkMkLst>
            <pc:docMk/>
            <pc:sldMk cId="0" sldId="1203"/>
            <ac:inkMk id="3" creationId="{6163C7DB-CE51-4EA4-A11E-E381ED6AB4C7}"/>
          </ac:inkMkLst>
        </pc:inkChg>
      </pc:sldChg>
      <pc:sldChg chg="addSp">
        <pc:chgData name="Ahamed, Md Maruf [E CPE]" userId="6f647de5-aeca-43cd-b76c-e84c6089bcf4" providerId="ADAL" clId="{B2C263A0-D76E-44EA-A0BC-3BED6A941F80}" dt="2022-02-07T23:17:21.262" v="330"/>
        <pc:sldMkLst>
          <pc:docMk/>
          <pc:sldMk cId="0" sldId="1206"/>
        </pc:sldMkLst>
        <pc:inkChg chg="add">
          <ac:chgData name="Ahamed, Md Maruf [E CPE]" userId="6f647de5-aeca-43cd-b76c-e84c6089bcf4" providerId="ADAL" clId="{B2C263A0-D76E-44EA-A0BC-3BED6A941F80}" dt="2022-02-07T23:17:21.262" v="330"/>
          <ac:inkMkLst>
            <pc:docMk/>
            <pc:sldMk cId="0" sldId="1206"/>
            <ac:inkMk id="2" creationId="{2F4C1729-56D7-4959-8F6C-497F9E8C9431}"/>
          </ac:inkMkLst>
        </pc:inkChg>
      </pc:sldChg>
      <pc:sldChg chg="addSp delSp">
        <pc:chgData name="Ahamed, Md Maruf [E CPE]" userId="6f647de5-aeca-43cd-b76c-e84c6089bcf4" providerId="ADAL" clId="{B2C263A0-D76E-44EA-A0BC-3BED6A941F80}" dt="2022-02-07T23:17:21.262" v="330"/>
        <pc:sldMkLst>
          <pc:docMk/>
          <pc:sldMk cId="0" sldId="1222"/>
        </pc:sldMkLst>
        <pc:inkChg chg="add">
          <ac:chgData name="Ahamed, Md Maruf [E CPE]" userId="6f647de5-aeca-43cd-b76c-e84c6089bcf4" providerId="ADAL" clId="{B2C263A0-D76E-44EA-A0BC-3BED6A941F80}" dt="2022-02-07T23:17:21.262" v="330"/>
          <ac:inkMkLst>
            <pc:docMk/>
            <pc:sldMk cId="0" sldId="1222"/>
            <ac:inkMk id="2" creationId="{5921EAFC-7C45-4526-A35C-323B1B0D60DE}"/>
          </ac:inkMkLst>
        </pc:inkChg>
        <pc:inkChg chg="del">
          <ac:chgData name="Ahamed, Md Maruf [E CPE]" userId="6f647de5-aeca-43cd-b76c-e84c6089bcf4" providerId="ADAL" clId="{B2C263A0-D76E-44EA-A0BC-3BED6A941F80}" dt="2022-02-05T17:22:47.554" v="30" actId="478"/>
          <ac:inkMkLst>
            <pc:docMk/>
            <pc:sldMk cId="0" sldId="1222"/>
            <ac:inkMk id="2" creationId="{D0FC9B0F-6FE7-4343-B131-D6E28B26D5C1}"/>
          </ac:inkMkLst>
        </pc:inkChg>
      </pc:sldChg>
      <pc:sldChg chg="addSp">
        <pc:chgData name="Ahamed, Md Maruf [E CPE]" userId="6f647de5-aeca-43cd-b76c-e84c6089bcf4" providerId="ADAL" clId="{B2C263A0-D76E-44EA-A0BC-3BED6A941F80}" dt="2022-02-07T23:17:21.262" v="330"/>
        <pc:sldMkLst>
          <pc:docMk/>
          <pc:sldMk cId="0" sldId="1226"/>
        </pc:sldMkLst>
        <pc:inkChg chg="add">
          <ac:chgData name="Ahamed, Md Maruf [E CPE]" userId="6f647de5-aeca-43cd-b76c-e84c6089bcf4" providerId="ADAL" clId="{B2C263A0-D76E-44EA-A0BC-3BED6A941F80}" dt="2022-02-07T23:17:21.262" v="330"/>
          <ac:inkMkLst>
            <pc:docMk/>
            <pc:sldMk cId="0" sldId="1226"/>
            <ac:inkMk id="2" creationId="{39BF8020-1551-4E28-BB68-94B3660A0731}"/>
          </ac:inkMkLst>
        </pc:inkChg>
      </pc:sldChg>
      <pc:sldChg chg="addSp delSp">
        <pc:chgData name="Ahamed, Md Maruf [E CPE]" userId="6f647de5-aeca-43cd-b76c-e84c6089bcf4" providerId="ADAL" clId="{B2C263A0-D76E-44EA-A0BC-3BED6A941F80}" dt="2022-02-07T23:17:21.262" v="330"/>
        <pc:sldMkLst>
          <pc:docMk/>
          <pc:sldMk cId="0" sldId="1252"/>
        </pc:sldMkLst>
        <pc:inkChg chg="add">
          <ac:chgData name="Ahamed, Md Maruf [E CPE]" userId="6f647de5-aeca-43cd-b76c-e84c6089bcf4" providerId="ADAL" clId="{B2C263A0-D76E-44EA-A0BC-3BED6A941F80}" dt="2022-02-07T23:17:21.262" v="330"/>
          <ac:inkMkLst>
            <pc:docMk/>
            <pc:sldMk cId="0" sldId="1252"/>
            <ac:inkMk id="2" creationId="{2F7154EF-C8BF-490A-AD7A-FE42BA9A5F42}"/>
          </ac:inkMkLst>
        </pc:inkChg>
        <pc:inkChg chg="del">
          <ac:chgData name="Ahamed, Md Maruf [E CPE]" userId="6f647de5-aeca-43cd-b76c-e84c6089bcf4" providerId="ADAL" clId="{B2C263A0-D76E-44EA-A0BC-3BED6A941F80}" dt="2022-02-05T17:22:04.292" v="25" actId="478"/>
          <ac:inkMkLst>
            <pc:docMk/>
            <pc:sldMk cId="0" sldId="1252"/>
            <ac:inkMk id="2" creationId="{348F593A-0FF1-4E48-8EC6-299CC46BD780}"/>
          </ac:inkMkLst>
        </pc:inkChg>
      </pc:sldChg>
      <pc:sldChg chg="addSp delSp">
        <pc:chgData name="Ahamed, Md Maruf [E CPE]" userId="6f647de5-aeca-43cd-b76c-e84c6089bcf4" providerId="ADAL" clId="{B2C263A0-D76E-44EA-A0BC-3BED6A941F80}" dt="2022-02-07T23:17:21.262" v="330"/>
        <pc:sldMkLst>
          <pc:docMk/>
          <pc:sldMk cId="0" sldId="1256"/>
        </pc:sldMkLst>
        <pc:inkChg chg="add">
          <ac:chgData name="Ahamed, Md Maruf [E CPE]" userId="6f647de5-aeca-43cd-b76c-e84c6089bcf4" providerId="ADAL" clId="{B2C263A0-D76E-44EA-A0BC-3BED6A941F80}" dt="2022-02-07T23:17:21.262" v="330"/>
          <ac:inkMkLst>
            <pc:docMk/>
            <pc:sldMk cId="0" sldId="1256"/>
            <ac:inkMk id="2" creationId="{01D6CDF6-5283-4EB4-8749-4A5E7BEFF186}"/>
          </ac:inkMkLst>
        </pc:inkChg>
        <pc:inkChg chg="del">
          <ac:chgData name="Ahamed, Md Maruf [E CPE]" userId="6f647de5-aeca-43cd-b76c-e84c6089bcf4" providerId="ADAL" clId="{B2C263A0-D76E-44EA-A0BC-3BED6A941F80}" dt="2022-02-05T17:22:12.549" v="26" actId="478"/>
          <ac:inkMkLst>
            <pc:docMk/>
            <pc:sldMk cId="0" sldId="1256"/>
            <ac:inkMk id="2" creationId="{A30BE71D-316A-4F5F-B03D-2A3226A699FA}"/>
          </ac:inkMkLst>
        </pc:inkChg>
      </pc:sldChg>
      <pc:sldChg chg="addSp delSp">
        <pc:chgData name="Ahamed, Md Maruf [E CPE]" userId="6f647de5-aeca-43cd-b76c-e84c6089bcf4" providerId="ADAL" clId="{B2C263A0-D76E-44EA-A0BC-3BED6A941F80}" dt="2022-02-07T23:17:21.262" v="330"/>
        <pc:sldMkLst>
          <pc:docMk/>
          <pc:sldMk cId="0" sldId="1302"/>
        </pc:sldMkLst>
        <pc:inkChg chg="del">
          <ac:chgData name="Ahamed, Md Maruf [E CPE]" userId="6f647de5-aeca-43cd-b76c-e84c6089bcf4" providerId="ADAL" clId="{B2C263A0-D76E-44EA-A0BC-3BED6A941F80}" dt="2022-02-05T17:23:13.878" v="32" actId="478"/>
          <ac:inkMkLst>
            <pc:docMk/>
            <pc:sldMk cId="0" sldId="1302"/>
            <ac:inkMk id="2" creationId="{237B8146-507D-45B7-A8CF-A6E43E9F7641}"/>
          </ac:inkMkLst>
        </pc:inkChg>
        <pc:inkChg chg="add">
          <ac:chgData name="Ahamed, Md Maruf [E CPE]" userId="6f647de5-aeca-43cd-b76c-e84c6089bcf4" providerId="ADAL" clId="{B2C263A0-D76E-44EA-A0BC-3BED6A941F80}" dt="2022-02-07T23:17:21.262" v="330"/>
          <ac:inkMkLst>
            <pc:docMk/>
            <pc:sldMk cId="0" sldId="1302"/>
            <ac:inkMk id="2" creationId="{2A4604EE-2BDD-4ED9-A397-3C14D173F969}"/>
          </ac:inkMkLst>
        </pc:inkChg>
      </pc:sldChg>
      <pc:sldChg chg="addSp delSp">
        <pc:chgData name="Ahamed, Md Maruf [E CPE]" userId="6f647de5-aeca-43cd-b76c-e84c6089bcf4" providerId="ADAL" clId="{B2C263A0-D76E-44EA-A0BC-3BED6A941F80}" dt="2022-02-07T23:17:21.262" v="330"/>
        <pc:sldMkLst>
          <pc:docMk/>
          <pc:sldMk cId="0" sldId="1303"/>
        </pc:sldMkLst>
        <pc:inkChg chg="add">
          <ac:chgData name="Ahamed, Md Maruf [E CPE]" userId="6f647de5-aeca-43cd-b76c-e84c6089bcf4" providerId="ADAL" clId="{B2C263A0-D76E-44EA-A0BC-3BED6A941F80}" dt="2022-02-07T23:17:21.262" v="330"/>
          <ac:inkMkLst>
            <pc:docMk/>
            <pc:sldMk cId="0" sldId="1303"/>
            <ac:inkMk id="2" creationId="{935FE72E-5228-4845-9904-7FDC7CA3CF2C}"/>
          </ac:inkMkLst>
        </pc:inkChg>
        <pc:inkChg chg="del">
          <ac:chgData name="Ahamed, Md Maruf [E CPE]" userId="6f647de5-aeca-43cd-b76c-e84c6089bcf4" providerId="ADAL" clId="{B2C263A0-D76E-44EA-A0BC-3BED6A941F80}" dt="2022-02-05T17:23:39.020" v="34" actId="478"/>
          <ac:inkMkLst>
            <pc:docMk/>
            <pc:sldMk cId="0" sldId="1303"/>
            <ac:inkMk id="2" creationId="{D83DCC20-A9C1-45B1-A8CB-E6C484C557FD}"/>
          </ac:inkMkLst>
        </pc:inkChg>
      </pc:sldChg>
      <pc:sldChg chg="addSp delSp">
        <pc:chgData name="Ahamed, Md Maruf [E CPE]" userId="6f647de5-aeca-43cd-b76c-e84c6089bcf4" providerId="ADAL" clId="{B2C263A0-D76E-44EA-A0BC-3BED6A941F80}" dt="2022-02-07T23:17:21.262" v="330"/>
        <pc:sldMkLst>
          <pc:docMk/>
          <pc:sldMk cId="0" sldId="1308"/>
        </pc:sldMkLst>
        <pc:inkChg chg="del">
          <ac:chgData name="Ahamed, Md Maruf [E CPE]" userId="6f647de5-aeca-43cd-b76c-e84c6089bcf4" providerId="ADAL" clId="{B2C263A0-D76E-44EA-A0BC-3BED6A941F80}" dt="2022-02-05T17:25:42.743" v="40" actId="478"/>
          <ac:inkMkLst>
            <pc:docMk/>
            <pc:sldMk cId="0" sldId="1308"/>
            <ac:inkMk id="2" creationId="{127DF8FB-14D5-4B1C-BB93-285B46540E4D}"/>
          </ac:inkMkLst>
        </pc:inkChg>
        <pc:inkChg chg="add">
          <ac:chgData name="Ahamed, Md Maruf [E CPE]" userId="6f647de5-aeca-43cd-b76c-e84c6089bcf4" providerId="ADAL" clId="{B2C263A0-D76E-44EA-A0BC-3BED6A941F80}" dt="2022-02-07T23:17:21.262" v="330"/>
          <ac:inkMkLst>
            <pc:docMk/>
            <pc:sldMk cId="0" sldId="1308"/>
            <ac:inkMk id="2" creationId="{D4B384E3-C6ED-44D0-A9A9-8F45DD354642}"/>
          </ac:inkMkLst>
        </pc:inkChg>
      </pc:sldChg>
      <pc:sldChg chg="delSp">
        <pc:chgData name="Ahamed, Md Maruf [E CPE]" userId="6f647de5-aeca-43cd-b76c-e84c6089bcf4" providerId="ADAL" clId="{B2C263A0-D76E-44EA-A0BC-3BED6A941F80}" dt="2022-02-05T17:23:27.861" v="33" actId="478"/>
        <pc:sldMkLst>
          <pc:docMk/>
          <pc:sldMk cId="0" sldId="1331"/>
        </pc:sldMkLst>
        <pc:inkChg chg="del">
          <ac:chgData name="Ahamed, Md Maruf [E CPE]" userId="6f647de5-aeca-43cd-b76c-e84c6089bcf4" providerId="ADAL" clId="{B2C263A0-D76E-44EA-A0BC-3BED6A941F80}" dt="2022-02-05T17:23:27.861" v="33" actId="478"/>
          <ac:inkMkLst>
            <pc:docMk/>
            <pc:sldMk cId="0" sldId="1331"/>
            <ac:inkMk id="2" creationId="{9F868A6D-9483-42D7-AD99-30806A60915A}"/>
          </ac:inkMkLst>
        </pc:inkChg>
      </pc:sldChg>
      <pc:sldChg chg="delSp">
        <pc:chgData name="Ahamed, Md Maruf [E CPE]" userId="6f647de5-aeca-43cd-b76c-e84c6089bcf4" providerId="ADAL" clId="{B2C263A0-D76E-44EA-A0BC-3BED6A941F80}" dt="2022-02-05T17:26:32.684" v="43" actId="478"/>
        <pc:sldMkLst>
          <pc:docMk/>
          <pc:sldMk cId="3401684740" sldId="1359"/>
        </pc:sldMkLst>
        <pc:inkChg chg="del">
          <ac:chgData name="Ahamed, Md Maruf [E CPE]" userId="6f647de5-aeca-43cd-b76c-e84c6089bcf4" providerId="ADAL" clId="{B2C263A0-D76E-44EA-A0BC-3BED6A941F80}" dt="2022-02-05T17:26:32.684" v="43" actId="478"/>
          <ac:inkMkLst>
            <pc:docMk/>
            <pc:sldMk cId="3401684740" sldId="1359"/>
            <ac:inkMk id="2" creationId="{D94A80A0-A215-449D-912D-97BED0C2030F}"/>
          </ac:inkMkLst>
        </pc:inkChg>
      </pc:sldChg>
      <pc:sldChg chg="delSp">
        <pc:chgData name="Ahamed, Md Maruf [E CPE]" userId="6f647de5-aeca-43cd-b76c-e84c6089bcf4" providerId="ADAL" clId="{B2C263A0-D76E-44EA-A0BC-3BED6A941F80}" dt="2022-02-05T17:26:37.726" v="44" actId="478"/>
        <pc:sldMkLst>
          <pc:docMk/>
          <pc:sldMk cId="2318591582" sldId="1360"/>
        </pc:sldMkLst>
        <pc:inkChg chg="del">
          <ac:chgData name="Ahamed, Md Maruf [E CPE]" userId="6f647de5-aeca-43cd-b76c-e84c6089bcf4" providerId="ADAL" clId="{B2C263A0-D76E-44EA-A0BC-3BED6A941F80}" dt="2022-02-05T17:26:37.726" v="44" actId="478"/>
          <ac:inkMkLst>
            <pc:docMk/>
            <pc:sldMk cId="2318591582" sldId="1360"/>
            <ac:inkMk id="2" creationId="{D99D0ADF-35EA-44A0-9222-3BE6272C71A3}"/>
          </ac:inkMkLst>
        </pc:inkChg>
      </pc:sldChg>
      <pc:sldChg chg="delSp">
        <pc:chgData name="Ahamed, Md Maruf [E CPE]" userId="6f647de5-aeca-43cd-b76c-e84c6089bcf4" providerId="ADAL" clId="{B2C263A0-D76E-44EA-A0BC-3BED6A941F80}" dt="2022-02-05T17:26:41.302" v="45" actId="478"/>
        <pc:sldMkLst>
          <pc:docMk/>
          <pc:sldMk cId="2617935370" sldId="1361"/>
        </pc:sldMkLst>
        <pc:inkChg chg="del">
          <ac:chgData name="Ahamed, Md Maruf [E CPE]" userId="6f647de5-aeca-43cd-b76c-e84c6089bcf4" providerId="ADAL" clId="{B2C263A0-D76E-44EA-A0BC-3BED6A941F80}" dt="2022-02-05T17:26:41.302" v="45" actId="478"/>
          <ac:inkMkLst>
            <pc:docMk/>
            <pc:sldMk cId="2617935370" sldId="1361"/>
            <ac:inkMk id="2" creationId="{16ADFD09-FD56-4732-9495-3805D7C3A1EA}"/>
          </ac:inkMkLst>
        </pc:inkChg>
      </pc:sldChg>
      <pc:sldChg chg="addSp delSp">
        <pc:chgData name="Ahamed, Md Maruf [E CPE]" userId="6f647de5-aeca-43cd-b76c-e84c6089bcf4" providerId="ADAL" clId="{B2C263A0-D76E-44EA-A0BC-3BED6A941F80}" dt="2022-02-07T23:17:21.262" v="330"/>
        <pc:sldMkLst>
          <pc:docMk/>
          <pc:sldMk cId="2296410178" sldId="1362"/>
        </pc:sldMkLst>
        <pc:inkChg chg="del">
          <ac:chgData name="Ahamed, Md Maruf [E CPE]" userId="6f647de5-aeca-43cd-b76c-e84c6089bcf4" providerId="ADAL" clId="{B2C263A0-D76E-44EA-A0BC-3BED6A941F80}" dt="2022-02-05T17:25:32.773" v="39" actId="478"/>
          <ac:inkMkLst>
            <pc:docMk/>
            <pc:sldMk cId="2296410178" sldId="1362"/>
            <ac:inkMk id="2" creationId="{01973900-5284-4A1E-B490-450633500E63}"/>
          </ac:inkMkLst>
        </pc:inkChg>
        <pc:inkChg chg="add">
          <ac:chgData name="Ahamed, Md Maruf [E CPE]" userId="6f647de5-aeca-43cd-b76c-e84c6089bcf4" providerId="ADAL" clId="{B2C263A0-D76E-44EA-A0BC-3BED6A941F80}" dt="2022-02-07T23:17:21.262" v="330"/>
          <ac:inkMkLst>
            <pc:docMk/>
            <pc:sldMk cId="2296410178" sldId="1362"/>
            <ac:inkMk id="2" creationId="{866456EC-7CC0-4664-926B-901D43689CC7}"/>
          </ac:inkMkLst>
        </pc:inkChg>
      </pc:sldChg>
      <pc:sldChg chg="addSp delSp">
        <pc:chgData name="Ahamed, Md Maruf [E CPE]" userId="6f647de5-aeca-43cd-b76c-e84c6089bcf4" providerId="ADAL" clId="{B2C263A0-D76E-44EA-A0BC-3BED6A941F80}" dt="2022-02-07T23:17:21.262" v="330"/>
        <pc:sldMkLst>
          <pc:docMk/>
          <pc:sldMk cId="1724343615" sldId="1367"/>
        </pc:sldMkLst>
        <pc:inkChg chg="del">
          <ac:chgData name="Ahamed, Md Maruf [E CPE]" userId="6f647de5-aeca-43cd-b76c-e84c6089bcf4" providerId="ADAL" clId="{B2C263A0-D76E-44EA-A0BC-3BED6A941F80}" dt="2022-02-05T17:24:13.921" v="35" actId="478"/>
          <ac:inkMkLst>
            <pc:docMk/>
            <pc:sldMk cId="1724343615" sldId="1367"/>
            <ac:inkMk id="5" creationId="{31A4AB5E-70CB-42E7-A714-9AFE69B90607}"/>
          </ac:inkMkLst>
        </pc:inkChg>
        <pc:inkChg chg="add">
          <ac:chgData name="Ahamed, Md Maruf [E CPE]" userId="6f647de5-aeca-43cd-b76c-e84c6089bcf4" providerId="ADAL" clId="{B2C263A0-D76E-44EA-A0BC-3BED6A941F80}" dt="2022-02-07T23:17:21.262" v="330"/>
          <ac:inkMkLst>
            <pc:docMk/>
            <pc:sldMk cId="1724343615" sldId="1367"/>
            <ac:inkMk id="5" creationId="{ECEA718A-DB34-4893-9FEF-15CD50FF8376}"/>
          </ac:inkMkLst>
        </pc:inkChg>
      </pc:sldChg>
      <pc:sldChg chg="addSp delSp">
        <pc:chgData name="Ahamed, Md Maruf [E CPE]" userId="6f647de5-aeca-43cd-b76c-e84c6089bcf4" providerId="ADAL" clId="{B2C263A0-D76E-44EA-A0BC-3BED6A941F80}" dt="2022-02-07T23:17:21.262" v="330"/>
        <pc:sldMkLst>
          <pc:docMk/>
          <pc:sldMk cId="1718094164" sldId="1368"/>
        </pc:sldMkLst>
        <pc:inkChg chg="del">
          <ac:chgData name="Ahamed, Md Maruf [E CPE]" userId="6f647de5-aeca-43cd-b76c-e84c6089bcf4" providerId="ADAL" clId="{B2C263A0-D76E-44EA-A0BC-3BED6A941F80}" dt="2022-02-05T17:24:26.398" v="36" actId="478"/>
          <ac:inkMkLst>
            <pc:docMk/>
            <pc:sldMk cId="1718094164" sldId="1368"/>
            <ac:inkMk id="2" creationId="{0614D59A-7B06-44D9-B83D-30B1D177184D}"/>
          </ac:inkMkLst>
        </pc:inkChg>
        <pc:inkChg chg="add">
          <ac:chgData name="Ahamed, Md Maruf [E CPE]" userId="6f647de5-aeca-43cd-b76c-e84c6089bcf4" providerId="ADAL" clId="{B2C263A0-D76E-44EA-A0BC-3BED6A941F80}" dt="2022-02-07T23:17:21.262" v="330"/>
          <ac:inkMkLst>
            <pc:docMk/>
            <pc:sldMk cId="1718094164" sldId="1368"/>
            <ac:inkMk id="2" creationId="{7340B5A2-213E-4401-A6B3-BCEA4E815F0C}"/>
          </ac:inkMkLst>
        </pc:inkChg>
      </pc:sldChg>
      <pc:sldChg chg="addSp delSp modSp">
        <pc:chgData name="Ahamed, Md Maruf [E CPE]" userId="6f647de5-aeca-43cd-b76c-e84c6089bcf4" providerId="ADAL" clId="{B2C263A0-D76E-44EA-A0BC-3BED6A941F80}" dt="2022-02-07T23:17:21.262" v="330"/>
        <pc:sldMkLst>
          <pc:docMk/>
          <pc:sldMk cId="88979154" sldId="1369"/>
        </pc:sldMkLst>
        <pc:spChg chg="mod">
          <ac:chgData name="Ahamed, Md Maruf [E CPE]" userId="6f647de5-aeca-43cd-b76c-e84c6089bcf4" providerId="ADAL" clId="{B2C263A0-D76E-44EA-A0BC-3BED6A941F80}" dt="2022-02-05T17:27:54.540" v="66" actId="6549"/>
          <ac:spMkLst>
            <pc:docMk/>
            <pc:sldMk cId="88979154" sldId="1369"/>
            <ac:spMk id="92162" creationId="{63735475-B337-4CEA-9AD6-CB651A344C98}"/>
          </ac:spMkLst>
        </pc:spChg>
        <pc:inkChg chg="del">
          <ac:chgData name="Ahamed, Md Maruf [E CPE]" userId="6f647de5-aeca-43cd-b76c-e84c6089bcf4" providerId="ADAL" clId="{B2C263A0-D76E-44EA-A0BC-3BED6A941F80}" dt="2022-02-05T17:24:43.253" v="37" actId="478"/>
          <ac:inkMkLst>
            <pc:docMk/>
            <pc:sldMk cId="88979154" sldId="1369"/>
            <ac:inkMk id="2" creationId="{20459317-5290-43AE-936A-633FBC78B40F}"/>
          </ac:inkMkLst>
        </pc:inkChg>
        <pc:inkChg chg="add">
          <ac:chgData name="Ahamed, Md Maruf [E CPE]" userId="6f647de5-aeca-43cd-b76c-e84c6089bcf4" providerId="ADAL" clId="{B2C263A0-D76E-44EA-A0BC-3BED6A941F80}" dt="2022-02-07T23:17:21.262" v="330"/>
          <ac:inkMkLst>
            <pc:docMk/>
            <pc:sldMk cId="88979154" sldId="1369"/>
            <ac:inkMk id="2" creationId="{F8F11A14-1EFD-4E34-8FF1-D251997E2D39}"/>
          </ac:inkMkLst>
        </pc:inkChg>
      </pc:sldChg>
      <pc:sldChg chg="addSp delSp">
        <pc:chgData name="Ahamed, Md Maruf [E CPE]" userId="6f647de5-aeca-43cd-b76c-e84c6089bcf4" providerId="ADAL" clId="{B2C263A0-D76E-44EA-A0BC-3BED6A941F80}" dt="2022-02-07T23:17:21.262" v="330"/>
        <pc:sldMkLst>
          <pc:docMk/>
          <pc:sldMk cId="1526492646" sldId="1370"/>
        </pc:sldMkLst>
        <pc:inkChg chg="del">
          <ac:chgData name="Ahamed, Md Maruf [E CPE]" userId="6f647de5-aeca-43cd-b76c-e84c6089bcf4" providerId="ADAL" clId="{B2C263A0-D76E-44EA-A0BC-3BED6A941F80}" dt="2022-02-05T17:25:54.205" v="41" actId="478"/>
          <ac:inkMkLst>
            <pc:docMk/>
            <pc:sldMk cId="1526492646" sldId="1370"/>
            <ac:inkMk id="2" creationId="{3A252D30-7CF6-4EC2-99CC-630010A9C086}"/>
          </ac:inkMkLst>
        </pc:inkChg>
        <pc:inkChg chg="add">
          <ac:chgData name="Ahamed, Md Maruf [E CPE]" userId="6f647de5-aeca-43cd-b76c-e84c6089bcf4" providerId="ADAL" clId="{B2C263A0-D76E-44EA-A0BC-3BED6A941F80}" dt="2022-02-07T23:17:21.262" v="330"/>
          <ac:inkMkLst>
            <pc:docMk/>
            <pc:sldMk cId="1526492646" sldId="1370"/>
            <ac:inkMk id="2" creationId="{E968D0C9-8F80-4FD7-8289-140439770FB0}"/>
          </ac:inkMkLst>
        </pc:inkChg>
      </pc:sldChg>
      <pc:sldChg chg="addSp delSp">
        <pc:chgData name="Ahamed, Md Maruf [E CPE]" userId="6f647de5-aeca-43cd-b76c-e84c6089bcf4" providerId="ADAL" clId="{B2C263A0-D76E-44EA-A0BC-3BED6A941F80}" dt="2022-02-07T23:17:21.262" v="330"/>
        <pc:sldMkLst>
          <pc:docMk/>
          <pc:sldMk cId="1683050056" sldId="1371"/>
        </pc:sldMkLst>
        <pc:inkChg chg="del">
          <ac:chgData name="Ahamed, Md Maruf [E CPE]" userId="6f647de5-aeca-43cd-b76c-e84c6089bcf4" providerId="ADAL" clId="{B2C263A0-D76E-44EA-A0BC-3BED6A941F80}" dt="2022-02-05T17:26:06.205" v="42" actId="478"/>
          <ac:inkMkLst>
            <pc:docMk/>
            <pc:sldMk cId="1683050056" sldId="1371"/>
            <ac:inkMk id="2" creationId="{09129D54-3846-47F2-AE93-8F1398571988}"/>
          </ac:inkMkLst>
        </pc:inkChg>
        <pc:inkChg chg="add">
          <ac:chgData name="Ahamed, Md Maruf [E CPE]" userId="6f647de5-aeca-43cd-b76c-e84c6089bcf4" providerId="ADAL" clId="{B2C263A0-D76E-44EA-A0BC-3BED6A941F80}" dt="2022-02-07T23:17:21.262" v="330"/>
          <ac:inkMkLst>
            <pc:docMk/>
            <pc:sldMk cId="1683050056" sldId="1371"/>
            <ac:inkMk id="2" creationId="{8B42C5ED-66D6-4E2C-B887-30B5D6A5D427}"/>
          </ac:inkMkLst>
        </pc:inkChg>
      </pc:sldChg>
      <pc:sldChg chg="modSp">
        <pc:chgData name="Ahamed, Md Maruf [E CPE]" userId="6f647de5-aeca-43cd-b76c-e84c6089bcf4" providerId="ADAL" clId="{B2C263A0-D76E-44EA-A0BC-3BED6A941F80}" dt="2022-02-05T17:32:03.452" v="142" actId="20577"/>
        <pc:sldMkLst>
          <pc:docMk/>
          <pc:sldMk cId="1095066349" sldId="1372"/>
        </pc:sldMkLst>
        <pc:spChg chg="mod">
          <ac:chgData name="Ahamed, Md Maruf [E CPE]" userId="6f647de5-aeca-43cd-b76c-e84c6089bcf4" providerId="ADAL" clId="{B2C263A0-D76E-44EA-A0BC-3BED6A941F80}" dt="2022-02-05T17:32:03.452" v="142" actId="20577"/>
          <ac:spMkLst>
            <pc:docMk/>
            <pc:sldMk cId="1095066349" sldId="1372"/>
            <ac:spMk id="10" creationId="{587B8DB9-E669-4B99-87C4-1613B3C6DF1A}"/>
          </ac:spMkLst>
        </pc:spChg>
        <pc:spChg chg="mod">
          <ac:chgData name="Ahamed, Md Maruf [E CPE]" userId="6f647de5-aeca-43cd-b76c-e84c6089bcf4" providerId="ADAL" clId="{B2C263A0-D76E-44EA-A0BC-3BED6A941F80}" dt="2022-02-05T17:28:39.542" v="120" actId="20577"/>
          <ac:spMkLst>
            <pc:docMk/>
            <pc:sldMk cId="1095066349" sldId="1372"/>
            <ac:spMk id="92162" creationId="{63735475-B337-4CEA-9AD6-CB651A344C98}"/>
          </ac:spMkLst>
        </pc:spChg>
      </pc:sldChg>
      <pc:sldChg chg="modSp add">
        <pc:chgData name="Ahamed, Md Maruf [E CPE]" userId="6f647de5-aeca-43cd-b76c-e84c6089bcf4" providerId="ADAL" clId="{B2C263A0-D76E-44EA-A0BC-3BED6A941F80}" dt="2022-02-05T17:35:42.044" v="159" actId="113"/>
        <pc:sldMkLst>
          <pc:docMk/>
          <pc:sldMk cId="1216808435" sldId="1373"/>
        </pc:sldMkLst>
        <pc:graphicFrameChg chg="modGraphic">
          <ac:chgData name="Ahamed, Md Maruf [E CPE]" userId="6f647de5-aeca-43cd-b76c-e84c6089bcf4" providerId="ADAL" clId="{B2C263A0-D76E-44EA-A0BC-3BED6A941F80}" dt="2022-02-05T17:35:42.044" v="159" actId="113"/>
          <ac:graphicFrameMkLst>
            <pc:docMk/>
            <pc:sldMk cId="1216808435" sldId="1373"/>
            <ac:graphicFrameMk id="3" creationId="{3B4EED4A-5C30-488E-8523-555006D00015}"/>
          </ac:graphicFrameMkLst>
        </pc:graphicFrameChg>
      </pc:sldChg>
      <pc:sldChg chg="addSp modSp add">
        <pc:chgData name="Ahamed, Md Maruf [E CPE]" userId="6f647de5-aeca-43cd-b76c-e84c6089bcf4" providerId="ADAL" clId="{B2C263A0-D76E-44EA-A0BC-3BED6A941F80}" dt="2022-02-07T23:17:21.262" v="330"/>
        <pc:sldMkLst>
          <pc:docMk/>
          <pc:sldMk cId="2650244490" sldId="1374"/>
        </pc:sldMkLst>
        <pc:spChg chg="mod">
          <ac:chgData name="Ahamed, Md Maruf [E CPE]" userId="6f647de5-aeca-43cd-b76c-e84c6089bcf4" providerId="ADAL" clId="{B2C263A0-D76E-44EA-A0BC-3BED6A941F80}" dt="2022-02-05T17:51:32.454" v="280" actId="20577"/>
          <ac:spMkLst>
            <pc:docMk/>
            <pc:sldMk cId="2650244490" sldId="1374"/>
            <ac:spMk id="10" creationId="{587B8DB9-E669-4B99-87C4-1613B3C6DF1A}"/>
          </ac:spMkLst>
        </pc:spChg>
        <pc:spChg chg="mod">
          <ac:chgData name="Ahamed, Md Maruf [E CPE]" userId="6f647de5-aeca-43cd-b76c-e84c6089bcf4" providerId="ADAL" clId="{B2C263A0-D76E-44EA-A0BC-3BED6A941F80}" dt="2022-02-05T17:52:59.474" v="326" actId="14100"/>
          <ac:spMkLst>
            <pc:docMk/>
            <pc:sldMk cId="2650244490" sldId="1374"/>
            <ac:spMk id="92162" creationId="{63735475-B337-4CEA-9AD6-CB651A344C98}"/>
          </ac:spMkLst>
        </pc:spChg>
        <pc:graphicFrameChg chg="modGraphic">
          <ac:chgData name="Ahamed, Md Maruf [E CPE]" userId="6f647de5-aeca-43cd-b76c-e84c6089bcf4" providerId="ADAL" clId="{B2C263A0-D76E-44EA-A0BC-3BED6A941F80}" dt="2022-02-05T17:45:04.767" v="161" actId="6549"/>
          <ac:graphicFrameMkLst>
            <pc:docMk/>
            <pc:sldMk cId="2650244490" sldId="1374"/>
            <ac:graphicFrameMk id="3" creationId="{3B4EED4A-5C30-488E-8523-555006D00015}"/>
          </ac:graphicFrameMkLst>
        </pc:graphicFrameChg>
        <pc:inkChg chg="add">
          <ac:chgData name="Ahamed, Md Maruf [E CPE]" userId="6f647de5-aeca-43cd-b76c-e84c6089bcf4" providerId="ADAL" clId="{B2C263A0-D76E-44EA-A0BC-3BED6A941F80}" dt="2022-02-07T23:17:21.262" v="330"/>
          <ac:inkMkLst>
            <pc:docMk/>
            <pc:sldMk cId="2650244490" sldId="1374"/>
            <ac:inkMk id="2" creationId="{3D31F377-C613-470B-8EBA-0672DDAD7DAE}"/>
          </ac:inkMkLst>
        </pc:inkChg>
      </pc:sldChg>
    </pc:docChg>
  </pc:docChgLst>
</pc:chgInfo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>
            <a:extLst>
              <a:ext uri="{FF2B5EF4-FFF2-40B4-BE49-F238E27FC236}">
                <a16:creationId xmlns:a16="http://schemas.microsoft.com/office/drawing/2014/main" id="{F16A246E-1165-E245-A7EB-0772963E03CB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/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Times" charset="0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7283" name="Rectangle 3">
            <a:extLst>
              <a:ext uri="{FF2B5EF4-FFF2-40B4-BE49-F238E27FC236}">
                <a16:creationId xmlns:a16="http://schemas.microsoft.com/office/drawing/2014/main" id="{2440F699-AA4E-4A4F-915B-4E190BCFD039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/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" charset="0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7284" name="Rectangle 4">
            <a:extLst>
              <a:ext uri="{FF2B5EF4-FFF2-40B4-BE49-F238E27FC236}">
                <a16:creationId xmlns:a16="http://schemas.microsoft.com/office/drawing/2014/main" id="{EA62CF11-F0EA-0848-BA90-DDCC4F4E76E9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/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Times" charset="0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7285" name="Rectangle 5">
            <a:extLst>
              <a:ext uri="{FF2B5EF4-FFF2-40B4-BE49-F238E27FC236}">
                <a16:creationId xmlns:a16="http://schemas.microsoft.com/office/drawing/2014/main" id="{ABB4707E-3172-FE4D-BE44-CD82F8236D0E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/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" charset="0"/>
                <a:ea typeface="ＭＳ Ｐゴシック" charset="-128"/>
              </a:defRPr>
            </a:lvl1pPr>
          </a:lstStyle>
          <a:p>
            <a:pPr>
              <a:defRPr/>
            </a:pPr>
            <a:fld id="{F85064E9-D108-4958-BC0A-32345D0A6B4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336.48792" units="1/cm"/>
          <inkml:channelProperty channel="Y" name="resolution" value="378.5488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2-07T22:27:30.61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13210 9176 1630 0,'0'0'36'16,"-3"0"7"-16,-9-5 48 0,6 0-82 0,3 2-9 0,0-2 0 0,3 5 0 0,-3-3 53 0,3 3 9 0,0 0 2 0,0 0 0 16,0 0-18-16,0 0-3 15,0 0-1-15,0 0 0 0,0 0-17 0,0 0-3 0,0 0-1 0,6 5 0 16,0 3-21-16,0 3 8 0,3 2-8 0,0 0 0 15,2 1 0-15,1-1 0 0,3 0 0 0,-3 3-12 32,3-3-15-32,0 3-3 0,-3-3-1 0,3 3 0 15,0-3 4-15,0-5 1 0,-4 0 0 0,1-2 0 16,6-1-11-16,-3-2-3 0,-3-3 0 0,3-3 0 0,0-2 62 0,0-3 12 0,-1 0 2 0,1-6 1 16,3 4-1-16,0-6-1 0,0-2 0 0,3-4 0 15,0-4-1-15,2-3 0 0,-2-3 0 0,3-2 0 16,0-3-15-16,0 0-3 0,0-3-1 0,2 0 0 15,1 6-15-15,0-3 0 0,0 0 0 0,2-3 0 16,1 3 8-16,0 0 0 0,0 0-8 0,0 2 12 16,-4 6-12-16,1 3-8 0,-3 2 8 0,0 0-13 15,-6 8 13-15,-1-2 0 0,-2 5 12 0,0 2-12 16,-3 6-12-16,-3-1-10 0,0 1-2 0,-3 5 0 16,0 0-165-16,-6 0-34 15,0 0-6-15,-6 16-2 0</inkml:trace>
  <inkml:trace contextRef="#ctx0" brushRef="#br0" timeOffset="500.319">13704 8880 1299 0,'0'0'28'0,"-6"3"7"0,0-1 1 0,0 4 0 0,-3-4-28 0,3 3-8 0,0 1 0 0,0-1 0 15,0 3 64-15,3-3 11 0,-3 3 2 0,3-2 1 16,-3-1-18-16,3 3-4 0,0 0-1 0,3 2 0 15,0-2-27-15,0 3-6 0,3 2-1 0,0 0 0 16,3 6-21-16,0 2 8 0,3 0-8 0,0 0 0 16,0 3 0-16,3-3 0 0,0 0 0 0,0-2-8 31,0-1-20-31,0-2-4 0,2 0-1 0,1-3 0 0,0-2 33 0,0-3 0 0,0-3 0 16,0 1 0-16,0-4-30 15,0-2 1-15,-1 0 0 0,4-2 0 0,-3-4 53 0,0 1 10 0,3-6 2 0,0 1 1 16,3-3 23-16,-4-3 4 0,4-3 0 0,0-5 1 15,-3 3-9-15,3-3-1 0,-3-2-1 0,0-3 0 16,-1 2-25-16,4-2-5 0,-3 0 0 0,3 0-1 0,-3 0-36 0,3 0-7 16,0 2-2-16,-1-4 0 15,1 2 39-15,3-1 8 0,0 1 2 0,3 3 0 0,-1-1-27 0,1 4-16 16,0-1 3-16,3 3 0 16,-3 2-103-16,-1 1-21 0,1 2-4 15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336.48792" units="1/cm"/>
          <inkml:channelProperty channel="Y" name="resolution" value="378.5488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2-07T22:28:36.988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context xml:id="ctx1">
      <inkml:inkSource xml:id="inkSrc42">
        <inkml:traceFormat>
          <inkml:channel name="X" type="integer" max="9600" units="cm"/>
          <inkml:channel name="Y" type="integer" max="7200" units="cm"/>
          <inkml:channel name="T" type="integer" max="2.14748E9" units="dev"/>
        </inkml:traceFormat>
        <inkml:channelProperties>
          <inkml:channelProperty channel="X" name="resolution" value="336.48792" units="1/cm"/>
          <inkml:channelProperty channel="Y" name="resolution" value="378.54889" units="1/cm"/>
          <inkml:channelProperty channel="T" name="resolution" value="1" units="1/dev"/>
        </inkml:channelProperties>
      </inkml:inkSource>
      <inkml:timestamp xml:id="ts1" timeString="2022-02-07T22:30:42.195"/>
    </inkml:context>
  </inkml:definitions>
  <inkml:trace contextRef="#ctx0" brushRef="#br0">18954 9065 1354 0,'0'0'38'0,"0"0"10"0,0 0-39 0,0 0-9 0,0 0 0 0,0 0 0 16,0 0 117-16,0 0 22 0,0-5 4 0,0 5 1 16,0 0-36-16,0 0-8 0,0 0 0 0,0 0-1 15,0 0-28-15,0 0-6 0,0 0-1 0,0 0 0 16,0 0-22-16,0 0-5 0,0 0-1 0,0 0 0 16,0 0-12-16,3 5-2 0,0 0-1 0,0 3 0 15,-3-2-9-15,3-1-1 0,-3 3-1 0,3 3 0 16,-3-4-10-16,0 4 10 0,3 0-10 0,-3-1 10 15,0 3-10-15,0-2 8 0,0 2-8 0,0-2 8 16,3 2-8-16,-3-2 0 0,3-1 0 0,-3-2 0 16,3 3 0-16,-3-1 0 0,3-2 0 0,-3 6 0 15,0-7 8-15,3 4-8 0,-3 0 0 0,0-1 8 0,0-2-8 16,0 3 0-16,0-3 0 0,0 2 8 0,0 1-8 16,0-3 0-16,-3 2 0 0,3 1 0 0,-3 0 10 0,3 2-10 15,0-3 12-15,-3 4-12 0,3-1 10 0,0 0-10 16,0 0 8-16,-3 0-8 0,3 1 8 0,0 2-8 15,0-3 8-15,0 3-8 0,0-3 11 0,0 3-3 16,0-3-8-16,0 0 12 0,0-2-2 0,3 2-1 16,-3 0 0-16,0-2 0 0,0 2 0 0,3 0 0 15,-3-2 0-15,0 2 0 0,0-2 2 0,0-1 0 16,0 1 0-16,0 0 0 0,0 2-11 0,0-3 0 0,0 4 0 16,-3-1 0-16,3 0 0 0,-3 0 0 0,6 0 0 15,-6 3 0-15,3-2 0 0,0 1 0 16,0-1 0-16,0 2 0 0,0-3 0 0,-3 3 0 15,3-3 0-15,0 3 0 0,0-3 0 0,0 0 0 0,0 0 0 0,-3-2 0 16,3 0 0-16,0 2 0 0,0-5 0 0,0 2 0 16,0 1 0-16,-3-3 0 0,3 2 0 0,0 1 0 15,0-3 0-15,0 0 0 0,0 3 0 0,0-4 0 16,0 1 0-16,0 0 0 0,0 0 0 0,0 0 0 16,0 0 0-16,0 0 0 0,0 3 0 0,0-3 0 15,0 2 0-15,0-2 0 0,0 0 0 0,0 3 0 16,0-1 0-16,0 1 0 0,0-1 0 0,0-2 0 15,0 3 0-15,0 0 0 0,0-1 0 0,0 3 0 16,0-2 0-16,0-1 0 0,0 1 0 0,0 2 0 16,0-2 0-16,0-1 0 0,0 4 0 0,0-4 0 15,0-2 0-15,0 3 0 0,0-1 0 0,0-2 0 16,0 0 0-16,0 3 0 0,0-3 0 0,0 2 0 16,3-2 0-16,-3 0 0 0,0 3 0 0,0-3 0 15,0 0 0-15,0 2 0 0,0-2 0 0,0 0 0 0,0 3 0 0,0-3 0 16,0 0 0-16,0 0 0 0,0 2 0 0,0-2 0 15,0 3 0-15,0-3 0 0,0 0 0 0,0 2 0 16,0 1 0-16,0 2 0 0,0-2 0 0,0-1 0 16,0 1 0-16,0 2 0 0,0-2 44 15,0 2 16-15,0-3 3 0,0 4 1 0,0-4-52 0,0 1-12 0,0-1 0 16,0 1 0-16,0 2 0 0,0-2 0 0,0-1 0 16,0-2 0-16,0 0 0 0,0 3 0 0,0-3 0 0,0 2 0 15,3-2 0-15,-3 0 0 0,0 0 0 0,0 0 0 16,0 0 0-16,0 0 0 0,0 0 0 0,0 0 0 15,0 0 0-15,0 0 0 0,0 0 0 0,0 0 0 16,0-3 0-16,0 3 0 16,0 0 8-16,0 0-8 0,0 0 12 0,0 0-4 0,0-1-8 0,0 1 12 15,-3 0-12-15,3 3-13 0,0-3 2 0,0 2 1 16,0 1 10-16,0 0 0 0,0-3 0 0,0 5 0 16,0-3 0-16,0 1 0 0,0 0 0 0,0-1 0 15,0 1 0-15,0 2 0 0,0-2 0 0,0-1 0 16,0 1 10-16,0-3 4 0,-3 2 1 0,3-2 0 15,0 0-15-15,0 0 0 0,0 0 0 0,-3-3 0 16,3 1 8-16,0-1-8 0,0 0 0 0,0 0 0 16,0-5 0-16,0 0 0 0,0 0 0 0,0 6 0 15,0-6 0-15,0 0 0 0,0 0-11 0,0 0 11 16,0 0-32-16,0 0 2 0,0 0 0 0,0 0 0 16,0-8-78-16,0-3-15 0,0-2-3 0,0-8-699 15,3-3-140-15</inkml:trace>
  <inkml:trace contextRef="#ctx0" brushRef="#br0" timeOffset="1879.274">18981 9131 907 0,'0'0'20'0,"0"0"4"0,0 0 0 0,0 0 2 0,0 0-26 0,0 0 0 0,-3-5 0 0,3 5 0 16,0-5 65-16,0 5 8 0,0-6 2 0,0 6 0 15,0 0-18-15,0-5-3 0,0 5-1 0,0 0 0 16,0 0-1-16,0 0-1 16,0 0 0-16,0 0 0 0,0 0-6 0,0 0-1 15,0 0 0-15,0 0 0 0,0 0-6 0,0 0-2 16,0 0 0-16,0 0 0 0,0 0-2 0,0 0-1 0,0 0 0 0,0 0 0 16,0 0-3-16,0 0-1 0,0 0 0 0,0 0 0 15,0 0-5-15,0 0 0 0,0 0-1 0,0 0 0 16,0 0-6-16,0 0-1 0,0 0 0 0,0 0 0 15,0 0 2-15,0 0 0 0,0 0 0 0,6 3 0 16,-3-1 2-16,3 1 0 0,0-3 0 0,0 0 0 16,0 3-7-16,0-3-1 0,3 0 0 0,-3 0 0 15,3 0 0-15,0 0-1 0,0 0 0 0,3 0 0 0,-1 0-3 16,1 0 0-16,0-3 0 0,3 3 0 16,0 0-8-16,0-3 0 0,3 3 0 0,0 0 0 0,-3 0 0 0,2 0 8 15,1 0-8-15,0 0 0 0,0 0 0 0,-3 0 0 16,0 0 0-16,0 3 0 0,0-3 0 0,-4 3 8 15,4-3-8-15,-3 2 0 0,0-2 0 16,0 3 0-16,0-3 8 0,0 3-8 0,3-3 0 0,0 2 0 16,-1-2 0-16,4 3 0 0,0-3 0 15,3 3 0-15,0-3 0 0,6 0 8 0,-4 2-8 0,4-2 0 16,0 0 0-16,3 0 0 0,-6 3 0 0,2-3 0 16,1 0 0-16,0 0 0 0,0 0 0 0,0 0 0 15,2 0 0-15,7-3 0 0,-3 3 0 0,3 0 0 16,-1 0 0-16,1 0 0 0,0 0 0 0,-7 0 12 15,1 0-12-15,0-2 12 0,0 2-12 0,0 0 10 0,-1-3-10 0,4 3 10 16,3-3-10-16,-4 3 0 0,4 0 9 0,-3 0-9 16,0 0 9-16,-4 0-9 0,1 0 12 15,-6 3-12-15,0-3 8 0,0 0-8 0,2 0 0 0,1 0 0 16,0 0 8-16,3 0-8 0,-3 0 9 0,2 0-9 16,-2 0 0-16,3 0 8 0,-3 0-8 0,-1 3 0 15,-2-3 0-15,0 0 0 0,0 0 0 0,-6 2 0 16,0-2 0-16,0 0 8 0,-1 0-8 0,4 3 0 15,-6-3 0-15,6 3 0 0,-6-3 0 0,6 2 0 16,-3-2 0-16,2 0 0 0,1 3 0 0,0 0 0 16,-3-3 0-16,3 0 0 0,-3 2 0 0,-1-2 0 15,1 3 0-15,0-3 0 0,-3 2 0 0,3-2 0 16,-3 3 0-16,0 0 0 0,-3-1 0 0,-1-2 0 16,1 3 8-16,0 0-8 0,-3-3 0 0,0 2 0 15,3-2 8-15,0 0-8 0,0 3 0 0,-3-3 9 0,3 3-9 16,0-3 0-16,-3 0 0 0,2 2 0 15,1-2 9-15,-3 0-9 0,3 0 10 0,0 0-10 0,0 0 12 0,0 0-4 16,0 0-8-16,0 0 12 0,0 0-2 0,0 3-1 16,-1-3 0-16,-2-3 0 0,3 3 2 0,0 0 0 15,0 0 0-15,-3 0 0 0,3 0-11 0,-3 0 0 16,0 0 0-16,0 0 8 0,0 0-8 0,-3 0 8 0,0 0-8 16,-1 0 8-16,1 0-8 0,0 0 12 0,0 0-12 15,0 3 12-15,-3 0-4 0,0-3-8 0,3 0 12 0,-3 2-4 16,3-2 0-16,-6 0-8 0,3 0 12 0,-3 0-4 15,3 3 3-15,3-1 0 0,-6-2 0 0,0 0 0 16,3 0 1-16,-3 0 0 0,0 0 0 16,3 3 0-16,-3-3-1 0,6 5 0 0,-6-5 0 15,3 3 0-15,-3-3-3 0,0 0 0 0,3 5 0 0,-3-5 0 16,0 0 0-16,3 6 0 0,0-4 0 0,-3-2 0 16,3 8 2-16,-3-2 0 0,0-6 0 0,3 5 0 15,0 3-2-15,-3 0-8 0,3-3 12 0,-3 0-4 16,0 1 0-16,0 2-8 0,0-3 12 0,0 3-4 15,0 0 0-15,0 0-8 0,0 0 12 0,0-1-4 16,0-1-8-16,-3 2 12 0,3 0-12 0,0 0 12 16,0 2-12-16,-3 1 10 0,3-1-10 0,0 4 10 15,0-1-10-15,0 3 8 0,-3 2-8 0,3 3 8 0,0 3 0 16,0 0-8-16,0 2 12 0,0 1-4 0,0-3 6 16,3 0 1-16,-3-1 0 0,0-1 0 0,0-1 9 0,0-3 3 15,0 3 0-15,0 1 0 0,0 1-27 0,0 1-9 16,-3 5 0-16,0 3 0 0,3 0 9 15,0 0 12-15,-3-3-2 0,0 2-1 0,3-4 2 16,-3-3 0-16,3-3 0 0,-3 0 0 0,0 0-11 16,3-2 0-16,-3-1 9 0,0 1-9 0,0-1 0 15,0 1 8-15,0 2-8 0,0 0 0 16,0 0-8-16,0 3-7 0,3-3-1 0,-3 3 0 0,3-3 16 16,-3 0 0-16,0 1 0 0,3-4 0 0,-3 1 0 0,3-3 0 15,0-1 0-15,-3-1 0 0,3 2 0 0,0-3 0 16,0-3 0-16,-3 4 0 0,3-4 0 0,0 1 0 15,0-1 0-15,0 1 0 0,0-1 0 0,0 1 0 16,0 0 0-16,0-1 0 0,0 1 0 0,0 2 0 16,0-2 0-16,0 2 0 0,0 0 0 0,-3 0 0 0,3 1 0 0,0-1 0 15,0 0 0-15,0-2 0 0,0 2 0 0,0 0 0 16,0-2 0-16,0-1 0 0,0 1 0 0,0 2 0 16,0-2 12-16,0-1 4 0,0-2 2 0,0 0 0 15,0 0-18-15,0 0 0 0,0 0 0 0,0 0 0 16,0 0 0-16,0-3 0 0,0 3 0 0,0-3 0 15,3 3 0-15,-3-2 0 0,0-1 0 0,0 3 0 16,3-3 0-16,-3 0 0 0,0 1 0 0,0 2 0 16,0-6-11-16,0 3 11 0,0-5-12 0,3 8 12 15,-3-8-22-15,0 3 2 0,0-3 1 0,0 8 0 16,0-8-17 0,0 0-4-16,0 0-1 0,3 5 0 0,-3-5-94 0,0 0-18 15,0 0-4-15,0 0-683 0,0 0-137 0</inkml:trace>
  <inkml:trace contextRef="#ctx0" brushRef="#br0" timeOffset="6728.893">19008 11328 1267 0,'0'0'28'0,"0"0"5"0,0 0 2 0,0 0 1 0,-3-3-36 0,3-2 0 0,0 5 0 0,-3-6 0 15,3 6 0-15,0-5 0 16,0 5 0-16,0 0 0 0,0-5 75 0,0 5 8 0,0 0 1 0,0 0 1 15,0 0-33-15,0 0-8 0,0 0 0 0,0 0-1 16,0 0 29-16,0 0 5 0,6-3 2 0,-6 3 0 16,6 0-38-16,-3 0-7 0,3-3-2 0,0 3 0 15,-3 0-4-15,3 0-2 0,0 0 0 0,3 3 0 16,-3-3-2-16,3 0-1 0,0 3 0 0,-1-3 0 16,4 0 7-16,0 2 2 0,0-2 0 0,0 3 0 15,3-3-32-15,-3 0 0 0,3 0 0 0,3 3 0 16,-4-3 0-16,4 0 0 0,-3 0 0 0,3 0 0 15,0 0 0-15,0 0-16 0,-3 0 1 0,3 0 1 16,-4 0 14-16,1 0 0 0,0 0 0 0,0 2 0 16,0-2 0-16,0 3 0 0,3-3 0 0,3 0 0 15,-1 0 13-15,4 0-1 0,0 0 0 0,6-3 0 16,-3 3-12-16,2-2 0 0,4 2 0 0,-3-3 0 0,0 3 0 16,-4 0 0-16,1-3 0 0,0 3 0 15,0 0-8-15,0-2-5 0,-1 2-1 0,4 0 0 16,0 0 14-16,0 0 0 0,-1 0 0 0,1 0 0 0,0 0 0 0,0 0 0 15,-4 2 0-15,-2 1 0 0,-3-3 10 0,0 0-2 16,0 3 0-16,0-3 0 0,-3 2 4 0,-1 1 1 16,-2 0 0-16,3-3 0 0,0 2-4 0,0 1-1 15,-3 0 0-15,3-1 0 0,-4 1-8 0,4-3 12 16,0 2-12-16,-3 1 12 0,0 0-4 0,0-1 0 0,0 1 0 0,0 2 0 16,-3-2-8-16,2 0 0 0,1-1 9 0,-3 4-9 15,0-4 0-15,0 1 0 0,0 0 0 0,0-1 0 16,0 1 0-16,-3-3 0 0,3 2 0 0,-4 1 8 15,1-3-8-15,3 3 0 0,-3-3 0 0,3 2 0 16,0 1 0-16,0-3 0 0,3 0 0 0,0 3 0 16,-3-1 0-16,3-2 0 0,-1 0 0 0,1 3 0 15,0 0 0-15,0-1 0 0,3-2 8 0,-3 3-8 16,0 0 9-16,3-1-9 0,-4-2 12 0,1 3-12 16,0-1 9-16,0 1-9 0,0 0 0 0,0-3 9 15,-3 2-9-15,3 1 0 0,-3-3 0 0,-1 0 8 16,1 3-8-16,0-3 0 0,0 0 0 0,0 0 0 15,0 0 0-15,0 0 8 0,0 0-8 0,0 0 0 16,3 0 8-16,-4 0-8 0,1 0 0 0,3 2 8 16,-3-2-8-16,3 0 8 0,0 0-8 0,-3 0 8 15,3 0-8-15,0 3 12 0,-1-3-12 0,-2 3 12 0,3-1-12 16,0-2 0-16,0 3 9 0,0-3-9 0,-3 3 0 0,3-1 8 16,-3-2-8-16,0 3 0 0,-4-3 0 0,4 0 0 15,-3 3 0-15,0-3 0 0,0 0 0 0,0 0 0 16,-3 0 0-16,3 0 8 0,0 0-8 0,0 0 8 15,0 0-8-15,0 0 8 0,0 0-8 0,0 0 9 16,-1-3-9-16,1 3 10 0,0 0-10 0,0 0 0 16,0 0 9-16,3 0-9 0,-6 0 8 0,3 0-8 15,0 0 10-15,3 0-10 0,-3 0 10 16,0 0-10-16,0 0 10 0,0 0-10 0,-1 0 10 0,1 0-10 16,0 0 10-16,0 0-10 0,-3 0 8 0,3 0-8 15,-3 0 0-15,0 0 9 0,0 0-1 0,0 0 0 0,0 0 0 16,0 0 0-16,0-3-8 0,0 3 0 15,-3 0 0-15,3 0 0 0,0-2 0 0,-6 2 0 0,3 0 0 0,3-3 8 16,0 3-8-16,-6 0 0 0,3 0 0 0,2 0 0 16,1-3 0-16,-3 3 0 15,-3 0 0-15,6-2 0 0,-6 2 0 0,3-3 0 0,0 0 0 0,-3 3 0 16,6 0 0-16,-6 0 0 0,3-5 0 0,-3 5 0 16,3-3 0-16,-3 3 0 0,3-2 0 0,-3 2 0 15,3-3 0-15,-3 3 0 0,3-5 0 0,-3 5 0 16,3-3 0-16,-3 3 0 0,0 0 8 0,3-5-8 15,0 0 0-15,-3-1 0 0,0 6 0 0,3-5 8 16,-3 0-8-16,0 2 0 0,0-2 0 0,0 0 0 16,0-1 0-16,0 1 0 0,0 0 0 0,0 5 0 15,0-8 0-15,0 2 8 0,0 1-8 0,0 0 0 16,0 2 0-16,0-2 0 0,0 5 0 0,0-8 0 16,0 5 0-16,-3-2 0 0,3 0 0 0,0-1 0 15,0 1 0-15,0 0 0 0,0 0 0 0,0-1 0 16,0 1 0-16,0 0 0 0,0-1 0 0,0 1 0 0,0-3 0 0,0 3 0 15,0 0 0-15,0-3 0 0,0 2 12 0,0 1-4 16,0-3 0-16,3 0 0 0,-3 0 4 0,0 0 0 16,0 0 0-16,0 0 0 0,0 0 0 0,3 1 1 15,-3-1 0-15,0-3 0 0,0 3-2 0,0 0-1 16,0 0 0-16,0 0 0 0,0 0-10 0,0 0 10 0,0 3-10 16,0 0 10-16,0 0-10 0,0-1 10 0,-3 1-10 0,3 0 10 15,0-1-10-15,-3 4 0 0,3-4 0 0,0 4 8 16,-3-4-8-16,3 6 0 0,0-5 0 0,-3 0 0 15,3 5 0-15,-3-3 0 0,3-2 0 0,0 5 0 16,-3-3 0-16,3 3 0 16,0-5 0-16,0 5 0 0,-3-5-17 0,3 2-3 15,0-2 0-15,0-1 0 16,0 1-28-16,3 3-5 0,-3-4-2 0,3-2 0 16,0 3-164-16,-3-3-33 0</inkml:trace>
  <inkml:trace contextRef="#ctx0" brushRef="#br0" timeOffset="8469.065">20356 9237 1191 0,'0'0'26'0,"0"0"6"0,0 0 0 0,0 0 2 0,0 0-34 0,0 0 0 0,0 0 0 0,3 0 0 16,0-2 79-16,-3 2 9 0,3-6 1 0,-3 6 1 15,3-2-18-15,0-1-4 0,-3 3-1 0,0 0 0 16,3-3-9-16,-3 3-2 0,0 0 0 0,6 0 0 15,-6 0-7-15,0 0-1 0,0 0-1 0,0 0 0 16,0 0-5-16,0 0-1 0,0 0 0 0,0 0 0 16,0 0-6-16,3 3-2 0,0 2 0 0,0-2 0 15,-3-3-11-15,0 5-2 0,3 0-1 0,-3 1 0 16,0 2-4-16,3-6-1 0,0 4 0 0,-3-1 0 16,3 0 0-16,-3 1 0 0,0-1 0 0,3 3 0 15,-3-6-2-15,0 6 0 0,0-2 0 0,0-1 0 0,0 3 1 16,0-3 0-16,0 0 0 0,0 3 0 0,-3 0-1 15,3 0 0-15,0 3 0 0,0-3 0 0,-3 5 2 16,3-2 0-16,0 2 0 0,0 0 0 0,0 3-14 0,0 0 9 16,0 0-9-16,0 2 8 0,0 1-8 15,0-1 10-15,-3-2-10 0,3 3 10 0,0-3-10 0,-3-1 10 16,3 1-10-16,-3-3 10 0,3 1-2 0,-3-1-8 16,3-2 12-16,-3 2-4 0,0-3-8 0,3 1 12 0,-3-3-12 15,0 2 12-15,0-2-12 0,0 0 0 0,3 0 0 0,-3 3 8 16,0-3-8-16,3 0 8 0,-3 0-8 0,3 2 8 15,-3 1-8-15,3-1 0 0,0 1 9 0,-3 0-9 16,3-1 0-16,0 3 9 16,0 1-9-16,0-1 0 0,0 0 0 0,0 0 0 15,0 1 0-15,0 1 0 0,0-1 8 0,0 2-8 16,0-3 0-16,0 0 0 0,0-2 0 0,0 2 0 0,0-3 0 16,0 1 0-16,3 0 0 0,-3-1 0 0,0-2 0 0,0 3 0 15,3-3 9-15,-3 0-9 0,0-1 0 0,3 1 9 16,-3 0-9-16,0 0 0 0,3 0 9 0,-3 0-9 15,3 0 0-15,-3 3 9 0,0-3-9 0,3 2 0 16,-3-2 15-16,0 3-4 0,0 2-1 0,0 0 0 16,0 0-2-16,0 3 0 0,0 3 0 0,0-1 0 15,0 1 1-15,0-1 0 0,0 1 0 0,0-1 0 16,0 1 0-16,0-1 0 0,3-2 0 0,-3 0 0 16,0-3-1-16,3 1-8 0,-3-4 12 0,3 4-4 0,0-4-8 0,-3 1 10 15,3-1-10-15,-3 1 10 0,0-3-10 0,0 2 0 16,3-2 0-16,-3 0 8 0,0 0-8 0,0 3 8 15,0-3-8-15,0 2 8 0,0-2-8 0,0 3 0 16,0-1 9-16,3 1-9 0,-3 0 0 16,0 2 8-16,0 0-8 0,0 0 0 0,0 0 0 0,0 1 9 15,0-1-9-15,0 3 0 16,0-3 8-16,0 3-8 0,0-3 0 0,0-2 0 0,0 2 8 0,3-2-8 16,-3 2 0-16,0-3 0 0,0-2 0 0,0 0 0 15,0 0 0-15,3 0 0 0,-3 0 8 0,0 0-8 16,0 0 0-16,0-3 0 0,0 3 0 0,0-3 0 15,0 1 8-15,0 2-8 0,0-3 0 0,0 0 0 0,0 1 0 0,3-1 0 16,-3 0 0-16,0 0 0 16,0-2 0-16,0-3 0 0,0 8 0 0,0-3 0 0,0-5 0 0,0 6 0 15,0 2 8-15,0-3-8 0,0 0 0 16,3 3 0-16,-3-3 0 0,0 3 0 0,0-2 0 0,0 2 0 16,0-1 0-16,0-1 0 0,0 2 0 0,0 0 0 15,0 2 0-15,0-2 0 0,0 3 0 0,0-3 0 16,0 0 0-16,0 2 0 0,0-2 0 0,0 3 0 15,3-3 0-15,-3 0 0 0,0 0 0 0,0-1 0 16,3 1 0-16,-3 0 0 0,0-2 0 16,0-1 0-16,0 0 0 0,0 1 0 0,0-6 0 0,0 5 0 15,0-5 0-15,0 5 0 0,0 3 0 0,0-8 0 16,0 0 0-16,0 3 0 0,0 2 0 0,0-5 0 16,0 8 0-16,0-8 0 0,0 3 0 0,0 2 0 15,0-5 0-15,0 5 0 0,0-5 0 0,0 5 0 16,0 1 8-16,0-6-8 0,0 5 0 0,0-5 0 15,0 0 0-15,0 5 0 0,0-5 0 0,0 0 0 0,0 0 0 0,0 0 0 16,0 0 0-16,0 0 0 0,0 0-16 0,0 0 4 16,0 0 0-16,0 0 0 15,0 0-38-15,0 0-7 0,0 0-2 0,0 0 0 16,0-5-145-16,3-3-30 0,-3 0-6 0</inkml:trace>
  <inkml:trace contextRef="#ctx0" brushRef="#br0" timeOffset="9935.778">18963 10288 1202 0,'0'0'26'0,"0"0"6"0,0 0 0 0,0 0 3 0,0 0-35 0,0 0 0 0,0 0 0 0,0 0 0 15,0 0 80-15,0-3 8 0,0 3 3 0,0 0 0 16,0 0-30-16,0 0-5 0,0-5-2 0,0 5 0 16,0 0-19-16,0 0-4 0,3-3-1 0,-3 3 0 15,3-3-5-15,-3 3-1 0,3-5 0 0,3 5 0 16,-3-3 6-16,-3 3 1 0,6 0 0 0,0 0 0 15,0 0-1-15,0 0 0 0,0 0 0 0,0 0 0 16,0 0-10-16,3 0-1 0,0 0-1 0,0 0 0 16,0 0-6-16,3 0 0 0,-4 3-1 15,4-3 0-15,3 0 1 0,0 0 0 0,-3 0 0 0,6 0 0 16,-3 3-12-16,3-3 10 0,-3 2-10 0,2-2 10 16,-2 3-10-16,0-3 8 0,3 3-8 0,-3-1 8 15,0 1-8-15,0-3 8 0,0 3-8 0,-4-3 8 16,1 2 0-16,0-2-8 0,0 0 12 0,-3 0-4 15,3 0 2-15,0 0 0 0,-3 0 0 0,6 0 0 0,-3 0 2 16,0 0 1-16,2 0 0 0,-2 0 0 16,3 3-4-16,-3-3-1 0,3 0 0 0,3 3 0 15,-3-1-8-15,0 1 12 0,0-3-12 0,-1 3 12 0,1-1-12 0,0-2 12 16,0 3-12-16,0-1 12 0,3 1-4 0,-3-3 0 16,0 3 0-16,-1-1 0 0,-2-2-8 0,3 3 8 15,-3-3-8-15,3 0 8 0,-3 0-8 0,3 0 0 16,0 3 9-16,3-3-9 0,-1 0 0 0,4 2 8 15,-3-2-8-15,6 0 0 0,-3 0 0 0,3 3 9 16,-1-3-9-16,1 3 0 0,-3-1 8 0,3 1-8 16,-3 0 0-16,0-1 0 0,-1-2 0 0,-2 3 0 15,0-1 8-15,-3-2-8 0,3 3 0 0,0-3 0 16,3 3 0-16,-4-1 0 0,1-2 9 0,6 3-9 0,-3-3 0 16,3 3 9-16,-3-1-9 0,2 1 10 15,1-3-10-15,-3 5 10 0,0-5-10 0,0 3 8 0,3 0-8 0,-7-1 8 16,1-2-8-16,0 3 10 0,-3 0-10 0,3-1 10 15,-3 1-10-15,0-1 0 0,2 1 9 0,-2-3-9 16,3 3 0-16,-3-1 9 0,3-2-9 0,0 3 0 16,0 0 11-16,2-3-11 0,-2 2 10 0,3-2-10 15,-3 3 13-15,3-3-3 0,-3 3-1 0,0-3 0 16,-4 0-9-16,1 2 12 0,3-2-12 0,-3 0 12 16,0 3-12-16,-3-3 10 0,0 3-10 0,0-3 10 15,0 2-10-15,0-2 0 0,-4 0 9 0,4 3-9 16,0 0 0-16,3-3 9 0,-3 0-9 0,0 2 0 0,3-2 8 0,-3 0-8 15,0 3 0-15,3-1 0 0,-1-2 0 16,-2 0 10-16,3 0-10 0,0 3 8 16,0-3-8-16,-3 3 8 0,3-3-8 0,0 0 8 0,0 0-8 15,-1 2 0-15,-2-2 9 0,3 0-9 16,-3 3 0-16,0-3 9 0,0 3-9 0,-3-3 0 16,3 0 10-16,-3 0-10 0,0 2 8 0,0-2-8 15,-1 0 11-15,-2 3-3 0,3-3-8 0,-3 3 12 0,3-3-12 0,-3 0 9 16,3 2-9-16,-3-2 8 0,3 0-8 0,0 3 0 15,-3-3 0-15,3 0 0 0,0 0 8 0,-3 3-8 0,3-3 0 16,0 0 8-16,-3 0-8 0,2 2 12 16,1-2-12-16,-3 0 12 0,3 0-4 0,0 0-8 15,0 0 12-15,0 3-4 0,0-3-8 0,0 0 10 0,0 0-10 16,0 0 10-16,0 3-10 0,0-3 0 0,-3 0 0 0,3 0 0 16,-4 2 0-16,4-2 8 0,-3 0-8 0,0 0 0 15,0 0 8-15,0 0-8 0,0 0 8 0,0 0-8 16,0 0 8-16,0 3-8 0,0-3 8 0,0 0-8 15,0 0 8-15,0 0-8 0,0 0 8 0,0 0-8 16,-3 2 0-16,3-2 8 0,0 0-8 16,0 0 0-16,-3 0 8 0,0 3-8 15,2-3 0-15,-5 0 8 0,6 0-8 0,-3 0 8 0,-3 0-8 0,6 0 8 16,-3 3-8-16,-3-3 10 0,0 0-10 0,6 0 10 16,-6 0-10-16,6 0 0 0,-6 0 9 0,0 0-9 15,3 2 0-15,-3-2 0 0,6 0 0 0,-6 0 0 16,6 0 0-16,-6 0 0 0,6-2 0 0,-6 2 0 15,0 0-11-15,6 0-6 0,-6 0-2 0,3-6 0 16,3 4-121-16,-3-1-24 0,0-2-4 16</inkml:trace>
  <inkml:trace contextRef="#ctx0" brushRef="#br0" timeOffset="23710.364">18198 8163 1310 0,'0'0'37'0,"0"0"8"0,0 0-36 0,0 0-9 0,0 0 0 0,0 0 0 16,0 0 92-16,0 0 16 0,0 0 3 0,0 0 1 15,0 0-29-15,0 0-6 0,0 0-1 0,0 0 0 16,0 0-17-16,0 0-4 0,0 0-1 0,0 0 0 16,0 0-31-16,0 0-7 0,0 0 0 0,0 0-1 15,0 0 25-15,0 0 6 0,-3 3 1 0,0 4 0 0,3-7-24 0,0 6-5 16,0 2-1-16,0-3 0 0,3 0-17 0,-3 1 0 15,3 2 0-15,0-3 0 0,0 3 55 0,0 0 7 16,0-3 2-16,3 3 0 0,0-3-52 16,0 3-12-16,0 0 0 0,0 0 0 15,3 0 0-15,0 0 0 0,0 0 0 0,-3 2 0 0,3-2 0 16,0 3 0-16,0-3 0 0,0 0 0 0,-1 0 0 16,1 0 0-16,0 0 0 0,-3 0 0 0,3 0 0 0,3-3 0 15,-3 3 0-15,3 0 0 0,-3-3 0 0,0 0 0 16,3 3 0-16,-3-2 0 0,3 1 54 0,-3-1 8 15,-1-1 2-15,4 0 0 0,-3 1-52 0,3-1-12 0,-3 0 0 16,0 3 0-16,0-3 0 0,0 1 0 16,0-1 0-16,-3 0 0 0,0 1 0 0,0-1 0 0,3 0 0 0,-6 0 0 15,3 1 0-15,-1-1 0 0,-2 0 0 0,3 1 0 16,-3-1 0-16,3 0 0 0,-3 1 0 0,0-4 0 16,3 3 0-16,-3 1 0 0,0-1 0 0,0 0 0 15,3 1 0-15,-3-1 0 0,3 0 0 0,0 3 0 16,-3-3 0-16,3 3 0 0,-3-2 0 0,3 2 0 15,0 0 0-15,-3-1 0 0,3 1 0 0,-3 0 0 16,3 0 0-16,0 0 0 0,-3 3 0 0,3-3 0 16,0 0 0-16,-3 2 0 0,-1 1 0 0,4-3 0 15,-3 0 0-15,0 0 0 0,3 0 0 0,-3 0 0 0,3-1 0 16,-3 1 0-16,0-2 0 0,3 2 0 0,-3-3 0 16,3 0 0-16,-3 1 0 0,3 1 0 0,0-1 0 0,0-4 0 15,-3 4 0-15,3-4 0 0,0 1 0 0,0 0 0 16,0 2 0-16,0-2 0 0,-3-1 0 0,3 1 0 15,-3 0 0-15,0-1 0 0,0 1 0 0,3 2 0 16,-4-2 0-16,4-1 0 16,-3 1 0-16,0 0 0 0,0 2 0 0,0-2 0 0,0 2 0 0,0-2 0 15,0 2 0-15,0-3 0 0,-3-2 0 16,3 6 0-16,0-4 0 0,0 1 0 0,-3-3 0 0,3 5 0 16,0-2 0-16,3 2 0 0,-6-5 0 0,3 3 0 15,0 2 0-15,3-2 0 0,-3 2 0 0,3-2 0 16,-3-1 0-16,3 1 0 0,-3 0 54 0,-3-3 8 0,3 5 2 0,-3-5 0 15,3 3-52-15,0 2-12 0,0-2 0 0,-3-3 0 16,3 2 0-16,0 1 0 0,3 2 0 16,-6-5 0-16,3 3 0 0,-3-3 0 0,3 5 0 0,0-2 0 15,-3-3 0-15,3 5 0 0,-3-5 0 0,3 3 0 16,-3-3 0-16,0 5 0 0,3 0 0 0,-3-5 0 16,2 3 0-16,-2-3 0 0,3 5 0 0,0-2 0 15,-3-3 0-15,6 5 0 0,-6-5 0 0,0 0 0 16,3 6 0-16,-3-6 0 0,3 2 0 0,-3-2 0 15,3 5 0-15,0-2 0 0,-3-3 0 0,0 0 0 16,3 5 0-16,-3-5 0 0,0 0 0 0,3 3 0 16,-3-3 0-16,0 0 0 0,0 0 0 0,0 0 0 31,0 0-100-31,0 0-22 0,0 0-5 0,0 0-1127 0</inkml:trace>
  <inkml:trace contextRef="#ctx0" brushRef="#br0" timeOffset="27752.264">13903 10248 1788 0,'-6'-11'51'0,"3"9"10"0,0-6-49 0,0 2-12 0,-3-1 0 0,3-1 0 16,-3 2 106-16,0-2 18 0,1 3 4 0,-1 0 1 15,-3 0-99-15,3 2-20 0,-3 0-10 0,-3 1 10 16,3-1 39-16,-3 3 8 0,6 0 2 0,-3 3 0 16,0-1-47-16,-3 4-12 0,3-1 0 0,0 3 0 0,0 2 0 0,4 1 0 15,-4 2 0-15,3 3 0 16,-3 3 0-16,3 2 0 0,0 3 0 0,0-1 0 16,3 1 0-16,0 3 0 0,0-1 0 0,0 3 0 0,3-2 0 0,0-1 0 15,0 1 0-15,3-1 0 0,-3 0 0 0,3 1 0 16,0 2 0-16,0-3 0 15,0 4 0-15,0-1 0 0,0 0 0 0,-3-3 0 0,3 1 9 0,-3-3 0 16,0-1 0-16,0 1 0 16,-3-3-9-16,3 1 0 0,-3-4 0 0,0 1 0 0,-3-4 0 0,0 1 0 15,0-2-9-15,0-1 9 16,-3-3-32-16,0 1 1 0,0 0 0 0,0-4 0 16,0-1-35-16,0-1-7 0,1 0-2 0,-4-2-568 15,3 0-113-15</inkml:trace>
  <inkml:trace contextRef="#ctx0" brushRef="#br0" timeOffset="27988.264">13501 10587 1354 0,'0'0'38'0,"0"0"10"0,0 0-39 0,0 0-9 0,-6-3 0 0,6 3 0 16,0 0 88-16,0 0 16 0,0 0 4 0,0 0 0 15,0 0-18-15,0 0-3 0,0 0-1 0,0 0 0 16,9 0-5-16,-3 0-1 0,0 0 0 0,0 0 0 15,3 0-13-15,0 3-3 0,3-3-1 0,3 2 0 16,-3 1-22-16,3 0-4 0,2-3-1 0,1 2 0 16,0-2-12-16,0 0-4 0,0 0 0 0,0-2 0 15,0-1-32-15,2 0-6 0,1-2-2 0,3 0 0 16,0-1-86-16,3-2-18 0,0 1-3 0,5-1-1 16</inkml:trace>
  <inkml:trace contextRef="#ctx0" brushRef="#br0" timeOffset="34679.106">14192 10081 1958 0,'0'0'43'0,"0"0"9"0,-6 0 1 0,3 0 3 0,-3 3-45 0,3-3-11 0,-3 5 0 0,3-2 0 0,-3 5 74 15,0 0 13-15,0 0 2 0,0 5 1 0,-3 0-46 16,0 0-10-16,1 3-2 0,-1 3 0 0,-3 5-19 0,0-1-4 16,3 6-1-16,-3 6 0 0,6-1-8 0,-3 1 0 15,3-1 0-15,3 3 0 0,0-5 0 0,3 0 0 16,0-1 0-16,3 1 0 0,0 0-8 0,3-3 8 16,0 3 0-16,0-3 0 0,3 0 0 0,0 0 0 15,0-5-9-15,0 0 9 0,3-3 0 0,-3-3 0 0,2-2-8 0,-2-3 8 16,3 1-16-16,-3-4 0 0,3-2 0 0,-3 0 0 31,3-3-88-31,3-5-18 0,-3 3-3 0,0-3-1 0</inkml:trace>
  <inkml:trace contextRef="#ctx0" brushRef="#br0" timeOffset="35007.067">14600 10256 1695 0,'0'0'37'0,"0"0"8"0,0-5 2 0,0-1 1 0,3 4-39 0,-3 2-9 15,0-6 0-15,0 6 0 0,3-2 112 0,-3 2 20 16,0 0 4-16,0 0 0 0,0 0-57 0,0 0-12 15,0 0-3-15,0 0 0 0,0 0 0 0,-9 5 0 16,3 3 0-16,-3 3 0 16,3 2-51-16,-3 3-13 0,-3 2 0 0,0 3 0 15,0 0 0-15,0 3 0 0,-3 0 0 0,-2 0 0 0,-1 0 0 16,0-3 0-16,-3 0 0 0,0 0 0 16,-3-5-36-16,4 0-11 0,2 0-1 0,-3-3-1 15,3 0-75-15,0 1-16 0,3-6-2 0,-3-1-814 16</inkml:trace>
  <inkml:trace contextRef="#ctx0" brushRef="#br0" timeOffset="35233.092">14296 10388 1926 0,'3'-8'42'0,"-3"-5"9"0,3 0 1 0,0 0 3 0,0 2-44 0,0 0-11 0,-3 1 0 0,0-1 0 16,3 6 94-16,-3 0 17 0,0 5 3 0,0 0 1 15,0 0-54-15,0 0-10 0,0 0-3 0,6 2 0 16,0 6-12-16,0 0-4 0,0 3 0 0,3 2 0 15,-3 3-13-15,3 0-3 0,0 2-1 0,2-2 0 16,1 3-15-16,-3-1-12 0,0-2 3 0,3 3 0 16,0-4 9-16,-3 1 0 0,6-2 0 0,-6 1 0 15,3-1 0-15,-3-1 0 0,2 0 0 0,-2 0 0 32,3-2-156-32,-3 0-28 0,0-4-7 0,0-1-1 0</inkml:trace>
  <inkml:trace contextRef="#ctx0" brushRef="#br0" timeOffset="35458.951">14731 10565 1947 0,'0'0'43'0,"0"0"9"0,-3-2 1 0,0-3 2 0,3-1-44 0,0 1-11 0,0 5 0 0,-3-5 0 0,3 5 107 0,-3-3 19 15,3 3 4-15,-3-3 1 0,3 3-54 0,0 0-10 16,0 0-3-16,0 0 0 0,0 0 0 0,0 0 0 16,0 0 0-16,0 0 0 0,-3 6-51 0,0 2-13 0,3 0 0 0,-3-1 0 15,3 1 0-15,-3 0 0 0,3 0 0 0,-3 3 0 16,3-1 0-16,0 1 0 0,-3 0 0 0,3 2 0 15,0 3 0-15,-3-3 0 16,3 0 0-16,0 3 0 0,-3-3 0 0,3 3 0 16,0-5 0-16,0 2 0 15,0 0-176-15,0-5-37 0,3 0-8 0</inkml:trace>
  <inkml:trace contextRef="#ctx0" brushRef="#br0" timeOffset="35723.889">15025 10544 2030 0,'0'0'57'0,"0"0"14"0,0 0-57 0,3-2-14 0,3-1 0 0,-6 3 0 0,3 0 105 15,-3 0 19-15,6 0 3 0,-6 0 1 0,3 0-52 0,-3 0-9 16,6 3-3-16,-6-3 0 0,3 5-51 0,-3-5-13 15,0 8 0-15,0 0 0 0,0 0 0 0,-3 0 0 16,-3 2 0-16,0 1 0 0,0-1 32 0,-3 4 4 16,0-1 1-16,0 0 0 15,-2 3-55-15,2 0-11 0,0-3-3 0,-3 0 0 16,3 1-104-16,-3-1-20 0,3-3-5 0</inkml:trace>
  <inkml:trace contextRef="#ctx0" brushRef="#br0" timeOffset="36080.136">15597 10306 2286 0,'0'0'50'0,"0"0"10"0,0 0 3 0,0 0 1 0,0 0-51 0,0 0-13 0,0 0 0 0,0 0 0 16,0 0 82-16,0 0 14 0,0 0 2 0,0 0 1 16,0 0-39-16,0 0-8 0,0 0-2 0,0 0 0 15,0 0-18-15,0 0-3 0,-6 5-1 0,3 3 0 0,-3-2-4 0,-3 4 0 16,3 1-1-16,-3-1 0 16,-3 6-8-16,3 0-2 0,-3-3 0 0,-2 3 0 15,-1 0-13-15,0 3 0 0,0-3 8 0,0-1-8 16,0 1 14-16,0 0 0 0,0 0 0 0,-2 0 0 15,2 0-34-15,0-3-6 0,3 3-2 0,-6-3 0 16,3-2-13-16,0 2-3 0,0-5-1 0,3 2 0 16,-2-2-90-16,2 0-17 0,0-2-4 15,3-4-953-15</inkml:trace>
  <inkml:trace contextRef="#ctx0" brushRef="#br0" timeOffset="36312.16">15296 10470 1792 0,'3'-16'51'0,"-3"8"10"0,0-2-49 0,0-3-12 0,3-1 0 0,-3-2 0 15,0 3 156-15,3-3 29 16,-3 6 6-16,0-1 1 0,0 1-78 0,3 2-15 16,-3 0-3-16,0 2-1 0,0 6-45 0,0 0-9 0,0 0-1 15,0 0-1-15,0 0-12 0,6 6-3 0,-3-1 0 0,3 6 0 16,-3-1-6-16,3 3-2 0,0 3 0 0,0 0 0 16,0 0-16-16,0 0 10 0,0-3-10 0,3 6 8 15,0-6-8-15,0 0 0 0,-1 0 0 16,1 1 0-16,3-1 0 0,0 0-12 0,0-2 0 0,0-1 1 31,0 1-88-31,0-3-17 0,0 0-4 0,0 2-1 16,0-2-132-16,2 0-27 0,16 0-4 0,-12 0-2 0</inkml:trace>
  <inkml:trace contextRef="#ctx0" brushRef="#br0" timeOffset="36612.655">15647 10584 2109 0,'0'0'46'0,"0"0"10"0,0-5 1 0,3-1 3 0,0 1-48 0,3 0-12 15,0 0 0-15,0 2 0 0,0-2 72 0,0-1 11 16,0 4 2-16,0-1 1 0,0 0-18 0,3 1-3 16,-3 2-1-16,0 0 0 15,-3 0 0-15,-3 0 0 0,3 2 0 0,-3-2 0 0,6 3-51 0,-3 2-13 16,-3 1 0-16,0-1 0 0,0 3 0 0,-3 0 0 16,3 0 0-16,-3 0 0 0,0 2 0 0,-3 1 0 15,-3-1 0-15,3 1 0 16,-3 2-48-16,3 0-13 0,-3 1-3 0,3-1 0 0,0 0 52 0,0 0 12 15,3 1 0-15,0-1 0 16,3-3-54-16,0 1-8 0,3 0-2 16,0-1 0-16,0-5 52 0,3 3 12 0,0-2 0 0,3-4 0 0,0 1 0 0,0 0 0 0,0-1 0 0,0-2 0 15,3-2 0-15,-3-1 0 0,3 0 0 0,-3-2 0 32,2 0-54-32,1-3-8 0,0 0-2 0,0-3-947 0</inkml:trace>
  <inkml:trace contextRef="#ctx0" brushRef="#br0" timeOffset="36959.226">15895 10214 1851 0,'0'0'52'0,"-6"-6"12"16,3 1-51-16,0 2-13 0,0-2 0 0,3 5 0 15,-3-5 121-15,3 5 22 0,3-6 4 0,-3 6 1 0,3-2-57 0,3-1-11 16,3 1-3-16,-1 2 0 15,1 0-10-15,3 2-3 0,3 1 0 0,-3 2 0 16,6 3-10-16,-3 3-2 0,0-1-1 0,0 6 0 0,-1 5-22 0,-2 0-4 16,0 3-1-16,0 0 0 0,-3 2-12 0,0-2-4 15,-3 5 0-15,0-5 0 0,0 3-8 0,-6-3 12 16,3-1-12-16,-6 4 12 0,0-3-12 0,0-1 0 16,-3 4 9-16,-3-1-9 0,0 1 0 0,0 2 0 15,-3 3 0-15,0-3 0 0,-3-3 0 0,1 1-16 16,-1-4 2-16,-3 1 1 0,-3-5 13 0,3 2 0 0,-3-2 12 15,1-4-12-15,-1 1-12 0,0-3-10 16,3 3-2-16,-3-2 0 16,3-1-68-16,-3-3-15 0,4 4-2 0,-4-4-727 15,-3-2-146-15</inkml:trace>
  <inkml:trace contextRef="#ctx0" brushRef="#br0" timeOffset="45995.836">19029 7869 1465 0,'0'0'32'0,"0"0"6"0,0 0 2 0,0-2 2 0,0 2-34 0,-3-6-8 0,3 1 0 0,0 5 0 16,-3-5 85-16,3 5 15 0,-3-6 4 0,3 6 0 15,0 0-16-15,-3-5-2 0,3 5-1 0,0 0 0 16,0 0-18-16,-6 0-4 0,6 0-1 0,-9 5 0 16,3-2-20-16,-3 5-4 0,3 0-1 0,0 2 0 15,0 6-18-15,-3 0-4 0,-2 0-1 0,-1 5 0 16,-3 0-14-16,0 1 8 0,-6-4-8 0,0 3 0 15,3 0 8-15,-3-2-8 0,-2 0 0 0,2-1 9 16,0 1-9-16,0-1 0 0,3 1 0 0,0-1 0 16,1 1 0-16,2-1-9 0,0 1 0 0,3-3 0 31,0 2-27-31,0-5-4 0,3 1-2 0,-3-4 0 16,3 1-111-16,3-3-23 0,-3 0-4 0</inkml:trace>
  <inkml:trace contextRef="#ctx0" brushRef="#br0" timeOffset="46252.939">18594 8068 1459 0,'-3'-14'41'0,"3"9"10"0,-3 0-41 0,3 0-10 15,-3-1 0-15,3-2 0 0,0 3 124 0,0 0 24 16,-3-1 4-16,3 1 0 0,3 0-70 0,-3 5-14 16,0-5-4-16,0 5 0 0,6-6 0 0,-6 6 0 0,3 0 0 0,3 0 0 15,0 0-20-15,0 3-5 0,0 0-1 0,3 2 0 16,0 0-10-16,0 3-1 0,0-3-1 0,0 3 0 15,3 0-26-15,0 3 0 0,-1-3 0 0,1 2 0 16,0 1 0-16,3 0 0 16,-3-1 0-16,3 1 0 0,0 2 0 0,-3-2 0 15,3-1 0-15,-3 3 0 0,-1 1 0 0,1-1 0 16,0 0 0-16,0 0 0 0,-3-2 0 0,0 2 0 0,6-5 0 0,-6 3 0 31,0-3-251-31,0-3-55 0,-3 0-11 0,3 0-3 0</inkml:trace>
  <inkml:trace contextRef="#ctx0" brushRef="#br0" timeOffset="46530.434">19115 8078 1958 0,'0'0'43'0,"0"0"9"0,0 0 1 0,0 0 3 0,0 0-45 0,0 0-11 15,0 0 0-15,0 0 0 0,0 0 104 0,0 0 20 16,0 0 3-16,0 0 1 0,0 6-65 0,3 1-13 15,-3-7-2-15,0 6-1 0,0 2-9 0,3 0-2 16,-3 0 0-16,0 0 0 0,3-1-9 0,-3 4-3 16,0 0 0-16,0 2 0 0,0-3-9 15,0 4-3-15,0-1 0 0,0 3 0 0,3 0-4 0,-3 2 0 16,0-2-8-16,0 0 12 0,3 0-12 16,-3-3 9-16,0 0-9 0,3-2 8 0,-3 2-8 0,0-2 0 15,3-3 0-15,-3-3 0 0,3 3 0 0,0-3-16 16,-3-5 3-16,3 3 0 15,0-1-147-15,3-2-30 0,-3 0-6 0</inkml:trace>
  <inkml:trace contextRef="#ctx0" brushRef="#br0" timeOffset="55215.89">19600 8711 1501 0,'0'0'32'0,"0"0"8"0,0 0 0 0,0 0 4 0,0 0-36 0,0 0-8 16,-3-6 0-16,3 6 0 0,0 0 84 0,0 0 16 15,0 0 2-15,-3-2 1 0,3 2-43 0,-6 0-8 16,1 0-1-16,-1 2-1 0,0 1-26 0,0 2-6 15,0 1-1-15,0-1 0 0,0 3-8 0,0 0-1 16,3 0-8-16,-3 2 12 0,0 1-12 0,0 2 0 16,3 0 8-16,0 1-8 0,-3-4 0 0,3 3 0 0,0 1 0 15,0 1 0-15,3-1 0 0,-3-4 0 16,3 3 0-16,3-2 0 0,-3 0 0 0,3-1 0 16,3-2 0-16,-3 0 0 0,3 0 0 0,3 0 0 0,0-3 0 0,0 1 0 15,3-1 16-15,0-2 0 16,0-1 0-16,2 1 0 0,1-3 4 0,0 0 2 0,3 0 0 0,0 0 0 15,3-3-1-15,-3 1 0 0,-1-1 0 0,1 0 0 16,-3-2 15-16,0-3 4 0,-3 0 0 0,0 0 0 16,0 0 6-16,-3-2 2 0,0-4 0 0,0 4 0 15,-3-3-5-15,0-1-1 0,-3 1 0 0,-1-3 0 16,-2 3-10-16,0 0-1 0,0-3-1 0,-2 3 0 16,-1-1-15-16,0-1-3 0,-3 4-1 0,0-2 0 15,0 2-11-15,0 1 8 0,-3-1-8 0,0 3 8 16,0-3-8-16,0 4 0 0,-3 1 0 0,0-2 0 15,-3 3 0-15,3 0-9 0,-2-1 9 0,2 4-13 16,0-4-21 0,0 4-4-16,0-1-1 0,0 1 0 15,0 2-35-15,0 0-7 0,0 0-2 0,3 0 0 0,0 0-146 0,3 0-30 16</inkml:trace>
  <inkml:trace contextRef="#ctx0" brushRef="#br0" timeOffset="55996.167">21196 8539 1571 0,'0'0'44'0,"0"0"11"0,0 0-44 0,-3-3-11 0,3-2 0 0,0 5 0 15,0 0 77-15,0 0 14 0,0 0 2 0,0 0 1 16,0 0-22-16,0 0-4 0,0 0 0 0,0 0-1 16,0 0-14-16,0 0-2 0,0 0-1 0,0 0 0 15,0 0-11-15,0 0-3 0,0 8 0 0,0 2 0 16,0-2-14-16,0 0-3 0,0 5-1 0,-3-2 0 16,3 2-10-16,0 3-8 0,0 3 12 0,0-1-12 15,0 1 9-15,0 2-9 0,0 0 0 0,0-3 9 16,3 4-9-16,-3-4 0 0,0 1 0 0,0-1 0 15,0-2 0-15,0 0 0 0,0 0 0 0,0-3 0 16,0 3 0-16,0-3 0 0,-3-2 0 0,3-1 0 16,0 1 8-16,0-3-8 0,0 0 8 0,0 0-8 15,0 2 0-15,0-4 0 0,0 2 0 0,0-3 0 16,0 0 0-16,0 0-16 0,0-5 3 0,0 6 0 16,0-6-110-16,3 5-21 0,-3-5-5 0</inkml:trace>
  <inkml:trace contextRef="#ctx0" brushRef="#br0" timeOffset="67462.758">18035 8679 1389 0,'0'0'30'0,"0"0"6"0,3-5 2 0,-3 2 2 0,3-2-32 0,0-1-8 0,-3 4 0 0,3-4 0 16,0 1 90-16,0 0 16 0,0 0 3 0,0 2 1 15,-3-2-18-15,0 5-3 16,2-6-1-16,-2 6 0 0,3-2-15 0,-3 2-3 16,0-6-1-16,0 6 0 0,0 0-14 0,0 0-3 0,-3-5-1 0,1 2 0 15,2 3-15-15,-6-5-4 0,-3 5 0 0,3 0 0 16,-3 0-8-16,0 0-1 0,0 3-1 0,-3 2 0 16,-3 0-10-16,0 1-3 0,0 4 0 0,-3 1 0 15,1 2 19-15,-4 3 4 0,3 0 1 0,-3 2 0 16,3 4-33-16,-3-4 0 0,4 1 0 0,-1-1 0 15,0 1 0-15,-3-1 0 0,0-2 0 0,3 3 0 16,-3-4-40 0,4-1-14-16,-1-1-3 0,0 0-1 0,0-2-4 0,0-1-1 15,0-2 0-15,3 0 0 16,1 0-117-16,2 0-24 0,0 0-5 0</inkml:trace>
  <inkml:trace contextRef="#ctx0" brushRef="#br0" timeOffset="67758.76">17639 8637 1578 0,'0'-14'44'0,"0"9"12"0,0 0-45 0,3-1-11 15,-3 6 0-15,0-5 0 0,0 5 99 0,3-5 17 16,-3 5 4-16,3-3 1 0,0 1-6 0,-3 2-2 0,0 0 0 0,6 0 0 16,0 2-48-16,0 1-9 0,-3 2-3 0,3 0 0 15,-1 3-11-15,1 3-2 0,0 0-1 0,3 2 0 16,-3 0-13-16,0 3-2 0,0 2-1 0,0 1 0 15,0-1-10-15,0 1-1 0,-3-1-1 0,3 1 0 32,0-3-11-32,0 2 10 0,-3-2-10 0,3 0 10 0,-3 0 2 0,3-3 0 0,0 0 0 0,-3-2 0 15,3 0-12-15,0-1 0 16,0-2 0-16,-1 0 0 16,1-3-49-16,0 1-12 0,0-1-3 0,3 0 0 15,-3-2-204-15,3-3-42 0,0-5-8 0,6 2-2 0</inkml:trace>
  <inkml:trace contextRef="#ctx0" brushRef="#br0" timeOffset="68212.589">18008 8912 1728 0,'0'0'38'0,"0"0"8"0,0 0 2 0,0 0 0 0,0 0-39 0,0 0-9 15,0 0 0-15,0 0 0 0,0 0 128 0,0 0 23 16,0-6 5-16,0 6 0 0,3-5-57 0,-3 5-12 15,3-3-3-15,3 1 0 0,0-1-28 0,0 3-7 16,0-2-1-16,0 2 0 0,3 0-11 0,-3 0-2 16,-1 0-1-16,4 0 0 0,-3 2-34 15,0-2 0-15,0 3 0 0,0 2 0 0,0-2 21 0,0 2 7 16,-3 0 2-16,3 1 0 16,-3-1-48-16,0 3-10 0,-3 0-1 0,-3 0-1 0,3 0 47 0,-6 0 10 0,3 0 1 15,-3 2 1-15,0 1-29 0,-3-1-20 16,3-2 4-16,-3 3 0 0,3-1 4 0,-3 1 2 15,1 0 0-15,-1-1 0 0,3 1 10 0,-3-1 0 16,3-2 0-16,0 3 0 0,3-3 0 0,-3 0-8 0,6 0 8 16,-3 0 0-16,3-3 0 0,3 0 0 0,-3-2 0 0,6 2-8 15,-3-5 8-15,6 3 11 0,-3-1-3 0,3 1 0 16,3-3 8-16,-1 0 2 0,1 0 0 0,0-3 0 16,3 3 2-16,0 0 0 0,0-2 0 0,-3 2 0 15,3-3-8-15,-3 3-2 0,3 0 0 0,-4 0 0 16,1-2-10-16,3 2 0 0,-3-3 9 0,0 0-9 15,0 1 0-15,0 2 0 0,0-3 0 0,0 0 0 32,0 3-36-32,-4 0-8 0,4-2-1 0,-3 2-1 15,0 0-146-15,-3 0-30 0,3 0-6 0</inkml:trace>
  <inkml:trace contextRef="#ctx0" brushRef="#br0" timeOffset="73105.351">18576 9711 1552 0,'0'0'44'0,"0"0"10"0,0 0-43 0,-6-3-11 0,4 1 0 0,-4-1 0 15,0-2 104-15,3 2 20 0,-3 0 3 0,-3 1 1 16,3-1-8-16,0 3-2 0,0 0 0 0,-3 0 0 15,3 0-51-15,-3 3-11 0,3-1-1 0,0 1-1 16,-3 0-22-16,0 2-4 0,3-2 0 0,-3 4-1 16,3-1-15-16,-2-1-4 0,-1 3 0 0,0 3 0 15,3-3-8-15,-3-1 0 0,3 4 0 0,-3 0 0 16,6 2 0-16,-3 0 0 0,3 0 0 0,0 1 0 16,0 1 0-16,3 1 0 0,0 0 0 0,0-3 0 0,0 3 0 15,3-3 0-15,0 1-9 0,3-4 9 0,0 1 0 0,0-1 0 16,3 1-8-16,0-3 8 0,0 0 0 0,3-3-8 15,-1 1 8-15,1-1 0 0,0-3-8 0,3-2 8 16,0 0 0-16,0 0 0 0,0-2 0 16,0-1 0-16,-3 1 0 0,0-4 0 0,2 1 0 0,-2-3 0 15,0 0 8-15,-3 0-8 0,3-2 0 16,-3-1-10-16,3-5 0 0,-3 3 0 0,0-3 59 0,-3 0 12 0,3 0 3 16,-3 0 0-16,0 3-52 0,-3 0-12 15,-1 0 0-15,-2-1 0 0,0 4 42 0,-2-1 6 16,-4 3 0-16,3-2 1 0,-6 2-33 0,3 0-6 0,-3 0-2 15,0 0 0-15,0 3-8 0,0-1 0 0,-3-2 9 16,3 6-9-16,-3-1-12 0,0 3-6 0,0-2-2 0,-2 2 0 31,-1 0-32-31,-3 0-8 0,3 0 0 0,-3 2-1 16,0 1-143-16,3-1-29 0</inkml:trace>
  <inkml:trace contextRef="#ctx0" brushRef="#br0" timeOffset="74027.865">18603 10666 1552 0,'0'0'44'0,"0"0"10"0,0 0-43 0,0 0-11 0,0 0 0 0,0 0 0 15,0 0 104-15,0 0 20 0,0 0 3 0,0 0 1 16,0 0 0-16,0 0 0 0,0 0 0 0,3 3 0 16,-3 5-52-16,3-3-9 0,-3 3-3 0,0 0 0 15,0 2-51-15,3 1-13 0,-3 5 0 0,0-3 0 16,3 0 40-16,-3 3 6 0,3 0 1 0,-3 0 0 15,0 2-24-15,3-2-5 0,-3 3-1 0,0-3 0 16,3 0-17-16,-3-1-11 0,0 1 2 0,0 0 0 16,0-3 9-16,0 1 12 0,0-1-2 0,0 0-1 15,-3-2-9-15,3 2 0 0,0-2 0 0,0 2 0 16,0-5 0-16,0 2 0 0,0 1 0 0,0-1 0 16,0-2 0-16,0 0 0 0,-3 0 0 0,3 0 0 15,0-3-49-15,0 1-12 0,0-6-3 0,3 5 0 16,-3-5-51-16,0 0-10 0,0 0-3 0,3 3-580 15,-3-3-116-15</inkml:trace>
  <inkml:trace contextRef="#ctx0" brushRef="#br0" timeOffset="91858.885">19946 9369 1267 0,'0'0'28'0,"0"0"5"0,-3 3 2 0,0 2 1 0,3-5-36 0,-3 6 0 0,3-6 0 0,-3 5 0 16,3-5 109-16,0 0 15 0,-3 5 4 0,3-5 0 16,0 0-52-16,0 0-9 0,0 0-3 0,0 0 0 0,0 0 0 0,0 0 0 15,0 0 0-15,3-2 0 0,3-4-4 0,0 1-2 16,0-3 0-16,3-2 0 0,0-4-10 0,2-2-1 15,1 1-1-15,0-4 0 0,6-5-9 0,0-2-1 16,3-6-1-16,0-5 0 0,2-3-5 16,-2-5-1-16,6 0 0 0,0-2 0 15,-3 2-4-15,5-3-1 0,1-7 0 0,3-6 0 0,3 5 0 0,-1 1 0 16,4 2 0-16,-3 0 0 0,0 5-16 0,-4 3-8 16,-5-3 8-16,0 1-8 15,0 4-17-15,-7 4-9 0,1 2-2 0,0 5 0 0,-3 3 28 0,-3 5 0 16,-3 0 0-16,0 6 0 0,-3 2 0 0,0 3 0 15,-4-1 0-15,1 4 0 0,-3 2 27 0,0 3 10 0,3-3 3 16,-3 2 0-16,0 4-40 0,-3 2 0 16,0 0 0-16,3-6 0 0,-3 6-8 0,3-2-7 0,-3 2-1 15,6 0 0 1,-6 0-32-16,6-3-8 0,0 3 0 0,-6 0-1 16,6 0-135-16,-6 0-26 0,6-3-6 0</inkml:trace>
  <inkml:trace contextRef="#ctx0" brushRef="#br0" timeOffset="95820.524">20740 8017 1224 0,'0'0'27'0,"0"0"5"0,0 0 2 0,0 0 0 0,0 0-34 0,0 0 0 0,0 0 0 0,0 0 0 16,0 0 92-16,0 0 12 0,0 0 3 0,6 0 0 15,-3-5-27-15,-3 5-6 0,3-3-1 0,0 1 0 16,-3 2-23-16,6-3-5 0,0 0-1 0,-6 3 0 0,3-5-11 0,3 3-2 16,0-1-1-16,-6 3 0 15,6-3-5-15,-3-2-1 0,3 2 0 0,-3 1 0 0,3-4 0 0,-3 1 0 16,3 2 0-16,-3-4 0 0,3 1 4 0,0-2 0 15,0 3 0-15,0-3 0 0,0 0-4 0,0-2-1 16,0 2 0-16,-1-3 0 16,4 3-3-16,-3-3-1 0,3 1 0 0,0-1 0 0,-3 1-3 15,3-1-1-15,0 1 0 0,0-1 0 0,0 0 1 0,0-2 0 16,0 3 0-16,-3-1 0 0,3 0 0 0,-3-2 1 16,3 0 0-16,-4 0 0 0,4 2 0 0,-3-2 0 0,3 0 0 15,0-1 0-15,0 4-2 0,0-3-1 0,3-3 0 16,-3 3 0-16,3-3-2 0,-3 0-1 0,3 0 0 0,0-3 0 15,2 1 2-15,-2-1 1 0,-3 1 0 0,3-1 0 16,0 3-2-16,0 1 0 0,0-1 0 16,-3 2 0-16,0 1 0 0,0 3-1 0,0 2 0 0,0-3 0 15,-1 3-3-15,-2 0-8 0,0 0 12 0,0 3-4 16,0-3-8-16,0 5 0 0,-3-2 9 0,3 2-9 16,-3-2 0-16,0 3 8 0,0-1-8 0,-3 3 0 15,0 0 0-15,0 0 9 0,0 0-9 0,0 0 0 16,0 0 0-16,0 0 0 0,0 0 0 0,0 0 0 15,0 0-15-15,0 0-3 0,0 0-1 0,0 0 0 32,0 0-28-32,0 0-5 0,0 0-2 0,0 0 0 0,0 0-122 0,0 0-24 15,0 0-4-15</inkml:trace>
  <inkml:trace contextRef="#ctx0" brushRef="#br0" timeOffset="96503.042">21955 6806 1558 0,'0'0'34'0,"0"0"7"0,0 0 2 0,0 0 1 0,0 0-35 0,0 0-9 16,0 0 0-16,0 0 0 0,0 0 90 0,0 0 16 15,0 0 3-15,0 0 1 0,0 0-17 0,0 0-3 0,0 0-1 0,0 0 0 16,0 0-39-16,-6 5-8 0,-3-3-2 0,3 4 0 15,-3-1 13-15,0 0 3 0,-3 3 0 0,0 3 0 16,0-1-39-16,-2 4-7 16,2-4-2-16,-6 3 0 0,3 3 2 0,-6-2 0 15,0 1 0-15,-3 4 0 0,1-3-10 0,-4 2 0 0,0 1 0 16,0 2 0 0,0-2-39-16,1-1 0 0,5-2 0 0,-3 3 0 15,3-6-101-15,0 0-20 0,7-2-4 0,-7-1-797 0</inkml:trace>
  <inkml:trace contextRef="#ctx0" brushRef="#br0" timeOffset="96756.835">21514 6914 1552 0,'0'-13'44'0,"0"7"10"0,0 1-43 0,0-3-11 0,-3 0 0 0,3 3 0 16,-3 0 156-16,3-1 28 0,0 6 7 0,0 0 1 0,0 0-103 0,0 0-20 15,0 0-4-15,0 0-1 0,0 0-1 0,0 0-1 16,3 0 0-16,3 3 0 0,3 0-35 0,-3 2-7 15,0 0-2-15,6 1 0 0,-3 2-18 0,3-1 10 16,3 1-10-16,-3 3 8 16,3-3-8-16,-1 5 0 0,1 0 0 0,3 1 0 0,-3 1 0 15,3 4 0-15,-3-3 0 0,0 0 0 0,0 0-12 16,-3 2-4-16,2-5 0 0,-2 3-1 16,0-5-103-16,0 2-20 0,0-5-4 0,0 0-556 15,0-3-112-15</inkml:trace>
  <inkml:trace contextRef="#ctx0" brushRef="#br0" timeOffset="97007.993">21985 7062 1792 0,'0'0'51'0,"0"-5"10"0,0-3-49 0,0 3-12 16,0-1 0-16,0 1 0 0,0 0 105 0,0 5 19 0,-3-6 3 0,3 6 1 15,0 0 0-15,0 0 0 0,0-2 0 0,0 2 0 16,0 0-68-16,0 0-14 0,0 0-2 0,0 0-1 16,0 0-21-16,0 0-4 0,0 8-1 0,0 2 0 15,0 1-4-15,0 0-1 0,0-1 0 0,0 6 0 16,0 0-12-16,0-3-10 0,0 3 2 0,0 0 0 15,0 2 8-15,0-4 0 0,0 1 0 0,0 1 0 16,0-2 0-16,0-1 0 0,0 0 0 0,0-2 0 16,0-1 0-16,0 3 0 0,3-2 0 0,-6 0 0 15,3-3 0-15,0-1-12 0,0 1 12 0,0 0-12 16,0 0-36-16,0-2-8 16,0-6-2-16,0 8 0 0,0-8-107 15,3 2-22-15,-3-2-4 0</inkml:trace>
  <inkml:trace contextRef="#ctx0" brushRef="#br0" timeOffset="97332.143">22503 6885 1653 0,'0'0'47'0,"0"0"10"0,0 0-45 0,3-5-12 0,0-3 0 0,0 2 0 16,0 4 95-16,2-1 17 0,-2-2 3 0,0 2 1 15,3 0-29-15,-3 1-6 0,0 2-1 16,3 0 0-16,-6 0-22 0,3-3-5 16,-3 3-1-16,0 0 0 0,0 0-5 0,0 0-2 0,0 0 0 0,0 0 0 15,0 0 15-15,0 0 4 0,0 5 0 0,-3 3 0 16,0-2-64-16,0-1-8 0,-3 3-4 0,0 0-1 16,-3-3 13-16,1 3 12 0,-1 0-3 0,-6 3 0 15,3-3-9-15,-3 5 8 0,0-3-8 16,0 1 8-16,0 5-8 0,-3-3 0 0,4 0 0 0,-4 1 0 15,3 1 0-15,0-1 0 0,3-4 0 0,0 3 0 16,0-2-44 0,3-3-12-16,0-3-1 0,0 3-1 0,0-5-128 15,4 0-26-15,5-3-4 0</inkml:trace>
  <inkml:trace contextRef="#ctx0" brushRef="#br0" timeOffset="97577.184">22264 6933 1958 0,'-3'-6'43'0,"3"1"9"0,0-3 1 0,-2 0 3 0,2 3-45 0,-3-3-11 0,0 3 0 0,3 2 0 0,-3-5 104 16,3 5 20-16,0 3 3 0,0 0 1 0,0 0-52 0,0 0-9 16,0 0-3-16,0 0 0 0,0 0-7 0,0 0-1 15,0 0-1-15,0 0 0 0,3 6-28 0,0-1-6 16,2 3-1-16,1 0 0 0,0 0-6 0,0 0-2 16,3 0 0-16,0 2 0 0,3 3-28 0,-3 1-5 15,3-1-2-15,0 3 0 0,-3 2 39 16,3 1 7-16,-3-3 1 0,3 2 1 0,-1 1-40 0,-2-3-8 15,0 2-1-15,-3-2-1 16,3-3-75-16,-3-2-14 0,0-1-3 0,-3 1-666 16,3-3-133-16</inkml:trace>
  <inkml:trace contextRef="#ctx0" brushRef="#br0" timeOffset="97942.79">22544 7131 2149 0,'0'0'47'0,"0"0"9"0,0 0 3 0,3-5 2 0,0-1-49 0,0 1-12 0,3 0 0 0,-3 0 0 16,3-1 114-16,0 1 20 0,-3 2 4 0,3 1 1 16,0-1-111-16,-3 3-28 0,3-3 0 0,-6 3 0 15,6 0 56-15,-3 3 7 0,3-3 1 0,-3 5 0 16,3-2-52-16,-3 0-12 0,0 2 0 0,0 0 0 16,-3 3 29-16,3 0 3 0,-3 0 1 0,0 3 0 15,0-1-53-15,-3-2-10 16,3 5-2-16,-3-2-1 0,-3 2 33 0,3-2 14 0,-3 2-1 0,3 0 0 15,-3 0-13-15,0-2 0 0,0 2-12 0,0 0 12 16,0-5 0-16,3 3-8 0,-3 0 8 0,3-4 0 0,3 1 0 16,-3 0 0-16,3-2-8 0,0-6 8 0,3 8 0 0,0-3 0 15,3 0 0-15,-3 0 0 0,3-2 12 0,0 0-1 16,3-1 0-16,0-2 0 0,-3 0 1 0,3 0 1 16,0 0 0-16,-1 0 0 0,1-2-5 0,3 2-8 15,-3-3 11-15,3 3-11 0,-3 0 29 0,3-3-1 16,0 1 0-16,0 2 0 15,0-3-73-15,0 3-15 0,-3 0-4 0,2 3 0 16,1-3-116-16,-3 2-23 0,0-2-5 16</inkml:trace>
  <inkml:trace contextRef="#ctx0" brushRef="#br0" timeOffset="104808.713">21791 7658 1172 0,'0'0'33'0,"0"0"7"0,3-3-32 0,0-2-8 16,0 2 0-16,-3 3 0 16,0-5 118-16,3-1 22 0,-3 4 4 0,0 2 0 0,3-6-16 0,-3 1-4 0,0 5-1 0,0-5 0 15,0 5-34-15,0-5-6 0,0 5-2 0,0 0 0 16,-3-6-21-16,3 6-4 0,0 0 0 0,-3-2-1 16,3 2-14-16,-6-3-2 0,3 0-1 15,-3 1 0-15,0 2-14 0,-3 2-2 16,0-2-1-16,0 3 0 0,1 0-8 0,-1 2-1 0,0-2-1 0,0 4 0 15,3-1-11-15,-3 2 0 0,0-3 0 0,3 6 8 16,-3-3-8-16,3 2 0 0,0 1 0 0,0-1 0 16,3 1 0-16,0-1-9 0,3 1 9 0,-3 0 0 15,6-1-11-15,-3 3 11 0,3-2-10 0,3 0 10 16,0-1-22-16,0 1 2 0,0-1 0 0,3-2 0 16,0 0 2-16,3 0 1 0,0-3 0 0,3 1 0 15,-3-4 9-15,2 1 8 0,-2-3-12 0,0 0 12 16,0-3 0-16,0 1-8 0,0-4 8 0,0 1 0 15,0-3 0-15,0 3 0 0,0-3 0 0,-4-3 0 16,4 1 15-16,-3 2 3 0,0-3 1 0,0 1 0 16,-3-1 13-16,-3-2 4 0,3 2 0 0,-3-2 0 15,-3 0-4-15,0-3 0 0,-3 3 0 0,0 0 0 16,-3 2-12-16,0-2-2 0,0 2-1 0,-3-2 0 0,0 5-7 16,-3-3-2-16,4 3 0 0,-4 0 0 15,-3 3-8-15,3 3 0 0,0-1 0 0,-3-2 0 0,0 5 0 0,0 0-14 16,0 0 3-16,1 5 1 15,-4-2-26-15,3 2-6 0,3-3-1 0,-3 6 0 16,3-2-93-16,0 2-18 0,3 0-4 0,0 0-957 16</inkml:trace>
  <inkml:trace contextRef="#ctx0" brushRef="#br0" timeOffset="105331.774">22303 7597 1530 0,'0'0'33'0,"0"0"7"0,-6 2 2 0,0 1 2 0,6-3-36 15,-6 3-8-15,0 2 0 0,0-2 0 16,0 2 88-16,0 0 16 0,1 0 4 0,2 1 0 16,-3 2-40-16,0 0-8 0,3 2-2 0,-3-2 0 15,3 0-21-15,-3 3-4 0,3-1-1 0,0 1 0 0,0-3-12 0,0 2-2 16,0 1-1-16,3-3 0 0,-3 2-5 0,3-2-2 16,0 3 0-16,0-3 0 0,3 2-10 0,-3-2 10 15,3 0-10-15,0 0 10 0,0 0-10 0,3-2 0 16,0 1 0-16,0-1 0 0,0-4 0 0,3 1 0 15,0 0 0-15,-1-1 8 0,1-2-8 0,3 0 0 16,0-5 9-16,0 2-9 0,3 1 11 16,-3-4-3-16,3 1 0 0,0 0 0 0,0 0 12 15,-1-3 1-15,1 2 1 0,-3-2 0 0,0 0 19 0,-3 3 4 16,3-3 1-16,-6 0 0 0,3-2 14 0,-3 2 4 0,0-3 0 16,-3 1 0-16,0-1 0 0,0-2 0 15,0 2 0-15,-6-2 0 0,0 2-52 0,0 1-12 16,0-1 0-16,-3 1 0 0,-3 2 0 0,0 2 0 0,0-2 0 0,-3 3 0 15,-3 0 0-15,3 0 0 0,-6-1 0 0,1 1 0 32,2 2-24-32,-3 1-8 0,0-1-2 0,0 0 0 15,3 1-150-15,-3 2-31 0,1 2-5 0</inkml:trace>
  <inkml:trace contextRef="#ctx0" brushRef="#br0" timeOffset="109141.977">14490 12082 1800 0,'0'0'40'0,"0"0"8"0,-6 0 1 0,0 0 1 0,6 0-40 0,-6-3-10 15,6 3 0-15,-6 0 0 0,6 0 86 0,0 0 15 16,0 0 3-16,0 0 1 0,0 0-42 0,0 0-9 16,0 0-2-16,0 0 0 0,0 0-17 0,6-3-4 15,-3 3-1-15,6-2 0 0,-3 2-14 0,2-3-2 16,1 3-1-16,3 0 0 0,-3 0-13 0,3 0 0 0,3 0 0 15,3 0 0-15,-3 0 32 0,6-3 3 16,-1 3 1-16,1-2 0 0,3-1-36 0,0-2 0 16,3 2 0-16,-3-2 0 0,2 2 0 15,-2-2 0-15,-3 0 0 0,3-1 0 16,-3-2-25-16,-1 3-12 0,-5 0-3 0,3-3 0 16,-6 3 6-16,3-1 1 0,-6 1 0 0,3 0 0 15,-3-3-41-15,0 5-8 0,-3-2-2 0,-3 2 0 16,0 1-134-16,-3 2-27 0,0 0-6 0,-9-3-1 0</inkml:trace>
  <inkml:trace contextRef="#ctx0" brushRef="#br0" timeOffset="109655.256">14665 11870 1728 0,'0'0'38'0,"0"0"8"0,-3-8 2 0,3 3 0 0,0 2-39 0,0 3-9 16,0-5 0-16,0 5 0 0,0 0 53 0,0-6 9 15,0 6 2-15,0 0 0 0,0 0 0 0,0 0 0 16,0 0 0-16,0 0 0 0,0 0 0 0,-6 0 0 16,6 0 0-16,-6 0 0 0,0 3-52 0,0 2-12 0,0 1 0 0,-2-1 0 15,2 3 0-15,0 0 0 0,0 2 0 0,-3 1 0 16,3 2 0-16,0 1 0 0,0-1 0 0,-3 0 0 16,3 3 0-16,-3-3 0 0,3 0 8 15,0 3-8-15,-3-3 0 0,3-2 0 0,0 2 8 0,-3-2-8 16,0 2 0-16,3-2 0 0,-2-1 0 0,2-2 0 15,-3 0 9-15,3 0-1 0,3 0 0 0,-3 0 0 16,6-3 8-16,-3 0 0 0,3 1 1 16,0-1 0-16,0-5-1 0,3 5-1 0,0-2 0 0,3 2 0 15,0 1 4-15,3-1 1 0,0-2 0 0,-1-1 0 16,1 1-20-16,0-1 0 0,3-2 0 0,-3 0 0 16,3 3 0-16,3-3 0 0,-3 0 0 0,0 0 0 15,0 0 0-15,3 0 0 0,-1 0 0 0,4 0 0 16,-3 0-99-16,3 0-23 0,-3 0-5 15,3 0-922-15</inkml:trace>
  <inkml:trace contextRef="#ctx0" brushRef="#br0" timeOffset="113356.365">19303 9682 1263 0,'0'0'28'0,"0"0"5"0,0 0 2 0,0 0 1 0,0 0-36 0,0 0 0 0,0 0 0 0,0 0 0 0,0 0 120 0,0 0 16 16,0-6 4-16,0 6 1 0,0 0-31 0,0 0-6 16,0 0-2-16,0 0 0 0,3-5-33 0,-3 5-6 15,3-3-2-15,-3 3 0 0,3 0-29 0,-3 0-7 16,3 0-1-16,-3 0 0 0,6 3-10 0,0 2-2 15,-3-2-1-15,2 2 0 0,-2 3-11 0,0 3 0 16,0-3 0-16,0 2 8 16,-3-2-8-16,3 3 0 0,-3-3 9 0,0 2-9 0,0-2 0 0,0 0 0 15,0-2 0-15,-3 2 0 0,3-1 0 0,-3-1-12 16,3-6 12-16,-3 5-12 0,3-5 12 0,0 0 0 16,-3 5 0-16,3-5 0 0,0 0 0 0,0 0 0 0,0 0 0 15,0 0 0-15,0 0 8 0,-3-2 4 16,1-4 1-16,-1-2 0 0,3 3 7 0,0-3 2 0,3 0 0 0,-1 0 0 15,-2-2-6-15,3-1-2 0,0-2 0 0,3 2 0 16,-3-2-4-16,3 0-1 0,-3 2 0 16,3-2 0-16,-3 3-1 0,3 2-8 0,0-3 12 15,0 3-4-15,0 0-8 0,0 3 0 0,-3 0 0 0,3 2 0 16,0 0 0-16,-3 1 0 0,3-1 0 0,0 3 0 16,0 3 0-16,0-1 0 0,-3 1 0 0,3 2 0 15,0 3 8-15,-3-3-8 0,2 3 0 0,-2 3 8 16,0-3-8-16,0 0 0 0,0 0 0 0,0 0 8 15,0 2-8-15,-3-2-11 0,0 0 3 0,0 0 0 16,0 0 8-16,0-3 0 0,0 3-9 0,0-8 9 16,-3 6 0-16,0-1 0 0,3-5 0 0,0 0 0 15,0 0 0-15,-3 3 0 0,3-3 0 0,0 0 0 16,0 0 12-16,-6 2-4 0,6-2 0 0,0 0 0 16,-3-2 8-16,1-4 2 0,-1 1 0 0,3-3 0 15,-3 3-2-15,3-3 0 0,0 0 0 0,0 0 0 0,0 0-1 0,0-3-1 16,3 3 0-16,0 0 0 0,-1-2-2 0,1 2-1 15,3 0 0-15,-3 3 0 0,3-1-11 0,-3-2 8 16,3 3-8-16,0 3 8 0,0-1-8 0,0 0 0 16,-3 1 0-16,-3 2 8 0,6 0-8 0,0 2 0 15,0-2 0-15,0 3 0 0,0 0 0 0,-3 2 0 16,3 0 0-16,0 3 0 0,-3 0 0 0,0 0 0 16,3 0 8-16,-6 0-8 0,3 2 0 0,0-2 0 15,-3 3 0-15,3 0 0 0,-3-1 0 0,-3 1 0 16,3-1 0-16,0-2 0 0,-3 5 0 0,3-2 0 15,-3 0 0-15,0-1 0 0,0 3 0 0,0 1 0 16,0-4 0-16,0 3-11 0,0 1-1 0,0-4-1 16,0 4 0-16,3-1 0 15,-3-3-12-15,3 1-3 0,0-1 0 0,0-2 0 16,0 0-28-16,0 0-7 0,3-2-1 0,0-1 0 16,0-2-164-16,3-3-32 0,0 0-8 0</inkml:trace>
  <inkml:trace contextRef="#ctx0" brushRef="#br0" timeOffset="113719.128">19711 9904 1440 0,'0'0'40'0,"5"-3"11"0,-2 1-41 0,-3 2-10 0,3-3 0 0,-3 3 0 16,3-5 153-16,-3 5 29 0,3-3 6 0,-3 3 0 16,0 0-53-16,0 0-11 0,0 0-3 0,0 0 0 15,0 0-45-15,0 0-10 0,0 0-2 0,0 0 0 16,0 0-27-16,0 0-5 0,0 0-2 0,3 3 0 16,0 2-14-16,-3 0-2 0,0 1-1 0,3 2 0 0,-3-3-13 0,0 3 9 15,3 0-9-15,0 2 8 16,-3 1-8-16,3-3 0 0,-3 0 0 0,3 0 0 0,0 0 0 0,0 0 0 15,0 0 0-15,0-3 0 16,0 3 0-16,0-3 0 0,3-2 0 0,-3-1 0 0,3 1 0 16,0 0 0-16,3-3 0 0,-3 0 0 0,0-3 0 0,3 3 0 15,-3-3 0-15,3 1 0 0,0-1 0 0,-1 0 0 16,-2-2 0-16,3 0 0 0,0-3 17 0,-3 3 2 16,0-3 0-16,0 0 0 0,-3-3 10 0,3 1 3 15,-3-1 0-15,3 0 0 0,-3 1-1 0,-3-3 0 0,3 2 0 16,-6 0 0-16,3 1-13 0,-3 2-2 0,3-3-1 0,-3 6 0 15,-3-3-15-15,3 3 9 0,-3-1-9 0,0 4 8 16,-3-1-8-16,3 1 0 0,-3 2 0 16,-3 0 0-1,4 2-37-15,-4 3 0 0,0-2 0 0,-3 2 0 16,0 1-163-16,-3-1-33 0</inkml:trace>
  <inkml:trace contextRef="#ctx0" brushRef="#br0" timeOffset="124644.204">19624 11095 1728 0,'0'0'38'0,"0"0"8"0,0 0 2 0,0 0 0 0,0 0-39 0,0 0-9 0,0 0 0 0,0 0 0 16,-3-3 104-16,3 3 20 0,-6 0 3 0,-3 0 1 15,3 3-52-15,-3 2-9 0,1 0-3 0,-1 6 0 16,-3-1-51-16,3 4-13 16,-3 2 0-16,-3 5 0 0,3 3 0 0,-3-3 0 15,0 2 0-15,0 4 0 0,1-1 0 0,-4 6 0 16,3 0 0-16,-3 10 0 0,0-2 0 0,-3 2 0 0,-3 3 0 0,1 6 0 16,-1-9 19-16,-3 0 1 0,3 3 0 15,-3 5 0-15,1-2-20 0,2 2 0 0,3 3 0 0,0-2 0 16,3-9-12-16,0 0-7 0,4-2-1 0,-1 0 0 15,3-3 33-15,0 0 7 0,0 0 0 0,3 2 1 16,3-4-33-16,-3-1-8 0,3-5 0 0,0 0-1 16,3-2 21-16,-3-3 0 0,6-3 0 0,-3-3 0 15,0-2 0-15,0 0 0 0,0-3 0 0,0-2 0 16,0 2 0-16,3-5 15 0,-3 0-3 0,3 0 0 16,0-3-70-16,0-5-14 0,0 0-4 0,0 0 0 15,0 0-76-15,0 0-15 0,0 0-3 0,-3-8-1 0</inkml:trace>
  <inkml:trace contextRef="#ctx1" brushRef="#br0">22238 16022 0,'0'0'16,"0"0"15,0 0-15</inkml:trace>
  <inkml:trace contextRef="#ctx0" brushRef="#br0" timeOffset="125706.912">18773 12508 1497 0,'0'0'32'0,"0"0"8"0,0 0 44 0,0 0-76 0,0 0-8 0,0 0 0 0,0 0 0 16,0 0 104-16,0 0 20 0,0 0 3 0,0 0 1 0,0 0-52 0,0 0-9 16,0 0-3-16,0 0 0 0,0 0-51 0,0 0-13 0,0 0 0 0,0 0 0 15,3 5 39-15,0-2 5 16,3 2 0-16,-3 0 1 0,3 0-33 0,-3 1-12 15,0 2 9-15,-3 0-9 0,3 0 0 0,0-1 0 16,0 1 8-16,-3 3-8 0,3-3 0 0,0 3 0 0,-3-1 0 0,3-2 8 16,0 0-8-16,2 0 0 15,-2 0 0-15,3 0 0 0,0-3 0 0,0 0 0 0,3-2 0 16,-3 2 0-16,6-2 0 0,-3-3 18 0,3 0-3 0,0 0-1 16,0-3-14-16,-3 1 0 0,3-1 0 0,0-2 0 15,-1-1 0-15,-2 1 0 0,3 0 0 0,3-3 0 16,-3 0 54-16,3 3 8 0,-3-3 2 0,3 0 0 31,0 3-103-31,-4-3-20 0,4 0-4 0,0 2-1 0,-3 1 64 0,3-3 0 0,-3 3 0 0,0 2 10 31,0-2-158-31,0 0-31 0,-3 2-6 0</inkml:trace>
  <inkml:trace contextRef="#ctx0" brushRef="#br0" timeOffset="126258.175">19038 13042 1497 0,'0'0'32'0,"0"0"8"0,0 0 0 0,0 0 4 0,0 0-36 0,0 0-8 0,0 0 0 0,-6 0 0 16,0 3 93-16,0-1 17 0,0-2 3 0,-3 6 1 15,3-1-44-15,-3 0-9 0,3 1-1 0,-3 2-1 16,0-1-17-16,-3 4-3 0,-2 0-1 0,-1 5 0 15,-3-1-14-15,-6 4-2 0,3-1-1 0,-6 9 0 0,1-3-13 0,-1 0-8 16,0-1 10-16,-3 1-10 16,3-3 21-16,4 3-1 0,-4 0-1 0,3 2 0 15,0-2-29-15,3 0-6 0,-5-3 0 0,5 0-1 16,-3 1 17-16,3-4 0 0,-3 1 0 0,6-4 0 16,1-1-24-16,-1-1 0 0,0-3-1 0,3-2 0 15,0-2-151-15,0-4-31 0,6-2-5 0,-3-2-2 0</inkml:trace>
  <inkml:trace contextRef="#ctx0" brushRef="#br0" timeOffset="126505.639">18332 13304 1422 0,'6'-16'31'0,"-6"11"6"0,3-3 2 0,3-3 1 0,-3 3-32 0,3-2-8 0,0 2 0 0,3 3 0 16,-3-3 100-16,0 5 17 0,0-2 4 0,0 2 1 16,0 3-34-16,0-3-8 0,0 6 0 0,0 0-1 15,0 2-24-15,3 3-5 0,0 0-1 0,-1 0 0 16,4 2-16-16,0 1-3 0,-3 2-1 0,3-2 0 15,0-1-11-15,0 4-2 0,-3-4-1 0,3 3 0 16,0 1-26-16,-3-1-5 0,2 3 0 0,1-3-1 16,0 3 17-16,-3-3 0 0,3 0 0 0,0 1 0 15,0 1 0-15,-3-1 0 0,3-1 0 0,-3 3 0 16,3-3-11-16,-3-2 2 0,2-1 0 0,-2 1-703 16,3-6-140-16</inkml:trace>
  <inkml:trace contextRef="#ctx0" brushRef="#br0" timeOffset="126734.773">18919 13452 1958 0,'0'0'43'0,"0"0"9"0,0 0 1 0,0 0 3 0,0 0-45 0,0 0-11 15,0 0 0-15,0 0 0 0,0 0 104 0,0 0 20 16,0 0 3-16,0 0 1 0,0 0-56 0,-6 6-10 16,3-4-2-16,-3 6-1 0,3 0-23 0,0 3-4 15,-3-1 0-15,6 6-1 0,-3-3-7 0,3 6 0 16,0-1-1-16,3 1 0 0,-3-1-11 0,3 1-1 15,0-3-1-15,0 2 0 0,0-2-10 0,3 0 0 0,-3 0 9 16,3-3-9-16,-3 0 0 0,0 1 0 16,3-4 0-16,-3 1 0 0,0-1 0 0,0 1-13 15,0-3 3-15,0 0 1 16,0-3-35-16,0 3-6 0,-1-5-2 0,1 2 0 16,3-2-126-16,-6-3-26 0,3 0-4 0</inkml:trace>
  <inkml:trace contextRef="#ctx0" brushRef="#br0" timeOffset="127215.705">19654 13278 1864 0,'0'0'41'0,"0"0"9"0,0 0 2 0,0 0 0 0,0 0-42 0,0 0-10 0,0 0 0 0,0 0 0 16,0 0 77-16,0 0 14 15,0 0 2-15,0 0 1 0,0 0-26 0,0 0-6 16,0 0-1-16,-6 2 0 0,0 1-26 0,0 2-6 0,0-2-1 0,-3 2 0 16,0 3-8-16,0-3-1 0,-3 3-1 0,-2 3 0 15,-1-1-10-15,0 4-8 0,-3-1 12 0,-3 3-12 16,3 0 0-16,0 2 0 0,-2 1 0 0,2 2 0 15,-3 0-10-15,3 0-6 0,0 3 0 16,-3-3-1 0,3-2-15-16,-2-1-4 0,-1 1 0 0,3-3 0 15,-3-3-31-15,3-3-6 0,0-2-2 0,1 0-596 0,-1-2-119 0</inkml:trace>
  <inkml:trace contextRef="#ctx0" brushRef="#br0" timeOffset="127465.554">19228 13296 1778 0,'3'-16'39'0,"0"11"8"0,0-6 1 0,0 1 3 0,3 2-41 0,-3-3-10 0,0 1 0 0,3 2 0 0,-3 2 87 16,0 1 15-16,0 3 3 0,0-1 1 15,-3 3-32-15,3 0-6 0,0 5-2 0,3 3 0 0,-3 0-18 0,3 3-3 16,0 2-1-16,0 0 0 0,3 3-14 0,-3 0-3 16,3 0-1-16,-1 2 0 0,1 1-12 0,-3-1-2 15,3 3-1-15,0 1 0 0,0-4-11 0,0 6-16 16,0-3 4-16,0 6 1 0,0-1 11 0,3 1 0 15,-3-1 0-15,3 0 0 0,-3-2 0 0,2-3 0 16,-2-2 0-16,0-1 0 16,0-4-36-16,-3-1-6 15,3 0-1-15,-3-2 0 0,0-3-133 0,0 0-26 0,0-3-6 0,0 0-692 16</inkml:trace>
  <inkml:trace contextRef="#ctx0" brushRef="#br0" timeOffset="127826.114">19577 13743 1205 0,'0'0'34'0,"0"0"8"0,3-5-34 0,0 0-8 0,0-3 0 0,-1 3 0 15,1-3 119-15,0 0 21 0,3 0 5 0,0 0 1 16,0-3-25-16,0 3-5 0,3-2 0 0,-3 2-1 16,3 0-23-16,0 2-5 0,0-1-1 0,3 1 0 15,-3 1-30-15,3 2-5 0,-3 1-2 0,0-1 0 16,-1 3-17-16,1 0-3 0,-3 0-1 0,3 3 0 16,-3-3-12-16,0 5-4 0,0-2 0 0,-3 2 0 15,0-2-3-15,3 4-1 0,-3 1 0 0,-3 0 0 16,3 0-8-16,-3 3 0 0,0-3 0 0,-3 2 0 15,0 1-23 1,0-3-6-16,-3 3-2 0,3-1 0 0,-3 1 31 0,0 2 0 0,0-3 0 0,0 1 0 16,0 0 0-16,0 2 0 0,3-5 0 0,0 2 0 15,0-2-16-15,1 0 4 0,-1 0 0 0,0 0 0 16,3-3 12-16,3 1 0 0,0-1 0 0,-1 0-9 16,4-2 18-16,3 2 4 0,-3-5 1 0,6 3 0 15,-3-3-14-15,0 0 0 0,3 0 0 0,0 0 0 0,0-3 0 0,0 1 0 16,0-1 0-16,3 0 0 0,-4 1 0 0,1-1 0 15,3 0 0-15,-3 1 0 0,0-1 19 0,3 3 1 16,-3-3 0-16,0 1 0 0,0-1-34 0,0 1-6 16,-4-1-2-16,4-2-1166 0</inkml:trace>
  <inkml:trace contextRef="#ctx0" brushRef="#br0" timeOffset="134083.93">18508 14198 1653 0,'0'0'47'0,"0"0"10"0,0 0-45 0,0 0-12 0,-6-2 0 0,6 2 0 15,-6 0 100-15,3 0 19 0,3 0 3 0,-9 0 1 16,3 0-40-16,0 0-8 0,0 2-2 0,0-2 0 15,0 6-18-15,0-4-4 0,1 1-1 0,-1 2 0 16,0 1-16-16,-3-1-3 0,3 3-1 0,0 0 0 16,-3 2-15-16,3 1-3 0,0 0-1 0,-3 4 0 15,3 1-11-15,-3 3 12 0,0 2-12 0,3 0 12 16,-3 3-12-16,3-3 0 0,3 0 0 0,-3 3 0 0,3-5 0 16,3 2 0-16,0-3 0 0,0-2 0 0,3-3 0 15,0 1 0-15,3-1 0 0,0-3 0 16,0 1-36-16,3-3-8 0,0 0-3 0,3 0 0 0,-3-3 25 15,3-2 5-15,3-1 1 0,-3-2 0 0,3-2 4 0,-1-4 2 16,4 1 0-16,0 0 0 0,0-3 10 16,-3 0 0-16,3-3 0 0,-3 1 0 0,-3-1 0 15,2 1 12-15,-2-4-2 0,0 1-1 0,0 0 44 0,-3 0 9 16,0-3 2-16,0 0 0 0,-3 0-52 0,-3 0-12 16,0-2 0-16,0-1 0 0,-3 1 54 0,0-1 8 15,-3 3 2-15,0 3 0 0,-3 0-5 0,0 0-1 16,0 2 0-16,-3 0 0 0,-3 4-36 0,3-1-7 0,-6 2-2 0,0 1 0 15,-2 0-13-15,-1 2 8 0,-3 3-8 0,-3-3 0 32,0 3-16-32,-3 3-10 0,4 0-2 0,-4 2 0 15,3 0-168-15,-6 1-33 0,-32-1-7 0,17 3-2 0</inkml:trace>
  <inkml:trace contextRef="#ctx0" brushRef="#br0" timeOffset="139062.548">19419 14349 1958 0,'0'0'43'0,"0"0"9"0,0 0 1 0,0 0 3 0,0 0-45 0,0 0-11 0,0 0 0 0,0 0 0 0,0 0 104 0,0 0 20 16,0 0 3-16,0 0 1 0,0 0-52 0,0 0-9 15,0 0-3-15,0 0 0 0,0 0 0 0,0 0 0 16,-6 6 0-16,3 1 0 16,0 1-51-16,0 3-13 0,3 0 0 0,-3 2 0 15,0 0 33-15,3 3 4 0,0 2 1 0,-3 1 0 16,3 2-26-16,-3-2-4 0,3-1-8 0,-3 3 11 0,3 1-11 16,-3-4 0-16,0 3 0 0,0-2 0 0,0-1 0 0,0 3 0 15,0-5 8-15,0 3-8 0,0-1 0 0,3-2 0 0,-3 0 0 16,3 0 0-16,0-3-13 0,-3-2-2 0,3-1 0 0,0 1 0 31,0-3-67-31,3-3-14 0,-3 0-2 0,0-5-728 0,0 0-146 0</inkml:trace>
  <inkml:trace contextRef="#ctx0" brushRef="#br0" timeOffset="142079.297">14466 13135 1051 0,'0'0'23'0,"0"0"5"0,0 0 0 0,0 0 2 0,0 0-30 0,6 0 0 15,0 0 0-15,3 0 0 0,-3 0 100 0,2 0 13 16,1-3 3-16,0 3 1 0,0-3-5 0,3 1-2 16,3-1 0-16,0-2 0 0,0 0-17 0,0 2-3 15,6-2-1-15,-4-1 0 0,7 1-71 0,0 0-18 16,-3-1 0-16,3 1 0 0,-1 0 0 0,4 0 0 16,-3-1 0-16,3 1 0 0,-3 0 0 0,-3-1 0 15,-1 1 0-15,-2 0 0 0,0 0 0 16,-3 2 0-16,3-2 0 0,-3-1 0 0,0 4 0 0,-4-1-14 15,1 0 2-15,0 1 1 16,-3-1-54-16,0 0-11 0,-3 1-3 0,3 2 0 16,-3 0-69-16,-6 0-15 0,0 0-2 0,3-6-1 0</inkml:trace>
  <inkml:trace contextRef="#ctx0" brushRef="#br0" timeOffset="142642.237">14638 12886 1314 0,'0'0'37'0,"0"0"8"0,0 0-36 0,0 0-9 16,0 0 0-16,0 0 0 0,0 0 124 0,-6-3 24 16,6 3 4-16,0 0 0 0,0 0-48 0,0 0-9 15,0 0-3-15,0 0 0 0,-6 3-64 0,6-3-14 16,0 0-2-16,-5 3-1 0,2 2 42 0,-3 0 9 15,3 1 2-15,-3-1 0 0,3 0-52 0,-3 0-12 0,0 3 0 0,0 0 0 16,0 0 0-16,3 0 0 16,-3 3 0-16,-3-3 0 0,3 0 0 0,-3 2 0 0,3 3 0 15,-3-2 0-15,3 0 0 0,-3 2 0 16,3-5 0-16,-3 2 0 0,4 1 0 0,-4-3 0 0,3 2 0 16,3-2 0-16,0 0 0 0,-3 0 0 0,3 0 0 15,0 0 0-15,3-3 0 0,0 1 0 0,-3-1 0 0,3 3 0 16,3-3 0-16,-3 1 0 0,3-1 0 0,0 0 0 15,3 3 0-15,0-5 0 0,0 2 0 0,0 0 0 16,0 1 0-16,2-1 0 0,-2-2 0 0,3 2 0 16,0 0 54-16,-3-2 8 0,3 2 2 0,0-2 0 15,0 2-52-15,0-2-12 0,0 2 0 0,0-2 0 16,-3-1 0-16,3 1 0 0,0 2 0 0,3-2 0 16,-4-3 0-16,1 2 0 0,0 1 0 0,3-3 0 15,-3 3-82-15,3-3-19 0,-6 0-4 0,6 0-616 16,-3 0-123-16</inkml:trace>
  <inkml:trace contextRef="#ctx0" brushRef="#br0" timeOffset="146127.447">19335 10647 1522 0,'0'0'33'0,"0"0"7"0,0 0 2 0,3-2 2 0,3-1-36 0,-3 1-8 16,-3 2 0-16,0 0 0 0,6 0 48 0,-6 0 7 0,0 0 1 0,0 0 1 16,6 0-31-16,-6 0-6 0,3 2-2 0,3 3 0 15,-3-2-4-15,0 2-1 0,0 1 0 0,-3 2 0 16,3 2-3-16,-3-2-1 0,0 3 0 0,0-1 0 16,0 1-9-16,0 2 0 0,0-2 0 0,0 2 8 15,-3-2-8-15,3-1 0 0,-3 1 0 0,3-1 0 16,-3-2 0-16,0 0 0 0,0 0 0 0,0 0 8 15,3-8-8-15,-3 5 0 0,3-5 0 0,0 0 0 16,0 0 17-16,0 0 2 0,0 0 0 0,0 0 0 16,0 0 7-16,0 0 2 0,0 0 0 0,-3-8 0 15,3-2-10-15,0 2-2 0,0-3 0 0,3 1 0 16,0-3-5-16,0 2-2 0,3-2 0 0,-3-1 0 16,3 1 7-16,-3-3 0 0,3 3 1 0,0 0 0 0,0-3 12 15,0 3 3-15,-3 0 0 0,3-1 0 16,0 4-4-16,3 2-1 0,-3 0 0 0,0 0 0 15,0 3-8-15,0-1-2 0,-3 1 0 0,2 2 0 0,1 1-17 0,0 2 8 16,-6 0-8-16,6 2 0 0,-6-2 9 0,6 6-9 16,-3-1 0-16,3 0 9 0,0 3-9 0,-3 0 0 15,0 3 0-15,0-1 0 0,-3 4-8 0,0-4-4 0,0 3-1 16,0 1 0-16,-3-1-1 0,3 0 0 16,-3-2 0-16,0 2 0 0,3-5 3 0,-3 2 1 0,0-2 0 15,0 0 0-15,0 0 10 0,0-2 0 0,3-6 0 0,0 0 0 16,0 0 0-16,0 0 0 0,0 0 0 0,0 0 0 15,0 0 0-15,-3-6-8 0,3 1 8 16,-3-3 0-16,6-3 0 0,-3 1 0 16,3-1 12-16,0 1-4 0,0-1 3 0,0-2 1 0,3 0 0 15,0 2 0-15,0 0 9 0,3 1 3 0,-3-1 0 0,3 3 0 16,-3 0-8-16,3 0 0 0,-3 3-1 0,3 0 0 16,0 2-3-16,0-2-1 0,-4 2 0 0,4 3 0 15,-3 0-11-15,3 0 12 0,-3 0-12 0,0 3 12 16,0 0-12-16,0-1 0 0,-3 4 9 0,3-1-9 15,-3 0 8-15,0 3-8 0,3 3 8 0,-6-1-8 16,3 3 8-16,-3-2-8 0,0 2 10 0,0 3-10 16,0 0 0-16,0 0 8 0,0 0-8 0,0 0 0 15,0-3 0-15,-3 3-8 0,3 0 8 0,0-3-13 0,-3 0-8 16,3-2-2-16,0-1 0 0,-3 1 0 16,3-3-26-16,-3 0-6 0,3-3-1 0,0 3 0 15,0-8-176-15,0 5-36 0</inkml:trace>
  <inkml:trace contextRef="#ctx0" brushRef="#br0" timeOffset="146432.664">19836 10801 1587 0,'0'0'35'0,"0"0"7"0,0-5 2 0,0 5 0 0,3-6-35 0,-3 6-9 0,0-5 0 0,0 5 0 16,0-3 98-16,0 3 18 0,0 0 3 0,0 0 1 16,0 0-40-16,0 0-7 0,0 0-1 0,0 0-1 15,0 0-18-15,0 0-3 16,0 0-1-16,0 0 0 0,0 0-12 0,0 0-2 15,0 0-1-15,0 0 0 0,0 0-7 0,0 6-2 0,0 2 0 0,0 0 0 16,0-3-5-16,0 3-2 16,0 0 0-16,0 0 0 0,0 0-9 0,0 0-1 0,0 2-8 0,0-2 12 15,-3 0-12-15,3 0 0 0,0 3 0 0,0-3 0 16,0-1 0-16,0 1 8 0,0 0-8 0,0 0 0 16,-3 0 0-16,3 0 0 0,0-3 0 0,0 3 0 15,0-2 0-15,0-1 0 0,0-5 8 0,0 5-8 16,0-5 0-16,0 8-18 0,0-8 4 0,0 5 1 15,0-5-96 1,0 0-19-16,3 6-4 0,-3-6-945 0</inkml:trace>
  <inkml:trace contextRef="#ctx0" brushRef="#br0" timeOffset="149266.645">22238 8652 1267 0,'0'0'28'0,"0"0"5"0,0 0 2 0,0 0 1 0,0 0-36 0,0 0 0 0,0 0 0 0,3 0 0 15,3 0 109-15,3 0 15 0,-4-2 4 0,4 2 0 16,3-3-52-16,3 0-9 0,0 3-3 0,0-2 0 16,3 2-7-16,0-3-1 0,0 3-1 0,2 0 0 15,-2 0-37-15,3 0-7 0,-3 3-2 0,0-1 0 16,0 4 27-16,-3-4 4 0,-1 1 2 0,1 2 0 16,-3 1-22-16,0-4-4 0,-3 4 0 0,3-1-1 15,-3 0 1-15,0 0 0 0,-3 3 0 0,3 0 0 16,-3 3-4-16,0-3-1 0,-3 2 0 0,3 1 0 15,-3 0-11-15,-1-1 12 0,-2 3-12 0,0 1 12 16,0-4-12-16,-2 3 12 0,2-2-12 0,-6 2 12 16,3 1 16-16,-3-1 3 0,3-3 1 0,-3 4 0 0,0-1-32 15,0-3 0-15,-3 1 0 0,0-3 0 0,0 2 0 0,0-2 0 16,0 0 0-16,0 0 0 0,0-2-11 0,3-1-8 16,-3 0-1-16,3 0-1 15,1 1-18-15,-1-1-3 0,3-2-1 0,3-3 0 16,0 0-137-16,0 0-28 0</inkml:trace>
  <inkml:trace contextRef="#ctx0" brushRef="#br0" timeOffset="152294.75">21499 9362 1086 0,'0'0'31'0,"0"0"6"0,0 0-29 0,0 0-8 0,0 0 0 0,0 0 0 16,0 0 80-16,0 0 16 0,0 0 2 0,0 0 1 15,0 0-59-15,0 0-11 0,0 0-2 0,0 0-1 16,0 0 30-16,0 0 7 0,0 0 1 0,0 0 0 16,0 0 0-16,0 0 0 0,3-6 0 0,3 4 0 15,-3-4-17-15,3 4-3 0,3-1-1 0,-3-2 0 16,3-1-18-16,0 4-3 0,0-4-1 0,0 1 0 16,3 0-21-16,0-3 0 0,0 3 0 0,0-3 0 15,-1 2 0-15,1-1 0 0,3-1 0 0,0 2 0 16,-3-2 56-16,3 0 6 0,0 0 2 0,0 1 0 0,-3-1-52 0,0 0-12 15,2 0 0-15,-5 0 0 0,3 0 0 16,0 0 0-16,0 0 0 0,-3 0 0 16,3 0 0-16,0 0 0 0,-3 0 0 0,6-2 0 0,-3-1 0 15,-1 3 0-15,1-2 0 0,0 2 0 0,-3-3 0 0,3 3 0 16,0-3 0-16,0 1 0 0,0 2 0 16,0-3 0-16,0 3 0 0,0 1 0 0,-1-1 0 0,1 0 0 15,0 0 0-15,0 2 0 0,0-2 0 0,3 3 0 16,-3-3 0-16,0 3 0 0,-3 0 0 0,3-1 0 15,-1 1 0-15,-2 0 0 0,3-1 0 0,-3 1 0 16,0-3 0-16,0 3 0 0,-3 0 0 0,3 2 0 16,-3-2 0-16,0-1 0 0,0 1 54 0,0 0 8 0,0 0 2 0,3 2 0 31,-3-2-76-31,0 2-14 0,0-2-3 0,-1 2-1 0,1-2 48 0,0 2 10 0,0 0 1 0,3 1 1 16,-3-1-30-16,3 1 0 0,-3-1 0 0,0-2 0 15,0 2-15 1,0 3-9-16,0-5-1 0,3 5-1 0,-3-3 26 0,0 0 8 0,0 1 0 0,0-1 0 15,0-2-8-15,0 5 12 0,3-3-4 0,-4 0 0 16,4 1-8-16,-3-1 11 0,0 1-11 0,0 2 12 16,0-3-12-16,0 0 0 0,0 1 0 0,0 2 8 15,0-3-8-15,0 3 0 0,0-3 0 0,-3 1 0 0,3 2 0 16,0-3 0-16,-3 3 0 0,3-3 0 0,0 1 0 0,0 2 0 16,-3 0 0-16,3-3 0 0,0 0 0 0,-1 3 0 15,1 0 0-15,0-2 0 16,0 2 0-16,0-3-11 0,0 0 11 0,-3 1-8 15,3 2-27-15,0-5-5 0,-3-1 0 16,0 1-711-16,3-3-141 0</inkml:trace>
  <inkml:trace contextRef="#ctx0" brushRef="#br0" timeOffset="152898.996">23619 8041 1742 0,'0'0'38'0,"3"-5"8"0,0 0 2 0,0-1 1 0,0 4-39 0,-3-4-10 15,3 1 0-15,-3 5 0 0,0-5 93 0,0 5 17 16,-3-6 3-16,0 1 1 0,0 3-32 0,-3 2-6 15,6 0-2-15,-9 0 0 0,0 0-50 0,0 2-9 16,-3 1-3-16,0 2 0 0,0 0 4 0,-3 1 1 0,4 4 0 0,-4 1 0 16,3 5-9-16,-3 0-8 0,0 0 9 0,0 5-9 15,0 0 30-15,0 0 0 0,-3 3 0 0,4 0 0 32,-4-1-75-32,0 1-15 0,3 0-4 0,-6 0 0 15,6-3 30-15,-3 0 6 0,1-5 0 0,2 0 1 16,0 0-56-16,-3-3-11 0,3-5-2 0,3 3-534 0,0-6-106 0</inkml:trace>
  <inkml:trace contextRef="#ctx0" brushRef="#br0" timeOffset="153164.427">23172 8256 1422 0,'0'-8'31'0,"3"0"6"0,-3-3 2 0,3 0 1 16,0 1-32-16,0 2-8 0,0-3 0 0,0 3 0 0,0 0 76 0,0 3 14 15,0 0 2-15,-3 2 1 16,3-2-1-16,-3 5 0 0,3-3 0 0,-3 3 0 0,6-2-33 0,0 2-7 15,-3 2-2-15,3 1 0 16,3 0-10-16,0-1-1 0,-3 4-1 0,3 1 0 0,0 4-13 0,0 0-2 16,-1 2-1-16,1 0 0 0,0 3-9 0,3 0-1 15,-3 0-1-15,3 2 0 0,-3 1-11 0,3-1 0 16,-3-2 0-16,0 3 8 0,0-6 20 0,-3 3 4 16,3-3 1-16,-1 0 0 15,1-2-77-15,-3-1-16 0,3-2-4 0,0 0 0 16,3 0-55-16,-3-2-11 0,0-4-2 0,3 1-1 15,0-3-95-15,0-3-18 0</inkml:trace>
  <inkml:trace contextRef="#ctx0" brushRef="#br0" timeOffset="153370.665">23652 8398 1074 0,'8'-10'30'0,"-5"7"8"0,0-5-30 15,3 0-8-15,-3 0 0 0,0-2 0 0,0 2 144 0,0 0 28 0,-3 0 6 0,0 0 1 16,0 3-67-16,-3-1-14 0,3 6-2 0,0 0-1 16,-3-2-39-16,3 2-8 0,0 0-2 0,0 0 0 15,0 0 14-15,0 0 4 0,-3 5 0 0,0 0 0 16,0 3 0-16,3 3 0 0,-3-3 0 0,3 2 0 15,0 1-52-15,0 2-12 0,0-2 0 0,0 2 0 16,-3-2 0-16,3 2 0 0,0-3 0 0,0 4 0 16,3-4 0-16,-3 1 9 0,0-1-9 0,0 1 8 15,0 0-8-15,0-1 0 0,0-2 0 0,0 3-11 16,0-3 11-16,3 0 0 0,-3 0-9 0,0-3 9 16,3 0-111-16,-3-5-17 0,3 5-4 15,0-2-908-15</inkml:trace>
  <inkml:trace contextRef="#ctx0" brushRef="#br0" timeOffset="153707.984">24375 8089 1900 0,'0'0'42'0,"0"0"9"0,0-5 1 0,3-1 1 0,-3 6-42 0,3-2-11 15,-3-4 0-15,0 6 0 0,0 0 81 0,0 0 15 16,3-2 2-16,-3 2 1 0,0 0-43 0,0 0-9 16,0 0-2-16,0 0 0 0,0 0 15 0,0 0 4 15,0 0 0-15,0 0 0 0,0 0-52 0,0 0-12 0,0 0 0 0,-6 2 0 16,0 4 0-16,-3-1 0 0,-3 0 0 0,0 3 0 16,0 3 34-16,-3-1 4 0,0 4 1 0,-2-1 0 15,2 3-27-15,-3 2-4 0,0 1-8 0,-3 2 11 16,-3 0-11-16,4 0 0 0,-4 3 0 0,0-3 0 31,-3-2-34-31,3 2-9 0,-2-3-1 0,2-2-1 16,0 0-15-16,3-3-4 0,0-2 0 0,3-3 0 15,3 0-130-15,1-3-26 0,2 0-6 0,-3-2-1 0</inkml:trace>
  <inkml:trace contextRef="#ctx0" brushRef="#br0" timeOffset="153940.756">23955 8203 1728 0,'3'-8'38'0,"0"-6"8"0,3 1 2 0,0 0 0 0,0 0-39 0,0 0-9 15,0 2 0-15,-3 0 0 0,3 3 84 0,-3 3 16 16,-3 0 2-16,0 5 1 0,3-3-49 0,-3 3-10 16,0 0-1-16,0 0-1 0,0 0-3 0,3 5-1 15,-3 1 0-15,3 2 0 0,0-3 0 0,3 6 0 16,-3-3 0-16,3 2 0 0,-3 3-16 0,3 1-3 16,-1 1-1-16,1 1 0 0,3 3-7 0,-3-3-2 15,3 5 0-15,0-3 0 0,0 1-1 16,0-3 0-16,0 2 0 0,0-2 0 0,3 0-8 0,-3-3 0 15,0 1 0-15,0-4 0 0,0 3 0 0,-1-2-11 16,1 0 1-16,0-1 0 16,-3 1-138-16,3-3-28 0,-3-3-6 0,0 3-798 0</inkml:trace>
  <inkml:trace contextRef="#ctx0" brushRef="#br0" timeOffset="154368.159">24342 8449 1436 0,'0'0'32'0,"0"0"6"0,0 0 2 0,0 0 0 0,3-6-32 0,0 4-8 0,0-4 0 0,0 4 0 16,3-1 110-16,0-2 21 0,0 2 4 0,3-2 1 16,0 2-51-16,0 1-9 0,0-1-3 0,3 0 0 15,-4 1-7-15,4-1-2 0,-3 0 0 0,0 3 0 16,0-2 0-16,-3 2 0 0,0 0 0 0,0 0 0 16,0 2-51-16,0 1-13 0,-3 2 0 0,0-2 0 15,3 2 0-15,-6 3 0 0,0-2 0 0,0 4 0 16,0-2 0-16,-3 3 0 0,-3-1 0 0,0 3 0 15,0-2 0-15,0 0 0 0,-3 2 0 0,0 0 0 16,0 0-51-16,0 1-9 16,0-1-3-16,-3 3 0 0,4-1 51 0,-1 1 12 0,3 3 0 0,-3-1 0 0,3-2 0 15,0-2 0-15,3 1 0 0,0-1 0 0,0-4 0 0,3 3 0 16,3-5 0-16,-3 3 0 0,6-3 0 16,-3 0 0-16,6-3 0 0,0 0 0 0,0-2 0 15,0 0 0-15,2-1 0 0,4-2 0 0,-3 0 0 0,3 0 0 16,0 0 0-16,3 0 0 0,-3-2 48 0,0-1 13 15,0 0 3-15,-1 1 0 0,1-4-52 0,0 4-12 16,-3-1 0-16,0 1 0 0,0-1 0 0,0 0 0 16,0-2 0-16,-3 2 0 0,0-2 0 0,2 2 0 0,-2-2 0 15,0 2 0-15,0 1-11 0,3-1-5 0,-3 1 0 0,0-1-1 32,0 3-229-32,3-3-46 0,9 3-8 0,-6 3-3 0</inkml:trace>
  <inkml:trace contextRef="#ctx0" brushRef="#br0" timeOffset="160774.125">23431 8716 1695 0,'0'0'37'0,"0"0"8"0,3-5 2 0,0 2 1 0,3-2-39 0,-3 2-9 0,-3 3 0 0,6-3 0 15,-6 3 98-15,0 0 18 0,0 0 3 0,0 0 1 16,0 0-44-16,0 0-8 0,0 8-1 0,0 0-1 16,0 3-22-16,0-1-5 0,-3 4-1 0,0 2 0 15,0-1-23-15,0 4-5 0,0-1-1 0,0 1 0 16,3 2-9-16,-3 0 0 0,0 0 0 0,3-2 8 15,-3 0-8-15,3-1 0 0,-3 1 0 0,3-1 0 16,-3 1 0-16,3-1 0 0,0-2 0 0,0 3 0 16,0-4 12-16,0 1-4 0,0-2 0 0,0-1 0 15,0-3-8-15,0 4 8 0,0-6-8 0,0 2 8 16,0-2 8-16,0-3 0 0,0 3 1 0,3-2 0 16,-3-6-17-16,0 2 0 0,0-2 0 0,0 0 0 15,0 0-48-15,3 5-12 0,-3-5-4 0,0 0 0 16,3 0-102-16,-3 0-21 0</inkml:trace>
  <inkml:trace contextRef="#ctx0" brushRef="#br0" timeOffset="167317.287">24071 8936 1388 0,'0'0'39'0,"0"0"9"0,0 0-38 0,0 0-10 0,0 0 0 0,-6-3 0 15,6 3 101-15,-6 0 19 0,0 0 3 0,0 0 1 16,1 0-35-16,-4 3-6 0,3-1-2 0,-3 1 0 15,0 2-41-15,0-2-9 0,0 2-2 0,0 0 0 16,0 3-12-16,0 0-2 0,0 3-1 0,0-1 0 16,-3 4-14-16,3-1 8 0,0 5-8 0,1-2 0 15,-1 3 0-15,0-1 0 0,3 1 0 0,-3-1 0 16,0 1 0-16,3-3-18 0,3 0 2 0,-3-3 1 16,3 3 26-16,0-3 5 0,0-2 0 0,3 2 1 15,3-5-17-15,0 2 0 0,0-2 0 0,3 0 0 16,0-3-10-16,0 1-6 0,3-4 0 0,3-2-1 15,0 3 65-15,2-3 12 0,4-3 4 0,0 1 0 16,3-1-64-16,3 0 0 0,-3-4-16 0,3 1 3 16,-4 1 25-16,4-3 6 0,-6 0 1 0,3 0 0 0,-3-2 11 15,-3-1 2-15,-3-2 1 0,-1-1 0 0,-2-1 12 16,0 1 3-16,-3-1 0 0,0-1 0 0,0-3-4 0,-3 6-1 16,0-3 0-16,-3 0 0 0,-3 0-12 0,3 3-3 15,-3 2 0-15,-3-2 0 0,0 3-6 0,-3-1-2 16,-3 3 0-16,0-2 0 0,-2-1-12 0,-4 3-8 15,0 3 10-15,-3-3-10 0,0 2-14 0,0 4-9 16,-2-3-1-16,-1 2-1 16,3 3-159-16,-3 0-31 0,0 0-6 0</inkml:trace>
  <inkml:trace contextRef="#ctx0" brushRef="#br0" timeOffset="169600.607">14460 14249 1209 0,'0'0'26'0,"0"0"6"0,0 0 0 0,0 0 4 0,0 0-36 0,0 0 0 0,-3 2 0 0,3-2 0 16,0 0 81-16,0 0 10 0,0 0 1 0,0 0 1 15,0 0-19-15,0 0-4 0,0 0-1 0,3 6 0 16,3-4-11-16,3 1-2 0,0 0-1 0,0-3 0 16,2 2-10-16,-2 1-1 0,3-3-1 0,0 3 0 15,3-3-25-15,0 0-5 0,3 2-1 0,0-2 0 16,0 0 20-16,5 0 4 0,4 0 1 0,-3 0 0 15,3 0-59 1,3-2-12-16,-1 2-2 0,4 0-1 0,-3-3 37 0,0 3 0 0,-4-3 0 16,1 1 0-16,0-1-10 0,0-2 10 0,-1 2 0 0,1 0-9 15,-3 1-43-15,0-1-8 0,3-2-1 0,-6 2-1 16,-1-2-103-16,-2 2-21 0</inkml:trace>
  <inkml:trace contextRef="#ctx0" brushRef="#br0" timeOffset="170193.812">14653 14018 1958 0,'0'0'43'0,"0"0"9"0,0 0 1 0,0 0 3 0,0 0-45 16,0 0-11-16,0 0 0 0,0 0 0 15,0 0 53-15,0 0 9 0,0 0 2 0,0 0 0 0,0 0-1 0,0 0 0 16,-6 3 0-16,0 2 0 0,0-2-50 0,0 2-13 16,1 1 0-16,-1 2 0 0,0-3 0 0,-3 0 0 15,3 3 0-15,-3 0 0 16,0 0 24-16,0 3 0 0,0-3 0 0,-3 2 0 0,3-2-24 0,-3 3 0 15,0-1 0-15,0 3 0 0,1-2 0 0,2 0 0 16,0 2 0-16,0 0 0 0,0-2 0 0,0 2 0 16,6-3 0-16,-3 1 0 0,3 0 0 0,3-3 0 0,-3 2 0 15,6 1 0-15,0-3 0 0,3 0 0 0,0 0 0 0,3-1 0 16,0 4 0-16,0-3 0 0,3 0 0 0,-4-3 0 16,4 1 0-16,0 1 0 0,-3-1 9 0,3-1-9 15,0 0 0-15,0 1 8 0,0-1-8 0,0 0 0 16,0-2 33-16,0-3 3 0,-1 3 0 0,4-3 0 31,-3 0-80-31,3 0-16 0,-3 0-4 0,0 0 0 16,3-3-70-16,-3 0-14 0,3 1-4 0,0-6 0 0</inkml:trace>
  <inkml:trace contextRef="#ctx0" brushRef="#br0" timeOffset="175752.073">20743 9745 1036 0,'0'0'23'0,"0"0"5"0,0 0 0 0,0 0 1 0,-3-5-29 0,3 0 0 0,-3-1 0 0,3 1 0 16,0-3 108-16,0 5 16 0,0-2 4 0,0 0 0 15,0 0-18-15,0-1-3 0,3 1-1 0,0 2 0 16,0-2-27-16,0 2-6 0,0 1-1 0,0-1 0 16,3 0-23-16,-3 1-5 0,3-1 0 0,0 3-1 15,3 0-14-15,-3-2-2 0,0 2-1 0,3 2 0 16,-3-2-10-16,0 0-3 0,3 5 0 0,-3-2 0 16,0 2-13-16,0 1 8 0,0 2-8 0,-3 0 0 15,3 2 8-15,-4-2-8 0,1 3 0 0,0-1 0 16,0-2 0-16,0 0 8 0,0 0-8 0,-3 0 0 0,0 0 0 15,0-3 0-15,-3 3 0 0,0-3 0 16,3-5 0-16,-3 6 0 0,-3-4 8 0,6-2-8 0,0 0 0 16,-2 6 8-16,-4-6-8 0,6 0 0 0,0 0 8 15,0 0-8-15,-6 0 0 0,3-6 9 0,0 4-9 16,0-4 0-16,3 1 0 0,-3-3 0 0,6 0 0 0,-3 0 0 16,3-2 0-16,0-1 0 0,3 3-8 0,-3-5 8 15,3 2 0-15,-1-2 0 0,4 0 0 0,-3 2 0 16,3-2 0-16,0 3 0 0,3-1 10 0,-3 0 3 15,0 1 1-15,0-1 0 0,3 3 6 0,-3 3 0 16,-3-3 1-16,3 5 0 0,0 1-21 0,-1-1 9 16,-2 3-9-16,0 0 0 0,0 3 11 0,0-3-11 0,0 5 10 0,0 0-10 15,-3 3 0-15,3 0 8 0,-3 0-8 0,0 0 0 16,0 3 0-16,0-3 0 0,-3 2 0 0,0-2 0 16,0 0 0-16,0 3 0 0,-3-3 0 0,0-3 0 15,0 6 0-15,0-4 0 0,0-1 0 0,0-1 0 16,0 0 0-16,3-5 0 0,0 0 8 0,0 0-8 15,0 0 0-15,0 0 0 16,0 0 0-16,0 0 0 0,0 0 0 0,0 0 0 0,0-5 0 0,0 0 0 16,0-1 0-16,3-1 0 0,0-4 0 0,3 0 0 15,0 1 0-15,0-1 0 0,3 1 0 0,0-1 0 16,0 3 0-16,0-3 12 0,3 1 0 0,0 2 0 16,-1 0 0-16,-2 0-1 0,0 3 0 0,3 0 0 15,-3 2 1-15,0 3 0 0,0-3 0 0,0 3 0 0,-3 3-3 16,0 0 0-16,0 2 0 0,0 3 0 0,0 0-9 15,-3 2 0-15,3-2 9 0,-3 3-9 16,0-1 0-16,-3 4 8 0,0-4-8 0,0 3 0 16,0 1 0-16,0-1 0 0,0 3 0 0,-3-3 0 0,0 0 0 0,3 0 0 15,-6 1 0-15,3-1 0 0,0 0 0 0,0-2-15 16,0 2 3-16,0 0 0 16,0 0-18-16,3-2-3 0,-3 0-1 0,0-1 0 15,3-2-118-15,0 3-23 0,0-6-5 0</inkml:trace>
  <inkml:trace contextRef="#ctx0" brushRef="#br0" timeOffset="176165.556">21383 9795 1666 0,'0'0'36'0,"0"0"8"0,0 0 2 0,0 0 2 0,0 0-39 0,0 0-9 0,3-5 0 0,0 3 0 15,0-4 95-15,-3 6 17 0,6-2 3 0,-3-1 1 16,3 0-28-16,0 1-6 0,0-4-1 0,0 6 0 15,0-2-13-15,0 2-4 16,0-3 0-16,0 3 0 0,0 0-18 0,-3 0-4 0,3 0-1 0,-6 0 0 16,6 0-20-16,0 3-4 0,-6-3-1 0,6 2 0 15,-3 4-16-15,3-4 8 0,-6-2-8 0,0 8 0 16,0 0 0-16,0-3 0 0,0 3 0 0,-3 3 0 16,0 0 0-16,3-3-9 0,-6 5-1 0,3-3 0 15,-3 4-11-15,0-1-3 0,0 0 0 0,-3 0 0 16,3 0-3-16,0 1-1 0,-3-1 0 0,6-2 0 0,-3 2 4 0,3-3 0 15,0 1 0-15,0 0 0 0,0-4 14 16,3 1 10-16,0 0-12 0,0-2 12 0,3 2-9 0,-3-3 9 16,6-2 0-16,-3 2-9 0,3 0 9 0,0-2 8 15,3-1-8-15,0 1 11 0,0-3 5 0,0 3 2 16,3-3 0-16,0 0 0 0,-1 0-6 16,1 0 0-16,0 0-1 0,0-3 0 0,0 3-11 0,0 0 8 15,0 0-8-15,0 0 8 0,-3-3-8 0,3 3 0 0,-3-2 0 16,-1 2 8-1,1-3-36-15,0 3-7 0,0-3-1 0,0 1-720 16,-3-1-144-16</inkml:trace>
  <inkml:trace contextRef="#ctx0" brushRef="#br0" timeOffset="177435.887">21479 11275 1267 0,'0'0'28'0,"0"0"5"16,0 0 38-16,0 0-71 0,0 0 0 0,0 0 0 0,0 0 0 15,0 0 99-15,0 0 13 0,0 0 2 0,0 0 1 16,0 0-31-16,0 0-5 0,0 0-2 0,0 0 0 0,0 0-10 0,3 2-3 16,3 4 0-16,0-1 0 0,-3-3-51 0,2 4-13 15,4-1 0-15,-3 3 0 0,3-3 54 0,0 3 8 16,0 3 2-16,3 2 0 0,0-2-52 16,0 2-12-16,3 0 0 0,0 6 0 0,2-1 0 0,-2 6 0 15,3 2 0-15,3 4 0 0,0 1 0 0,-3 1 0 16,3 2 0-16,-1 6 0 0,-2-6 0 0,-3 4 0 15,3-1 0-15,0 5 0 0,0 3 0 16,3 0 0-16,-4 3 0 0,4 2 0 0,0-5 0 16,-3 0 0-16,3 0 0 0,0 5 0 0,-1-2 25 0,-2-1 3 0,3 1 0 15,-3 5 0-15,0-8-18 0,0 0-10 0,-3-3 12 0,3 6-12 16,-4-6 15-16,-2 0-4 16,0 1-1-16,0-1 0 0,0-2-2 0,-3-6 0 0,0 1 0 15,0-4 0-15,0-4 4 0,-3-3 0 0,0-1 0 16,-3-1 0-1,3-7-61-15,-3 1-12 0,-3-2-3 0,0-4 0 16,0-5-16-16,0 1-4 0,0-6-1 0,0 0-906 0</inkml:trace>
  <inkml:trace contextRef="#ctx1" brushRef="#br0" timeOffset="52683.261">25247 16614 0,'0'0'16</inkml:trace>
  <inkml:trace contextRef="#ctx0" brushRef="#br0" timeOffset="178267.103">21988 12817 1652 0,'0'0'36'0,"0"0"8"0,0 0 48 0,0 0-83 0,0 0-9 16,0 0 0-16,0 0 0 0,0 0 54 0,0 6 9 0,0 1 1 15,0 4 1-15,0-3-11 0,0 3-2 16,0-1-1-16,3 1 0 0,-3-1-34 0,0 4-6 16,3-1-2-16,0-3 0 0,3 4-9 0,-3-4 0 0,2 1 0 0,4-1 0 15,0 1 0-15,0-1 0 0,3-2 0 0,0 0 0 16,3-2 20-16,-3-1 1 0,3 0 1 0,3-2 0 31,-4-3 10-31,4 0 1 0,0 0 1 0,0-3 0 0,-3 1-6 0,3-1-2 16,0-2 0-16,0-3 0 0,-1 2-16 0,4-2-10 0,0 1 12 15,0-1-12-15,0 0 14 0,0 0-4 0,-1-3-1 0,1 1 0 16,-3-1-9-16,0 0 0 0,0 3 0 0,3-2 0 31,-6-1-28-31,2 3 0 0,-5 0-1 0,3 0 0 16,-6 1-41-16,3-1-8 0,-3 2-2 0,-3 1-565 0,3 0-114 0</inkml:trace>
  <inkml:trace contextRef="#ctx0" brushRef="#br0" timeOffset="178714.534">22720 13423 2026 0,'0'0'44'0,"0"0"10"0,0 0 2 0,0 0 1 0,-6 0-45 0,6 0-12 0,0 0 0 0,-6 3 0 15,0-1 69-15,0 1 12 0,0 0 3 0,0 2 0 16,-3 0-48-16,3 3-8 0,-3 0-3 0,0 3 0 16,0-1 19-16,-2 6 4 0,-1 3 1 0,-6-1 0 15,-3 6-33-15,0 0-8 0,-3 0 0 0,1 2-8 16,-1-2 0-16,0 0 0 0,0-3 0 0,0 0 0 15,3 0 11-15,1-2-2 0,2-3 0 16,3 0 0 0,0-3-66-16,0 0-14 0,3-2-2 0,0-1-1 0,0-4-14 15,3-1-4-15,3-3 0 0,1 1 0 0,-1-6-100 16,6 3-21-16,-6-5-4 0</inkml:trace>
  <inkml:trace contextRef="#ctx0" brushRef="#br0" timeOffset="178918.308">22282 13672 1728 0,'0'0'38'0,"3"-8"8"0,0-3 2 0,3-2 0 0,-3 0-39 0,3 0-9 0,0-3 0 0,-3 3 0 0,3-1 88 0,0 1 15 15,-3 3 3-15,3 2 1 0,-6 0-20 0,3 2-4 16,0 4-1-16,0-1 0 0,-3 3-12 0,0 0-2 16,0 0-1-16,0 0 0 0,6 3-3 0,0 5 0 15,0 0 0-15,3 2 0 0,-3 3-51 0,0 3-13 16,5 0 0-16,-2 3 0 0,0-1 0 0,3 1 0 16,-3-3 0-16,3-1 0 0,3 1 0 0,-3-2-10 0,3 1 2 0,0-1 0 15,2-1 0-15,-2-3 0 0,0 1 0 0,3 0 0 31,-3-1-106-31,0-2-21 16,0-3-4-16,0 1-975 0</inkml:trace>
  <inkml:trace contextRef="#ctx0" brushRef="#br0" timeOffset="179151.699">22827 13746 1720 0,'0'0'48'0,"0"0"12"0,0 0-48 0,3-5-12 0,-3 2 0 0,0-2 0 16,0-1 137-16,0 1 25 0,0 5 5 0,0 0 1 15,-3-2-71-15,3 2-13 0,0 0-4 0,0 0 0 16,0 0-26-16,0 0-6 0,-6 0 0 0,6 0-1 15,-3 5-16-15,0 3-3 0,-3-3-1 0,3 3 0 16,3 0-8-16,-3 0-2 0,3 0 0 0,0 5 0 16,0-2-17-16,0-1 0 0,0 3 0 0,3 1 0 15,-3-1 0-15,0 0 0 0,3 0 0 0,-3 1 0 16,3 1 0-16,-3 1 0 0,3 0 0 0,-3 0 0 0,3 0 0 16,-3 2-12-16,0-4 1 0,0 2 1 15,0-6-34-15,0 1-8 0,0-3 0 0,0 2-1 16,3-4-140-16,-3 1-28 0,0-7-6 0</inkml:trace>
  <inkml:trace contextRef="#ctx0" brushRef="#br0" timeOffset="179564.643">23515 13500 1497 0,'0'0'32'0,"0"0"8"0,0 0 0 0,0 0 4 0,-3-5-36 0,3 5-8 0,0 0 0 0,0-6 0 16,0 6 113-16,0 0 21 0,0 0 4 0,0 0 1 16,0 0-44-16,-6 0-9 0,6 0-2 0,-6 0 0 15,0 6-40-15,0-4-9 0,0 4-2 0,-3-1 0 16,0 3 25-16,0 0 5 0,-3 2 1 0,0 4 0 0,0 1-48 0,-2 1-16 16,-1 0 9-16,-6 3-9 15,3 2 8-15,-3-3-8 0,0 4 0 0,0-1 8 0,1-5-8 16,-1 2-9-16,0-2 9 0,0 2-13 15,3-2 13-15,0-2 0 0,3-1 0 0,1 0 0 16,-1-2-88-16,0-3-16 0,6 0-2 16,-3-3-614-16,3 0-124 0</inkml:trace>
  <inkml:trace contextRef="#ctx0" brushRef="#br0" timeOffset="179806.656">23146 13571 2062 0,'0'-8'45'0,"3"0"10"0,0-2 1 0,-1-1 3 0,1 1-47 0,0-1-12 0,0 1 0 0,0 2 0 15,0 0 80-15,0 2 13 0,-3 1 3 0,0 5 1 16,0 0-32-16,0 0-6 0,0 0-2 0,0 0 0 16,0 0-38-16,0 0-8 0,6 5-2 0,-3 3 0 15,3 0 29-15,0 3 6 0,-3 2 0 0,3 6 1 16,0-4-21-16,0 7-4 0,3-1 0 0,-3 0-1 16,3 3-19-16,0-6-12 0,0 1 1 0,3 2 1 15,-3-5 10-15,2 2 0 0,1 1 0 16,0-1-8-16,-3 1-7 0,3-3-1 0,0 0 0 0,-3 2 0 31,3-5-120-31,-3 1-25 0,0-1-5 0,-6-3-902 0</inkml:trace>
  <inkml:trace contextRef="#ctx0" brushRef="#br0" timeOffset="180209.811">23509 13873 2188 0,'0'0'48'0,"0"0"11"0,0 0 1 0,3-5 1 0,-3-1-49 0,3 1-12 16,0 0 0-16,0-3 0 0,3 3 54 0,-3-1 8 15,2 1 2-15,4 0 0 0,0-1 0 0,-3 4 0 16,3-4 0-16,0 4 0 0,0-1-17 0,3 1-3 0,-3-1-1 16,0 3 0-16,3-3-18 0,-3 3-3 0,0 0-1 15,0 3 0-15,-1 0-21 0,-2 2-12 0,0 0 2 0,0 0 0 16,-3 3 10-16,0 0-10 15,-3 3 10-15,0-1-10 16,0 1-24-16,-3 2-5 0,-3 3-1 0,0 0 0 16,-3 3-14-16,1-1-3 0,2 1-1 0,-3-1 0 0,0 1 34 0,0-1 8 0,3 3 0 15,0-5 1-15,-3 3-3 0,3-6-1 0,3 0 0 0,-3-2 0 16,6-1 31-16,-3 1 5 0,3-6 2 0,0 3 0 16,3-3-19-16,0 3 0 0,3-5 0 0,0 2 0 15,0-5 0-15,3 3 0 0,0 0 0 0,0-3 0 16,3-3 0-16,-3 3 0 0,2-3 0 0,-2 3 0 15,3 0 0-15,-3-2 0 0,3-1 0 0,-3 3 0 16,3-3 0-16,-6 1 0 0,3 2 0 0,-3-3 0 16,3 0-201-1,-3 1-44-15,0 2-9 0,0-3-2 0</inkml:trace>
  <inkml:trace contextRef="#ctx0" brushRef="#br0" timeOffset="180907.133">22595 14524 1941 0,'0'0'55'0,"0"0"12"0,0 0-54 0,0 0-13 16,0 0 0-16,0 0 0 0,0 0 68 0,0 0 10 15,0 0 2-15,0 0 1 0,0 0-23 0,0 0-5 0,0 0-1 0,0 0 0 16,0 8-8-16,3-3-1 15,0 3-1-15,-3 0 0 16,3 3-10-16,0-1-1 0,0 3-1 0,0 3 0 0,0 3-12 0,0-1-2 0,-3-2-1 0,3 5 0 16,-3 1-7-16,3 1-8 0,-3 1 11 0,0 3-11 15,3-4 8-15,-3 1-8 0,3 0 0 0,-3-3 0 16,3 0 0-16,-3-2 0 0,3-3 0 0,-3 0 0 16,0 0-12-16,3-3-4 0,-3 0 0 0,0-2 0 31,2-1-22-31,-2 1-5 0,0-1-1 0,3-2 0 15,-3 0-129-15,3-2-27 0,-3-1-4 0</inkml:trace>
  <inkml:trace contextRef="#ctx0" brushRef="#br0" timeOffset="181323.969">23291 14553 1818 0,'0'0'40'0,"0"0"8"0,0 0 1 0,0 0 3 0,0 0-42 0,3 5-10 0,0-2 0 0,-3-3 0 16,3 8 96-16,0-3 16 0,0 3 4 0,0 0 1 15,-3 0-28-15,0 5-5 0,0-2-2 0,0 2 0 16,0 3-30-16,-3 0-5 0,3 2-2 0,-3 3 0 16,0 1-14-16,0 1-3 0,-3 1-1 0,3 0 0 15,0 0-11-15,0 0-1 0,-2-3-1 0,2 3 0 16,0-6-14-16,0 1 9 0,0-3-9 0,0-1 8 15,3 1-8-15,-3-2 0 0,0-1 0 0,3 0 0 16,0 0-14-16,-3-2-5 0,3-3-1 0,0 2 0 16,-3-2-122-1,3-2-25-15,0-1-5 0</inkml:trace>
  <inkml:trace contextRef="#ctx0" brushRef="#br0" timeOffset="183611.799">14240 15413 1314 0,'0'0'37'0,"0"0"8"0,0 0-36 0,0-5-9 0,0 5 0 0,0-6 0 0,0 6 104 0,0 0 20 16,0-5 3-16,0 5 1 0,0 0 0 0,0 0 0 15,0-5 0-15,0 5 0 16,0 0-52-16,0 0-9 0,0 0-3 0,0 0 0 0,0 0-51 0,0 0-13 15,0 0 0-15,5 5 0 0,1 0 0 0,0 3-8 16,0 3 8-16,0 2-13 0,3 0 13 0,0 6 0 16,3-1-10-16,0 1 10 15,0 5-53-15,3-3-7 0,0 0 0 0,-3 0-1 16,2-2-22-16,1-3-4 0,-3-1-1 0,3-4 0 16,0 0 21-16,0-6 4 0,0 0 1 0,-3-2 0 0,0 0 45 15,-1-6 9-15,1 0 8 0,-3-2-12 0,3-3 38 0,-3-3 7 0,6-2 2 0,-6-5 0 16,3-3 13-16,3-1 2 0,-3-1 1 15,3-1 0-15,-4-3-3 0,4 3 0 0,3 1 0 16,-3-1 0-16,0-3-30 0,-3 1-6 0,3-1-2 16,-3-4 0-16,0 2-10 0,-1-1 0 0,-2 1 0 0,0 0 8 15,0 3-8-15,-3 5 0 0,0-1 0 0,-3 7 8 32,-3-1-35-32,3 5-7 0,-6 1-2 0,0 2-575 0,0 0-115 0</inkml:trace>
  <inkml:trace contextRef="#ctx0" brushRef="#br0" timeOffset="183990.058">14522 15386 1814 0,'0'0'52'0,"0"0"10"0,0 0-50 0,0 0-12 15,0 0 0-15,0 0 0 0,0 0 106 0,0 0 18 16,0 0 4-16,0 0 1 0,0 0-56 0,0 0-11 15,0 0-2-15,0 6-1 0,0 2-35 0,0-3-8 16,0 0 0-16,3 3-1 0,3 0-15 0,-3 3 0 16,3-3 0-16,0 5 0 0,0-2 0 0,3-1 0 15,-3 1 0-15,3-1 0 0,0 1-16 0,3 2 1 16,-3-2 0-16,3-3 0 0,2 2 15 0,-2-2 0 16,0 3 0-16,0-6 0 0,3 0-16 0,-3 1-1 15,3-4 0-15,-3-2 0 0,3 0 17 0,0-2 0 0,-1-4 0 0,1 1 0 16,-3-3 15-16,3 0 6 0,0-2 2 0,0-1 0 15,0 0 5-15,0-2 0 0,-1 0 1 0,-2 0 0 16,3-3 0-16,-3 0 0 16,0 0 0-16,3 3 0 0,-3-3-29 0,0 0 0 0,3 0 0 0,0 0 0 15,-1-2 0-15,-2-1 0 0,3 1 0 0,0-1 0 32,0 3-132-32,3-2-32 0,-3 2-6 0,3-3-835 0</inkml:trace>
  <inkml:trace contextRef="#ctx1" brushRef="#br0" timeOffset="59583.313">23390 14979 0,'0'0'16,"0"0"0,0 0 15,0 0-15,-57-26 15,57 26-16</inkml:trace>
  <inkml:trace contextRef="#ctx0" brushRef="#br0" timeOffset="191968.139">20726 10769 1728 0,'0'0'38'0,"0"0"8"0,0 0 2 0,0 0 0 0,0 0-39 0,0 0-9 0,0 0 0 0,6-2 0 15,-6 2 80-15,2 0 13 0,4 0 3 0,0 2 1 16,-3 1-65-16,3 2-12 0,0 0-4 0,0 3 0 16,0 3-4-16,0-3-2 0,0 5 0 0,0-2 0 0,0 2-10 0,0-2 0 15,0 2 0-15,-3-3 8 0,3 4-8 0,-3-4 0 16,-3 3 9-16,3-2-9 0,-3 0 0 0,3-4 0 16,-3 1 0-16,0 0 0 0,-3-2 0 0,3-6 0 0,0 8 0 15,0-8 0-15,-3 2 56 0,3-2 6 0,0 0 2 16,0 0 0-16,0 0-64 0,0 0 0 0,0 0-9 15,0 0 0-15,-6 0 9 0,0-2 12 16,3-4-2-16,3-2-1 0,0 3-9 0,0-3 0 16,0-2 0-16,3-1 0 0,0 0 0 15,0 1 0-15,0-1 0 0,0-2 0 0,0-3 0 0,3 3 0 0,0-3 0 16,0 0 0-16,0 3 35 0,0-3 5 0,0 3 0 0,2 0 1 16,-2-1-15-16,0 4-3 0,0 2-1 0,0 0 0 15,0 3-22-15,0 2 0 0,0 0 0 0,0 1 8 16,0 2-8-16,0 2 0 0,0 4 0 0,-3-1 0 15,3 0 0-15,-3 3 0 0,0 3 0 0,0-3 0 16,0 2 0-16,0 1 0 0,0-3 0 0,-3 2 0 16,0 1 0-16,0-3 12 0,0 0-4 0,-3 2 0 15,3-4-8-15,-3 2 0 0,0-3 0 0,3-5 0 16,-3 5 0-16,3-5-12 0,0 0 12 0,0 0-12 16,0 0 12-16,0 0 0 0,0 0 0 0,0 0 0 15,-3-5 0-15,0 0 0 0,3-3 0 0,0-3 0 0,3 3 0 16,0-2 0-16,0-1 0 0,0-2 0 0,3 0 0 15,-3-1 0-15,3 1 0 0,0 0 0 16,-3-3 0-16,3 3 0 0,-1 2 0 0,1 1 0 0,0-1 28 16,0 3 7-16,3 0 1 0,-3 3 1 0,0-1-15 0,0 4-3 15,0-3-1-15,0 5 0 0,0 0-8 0,0 5-2 16,-3-3 0-16,3 4 0 0,-3 2-8 16,0 0 0-16,3 5 0 0,-3 0 0 15,0 3 12-15,-3 3-4 0,3-1 0 0,-6 1 0 0,3-1-8 0,0 3 0 16,-3-2 0-16,3-1 8 0,-3 1-8 0,0-1-14 15,0-2 3-15,0 0 1 0,0 0 10 0,0 2 0 16,0-4 0-16,0 2 0 0,0-6 0 16,-3 3 0-16,3 1 0 0,0-4 0 15,0 3-53-15,0-2-9 0,0 0-2 0,3-3 0 16,-3 0-102-16,3-3-21 0,0 0-4 0,0-5-794 0</inkml:trace>
  <inkml:trace contextRef="#ctx0" brushRef="#br0" timeOffset="192479.299">21187 10920 1551 0,'0'0'34'0,"0"0"7"16,0 0 2-16,3-5 1 0,-3-1-36 0,0 1-8 0,0 0 0 0,0 0 0 15,0-1 92-15,0 1 16 0,0 5 3 0,0-5 1 0,0 5-23 16,0-6-4-16,0 6-1 0,0-2 0 16,3-4-15-16,0 1-3 0,0 0-1 0,0 2 0 15,0 1-13-15,3-1-4 0,0 0 0 0,0 1 0 0,3-1-6 0,-3 0-2 16,2 3 0-16,1-2 0 0,0 2-9 15,-3 0-3-15,3 0 0 0,0 0 0 0,0 2-13 0,-3-2-3 16,3 3-1-16,-3 2 0 16,3-2-11-16,-3 2 0 0,0-2 0 0,-3 2 0 15,3-2 0-15,-3 2 0 0,0 0 0 0,-3 1 0 0,0-6-21 0,0 5 0 16,0 0 0-16,-3 3 0 0,3-2 3 0,-3-1 1 16,0 0 0-16,-3 0 0 0,3 1 5 0,-3-4 2 15,0 4 0-15,6-6 0 0,0 0 1 0,-3 5 0 16,3-5 0-16,0 0 0 0,0 0-3 0,0 0-1 15,0 0 0-15,0 0 0 0,0 0 4 0,0 0 1 16,3 0 0-16,3 0 0 0,0 0 8 0,0-3 0 0,3 3 0 0,-3 0-8 16,0-2 8-16,0 2 0 0,2-3 0 0,-2 3 0 15,0 0 0-15,0 0 11 0,-3 0-3 0,3 3 0 16,-3-1 8-16,3 1 0 0,-3 0 1 0,-3-3 0 16,3 5-1-16,-3 0-1 0,0 0 0 0,0 3 0 15,0 0-6-15,-3 0-1 0,0-2 0 0,0 1 0 16,-3 1-8-16,0 3 12 0,0-3-12 15,-3 3 12-15,0-4-12 0,-2 1 8 0,-1 3-8 16,0 0 8-16,0-3-8 0,-3-1 0 0,3 4 0 0,0 0 0 16,-3-3-20-16,6-1-4 0,-3 4 0 0,1-3 0 15,2 0-106 1,0 0-22-16,0-3-4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336.48792" units="1/cm"/>
          <inkml:channelProperty channel="Y" name="resolution" value="378.5488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2-07T22:32:14.70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20023 6575 1228 0,'0'0'35'0,"0"0"7"0,0 0-34 0,3-5-8 0,0 2 0 0,-3 3 0 0,0-5 98 0,0 5 18 15,3-5 3-15,0 2 1 16,0-2-20-16,-3 5-4 0,0 0-1 0,0 0 0 16,0 0-36-16,0 0-7 0,0 0-2 0,0 0 0 0,0 0-25 0,0 0-5 15,3 2 0-15,0 4-1 0,-3 2-8 0,0 0-2 16,0 2 0-16,0 6 0 0,-3 0-9 15,0 5 10-15,0 3-10 0,0 0 10 0,0 0-10 0,-3-3 0 16,3 0 0-16,0 0-11 0,0 0-7 0,0-2-2 16,3-3 0-16,-3 0 0 0,3-3 4 0,0 0 0 15,0-2 0-15,3-1 0 0,-3 3 16 0,3-2-12 0,0-3 12 16,0 0-10-16,3 0 10 0,0 0 0 0,-3 0-9 0,3 0 9 16,3-3 0-16,0 3 0 0,0-3-9 0,3 3 9 15,-3-3 0-15,2 1 0 0,4-4-8 0,-3 4 8 16,0-4 0-16,3 1-10 0,-3-3 10 0,3 3-8 15,0-3 8-15,0 0 0 0,-1 2 0 0,1-2 0 16,3 3 0-16,-3-3 0 0,0 0 0 0,0 2 0 16,0-2 0-16,0 0 0 0,-3 3 0 15,2-3 0-15,-2 0 0 0,0 0 0 0,0 0 0 16,-3 0 0-16,0 0 0 0,0 0 0 0,0 0 0 0,-3 0 0 16,3-3 0-16,0 1 0 0,-3 2 0 0,0-3 0 15,0 1 0-15,0-1 0 0,2 0 0 0,-2 1 0 16,0-1 10-16,0-2-2 0,0 2-8 0,0-2 12 15,0-1 4-15,-3 1 0 0,3 0 0 0,0-3 0 16,0 3 4-16,-3-3 2 0,3 0 0 0,0-3 0 16,0 3 0-16,0-2 0 0,0-4 0 0,0 4 0 15,0-9-2-15,0 3 0 0,0-2 0 0,-1-1 0 0,1-2-3 16,3-3-1-16,-3 1 0 0,0-7 0 0,3 4-2 0,-3 0-1 16,0-1 0-16,0 1 0 0,0 2-1 0,0 5-1 15,-3 1 0-15,0 2 0 0,0 0-11 0,-3 3 12 16,3 2-12-16,-3 1 12 0,-3-1-4 0,3 3-8 15,-3 0 12-15,0 0-4 0,0 0-8 0,-3 0 12 16,3 3-12-16,-3 0 12 0,0-1-12 0,0 1 10 0,0 3-10 16,-3-1 10-16,0 0-10 0,0 1 0 15,1 2 9-15,-1 2-9 16,-3-2 0-16,0 3 0 0,-3 0 0 0,-3 2 8 0,3 0-8 0,-6 0 0 16,0-2 0-16,-2 2 8 0,-4 1-8 0,0-1 0 0,0 0 0 15,1 1 0-15,-1-1 0 0,0 0 0 0,3 3 0 16,0 0 0-16,3-3 0 0,4 1 0 0,-1-1 0 15,0 0 0-15,3-2 0 0,-3 2-13 0,6-2 3 16,-3 2 1 0,3-2-14-16,1-1-2 0,-1 1-1 0,3 0 0 15,0-1-31-15,0-2-7 0,3 0 0 0,6 0-1 16,0 0-160-16,0 0-32 0</inkml:trace>
  <inkml:trace contextRef="#ctx0" brushRef="#br0" timeOffset="5071.468">21080 7737 1267 0,'0'0'28'0,"0"0"5"0,0 0 2 0,0 0 1 16,3-5-36-16,-3 5 0 0,3-3 0 0,-3 3 0 0,0-5 96 0,0 5 12 15,3-6 2-15,-3 6 1 0,0-5-25 0,0 5-5 16,0 0-1-16,0 0 0 0,0 0-12 0,0 0-2 15,0 0-1-15,0 0 0 0,0 0-52 0,0 0-13 16,0 0 0-16,0 0 0 0,0 0 54 0,-3 5 8 16,-3 3 2-16,0 3 0 0,0-1-52 0,-3 6-12 15,3 3 0-15,0 2 0 0,-3 3 0 0,3 5 0 16,0-3 0-16,0 6 0 0,0-5 0 0,0 2 0 0,0-3 0 16,3 3 0-1,0-2-48-15,0-1-13 0,0-5-3 0,1 3 0 0,2-5 52 0,0 2 12 0,0-5 0 16,0 2 0-16,2-4 0 0,1-1 0 0,0 0 0 0,0-2 0 15,3-1 0-15,-3-2 0 0,6-3 0 0,-3 1 0 16,3-1 0-16,0-2 0 0,3-1 0 0,3-2 0 16,0 0 0-16,3-2 0 0,-1-1 0 0,4-2 0 15,3 2 0-15,0-2 0 0,0 2 0 0,3-2 0 16,-1-3 0-16,-2 3 0 0,3-1 0 0,0 1 0 16,-6-3 0-16,-1 3 0 0,1-1 0 0,0 1 0 15,-3 0 0-15,0 0 0 0,0 2 0 0,-3 0 0 16,-1-2 0-16,-2 2 0 0,0 1 0 0,-3 2 0 15,3-3 9-15,-3 0 5 0,-3 1 1 0,0-1 0 16,0 0-15-16,0 1 0 0,-6 2 0 0,3 0 0 16,-3 0 0-16,3-5 0 0,-3 5 0 0,6-3 0 15,-6 3 0-15,0 0 9 0,3-3-9 0,-3-2 8 0,0 0-8 16,0-1 0-16,0 1 9 0,0 0-9 16,0-3 16-16,-3 3-2 0,3-3 0 0,-3-3 0 15,3-2 3-15,0-3 1 0,-3 3 0 0,3-6 0 0,0 1-6 0,0-4 0 16,0-1-1-16,0-4 0 0,0-2-11 0,0 3 0 15,0-1 0-15,3 1 0 0,-3-1 11 0,3 3 3 16,0 3 1-16,-3 0 0 0,3 0-2 0,-3 0 0 16,3 0 0-16,0 2 0 0,-3 1-1 0,3-1 0 0,-3 3 0 15,0-2 0-15,0 2 0 0,-3 3 0 0,0-3 0 0,0 0 0 16,-3 5-2-16,3 1-1 0,-3-4 0 0,-3 6 0 16,3 1-9-16,-3-1 12 0,0 5-12 0,-3 0 12 15,0 1-12-15,0 2 0 0,0 0 0 0,-2 0 0 16,2 2 0-16,-3 1 0 0,0 2 0 0,0 1 0 15,-3-4 0-15,3 3 0 0,-6 1 0 0,1-1 0 16,2-2 0-16,-6 2 0 0,0 3 0 0,0-3 0 16,3 1 0-16,-2-1 0 0,-1 3 0 0,0-3 0 15,3 0-12-15,0 1 12 0,3-1-10 0,1-2 10 16,2 2-18-16,3-3 2 0,-3 1 1 0,3 0 0 16,3 2-15-16,0-2-3 0,0-1-1 0,3 1 0 31,0 0-18-31,0 2-4 0,6-5-1 0,-3 3 0 0,3-3-100 0,0 0-20 0,3 8-4 0,-3-8-637 15</inkml:trace>
  <inkml:trace contextRef="#ctx0" brushRef="#br0" timeOffset="6123.01">22241 8637 1580 0,'0'0'35'0,"0"0"7"0,0 0 2 0,0 0 0 0,0 0-36 0,0 0-8 16,0 0 0-16,0 0 0 0,0 0 63 0,0 0 10 0,0 0 3 15,0 0 0-15,-3 5-38 0,0 3-7 0,3 0-2 0,-3 2 0 16,0 4-29-16,0-1 0 0,3 3 0 0,-3 5 0 16,0-3 0-16,0 6 0 0,3 0 0 0,-3 2 0 15,0 6 0-15,0-5 0 16,3 2 0-16,-3 0 0 0,0 0 0 0,3 3 0 0,-3-1 0 15,0 1 0-15,0-3 0 0,0 0 0 0,0-2 0 0,0-3 0 16,0-1 21-16,3-1-1 0,-3-1-1 16,3 0 0-16,0-5-19 0,0 0 0 0,3-3 0 15,0 0 0-15,0-2 0 0,0-1 0 0,3-2 0 0,0 0 0 16,3-2-16-16,-3-1-1 0,6-3 0 0,-3-2 0 16,3 0 17-16,2 0 0 0,1-2 0 0,3-3 0 15,3 2 0-15,0-2 0 0,0-3 0 0,3 2 0 16,-1-2 11-16,4 0 5 0,-3-2 2 0,3-3 0 15,0 2-18-15,-4 1 0 0,-2-4 0 0,3 4 0 16,-3-1-11-16,0 1-5 0,-3-1-2 0,-1 0 0 16,1-2 18-16,0 3 0 0,-3-1 0 0,0 0 0 0,-3 1 23 15,0-1 8-15,0 3 1 0,-1-2 1 16,-2 2-15-16,0 0-3 0,-3 0-1 0,3 0 0 0,-3 0 0 0,-3 3 0 16,3-1 0-16,-3 1 0 0,-3-3 2 0,3 3 1 15,-3 0 0-15,0-1 0 16,0 1 4-16,0 0 1 0,0-1 0 0,-3-1 0 0,0-1 6 0,0 0 0 15,-3 0 1-15,0-3 0 16,0 3 3-16,0-2 1 0,0-1 0 0,-3-2 0 0,3-3-2 0,-2 0-1 16,-1 0 0-16,0 0 0 15,0-2-30-15,0 2 0 0,0-5 0 0,0 0 0 0,0-1 0 0,-3 1 0 16,3-3 0-16,-3 3 0 0,3 0 20 0,0 3-3 16,-2-1 0-16,2 0 0 0,0 4-17 0,-3 1 8 15,0 1-8-15,-3 0 0 0,3 2-9 0,-3-2-9 0,3 5-2 0,-6-2 0 16,4 4 34-16,-1-2 6 0,0 3 2 0,0 0 0 15,0-1-22-15,0 4-16 16,0-1 2-16,3 3 1 0,-3 0 3 0,1 3 1 0,2-1 0 0,0 1 0 31,0 2-95-31,0 1-20 0,0 2-3 0,3 0-1 16,0 0-102-16,0 2-21 0,0-2-4 0,0 3-1 0</inkml:trace>
  <inkml:trace contextRef="#ctx0" brushRef="#br0" timeOffset="7308.36">23330 9650 1231 0,'0'0'27'0,"0"0"5"0,0 0 2 0,0 0 1 0,0 0-35 0,0 0 0 16,0 0 0-16,0 5 0 0,0 1 66 0,0 1 6 16,0 1 2-16,-3 3 0 15,3 2-8-15,-3 0-2 0,0 1 0 0,0 2 0 0,0-1-51 0,-3 7-13 16,3-1 0-16,0 3 0 0,0-1 33 0,-3 7 4 0,3-4 1 0,0 3 0 15,0-2-29-15,0 2-9 0,0-3 0 0,-2 1 0 16,2-4 8-16,0 1-8 0,0 0 0 0,0-3 0 16,0 0 8-16,3-2-8 0,-3-1 0 0,3-2 0 15,0 0 10-15,0 0-10 0,0 0 8 0,3-3-8 16,0-2 8-16,3-1-8 0,-3-2 0 0,5 3 8 16,-2-6 0-16,6 3 0 0,0-3 0 0,0-2 0 15,3 2-8-15,3-5 0 0,0 3 0 0,0-3 8 16,-1 3-8-16,4-3 0 0,0-3 0 0,3 0 0 15,0 3 0-15,3-2 0 0,-1-1 0 0,1 3 0 16,0-3 0-16,0 3 0 0,0-2-9 0,-1 2 9 16,1-3 0-16,0 0 0 0,-6 3 0 0,3-2 0 15,-7-1 0-15,1 3 0 0,0-3 0 0,-3 1 0 16,0-1 0-16,0 3 0 0,-3-2 0 0,0 2 0 16,-3-3 0-16,-1 3 11 0,-2-3-11 0,0 3 10 15,-3 0-10-15,-3 0 0 0,0 0 0 0,0 0 0 0,0 0 8 0,0 0 4 16,0 0 0-16,0 0 0 15,0 0 12-15,0 0 4 0,0 0 0 0,0 0 0 0,3-5-3 0,-3-3 0 16,0 3 0-16,0-1 0 0,-3-2-25 0,3-2 0 16,0-1 0-16,-3 3 0 0,0-5 42 0,3 3 3 15,-3-4 1-15,0-2 0 0,0 1-22 0,0-4-5 16,0-2-1-16,-2 0 0 0,2 0-18 0,0-3 0 0,0 0 0 0,-3-3 0 16,3 1 55-16,-3 0 7 15,3-4 2-15,0 7 0 0,-3-4-64 0,3 3-12 0,-3 3-2 0,3 0-1 16,0 2 23-16,-3-2 5 15,3 3 1-15,-3-1 0 0,3 3-14 0,-3-2 0 0,3 2 0 0,-3 0 0 16,3 3 0-16,-3 0 0 16,3-1 0-16,-3 4 0 0,0 2 0 0,0-3 0 0,-3 3 0 0,1 3 0 15,-1-3 0-15,-3 3 0 0,0 2 0 0,0 3 0 16,0-2 0-16,-3 4 0 0,-3 1 0 0,0 2 0 16,1 3 0-16,-4 3 0 0,0-1 0 0,-3 3 0 15,3 1-47 1,-3 2-15-16,4-1-3 0,-4 4-1 0,3 0-102 0,-3-4-20 0,0 4-4 15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336.48792" units="1/cm"/>
          <inkml:channelProperty channel="Y" name="resolution" value="378.5488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2-07T22:32:30.57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10590 3837 1497 0,'0'-8'32'0,"3"-3"8"0,0-2 0 0,0 2 4 0,0-2-36 0,-3 0-8 0,3 2 0 0,-3 1 0 16,-3-1 104-16,0 1 20 0,0 2 3 0,-3 5 1 15,0-5-52-15,0 8-9 0,-3-5-3 0,0 5 0 16,1 5 0-16,-1-2 0 0,-3 2 0 0,0 6 0 16,-3 2-51-16,3 3-13 0,-3 2 0 0,0 3 0 15,3 6-16-15,-3 2-7 0,1 5-1 0,2-5 0 16,0 3 24-16,0 0 0 0,3-3 0 0,0 3 0 16,0 2-9-16,3 3 9 0,0 3 0 0,0 5 0 15,3 0 15-15,-3-8 9 0,3 3 3 0,0-3 0 31,3-3-73-31,-3-5-14 0,3 3-4 0,0 2 0 0,0-7 52 0,3 5 12 0,-3 2 0 0,0-2 0 16,3-3-8-16,-3 0 8 0,0-3-13 0,0 1 5 16,0-6-15-16,-3 3-2 0,3-6-1 0,-6 1 0 15,3-3-27-15,0-3-6 0,0 0-1 0,0-2-517 16,-3-1-104-16</inkml:trace>
  <inkml:trace contextRef="#ctx0" brushRef="#br0" timeOffset="213.138">10156 4429 1267 0,'0'0'28'0,"0"0"5"0,0 0 2 0,0 0 1 0,6-2-36 0,-3-1 0 0,3-2 0 0,2 2 0 16,1 3 109-16,3 0 15 0,3-5 4 0,3 2 0 15,0 1-52-15,3 2-9 0,0 0-3 0,2 0 0 16,1 0 0-16,0 0 0 0,0 2 0 0,3-2 0 15,-1 3-64-15,1-3-11 0,3 0-3 0,0-3-944 16</inkml:trace>
  <inkml:trace contextRef="#ctx0" brushRef="#br0" timeOffset="10719.35">10501 6237 1267 0,'0'0'28'0,"-6"-6"5"0,0 1 2 0,0 0 1 0,-3-1-36 0,0-1 0 0,0 1 0 0,-3-2 0 15,0 0 89-15,1 3 11 0,-1 0 3 0,0-1 0 0,-3 1-63 0,0 3-12 16,0-1-2-16,-3 0-1 0,0 3-25 0,1 0 0 16,-1 0 0-16,0 3 0 0,0 0 41 0,0 2 3 15,-3 3 1-15,3 0 0 0,1 0-21 0,-1 2-4 16,0 1 0-16,0 2-1 16,-3 3-19-16,0 2 0 0,-3 1 0 0,1 5 0 0,-1-3 12 15,0 0 0-15,0 3-1 0,3 0 0 0,1 0-11 0,2 2 0 16,0-2 0-16,3 5 0 0,3 0-12 15,6 0 3-15,0 6 0 0,3-1 0 0,3 3 9 16,6-3 0-16,0-2 0 0,6 0 0 0,0-3 0 0,6 0 0 16,0-2 0-16,2-4 0 0,4 1-13 0,0-3-1 15,0 1 0-15,3-1 0 0,-7-3 2 0,4 1 0 0,-3-3 0 16,6-3 0 0,-3-3-21-16,0 1-4 0,2-6-1 0,4 1 0 0,0-1 50 0,0-2 11 0,-4-6 1 0,7 3 1 15,-3-5-6-15,0-1-2 0,-4-4 0 0,-2-1 0 16,0 1 9-16,0-6 2 0,-3 2 0 0,3-1 0 15,-4-4 24-15,1 1 4 0,0-4 2 0,0-1 0 16,0 1-10-16,-3-7-3 0,-4 0 0 0,4-5 0 16,-6-3-1-16,3 0-1 0,-6 0 0 0,3 0 0 15,-6 5-4-15,-3 0-1 0,-3 3 0 0,-3 3 0 16,-3-1-6-16,-3 1 0 0,-6 2-1 0,-3 0 0 16,0 0 3-16,-5 6 1 0,-1-4 0 0,-3 7 0 15,0 1-26-15,-3 4-9 0,1 2 0 0,-7 0 9 16,-3 5-32-1,-5 1-6-15,2 4-2 0,-6 4 0 0,4-1-4 0,5 5-1 16,-3 6 0-16,1 0 0 0,-1 3-180 0,0 2-36 0</inkml:trace>
  <inkml:trace contextRef="#ctx0" brushRef="#br0" timeOffset="11459.372">10340 8121 1522 0,'0'0'33'16,"-6"0"7"-16,-6 0 2 0,-3 2 2 0,4 1-36 0,-4 2-8 0,-3 3 0 0,3 0 0 0,-3 3 0 0,0 4-9 16,3 4 9-16,-3 2-13 0,7 3 13 15,-4 5 0-15,3 0 0 0,0 3 0 0,0 0 48 0,3 2 13 16,3 3 3-16,-3 0 0 15,6-2-75-15,-3 2-14 0,3 0-3 0,0 2-1 0,3 4 29 0,0-4 0 16,3-2 0-16,0 6 0 0,0-4 0 0,3-1 0 16,0-4 0-16,-3 3 0 0,3-3 0 0,3 1-9 15,-3-1 9-15,3-2 0 16,0-3-32-16,3 0 0 0,0-2-1 0,-1-4 0 0,4-1 33 0,0-1 0 16,3-5 0-16,0-3 0 0,3-3 12 0,-3 1 8 0,2-6 3 0,4 1 0 15,-3-1-9-15,3-5-2 0,0-3 0 0,0 1 0 16,-4-6 14-16,1 0 2 0,0-3 1 0,0-2 0 15,0-3 28-15,3-3 6 0,-4-4 1 0,4-4 0 16,0-2 3-16,0-3 1 0,0 3 0 0,2-5 0 16,-5 5 5-16,3-3 2 0,-3 0 0 0,0-5 0 15,-3 3-15-15,-6-6-4 0,-1 0 0 0,-2 1 0 16,-3 2-11-16,-3 2-2 0,-3 1-1 0,-6 2 0 16,0 0-12-16,-6 6-2 0,-2-3-1 0,-4 2 0 15,-6 6-8-15,-3 0-2 0,-6 0 0 0,1 2 0 16,-4 1-17-16,-3 7-11 0,-2-2 2 0,-13 5 0 15,-6 5-115-15,-2 3-22 16,-4 3-5-16,-8 5-1009 0</inkml:trace>
  <inkml:trace contextRef="#ctx0" brushRef="#br0" timeOffset="14113.007">11742 10520 1728 0,'-3'-7'38'0,"3"1"8"0,-3-2 2 0,3 0 0 0,-3 0-39 0,3-2-9 16,-3-1 0-16,0 3 0 0,0 0 156 0,0 0 28 15,-3 1 7-15,0-1 1 0,0 0-103 0,-2 2-20 16,2 4-4-16,-3-4-1 0,-3 6 0 0,3 0 0 0,-6 6 0 0,3-4 0 15,-3 6-51-15,0 3-13 0,0 2 0 0,-2 3 0 16,2 3 24-16,-3-1 1 0,0 6 1 0,0 0 0 16,3 5-26-16,-3 3 8 0,3 5-8 15,1 5 0 1,2 0-17-16,0 3-9 0,3-2-2 0,3 2 0 0,0-6 28 0,0 4 0 0,0 2 0 16,3 0 0-16,0 0 0 0,0-1 0 0,3-1 0 0,-3-1 0 15,3-2 0-15,-3-6 0 0,0 1 0 0,3-1 0 16,-3-2 0-16,0 0 0 0,0-1 0 0,0-2 8 15,-3 1-28 1,3-4-6-16,-3 0-1 0,-3-2 0 0,3-3-21 0,1-2-4 0,-4-1 0 16,0-2-1-16,-3 0-99 0,0-5-19 0,-3-3-4 0,3 2-807 15</inkml:trace>
  <inkml:trace contextRef="#ctx0" brushRef="#br0" timeOffset="14298.43">11078 11126 1892 0,'0'0'53'0,"3"-2"13"0,0-4-53 0,0 1-13 16,3 0 0-16,0 0 0 0,0-3 70 0,3 2 11 15,3 4 3-15,-3-4 0 0,3 4-22 0,0-3-4 16,0 5-1-16,3-3 0 0,-1 0-25 0,1 1-6 16,0-1-1-16,3 3 0 0,0-3-17 0,0 3-8 15,3-2 0-15,-1-4 8 16,4 4-120-16,0-4-25 0</inkml:trace>
  <inkml:trace contextRef="#ctx0" brushRef="#br0" timeOffset="14757.654">12034 11042 1552 0,'0'0'44'0,"0"0"10"0,0 0-43 0,0 0-11 15,0 0 0-15,0 0 0 0,0 0 104 0,0 0 20 16,0 0 3-16,3-3 1 0,-3 3-52 0,3-3-11 16,3 3-1-16,0-2-1 0,0 2 1 0,3 0 1 15,0 2 0-15,-1-2 0 0,4 0-1 0,0 0 0 16,3 0 0-16,0 0 0 0,0-2-51 0,3 2-13 16,3-3 0-16,-1 1 0 15,4 2 27-15,0-3 2 0,3 0 1 0,0 1 0 0,-1 2-18 0,1 0-4 16,0 0-8-16,0 0 12 0,-3-3 12 15,-1 3 3-15,-2-3 0 0,0 3 0 0,-3-2-27 0,0 2 0 0,0-3 0 16,-3 0 0 0,-4 3-46-16,1-2-14 0,0 2-4 0,-6 0 0 15,3 2 0-15,-6-2 0 0,-3 0 0 0,0 0 0 16,0 0-204-16,0 0-42 0,-15 8-8 0,-3 0-2 0</inkml:trace>
  <inkml:trace contextRef="#ctx0" brushRef="#br0" timeOffset="15016.835">12260 11248 1728 0,'-6'3'38'0,"0"2"8"0,-3 0 2 0,3 1 0 0,-3-1-39 0,3-2-9 0,0 2 0 0,1-2 0 15,5-3 104-15,0 0 20 0,-3 5 3 0,3-5 1 16,0 0 0-16,0 0 0 0,0 0 0 0,0 5 0 16,0 0-103-16,3 1-25 0,2-4 0 0,1 1 0 15,3 0 56-15,0-3 5 0,6 0 2 0,-3 0 0 16,6 0-50-16,-3-3-13 0,3 3 0 0,3-3 0 15,-1 1 44-15,-2-1 3 0,3-2 1 0,0 5 0 0,0-3-35 16,3 0-13-16,-7 1 11 0,1-1-11 0,0 1 15 0,0 2-3 16,0-3-1-16,0 3 0 15,3-3-48-15,-4 1-10 0,1-1-1 0,0-2-1 16,3 2-127-16,-3 0-26 0,-3 1-5 0,3-1-1 0</inkml:trace>
  <inkml:trace contextRef="#ctx0" brushRef="#br0" timeOffset="22683.36">13817 10714 1728 0,'0'0'38'0,"0"-6"8"0,3 1 2 0,-3 0 0 0,0-3-39 0,3 3-9 0,-3 2 0 0,0 3 0 16,0-5 104-16,0 5 20 0,0 0 3 0,-3-3 1 15,3 3-52-15,0 0-9 0,-9 0-3 0,0 3 0 16,3-1 0-16,-3 6 0 0,0 0 0 0,3 5 0 15,-6 1-51-15,3 1-13 0,-3 4 0 0,-2 5 0 0,2-3 8 16,-9 3-8-16,3 2 11 0,-9 1-11 16,3-1 0-16,-5-2 0 0,2 5 0 0,-3 0 0 0,0 0-12 15,3 6 0-15,4-4 0 0,-1 1 0 16,6-3-35-16,0-2-6 0,0-1-2 0,3-2 0 16,6-5 12-16,-2-1 3 0,-1-2 0 0,3-3 0 15,-3 0-141-15,0-2-28 0</inkml:trace>
  <inkml:trace contextRef="#ctx0" brushRef="#br0" timeOffset="22942.02">13439 10835 1765 0,'0'0'50'0,"0"-5"11"0,-3 0-49 0,0-1-12 15,3 6 0-15,0 0 0 0,0 0 100 0,0 0 16 0,0 0 4 0,0 0 1 16,0 0-39-16,0 0-8 0,0 0-2 0,0 0 0 15,0 0-1-15,6 6-1 0,-3 2 0 0,3 0 0 16,0 2-56-16,3 1-14 0,-3 2 0 0,3 0 0 16,-1 1 0-16,1 1 0 0,0-1 0 0,0 1 0 15,3 1 0-15,0 0 0 0,-3 3 0 0,3-1 0 16,0 3 27-16,3 3 2 0,-3 0 1 0,-1 3 0 16,1-4-48-16,0-1-10 0,0-1-1 15,3-3-1-15,-6-2 40 0,3-3 8 0,0 1 2 0,-3-4 0 16,3-2-155-1,-3-5-30-15,3-1-7 0,-1 1 0 0</inkml:trace>
  <inkml:trace contextRef="#ctx0" brushRef="#br0" timeOffset="23247.01">14040 11026 2138 0,'0'0'47'0,"-6"-3"9"0,0 3 3 0,0-2 1 0,0 2-48 0,3-3-12 16,3 3 0-16,-6-3 0 0,6 3 97 0,0 0 17 15,-3 0 3-15,3 0 1 0,0 0-24 0,0 0-5 16,0 0-1-16,0 0 0 0,0 0-57 0,-3 6-12 16,3 2-3-16,0-1 0 0,0 4 7 0,0 0 1 15,3-1 0-15,-3 6 0 0,0-3-8 0,3 6 0 16,-3 2-1-16,0 0 0 0,0 0-5 16,0 1-1-16,0-1 0 0,0 0 0 0,0-3-9 0,-3 1 10 0,3-3-10 0,-3 2 10 15,3-2-10-15,0 0 0 0,-3-3 0 0,3 1 0 16,-3-1 0-16,0 0 8 0,3 0-8 0,-3-2 0 15,-2 2 0-15,2 0 0 0,0-2 0 0,3-1 0 32,-3-2-16-32,3 0-8 0,0-2-1 0,0-1-1 0,0-5-124 0,0 0-25 15,0 0-5-15</inkml:trace>
  <inkml:trace contextRef="#ctx0" brushRef="#br0" timeOffset="24813.641">14826 10835 1497 0,'0'0'32'0,"0"0"8"0,3-2 0 0,3-1 4 0,-3-2-36 0,0 2-8 0,3 0 0 16,-6 3 0-16,0 0 104 0,0 0 20 0,0 0 3 0,0 0 1 15,0 0 0-15,0 0 0 0,0 0 0 0,0 0 0 16,0 0-52-16,0 0-9 0,-6 3-3 0,-3-3 0 15,3 3-51-15,-3 2-13 0,0 0 0 0,0 3 0 16,0-2 54-16,-6 4 8 0,0-2 2 0,1 5 0 16,-1 1-52-16,-3 1-12 0,0 1 0 0,-3 3 0 15,0 2-12-15,0 0-6 0,1 0-1 16,2 6 0-16,0-3 3 0,0 2 0 0,-3-2 0 16,3 2 0-1,-3-4-16-15,4 1-2 0,-4-1-1 0,-3-1 0 16,3-3-13-16,3-2-2 0,-3 0-1 0,1-5 0 0,2-1-110 15,0 1-23-15,3-6-4 0,-3 3 0 0</inkml:trace>
  <inkml:trace contextRef="#ctx0" brushRef="#br0" timeOffset="25073.951">14373 10867 2250 0,'0'0'49'0,"3"-8"11"0,0 3 1 0,3-3 3 0,-3 3-52 0,0-1-12 16,3 1 0-16,-3 0 0 0,0 2 68 0,3 0 10 15,-3 3 2-15,3 3 1 0,-3 0-25 0,3 2-6 16,0 0-1-16,0 3 0 0,0 0-17 0,0 3-3 16,3-1-1-16,-3 1 0 0,0 2-16 0,3 3-4 15,-3-3-8-15,0 6 12 0,-1-3-12 0,1 2 0 16,0 1 8-16,0 2-8 0,0 0 0 0,0 3 8 16,3 2-8-16,-3 1 0 0,3-1 10 0,0 1-10 15,0-1 10-15,3-2-10 16,-3-3-45-16,0-2-15 0,3-1-4 0,-3-2 0 15,2-3-153-15,1-2-31 0,15 10-7 0,-6-10-1 0</inkml:trace>
  <inkml:trace contextRef="#ctx0" brushRef="#br0" timeOffset="25443.865">14826 11264 1877 0,'0'0'53'0,"-6"-5"12"0,3 2-52 0,0-2-13 0,0 2 0 0,3 3 0 16,0 0 118-16,-3-5 21 0,0 0 4 0,3 5 1 15,3-6-52-15,-3 6-9 0,3-5-3 0,3 2 0 16,-3 1-29-16,3-1-7 0,3 0 0 0,0 1-1 16,-3 2-11-16,3 0-3 0,0 0 0 0,0 2 0 15,-1 1-12-15,1 0-2 0,-3 2-1 0,0 3 0 16,3-3-6-16,-3 3-8 0,0 0 11 0,0 3-11 16,-3-3 0-16,3 0 0 0,-3 2 0 0,0 1 0 15,0-1-8-15,-3 1-9 0,0-1-2 0,0 4 0 16,0-1-6-16,-3 0-2 0,0-2 0 0,0-1 0 15,0 1 11-15,0-1 3 0,0 1 0 0,0 0 0 0,0-1 13 0,0 1 0 16,3-1 0-16,0 1 0 0,0-3 0 0,0 3 0 16,0-4 0-16,3-1 0 0,-3-1 12 0,3 0 6 15,3-2 1-15,-3 0 0 0,3-1-3 0,3-2 0 16,-3 0 0-16,3 0 0 16,3-2-3-16,-3-1-1 0,3 0 0 0,-4-2 0 0,4 2-12 0,0 1-8 15,-3-1 8-15,3 0-13 0,-3-2 13 0,3 3 0 0,0-1 0 16,0 0 0-1,-3 3-107-15,0-2-18 0,3-1-4 0,-1-2-1021 0</inkml:trace>
  <inkml:trace contextRef="#ctx0" brushRef="#br0" timeOffset="27351.168">13204 10558 1497 0,'0'0'32'0,"0"0"8"0,0 0 0 0,0 0 4 0,-6 0-36 0,6 0-8 0,-6 0 0 0,6 0 0 16,0 0 104-16,0 0 20 0,0 0 3 0,0 0 1 15,0 0-52-15,0 0-9 0,0 0-3 0,0 0 0 16,0 0 0-16,0 0 0 0,0 0 0 0,0 0 0 15,6 0 0-15,3 0 0 0,0 0 0 0,2 2 0 16,1-2-51-16,3 0-13 0,0 3 0 0,0-3 0 16,3 0 54-16,0 0 8 0,0-3 2 0,5 3 0 15,1-2-52-15,6-1-12 0,3 3 0 0,2-3 0 0,4 1 0 16,0 2 0-16,0-3-9 0,-4 0 9 0,-2 1 0 0,-3-4 0 16,0 4 0-16,-1-1 10 0,1 0-10 0,0 1 0 15,-3-4 0-15,-4 6 0 0,4-2 0 0,-6-1 0 16,0 3 9-16,-6-2-9 0,0 2 0 0,-6 0 0 15,3 0 0-15,-7 0 0 16,1 0-25-16,-6 0-7 0,0 0 0 0,0 0-1 16,0 0-93-16,0 0-18 0,0 0-4 0,0 0-934 0</inkml:trace>
  <inkml:trace contextRef="#ctx0" brushRef="#br0" timeOffset="29022.833">15400 11161 1314 0,'0'0'37'0,"0"0"8"0,3-5-36 0,0 2-9 16,3 0 0-16,0 1 0 16,0-4 131-16,3 4 24 0,0-1 5 0,3 0 0 0,0 1-52 0,3-1-12 0,3 0-1 0,-1 1-1 15,4 2-23-15,0-3-5 0,3 0-1 0,0 3 0 16,0-2-52-16,-1 2-13 0,-2-3 0 0,3 1 0 15,0-1 54-15,-3 0 8 0,-3 1 2 0,2-4 0 16,1 4-52-16,0-4-12 0,0 4 0 0,-3 2 0 31,0-3-23-31,0 0-7 0,-4 3-2 0,1-2 0 16,-3 2 1-16,0 0 0 0,-3-3 0 0,0 3 0 16,-3-2-103-16,-6 2-21 0,0 0-4 0</inkml:trace>
  <inkml:trace contextRef="#ctx0" brushRef="#br0" timeOffset="29350.141">15775 10957 1728 0,'0'0'38'0,"-5"-3"8"0,-1-2 2 0,3 0 0 0,0 0-39 0,0-3-9 16,3 2 0-16,-3 1 0 0,3 0 104 0,-3-1 20 0,3 1 3 0,0 5 1 15,0-2 0-15,0 2 0 0,0 0 0 0,0 0 0 0,0 0-80 0,0 0-15 16,0 0-3-16,0 0-1 0,0 0 11 0,0 0 3 15,0 0 0-15,0 0 0 0,0 0-7 0,3 2 0 16,0 6-1-16,-3 0 0 0,3 0-11 0,-3 3-3 16,0-1 0-16,3 3 0 0,-3 1-21 0,0 1 0 15,0 1 0-15,0 6 0 0,0 1 16 0,0 1-2 16,0 3 0-16,0 2 0 0,0 0-22 16,3-3-5-16,-3 1-1 0,0-1 0 0,3-2 14 15,-3-5 0-15,0 2 0 0,3-5 0 0,-3 2 0 16,0-2 0-16,0-3 0 0,0 0 0 0,0-2 0 0,0 2 0 0,0-5 0 15,0 3 0 1,2-1-33-16,-2-2-4 0,3-2-1 0,0 2 0 16,0-3-112-16,0 0-22 0,3-2-5 0,-6-3-967 0</inkml:trace>
  <inkml:trace contextRef="#ctx0" brushRef="#br0" timeOffset="30655.539">16743 10645 1526 0,'0'0'43'0,"0"0"10"0,0 0-42 0,3-5-11 0,-3 5 0 0,0-3 0 16,0 3 112-16,0 0 20 0,0 0 4 0,0 0 0 16,0 0-25-16,-6 0-6 0,0 0-1 0,-3 0 0 15,0 5-65-15,-3 0-14 0,-3 6-2 0,0 5-1 16,-2 0 34-16,2 5 6 0,-3 0 2 0,-3 6 0 15,3-1-52-15,-6 3-12 0,0 0 0 0,-5 0 0 16,2-5 0-16,-3 3 0 0,0-4 0 0,-2 4 0 16,5-1 0-16,-3-2 0 0,3 3 0 0,1 2 0 15,5-3-48-15,-3-2-13 16,3 0-3-16,3 0 0 0,0-6 44 0,0-2 8 0,-2 0 1 0,-1-3 1 16,3-2-170-16,3-3-35 0</inkml:trace>
  <inkml:trace contextRef="#ctx0" brushRef="#br0" timeOffset="30935.47">16153 10984 1659 0,'9'-22'36'0,"-6"12"8"0,0-3 2 0,3-1 1 0,0-2-38 0,-3 3-9 15,3-3 0-15,-3 3 0 16,3 0 103-16,0 2 18 0,-3-2 4 0,3 5 1 16,-3-2-33-16,0 4-6 0,3-2-2 0,-3 6 0 0,3-1-17 0,-6 3-3 0,3-3-1 0,3 6 0 15,0 0-51-15,0 2-13 0,0 0 0 16,3 6 0-16,-3 2 0 0,2 0 0 0,1 1 0 0,0 1 0 15,3 1 54-15,0 0 8 0,0 3 2 0,0-1 0 16,3-2-64-16,0 3-24 16,0-1 0-16,-1 1 1 0,1 2 23 0,0 0 0 15,-3 3 0-15,3 0 0 0,0-1 0 0,0-1 0 0,-3-1 0 0,-3 0 0 16,3-3 0-16,-4 1 0 0,4-3 0 16,-3-3 0-16,0-2-12 0,0-3-7 0,-3 0-1 15,3 2-1 1,0-7-207-16,-6 2-40 0</inkml:trace>
  <inkml:trace contextRef="#ctx0" brushRef="#br0" timeOffset="31208.885">16820 11071 2012 0,'0'0'44'0,"0"0"10"0,-3-5 2 0,3-1 0 16,0 6-45-16,0-2-11 0,0-4 0 0,0 6 0 0,0 0 98 0,0-5 18 15,0 5 3-15,0 0 1 0,0 0-37 0,0 0-7 16,0 0-2-16,0 0 0 0,0 0-26 0,0 0-4 15,0 5-2-15,0 6 0 16,0 0-14-16,0 2-4 0,0 0 0 0,0 5 0 16,0 1-8-16,0 2-1 0,0-2-1 0,0 2 0 0,0 0-6 0,-3-2-8 15,3-1 11-15,0 1-11 0,0-4 10 0,-3 1-10 16,3 0 8-16,0 0-8 0,-3-3 0 0,3 1 0 16,0-4 8-16,-3 3-8 0,0-2 18 15,3-3 2-15,-3 2 0 0,0-2 0 16,3 0-69-16,0 0-14 0,0 0-2 0,3-2-1 15,0-1-131-15,-3-5-27 0,3 2-4 0</inkml:trace>
  <inkml:trace contextRef="#ctx0" brushRef="#br0" timeOffset="31849.143">17639 10751 2188 0,'0'0'48'0,"0"0"11"0,0-6 1 0,3 1 1 0,-3 5-49 0,3-3-12 0,-3 3 0 0,0 0 0 16,0 0 105-16,0 0 19 0,0 0 3 0,0 0 1 15,-6 0-52-15,-3 6-9 0,-3 2-3 0,0 5 0 16,-3 3-51-16,0 2-13 0,-6 3 0 0,1 3 0 16,-4-3 0-16,3 3 0 0,-3 0 0 0,3 0 0 15,1-3 0-15,-4 3 0 0,3 2 0 0,-3-2 0 16,3 0-24-16,0 0 0 0,-2-3-1 0,-1 3 0 15,3-3-19-15,0-3-3 0,0 1-1 0,0-3 0 16,4-6-94-16,-1 1-19 0,3-6-4 0,0 3-829 16</inkml:trace>
  <inkml:trace contextRef="#ctx0" brushRef="#br0" timeOffset="32075.047">17183 10989 1728 0,'9'-13'38'0,"-6"2"8"0,3 0 2 0,0 1 0 0,0-3-39 0,0-1-9 0,0 1 0 16,0 3 0-16,0-1 125 0,-3 0 23 0,3 3 5 15,-3 1 1-15,-3 1-42 0,3 1-8 0,0 2-1 0,-3 3-1 16,0 0-82-16,0 0-20 0,6 3 0 0,-3 5 0 16,0 0 56-16,0 5 6 0,0 0 2 0,3 1 0 15,-3 1-52-15,3 1-12 0,3 0 0 0,-4 0 0 16,4 3 0-16,-3-1 0 0,3 1 0 0,-3 2 0 16,3-3 0-16,0 3 0 0,0 1 0 15,0 1 0-15,0-1 0 0,3-4 0 0,-3 1 0 0,3 2 0 31,0-5-184-31,-1-3-39 0,4-3-8 0,-3 4-1 0</inkml:trace>
  <inkml:trace contextRef="#ctx0" brushRef="#br0" timeOffset="32425.774">17615 11245 1972 0,'0'0'44'16,"0"-5"8"-16,0-3 3 0,0 0 0 0,3-2-44 0,0-1-11 0,0 1 0 0,3-1 0 15,-3 0 115-15,3 1 21 0,-3-3 4 0,3 5 0 16,3-3-74-16,-3 3-15 0,3 0-3 0,-3 0-1 15,2 3 13-15,1 0 4 0,0-1 0 0,-3 4 0 0,3 2 0 0,-3-3 0 16,0 3 0-16,0 3 0 0,0-3-52 0,0 2-12 16,-3 1 0-16,3 5 0 0,-3 0 0 0,0 0 0 15,0 2 0-15,0 4 0 0,0-1 0 16,-3 3 0-16,-3 0 0 0,3 2 0 16,-3-2-48-16,0 3-13 0,-3-4-3 0,0 4 0 15,-3-3 41-15,0 0 8 0,-3 0 2 0,3-1 0 0,0 1-2 16,0 0 0-16,0-3 0 0,1 1 0 0,2-4 15 0,0 1-12 15,3-3 12-15,0 2-12 0,3-2 12 0,0-2-9 16,3-1 9-16,0 3-8 0,3-3 8 0,0-2 9 16,2-1-1-16,1 1-8 0,0-3 16 0,3 3-4 0,-3-3-1 15,3 0 0-15,-3 0-11 0,3-3 0 0,-3 0 9 0,0 1-9 16,3-1 0-16,0 0 0 16,-4-2 0-16,4 3 0 15,3-4-84-15,0 1-22 0,0 2-4 0,0-5-1 0</inkml:trace>
  <inkml:trace contextRef="#ctx0" brushRef="#br0" timeOffset="32991.713">18579 11052 1410 0,'0'0'40'0,"0"0"9"0,0 0-39 0,0 0-10 0,0 0 0 0,0 0 0 16,0 0 96-16,0 0 18 0,0 0 3 0,0 0 1 16,0 0-5-16,0 0-1 0,0 0 0 0,6 3 0 15,0 0-38-15,3-3-8 0,0 0-2 0,3-3 0 16,3 3 0-16,0-3 0 0,6 1 0 0,0 2 0 16,-1-3-45-16,7 0-10 0,-3 3-1 0,6-2-8 15,-3 2 0-15,-1 0 0 0,1 0-10 0,0 0 10 16,-6-3 0-16,3 0 0 0,-4 3 0 0,1-2 0 15,0-1 0-15,-3 1 0 0,0 2 0 0,0-3 0 16,-6 3 0-16,2 0 0 0,-5 0 0 0,3 0 0 16,-6 0-158-16,-6 0-24 0,3 3-5 0,-3-3-485 15,0 0-96-15</inkml:trace>
  <inkml:trace contextRef="#ctx0" brushRef="#br0" timeOffset="33256.305">18636 11304 1496 0,'0'0'42'0,"-6"2"10"0,0 1-41 0,6-3-11 16,0 0 0-16,0 0 0 0,0 0 116 0,0 0 22 0,0 0 4 15,0 0 1-15,0 0-12 0,0 5-3 16,3 1 0-16,3-4 0 0,0 1-51 0,0-3-10 0,6 0-3 0,0 0 0 16,0 0 0-16,5 0 0 0,1-3 0 0,0 3 0 15,3 0-43-15,3-2-9 0,0 2-1 0,-1-3-1 16,1 0 3-16,0 1 1 0,0 2 0 0,0-3 0 15,-3 0-30-15,-1 1-7 0,1-1-1 0,0 0 0 16,3 1 24-16,3-4 0 0,-4 1 0 0,7 0 0 31,-3-3-137-31,3 0-23 0,0 0-5 0,-1-3-949 0</inkml:trace>
  <inkml:trace contextRef="#ctx0" brushRef="#br0" timeOffset="33660.992">20273 10902 1552 0,'0'0'44'0,"-3"-6"10"0,3 1-43 0,-3 2-11 0,3-2 0 0,-3 0 0 15,3-1 104-15,0-2 20 16,-3 3 3-16,3 0 1 0,0 0 0 0,0 5 0 0,-3-6 0 16,0 4 0-16,3 2-54 0,0 0-10 0,-3-3-3 15,3 3 0-15,-6-3-19 0,0 3-4 0,0 0-1 0,0 3 0 16,1 2-13-16,-1-2-2 0,0 5-1 0,-3 0 0 15,-3 0-8-15,0 5-1 0,-3 0-1 0,0 3 0 16,-3-3-11-16,-3 3 0 0,1 0 0 0,-4 0 8 16,-3 0-8-16,3 2 0 0,-3-2-12 0,4 5 12 31,-1 1-57-31,3-4-4 0,0 3-1 0,0-2 0 16,3-3-53-16,1 0-10 0,2-3-3 0,0-3-580 15,3-2-116-15</inkml:trace>
  <inkml:trace contextRef="#ctx0" brushRef="#br0" timeOffset="33927.039">19812 10941 1958 0,'0'-16'43'0,"0"8"9"0,0 0 1 0,0-5 3 0,3 3-45 0,-3-1-11 0,0-2 0 0,3 5 0 16,-3-3 104-16,3 3 20 0,-3 3 3 0,3 0 1 15,0-1-52-15,-3 6-9 0,0 0-3 0,0 0 0 0,6 3-51 0,0 0-13 16,2 2 0-16,-2 3 0 0,3 3 54 0,0-1 8 15,0 3 2-15,0 1 0 0,3 2-52 0,3-3-12 16,-3 0 0-16,3 3 0 0,0 0 0 0,-1 0 0 16,1-1 0-16,3 7 0 0,-3-4 0 0,3 3 0 15,-3 3 0-15,3 0 9 0,-3 0-9 0,-1 0 8 0,1-3-8 16,-3 0 8-16,3-3-8 0,-3-2 0 0,0 0-12 16,0-3 12-1,-3-2-212-15,-3 0-36 0,3 10-6 0,-3-13-2 0</inkml:trace>
  <inkml:trace contextRef="#ctx0" brushRef="#br0" timeOffset="34364.55">20437 11193 1958 0,'0'0'43'0,"0"0"9"0,0 0 1 0,0 0 3 0,0 0-45 0,3-6-11 15,0 1 0-15,0 2 0 16,0-2 104-16,0 2 20 0,3-2 3 0,0 2 1 16,0-2-52-16,3 3-9 0,-1-1-3 0,-2 0 0 0,3 1 0 0,0 2 0 15,-3 0 0-15,3 0 0 0,0 0-51 0,-3 2-13 16,0 1 0-16,0 0 0 0,0-1 0 0,-3 1 0 15,3 2 0-15,-3 3 0 0,-3 0 54 0,3 3 8 16,-3-1 2-16,-3 3 0 16,3 1-103-16,-6-1-20 0,3 0-4 0,-6 3-1 15,0-3 0-15,0 0 0 16,-3 1 0-16,0-1 0 0,0 0 52 0,0-2 12 0,1-1 0 0,-1 1 0 16,3-3-54-16,0 0-8 0,3-3-2 0,0 3 0 15,3-3 52-15,3 3 12 0,0-8 0 0,3 5 0 0,0 1 48 0,0-1 13 16,3-2 3-16,3 2 0 0,-3-2-52 0,6-1-12 15,-1 1 0-15,1 2 0 0,0-5 0 0,3 3 0 0,-3-3 0 0,3 0 0 16,0 0 0-16,-3-3 0 0,3-2 0 0,-1 0 0 31,4-3-151-31,-3 0-33 0,18-16-6 0,0 3-2 0</inkml:trace>
  <inkml:trace contextRef="#ctx0" brushRef="#br0" timeOffset="34664.505">21086 10764 2146 0,'-9'-16'60'0,"6"11"15"16,0-3-60-16,0 3-15 0,0-1 0 0,0-2 0 0,3 3 94 0,0 5 16 15,-3-3 3-15,3 3 1 16,0 0-40-16,0 0-8 0,-6 3-2 0,0 2 0 16,0 3-25-16,0 5-6 0,0 6-1 0,0 2 0 0,-3 3-17 15,0 2-4-15,0 1-1 0,-2 2 0 0,2 0-10 0,0-2 0 16,0-1 0-16,0 6 0 0,3 0 0 0,0-1 0 15,3 6 0-15,0 3 0 16,6 0 0-16,0-3 0 0,0-3 0 0,3 1 0 0,3-6-8 0,0 0 8 16,0-3 0-16,3-2 0 0,-1 0 0 0,4-3 0 15,3 0 0-15,3 3 0 0,3-3 0 0,3 0 8 16,5-2 2-16,4-3 0 0,0-6-10 0,2 1-12 0,1-6 2 0,3 0 1 31,0-5-139-31,2-2-28 0,57-9-6 0,-26-5-1 0</inkml:trace>
  <inkml:trace contextRef="#ctx0" brushRef="#br0" timeOffset="35150.059">22059 10756 2070 0,'0'0'45'0,"0"0"10"0,0 0 1 0,0 0 3 0,0 0-47 0,0 0-12 0,0 0 0 0,0 0 0 0,0 0 88 0,0 0 15 15,-6 5 3-15,0-2 1 0,-3 2-40 0,0 3-8 16,0 0-2-16,-5 3 0 0,2-1-15 0,-3 3-3 0,-3 3-1 0,0 0 0 15,-3 3-25-15,3-1-5 0,0 3 0 0,-2-2-8 16,-1 2 0-16,-3-2 0 0,3-1 0 0,-6 3 0 31,4-2-16-31,-4-1-11 0,3-2-1 0,-3 3-1 16,6-1-31-16,-3-2-7 0,4-3-1 0,2 1 0 16,0-4-162-16,0 1-33 0,-21 2-6 0,16-10-2 0</inkml:trace>
  <inkml:trace contextRef="#ctx0" brushRef="#br0" timeOffset="35389.005">21645 10899 2012 0,'6'-13'44'0,"-6"5"10"0,3-3 2 15,3 1 0-15,-3-4-45 0,3 4-11 0,-3-1 0 0,3 1 0 16,-3-1 104-16,0 3 20 0,3 3 3 0,-3 2 1 16,3 3-58-16,-3 0-11 0,0 0-3 0,3 5 0 15,-3 3-16-15,3 0-3 0,0 3-1 0,0 2 0 0,0 3-12 16,0 0-4-16,2 2 0 0,1 4 0 0,0-4-8 0,0 1-3 15,0-1 0-15,0 3 0 0,0-2-9 0,3 2 0 16,-3 0 0-16,3 0 8 0,3 3-8 0,0 3 0 16,-1-4 0-16,1 4 0 0,0-3 0 0,0-3-14 15,-3-5 3-15,3 2 1 16,0-5-100-16,-3 1-20 0,0-4-4 0,0 1-1011 16</inkml:trace>
  <inkml:trace contextRef="#ctx0" brushRef="#br0" timeOffset="35918.613">22297 11023 1728 0,'0'0'38'0,"0"0"8"0,0 0 2 0,0 0 0 0,0 0-39 0,0 0-9 0,0 0 0 0,0 0 0 16,0 0 104-16,0 0 20 15,0 0 3-15,0 0 1 0,0 0 0 0,-3 6 0 0,0-1 0 0,0 0 0 16,0 0-103-16,-3 3-25 0,3 3 0 0,0 2 0 15,-3 3 40-15,3 0 4 16,0 2 0-16,-2 6 0 0,2-3-20 0,0 1-3 16,-3 1-1-16,3-1 0 0,0-1-20 0,3 0 0 0,-3 0 0 0,0-2 0 15,3-1 0-15,0-2 0 16,-3 0 0-16,3-3 0 0,0 3 0 0,0-5 0 0,0-1 0 0,0 1 0 31,0-3-98-31,3-3-24 0,-3 3-5 0,0-8-649 0,0 5-131 0</inkml:trace>
  <inkml:trace contextRef="#ctx0" brushRef="#br0" timeOffset="36388.097">21538 10552 1695 0,'0'0'37'0,"0"0"8"0,0 0 2 0,-6-2 1 0,0-4-39 0,3 4-9 0,-3-4 0 0,6 6 0 15,-3-2 60-15,3 2 11 0,-3-6 1 0,3 6 1 16,0 0 24-16,3-2 5 16,0-4 1-16,0 4 0 0,3 2-63 0,3-3-12 0,3 1-2 0,0 2-1 15,6 0 31-15,3 0 7 0,0 0 1 0,5 0 0 16,1 0-30-16,-3 0-6 0,3 0 0 0,-3 0-1 15,2 0-11-15,-2 0-1 0,3 0-1 0,0 0 0 16,2 0 7-16,-2 0 2 0,3 0 0 0,0 0 0 16,-3 0-46-16,-1 0-9 15,1 0-1-15,0 0-1 0,-3-3-99 16,0 3-20-16,-1-3-4 0,-5 3-911 0</inkml:trace>
  <inkml:trace contextRef="#ctx0" brushRef="#br0" timeOffset="37026.029">22619 10999 1246 0,'0'0'35'0,"0"0"9"0,0 0-36 0,0 0-8 16,0 0 0-16,0 0 0 0,0 0 99 0,0 0 17 15,0 0 4-15,3 0 1 0,3 0-15 0,0-2-3 16,2-1-1-16,1 3 0 0,0 0-20 0,3-3-4 16,0 1-1-16,6-1 0 0,0 3-21 0,3-2-5 15,0-1-1-15,5 3 0 0,1-3-17 0,-3 3-3 16,3-2-1-16,3 2 0 0,-4 0-16 0,1 0-3 15,-3-3-1-15,0 3 0 0,0-3-9 0,-1 1 0 0,-2-1 0 16,3 3 8-16,-3-3-8 0,0 3 0 0,0-2 0 0,-4-1 0 16,-2 3 0-16,0 0 0 0,0 0-9 15,-6 0 9-15,0 0-26 0,-3 0 2 16,0-3 0-16,-6 3 0 16,0 0-36-16,0 0-6 0,0 0-2 0,-3-5-632 15,-3 0-128-15</inkml:trace>
  <inkml:trace contextRef="#ctx0" brushRef="#br0" timeOffset="37288.129">22887 10682 1965 0,'-3'-3'43'0,"-3"1"9"0,0-1 1 0,6 3 3 0,0 0-44 0,0 0-12 0,0 0 0 0,0 0 0 16,0 0 80-16,0 0 15 0,0 0 2 0,0 0 1 15,0 0-38-15,0 0-7 0,3 5-1 0,3 6-1 0,-3-1-3 16,3 4 0-16,0 4 0 0,-1 1 0 0,1 2-14 0,0 0-3 15,0 3-1-15,0 0 0 0,0-1-10 0,-3-1-1 16,3 1-1-16,0-4 0 0,0 2-6 0,-3-2 0 16,3 2-1-16,0 3 0 15,0-3-11-15,0 3 0 0,-3-3 0 0,0 3 0 0,3-1 0 16,-3-1 0-16,3-4 0 0,-3 3 0 16,3-5-56-16,-3 0-6 0,3-3-2 0,-3-2 0 15,5-3-109-15,-5 0-23 0</inkml:trace>
  <inkml:trace contextRef="#ctx0" brushRef="#br0" timeOffset="37583.552">23771 10637 2105 0,'3'-11'60'0,"0"6"12"0,-3 0-57 0,3-3-15 0,0 3 0 0,0-3 0 16,-1 2 100-16,-2 1 18 0,3 0 3 0,-3 5 1 15,3-6-36-15,-3 6-7 0,0 0-2 0,0 0 0 16,0 0-29-16,0 0-7 0,0 0-1 0,0 0 0 16,0 0-13-16,-6 6-3 0,-2-1-1 0,-1 3 0 15,0 3-11-15,-3 2-3 0,-3 0 0 0,0 5 0 16,0 6-9-16,-6 0 0 0,0 5 9 0,1-2-9 16,-1 2 0-16,0-3 0 0,0-2 0 0,0 0 8 15,0 0-38-15,4-6-7 16,-1 3-2-16,0-2 0 0,3-3 39 0,0-3 0 0,0 0 0 0,-3-5 0 15,3 0-161-15,1 0-25 16,-1-3-5-16,0-5-1 0</inkml:trace>
  <inkml:trace contextRef="#ctx0" brushRef="#br0" timeOffset="37824.884">23407 10669 2070 0,'0'0'45'0,"0"-8"10"0,-2 2 1 0,4 1 3 0,-2 0-47 0,0 5-12 0,0 0 0 0,0 0 0 15,3-5 76-15,-3 5 14 0,0 0 2 0,0 0 1 16,6 2-29-16,0 1-5 0,-3-1-2 0,3 6 0 16,0 0-13-16,0 3-4 0,3 0 0 0,0 4 0 15,0 1-14-15,3 3-3 0,0 2-1 16,3 0 0-16,0 0-12 0,2-2-2 16,1 2-8-16,3-2 12 0,0-1-12 0,-3-2 0 15,3-3 8-15,-1 3-8 0,-2-3 0 0,0 0 0 0,0-2 0 0,0-3 0 31,-3 3-34-31,0-3-6 0,0-3-2 0,-4 0-781 0,1-2-156 0</inkml:trace>
  <inkml:trace contextRef="#ctx0" brushRef="#br0" timeOffset="38077.397">23970 10896 2062 0,'0'0'45'0,"0"-5"10"0,0 5 1 0,-3-3 3 0,3 3-47 0,0 0-12 0,0 0 0 0,0 0 0 16,0 0 93-16,0 0 17 0,0 0 3 0,0 0 1 0,0 0-44 0,0 0-9 15,0 0-1-15,0 0-1 0,0 6-12 0,-3 2-3 16,3 2 0-16,-3-2 0 0,3 3-14 0,-3-1-3 16,0-2-1-16,3 5 0 0,-3-2-11 0,0 0-3 15,3-1 0-15,-3 1 0 0,3 2-12 0,-3 0 8 16,3 3-8-16,0 0 0 16,0 0 8-16,0 0-8 0,0 0 0 0,0-1 0 0,0 1 0 0,0 0-15 15,0-3 2-15,0 1 0 16,3-1-74-16,-3-3-14 0,3 1-3 0,0 0-1 15,0-6-53-15,3 0-10 0,-3-2-3 0</inkml:trace>
  <inkml:trace contextRef="#ctx0" brushRef="#br0" timeOffset="38427.548">24223 10587 2161 0,'-9'-16'61'0,"3"8"14"0,3 0-60 0,-3 0-15 0,3 0 0 0,0 0 0 16,0 3 82-16,3-1 14 0,0 6 2 0,0 0 1 16,0 0-27-16,0 0-6 0,0 0-1 0,3 6 0 15,3-4-13-15,0 4-4 0,0 2 0 0,3 2 0 16,0 1 0-16,0-1-1 0,3 9 0 0,0-1 0 16,6 9-18-16,-1 2-3 0,1 5-1 0,3 3 0 15,-3-2-16-15,0-1-9 0,-3-2 10 0,-3 0-10 16,0-6 8-16,-6 1-8 0,-3-1 0 0,0 3 0 0,-6 6 11 15,0 2-11-15,-6 5 12 0,-3 0-12 16,0-2 0-16,0-3-12 0,-6-3 0 0,3-2 0 16,-3-5 12-16,0-1 0 0,1 1 0 0,-4-4 0 0,0 1 16 0,0-3 5 15,-3 1 2-15,-3-1 0 0,1 0-37 0,-1-3-7 16,-6 1-2-16,-3-1 0 0,4-2 23 16,-1-2 0-16,0-1 0 0,3-3 0 15,1-2-146-15,-1 0-25 0,-3 0-5 0,0-2-639 16,1-4-128-16</inkml:trace>
  <inkml:trace contextRef="#ctx0" brushRef="#br0" timeOffset="39212.792">12448 12526 1314 0,'-12'3'37'0,"6"-1"8"0,0 1-36 0,-3 0-9 0,3-3 0 0,-3 2 0 16,3 1 104-16,0 0 20 0,-3-1 3 0,3 1 1 15,0 0-52-15,0-3-9 0,6 0-3 0,0 0 0 16,0 0 0-16,0 0 0 0,0 0 0 0,0 0 0 16,0 0 0-16,6 5 0 0,3 0 0 0,3-2 0 0,0-1 0 15,3-2 0-15,3 3 0 0,0-3 0 0,-1 0-51 0,1 0-13 16,0-3 0-16,3 1 0 0,0-1 0 16,3 1 0-16,2-1 0 0,1 3 0 15,3-5 11-15,0 5-1 0,0-3 0 0,-4 0 0 16,4 1-10-16,-6 2-14 0,-3 0 3 0,0 0 1 15,-7 0-94-15,1 0-20 0,-3 2-3 0,-6 1-922 16</inkml:trace>
  <inkml:trace contextRef="#ctx0" brushRef="#br0" timeOffset="39424.957">12462 12820 1728 0,'0'0'38'0,"0"0"8"0,0 0 2 0,6-3 0 0,0 1-39 0,3 2-9 0,-3-6 0 0,3 6 0 16,0-2 104-16,0-4 20 0,0 4 3 0,0-1 1 15,3 0-52-15,3 1-9 0,-3-4-3 0,5 4 0 16,-2-3 0-16,3 2 0 0,3 0 0 0,0 1 0 16,0-1-51-16,3-2-13 0,-1 2 0 0,4 0 0 15,-3 1 0-15,0-1 0 0,3 0 0 0,-4-2-782 16,1 0-159-16</inkml:trace>
  <inkml:trace contextRef="#ctx0" brushRef="#br0" timeOffset="39785.292">13882 12404 2004 0,'0'0'56'0,"-3"-2"14"0,0-3-56 0,0 2-14 0,3 3 0 0,0 0 0 15,-3-5 111-15,3 5 19 0,-6-3 4 0,1 3 1 16,-1 0-64-16,0 0-13 0,-3 3-2 0,0 2-1 15,0 0-37-15,0 3-7 0,-3 0-2 0,3 3 0 16,-3-1 44-16,0 3 9 0,0 1 2 0,0-1 0 16,1 0-52-16,-4 3-12 0,-3 0 0 0,-3 2 0 15,0 1 0-15,-3-1 0 0,0 1 0 0,-2 2 0 32,2 0-48-32,-3-2-13 0,3 2-3 0,0 0 0 15,4 0-21-15,2 0-5 0,3-5-1 0,-3-2-639 0,6-4-128 0</inkml:trace>
  <inkml:trace contextRef="#ctx0" brushRef="#br0" timeOffset="40315.839">13373 12529 2098 0,'0'0'46'0,"0"-5"10"0,0-3 1 0,0 0 3 0,0-3-48 0,3 3-12 16,0 0 0-16,0 0 0 0,0 0 73 0,0 3 13 15,0 0 2-15,-3 5 1 0,0 0-27 0,6 0-6 16,0 0 0-16,0 2-1 0,0 4-37 0,0 2-7 15,0 0-2-15,3 2 0 0,0 3 24 0,0 1 5 16,0-1 1-16,3 0 0 0,-1 0-11 0,1 3-3 16,3 0 0-16,0 0 0 15,3 0-47-15,0 2-10 0,0-2-1 0,3 5-1 16,-4-5-14-16,4 3-2 0,-3-1-1 0,0-2 0 16,-3-3-24-16,-3-2-5 0,6-3 0 0,-6 0-1 15,-1-3-7-15,1 0-2 0,-3-2 0 16,0 2 0-16,0-5 71 0,-3 0 19 0,3 0 0 0,-3 0 0 0,-3-2 0 0,3-1 0 0,-3 0 0 15,0-2 0-15,0 0 69 0,0 0 17 0,-3-1 3 16,3-2 1-16,-3 0 10 0,3 0 1 0,-3-2 1 0,3-1 0 16,0 1-82-16,0-1-20 0,0 3 0 0,3-2 0 15,0 2 56-15,0 0 6 0,-1 0 2 0,1 2 0 16,0 1-52-16,0 3-12 0,0-4 0 16,0 6 0-16,0-2 0 0,-6 2 0 0,6 2 0 15,0-2 0-15,-3 3 0 0,3 2 0 0,-6 3 0 0,3 3 0 16,-6-1 0-16,0 4 0 0,0 1 0 0,-6 1 0 15,3 3 0-15,-3 2 0 0,-3-3 0 0,0 4 0 16,1-1 0-16,-1-3 0 0,0 3 0 0,3-2 0 16,-3-3 0-16,3 0 0 0,0 0 0 0,0-3 0 15,6 0-48-15,-3 0-13 0,3-2-3 0,3-1 0 16,-3-2 64-16,6 0 0 0,-3-2 0 0,6-1 0 16,0 0 0-16,0-2 0 0,0 0 0 0,3-3-12 0,3 0 12 15,0 0 0-15,0 0 0 0,3 0 0 16,-1-3-28-16,4 0-4 0,0 1 0 0,3-4 0 15,0-2-124-15,0 0-24 0</inkml:trace>
  <inkml:trace contextRef="#ctx0" brushRef="#br0" timeOffset="40532.057">14284 12725 2649 0,'0'0'58'0,"0"0"12"0,0-6 2 0,-3 1 4 0,3 0-61 0,0-1-15 0,0 1 0 0,0 0 0 16,0 2 54-16,0-2 8 0,0 0 2 0,0-1 0 16,0 6-3-16,0 0 0 0,0-5 0 0,3 2 0 15,-3 3-46-15,0-5-15 0,0 5 8 0,3-5-8 32,-3 5-55-32,6-3-14 0,0-2-3 0,-3 2-806 0,3 1-161 0</inkml:trace>
  <inkml:trace contextRef="#ctx0" brushRef="#br0" timeOffset="41363.915">14749 12262 2419 0,'0'0'53'0,"0"0"11"0,0 0 71 0,0 0-122 0,0 0-13 0,0 0 0 0,0 0 0 15,0 0 54-15,0 0 8 0,0 7 2 0,0 4 0 16,0 2 0-16,0 6 0 0,0-1 0 0,-3 9 0 16,3-1-52-16,0 3-12 0,-3 0 0 0,3 3 0 15,-3-5 0-15,0-1 0 0,3 1 0 0,-3 2 0 16,3 0 41-16,-3 3 6 0,3 2 1 0,0 6 0 16,0-6-26-16,0 3-5 0,0-5-1 0,0 0 0 15,3-9-16-15,-3 1 0 0,3-5 0 0,0-1 0 16,-3-2 0-16,3-3 0 0,-3 1 0 0,3-4 0 15,0-2 0-15,-3 0 0 0,3 0 0 0,-1-3 0 16,-2-5-48-16,3 3-12 0,3 0-4 16,3-3 0-16,-3 0-108 0,3-3-21 0,0 0-5 0</inkml:trace>
  <inkml:trace contextRef="#ctx0" brushRef="#br0" timeOffset="41820.686">15713 12603 1958 0,'0'0'43'0,"0"0"9"0,0 0 1 0,0 0 3 0,0 0-45 0,0 0-11 0,0 0 0 0,3-3 0 15,3-2 87-15,0 2 15 0,3 3 3 0,-3-2 1 16,3 2-34-16,3 0-8 0,-1 0 0 0,4 0-1 16,6-3-32-16,0 3-7 0,6 0 0 0,3 0-1 15,-1 0 33-15,7 0 6 0,-3 0 2 0,3 0 0 16,-4 0-52-16,-2 3-12 0,-3-3 0 0,-3 2 0 0,2 1 0 16,-2-3 0-16,-3 3 0 0,0-1 0 15,0 1-48-15,-3 0-13 0,-4-1-3 16,1 1 0-16,-3 2-62 0,-3-2-13 0,-3 2-2 15,0-2-895-15</inkml:trace>
  <inkml:trace contextRef="#ctx0" brushRef="#br0" timeOffset="42066.319">15671 12950 2146 0,'0'0'60'0,"0"0"15"0,0 0-60 0,0 0-15 0,6 0 0 0,0 0 0 16,3 0 80-16,0 0 14 0,0 0 2 0,3 0 1 16,0-3-26-16,3 3-6 0,0 0-1 0,-1-3 0 15,4 3 0-15,3-2 0 16,6 2 0-16,0 0 0 0,0-3-51 0,2 0-13 0,4 1 0 0,-3 2 0 16,3-3 0-16,-4 0 0 0,1 3 0 0,-3 0 0 15,0-2 0-15,-1 2 0 0,4 0 0 0,-3-3 0 31,3 0-100-31,0 1-22 0,2-1-5 0,1-2-649 0,0 0-131 0</inkml:trace>
  <inkml:trace contextRef="#ctx0" brushRef="#br0" timeOffset="42446.345">17782 12455 1958 0,'0'0'43'0,"0"0"9"0,-3-3 1 0,0-2 3 0,0 2-45 0,3 3-11 0,-6-5 0 0,3 2 0 15,3 3 78-15,-6-2 14 0,0 2 2 0,-3 0 1 16,3 0-20-16,-3 2-4 0,0 3-1 0,-3 1 0 16,3 2-27-16,-3 0-6 0,1 0-1 0,-4 2 0 15,-3 1-8-15,0 2-3 0,-3-2 0 16,0 2 0-16,0 3-12 0,-2 0-2 0,2 2-1 0,-3 1 0 16,3-1 8-16,-3 3 2 15,6 3 0-15,-5-3 0 16,5 3-68-16,-3-3-12 0,-3 3-4 0,0-3 0 15,1-2-51-15,2-1-10 0,-3-2-3 0,0-3-580 0,3 1-116 0</inkml:trace>
  <inkml:trace contextRef="#ctx0" brushRef="#br0" timeOffset="42716.191">17133 12521 2188 0,'0'0'48'0,"0"-8"11"0,0 0 1 0,0-3 1 0,6 1-49 0,-3-1-12 0,3 1 0 0,0-1 0 0,0 3 84 0,0 0 13 16,-1 3 3-16,4-3 1 0,-3 5-32 0,3 1-6 16,3 2-2-16,-3 2 0 0,0 4-21 0,0-1-5 15,6 5-1-15,-3 4 0 0,0-1-34 0,0 0 0 16,0 3 0-16,2 3 0 0,-2-1 0 16,0 1 0-16,0-1 0 0,0 3 0 15,-3 0 0-15,3 3 0 0,3 0 0 0,-3 0 0 0,3 2 0 0,-1 3 0 16,4-5 0-16,0 3 0 0,0-3 0 0,0-6 0 15,3 1 0-15,-3-4 0 16,2-4-276-16,-2-3-48 0,21 8-11 0,-15-11-1 0</inkml:trace>
  <inkml:trace contextRef="#ctx0" brushRef="#br0" timeOffset="43067.136">17773 12764 2404 0,'0'0'53'0,"0"-5"11"0,0 0 3 0,0-3 0 0,0 0-54 0,0 0-13 0,0 0 0 0,3 0 0 15,0 0 57-15,0 0 9 0,0 0 2 0,3 3 0 16,0 0-4-16,0-1 0 0,-3 4 0 0,5-1 0 16,-2 0 0-16,0 1 0 0,3 2 0 0,0 2 0 15,-3-2-51-15,0 3-13 0,3 2 0 0,-3 1 0 16,-3 2 0-16,3 2 0 0,-6 3 0 0,3 1 0 16,-3 1 0-16,-3 4 0 0,3 0 0 0,-6 2 0 15,0-3-18 1,0 3-6-16,-3-2-2 0,-3-1 0 0,3-2-18 15,-3 3-4-15,3-1-1 0,-2 1 0 0,2-3-3 0,0 0-1 16,0-1 0-16,0-1 0 0,3-1 53 0,0-2 0 0,3-1 13 0,0 1-2 0,3-3-11 0,0 0 12 16,3-3-12-16,0 3 12 0,3-6-2 15,0 1 0-15,3-3 0 0,0 0 0 0,6-3-1 0,-4 3 0 16,7-2 0-16,0-3 0 0,0 2 16 0,3-2 3 16,3 2 1-16,0-2 0 15,2-1-74-15,1 4-15 0,6 2-4 0,0-3 0 16,2-2-102-16,1-1-21 0</inkml:trace>
  <inkml:trace contextRef="#ctx0" brushRef="#br0" timeOffset="44262.043">16892 12203 1238 0,'0'0'27'0,"0"0"5"0,-6-2 2 0,-3-1 2 0,3 0-36 0,6 3 0 0,-3 0 0 0,3 0 0 16,-6-5 94-16,3 5 12 0,3 0 2 15,-6-3 1-15,6 3-9 0,0 0-3 16,-6-2 0-16,6 2 0 0,0 0-20 0,0 0-4 16,0 0-1-16,0 0 0 0,0 0-32 0,-3 5-8 0,0 0 0 0,0 3-1 15,0 0-15-15,3 3-2 0,-3 2-1 0,3 8 0 16,0 3-13-16,0 5 0 0,3 6 8 0,-3 2-8 15,0 0 0-15,3 0 0 0,-3-3 0 0,0 6 0 16,3-3 0-16,-3 3 0 0,3 5 0 0,-3 2 0 16,0 1-27-16,0-3 2 0,0 0 0 0,0-3 0 15,-3-2 25-15,3-3 0 0,0-3 0 0,-3 1 0 16,3-1 0-16,-3 0 0 0,0-2 0 0,3 3 0 16,-3-6 0-16,3 0 0 0,0-5 0 0,3-1 0 31,-3-1-26-31,3-4-6 0,3-5-2 0,0 3 0 0,3-5 56 0,0-1 11 0,3 1 3 0,3 0 0 15,0-6-26-15,2 0-10 0,1-2 8 0,0-1-8 16,3-2 24-16,6 0 0 0,3 0 0 0,2-2 0 16,7-1-34-16,3-2-7 0,5 2-2 0,1-2 0 15,-6 0 19-15,2-1 0 0,4 1 0 0,2 2 0 0,4-2 0 16,3 0 0-16,-4-1 0 0,1-1 0 16,-7 1-12-16,1 4 4 0,0-4 8 0,2 4-13 0,1-1 13 0,-4 0 0 15,4-2 0-15,-6 2 0 16,-4 3-35-16,-5-2-1 0,-6-1 0 0,3 0 0 0,-7 1 36 0,-2 2 0 15,-3-3 0-15,0 1 0 0,-3-1 0 0,-3 3 0 16,-3-3 0-16,-1 1 0 0,-2-1 19 0,-3 3 10 0,0-3 3 16,0 1 0-1,0-1-52-15,-3 3-9 0,0-3-3 0,3-2 0 0,-3 2 57 16,0-2 11-16,3 0 3 0,-3-3 0 0,0-3-11 0,0 1-3 16,0-1 0-16,3-5 0 0,-3 0-13 0,0 1-2 0,0-4-1 15,0-2 0-15,0 0 16 0,0 0 3 16,0-1 1-16,3-1 0 0,-3-1-2 0,0-3-1 0,0 1 0 0,0-9 0 15,0 1 4-15,-3-3 1 0,3 0 0 0,-3 0 0 16,0 2 1-16,0 4 1 0,0-1 0 0,0 3 0 16,-3 0-14-16,0 2-3 0,0 1-1 0,-3-3 0 15,-3 0-24-15,3-3-5 0,-3 0-1 0,0-2 0 16,-3 5 63-16,3 2 13 0,-3 3 3 0,0 1 0 16,0 4-64-16,0 3 0 0,1 0-16 0,-1 6 3 15,-3-1 13-15,3 1 12 0,0 2-3 0,-3 0 0 16,3 2-1-16,-3-2-8 0,3 3 12 0,-3 0-4 15,-2 0-8-15,-1 2 8 0,-3 0-8 0,-3 1 8 16,0 2-8-16,-6 0 0 0,1-3 9 0,-4 6-9 0,0-3 0 0,1 0-13 16,-1 2 1-16,0 1 1 0,3 0 19 0,-5-3 3 15,-1 0 1-15,-6 2 0 0,0-2-12 16,1 0-17-16,-4 3 4 0,-2-3 1 0,5 2 12 16,0-2 0-16,1 0 0 0,-7 0 0 15,3-2 8-15,-2 2 4 0,-1-3 0 0,0 3 1 0,7 3-13 16,2-3-18-16,6 2 4 0,0 1 1 15,10-3 13-15,-1 0 16 0,3 0-3 0,0 0-1 0,6 3-12 0,0-3 0 16,1 2 0-16,2-2 0 0,3 0 0 0,0 3 0 16,3-3-10-16,6 0 10 15,0 0-42-15,0 0-3 0,-6 5-1 0,6-5 0 16,0 0-170-16,6 3-35 0,6-3-6 0,-12 0-2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336.48792" units="1/cm"/>
          <inkml:channelProperty channel="Y" name="resolution" value="378.5488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2-07T22:33:32.08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5738 6835 1000 0,'0'0'28'0,"0"0"7"0,0 0-35 0,0 0 0 0,0 0 0 0,0 0 0 16,0 0 87-16,0 0 10 0,0 0 3 0,3 5 0 16,-3 0-22-16,3 0-4 0,0 1-1 0,0 2 0 15,0-3-27-15,3 3-6 0,0 0 0 0,0 0-1 16,0 0-23-16,3 0-5 0,0 2-1 0,0 1 0 15,3 2-10-15,3 0 0 0,-1 1 0 0,1 1 0 16,0 1-34-16,3-2-2 0,0 1-1 0,0-1 0 16,0-4-24-1,0 1-5-15,-1-1-1 0,1-2 0 16,-3-2 20-16,0-4 4 0,0 1 1 0,-3-3 0 0,3-3 42 0,0-2 8 0,2-3 1 16,1-5 1-16,0-3 47 0,3 0 10 0,0-2 1 0,3-1 1 15,-1 0-3-15,1-2-1 0,0 3 0 0,0-3 0 0,0-1-35 0,0 1-7 16,-4 0-2-16,1-3 0 0,-3 3-9 0,-3-3-1 15,-3 1-1-15,0-1 0 0,-3 3-2 0,0-3 0 16,-3 3 0-16,0-1 0 0,-1 1-8 0,-2 5-11 16,-3 0 3-16,0 3 0 15,0 3-44-15,-3 2-8 0,1 2-1 0,-4 1-1 0</inkml:trace>
  <inkml:trace contextRef="#ctx0" brushRef="#br0" timeOffset="364.96">6060 6911 1702 0,'0'0'37'0,"0"0"8"0,0 0 2 0,0 0 1 0,0 0-38 0,0 0-10 0,0 0 0 0,0 0 0 16,0 0 72-16,0 0 13 0,0 0 3 0,0 0 0 16,0 0-33-16,0 0-7 0,0 0 0 0,0 0-1 15,0 0-38-15,0 0-9 0,0 0 0 0,6 6 0 16,-3-1 0-16,3 0 0 0,0 6 0 0,0-1 0 15,0 4 16-15,0 4 0 0,-1 1 1 0,1 2 0 16,3 3-47-16,0-1-10 16,3 1-1-16,-3 0-1 0,3-3-29 0,3-2-5 0,-3-3-2 15,3-3 0-15,3-3 18 0,-4-2 3 16,4 0 1-16,0-5 0 0,0 0 69 0,0-3 15 0,3-3 2 0,-3 0 1 0,2-2 51 16,1-3 10-16,-3-2 3 0,0-4 0 0,0 1 0 0,0-3 0 15,0 0 0-15,2-5 0 0,4 0-23 16,-3 0-5-16,3-3-1 0,3 3 0 0,-1 0-47 0,1 2-10 15,0 3-1-15,3-2-8 0,0 5 0 0,-4-3 0 16,4 2-10-16,-3-1 10 0,0 1-14 0,-4 4 5 16,7-4 1-16,0 4 0 15,0-1-188-15,3 3-36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336.48792" units="1/cm"/>
          <inkml:channelProperty channel="Y" name="resolution" value="378.5488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2-07T22:35:02.29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19321 1471 2188 0,'0'0'48'0,"0"0"11"0,0 0 1 0,0 0 1 0,0 0-49 16,0 0-12-16,0-5 0 0,0 5 0 0,0 0 80 0,0 0 12 16,0 0 4-16,0 0 0 0,0 0-41 0,0 0-8 15,0 0-2-15,0 0 0 0,0 0-25 0,0 0-6 16,0 0-1-16,0 5 0 0,3 3-13 0,-3-3 11 16,3 3-11-16,-3 3 10 0,3 2-10 0,-3 0 0 15,3-2 9-15,-3 2-9 0,0 3 0 0,0-3 9 16,0 3-9-16,0 0 0 0,-3 3 9 0,3 4-9 15,-3-1 0-15,3-1 9 0,-3 3-9 16,0-1 0-16,3 4 9 0,-3 2-9 0,0-3 0 0,3 1 8 16,-3 2-8-16,0 0 0 0,3 0 18 0,0-2-1 15,-3 2 0-15,0 5 0 0,3-2-4 0,-3 2-1 16,0 6 0-16,3 2 0 0,-3-5-12 0,3 0 0 0,-3-5 0 0,3 3 0 16,-3 2 0-16,3-8 8 0,0 8-8 0,-3 0 0 15,3 0 0-15,0 5-16 0,-3-2 3 0,3 2 1 16,0-5 23-16,0 0 5 0,0-5 0 0,0 5 1 15,0-3-17-15,0 4 10 0,0 1-10 0,0 4 8 16,0-1-8-16,0 3 0 0,3-8 9 0,-3 0-9 16,0 0 0-16,3 0 0 0,-3 0 0 0,0 0 8 15,3 0-8-15,-3 3 0 0,0 0 0 0,3 5 0 16,-3-6 0-16,0-2 9 0,3 0-9 0,0-2 0 16,0 2 35-16,0-8 0 0,0 8 0 0,0 0 0 15,-3 0-35-15,3 0 0 0,0 0 0 0,0 3 0 16,0-6 0-16,0 1-20 0,0-4 2 0,0 1 1 15,-1 2 17-15,1-4 0 0,0-4 0 0,0 6 0 16,0 0 0-16,-3-1 8 0,3 1-8 0,0 0 0 16,-3 0 11-16,0-3-11 0,3-3 12 0,-3 1-12 15,3-1 12-15,-3-7-12 0,3 4 12 0,-3 1-12 16,0-5 0-16,3 2 0 0,-3-3 0 0,0 1 0 0,3-1 12 0,-3 1-12 16,0-3 12-16,0 2-12 0,0 1 8 0,3-3-8 15,-3 0 0-15,0-1 0 0,3-1 0 0,-3 2 0 16,3-8 0-16,-3 2 0 0,3-2 8 0,0 3-8 15,-3-6 0-15,3 3 0 0,0-3 8 0,0-2-8 16,0 2 0-16,0-2 0 0,-3-3 8 0,6 2-8 0,-3-2 0 0,3 6 0 16,0-6 0-16,3-6 0 0,0 6 8 15,3-2-8-15,-3-1-8 0,5-2-6 16,1 2-1-16,0-2 0 0,3 0 24 16,3-1 5-16,3 4 1 0,-1-9 0 0,4 3-15 0,3 3 0 0,-3-3 0 15,0 3 0-15,-1-3 0 0,1 2 0 0,3 1 0 16,0 0 0-16,2-1 0 0,7-1 0 0,0 1 0 15,6 4 0-15,-1-1 0 0,-5 0 0 0,3 1 0 0,-4-1 0 16,1 0 0-16,3 1 0 0,2 2 0 0,4 0 0 16,0-3 0-16,-4 6 0 0,1-1 0 0,-1 1 0 15,-5 0 0-15,0-3 0 0,3 2 0 0,-1 1 0 16,4 0 0-16,-1 5 0 0,1-8 0 0,0 7 0 16,-4-4 0-16,-5 0 0 0,0 5 0 0,0-3 0 15,-1 0 0-15,1 3 0 0,0-2 0 0,5-1 0 16,-2 0 0-16,0 0 0 0,0 1 0 0,-1 2 0 15,-5-6 0-15,3 4 0 0,-7-1 0 0,7 3 0 16,-3-3 0-16,3 0 0 0,2 1 0 0,1-4 0 0,0 4 0 0,-4-4 0 16,1 1 0-16,-3 0 0 0,-3-1 0 0,-4 1 0 15,1 0 0-15,3 2 0 16,-6-5 0-16,3 2 0 0,-1-2 0 0,1 6 0 16,0-6 0-16,0 0 0 0,-3 0 0 0,-1 0 0 0,1 0 0 15,-6-6 0-15,0 6 0 0,0-2 0 0,-3 2 0 0,-3-8 0 16,-3 5 0-16,-1-2 0 0,1 2 0 15,0-5 8-15,-3 6-8 0,0-9 9 0,-3 1-9 0,3-1 8 16,-3 0-8-16,0-2 8 0,0-3-8 0,0 0 8 16,0 0-8-16,0-2 8 0,-3-1-8 0,3-2 8 15,-3 5-8-15,0-7 8 0,0-1-8 0,0 5 0 16,-3-7 9-16,3 2-9 0,0 0 9 0,-3-5-9 0,3-3 12 16,0-2-12-16,-3-3 12 0,3 0-4 0,0 0 0 0,3-6-8 15,-3 4 13-15,3 2-4 0,0-3-1 0,-3-5 0 16,3 0-8-16,0 0 8 0,0-5-8 0,3-3 8 15,-3 8-8-15,3 0 0 0,-3 0 9 0,0-3-9 16,0 1 8-16,3-6-8 0,-3-5 10 0,3-1-10 16,0 9 9-16,-3 0-9 0,2 2 8 0,1-5-8 15,0-5 8-15,3 0-8 0,0-3 0 0,0 3 8 16,-3 2-8-16,3 9 0 0,0-6 0 0,3-6 0 16,-3 1 0-16,3-3 0 0,-3 6 8 0,3-1-8 15,-1 9 0-15,-2-1 0 0,0-2 0 0,0-9 0 16,0 7 0-16,-3-1 8 0,3 2-8 0,-3 1 0 15,0 10 8-15,0-2-8 0,-3 5 8 0,3-8-8 16,0 8 8-16,-3-8-8 0,3 3 8 0,-3-1-8 16,0 6 0-16,0 6 8 0,0-4-8 0,0 9 0 15,0-1 0-15,-3 6 8 0,0-3-8 0,3 0 0 16,-3 6 0-16,0-1 0 0,0-2 8 0,-3 0-8 0,0 5 0 16,0-5 0-16,0 0 0 0,-3 5 0 0,3-5 8 0,-3 5-8 15,-3 0 0-15,3 0 8 0,-3 3-8 0,0 0 0 16,-3 2 0-16,0-2 0 0,0 0 0 0,-3 5 0 15,-2 0 8-15,2 0-8 0,0 0 0 0,-3 0 0 16,0 3 0-16,0-1 0 0,0 4 0 0,1-4 0 16,-1 4 0-16,-6-3 0 0,0 2 26 0,-6-2 3 15,1 2 1-15,-7-2 0 0,-3-1-30 0,3 4 0 16,-2 2 0-16,-4-6 0 16,6 6-18-16,1-2-10 0,-4 2-1 0,-3-6-1 0,-2 4 30 0,-1 2 0 15,0-5 0-15,-5 5 0 0,5 0 20 0,3 0 8 16,1-3 0-16,-1 3 1 0,0 0-29 0,-2-5 0 0,-4 5 0 15,-3 0 0-15,4 0 0 0,2 5 0 0,4-5 0 16,-1 0 0 0,3 0-18-16,-3 0-10 0,1 0-1 0,-7 0-1 0,6 0 48 0,1 0 10 0,-1 3 1 0,0-3 1 15,7 5-30-15,2-3 0 0,3-2 0 0,-3 6 0 32,1-6-19-32,-1 0-9 0,0 2-3 0,-2-2 0 0,-1 6 31 0,3-6 0 0,-3 0 0 0,4 2 0 15,2 4 0-15,3-6 0 0,0 5 0 0,0-2 0 16,4-3 0-16,-4 5 0 0,0-5 0 0,0 3 0 15,1-3 0-15,-1 0 0 0,0 0 0 0,-3 5 0 16,6-5 0-16,1 0 0 0,-1 2 0 0,3 4 0 16,0-6 0-16,3 2 0 0,-3 4 0 0,4-6 0 0,2 5 0 0,3-2 0 15,0-3 0-15,-3 5 0 0,3-5 0 16,0 0 0-16,-3 3-8 0,3-3 8 16,-3 5 0-16,4-5 0 0,-1 0 0 0,-3 0 0 0,3 0 0 15,-3 0 0-15,0 0 0 0,0 2 0 0,0-2 0 0,3 0 0 16,0 0 0-16,-2 6 0 0,2-6 0 15,-3 0 0-15,3 0 0 0,0 0 0 0,3 5 0 0,-3-2 0 16,3-3 0-16,0 0 0 0,0 5 0 16,0-2 0-16,1-3 0 0,2 5 0 0,0-2 0 0,0 2 0 15,0-5 0-15,0 8-9 0,6-8 9 0,-6 5 0 16,3-2 0-16,-3 2 0 0,3 3 0 0,0-5-8 0,0 2 8 16,0 3 0-16,0 0 0 0,3 0-8 0,-3 0 8 0,0 5 0 15,0-5 0-15,0 0 0 0,3 5 0 0,-3-5-8 16,0 5 8-16,0-5 0 0,0 0-9 0,0 5 9 31,0-5-36-31,3 0-2 0,-3-5-1 0,3 7 0 16,0-2-173-16,-3 0-34 0</inkml:trace>
  <inkml:trace contextRef="#ctx0" brushRef="#br0" timeOffset="857.261">19258 3022 1302 0,'-9'-8'36'0,"3"8"10"0,6 0-37 0,-3-5-9 0,0 2 0 0,-3-2 0 16,3-1 71-16,0 1 12 0,3 5 2 0,-3-3 1 16,3 3 8-16,-3-2 2 0,3 2 0 0,0 0 0 15,0 0-21-15,0 0-4 0,0 0-1 0,0 0 0 16,0 0-30-16,0 0-5 0,0 0-2 0,6 0 0 15,0 0-1-15,0 2-1 0,3 1 0 0,3 0 0 16,0 2-10-16,0-2-1 0,0 2-1 0,3 3 0 16,3-6-6-16,-4 4-1 0,4-4 0 0,0 9 0 15,0-8 6-15,6 2 1 0,3-2 0 0,2 2 0 16,4 3 1-16,3-8 1 0,3 2 0 0,-1 1 0 16,1 5-1-16,0-8-1 0,-4 3 0 0,4 2 0 15,0-5-10-15,2 3-1 0,4-3-8 0,6 5 12 16,-7-5-12-16,1 0 8 0,-3 0-8 0,2 0 0 15,-2 0 9-15,3 0-9 0,2 0 8 0,4 0-8 16,-4-5 8-16,4 5-8 0,-6-3 8 0,2 3-8 0,-5 0 8 0,3 0-8 16,2 0 8-16,7 0-8 0,-4 0 8 0,1 0-8 15,-3 0 8-15,-1 0-8 0,1 0 8 0,-3 0-8 16,2 0 8-16,4 0-8 0,-1 0 9 0,-2-5-9 16,0 5 10-16,-1-3-10 0,-5 6 13 0,0-3-3 0,-1-3-1 15,7 3 0-15,-6 0 4 0,2 0 1 0,1 0 0 16,0-5 0-16,-4 5-2 0,-5-3-1 0,0 3 0 0,-4 0 0 15,1 0-1-15,-3 0 0 0,3 0 0 0,-1 0 0 16,1 0 16-16,0 0 3 0,0 3 1 0,-4-3 0 16,1 0-30-16,-3 0 0 0,-3 0 0 15,-3 5 0-15,-1-5 0 0,-5 3 0 0,0-3 0 16,0 5 0-16,0-5 0 0,-6 0 0 0,3 3 0 16,-3-3 0-16,3 5 0 0,-3-5 0 0,0 3 0 0,-1-3 0 15,-2 2 0-15,3 1 0 0,0-1 0 0,0-2 0 31,0 3-45-31,-3-3-15 0,3 0-4 0,-3 0 0 0,0-3-102 16,0 3-21-16,0-5-4 0</inkml:trace>
  <inkml:trace contextRef="#ctx0" brushRef="#br0" timeOffset="1802.248">20865 1212 1179 0,'0'0'33'0,"0"0"8"0,0 0-33 0,0 0-8 0,0 0 0 0,0 0 0 16,3 0 121-16,-3 0 23 0,0 0 4 0,0 0 0 16,0 0-30-16,0 0-6 0,0 0-2 0,0 0 0 15,6 0-33-15,-6 0-6 0,0 0-2 0,0 0 0 16,3 0-14-16,-3 0-3 0,0 0-1 0,3 3 0 0,0 2-11 0,0 3-1 16,-3 0-1-16,0-3 0 0,0 6-11 0,3 2-3 15,-3 0 0-15,-3 3 0 16,3 5-14-16,0-5-10 0,-3 5 12 0,3 3-12 15,0-3 13-15,-3 3-4 0,3-3-1 0,0 3 0 16,0-3 0-16,0 3 0 0,0-3 0 0,0 5 0 0,3-7 6 16,-3 7 1-16,0-2 0 0,3 5 0 0,-3 3-15 0,0 3 11 15,0 2-11-15,0-6 10 0,-3 4-10 16,3-4 0-16,0 4 0 0,-3-6 0 0,3 3 0 0,-3-3 0 16,3 5 0-16,0 3 0 0,-3 3 0 0,3 2 0 15,0-2 0-15,0 8 0 0,0-11 0 0,0 0 0 0,0-6 0 16,0 7 0-16,0-4 56 0,0 3 7 0,0 8 1 0,0 0 0 15,-3-5-52-15,3 2-12 0,0 0 0 0,0-5 0 16,0 0 0-16,0-5 0 0,0 5 0 0,0 0 0 16,-3 6 0-16,3-6 0 0,0 5 0 0,0 3 0 15,0-5 0-15,3-3 0 0,-3-3 0 16,0 3 0-16,3-8 0 0,-3 3 0 0,0 0 0 16,3 5 0-16,-3 2 0 0,0 1 0 0,3 2 0 0,-3-4 0 15,0-1 20-15,3-6 0 0,-3 4 1 16,0-6 0-16,0-3-13 0,0 6-8 0,0-3 8 0,0 8-8 15,0-2 8-15,0 2-8 0,0 0 10 0,0 2-10 16,0-7 33-16,0 0 1 0,0-3 0 0,0 0 0 16,0-2-47-16,0-1-10 0,0-2-1 0,0 8-1 15,0-3 40-15,0 0 8 0,0 3 1 0,-3 2 1 16,3-2-25-16,0-3 0 0,3 0 0 0,-3 0 0 16,0-8 0-16,-3 3-11 0,3-3 1 0,0-2 0 15,0-1 10-15,0 1 14 0,0-1-3 0,0-5-1 0,0 6-10 16,-3-1 0-16,3 1 0 0,-3 0 0 0,0 2 0 15,3 0 0-15,-3-3 0 0,0 4 0 0,0-4 0 0,1 1 0 16,-4-6 0-16,3 3 0 0,0-3 0 0,-3 0 0 16,3-2 0-16,-3-3 0 0,0 2 0 0,3-4 0 15,-3-1 0-15,3-2 0 16,-3 2-39-16,6-5-9 16,-6 0-3-16,0 0 0 0,0-5-130 0,0-1-27 0,3-2-4 0</inkml:trace>
  <inkml:trace contextRef="#ctx0" brushRef="#br0" timeOffset="4003.301">18478 1016 2419 0,'0'0'53'0,"3"-8"11"0,0 0 3 0,-3 0 1 0,3 0-55 0,-3 0-13 0,3 0 0 0,-3 0 0 16,-3 1 54-16,0-4 8 0,0 8 2 0,0-5 0 16,-6 3 0-16,3 5 0 0,-3 0 0 0,0 0 0 15,-2 0-52-15,-1 8-12 0,-3 0 0 16,-3 10 0-16,0-2 0 0,0 0 0 0,-3 5 0 0,1 3 0 16,2 3 0-16,-3-3 0 0,0-3 0 0,0 2 0 15,3 1 0-15,0 3 0 0,-2-6 0 0,-1 3 0 16,0-3 19-16,0 3 1 0,-3 5 0 0,0-8 0 15,4 3-32-15,-1-3-7 0,0 0-1 0,3-2 0 16,0-1-143-16,3-7-29 0,3-1-5 16,4-2-537-16,-1-5-107 0</inkml:trace>
  <inkml:trace contextRef="#ctx0" brushRef="#br0" timeOffset="4208.431">17987 1286 1594 0,'0'-16'45'0,"0"5"10"15,3 4-44-15,-3-4-11 0,3-2 0 0,0 5 0 0,0-5 128 0,0 5 23 16,0 0 5-16,0 0 0 0,0 2-40 0,0 4-9 15,3-3-2-15,-3 2 0 0,3 3-44 0,0 3-9 16,3-3-1-16,-3 5-1 0,3-3-16 0,-1 6-3 16,1 0-1-16,3 3 0 0,-3 0-14 0,3 2-4 15,-3 0 0-15,0 3 0 0,0 5-12 0,0-5 8 16,3 5-8-16,0 3 0 0,-3-3 0 0,2 3 8 0,1-3-8 16,0 0 0-1,0 0-36-15,0-5-11 0,0 0-1 0,-3-3-1 16,3 3-181-16,0-3-36 0</inkml:trace>
  <inkml:trace contextRef="#ctx0" brushRef="#br0" timeOffset="4494.602">18383 1474 1736 0,'-3'-16'49'0,"3"13"11"0,3-10-48 0,-3 5-12 0,6-5 0 0,-3 0 0 16,3 2 116-16,0-2 22 0,3 5 4 0,0-5 1 15,0 5-39-15,0 0-7 0,2 5-1 0,-2-2-1 16,0 0-31-16,3 5-5 0,-3 5-2 0,0 0 0 15,0-2-24-15,0 2-5 0,0 6 0 0,-3 2-1 16,3-5-15-16,-6 8-4 0,3-3 0 0,-3 3 0 16,0-3-8-16,-3 3 8 0,3 0-8 0,-3-3 8 15,0 3-8-15,0 2 0 0,-3-7 9 0,3 5-9 16,-3-3 0-16,0 0 8 0,3 1-8 0,0-6 0 0,3-1 12 0,-3 1-3 16,3-5 0-16,0 8 0 15,0-11 5-15,3 2 1 0,2 4 0 0,1-6 0 0,3-6-7 0,0 6-8 16,3-2 11-16,3-4-11 15,3 1-20-15,0 2-12 0,5-5-1 0,1 1-1 16,3-1 48-16,3-6 10 0,-1 1 1 0,1-3-894 0,0 0-179 16</inkml:trace>
  <inkml:trace contextRef="#ctx0" brushRef="#br0" timeOffset="6312.453">18687 410 1710 0,'-3'-3'37'0,"-3"-2"8"0,3 3 2 0,0-4 1 0,0-2-38 0,0 0-10 0,0 3 0 0,0 2 0 0,0-4 107 16,0 1 19-16,3-2 4 0,-3 3 1 0,3 2-40 0,0 3-8 15,0 0-2-15,0 0 0 0,0 0-37 0,0 0-7 16,0 0-1-16,0 0-1 0,0 0-23 0,0 0-12 16,0 0 12-16,0 0-12 0,0 0 8 0,3 3-8 15,3 2 0-15,0 3 0 0,-3 0 9 0,3-3-9 16,0 3 0-16,0 6 9 0,3-6-9 0,-4-1 12 16,4 9-12-16,0-2 12 0,0 1-12 0,3 1 12 15,0 0-12-15,3 5 12 0,-3-5-4 0,3 5-8 16,-3 1 12-16,3-7-4 0,-1 7 0 0,1-6-8 0,0 5 12 0,0-8-4 15,3 8 4-15,-3-5 1 0,0 0 0 0,-3 0 0 16,2 0 0-16,-2-3 0 0,3 3 0 0,0 2 0 16,0-7 0-16,-3 2 0 0,3 0 0 0,0 3 0 15,0 0-13-15,-1-3 0 0,1 3 8 16,0 0-8-16,0 5 0 0,0-5 0 0,0 3 0 0,0-4 0 16,0 1 22-16,0 5 2 0,-4-5 0 0,4-2 0 15,-3 1-8-15,-3-1 0 0,3-4-1 0,0 6 0 16,-3-3-1-16,0 1 0 0,0 1 0 0,0-7 0 15,0 6-14-15,0-1 0 0,-3-5 8 0,2 2-8 16,-2 4 9-16,0-6-1 0,0 5 0 0,-3-5 0 16,3 5-8-16,-3-5 0 0,0 0 0 0,0 0 0 15,3 0 0-15,-3 0 0 0,0 0 0 0,0 0 0 16,0-3 0-16,-3 3 0 0,0-8 0 0,0 0 0 16,6 0-97-16,-6 0-25 0,6 0-5 0,-3-3-717 15,3-2-144-15</inkml:trace>
  <inkml:trace contextRef="#ctx0" brushRef="#br0" timeOffset="6939.149">19458 151 1267 0,'0'0'28'0,"-3"-3"5"0,3-2 2 0,0-3 1 0,0 3-36 0,0 2 0 16,3-2 0-16,-3 5 0 0,0-8 144 0,3 5 23 16,-3 3 4-16,2-5 1 0,1 5-65 0,-3 0-13 15,0 0-2-15,0 0-1 0,0 0-26 0,0 0-5 0,0 0 0 0,0 0-1 16,0 0-16-16,-3 5-3 0,-2 3-1 0,2 3 0 15,-3 7-17-15,-3-2-3 0,0 0-1 0,0 5 0 16,-3 0-6-16,0-2 0 0,0 7-1 16,-6-5 0-16,3 3-11 0,-3-3 10 0,-5-5-10 0,2 5 10 15,0 1-10-15,0-7-16 0,0 1 4 16,0 6 1-16,4-7 11 0,-4-1-10 0,6 2 10 16,-3-3-10-1,3-5-142-15,3 0-29 0,0-6-6 0</inkml:trace>
  <inkml:trace contextRef="#ctx0" brushRef="#br0" timeOffset="7135.551">19118 336 1497 0,'0'-11'32'0,"-3"6"8"0,3-3 0 0,0 0 4 0,0 0-36 0,0 3-8 0,0-3 0 0,0 3 0 16,0 2 104-16,0 3 20 0,0-5 3 0,0 5 1 16,0 0-20-16,0 0-4 0,0 0-1 0,0 0 0 15,6 5-40-15,0 3-8 0,3-3-2 0,-3 3 0 0,6 0-16 0,-3 6-3 16,3-4-1-16,0 3 0 0,0 3-18 0,-1-3-4 15,4 3-1-15,0 0 0 0,0 0-10 0,3 3 0 16,-3-4 0-16,3 7 8 16,0-6-64-16,-1-1-14 0,-2-1-2 0</inkml:trace>
  <inkml:trace contextRef="#ctx0" brushRef="#br0" timeOffset="7339.214">19636 484 1792 0,'0'0'51'0,"-3"-2"10"0,3-6-49 16,-3 0-12-16,3-6 0 0,-3 7 0 0,3-1 105 0,-3-6 19 0,0 6 3 15,3 0 1-15,-3 1 0 0,3 1 0 0,0-2 0 0,0 8 0 16,0 0-52-16,0 0-9 0,0 0-3 0,0 0 0 16,0 0-51-16,0 0-13 0,0 0 0 0,0 0 0 15,3 8 54-15,0-2 8 0,0 1 2 0,0 1 0 16,-3 6-52-16,3 2-12 0,0-1 0 0,0 7 0 16,0-7-13-16,-3 7-6 0,3-1-1 0,-3 3 0 15,3-3 6-15,-3 3 1 0,0-3 0 0,3 0 0 16,0-5-132-1,-3 5-27-15,3 0-4 0</inkml:trace>
  <inkml:trace contextRef="#ctx0" brushRef="#br0" timeOffset="7863.705">20163 534 2188 0,'0'0'48'0,"0"0"11"0,-3-2 1 0,-3-3 1 0,3-1-49 0,-3 4-12 0,0-4 0 0,0 4 0 15,3 2 54-15,-3 0 8 0,0 0 2 0,-3 8 0 16,3-6 0-16,-2 9 0 0,2-1 0 0,-3 6 0 16,3 3-52-16,0-3-12 0,0 0 0 0,-3 5 0 15,6-5 0-15,0 5-12 0,0-5 3 16,3 0 0-16,3 2 9 0,0-2 12 0,3 0-2 0,3 0-1 16,0 2-9-16,0-7 0 0,5 2 0 0,1 0 0 15,-3-2 0-15,3 2 0 0,0-5 0 16,0-3 0-16,-3 3 0 0,3-8 0 0,0 0 0 0,-1 0 0 15,-2-5 0-15,3 2 0 0,0-2 0 0,-3-3 0 16,0 0 53-16,0 0 9 0,-3 0 2 0,0 0 0 16,0-2 0-16,-3 2 0 0,0 0 0 0,-3 0 0 15,0-5-52-15,-3 2-12 0,0-2 0 0,-6 0 0 16,3 2 0-16,-6 3 0 0,3-5 0 0,-6 0 0 16,0 5 0-16,0-6 0 0,-3 4 0 0,0 5 0 15,0-3 0-15,0 5 0 0,4-2 0 0,-7 5 0 16,3 0-48-16,-3 0-13 0,0 5-3 0,-3-2 0 15,3 2-153-15,6 3-31 0,-8 8-7 0,8 0-1 0</inkml:trace>
  <inkml:trace contextRef="#ctx0" brushRef="#br0" timeOffset="8232.271">21642 606 1792 0,'-9'-13'51'0,"3"7"10"0,3 4-49 0,-2-4-12 0,2 4 0 0,-3-3 0 16,6 5 105-16,0 0 19 0,0 0 3 0,0 0 1 16,0 0 0-16,-6 5 0 0,3-3 0 0,-3 12 0 15,0-1-103-15,3 3-25 0,-3 0 0 0,0 5 0 16,3 0 0-16,0 3 0 0,-3 0 0 0,3 2 0 16,0-2 56-16,0 10 7 0,3-2 1 0,0 5 0 15,0 0-52-15,0 5-12 0,0-4 0 0,0-1 0 16,3-6 0-16,-3 4 0 0,3-6 0 0,-3 3 0 15,3-1-100-15,-3 4-22 0,-3 2-5 0,0 0-649 16,0-5-131-16</inkml:trace>
  <inkml:trace contextRef="#ctx0" brushRef="#br0" timeOffset="9028.357">18755 2212 1263 0,'0'0'28'0,"0"0"5"0,0 0 2 0,0 0 1 0,0 0-36 0,-3-3 0 0,3 3 0 0,0 0 0 0,-6-5 56 0,6 5 5 16,0 0 1-16,0 0 0 0,0 0-22 0,0 0-5 16,0 0-1-16,0 0 0 0,0 0-8 0,0 0-2 15,0 0 0-15,0 0 0 0,0 0 12 0,0 0 1 16,0 0 1-16,0 0 0 0,0 0 2 0,0 0 1 15,0 0 0-15,0 0 0 0,0 0 4 0,0 0 1 16,0 0 0-16,0 0 0 0,0 0 0 0,0 0 0 16,0 0 0-16,0 0 0 0,-6 5-11 0,3-5-3 15,3 0 0-15,-6 8 0 0,0-2-4 0,0 2 0 16,0 2-1-16,0 3 0 0,0 1 6 0,-2-4 2 0,2 9 0 0,-3-3 0 16,3-3-35-16,0 5 0 0,-3 1 0 0,3-1 0 15,0 1 0-15,0-1 0 0,3 4 0 0,-3-1 0 16,6 0 0-16,-3 0 0 0,3 3 0 0,3-3 0 15,0-2 0-15,3-1 0 0,3-2 0 0,0 0 0 16,0-3 0-16,3-5 0 0,3 5 0 0,-4-10 0 16,7 2 0-16,0-5 0 0,3-5 0 0,-3 2 0 15,6-7 50-15,-3-1 3 0,-4 3 1 0,4-10 0 16,-3 7-18-16,0-5-4 0,-3 3-1 0,-3-3 0 16,0-2 0-16,-3 2 0 0,-3 0 0 0,-1 0 0 15,-2 0-7-15,0 3 0 0,-3-3-1 0,0-5 0 16,-3 5-13-16,0 3-2 0,-2-3-8 0,-4 3 12 15,0-1-12-15,-3 4 0 0,-3-1 0 0,0 3 0 16,0 6-12-16,-3-4-8 0,-3 6-1 0,1 6-1 16,-1-6-82-16,-3 8-17 0,3-1-3 0,-3 7-720 15,3 2-143-15</inkml:trace>
  <inkml:trace contextRef="#ctx0" brushRef="#br0" timeOffset="9489.081">18672 4173 2419 0,'0'0'53'0,"3"-8"11"0,0-3 3 0,0 1 1 0,3 2-55 0,-3 0-13 0,0-5 0 0,0 5 0 16,2 0 54-16,-2 2 8 0,0 1 2 0,0 0 0 0,-3 5 0 0,0 0 0 15,0 0 0-15,0 0 0 16,0 0-52-16,3 5-12 0,0 6 0 0,0-1 0 16,-3 9 0-16,0-1 0 0,3 3 0 0,-3 6 0 0,3 2 21 15,-3 0 2-15,3 0 0 0,-3 3 0 0,3-11-37 16,-3 6-7-16,3-1-2 0,-3 3 0 16,0-8 23-16,0 6 0 0,0-1 0 0,0 6 0 0,0-3 0 15,-3-2 0-15,3 2 0 0,0 0 0 0,-3-3 0 16,3-5 0-16,-3-2 0 0,3-1 0 15,0-2-93-15,3-2-15 0,-3-1-2 0,3-5-677 16,3-3-135-16</inkml:trace>
  <inkml:trace contextRef="#ctx0" brushRef="#br0" timeOffset="10048.871">20121 1839 2055 0,'0'0'45'0,"0"0"10"0,0 0 1 0,0 0 2 0,3 0-46 0,-3 0-12 0,0 0 0 0,0 0 0 16,0 0 81-16,0 0 15 0,0 0 2 0,0 0 1 16,0 0-35-16,0 0-8 0,3 0 0 15,3 0-1-15,-3 8-17 0,0 0-3 0,0 0-1 16,0 0 0-16,-3 5-15 0,3 3-3 0,0 0-1 0,-3 5 0 16,3 0-7-16,-3 0-8 0,0-2 11 0,0 7-11 15,0-2 12-15,0 5-4 0,0 0 0 16,0 0-8-16,0 3 11 0,0-3-11 15,0 0 10-15,0 0-10 0,0-5 8 0,0 3-8 16,-3-9 0-16,3 3 9 0,0 1-9 0,-3-1 10 0,3-5-10 0,0 5 10 31,-3-5-29-31,3 5-5 0,0-5-2 0,-3 5 0 16,0-5-126-16,3 5-24 0,-3 0-6 0</inkml:trace>
  <inkml:trace contextRef="#ctx0" brushRef="#br0" timeOffset="10536.473">20014 3583 2188 0,'0'0'48'0,"0"0"11"0,0 0 1 0,0 0 1 0,3 0-49 0,-3 0-12 0,6 0 0 0,-6 0 0 15,3 0 105-15,0 2 19 0,0 1 3 0,0 5 1 16,0 0-103-16,0 2-25 0,3 1 0 0,-6 5 0 16,3-6 56-16,0 9 7 0,0-3 1 0,-3 5 0 15,3 3-52-15,0 2-12 0,-3 1 0 0,3 2 0 16,-3-3 0-16,0 1 0 0,3-1 0 0,-3-2 0 15,0 0 0-15,3-3 0 0,-3 0 0 0,0 0 0 16,0 1 0-16,3-9 0 0,-3 3 0 0,0 2 0 16,3-2 0-16,-3-3 0 0,0 3 0 0,3-3 0 15,0-2-151-15,0 2-33 0,0-2-6 0,0-3-2 16</inkml:trace>
  <inkml:trace contextRef="#ctx0" brushRef="#br0" timeOffset="11112.035">21589 1945 1616 0,'-15'-3'46'0,"9"3"10"0,0 0-45 0,0-5-11 0,6 5 0 0,-9 0 0 15,0 5 100-15,3-5 17 0,6 0 4 0,0 0 1 16,-6 0-43-16,0 3-9 0,0 2-2 0,0 3 0 16,3 3-35-16,-3-1-7 0,4 1-2 0,-1 5 0 15,-3 2-11-15,0 1-2 0,3 7-1 0,0-2 0 16,0 5-10-16,3 0 10 0,-3 0-10 0,6 3 10 16,-3-5-10-16,6-4 0 0,-3 1 0 0,6-3 0 0,-3 0 12 0,2-5-2 15,4 0-1-15,0-5 0 16,3-1-9-16,-3-2 0 0,3-2 0 0,3-1 0 15,0-5 42-15,-1 0 6 0,-2 0 2 0,6-5 0 0,-3-1 1 16,-3-4 0-16,3 2 0 0,-3-5 0 0,0-3-7 0,-1-3 0 16,-2 1-1-16,0-4 0 0,-3-1 4 0,0 2 1 15,0-9 0-15,-3 1 0 0,0 0-39 0,0 5-9 16,-3-5 0-16,-3 8 0 0,0-3 0 0,0 3 0 0,-3-5 0 16,-3 7 0-16,0 1 19 0,-3-1 1 0,0 6 1 15,-3-3 0-15,0 8-21 0,-6 0-8 0,1-2 0 0,-4 7 0 31,0 3-56-31,-3 3-10 0,-3 2-2 0,1 3-1 16,2 5-41-16,-3 3-8 0,3 0-2 0,-6 5-1024 0</inkml:trace>
  <inkml:trace contextRef="#ctx0" brushRef="#br0" timeOffset="11660.503">21491 3644 2030 0,'0'0'57'0,"0"-3"14"0,0-8-57 0,0 6-14 15,0 2 0-15,0 3 0 0,-3-5 105 0,3 5 19 16,0 0 3-16,0 0 1 0,0 0-52 0,0 0-9 0,0 0-3 0,-6 3 0 16,0 5-64-16,0 0-14 15,-3 5-2-15,3-3-1 0,0 9 17 0,-3-3 0 0,3 5 0 0,0 3 0 16,0 0 0-16,0 2 0 0,3 3 0 0,-3-5 0 15,6 0 0-15,-3 2 0 0,3-2 0 16,3 0 0-16,-3-3 0 0,3-2 0 0,3-1 0 16,0-2 0-16,0 3 15 0,3-9 0 0,0-2 0 0,3 3 0 15,0-3-15-15,0-6 0 0,3 1 0 0,-1-3 0 16,1 0 0-16,6-3 0 0,0 1 0 0,0-4 0 16,0-2 54-16,-1 0 8 0,-2-2 2 0,3-1 0 15,-3 1-38-15,0-6-7 0,0 3-2 0,-3-6 0 16,-3 0 17-16,2-2 3 0,-2-3 1 0,-3 3 0 15,0-5-23-15,-3-1-5 0,0 6-1 0,-3-8 0 16,0 5 8-16,-3 1 2 0,-3 4 0 0,0 0 0 16,-6 4-19-16,0-1 0 0,-6 2 8 0,-3 4-8 15,-2-1-13-15,-7 3-7 0,-3 3 0 16,-6 2-912-16,-2 3-181 0</inkml:trace>
  <inkml:trace contextRef="#ctx0" brushRef="#br0" timeOffset="55593.5">19719 1503 1015 0,'0'0'28'0,"-5"0"8"0,-1-3-36 0,-3 3 0 0,3 0 0 0,-3-5 0 16,6 5 104-16,3 0 13 0,-6 0 3 0,6 0 1 16,-6-3-29-16,6 3-7 0,0 0-1 0,0 0 0 15,0 0-29-15,0 0-7 0,0 0 0 0,0 0-1 16,0 0-19-16,0 0-3 0,0 0-1 0,0 0 0 16,0 0-6-16,0 0-2 0,6 3 0 0,0 2 0 15,0-5 4-15,3 0 0 0,0 3 0 0,0 2 0 16,2-5-3-16,1 0 0 0,3 0 0 0,0 3 0 15,0-3-6-15,6 0-2 0,0 0 0 0,2 0 0 0,1 0-9 16,6 0 10-16,0-3-10 0,3 3 10 16,-4-5 5-16,4 2 1 0,0 3 0 0,0-5 0 0,-4 2 4 15,-2-2 2-15,3 2 0 0,-3 3 0 0,2-5-4 16,-2 0-1-16,3 2 0 0,-3-2 0 0,0 2-7 16,-4-2-2-16,-2 2 0 0,0 3 0 0,-3-5 1 0,-3 5 0 15,-3-3 0-15,0-2 0 0,-3 5 7 0,2 0 0 16,-5-5 1-16,0 5 0 0,0 0 0 0,0 0 0 15,-3 0 0-15,3 5 0 0,-3-5-4 0,-3 0-1 16,6 0 0-16,-3 5 0 0,0-5-2 0,3 3-1 16,-3-3 0-16,-3 0 0 0,6 5-1 15,-3-2 0-15,0 2 0 0,-3-5 0 0,3 3 4 0,0 2 0 0,0 3 0 16,-3-3 0-16,3-2 0 0,0 2 0 0,0-2 0 0,-3 5 0 16,3-3 1-16,0 3 1 0,-3-3 0 15,3 3 0-15,0 3-2 0,-3-3-1 16,0 2 0-16,3-2 0 0,-3 0-3 0,0 0 0 0,3 0 0 0,-3 0 0 15,0 5-8-15,0-5 10 0,0 0-10 0,0 0 10 16,0 5-10-16,0-5 8 0,0 6-8 0,0 2 8 16,-3-3-8-16,0 3 8 0,3-6-8 0,0 9 8 15,0-3-8-15,-3-1 10 0,3 1-10 0,0 3 10 16,-3-1-10-16,3 1 8 0,0-3-8 0,0 0 8 16,0 0-8-16,-3 2 8 0,3-2-8 0,0 0 8 15,-3 0-8-15,0-3 0 0,3 3 9 0,-3-3-9 16,3 3 8-16,-3-3-8 0,0 3 8 0,3-3-8 0,-3 3 8 15,3 0-8-15,0 0 10 0,0 2-10 0,0-2 10 0,0 0-10 16,0 5 10-16,0-5-10 0,-3 0 10 0,3 3-10 16,0-4 10-16,0 1-10 0,0 5 10 15,0-7-10-15,0 2 10 0,-3-1-10 16,3 1 10-16,0 0-10 0,-3-3 10 0,3 1-10 0,0-1 10 0,-3 3-10 16,3-6 10-16,-3 4-10 0,3-1 8 15,0-3-8-15,-3 9 0 0,3-8 0 0,-3 7 9 0,3-2-9 16,-3-3 8-16,3 3-8 0,-3 5 8 0,3-5-8 15,-3 0 8-15,0 5-8 0,3-5 8 0,-3 5-8 16,3-5 8-16,0 0-8 0,-3 2 0 0,3-2 8 16,0-2-8-16,0 4 0 0,0-2 0 0,0 2 0 15,0-7 0-15,0 8 0 0,0-9 0 0,0 9 0 0,0-3 0 16,0-1 0-16,0 7 0 0,0-7 0 0,0 7 8 0,0-1-8 16,0 3 0-16,0-1 0 0,0-1 0 0,0 1 8 15,0-1-8-15,0-1 8 0,0 0-8 0,0 0 8 16,0-2-8-16,-3-1 0 0,3 1 9 0,0 2-9 15,0-3 0-15,0 1 8 0,0 2-8 0,0 0 0 16,0 3 0-16,3 2 0 0,-3-4 0 0,0 9 8 16,3-7-8-16,-3 0 0 0,0 2 0 0,3 4 0 15,-3-9 0-15,0 0 0 0,0 3 0 0,0-3 8 16,0 0-8-16,0-2 0 0,0 2 8 0,0 0-8 16,0 0 0-16,0 3 9 0,-3 0-9 0,3 0 0 15,0-1 9-15,-3 4-9 0,3-1 0 0,-3-2 9 16,3 0-9-16,-3-3 0 0,3 0 9 0,-3 0-9 15,3-2 0-15,0-1 8 0,-3-2-8 0,3 6 0 16,-3-9 0-16,3 3 0 0,0-3 0 0,-3 3 8 16,3 0-8-16,0 5 0 0,0-8 0 0,0 6 8 0,0-4-8 15,0 4 0-15,0-3 0 0,0 0 8 0,0 0-8 0,3-1 0 16,-3-1 0-16,0 2 0 0,0-6 0 0,3 6 0 16,-3-5 0-16,3-1 8 0,-3 1-8 0,0-3 0 15,3 0 0-15,-3 0 0 0,0 2 0 0,3-7 0 16,-3 5 0-16,3-3 0 0,-3 3 0 0,0-3 0 15,0-5 0-15,3 8 8 0,-3-8-8 0,0 3 0 0,0-3 0 16,0 8 0-16,0-8 0 0,0 5 0 0,0-5 0 0,0 5 8 16,0-5-8-1,0 0 0-15,0 8 0 0,0-8 0 0,-3 3 0 0,3-3 8 16,0 0-8-16,-3 5 0 0,3-5 0 0,-3 6 0 16,0-1 0-16,3-5 8 0,-6 2-8 0,0 1 0 15,3 0 0-15,3-3 8 0,-6 2-8 0,0 1 0 16,-2 2 0-16,2-5 8 0,0 0-8 0,-3 0 0 15,3 0 0-15,0 3 0 0,-3-3 0 0,3 0 0 0,0 0 0 0,-3 0 0 16,0 0 0-16,0 0 0 0,0-3 0 0,-3 3 8 16,3 0-8-16,0 0 0 0,1 0 0 0,-1 0 0 15,0 0 0-15,-3 0 0 0,3 0 0 0,-3 0 8 16,0 0-8-16,0 0 0 0,0 0 0 0,0 0 0 16,0 0 0-16,0 0 0 0,-2 0 0 0,2 0 0 15,-3 0 0-15,0 0 0 0,0 0 0 0,-3 0 0 16,0 0 0-16,0-5 0 0,1 2 0 0,-1 3 0 15,-3 0 0-15,0-2 0 0,-3 2 0 0,3 0 0 16,-2 0 0-16,2 2-13 0,0-2 1 0,0 3 1 0,3-3 11 0,0 5 14 16,1-5-3-16,2 3-1 15,0-3-10-15,0 5 0 0,3-5 0 0,0 0 0 16,0 3 0-16,0-3 0 0,0 0 0 0,3 0 0 16,0 0 0-16,1 0 0 0,-1 0 0 0,3 3 0 0,0-3 0 15,0 0 0-15,0 0 0 0,0 2 0 0,6-2 0 0,-6 0 0 16,6 0 0-16,-9 0 0 0,9 0 0 0,0 0 0 15,-6 0 0-15,6 0 0 0,0 0 0 0,0 0 0 16,0 0 0-16,0 0 0 0,0 0 0 0,0 0 0 16,0 0 0-16,-6-2 0 0,6 2 0 0,0 0 0 15,0 0 0-15,0 0 0 0,0 0 0 0,-3-3 0 0,3 3 0 16,-3-3 0-16,0-2 0 0,3 5 0 0,0-3 0 0,0-5 0 16,-3 3 0-16,3 0 0 0,0 0 0 0,0-1 0 15,0 1 0-15,0-3 0 0,0 0 0 0,0 0 0 16,0 0 0-16,0 0 0 0,0-2 0 0,0-1 0 15,0-2 0-15,0 0 0 0,3 2 0 0,-3-8 0 16,0 4 0-16,0-1 0 0,0-5 0 0,3 2 0 16,-3-2 0-16,3 2 0 0,-3 1 0 0,0-6 0 15,3 6 0-15,-3-1 0 0,0 6 0 16,0-6 0-16,0 3 0 0,0 3 0 0,0-3 8 0,0 3-8 16,0 0 0-16,0 0 0 0,0-6 0 0,3 3 0 15,-3 0 0-15,0 0 0 0,3-2 0 0,-3-1 0 16,3-4 0-16,0-1 0 0,-3 0 0 0,3 0 0 15,0-2 0-15,-3 7 0 0,3-7 0 0,-3 5 0 16,0 2 0-16,0-5 0 0,0 11 0 0,0-8 0 16,0 5 0-16,0-3 0 0,3 1 0 0,-3-1 0 15,0 1 0-15,0-1 0 0,0 1 0 0,0-3 0 16,0-6 0-16,0 3 0 0,0 1 0 0,0-1 0 0,0 3 0 0,0-6 0 16,-3 6 0-16,3 2 0 0,0-2 0 0,-3 5 0 15,3-2 0-15,-3 2 0 0,3 3 0 0,-3 2 0 16,3-5 0-16,-3 0 0 0,3 3 0 0,-3-3 0 15,3 3 0-15,0-3 0 0,-3-2 0 0,3-1 0 16,-3 1 0-16,3-4 0 0,-3 4 0 0,0-3 0 16,0-6 0-16,3 9 0 0,-3-6 0 0,0 3 0 15,3 0 0-15,-3 5 0 0,3-3 0 16,0 9 0-16,-3-9 0 0,3 9 0 0,0-9 0 0,0 8 0 16,0-4 0-16,-3-4 0 0,3 3 0 0,0 0 0 15,-3 0 0-15,0-5 0 0,3-3 0 0,-3 3 0 16,0-8 8-16,-3 5-8 0,3-2 0 0,0 2 0 0,-3 0 0 15,1 3 0-15,2 0 0 0,-3 5 0 0,0-3 0 0,0 4 0 16,0-1 0-16,0 3 0 0,0-3 0 0,0 0 0 16,0-3 0-16,0 1 0 0,0-3 8 0,3-3-8 15,-3 3 0-15,3-6 0 0,0 1 0 0,3-3 0 16,-3 2 0-16,3 3 0 0,0 0 0 0,0 3 0 16,0 5 0-16,0-2 0 0,3 2 0 0,0 0 0 15,-3 3 0-15,3 2 0 0,0-2 0 0,0 0 0 16,0 5 0-16,0-8 0 0,0 8 0 0,3-5 0 15,-3-3 0-15,0 3 0 0,3 0 0 0,-3-3 0 16,3 0 0-16,-3 0 0 0,3 3 0 0,-3-3 0 0,3 0 0 16,-3-3 0-16,3 9 0 0,-3-3 0 15,2-3 0-15,-2 2 0 0,3 1 0 0,-3 3 0 16,3 2 0-16,-3-3 0 0,0 1 0 0,0 2 0 0,0 2-8 16,0-2 8-16,0 3 0 0,0-3 0 0,0 6 0 15,0-6 0-15,3 2 0 0,-3 4 0 16,0-4 0-16,0 1 0 0,0 2 0 0,0-2 0 0,0 2 0 0,0-2 0 15,-3 5 0-15,3-2 0 0,3-4 0 0,-3 6 0 16,0-2 0-16,-3 2 0 0,3-6 0 0,0 1 0 16,0 2 0-16,-3 3 0 0,3-5 0 0,-3 5 0 15,3-3 0-15,-3 3 0 0,3-5 0 0,-3 5 0 0,0-3 0 16,3-2 0-16,-3 5 0 0,0 0-9 0,0-5 9 0,0 5 0 16,0 0-22-16,0 0 2 0,0 0 1 0,0 0 0 31,0 0-79-31,6 0-16 0,0-3-3 0,0 6-1 15,-1-3-132-15,4 0-26 0</inkml:trace>
  <inkml:trace contextRef="#ctx0" brushRef="#br0" timeOffset="73426.155">19958 6266 1728 0,'-9'0'38'16,"3"-3"8"-16,-3 3 2 0,3-3 0 0,-3 3-39 0,3 0-9 0,0-2 0 0,0-1 0 0,3-2 104 0,-3 2 20 16,3-2 3-16,0 0 1 15,3-1-52-15,0-2-9 0,0 0-3 0,3-2 0 0,0-1-51 0,3 3-13 0,0-2 0 16,3-1 0-16,3 1 54 0,0-1 8 0,3 3 2 16,3-3 0-16,-1 4-52 0,4 1-12 15,0-2 0-15,0 3 0 0,3 0 0 0,-3 2 0 0,-1-2 0 0,-2 2 0 16,0 1 0-16,0 2 9 0,-3 0-9 15,0 0 8-15,-3 2-8 0,-3 1 0 0,-1 2 0 16,-2 0-11-16,-3 3 11 0,0 6 0 0,-6-4 0 16,0 9 0-16,-3-1-11 0,-2 6 0 15,-1 2 0-15,-3 1 0 0,0-1 11 0,-6 3 0 16,0-2-9-16,-3-3 9 0,3 0 0 0,-2-1 0 0,2-1 0 0,-3-1 0 16,6-3 0-16,0-2 0 0,3 0 0 0,3 0 0 15,3-3-9-15,0 0 9 0,6-2 0 0,0 2 0 16,3-2 0-16,6-1 20 0,0-2-2 0,3 0-1 15,0 0-17-15,6-3 0 0,0-2 0 0,3 2 0 16,-4-2 12-16,4-3-2 0,0-3 0 0,3 1 0 16,0-4-10-16,2-2-14 0,4-2 3 0,3 2 1 15,0 0 10-15,-1 0 0 0,7 0 0 0,-3 0 0 16,0-2-100-16,-1-1-19 0,-2 0-3 16,0-2-933-16</inkml:trace>
  <inkml:trace contextRef="#ctx0" brushRef="#br0" timeOffset="73658.241">21145 6110 1958 0,'0'0'43'0,"0"0"9"0,0-3 1 0,0 3 3 16,3-5-45-16,-3 5-11 0,3-6 0 0,-3 6 0 16,0 0 104-16,0 0 20 0,0 0 3 0,0 0 1 0,0 0-52 0,0 0-9 15,0 0-3-15,0 0 0 0,-9 6 0 0,0-1 0 0,-3 6 0 0,-2-1 0 16,2 6-51-16,-6 3-13 15,3 2 0-15,-3 3 0 0,0 2 0 0,-3 0 0 0,1 1 0 0,-4-1 0 16,-3 1 0-16,-3-3 0 0,0-1 0 0,1-1 0 31,-1-1-120-31,-3-5-26 0,6 2-6 0,-5-5-975 16</inkml:trace>
  <inkml:trace contextRef="#ctx0" brushRef="#br0" timeOffset="73891.897">20746 6147 2188 0,'3'-3'48'0,"0"-2"11"0,0-3 1 0,3 2 1 0,-3 1-49 0,0 0-12 0,3 0 0 0,-3 2 0 15,0 0 105-15,-3 3 19 0,0 0 3 0,0 0 1 16,6 0-52-16,0 6-9 0,-3-4-3 0,6 6 0 16,-3 0-51-16,0 5-13 0,3 1 0 0,-3 4 0 15,6 1 0-15,-3 4 0 0,5 4 0 0,-2-1 0 16,6-2 19-16,-3 3 1 0,0-4 0 0,0 1 0 0,3 0-20 15,-3-5 0-15,0 2 8 0,2-3-8 0,1 1-15 0,-3-3-6 16,3-3-2-16,0 0 0 16,-3 0-83-16,3-2-17 0,-4 0-3 15,4-4-1026-15</inkml:trace>
  <inkml:trace contextRef="#ctx0" brushRef="#br0" timeOffset="74156.827">21574 6030 2030 0,'-3'-16'57'0,"3"11"14"0,0-3-57 0,0 3-14 0,0-3 0 0,0 5 0 16,0 3 156-16,0 0 29 0,0 0 6 15,0 0 1-15,0 0-103 0,0 0-20 0,0 6-4 16,0 1-1-16,0 4-51 0,0 0-13 0,3-1 0 0,-3 3 0 16,0-2 42-16,3 2 6 0,-3 3 0 0,0 5 1 15,0 3-27-15,3 3-6 0,-3 4 0 0,3 4-1 16,0-1-15-16,-3 1 0 0,3-4 0 0,0 1 0 15,-3-5 0-15,3-1 0 0,-3-5 0 0,3 3 0 16,-3-3 0-16,0 0 0 0,0 0 0 0,0 1 0 16,0-1-56-1,0 3-4-15,0-3 0 0,0 0-1 0,0 0-144 0,0-2-29 16</inkml:trace>
  <inkml:trace contextRef="#ctx0" brushRef="#br0" timeOffset="75572.903">19901 8097 1267 0,'0'0'28'0,"-3"2"5"0,3-2 2 0,-6 6 1 0,6-6-36 0,-3 2 0 0,3-2 0 0,0 0 0 16,0 0 109-16,0 0 15 0,0 0 4 0,0 0 0 16,0 0 0-16,0 0 0 0,0 0 0 0,0 0 0 15,0 0-52-15,6-2-9 0,0-1-3 0,3-2 0 16,0-1-34-16,3 4-7 0,0-6-2 0,3 3 0 16,-1-1 13-16,4 1 2 0,-3 0 1 0,3-1 0 15,0 4-14-15,0-4-3 0,0 4-1 0,-3-3 0 16,-1 5-19-16,1-3 10 0,-3 3-10 0,0 3 8 15,-3-3-8-15,0 5 0 0,0-3 9 0,-6 4-9 16,3 2-12-16,-3 2-6 0,-3 1-2 0,0 2 0 0,0 0 20 0,-6 1 0 16,3 1 0-16,-9 4 0 15,3-1 0-15,-6 1 0 0,0 2 0 0,-3 3 0 16,1 0-55-16,-1-3-7 0,-3 3-2 16,3 0 0-16,-3-6 46 0,3 3 9 0,3-5 9 0,1 0-13 0,-1-3 13 0,6-2 0 15,0-1 0-15,0 1-9 0,6-6 9 0,0 3 0 16,3-2 0-16,0-6 0 0,3 5 0 0,3-3 0 15,3-2 0-15,3 0 0 0,0 0 8 0,5 0 4 16,1-5 1-16,0 3 0 0,3-1 3 0,0-2 0 16,0-1 0-16,0 1 0 0,-1 0-6 0,-2-1-1 15,0 1 0-15,-3-3 0 0,0 3-9 0,-3 0 0 16,0-3 9-16,0 2-9 0,-4-2-12 0,1 1-6 0,0-1-2 0,-3-3 0 31,0 3-198-31,-3 0-40 0,0-13-8 0,-3 5-2 0</inkml:trace>
  <inkml:trace contextRef="#ctx0" brushRef="#br0" timeOffset="75823.257">20300 7716 1958 0,'-6'-16'43'0,"3"8"9"0,0-3 1 0,0 1 3 0,0-1-45 0,3 1-11 0,0 2 0 0,-3-3 0 15,3 3 100-15,0 0 17 0,0 3 4 0,0-3 1 0,3 3-34 0,-3 2-6 16,3-2-2-16,-3 5 0 15,0 0-34-15,0 0-7 0,0 0-2 0,6 0 0 16,-3 2-14-16,0 4-3 0,3-1-1 0,-3 3 0 16,3 2-7-16,-3 1-2 0,0 0 0 0,-3 2 0 15,3 0-2-15,-3 0-8 0,0 3 12 0,0 0-4 16,0 0-8-16,0 5 0 0,0 3 0 0,0 2 0 16,0-2-8-16,0 5-8 0,0-5 0 0,0 3-1 15,0-4-91-15,0 1-17 0,0-3-4 0,3 1-1026 0</inkml:trace>
  <inkml:trace contextRef="#ctx0" brushRef="#br0" timeOffset="76208.268">20976 8105 1497 0,'0'0'32'0,"6"0"8"0,-3-6 0 0,2 4 4 0,-2-1-36 0,0 0-8 0,0 1 0 0,-3 2 0 15,3-3 156-15,-3 3 28 0,0 0 7 0,0 0 1 16,0 0-52-16,0 0-9 0,0 0-3 0,0 0 0 15,0 0-51-15,0 0-10 0,0 0-3 0,0 0 0 16,0 0-40-16,-6 3-9 0,0 2-2 0,-2 0 0 0,-1 3-4 0,-3 0-1 16,0 0 0-16,-6 3 0 15,0 2-8-15,-6 3 0 0,3 0 9 0,-5 8-9 0,-1 2 0 16,0 1 0-16,0-1 0 0,3 3 0 0,1-2-15 16,-1-1-7-16,6-5-2 0,-3 3 0 15,6-3-83-15,-3-2-17 0,4-3-3 16,-4-1-649-16,0-4-131 0</inkml:trace>
  <inkml:trace contextRef="#ctx0" brushRef="#br0" timeOffset="76453.653">20615 8144 2188 0,'-3'-8'48'0,"-3"-2"11"0,1-3 1 0,2-3 1 0,-3 3-49 0,3-3-12 15,0 2 0-15,0 4 0 0,0-1 105 0,0 6 19 0,3 0 3 0,0 5 1 16,0 0-52-16,0 0-9 0,0 0-3 0,0 0 0 15,3 2-51-15,3 6-13 0,0 0 0 0,3 3 0 16,-1-1 54-16,1 1 8 0,3 2 2 0,0 0 0 16,0 1-52-16,3-1-12 0,0 3 0 0,3 5 0 15,-3 0 0-15,0 3-16 0,2 0 3 0,-2 5 1 16,3-5 12-16,0 2 0 0,-3 1 0 0,0-4 0 16,0-1-16-16,0-1-8 0,-1-3 0 0,-2 1-1 15,3-3-98-15,-3-1-19 16,0 1-4-16,0-2-650 0,0-1-129 0</inkml:trace>
  <inkml:trace contextRef="#ctx0" brushRef="#br0" timeOffset="77060.626">21476 8110 2088 0,'0'0'46'0,"0"0"10"0,0-5 1 0,0-1 1 0,3-2-46 0,-3 3-12 0,3 0 0 0,3-3 0 16,-3 3 96-16,3-3 18 0,-1 2 3 0,4 1 1 16,0-3-46-16,0 3-10 0,0 2-2 0,6-2 0 15,-3 2-24-15,3 1-4 0,-3-1-2 0,3 0 0 16,0 3-15-16,-4 0-3 0,4 0-1 0,-6 3 0 15,0 2-11-15,0 1 0 0,0 2 0 0,-3 2 0 16,0 1 0-16,-3 2 0 0,-3 0-9 0,-3 0 9 16,-3 6-48-1,0-3-4-15,-6 0 0 0,0 5 0 0,-6 0-30 0,0 3-6 16,1 0-2-16,-1-1 0 16,0-1-14-16,0 1-4 0,3-4 0 0,0-1 0 0,3-2 87 0,0 0 21 0,4-3 0 15,2-2 0-15,0 0 0 0,3-1 0 0,3-4 0 0,0 1 0 0,0 1 33 16,6-5 11-16,0 2 3 0,3-2 0 0,-1 0-24 15,7-1-5-15,0-2-1 0,3 3 0 0,3-6 36 0,3 3 7 16,0-2 2-16,-1-1 0 0,4 0-21 0,-3 3-4 16,-3-5-1-16,3 2 0 0,-4-2-18 0,1 0-4 15,-3-3-1-15,0 5 0 0,0-5 3 0,0 3 1 16,-3 0 0-16,-1-1 0 16,-2-2-116-16,0 3-23 0,0-3-5 0,-6 0-581 0,3 0-116 0</inkml:trace>
  <inkml:trace contextRef="#ctx0" brushRef="#br0" timeOffset="77479.935">21863 7703 1792 0,'0'0'51'15,"0"0"10"-15,0-6-49 0,0 1-12 0,0 5 0 0,0-5 0 0,0-1 105 16,0 1 19-16,0 5 3 0,0-5 1 16,0 5-52-16,0 0-9 0,0 0-3 0,0 0 0 15,0 0 0-15,0 0 0 0,0 0 0 0,-9 5 0 16,6 0-51-16,-3 3-13 0,3 0 0 0,0 3 0 16,0 2 0-16,0-2 0 0,3 2 0 0,0 0 0 15,3 0-23-15,-3 1-7 0,6-4-2 0,-3 3 0 0,3-2 52 0,3-3 9 16,0 0 3-16,0-3 0 0,2 0-32 0,1-2 0 15,0-3 0-15,3-3 0 16,0-2-17-16,3 0-10 0,0-3-1 0,0-3-1 0,-1 3 39 0,-2-2 8 16,3-1 2-16,-3-2 0 0,0 2 15 15,-6 1 3-15,3-1 1 0,-6-2 0 16,3 0-4-16,-6 2-1 0,-3-5 0 0,0 3 0 0,-3 0 9 0,-3-3 1 16,-3 0 1-16,-3 3 0 0,0 0-28 0,-6 2-5 15,0 0-2-15,-3 3 0 0,-2 3-1 0,-1 3 0 16,-3 2 0-16,0 2 0 15,0 3-109-15,1 6-23 0,-4 0-4 0,0 5-1127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336.48792" units="1/cm"/>
          <inkml:channelProperty channel="Y" name="resolution" value="378.5488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2-07T22:36:56.318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00B0F0"/>
    </inkml:brush>
  </inkml:definitions>
  <inkml:trace contextRef="#ctx0" brushRef="#br0">19276 2323 1713 0,'0'0'48'0,"0"0"12"0,0 0-48 0,0 0-12 0,0 0 0 0,0 0 0 16,0 0 102-16,0 0 18 0,0 0 4 0,0 0 1 0,0 0-35 0,0 0-7 15,0 0-2-15,0 0 0 0,0 0-42 0,0 0-9 16,0 0-2-16,0 0 0 15,0 11-2-15,3-9-1 0,0 4 0 0,-3 2 0 16,3-6-8-16,-3 6-1 0,3-2-1 0,-3 1 0 16,3 1-7-16,-3 0-8 0,3 3 11 0,-3-3-11 0,3 0 8 0,-3 2-8 15,0 1 0-15,3-3 0 0,-3 2 0 0,0 4 0 16,0-1 0-16,0-2 0 0,0 2 0 0,-3 3 0 16,3-3 8-16,0 8-8 0,-3-10 0 0,3 7 0 15,0-2 0-15,-3 5 0 0,3-5 0 0,-3 0 0 0,0 2 0 16,3-2 0-16,-3 0 8 0,3 0-8 0,-3 0 0 15,0 2 0-15,3-2 0 0,-3 0 0 0,3 0 0 0,-3 0 0 16,3-3 0-16,-3 3 0 16,3 3 0-16,0-4 0 0,-3 7 0 0,3-6 0 15,0 5 0-15,-3 0 0 0,3 3 0 0,0-3 0 0,-3-3 0 16,3 4 0-16,0-1 0 0,-3 0 0 0,0 0 0 16,3-5 0-16,-3 5 8 0,0-5-8 0,3 5 0 15,-6-8 0-15,6 6 0 0,-3-3-12 0,0 2 1 0,3 1 1 16,-3-1 10-16,3 3 0 0,0 3 0 0,-3-3 0 15,3 1 25-15,0 4 7 0,0 1 2 0,0-6 0 16,0 3-24-16,-3-3-10 0,3-3 8 0,0 3-8 16,0-2 11-16,-3-1-3 0,3 1-8 0,-3 5 12 15,3-11 6-15,-3 6 1 0,3-1 0 0,-6 6 0 16,6-3-19-16,0-2 0 0,-3 7 0 0,3-2 0 16,0 0 0-16,0 2 10 0,0-5-10 0,0 3 8 15,0 0-8-15,0-3 8 0,0-2-8 0,0-1 8 0,3 1-8 16,-3-1 8-16,0-2-8 0,3 3 8 0,-3-1-8 15,3 1-17-15,-3-1 4 0,0 3 1 0,3 0 12 16,-3 3 0-16,0 3 0 0,3-6 0 16,-3 5 13-16,0 1 6 0,3-6 1 0,0 3 0 15,-3-3-20-15,3-3 0 0,-3 1 0 0,3 0 0 0,-3-1 9 0,0-2-9 16,0 0 0-16,0 2 9 0,0-2-26 16,0 0-6-16,-3 0-1 0,3 0 0 0,0 2 24 0,-3 1 0 15,3 2 0-15,0 0 0 0,0 0 26 16,-3 1 10-16,6-1 1 0,-3 0 1 0,0 0-26 0,0-2-12 15,0-1 10-15,0-2-10 0,0 0 8 0,0 0-8 16,0 0 0-16,0-1 9 0,0 1-9 0,3 3 10 16,-3-9-10-16,0 6 10 0,3 0-10 0,-3 0 8 15,0 0-8-15,3 2 8 0,-3 1 1 0,0 0 0 0,0 2 0 0,0 0 0 16,0 0-9-16,0 0-9 0,0-2 9 0,0 2-13 16,0-3 13-16,0 1 0 0,0-3 0 0,0 0 0 15,0 0 0-15,-3-1 0 0,3-1 0 0,0-1 0 16,-3 0 8-16,3-2-8 0,0 5 0 0,-3-8 0 15,3 2 0-15,-3 1 0 0,0-1 0 0,3-2 0 16,-3 0 0-16,0 0-9 0,3-3-1 0,0-5 0 31,0 0-136-31,0 0-27 0,0 0-6 0,0 0-1 0</inkml:trace>
  <inkml:trace contextRef="#ctx0" brushRef="#br0" timeOffset="2540.991">19276 5324 1064 0,'0'0'30'0,"0"0"6"0,-6 0-28 0,0-3-8 15,6 3 0-15,-6 0 0 0,6 0 102 0,0 0 19 16,0 0 4-16,0 0 1 0,0 0-46 0,0 0-8 0,0 0-3 0,0 0 0 16,0 0-33-16,0 0-8 0,3 0 0 0,3 0-1 15,0 0 8-15,3 0 1 0,0 0 1 0,3 0 0 16,0 3-29-16,0-3-8 15,-4 0 0-15,4 0 0 0,0 0 36 0,3 0 5 0,-3-3 2 0,3 3 0 16,3-3-18-16,0 1-3 16,3 2-1-16,-1-3 0 0,4 1 4 0,0-1 1 0,0 3 0 0,3-3 0 15,-1 3-10-15,1 0-3 0,0-2 0 0,-3 2 0 16,0-3 3-16,-1 3 0 0,-2-3 0 0,0 1 0 16,0-4-6-16,0 4-1 0,3-1 0 0,2-2 0 15,-2 2-9-15,3 0 0 0,0 1 0 0,3-1 0 16,-1 3 0-16,-2-2 0 0,0 2 0 0,0-3 0 15,-4 3 53-15,-2 0 9 0,3-3 2 0,-3 1 0 16,0 2-52-16,0 0-12 0,-1-8 0 0,1 8 0 16,3-3 0-16,-3 0 0 0,6 1 0 0,-3 2 0 15,2-3-8-15,1 0-5 0,0 1-1 0,-3 2 0 16,3 0 14-16,-4-3 0 0,-2 3 12 0,0-3-12 16,-3 1 13-16,0 2-4 0,0-3-1 0,-1 3 0 15,1 0-8-15,0-2 0 0,0 2 0 0,3-3 0 0,0 3 0 0,-3 0 0 16,2 0 0-16,1 0 0 15,0 3 0-15,0-3 0 0,0 2 0 0,-3-2 0 0,2 3 0 0,-5-3 0 16,3 2 0-16,-3 1 0 0,0-3 0 0,-3 3 0 16,0-1 0-16,0 1 0 0,-3-3 0 0,0 3 0 15,-1-3 0-15,1 2 0 0,3-2 0 0,-6 3 0 0,3-3 0 16,0 0 0 0,0-3-108-16,0 1-23 0,3-4-5 0,0 1 0 0</inkml:trace>
  <inkml:trace contextRef="#ctx0" brushRef="#br0" timeOffset="5433.114">19258 2321 1292 0,'0'0'28'0,"0"0"7"0,0 0 1 0,0 0 0 0,0 0-36 0,0 0 0 16,0 0 0-16,0 0 0 0,0 0 98 0,6 0 13 15,0-6 2-15,0 4 1 16,0 2-38-16,0 0-8 0,3-6-2 0,-3 4 0 16,3 2-10-16,0-6-1 0,0 4-1 0,-1 2 0 0,-2 0-22 0,3 0-4 15,0 0 0-15,0 0-1 0,0 0-8 0,3 2-2 16,-3-2 0-16,3 6 0 0,3-6-3 0,0 0-1 16,0 2 0-16,5 4 0 0,1-6 0 0,0 0 0 15,6 2 0-15,0-2 0 0,-1 6-4 0,1-6-1 0,0 2 0 0,3 1 0 16,-6-1 2-16,2-2 0 0,-2 6 0 0,3-6 0 15,3 0 2-15,2 0 0 16,4 2 0-16,0-2 0 0,6 0-4 0,-4 0-8 16,1 6 12-16,0-6-4 0,-1 0-8 15,-2 0 0-15,6 0 9 0,2-6-9 0,1 6 0 0,0 0 0 0,-1 0 0 0,4 0 8 16,-6 6-8-16,2-6 0 0,1 0 0 0,6 0 8 16,-1 0 4-16,4 2 0 0,-1 4 1 0,4-6 0 15,-10 0-5-15,4 2-8 0,0-2 11 0,5 6-11 16,-2-6 12-16,5 2-12 0,-5 1 12 0,2 0-12 15,-5 2 16-15,-3-5-3 0,2 2-1 0,4 4 0 16,-1-6 1-16,-2 2 0 0,0 4 0 0,-1-4 0 16,-11 4-5-16,0-6 0 0,-1 0-8 0,1 0 12 15,0 5-4-15,-1-5-8 0,1 0 11 0,-3 0-11 16,0 3 9-16,-4 2-9 0,-2-5 0 0,0 0 9 16,-6 3-9-16,0-3 0 0,-4 5 0 0,1-5 8 15,0 0-8-15,-3 0 0 0,3 0 9 0,0 0-9 0,-1-5 0 0,4 5 0 16,0 0 0-16,0 0 0 0,0 0 0 0,2 5 8 15,-2-5-8-15,0 0 0 0,-3 0 0 16,0 0 0-16,0 2 0 0,-4-2 0 0,1 0 8 16,-3 6-8-16,0-6 10 0,0 0-10 0,0 0 14 0,-3 0-3 15,3 0-1-15,-4 0 0 0,4 0-1 0,0 0 0 16,0 0 0-16,0 0 0 0,3 0-1 0,-3 0-8 16,-3 0 12-16,3 0-4 0,-1 0-8 0,1 2 0 15,-3-2 9-15,0 3-9 0,0 0 12 0,-3-3-1 0,0 5-1 16,0-5 0-16,-3 3-2 0,0 2-8 0,0-2 12 15,-3 2-4-15,0-3 0 0,0 4 0 16,0-4 0-16,3 4 0 0,-6 2 0 0,3-3-8 0,-3 3 12 16,0 2-4-16,0 1 2 0,0 0 0 0,0 2 0 0,0 3 0 15,0 0-1-15,-3 2 0 0,0-2 0 0,0 5 0 16,0-5-9-16,0 5 0 0,0-8 0 0,0 6 0 16,0 0 0-16,-3-4 0 0,3 1 0 0,-3 0 0 15,0 0 0-15,0 3 0 0,0-9 0 0,-3 9 0 16,3-1 0-16,0 3 0 0,-3 3 0 0,0 5 0 15,0 6 0-15,0-6 0 0,0 8 0 16,1-5 0-16,-1 2 0 0,3-10 0 0,-3 2 0 16,3 1 0-16,-3-1 0 0,3-2 0 0,0 2 0 0,-3 9 0 15,3 2 28-15,0 0 4 0,3 5 1 0,-3 1 0 16,3-6-25-16,-3 0-8 0,3-6 0 0,-3 4 0 16,3-9 8-16,-3 6-8 0,3 2 0 0,-3 6 0 15,3 0 9-15,1 2-9 0,-1 3 0 0,0-5 9 0,0-3-9 16,3-3 0-16,-3-2 0 0,0 2 8 0,3-2-8 15,-3 3 0-15,0 2 0 0,3 5 0 16,-3 0 0-16,3-2 8 0,0 0-8 0,-3-3 0 0,3-3 0 0,0-2 8 16,-3-3-8-16,0 3 0 0,3-1 0 0,-3 4 8 15,0 2-8-15,3 3 0 0,-3-3 17 0,0 0-1 16,3 0-1-16,-3-3 0 0,3-5-15 0,-3 0-15 16,3-2 3-16,-3 2 1 0,3-5 11 0,0 2 16 15,-3 3-4-15,3 0-1 0,-3 3-11 0,3 0-11 0,-3-3 3 16,3 3 0-16,0-6 8 0,-3 1 0 0,3-4 0 15,-3-1 0-15,3-4 0 0,-3 1 12 0,3-3-4 16,-3-3 0-16,0 0-8 0,3 0 0 16,-3-2 0-16,0-1 0 0,3-2 0 0,-3 3 0 15,0-3 0-15,0 0 0 0,3-3 0 0,-3 3 0 0,0-3 0 0,3-5 0 16,-6 3 0-16,3 2 9 0,0-2-9 16,-3 0 0-16,0-1 11 0,1-2-11 0,-4 0 10 0,3 0-10 15,-3-2 9-15,0-1-9 0,0 0 8 0,0 3-8 16,-3-2 0-16,3-1 8 0,-3 0-8 0,0 1 0 15,-3-1 0-15,3 0 0 0,-2 1 8 0,-1-1-8 16,3 3 0-16,-3-3 0 0,0 1 0 0,0 2 0 16,3 0 0-16,-3-3 0 0,3 3 0 0,-2 0 0 15,2-2 0-15,0 2 0 0,0-3 8 0,0 3-8 16,0 0 0-16,0-3 0 0,-3 1 0 0,0-1 0 16,1 0 0-16,-4 1 0 0,0 2 0 0,-3-8 0 15,-3 5 0-15,3 3 0 0,0-3 0 0,1 1 0 0,-1 2 0 16,0 0 0-16,3 0 0 0,0 0 0 0,0 0 0 15,3 0 0-15,1 2 0 0,2-2 0 16,0 3 0-16,0-3 0 0,0 0 0 0,0 0 0 16,0 0 0-16,0 0 0 0,3 0 0 0,-3 0 0 0,1 0 0 15,2 0 0-15,-3 0 0 0,3-3 0 0,0 3 0 16,-3 0 0-16,3-2 0 0,-3 2 0 0,3 0 0 0,0-3 0 16,-3 3 0-16,0 0 0 0,3-3 0 0,1 3 0 15,-4 0 0-15,3-2 0 0,-3 2 0 0,0 0 0 16,3 0 0-16,-3 0 0 0,3 0 0 15,-6-3 0-15,3 3 0 0,-3 0 0 0,4 0 0 0,-4 0 0 16,0 0 0-16,3 0 0 0,-3 0 0 0,3 0 0 16,0 0 0-16,0 0 0 0,0 0 0 0,3-2 0 15,-2 2 0-15,-1-3 0 0,3 3 0 0,-3 0 0 0,0-3 0 0,0 3 0 16,3 0 0-16,-3 0 0 0,3 0 0 0,-3 0 0 16,0 0 0-16,3 0 0 0,-2 0 0 0,-4 0 0 15,6 0 0-15,-3 3 0 0,0-3 0 0,3 0 0 16,-3 3 0-16,3-3 0 0,0 0 0 0,-3 2 0 15,3-2-17-15,-2 3 1 0,2-3 0 0,-3 2 0 16,3 1 16-16,0 0 0 0,0-3 0 0,-3 2 0 16,3 1 0-16,0 0 0 0,-3 5 0 0,6-8 0 15,-6 2 0-15,3 1 0 0,0 2 0 0,1-2 0 16,-1 2 0-16,0-2 0 0,0-1 0 0,-3 1 0 16,3-3-55-16,0 3-7 0,3-3-2 0,-3 2 0 15,3-2-153-15,6 0-31 0,-3-13-7 16,0 3-1-16</inkml:trace>
  <inkml:trace contextRef="#ctx0" brushRef="#br0" timeOffset="6627.292">21008 2418 1162 0,'0'0'25'0,"0"0"6"0,0 0 1 0,0 0 1 0,0 0-33 0,0 0 0 15,0 0 0-15,0 0 0 0,3-2 111 0,-3 2 15 16,0 0 3-16,0 0 1 0,0 0-28 0,0 0-6 16,0 0 0-16,0 0-1 0,0 0-25 0,0 0-5 15,0 0-1-15,0 0 0 0,0 0-16 0,0 0-4 16,0 0-1-16,0 0 0 0,0 0-13 0,-3 2-2 15,3-2-1-15,-3 8 0 0,3 3-2 0,-3-8 0 16,0 5 0-16,3-1 0 0,0 1-6 0,-3 3-2 16,3 0 0-16,0 2 0 0,-3 0-17 0,3-2 10 15,0 7-10-15,0-2 8 0,0-3-8 0,0 3 0 0,0 3 9 16,0-1-9-16,0 1 0 0,0-1 0 0,0 1 0 16,3-1 0-16,-3 3 0 0,0-2 0 15,0 2 0-15,0 0 0 0,0-5 20 0,0 0-1 0,-3 5 0 16,3-2 0-16,0 5-19 0,-3-3-19 0,3 3 4 0,0-1 1 15,-2 4 14-15,2-3 0 0,0 5 0 0,-3 0 0 16,3-8 0-16,0 5 0 0,0 1 0 16,-3-6 0-16,3 0 48 0,0 3 13 0,0-3 3 0,-3-2 0 15,3 2-52-15,0 3-12 0,0-3 0 0,0 5 0 16,0-2 0-16,0 3 0 0,0-1 0 0,0 1 0 16,0-1 0-16,3-2 0 0,-3 0 0 0,0-3 0 15,3 3 0-15,-3-3 0 0,3-5 0 0,-1 5 0 16,-2-8 0-16,0 6 0 0,3-4 0 0,-3 4 0 0,0-3 0 0,0 5 0 15,0-5 0-15,0 5 0 16,0 0 0-16,0 3 0 0,0-3 0 0,0 0 0 0,0 3 0 16,0-3 0-16,0-2 0 0,0 2 0 0,-3-2 0 0,3-1 0 15,0-2 0-15,0 3 0 0,0-6 0 16,-2 0 0-16,2 6 0 0,0-9 0 0,-3 3 54 16,3 3 8-16,-3-3 2 0,3 9 0 0,0-9-52 0,-3 5-12 15,0 1 0-15,3-1 0 0,-3 4 0 16,0-4 0-16,3 6 0 0,-3-6 0 0,3 1 0 0,0-1 0 15,-3 1 0-15,3-3 0 0,0 0 0 0,-3 0 0 16,3 2 0-16,0-7 0 0,0 2 0 0,-3 0 0 16,3-2 0-16,0 2 0 0,0 0 0 0,0-5 0 0,-3 3 0 15,3 2 0-15,0-2 0 0,0 2 0 0,-3 0 0 0,3 3 0 16,0-3 0-16,0 3 0 0,0 0 0 16,0 0 0-16,0 0 0 0,0-1 0 0,0 1 0 0,0 3 0 15,3-3 0-15,-3 0 0 0,0 0 0 0,3-1 0 16,-3-1 22-16,0-1 2 0,3 3 0 0,-3-6 0 15,3 1-24-15,-3 2 0 0,3 0 0 16,-3-2 8-16,0 0-8 0,0-1 0 0,0 1 0 0,0 2 8 16,0-5-8-16,0 2 0 0,0 4 0 15,0-1 0 1,0 0-20-16,0 0-6 0,0 1-1 0,0 4 0 0,0-5 27 0,0 3 0 0,0 3 0 0,0-3 0 16,0 0 0-16,0-1 0 0,0 1 0 0,0 0 0 15,0-3 0-15,0 1 0 0,0-4 0 0,0 3 0 16,0-5 0-16,0 0 0 0,0 0 0 0,0-2 0 15,0-6 0-15,0 0 0 0,0 0 0 0,0 0 0 16,0 0 0-16,0 0 0 0,0 0 0 0,0 0 0 16,0 0-108-16,0-8-16 0,0 0-3 0,0-3-717 15,0-2-144-15</inkml:trace>
  <inkml:trace contextRef="#ctx0" brushRef="#br0" timeOffset="7796.079">19222 3771 1228 0,'0'0'35'0,"0"0"7"0,0 0-34 0,0 0-8 0,0 0 0 0,-6-3 0 15,0 0 96-15,6 3 18 0,0 0 3 0,-5 0 1 16,5 0-26-16,-3 0-4 0,3 0-2 0,-6 0 0 16,6 0-26-16,0 0-4 0,0 0-2 0,0 0 0 0,0 0-22 0,0 0-5 15,0 0-1-15,0 0 0 0,0 0-10 0,0 6-1 16,3-4-1-16,3 6 0 0,-1-5-5 0,1 2-1 16,3-5 0-16,0 3 0 0,0-1 0 0,3 1-8 15,0 0 12-15,0 2-4 0,0 0-8 0,3-2 10 16,0 2-10-16,-3-2 10 0,-1 2-10 0,4-5 12 15,-3 3-12-15,0-1 12 0,0 4-12 0,3-6 10 16,0 2-10-16,0 1 10 0,3 2-2 0,-1-5-8 16,1 0 12-16,3 3-4 0,0-3 1 0,0 5 0 15,0-5 0-15,2 0 0 0,-2 0 5 0,3 3 1 0,-3-3 0 0,0 0 0 16,0 5-1-16,-1-5 0 0,-2 0 0 0,0 0 0 16,0 0-3-16,0 0-1 0,3 0 0 0,-3 0 0 15,5 0-1-15,-2 0 0 0,0 0 0 0,3 0 0 16,0 3-9-16,-1-3 0 0,1 0 9 0,0 0-9 15,3 0 9-15,-3 0-9 0,-3 0 12 16,2 0-12-16,-2 0 8 0,-3 0-8 0,3 0 0 0,3 0 0 16,-3-3 12-16,5 3-12 0,1 0 12 15,0 0-12-15,3 0 13 0,-4 0-4 0,4 0-1 0,0 0 0 16,0 0 4-16,-6 0 0 0,2 0 0 0,-2 0 0 16,0 0-12-16,-3 0 0 0,3 0 9 0,-1 0-9 15,1 3 8-15,3-3-8 0,0 0 10 0,0 2-10 16,2-2 11-16,1 3-11 0,0 0 12 0,-3-3-12 15,-1 2 10-15,-2-2-10 0,3 3 8 0,-6 2-8 16,3-5 8-16,-3 3-8 0,-1 2 8 0,4-5-8 16,0 3 8-16,0-3-8 0,0 3 8 0,2-1-8 15,1 1 11-15,-3-3-3 0,3 2-8 0,-3 1 12 0,-1 0-1 0,-2-1-1 16,0 1 0-16,0-3 0 0,-3 5-10 0,0-5 12 16,-3 0-12-16,2 3 12 0,-2 2-12 0,0-5 10 15,0 0-10-15,0 0 10 0,3 0-10 0,-3 3 12 16,3-3-12-16,-1 0 12 0,4 3-12 0,0-3 12 15,0 0-12-15,0 0 12 0,0 2-12 0,-4-2 10 16,4 3-10-16,-3-3 10 0,0 0-10 16,-3 3 8-16,3-1-8 0,-3-2 8 0,-3 0-8 0,2 3 8 15,-2-3-8-15,0 2 8 0,0-2-8 0,0 3 0 0,0-3 0 0,0 0 0 16,3 5 0-16,-3-5 0 0,3 0 0 0,-1 0 0 16,1 0 0-16,0 0 0 0,3 3 0 0,-3-3 0 15,3 0 10-15,0 0-10 0,0 0 12 0,-4 5-12 16,4-5 0-16,0 0 0 15,-3 0 0-15,3 0 0 0,-3 3 0 0,-3-3 0 0,3 0 0 0,-1 3 0 16,-2-3 0-16,0 0 8 0,3 0-8 0,-3 2 10 16,0-2-2-16,0 0-8 0,0 0 12 0,0 0-4 15,3 0-8-15,-1 0 12 0,1 3-12 0,0-3 12 16,0 0-12-16,0 3 8 0,0-3-8 0,0 0 8 16,0 0-8-16,-1 2 0 0,-2-2 0 0,0 0 8 15,0 0-8-15,0 0 0 0,0 6 0 0,-3-6 0 16,0 0 0-16,0 0 0 0,0 0 8 0,3 0-8 15,-6 0 0-15,3 0 0 0,-1 2 0 0,1-2 0 16,-3 0 0-16,0 0 0 0,3 0 0 0,-3 0 0 16,3 0 0-16,-3 0 0 0,0 0 0 0,3 0-11 15,-3 0-8-15,3 0-1 0,0 0-1 0,0 0 0 16,0 0-15 0,0 0-4-16,-4-2 0 0,4 2 0 0,0 0-24 0,3-6-4 0,-3 4-2 0,3-1-746 15,-3-2-148-15</inkml:trace>
  <inkml:trace contextRef="#ctx0" brushRef="#br0" timeOffset="8752.272">18550 1532 1638 0,'0'0'36'0,"0"0"7"0,-6-3 1 0,3-2 3 0,0 2-38 0,-3-2-9 16,0-3 0-16,3 3 0 0,-3 2 80 0,3-2 13 15,0 2 3-15,3 3 1 0,0 0-8 0,0 0-1 16,-3-5-1-16,3 5 0 0,0 0-43 0,0 0-9 16,0 0-2-16,0 0 0 0,0 0 25 0,0 0 5 0,0 0 1 0,0 0 0 15,6 0-52-15,-6 0-12 0,6 5 0 0,-3-5 0 16,3 3 0-16,-3 2 0 0,3 3 0 0,0-5 0 15,-3 2 0-15,3 3 0 0,0-3 0 0,3 3 0 16,-4 0 0-16,4 0 0 0,0-3 0 0,0 3 0 16,0-5 0-16,3 5 0 0,0-3 0 0,-3 3 0 15,3-2 0-15,0-4 0 16,0 3 0-16,3 3 0 0,-7-5 26 0,7 8 2 0,-3-9 1 16,3 6 0-16,-3 0 5 0,3 0 1 0,-3 3 0 0,0-3 0 15,0 2-35-15,0-2 0 0,-4 5 0 0,4 1 0 16,-3-4 0-16,0 3 0 0,-3 1 0 0,3-1 0 15,0-3 0-15,-3 4 0 0,3-1 0 0,0-2 0 16,-3 2 0-16,3 0 0 0,-3-2 0 0,0 2 0 16,3 0 0-16,-3-5 0 0,0 3 0 0,-4-1 0 15,4-2 0-15,0 3 0 0,0-3 0 0,0 2 0 0,-3-2 0 16,3 0 0-16,0 0 0 0,-3 0 0 0,3-3 58 16,0 3 5-16,-3 0 1 0,3-5 0 0,-3 5-52 0,3-3-12 15,-3 0 0-15,0 3 0 0,3 0 0 0,-3 0 0 16,3-5 0-16,0 7 0 0,-3-2 0 0,3 0-18 15,0 0 4-15,0-3 1 0,-1 6 13 0,4-3 0 16,-3 0 0-16,0 2 0 16,3-2 12-16,0 3-4 0,-3-3 0 0,3 2-8 15,0-2 12-15,-3 3-4 0,3-3 0 0,0 3-8 0,-3-4 10 0,3 1-10 0,-3-5 8 0,0 8-8 16,0-3 8-16,0-6-8 0,-1 6 0 16,4-3 8-16,-6-2-8 0,3 2 0 0,0 1 0 0,-3-4 0 15,3 4 0-15,-3-4 0 0,3 4 8 0,-3-6-8 16,3 2 0-16,0-2 0 0,-3 5 0 0,3-5 0 15,-3 3 0-15,-3-3 0 16,3 0 8-16,3 3-8 0,-6-3 0 0,3-3-14 16,3 3 3-16,0-3 1 15,0 3-98-15,0-5-20 0,3 3-4 0,-6 2-1126 0</inkml:trace>
  <inkml:trace contextRef="#ctx0" brushRef="#br0" timeOffset="14022.78">19142 990 1844 0,'0'-11'52'0,"0"8"12"0,3-5-52 0,3 0-12 0,-3-5 0 0,3 5 0 16,0-5 119-16,0 5 21 0,0-5 4 0,-3 2 0 16,3 3-36-16,-3-2-8 0,0 2-2 0,0 5 0 15,-3-5-32-15,3 3-6 0,-3 2-2 0,0 3 0 16,0 0-14-16,0 0-4 0,0 0 0 0,0 0 0 16,-3-5-8-16,-6 5-3 0,0 5 0 0,-3-2 0 15,0 5-20-15,-3 5-9 0,-3 8 8 0,0 3-8 0,-3-3 0 0,1 8 0 16,-1 1 0-16,0-1 0 0,0-3 0 0,-3 1 0 15,1 2 0-15,-4 0 0 0,0-5 0 0,0-3 0 16,0 0 0-16,1 3 0 0,-1-3 0 0,3 3 0 16,0-8 0-16,3 5 0 15,0-8-161-15,7 3-25 0,-1-3-5 0,3-5-1 16,0-5-51-16,3 2-10 0,3-5-3 0,0-8 0 0</inkml:trace>
  <inkml:trace contextRef="#ctx0" brushRef="#br0" timeOffset="14231.61">18657 1191 1552 0,'0'-16'44'0,"0"8"10"0,0-5-43 0,0-1-11 0,0-1 0 0,0 1 0 15,-3-2 104-15,3 1 20 0,0 1 3 0,0 1 1 16,0 3 0-16,0-4 0 0,3 6 0 0,-3 3 0 16,0 2-52-16,0 3-9 0,0 0-3 0,0 0 0 15,6 0-51-15,0 0-13 0,0 0 0 0,0 8 0 16,3-2 46-16,-1-4 6 0,4 6 2 0,0 0 0 16,0 5-30-16,3-7-7 0,0 4-1 15,0 4 0-15,3-7-7 0,-3 7-1 0,2-4-8 0,-2 3 12 16,3 1-12-16,-3-4 8 0,0 4-8 0,0-1 0 15,0-5 0-15,-3 5-20 0,0-2 4 0,-4 2 0 16,4 0-58-16,0-5-11 0,-3 2-3 0,3 1-712 16,0-3-144-16</inkml:trace>
  <inkml:trace contextRef="#ctx0" brushRef="#br0" timeOffset="14476.998">19261 1095 1997 0,'-6'-7'56'0,"3"-1"13"0,0 2-55 0,0 4-14 15,0-6 0-15,0 2 0 0,3 6 164 0,-3 0 29 16,3 0 7-16,0 0 0 0,0 0-108 0,0 0-23 16,0 0-4-16,0 0-1 0,-3 6-23 0,0 2-5 15,3 0 0-15,0 0-1 0,0 5-8 0,3-5-2 16,0 8 0-16,-3-3 0 0,3-3-17 0,0 4-8 16,0 1 8-16,0 1-8 0,0 3 0 0,0-1 0 15,0 4 0-15,0 4 0 0,0-2 14 0,0 0-2 0,0 2-1 16,-3-2 0-16,3-3-11 0,0 0 0 0,-3-2-12 0,0 2 12 31,3-5-103-31,-3 2-13 0,0-2-2 0,3 0-738 0,-3 0-147 0</inkml:trace>
  <inkml:trace contextRef="#ctx0" brushRef="#br0" timeOffset="15093.763">18216 1979 1728 0,'0'0'38'0,"0"0"8"0,-3 0 2 0,3 0 0 0,-3-5-39 0,3-3-9 0,-3 3 0 0,0 2 0 15,3-5 121-15,0 3 23 0,0 5 4 0,-3-3 0 16,3-2-47-16,-3 0-9 0,3 5-3 0,-3-3 0 15,3 3-24-15,-3-5-5 0,0 2 0 0,3 3-1 16,-5-5-19-16,2 2-4 0,-3 3-1 0,-3 0 0 16,3 0-15-16,-3 3-2 0,0 2-1 0,-3 3 0 15,-3 0-8-15,0 0-1 0,0 5-8 0,-6-2 12 16,1 2-12-16,-1 3 0 0,-6 2 8 0,3 1-8 16,-3 2 24-16,1 5 1 0,2-2 1 0,0 5 0 15,0-5-42-15,3 0-8 16,1 2-1-16,2-4-1 0,-3 1 0 0,3-7 0 0,-6 3 0 15,3-3 0-15,3 0-102 0,1-3-21 0,-1-5-4 0,3 0-621 16,-3 0-124-16</inkml:trace>
  <inkml:trace contextRef="#ctx0" brushRef="#br0" timeOffset="15321.999">17725 2035 2012 0,'3'-8'44'0,"-3"-3"10"0,6-2 2 0,-6-3 0 0,3 3-45 0,0-3-11 0,0 3 0 0,-3 5 0 16,3 0 102-16,0 0 18 15,-3 0 4-15,3 3 1 0,-3 5-42 0,0 0-9 0,0 0-2 0,0 0 0 16,0 0-30-16,6 0-6 0,-3 5-2 0,3 3 0 16,-3 0-17-16,3 0-3 0,-3 5-1 0,3-2 0 15,0 2-13-15,-3 0 9 0,3 3-9 0,0 0 8 16,-1 0-8-16,1 5 0 0,3 0 0 0,-3 3 0 16,6 2 0-16,-3-2-9 0,0 5 9 0,0-8-13 15,3 3 13-15,0-3 0 0,-3 1 0 16,3-7 0-1,0 1-144-15,-1-2-22 0,1-1-5 0</inkml:trace>
  <inkml:trace contextRef="#ctx0" brushRef="#br0" timeOffset="15678.473">18109 2313 1728 0,'0'0'49'0,"0"0"11"0,0 0-48 0,0-6-12 0,3 4 0 0,-3-4 0 0,6 4 133 0,-3-6 25 16,0 5 5-16,3 0 1 15,0-2-56-15,-3 3-12 0,3 2-1 0,0-6-1 0,0 6-34 0,0 0-8 16,-3 0 0-16,3 6-1 0,0-6-31 0,-3 2-5 16,3 3-2-16,-4 1 0 0,1 2-13 0,-3 0 8 15,3 0-8-15,0 0 0 0,-3-1 0 0,0 7 8 16,0-6-8-16,-3 5 0 0,0 3-9 0,0-6-5 16,1 4-1-16,-4-1 0 15,3-5-18-15,0 5-4 0,0-5-1 0,0 2 0 0,3-2 52 16,-3 3 10-16,3-3 3 0,0 0 0 0,0-5-27 15,3 2 8-15,0-3-8 0,0 4 0 0,0-1 15 0,3-5-3 16,2 3 0-16,1-3 0 0,0-3 9 0,3 3 2 16,0 0 0-16,3 0 0 0,0-5-23 0,0 5 0 0,0 0 0 0,3-3 0 15,-1 0 0-15,-2 3 0 0,3 0 0 16,0-2 0-16,0 2 0 0,-3 0 0 0,0 0 0 0,2 2 0 31,-2-2-75-31,0 0-19 0,0 3-4 0,0-6-1083 0</inkml:trace>
  <inkml:trace contextRef="#ctx0" brushRef="#br0" timeOffset="17703.012">19889 1664 1864 0,'0'0'41'0,"0"0"9"0,0 0 2 0,0 0 0 0,0 0-42 0,-3-2-10 16,3 2 0-16,-6 0 0 0,6 0 101 0,-6 0 19 15,6 0 3-15,-9 0 1 0,3 2-64 0,0 4-13 0,-3 2-3 0,4 0 0 16,-1 5-28-16,-3-3-5 0,3 6-2 0,3 5 0 16,-3-2-9-16,0 5 10 0,3-3-10 0,0-3 10 15,0 4-10-15,3-4 0 0,3 1 0 0,0-1 0 16,0-2 0-16,3 0-9 0,3-3 9 0,0-2 0 16,0-3-8-16,5 2 8 15,-2-7 0-15,3 2 0 0,3-5 0 0,0 0 9 0,0 0 1 0,0 0 0 16,3-8 16-16,-4 3 3 0,4 0 1 0,-3-3 0 15,0-3 20-15,0 3 4 0,-3-5 1 16,0 0 0-16,-4-3 0 0,-2 3 0 0,0-3 0 0,-3 0 0 16,0-5-13-16,0 0-2 0,-3-1-1 0,0 4 0 15,-3-3-17-15,-3-1-3 0,0 1-1 0,0 5 0 16,-3 1-9-16,-3 1-1 0,3 1-8 0,-6 3 12 16,4-4-12-16,-4 6 0 0,-3 0 0 0,-3 3 0 15,3 2-28 1,-6-2-1-16,3 5-1 0,-3 0 0 0,4 5-84 0,-1-2-17 0,0 2-3 0,3 3-718 15,0 0-144-15</inkml:trace>
  <inkml:trace contextRef="#ctx0" brushRef="#br0" timeOffset="18184.726">21916 1627 2163 0,'0'0'48'0,"0"0"9"0,0 0 3 0,0 0 0 0,0 0-48 0,0 0-12 0,3-2 0 0,-3 2 0 16,0 0 102-16,0 0 18 0,0 0 3 0,0 0 1 15,0 0-59-15,0 0-11 0,0 0-2 0,3 8-1 16,-3 0-19-16,0 2-3 0,0 3-1 0,-3 9 0 15,0-7-7-15,3 9-1 0,-3 3-1 0,0 2 0 16,3 0-9-16,-3 0-2 0,3-5 0 0,0 0 0 16,0 2-8-16,3-7 8 0,-3-1-8 0,0 1 8 15,3-1-8-15,-3-2 0 0,0 0 9 0,3 5-9 16,-3-8 0-16,0 6 0 0,0-1 0 0,3 1 0 16,-3-1-33-16,0-2-2 0,0 5 0 15,0-5 0-15,0 0-125 0,0 0-26 0,0-3-5 16,-3 1-897-16</inkml:trace>
  <inkml:trace contextRef="#ctx0" brushRef="#br0" timeOffset="18884.885">18710 3212 1717 0,'0'0'37'0,"0"0"8"0,-3 0 2 0,3 0 2 0,-3-8-39 0,0 3-10 16,0 2 0-16,3 3 0 0,-5-2 112 0,-1-1 21 16,6 3 4-16,-6 0 1 0,6 0-51 0,-6 0-11 15,6 0-1-15,-9 0-1 0,3 0-34 0,0 3-6 0,0 2-2 16,3 0 0-16,-3 3-15 0,0 0-3 0,0 0-1 0,0-3 0 16,3 6-13-16,-3 2 11 0,3 0-11 0,-3 3 10 15,3 0-10-15,3-3 0 16,-3 6 0-16,3-1 0 0,0-2 0 0,0 6 0 0,3-7 0 15,3 7 0-15,0-7 0 0,0-4 0 0,3 2 0 0,3-2 0 16,0-1 0-16,0-2 0 0,6-2 0 0,-1-4 0 16,1-2 0-16,3 0 0 0,0-2 0 0,0 2 0 15,0-8 0-15,-3 0 16 0,-1 0-2 0,1-3-1 16,-3-2 30-16,0 2 5 0,0-2 2 0,-6-3 0 16,0 3-40-16,-3-3-10 0,0 0 0 15,0 0 0-15,-6 1 53 0,3 1 9 0,-3-2 2 0,-3 3 0 16,0-3-52-16,0 3-12 0,-3 0 0 0,-3 0 0 15,0 2 0-15,-3-2 0 0,0 2 0 0,-3 3 0 16,-3 3 31-16,0-3 3 0,1 3 1 0,-7 2 0 16,0 3-47-16,3 0-8 0,-3 3-3 0,1 2 0 15,-1 3-93-15,3 0-20 0,0 5-3 0,3-2-711 16,-3 5-142-16</inkml:trace>
  <inkml:trace contextRef="#ctx0" brushRef="#br0" timeOffset="19466.793">18701 4559 1728 0,'0'0'38'0,"0"0"8"0,0 0 2 0,0 0 0 0,0 0-39 0,0-3-9 16,0 3 0-16,0-5 0 0,0 5 104 0,0 0 20 16,0 0 3-16,0 0 1 0,0 0-52 0,0 0-9 15,0 0-3-15,0 0 0 0,0 0-6 0,0 0-2 16,0 0 0-16,3 5 0 0,0 1-23 0,0 4-5 15,3 4 0-15,-3 4-1 0,0 1-7 0,3 2-2 16,-3 0 0-16,0 5 0 0,3-4-6 0,-3 1 0 16,0-1-1-16,3 1 0 0,-3-4-11 0,0 2 12 15,0-2-12-15,0-1 12 0,-3 3-12 0,0 0 8 16,0 1-8-16,0-1 8 0,0 3-8 0,0-1 0 16,-3 1 0-16,3-5 8 0,0 2-8 0,-3-3 0 15,3 1 9-15,0-3-9 0,-3 0-10 0,3-3-6 0,0-3-2 0,0 1 0 31,0 0-150-31,0-3-31 0,3 0-5 0</inkml:trace>
  <inkml:trace contextRef="#ctx0" brushRef="#br0" timeOffset="23446.964">6962 5184 1926 0,'0'0'42'0,"0"0"9"0,0 0 1 0,0 0 3 0,0 0-44 0,0 0-11 16,3-3 0-16,-3 3 0 0,0 0 60 0,0 0 11 0,3-5 1 0,-3 5 1 15,0 0-7-15,0 0-2 0,0 0 0 0,0 0 0 16,3 0 0-16,3 2 0 0,-3 1 0 0,3 2 0 31,-3 3-102-31,-1-3-21 0,1 3-4 0,0 3-1 0,0-3 103 0,0 0 20 0,0 2 4 0,0 4 1 16,-3-9-52-16,0 3-12 0,0 0 0 0,0 0 0 15,0 0 0-15,0-3 0 0,-3 3 0 0,3-3 0 16,-3 0 0-16,3-5 0 0,-3 6 0 0,3-6 0 16,-6 2 0-16,6-2 0 0,0 0 0 0,-5 0 0 15,5 0 0-15,-3-2 0 0,-3-4 0 0,3 1 0 16,0-3 0-16,0 0 0 0,3 0 0 0,0 0 0 15,0-2 0-15,3 2 0 0,0-5 0 0,0 2 0 16,0-2 0-16,3 2 0 0,-1-2 0 0,1 2 0 16,0-4 0-16,3-1 0 0,-3 2 0 0,3 1 0 0,0 3 0 15,3-4 0-15,-3 6 0 0,3 1 0 0,-3 1 0 16,0 4 0-16,0-1 0 0,-3 3 0 16,3 3 0-16,-1 2 0 0,1 3 0 0,-3 0 0 15,3 2 0-15,0 1 0 0,-3 0 0 0,0 4 0 16,0-7 0-16,0 6 0 0,-3 1 0 0,0-4 0 0,0 0 0 0,0 2 0 15,-3-3 0-15,0 1 0 0,0 0-9 16,0-3-5-16,0-3-1 0,-3 3 0 0,3-8 15 0,0 0 0 16,-3 5 0-16,3-5 0 0,0 0 12 0,0 0 1 15,0 0 1-15,0 0 0 0,0 0-14 0,-3-5 0 16,0 2 0-16,3-5 0 0,0 3 0 0,0 0 0 0,3-9 0 0,0 4 0 16,0 2 21-16,3-3 2 0,-3 1 0 0,3-1 0 15,0-2 14-15,0 2 3 0,0 3 1 16,0 0 0-16,0-2-33 0,0 2-8 0,0 3 0 0,-1-1 0 15,4 4 0-15,-3-1 0 0,-3 0 0 0,3 3 0 16,0 3 0-16,-3 0 0 0,3 2-10 0,-3 0 10 16,3 3 0-16,-3 0 0 0,0 3 0 0,3-3 10 15,-3 2-10-15,0 3 0 0,0-2 0 0,-3 2 0 16,0 0 0-16,3 1 0 0,-3 2 0 0,0-6 0 16,-3 6 0-16,3-3 0 0,0 3 0 0,0 3 0 15,0-3-49 1,0-1-12-16,0 1-3 0,3-2 0 0,-3-1-153 0,3 0-31 15</inkml:trace>
  <inkml:trace contextRef="#ctx0" brushRef="#br0" timeOffset="23767.058">7512 5345 1933 0,'0'0'42'0,"0"0"9"0,0-5 1 0,-3-1 4 0,3 4-45 0,-3-4-11 16,3 6 0-16,-3-2 0 0,3 2 132 0,-5 0 25 16,5 0 5-16,0 0 1 0,-6 0-86 0,6 0-17 15,-6 5-3-15,0 0-1 0,3-2-33 0,0 5-7 16,0-3-2-16,3 3 0 0,0-3-14 0,0 3 8 15,0 0-8-15,3 0 0 0,3 3 0 0,-3-6 0 0,3 3 0 16,0-3 0-16,2 3 0 0,1-2 0 16,0-1 0-16,3 0 0 0,0-5 0 0,0 3 0 0,0-1 0 15,0-2 0-15,0 0 0 0,-3-2 8 0,0-1-8 16,3 1 0-16,-7-1 10 0,4 3-1 16,-3-8 0-16,0 5 0 0,-3-2 19 0,3 0 3 0,-3-1 1 15,-3-2 0-15,3 1 4 0,0-1 2 0,-3 0 0 16,0-3 0-16,0 3-12 0,0 0-2 0,-3 0-1 0,3 3 0 15,-3-3-12-15,0 3-3 0,0-1 0 16,-3 1 0-16,0 3-8 0,-3-1 0 0,1 0 0 0,-4 3 0 31,-3-2-21-31,0 4-7 0,-6-2 0 0,0 3-1 16,0 0-72-16,0 2-15 0,-2 5-2 0,-1-2-1131 0</inkml:trace>
  <inkml:trace contextRef="#ctx0" brushRef="#br0" timeOffset="24615.012">7152 6210 1814 0,'0'0'52'0,"0"0"10"0,3-5-50 0,0 2-12 0,3-2 0 0,-3 2 0 15,0 1 112-15,3 2 19 0,-3 0 4 0,0 0 1 16,3 0-57-16,0 2-11 0,0 1-3 0,-3 2 0 16,3 3-32-16,3 3-6 0,-6-3-2 0,3 5 0 15,-3-3-1-15,3 6 0 0,-3-2 0 0,0-1 0 16,0 0-24-16,-1 3 0 0,1-5 0 0,3 2 0 16,-6 0 0-16,3-2 0 0,-3-3 0 0,0 2 0 15,0-2 0-15,0-3 0 0,0-5 0 0,0 6 0 16,0-6 0-16,0 0 0 0,0 0 0 0,0 0 0 15,0 0 10-15,0 0-10 0,0 0 12 0,0 0-12 16,-3-6 9-16,0 1-9 0,0-3 0 0,3-2 9 16,0 2-9-16,-3-3-12 0,6 0 2 0,-3-2 1 15,0 0 9-15,3 0 0 0,0-1 0 0,-3-1 0 16,3-1 0-16,0 2 0 0,0-1 0 0,0 1 0 0,0 1 49 0,3 3 12 16,-3-4 3-16,3 6 0 15,0 0-52-15,0 1-12 0,0 1 0 0,0 4 0 0,0-1 0 0,0 3 0 16,3 0 0-16,-3 3 0 0,3-1 0 0,0 4 0 15,0 1 0-15,-1 1 0 0,1 6 0 0,0-4 0 16,0 3 0-16,0 1 0 0,-3-1 0 0,3 3 0 16,-3-6 0-16,0 4 0 15,-3-1-27-15,0 0-8 0,0-2-1 0,-3-1-1 0,0-2 37 16,0 0 0-16,-3 0 0 0,3-8 0 0,-3 3 0 0,3-3 0 16,-3 5 0-16,3-5 0 0,-6 0 0 0,6 0 0 15,-3 0 11-15,-3-5-11 0,3-1 11 0,0-2-11 16,3 1 12-16,-3-1-12 0,6-3 13 0,-3-2-4 0,0 0-1 0,3-1 0 15,0 1 7-15,3 0 1 0,-3-3 0 16,3 3 0-16,0 0-16 0,3-1 0 0,-3 4 0 0,3 2 0 16,0-3 0-16,0 3 0 0,-3 3 0 0,3 0 0 15,-1-1 0-15,1 4 0 0,0 2 0 0,0 0 0 16,0 0 29-16,0 2 3 0,-3 4 1 0,3-1 0 16,0 0-21-16,0 6-12 0,-3-1 12 0,0 4-12 15,0-4 8-15,0 6-8 0,0 0 0 0,-3 0 0 16,0 0 10-16,0 0-10 0,0-1 8 0,-1-1-8 15,4 2 20-15,-6-3 0 0,3-3-1 0,0 4 0 16,0-4-67-16,-3 1-12 0,3-3-4 16,0 0 0-16,0-3-164 0,0 3-34 0</inkml:trace>
  <inkml:trace contextRef="#ctx0" brushRef="#br0" timeOffset="24847.608">7774 6266 2419 0,'0'0'53'0,"0"0"11"0,-3-6 3 0,0-2 1 0,0 6-55 0,3-3-13 15,0 5 0-15,0 0 0 0,0 0 105 0,0 0 19 16,0 0 3-16,0 0 1 0,0 0-52 0,0 0-9 16,-3 5-3-16,0 3 0 0,0 2-51 0,3 1-13 15,0 0 0-15,0-1 0 0,0 3 0 0,0 1 0 16,0-1 0-16,0 0 0 0,0 3 54 0,0-3 8 16,0 0 2-16,0 1 0 0,0-1-52 0,0 3-12 15,3-3 0-15,-3 0 0 0,0 0 0 0,0 3 0 0,0-2 0 0,0 1 0 31,3 1-48-31,-3 0-13 0,0 0-3 0,0 0 0 16,3 0-51-16,-3 0-10 0,3 0-3 0,-3-1-1126 0</inkml:trace>
  <inkml:trace contextRef="#ctx0" brushRef="#br0" timeOffset="25810.142">7310 7237 1698 0,'0'0'48'0,"0"0"11"0,0 0-47 0,0 0-12 0,0 0 0 0,0 0 0 16,0 0 73-16,0 0 13 0,0 0 2 0,0 0 1 16,0 0 15-16,3 5 4 0,0 3 0 0,0 0 0 15,3 0-65-15,-3 2-13 0,0 1-2 0,0 2-1 16,0 1-16-16,0 1-3 0,-3-1-8 0,3 4 12 15,-3 1-20-15,0-1-5 0,0 1-1 0,0-1 0 16,-3 1 14-16,0-3 0 0,3 0 0 0,-3-3 0 16,0 0 0-16,0-2 0 0,0-1 0 0,0-2 0 15,0-3 48-15,3-5 13 0,0 0 3 0,0 0 0 0,0 0-52 16,0 0-12-16,0 0 0 0,0 0 0 0,0-8 0 16,-3 3 0-16,3-5 0 0,0-1 0 15,0-2 0-15,0 0 0 0,3-3 0 0,-3 0 0 16,3-3 0-16,0 3 0 0,0 1 0 0,3-4 0 0,-3 3 0 15,0 3 0-15,3 0 0 0,-3 2 0 16,3-2 0-16,0 2 0 0,0 3 0 0,2 0 0 0,-2 0 0 0,3 3 0 16,0 0 0-16,0 2 0 0,0 1 26 0,0 2 2 15,0 0 1-15,0 2 0 0,3 1-29 0,0 2 0 16,-3 0 0-16,0 3 0 16,0 0-17-16,-1 0-10 0,1 0-1 0,0 3-1 15,-3-1 29-15,0 4 0 0,0-4 0 0,-3 1 0 0,3-1 0 0,-6 1 0 16,0 0 0-16,0-1 0 0,3-2 0 0,-6 0 0 0,3-3 0 0,0-5 0 15,0 0 12-15,0 0 9 0,0 0 2 0,0 0 0 16,0 0-23-16,0 0 0 0,0 0 0 0,0 0 0 16,-3-5 0-16,0-3 0 0,0 0 0 0,3-2 0 15,0-1-14-15,0 0-7 0,0 3-2 0,3-2 0 16,0-1 70-16,0 1 13 0,0-1 4 0,3 0 0 16,0 4-52-16,3-1-12 0,-3-3 0 0,3 3 0 15,-3 3 0-15,3-1 0 0,0-1 0 0,-3 4 0 16,3 0 0-16,-4-2 0 0,1 5 0 0,0 0 0 15,0 0 0-15,-3 3 0 0,3-1 0 0,0 4 0 16,-3-1 0-16,3 0 0 0,0 0 0 0,-3 6 0 16,0-3 0-16,0 3 0 0,0-1 0 0,0 3 0 15,-3 3 18-15,3 0 1 0,-3 3 0 0,3-1 0 16,-3 1-19-16,0 2 0 0,0 0 0 0,0-2 0 0,-3-1-12 16,3 1-7-16,0-4-1 0,-3-1 0 15,3 2-34-15,0-3-7 0,0-3-2 16,0 1-751-16,0-3-150 0</inkml:trace>
  <inkml:trace contextRef="#ctx0" brushRef="#br0" timeOffset="26164.687">7789 7507 2214 0,'0'0'48'0,"0"0"11"0,0 0 1 0,0 0 3 0,0-6-51 0,3 1-12 0,0 0 0 0,0 2 0 0,3-2 93 0,0 2 16 0,0 1 3 0,0-1 1 16,0 3-48-16,0 0-9 0,3 3-3 0,-3-1 0 15,0 4-18-15,-3 1-4 0,3-1-1 0,0 2 0 16,-3 0-18-16,-3 2-3 0,3 1-1 0,-3 2 0 16,0-2-8-16,0-1 0 0,-3 3 0 0,0 1 0 15,0-4 0-15,-3 3-17 0,3 1 2 0,-3-1 1 16,0 3 14-16,3-3-12 0,-3-2 12 0,0 2-12 31,0-3-42-31,3 1-8 0,0 0-2 0,0-1 0 16,0-2 52-16,3-3 12 0,3 3 0 0,-3-2 0 0,3-1 0 0,3-2 0 0,0-1 0 0,0 1 0 15,3 0 18-15,0-3 6 0,3-3 2 0,-3 3 0 16,5-3-17-16,1 3-9 0,-3 0 10 0,3-2-10 16,-3-1 8-16,3 0-8 0,0 3 0 0,0 0 0 15,0-2 0-15,-4 2 0 0,4 0-8 0,-3 0 8 16,0 0-131 0,0 0-19-16,0 0-4 0,-3 0-912 0</inkml:trace>
  <inkml:trace contextRef="#ctx0" brushRef="#br0" timeOffset="27048.566">7289 8443 1892 0,'0'0'53'0,"0"0"13"15,0 0-53-15,0 0-13 0,0 0 0 0,0 0 0 16,0 0 84-16,0 0 13 0,0 6 3 0,0 2 1 0,0-3-29 0,0 5-7 16,3-2-1-16,-3 3 0 0,3 0-51 0,0-1-13 15,-3 1 0-15,3 2 0 0,0 0 0 0,-3 0 0 16,3 1 0-16,-3 2 0 0,3-3 0 0,-3 3 0 15,0 2 0-15,0-5 0 0,-3 1 15 0,3-1 0 16,0-3 0-16,-3 1 0 0,3-3-24 0,0 0-5 16,-3-3-1-16,3-5 0 0,0 0 15 0,0 0 0 15,0 0 0-15,0 0 0 0,0 0 48 0,0-8 13 16,0-2 3-16,3-4 0 0,-3-1-64 16,3-1-20-16,0-3 0 0,0 3 0 0,0-2 32 15,0-1 7-15,3 3 1 0,0 1 0 0,0-4-20 0,3 0 0 16,-3 4 0-16,0-1 0 0,3 2 0 0,-4-1 0 15,4 1 0-15,-3 1 0 0,3 0 55 0,0 5 7 0,0-3 2 16,0 3 0-16,0 3-52 0,0 0-12 16,0 2 0-16,0 3 0 0,0 3 0 0,0 0 0 0,0 2 0 0,0 3 0 15,-1 0 0-15,4 0 0 0,-3 2 0 0,0 1 0 16,-3-1 0-16,3 1 0 0,0 0 0 0,-3-1 0 31,0 3-21-31,0-5-7 0,0 3-2 0,-3-3 0 16,0 0 20-16,0-3 10 0,-3 3-10 0,3-3 10 0,-3-5 0 0,0 0-9 0,0 0 9 0,0 0 0 15,0 0 0-15,0 0 0 0,0 0 0 0,0 0 0 16,0 0 0-16,0 0 0 0,0-2 0 0,3-4-8 16,0 1 8-16,0 0 0 0,0-1 0 0,3-1 0 15,-3-1 0-15,0-3 9 0,3 3-1 0,-1-3-8 16,1 4 20-16,0-1-4 0,0 0 0 0,-3 0 0 16,3 2-4-16,0 1-2 0,0 0 0 0,0 2 0 15,0 1-10-15,0-1 8 0,0 3-8 0,0 0 8 16,0 5 3-16,0-2 0 0,0 2 0 0,0 0 0 15,0 3-11-15,-3 0-14 0,3 0 3 0,-3 3 1 16,-3-1 10-16,3 4 0 0,-3-4 0 0,0 3 0 16,0 3 24-16,0 0 8 0,-3 0 0 0,0 5 1 15,0 0-33-15,0 1 0 0,3-1 0 0,-3 0 0 16,3 0-24-16,-3-2-6 0,3-1-1 0,0 1 0 16,-3-6-77-16,3 0-16 0,0 0-4 0,0-2-1024 15</inkml:trace>
  <inkml:trace contextRef="#ctx0" brushRef="#br0" timeOffset="27479.756">7920 8607 2044 0,'0'-10'45'0,"0"7"10"0,0-2 1 0,0 0 1 0,3-3-45 0,0 2-12 0,0-2 0 16,3 1 0-16,0 1 120 0,0-2 21 0,0 3 5 0,3-3 1 16,3 3-63-16,-3-1-13 0,0 4-3 0,3-3 0 15,-4 2-20-15,1 0-4 0,-3 1 0 0,3 2-1 16,-3-3-11-16,0 3-1 0,0 3-1 0,0-3 0 15,-3 2-18-15,3 1-3 0,0 0-1 0,0 2 0 16,-3 0-8-16,0 0 0 0,0-2 0 0,-3 8 0 16,3-3-9-16,-3 0-4 0,0 2-1 0,0 1 0 15,0 2-27-15,-3 0-6 16,0 0-1-16,0 1 0 0,3 1-12 0,-6-1-2 0,3-1-1 16,0-2 0-16,-3 2 30 0,3-5 5 15,0 2 2-15,-3-2 0 0,6-2 26 0,-3-1 0 0,3-5 0 0,0 0 0 16,0 0 8-16,0 0 1 0,0 0 0 0,3 5 0 0,-3-5 8 15,0 0 2-15,3 0 0 0,3 3 0 0,-6-3 2 16,6 0 1-16,0 0 0 0,0 0 0 0,0 2-2 0,0-2 0 16,0 3 0-16,0 0 0 0,0 2 4 0,0 0 1 15,0 1 0-15,-3-1 0 0,3 3-1 0,-3 0 0 16,2 0 0-16,-2 0 0 0,-3 0-4 16,3 2-2-16,-6-2 0 0,3 3 0 0,-3-3-7 0,0 2-2 15,-2 1 0-15,-1 2 0 0,-3 0-9 0,0 0 12 16,0 1-12-16,-3-1 12 0,-3 3-12 0,0-3 0 15,-3 3 0-15,-3 2 0 16,1-2-16-16,-4 5-9 0,-3-2-2 0,0 2 0 16,3-2-141-16,-2-1-29 0</inkml:trace>
  <inkml:trace contextRef="#ctx0" brushRef="#br0" timeOffset="36936.913">21937 3030 1325 0,'0'0'37'0,"0"0"9"0,0-6-37 0,0-2-9 0,-3 6 0 0,3-6 0 0,-3 3 130 0,3-3 24 16,-3 2 5-16,0 4 1 0,0-6-42 15,-3 0-8-15,0 3-2 0,0-1 0 0,0 4-37 0,0-1-8 16,0 0-2-16,-2 1 0 0,-1 2-14 0,0 0-3 16,0 0-1-16,0 0 0 0,-3 2-15 0,3 1-2 0,-3 2-1 0,-3 6 0 15,3-3-12-15,-3 0-2 0,3 0-1 0,-2 5 0 16,2 3-10-16,0-3 0 0,0 3 0 0,0-3 0 15,0 6 8-15,3-6-8 16,0 3 8-16,0 0-8 0,3 2 0 0,-3-7 0 0,6 2 0 0,0 0 0 16,0 0 0-16,3-2 0 0,3 2 0 0,0-5 0 15,3 3 0-15,3-1 0 0,0 1 0 0,0-3 0 16,3 0 0-16,0-3 0 0,6 0 11 0,-3 3-11 16,3-8 17-16,2 0-2 0,-2 0-1 15,3 0 0-15,0-5 6 0,0 2 2 0,3-5 0 0,-1 3 0 16,-2 0 8-16,3-3 2 0,-3 5 0 0,-3-5 0 15,0-2 0-15,-4 2 0 0,1-3 0 0,-6-2 0 16,0 2-2-16,-6-2 0 0,0 0 0 0,-3 0 0 16,0 2-10-16,-6-7-1 0,0 2-1 0,-3 0 0 15,-3 0-10-15,1 0-8 0,-1 3 9 0,-3-3-9 16,0 3 0-16,-3 5 0 0,3 0 0 0,-3 0 0 16,0 5-21-16,1 1-7 0,-1 4-2 15,-3 1 0-15,0 5-140 0,0 0-28 16,-3 0-6-16</inkml:trace>
  <inkml:trace contextRef="#ctx0" brushRef="#br0" timeOffset="38775.865">20196 2868 2037 0,'0'0'44'0,"-3"-2"10"0,0-4 2 0,3 6 2 0,-3-2-46 0,0-6-12 0,3 8 0 0,0-6 0 16,-3 6 104-16,3 0 18 0,0 0 4 0,0 0 1 15,0 0-57-15,0 0-11 0,0 0-3 0,0 0 0 16,0 3-33-16,0 8-7 0,3-3-2 0,-3 2 0 16,0 3-3-16,3 3-1 0,-3 0 0 0,0 3 0 15,0 2-2-15,3 3 0 0,-3-3 0 0,3 3 0 16,-3-1 6-16,3-1 1 0,-3-1 0 0,0 0 0 15,0 0-4-15,0 3-1 0,-3-8 0 0,3 5 0 16,0 0-10-16,0-5 0 0,0 5 0 0,-3-8 8 16,3 6-8-16,0-1-11 0,-3 1 3 0,3-3 0 31,0 2-60-31,3-2-11 0,-3 5-2 0,0-7-723 0,3 4-145 0</inkml:trace>
  <inkml:trace contextRef="#ctx0" brushRef="#br0" timeOffset="39242.339">20148 4265 2178 0,'0'0'48'0,"0"0"9"0,0 0 3 0,0 0 1 0,-6 6-49 0,3-1-12 0,3-5 0 0,-3 5 0 15,0 1 104-15,0-1 17 0,3 0 4 0,-3 3 1 16,3 0-50-16,0-3-9 0,0 1-3 0,0 1 0 16,0 4-20-16,3-3-5 0,-3-3-1 0,0 3 0 15,3 3-8-15,-3 2-2 0,3-2 0 0,0 2 0 16,-3 0-8-16,0 0-1 0,0 3-1 0,0 0 0 16,0 0-5-16,-3 2-1 0,3 1 0 0,0 0 0 15,-3 2-31-15,0-3-6 16,3 1-2-16,-3 5 0 0,3-11 46 0,-3 5 9 0,0 1 1 0,3-1 1 15,-3-4-30-15,3-1-12 0,0 3 1 0,-3-6 0 16,6 1-57-16,-3-3-12 0,0 0-3 0,3 0 0 16,0 0-81-16,0-6-17 0,3 1-3 0</inkml:trace>
  <inkml:trace contextRef="#ctx0" brushRef="#br0" timeOffset="39775.285">21601 4305 2012 0,'0'0'44'16,"0"0"10"-16,0 0 2 0,0 0 0 0,0 0-45 0,0 0-11 0,0 0 0 0,0 0 0 0,0 0 106 0,0 0 19 15,0 0 4-15,0 0 1 0,0 0-43 0,0 0-9 16,0 0-2-16,0 0 0 0,0 0-34 0,0 8-7 16,0-3-2-16,0 6 0 15,3 2-11-15,-3-2-2 0,3 2-1 0,-3 3 0 0,0 2-1 16,3 1 0-16,-3-1 0 0,0 4 0 0,0 1-6 0,-3 1 0 15,3 8-1-15,-3 0 0 0,0 2-11 0,3-2 8 16,-3 2-8-16,0-5 8 0,0 0-8 0,3-2 0 16,-3-3 0-16,0-1 8 0,3-1-8 0,-3-1 0 0,3 0 0 0,0 0 0 31,-3 3-75-31,3-8-17 0,0 5-3 0,3 0-1172 0</inkml:trace>
  <inkml:trace contextRef="#ctx0" brushRef="#br0" timeOffset="78053.069">19797 2614 1044 0,'0'0'23'0,"0"0"5"0,0 0 0 0,0 0 1 0,0 0-29 0,0 0 0 0,0 0 0 0,0 0 0 16,0 0 63-16,0 0 6 0,0 0 2 0,0 0 0 15,0 0-15-15,0 0-4 0,0 0 0 0,0 0 0 16,6 0-14-16,-6 0-3 0,6 0-1 0,-3 0 0 16,3 0-16-16,0 3-3 0,0-3-1 0,0 0 0 15,2 5-3-15,1-5-1 0,0 0 0 0,0 0 0 16,3 0-10-16,0 0 0 0,0 0 0 0,3 3-11 15,0-3 11-15,0 0 0 0,3 0 8 0,-1 0-8 16,1 0 9-16,0 0-9 0,0 0 12 0,3 0-12 16,-3 0 12-16,-1 0-4 0,1 5 0 0,0-5-8 15,-3 0 10-15,0 0-10 0,3 0 8 0,-3 0-8 16,0 0 17-16,-1 0-1 0,-2 0-1 0,3 0 0 16,0 0 7-16,0 0 2 0,0 0 0 0,-3 0 0 15,3 0-3-15,-3 0 0 0,3-5 0 0,-1 5 0 16,1 0-4-16,0 0-1 0,-3 0 0 0,3 0 0 0,-3-3 8 0,0 3 0 15,0 0 1-15,0 0 0 0,-3 0 3 0,2 0 1 16,-2-5 0-16,0 5 0 0,-3 0-6 0,3-3-2 16,0 3 0-16,-3 0 0 0,3 0-4 0,-3 0-1 15,0-5 0-15,0 5 0 0,0-3-4 0,-3 3 0 16,3-2-1-16,0 2 0 0,0-3-1 0,0 3 0 16,-3 0 0-16,2 0 0 0,1-5 1 0,-3 5 0 0,3 0 0 15,-6 0 0-15,6-3 2 0,0 3 1 16,-6 0 0-16,6 0 0 0,-3 0 1 0,3 0 0 0,-6 0 0 0,6 0 0 15,-6 0 1-15,3 0 1 0,3 0 0 16,-6 0 0-16,0 0-1 0,3 3 0 0,-3-3 0 0,0 0 0 16,6 5-2-16,-6-5-1 0,3 0 0 0,-3 0 0 15,6 5-2-15,-3-2-1 0,-3-3 0 0,3 8 0 16,-3-3-2-16,3 3-8 16,0-5 12-16,-3 2-4 0,3 0-8 0,-3 3 8 0,0 0-8 0,0-5 8 15,0 5-8-15,0-3 8 0,-3 3-8 0,3 0 8 16,0-3-8-16,0 3 10 0,-3-2-10 0,3 1 10 15,0 1-10-15,-3 0 8 0,3-5-8 0,-3 5 8 16,3 2-8-16,-3-2 0 0,3-5 0 0,-3 10 8 16,3-10-8-16,-3 8 0 0,0-4 0 0,3 1 0 15,-3-5 0-15,0 5 0 0,3 3 8 0,-3-3-8 16,0-1 0-16,3-1 0 0,-3 2 0 0,0 0 0 16,3 2 0-16,0 1 0 0,-3-1 0 0,3 4 0 15,-3-1 0-15,0 3 0 0,3-6 0 0,-3 9 8 0,3-3-8 16,-3-3 0-16,3 3 0 0,-3-3 0 0,3 3 0 0,-3-6 0 15,3 4 0-15,-3-1 0 0,3-2 0 0,0-1 0 16,-3 1 0-16,3 2 0 0,0-5 0 0,0 5 0 16,0-5 0-16,0 0 0 0,0 0 0 0,0 5 0 15,0-5 8-15,0-3-8 0,0 1 0 16,0 4 0-16,-3-7 0 0,3 5 0 0,0 0 0 0,0-3 0 16,0 0 9-16,0 3-9 0,0 0 8 0,0-5-8 15,0 5 8-15,0-3-8 0,0 3 9 0,-3 0-9 16,3 0 12-16,0 0-12 0,-3 0 12 0,3 2-12 15,0-2 12-15,-3 0-12 0,3 5 9 0,0-5-9 0,-3 3 0 0,3 0 9 16,0-1-9-16,-3 3 8 0,3-2-8 0,0 0 8 16,0-1-8-16,-3 1 8 0,3-1-8 0,0 4 8 15,0-4-8-15,0 1 10 0,0-3-10 0,0 2 10 16,0-2-10-16,0 3 0 0,0-3 0 0,0 2 8 16,0-2-8-16,0 3 0 0,0-1 9 0,0 1-9 15,0 0 0-15,0-4 8 0,0 1-8 0,0 0 0 16,0 0 8-16,0 3-8 0,0-3 8 0,0 2-8 15,0 1 8-15,0 0-8 0,-2-1 8 0,2 6-8 16,0-5 8-16,0 5-8 0,0 2 8 0,0-5-8 16,0 6 8-16,0-1-8 0,0 6 8 0,0-8-8 15,0 5 0-15,0 0 8 0,2-7-8 0,-2 4 0 16,0 1 0-16,0-4 0 0,3 1 0 0,-3 0 0 16,0 0 0-16,0-3 0 0,0 3 0 0,0-3 8 15,0 3-8-15,0 0 0 0,0 0 0 0,0 5 0 0,0 0 0 16,0 3 0-16,0 0 8 0,0 8-8 15,0-8 10-15,0 2-2 0,0 1-8 0,0-1 12 0,0-5-12 0,0 3 9 16,3-3-9-16,-3 0 8 0,0-2-8 0,0-1 0 16,0 1 9-16,0 2-9 0,0 0 0 0,0 3 8 15,0 0-8-15,0 5 0 0,0-3 0 0,0 3 0 16,0 1 0-16,0-7 8 0,3 4-8 0,-3-3 0 16,0-3 0-16,0 0 8 0,0-5-8 0,0 2 0 0,0-2 0 15,0 0 0-15,0-3 0 0,0 1 0 0,0-1 0 0,-3 0 8 16,3 3-8-16,0-5 0 0,-3-1 0 0,3 6 8 15,-3-3-8-15,3-2 0 0,0 2 0 0,-2-2 0 16,2-1 0-16,0-2 8 0,-3 0-8 0,3 0 0 16,0-3 0-16,0-5 9 0,-3 6-9 0,3-6 0 15,0 0 8-15,0 0-8 0,0 0 0 0,0 0 0 16,0 0 8-16,0 0-8 0,0 0 0 16,0 0 0-16,0 0 0 0,0 0 0 15,0 0 0-15,0 0 0 0,0 0 8 0,0 0-8 0,0 0 0 0,0 0 0 16,0 0 8-16,0 0-8 0,0 0 0 0,0 0 0 15,0 0 0-15,0 0 0 0,0 0 0 0,0 0 0 16,0 0 0-16,0 0 0 0,0 0 0 0,0 0 0 16,-3-3 8-16,3 3-8 0,-3-3 0 0,3 3 0 15,-6-5 0-15,6 5 0 0,-3-3 0 0,-3 1 0 16,6 2 0-16,-3-3 0 0,3 3 0 0,-6-3 0 16,0 1 0-16,0 2 0 0,6 0 0 0,-6 0 0 15,-3-3 8-15,3 3-8 0,0 0 0 0,-3-5 0 0,0 5 0 0,3 0 0 16,-3 0 0-16,0 0 0 0,-2 0 0 0,-1 0 0 15,3 0 0-15,-6 0 0 0,0 0 0 0,3 5 0 16,-3-5 0-16,-3 0 0 0,3 0 0 0,1 3 0 16,-1-3 0-16,0 2 0 0,0 1 0 0,0 0 0 15,0-3 0-15,0 2 0 0,3-2 0 0,0 3 0 16,3 0 0-16,-2-1 0 16,2 1 0-16,-3 0 0 0,3-3 0 0,0 5 0 0,-3-5 0 0,3 5 0 15,-3-5 0-15,0 3 0 0,3-3 0 0,-3 0 0 16,0 3 0-16,-2-3 0 0,2 2 0 0,0-2 0 15,-3 3 0-15,0-3 0 0,-3 2 0 0,3-2 0 0,0 3 0 0,1 0 0 16,-1-3 0-16,0 2 0 0,3 1 0 0,-3 2 0 16,3-5 0-16,0 0 0 0,0 3 0 0,0-3 0 15,3 3 0-15,0-3 0 0,1 0 0 0,-1 2 0 16,0-2 0-16,3 3 0 0,0-3 0 0,0 0 0 16,6 0 0-16,-9 0 0 15,3 0 0-15,6 0 0 0,-6 0 0 0,6 0 0 0,-6 0 0 0,6 0 0 16,0 0 0-16,0 0 0 0,-6 0 0 0,6 0 0 15,0 0 0-15,0 0 0 0,-9 0 0 0,9 0 0 16,0 0 0-16,0 0 0 0,0 0 0 0,0 0 0 16,0 0 0-16,-6 0 0 0,6 0-8 0,0 0 8 15,0 0 0-15,0 0 0 0,0 0 0 0,0 0 0 16,0 0 0-16,0 0 0 0,-3-5 0 0,3 5 0 16,0 0 0-16,-6-6 0 0,3 1 0 0,3 5 0 15,0-5 0-15,-3-1 0 0,0 4 0 0,3-6 0 16,-3 5 0-16,3-5 0 0,0 0 0 0,0 0 0 15,0 3 0-15,0-3 0 0,0 0 0 0,0 0 0 0,0 0 0 0,0 0 0 16,0-2 0-16,0 2 0 0,0 0 0 0,0 0 0 16,0 0 0-16,3 0 0 0,-3-2 0 0,0 4 0 15,3 1 0-15,-3-6 0 0,3 6 0 0,-3-3 0 16,0 0 0-16,3 3 0 0,-3-3 0 0,0 0 0 16,3 0 0-16,-3 0 0 0,0 3 0 15,0-6 0-15,0 1 0 0,0-1 0 0,0-2 8 0,0 2-8 0,0 1 0 16,0-6 0-16,-3 0 9 0,3 3-9 0,0 0 0 15,-3-3 9-15,3 0-9 0,-3 3 0 0,0-3 0 16,0 0 0-16,3 3 8 16,-3-3-8-16,3 2 0 0,-3-1 8 0,3 1-8 0,-3 1 0 0,3 0 0 15,-3 2 8-15,3-2-8 0,-3 2 0 0,3 1 0 0,0 2 8 16,-3-3-8-16,3 3 0 16,0-2 0-16,0 2 8 0,-2-3-8 0,2 1 0 0,0-1 0 0,0 1 0 15,0-1 0-15,0 3 0 0,-3-5 0 0,3 0 0 16,0 2 0-16,0-5 0 0,0 0 0 0,0 3 0 15,0-5 0-15,0 2 0 0,0-3 0 0,0 1 0 16,0 2 0-16,0 0 0 0,0-3 0 0,0 3 0 16,0 3 0-16,-3-3 0 0,3 6 0 0,0-6 0 15,0 3 0-15,-3 2 0 0,3 0 0 0,-3 4 0 16,3-7 0-16,-3 4 0 0,3-1 8 0,-3 3-8 16,3-2 0-16,-3-1 0 0,0 0 0 0,3 4 0 15,-3-9 0-15,0 2 0 0,3 1 0 0,-3 0 0 0,3-3 0 0,0-2 0 16,-3-1 0-16,3 3 0 0,0-8 0 0,0 6 0 15,0-3 0-15,0 2 0 0,0 1 0 0,0 2 0 16,-3-3 0-16,3 6 0 0,0-3 0 0,0 6 0 16,0-1 0-16,-3-2 0 0,3 2 0 0,0 1 0 15,-3 2 0-15,3-3 0 0,0 0 0 0,-3 1 0 16,3-1 0-16,0 1 0 16,-3-4 0-16,3 1 0 0,0 3 0 0,0-6 0 0,0-3 0 0,3 3 0 15,-3-2 0-15,0-1 0 0,3-2 0 0,-3 5 0 16,0 0 0-16,3-5 0 0,-3 5 0 0,3 0 0 15,-3-2 0-15,3 2 0 0,-3 3 0 0,3 2 0 0,-3-2 0 16,3 2 0-16,-3 6 0 0,3-8 0 0,-3 2 0 0,0 3 0 16,3 3 0-16,-3-3 0 0,3-5 0 0,-3 5 0 15,3 0 0-15,-3 0 0 0,3-5 0 0,-3 5 0 16,3-5 0-16,-3 2 0 16,3-2 0-16,-3 5 0 0,3-8 0 0,0 3 0 0,-3-3 0 15,3 3 0-15,-1-3 0 0,-2 0 0 0,3 3 0 0,0-3 0 16,0 3 0-16,-3-3 0 0,3 5 0 0,-3 1 0 15,3-4 0-15,-3 4 0 0,0-1 0 0,3 3 0 16,-3 0 0-16,0 0 0 0,3 0 0 0,-3 1 0 16,3-1 0-16,-3 2 0 0,3-2 0 0,-3 3 0 15,3 2 0-15,-3-4 0 0,3 1 0 0,-3 4 0 16,3-6 0-16,-3 2 0 0,3 1 0 0,-3 2 0 16,3-5 0-16,-3 3 0 0,3 3 0 0,-3-4 0 15,0-2 0-15,3 3 0 0,-3 2 0 0,0-5 0 16,3 0 0-16,-3 3 0 0,3 0 0 0,-3 2 0 15,0-5 0-15,3 3 0 0,-3 2 0 0,3-5 0 0,0 1 0 16,-3 1 0-16,3 1 0 0,0 2 0 0,-3-5 0 0,3 3 0 16,0 0 0-16,-3-1 0 0,3 1 0 0,-3 0 0 15,3 2 0-15,0-2 0 0,-3 2 0 0,3-5 0 16,0 3 0-16,0 0 0 0,0 2-23 0,0-2 0 16,-3 2 0-16,3-2 0 15,0 2-146-15,3-2-30 0,-3 2-5 0</inkml:trace>
  <inkml:trace contextRef="#ctx0" brushRef="#br1" timeOffset="119841.219">21985 4191 1138 0,'0'0'32'0,"0"0"8"0,0 0-32 0,0 0-8 16,0 0 0-16,0 0 0 15,0 0 104-15,0 0 19 0,0 0 4 0,0 0 1 16,0 0-25-16,0 0-5 0,0 0-1 0,0 0 0 16,0 0-27-16,0 0-6 0,-3-5 0 0,3 5-1 15,0 0-19-15,0 0-4 0,-3-3-1 0,3 3 0 0,-3-2-7 0,-3-1-2 16,0 0 0-16,0 1 0 0,0 2-5 0,0 0-1 15,-3 0 0-15,0-6 0 0,0 6-2 0,0 0-1 0,-3 0 0 16,3 0 0-16,-2 0-7 0,-1 0-2 0,0 0 0 0,0 0 0 16,0 0-3-16,0 0-1 15,-3 0 0-15,3 0 0 0,0-2 0 0,-3 2 0 16,1 0 0-16,-1-5 0 0,0 2-8 0,3 0 0 0,-3 3 0 16,0-2 0-16,0-1 0 15,0 3 0-15,0-3 0 0,1 1 8 0,-1-1-8 0,0 3 0 0,3 0 0 16,-3 0 0-16,0 0 0 0,0 0 0 0,3 0 0 0,0 3 8 15,-2-3-8-15,2 2 0 0,0-2 0 0,-3 0 0 16,3 3 0-16,0-3 0 0,0 0 0 0,0 3 0 16,-3-3 8-16,0 0-8 0,1 0 0 0,-1 0 8 15,-3 0-8-15,0-3 0 0,0 3 9 0,-3 0-9 16,3 0 0-16,-2 0 0 0,-1 0 0 0,0 0 8 16,0 0-8-16,3 3 0 0,-3-3 8 0,1 2-8 15,2-2 0-15,0 3 9 0,3-3-9 0,-3 3 0 16,3-3 9-16,0 0-9 0,0 0 0 0,1 0 9 15,-4 0-9-15,3-3 0 0,0 3 9 0,-3-3-9 16,3 1 0-16,0-1 0 0,-3 3 0 0,4-3 0 0,-1 3 0 16,0-2 0-16,3-1 0 0,-3 0 8 0,0 3-8 0,3-2 0 15,0 2 0-15,-3 0 0 0,3 0 0 16,4-6 0-16,-4 6 0 0,0-2 0 16,0 2 0-16,3 0 0 0,-3 0 0 0,3 0 0 0,0-6 0 0,0 6 0 15,0-2 0-15,0 2 8 16,0 0-28-16,3-3-4 0,-2 3-2 15,-1 0 0-15,0-2 42 0,0 2 9 0,0-3 2 0,-3 3 0 16,3 0-43-16,-3-3-9 0,3 3-2 0,-3-2 0 0,3 2 43 0,0 0 8 0,-3 0 1 16,1-6 1-16,2 6-26 0,-3-2 0 15,3 2 0-15,0 0 0 0,0 0 0 0,-3 0 0 0,3-6 0 16,-3 6 0-16,3 0 0 0,0-2 0 16,0-1 8-16,0 3-8 15,1 0-20-15,-1 0-5 0,0 0-2 0,0-3 0 0,0 3 27 0,0 0 0 0,-3 0 0 0,3-2 0 16,0 2 0-16,0 0 0 0,3 0 0 0,-3 0 0 15,0 0 0-15,3-3 0 0,-2 3 0 0,2 0 0 16,0 0 0-16,0 0 0 0,0-3 0 0,0 3 0 16,0-2 46-16,6 2 14 0,-9 0 4 0,3 0 0 15,0-3-52-15,0 3-12 0,6 0 0 0,-9 0 0 16,3-2 0-16,0 2 0 0,0 0 0 0,0 0 0 16,6 0 0-16,-9 0 0 0,3-6 0 0,0 6 0 15,0 0 0-15,-2 0 0 0,2 0 0 0,0 0 0 16,0 0 0-16,0 0 0 0,0 0 0 0,-3 0 0 15,3 0-16-15,0 0-5 0,3 0-2 0,-3 6 0 0,0-6 23 16,0 0 0-16,6 0 0 0,-6 0 0 16,6 0 0-16,0 0 0 0,-3 0 0 0,3 0 0 15,0 0-9-15,-6 2 9 0,6-2 0 0,0 0 0 16,0 0 0-16,-3 5 0 0,3-5 0 0,0 0 0 0,-6 3 0 0,6-3 0 16,0 0 0-16,-3 5 0 0,3-5 0 0,-3 6 0 15,3-6 0-15,-3 8 0 0,3-8 0 0,-3 2 0 16,3-2 0-16,0 6 0 0,-3-1 0 0,0 0 0 15,3-5 0-15,0 5 0 0,0 3 0 0,0-2 0 16,0-1 0-16,0 3 0 0,0 0 0 0,0 2 0 0,0-2 0 16,3 3 0-16,-3 0 0 0,0 2 0 0,0-3 0 0,3 4 0 15,-3-1 0-15,0 0 0 16,0 3 0-16,0-5 0 0,0 2 0 0,0 0 8 0,0-2-8 16,0-1 9-16,0 6-9 0,0-8 0 15,-3 5-10-15,3-2 10 0,-3-1 0 0,0 1 0 0,0 2 0 0,1-8 0 16,-1 6 0-16,0 2 0 0,0-5 0 0,0 0 0 15,0 3 16-15,0-1 5 0,3-2 2 0,-3 3 0 16,3-1-23-16,-3 6 0 0,3-5 0 0,-3 2 0 16,3 3 0-16,-3-3 0 0,3 0 0 0,0 3 0 15,-3 0 0-15,3-3 0 0,0 1 0 0,-3 2 0 32,3-3-47-32,0 3-13 0,0-8-4 0,0 5 0 0,0-3 103 0,0 1 20 0,0 0 4 0,0 2 1 15,0-5-52-15,0-3-12 0,0 3 0 0,0 0 0 16,0 0 0-16,0 0 0 0,0 0 0 0,0 0 0 15,0-3-11-15,0 3-5 0,0-3 0 0,0 3-1 16,0-3 17-16,0 1 0 0,0 2 0 0,0-3 0 0,0 0 0 16,0 1 0-16,0-6 0 0,0 7 0 0,0-1 0 15,0 2 0-15,0-3 0 0,3 0 0 16,-3-5 0-16,0 6 9 0,0 1-1 0,3-1 0 16,-3-6-8-16,0 5 0 0,0 0 0 0,3 1 0 0,-3-1 8 0,0-5 0 15,0 5 0-15,0-5 0 0,3 6-8 0,-3-6 0 16,0 5 0-16,0-5 0 0,0 5 0 15,0-5 0-15,3 5 0 0,-3-5 0 0,0 0 0 0,3 6 0 16,-3-6 0-16,3 2 0 0,-3-2 0 0,3 6 0 16,3-4 0-16,-6-2 0 0,3 0 18 0,0 3-2 15,-3-3 0-15,5 3 0 0,1-3-25 0,-3 0-6 16,3 0-1-16,0 0 0 0,0 0 16 0,0 2 0 16,0-2 0-16,0 0 0 0,3 0 0 0,-3 0 0 0,0 3 0 0,0-3 0 15,0 0 0-15,3 0 0 0,0 5 0 0,-3-5 0 16,3 0 20-16,-3 0 6 0,2 0 2 0,1 0 0 15,0 0-28-15,0 0 0 0,0 3 0 0,-3-3 0 16,3 0 0-16,0 0 0 0,0-3 0 0,0 3 0 16,-3 0-17-16,3 0-9 15,0-5-2-15,3 5 0 0,-3-3 28 0,2 1 0 0,1 2 0 16,0-3 0-16,3 0 0 0,0 3 0 0,0-2 0 0,0 2 0 16,0 0 0-16,3 0 0 0,-4 0 0 0,7 0 0 15,-3 2 46-15,-3-2 14 0,3 3 4 0,0 0 0 31,-3-1-103-31,2 1-20 0,-2-3-4 0,3 5-1 0,-6-5 76 0,3 3 14 0,-3-1 3 0,-3-2 1 16,3 0-48-16,0 3-10 0,0-3-1 16,-1 3-1-16,1-3 30 0,3 0 0 0,-3 0 0 0,3 0 0 15,0 0 0-15,0 0 0 0,3 0 0 0,-3 2 0 16,-1-2 0-16,4 0 0 0,0 3 0 0,0 0 0 16,0-3 0-16,0 0 0 0,-3 2 0 0,2-2 0 0,-2 3 0 15,0 0 0-15,0-1 0 0,0 1 0 0,-3-3 0 0,0 0 0 16,0 5 0-16,0-5 0 0,0 0 0 0,-1 0 0 15,1 0 0-15,3 0 0 0,-3 0 0 0,3 0 0 16,0 0 0-16,3 0 0 0,-3 0 45 0,2 0 15 16,1-5 4-16,0 5 0 0,0 0-64 0,3-3-18 0,-3 3-1 15,0 0 0-15,-1 0 19 0,1 0 0 16,-3 0 0-16,3 0 9 0,-3 0-9 0,0 0 0 16,3 0 0-16,-6 0 8 0,0 0-8 0,-1 0 0 15,1 0 0-15,0 0 0 0,0 0 0 0,3 0 8 0,0 0-8 0,-3 0 0 16,3 0 0-16,0 0 0 0,2 0 8 15,-2 0-8-15,3 0 0 0,3 0 0 0,-3 3 0 0,0-3 0 16,0 0 0-16,-1 5 0 0,1-5 0 0,-3 0 0 16,3 0 0-16,-3 0 0 0,0 3 8 0,0 0-8 15,0-3 0-15,-4 0 0 0,1 2 0 0,0-2 0 16,0 3 0-16,-3-3 0 0,3 0 0 0,-3 0 0 16,0 0 0-16,0 0 0 0,3 0 0 0,-3 0 0 15,3 0 0-15,-3 0 8 0,-1 2-8 0,1-2 0 16,0 0 0-16,0 0 0 0,0 0 0 0,-3-2 0 15,3 2 0-15,-3 0 0 0,3 0 8 0,-3 0-8 16,3 0 0-16,-3 0 0 0,-3 0 0 0,3-3 8 0,0 3-8 0,-3-2 0 16,-3 2 0-16,6 0 0 0,0 0 8 0,-3 0-8 15,-3 0 8-15,5-3-8 0,-2 3 0 16,-3 0 0-16,6 0 8 0,-3-3-8 0,3 3 0 0,-6 0 0 16,3 0 0-16,-3 0 0 15,0 0 0-15,6 0 0 0,-6 0 0 0,0 0 8 0,0 0 0 0,3-5 0 16,0 0 0-16,-3 5 0 0,3-3 2 0,-3 3 0 15,3-5 0-15,-3 5 0 0,3-6-1 0,0 4 0 16,0-4 0-16,-3 1 0 0,3 0-9 0,0 0 12 16,-3-1-12-16,3-2 12 0,-3 3-12 15,3-3 8-15,0 0-8 0,-3 0 8 0,3 0-8 0,0 0 10 16,-3-2-10-16,3 2 10 0,0-3-10 16,-3 6 10-16,3-6-10 0,-3 1 10 0,3 2-10 0,-3 0 10 0,3-3-10 15,-3 1 10-15,3-1-10 0,-3 1 10 0,3-4-10 0,-3 4 10 16,0-3-10-16,3-1 10 0,-3 4-10 0,0-9 10 15,3 3 0-15,-3 0 0 0,0-2 0 0,0-3 0 16,3 0-2-16,-3-1 0 0,0 1 0 0,3 0 0 16,-3 0 0-16,0 2 0 0,3 1 0 0,-3 2 0 15,0-3 0-15,0 6 0 0,0-3 0 0,0 6 0 16,0-1 0-16,0-5-8 0,3 6 12 0,-3-1-4 16,0-5-8-16,0 6 10 0,0-1-10 0,0 1 10 15,0-4-10-15,0 4 8 0,0-4-8 0,0 1 8 16,0 3-8-16,0-4 0 0,0 4 0 0,0-3 8 15,0 2-8-15,0-2 0 0,0 5 0 0,-3-8 0 16,3 8 0-16,0-3 0 0,0 1 0 0,-3 2 0 16,3 0 0-16,0 3 0 0,-3-3 0 0,3 3 0 15,0-1 0-15,0 1 0 0,-3 0 0 0,3 2 0 16,0 3 0-16,0-5 0 0,0 5 0 0,0 0 0 16,-3 0-19-16,3 0 4 0,0-8 1 0,0 8 0 15,-3 0-7-15,3 0-2 0,0-8 0 0,0 8 0 16,-6-3-4-16,3 1-1 0,-3-1 0 0,0-2 0 15,0 5-64-15,-3-6-14 0,0 4-2 0,-3-4-805 16,-3 1-161-16</inkml:trace>
  <inkml:trace contextRef="#ctx0" brushRef="#br1" timeOffset="151414.525">21467 5120 1594 0,'0'0'35'0,"0"0"7"0,0 0 2 0,0 0 1 0,0 0-36 0,0 0-9 0,0 0 0 0,0 0 0 15,0 0 80-15,0 0 15 0,0 0 2 0,0 0 1 16,0 0-36-16,0 0-7 0,0 5-2 0,-3 3 0 0,0 0-5 0,3 5-2 16,-3-7 0-16,0 7 0 15,3 0-8-15,-3 0-2 0,3 1 0 0,-3 1 0 0,0 1-7 0,3 0-1 16,-3 0-1-16,0 3 0 0,3-1-10 16,0 3-1-16,-3 3-1 0,3 5 0 0,0 0-5 0,0 0-1 15,0 1 0-15,0-1 0 0,0-3-9 16,0 1 12-16,3-4-12 0,-3 1 12 0,0-3-12 0,3-2 0 15,-3-1 9-15,0 4-9 0,3-7 0 0,-3 4 0 16,3 0 0-16,-3-1 0 0,3 1 0 0,-3-1 0 0,3-2 0 16,-3 2 0-16,3 1 0 0,0-3 0 15,-3 0 0-15,3 0 0 0,0-3 0 0,-3 0 0 16,3 0 0-16,0-2 0 16,0-1-149-16,0 1-35 0,0-3-6 0,-3 3-795 0</inkml:trace>
  <inkml:trace contextRef="#ctx0" brushRef="#br1" timeOffset="151980.215">21297 6030 1958 0,'0'0'43'0,"0"0"9"0,0 0 1 0,0 0 3 0,0 0-45 0,0 0-11 0,0 0 0 0,0 0 0 16,0 0 87-16,0 0 15 15,0 0 3-15,0 0 1 0,3-5-53 0,-3 5-10 16,3-3-3-16,3 3 0 0,0 0-16 0,0 3-4 0,0-3-1 16,3 5 0-16,0 1-10 0,-3-4-1 0,3 6-8 15,0-3 12-15,-4 3-12 0,1-2 8 0,0 2-8 0,0 0 0 16,3-3 8-16,-3 3-8 0,0-3 0 0,0 6 0 15,3-6 18-15,-3 3-2 0,0-3-1 0,3 3 0 16,-3-3-15-16,0 1 0 0,3-1 0 16,0-2 0-16,0-1 0 0,0 1 0 0,-1 0 0 0,-2-3 0 15,3 0 0-15,0-3 0 16,0 3 0-16,3-3 0 0,0 1 0 0,0-4 8 0,0 4-8 0,0-4 0 16,0 1 39-16,0 0 1 0,-1-1 1 0,4 1 0 15,-3 0-5-15,0 0 0 0,-3-1-1 0,3-2 0 16,-3 3-16-16,3-3-3 0,-3 0-1 0,0 3 0 15,0-3-15-15,-3 0 0 0,2 3 0 0,-2-1 0 16,0 1-20-16,-3 0-11 0,0 0-1 0,0 2-835 16,0-2-166-16</inkml:trace>
  <inkml:trace contextRef="#ctx0" brushRef="#br1" timeOffset="191241.817">21714 6678 1758 0,'0'0'36'0,"0"0"10"0,0 0-37 0,-6-2-9 0,6 2 0 0,-6 0 0 16,0 0 67-16,0 0 11 0,0 2 2 0,0-2 1 16,0 3 38-16,0 0 7 0,0-1 2 0,0 1 0 15,-3 2-103-15,0 3-25 0,0-2 0 0,-2 4 0 16,-1-2 56-16,0 5 7 0,-3-2 1 0,0 2 0 16,0 3-52-16,-3 0-12 0,3 0 0 0,-2 0 0 15,-1 2 13-15,0 1 0 0,3-3 0 0,-3 5 0 16,0-3-13-16,0 1-18 0,0-1 4 0,-2 3 1 15,2-2 13-15,-3 2 0 0,3 0 0 0,-3 3 0 16,3-5 0-16,1 2 0 0,-1-3 0 0,0 1 0 16,0-6-156-16,3 0-29 0,-3-2-6 0</inkml:trace>
  <inkml:trace contextRef="#ctx0" brushRef="#br1" timeOffset="191536.808">21243 6694 1824 0,'-2'-8'76'16,"-1"0"-60"-16,3 3 140 0,-3 0 29 0,3 5 6 0,0 0 1 15,0 0-103-15,0 0-20 0,6-3-4 0,-6 3-1 16,5 0 0-16,1 6 0 0,0-1 0 0,0 3 0 16,0 2-51-16,3 1-13 0,0 2 0 0,0 6 0 15,0-3 0-15,3-1 0 0,0 4 0 0,0 0 0 16,0-1 0-16,0 1 0 0,-1 2 0 0,4-3 0 15,-3 1 0-15,3-3 0 0,-3 2 0 0,6 1 0 16,-3-3 31-16,3 5 3 0,-1-3 1 0,1 3 0 16,0-2-5-16,0-1-1 0,0 1 0 15,-3-3 0-15,0 0-29 0,0-3 0 0,-4 0 0 0,1-2 0 16,0-3-29-16,-3 0-12 16,3-3-3-16,-6 0 0 0,0-2-84 0,0 0-18 15,-3-1-3-15</inkml:trace>
  <inkml:trace contextRef="#ctx0" brushRef="#br1" timeOffset="196508.952">21880 7136 1036 0,'0'0'23'0,"0"0"5"0,-2 6 0 0,-1-1 1 0,0 0-29 0,0 0 0 0,0 1 0 0,0-1 0 15,0 0 55-15,0 1 5 0,0-1 0 0,0 0 1 16,3-5-2-16,-3 5-1 0,0 1 0 0,0-1 0 0,3-5 6 0,0 0 2 15,0 0 0-15,-3 5 0 0,3-5-5 0,0 0-1 16,0 0 0-16,0 0 0 0,0 0 3 0,0 0 0 16,0 0 0-16,0 0 0 0,0 0-7 0,0 0-2 15,0 0 0-15,0 0 0 0,0-5-10 0,0 0-1 16,0-1-1-16,3 1 0 0,0 0-6 16,0 0 0-16,0-1-1 0,0 1 0 0,3 2-8 15,0-2-2-15,0 0 0 0,0-1 0 0,-1 4-9 0,1-3-3 16,0 2 0-16,3 0 0 0,-3 3-5 0,3-2 0 15,0-1-8-15,0 3 12 0,-3 0-12 0,3 0 0 16,0 3 8-16,-3-1-8 0,3 1 0 0,-3 2 0 16,-3-2 0-16,3 5 0 0,-3-3 0 0,0 3 0 15,-3 0 0-15,0 0 0 0,-3 0 0 0,-3 2 0 0,3-2 0 16,-3 3 0-16,-3 0-11 0,0-4-1 0,0 4-1 0,0 0 0 16,0-1 4-16,0-2 1 0,0 3 0 0,0-1 0 15,0-2 8-15,0 3-10 0,3-3 10 0,1 0-10 16,-1 0 10-16,0 0 0 0,0 0 0 0,0-3 0 15,3 0 0-15,-3 3 0 0,3-3 0 0,0 1 0 16,3-6 0-16,0 5 0 0,-3 0 0 0,3 3 0 16,0-8 0-16,3 5 0 0,0 1 0 0,-3-6 0 15,3 2 0-15,0 4 0 0,3-4 9 0,0 1-9 16,0 0 17-16,0-1-3 0,2-2-1 0,-2 0 0 16,3 0 1-16,3 0 0 0,-3 0 0 0,3 0 0 15,3-2-6-15,-3 2-8 0,3 0 11 0,0 0-11 16,-3-3 8-16,2 3-8 0,1 0 0 0,0 0 0 0,-3 0 0 15,0 0 0-15,3 0 0 0,-3 0 0 16,0 3-26 0,-3-3-6-16,0 0 0 0,0 2-1 15,-4-2-93-15,4 3-18 0,-3 0-4 0,0-1-565 0,-3 1-113 0</inkml:trace>
  <inkml:trace contextRef="#ctx0" brushRef="#br0" timeOffset="-194494.328">19684 4593 1436 0,'0'0'60'0,"0"0"-48"15,-3 3 100-15,0 5 20 0,0-3 4 0,-3 9 1 16,0-7-29-16,0 4-7 0,-3 8-1 0,0-6 0 15,-3 5-40-15,3 1-8 0,-3 5-1 0,-3-6-1 16,1 6-15-16,-1 0-3 0,-3 2-1 0,-3 3 0 16,3 3-7-16,-3 3 0 0,0 4-1 0,-2 4 0 15,-4-1-2-15,3 0 0 0,-3 3 0 0,-2 6 0 16,-1-4 3-16,0 1 1 0,0 2 0 0,-6 3 0 16,7-5-5-16,-4 2-2 0,3-3 0 0,0 6 0 15,4-8-1-15,2 0 0 0,3 0 0 0,-3 0 0 16,6-5-17-16,0 0 0 0,1 2 0 0,2-5 0 15,3-5 9-15,3 0-1 0,-3-1-8 0,3-4 12 16,3-3-12-16,3-3 0 0,-3 0 0 0,3-3 0 16,0 1 0-16,3-3 0 0,0-3 0 0,-3 0 0 15,3 1-82-15,3-6-16 0,-3-1-3 0</inkml:trace>
  <inkml:trace contextRef="#ctx0" brushRef="#br0" timeOffset="-193856.65">18675 6078 2030 0,'0'0'57'0,"0"0"14"0,0 0-57 16,0 0-14-16,0-5 0 0,0 5 0 0,0 0 54 0,0 0 8 0,0 0 2 0,0 0 0 16,0 0 0-16,0 0 0 0,0 0 0 0,0 0 0 15,0 0 0-15,0 0 0 0,0 0 0 0,0 0 0 16,0 0-64-16,3 8 0 0,0-1-9 0,0 1 0 15,0 3 9-15,-3 0 0 0,3-1 0 0,0 6 0 16,0-3 0-16,-3 6 0 0,2-3 0 0,1 2 0 16,0 1 8-16,0-3 0 0,0-1 0 15,0 1 0-15,0-2-8 0,0-1-12 0,3 0 4 0,0-2 0 16,0-3 8-16,0-3 0 0,3-3 0 0,-3 1 0 16,6 0 0-16,0-6 0 0,3-2 0 0,0 0 8 15,-1-1 16-15,4-4 3 0,0 2 1 0,3-3 0 16,-3-2 10-16,3 0 2 0,-3-1 1 0,2-1 0 15,-2 1-20-15,0-2-4 0,3 1-1 0,0-1 0 16,-3 2-16-16,0 1 0 0,-1 3 0 0,1-1 0 16,0 0-16-16,-3 4-11 0,0 1-1 15,0-2-1-15,0 3-158 0,-3 0-31 0</inkml:trace>
  <inkml:trace contextRef="#ctx0" brushRef="#br0" timeOffset="-180466.519">18624 6837 1576 0,'0'0'32'0,"0"0"9"0,-3-2-33 0,3 2-8 0,-3-6 0 0,3 6 0 16,0-5 95-16,0 5 17 0,-3-5 3 0,3 5 1 15,0 0-20-15,-3-6-4 0,3 6-1 0,0 0 0 16,0-2-25-16,0 2-5 0,0 0-1 0,-3-5 0 16,3 5-18-16,0 0-4 0,0 0-1 0,-3-6 0 15,3 6-13-15,0 0-2 0,-6-2-1 0,0 2 0 16,0 2-21-16,-3 4 0 0,0-1 0 0,-2 3-8 15,-4 0 20-15,0 2 4 0,-6 1 0 0,0 2 1 16,-6-2-27-16,4 2-6 0,-4 0 0 16,-3 0-1-16,3 1 17 0,3 1 0 0,1 1 0 0,-1 3 9 15,0-3-9-15,6 0 0 0,0-1 0 0,0 1-11 16,1 0-129 0,2-3-25-16,0 1-6 0</inkml:trace>
  <inkml:trace contextRef="#ctx0" brushRef="#br0" timeOffset="-180095.348">18189 6790 1539 0,'0'0'64'15,"3"-8"-51"1,-3 2 78-16,0 6 15 0,3-2 3 0,-3 2 1 0,3-6-14 0,-3 6-4 0,0 0 0 0,0 0 0 16,6 0-21-16,-3 0-5 0,-3 0-1 0,6 6 0 15,0-4-52-15,-3 6-13 0,3-2 0 0,0 4 0 16,0-2 0-16,0 3 0 0,0-1 0 0,0 1 0 16,0-1 54-16,0 4 8 15,0-4 2-15,0 1 0 0,0 2-52 0,0 0-12 0,0 1 0 0,3 1 0 16,-3 1-11-16,2 3-5 0,-2-3 0 0,3 5-1 15,0-3 17-15,0 4 0 0,0-1 0 0,0 0 0 16,-3-3 0-16,3 1 0 0,0-3 0 0,-3 2 0 16,0-4 8-16,3-1-8 0,-3 0 0 15,0 0 0-15,-3-2-19 0,3-1-9 0,-1 1-3 0,-2 0 0 16,3-3-94-16,0-1-19 0,-3 1-4 0</inkml:trace>
  <inkml:trace contextRef="#ctx0" brushRef="#br0" timeOffset="-179812.698">18630 7112 1758 0,'0'0'36'0,"0"0"10"0,0 0-37 16,0 0-9-16,0 0 0 0,0 0 0 0,0 0 108 0,0 0 19 0,0 0 4 15,0 0 1 1,0 0-58-16,0 0-11 0,0 0-3 0,0 0 0 15,0 8-34-15,-3 0-7 0,3 0-2 0,0 0 0 16,0 0 19-16,0 3 3 0,0-1 1 0,0 1 0 0,0-1-13 0,0 4-3 0,0-4 0 0,0 4 0 16,0-1-24-16,0 0 0 0,0 0 0 0,0 3 0 15,0-3 0-15,-3-2 0 0,3-1 0 0,-3 1 0 16,3 2 0-16,0-2 0 0,-3-3 0 0,3 2 0 16,-3-2-20-1,0 0-10-15,3 0-2 0,-3 0 0 0,3-8-102 16,-3 5-21-16,3-5-4 0</inkml:trace>
  <inkml:trace contextRef="#ctx0" brushRef="#br0" timeOffset="-179258.521">18056 6591 1526 0,'0'0'43'0,"0"0"10"0,0 0-42 0,0 0-11 0,0 0 0 15,0 0 0-15,0 0 85 0,0 0 15 0,0 0 4 0,3-2 0 16,-3 2-14-16,2-3-2 0,4 0-1 0,-3 1 0 15,3-1-19-15,0 3-4 0,3-3-1 0,-3 3 0 16,6 0-18-16,-3-2-3 0,3 4-1 0,0-2 0 16,0 0-9-16,0-2-1 0,3 2-1 0,2 0 0 15,1 0-22-15,6 2-8 0,3-2 0 0,0 3 0 16,2 2 25-16,4-2-1 0,0 2 0 0,0 0 0 16,-7 1-16-16,1-1-8 0,-3-2 0 0,-3 2 8 15,0-2-28-15,-3-1-5 0,2-2-2 0,-5 3 0 16,0-3 73-16,0 3 14 0,-3-1 4 0,0-2 0 15,-3 3-52-15,0 0-12 0,-3-1 0 0,0-2 0 16,0 3-48-16,-6-3-13 0,6 2-3 16,-6-2 0-16,0 0-118 0,0 0-24 0,0 0-5 0</inkml:trace>
  <inkml:trace contextRef="#ctx0" brushRef="#br0" timeOffset="-157946.964">17907 8838 1337 0,'3'-16'56'0,"0"0"-44"15,-3 0 128-15,3 0 25 0,-3 0 6 0,0 0 1 16,0 3-20-16,0 0-3 0,-3 0-1 0,0 2 0 15,0 3-67-15,0 0-13 0,-3 0-4 0,3 3 0 16,-3 0 0-16,0 5 0 0,0-3 0 0,-3 6 0 16,0-1-51-16,3 4-13 0,-3 2 0 0,-3 2 0 15,3 3 0-15,0 6 0 0,1 2 0 0,2 3 0 16,-3 2 0-16,3 3 0 0,0 1 0 0,0 4 0 16,0 0 0-16,0 1 0 0,3 2 0 0,0 3 0 15,0-1 0-15,3 1 0 0,0 0 0 0,0 2 0 0,3-2 0 0,-3-3 0 16,3 0 0-16,-3 2 0 0,0-4 0 15,0 2 0-15,0-3 0 0,-3 1 0 0,0-1 0 0,0-2 0 16,0 2 0-16,0-5 0 0,-3 0 0 0,0 0 0 16,0-2 0-16,-3-1 0 0,0-4-10 0,0-1-2 15,-3-3 0-15,4 1 0 16,-4-1-31-16,3-2-6 0,-3 0-2 0,0-3 0 16,-3 1 18-16,3-4 3 0,0 1 1 0,3-3 0 15,-3-3-127-15,3-2-24 0,0-3-6 0</inkml:trace>
  <inkml:trace contextRef="#ctx0" brushRef="#br0" timeOffset="-157769.242">17573 9388 2066 0,'3'-11'43'0,"-3"1"10"0,3 2-42 0,0-3-11 0,0 3 0 0,0 0 0 16,3 3 104-16,-3 0 20 0,3 0 3 0,0-1 1 15,0 1-52-15,0 0-9 0,3-1-3 0,0 4 0 16,0-1-51-16,0 0-13 0,3 1 0 0,-1-1 0 15,1 3 0-15,3-2 0 0,-3 2 0 0,6 0 0 16,-3-3-100-16,0 3-22 0,3 0-5 0</inkml:trace>
  <inkml:trace contextRef="#ctx0" brushRef="#br0" timeOffset="-157370.477">18493 9346 1824 0,'-6'0'38'0,"-3"5"8"0,6-5-37 16,3 0-9-16,0 0 0 0,0 0 0 0,0 0 106 0,0 0 19 0,0 0 4 0,0 0 1 15,0 0-51-15,3 5-11 0,6-2-1 0,-3 0-1 16,6-1-7-16,0-2-2 0,0 3 0 0,3-3 0 16,0 0-17-16,-1 0-3 0,4-3-1 0,3 1 0 15,-3-1-16-15,3 3-4 0,3-5-1 0,-1 2 0 16,-2 3-15-16,3-3 8 0,0 1-8 0,3-1 0 15,-6 3 0-15,2-3 0 0,-5 3 0 16,3-2 0-16,-3 2-29 0,0 0-6 16,-6 0-1-16,0 2 0 15,-3-2-114-15,-1 3-23 0,-2 0-5 0</inkml:trace>
  <inkml:trace contextRef="#ctx0" brushRef="#br0" timeOffset="-157137.871">18576 9594 2310 0,'0'0'48'0,"0"0"11"0,0 0-47 15,0 0-12-15,0 0 0 0,0 0 0 16,0 0 91-16,0 0 16 0,0 0 3 0,0 0 1 16,0 0-31-16,0 0-7 0,6 0-1 0,0 0 0 0,3 0-50 0,-3 0-10 0,3-2-3 0,3 2 0 15,0 0 43-15,0-3 9 0,6 3 2 0,-3-3 0 16,5 1-50-16,-2-1-13 0,3 3 0 0,3-2 0 15,-3-1 9-15,0 0-9 0,-1 1 10 16,1-1-10 0,3-2-66-16,-3 2-19 0,3-2-4 0</inkml:trace>
  <inkml:trace contextRef="#ctx0" brushRef="#br0" timeOffset="-150969.904">19898 9213 2055 0,'0'-5'43'0,"0"0"9"0,0-1-41 0,-3 1-11 16,3 3 0-16,0 2 0 0,-3-6 107 0,0 1 19 0,3 5 4 0,-3-3 1 16,3 3-54-16,-6-2-10 0,3 2-3 0,-3 2 0 15,-3-2-37-15,3 6-8 0,-3-1-2 0,1 3 0 16,-1 0-8-16,-3 2-1 0,3 4-8 15,-3-1 12-15,0 3-12 0,-3 0 0 16,0-1 8-16,-3 4-8 0,0-1 0 0,-2-2 0 0,-1 3 0 0,0-1 0 31,-3 1-28-31,0-1 2 0,1 4 0 0,-1-1 0 16,3-3-28-16,-3 1-6 0,6-1 0 0,-3 1-1 0,1-6-119 0,2 3-23 16</inkml:trace>
  <inkml:trace contextRef="#ctx0" brushRef="#br0" timeOffset="-150720.242">19425 9287 2508 0,'0'-7'71'0,"3"-4"16"16,-3 6-70-16,0-3-17 0,0 8 0 0,0 0 0 16,3-3 55-16,-3 3 7 0,3-3 2 0,3 3 0 15,0 0 0-15,0 6 0 0,0-4 0 0,-1 4 0 0,7 2-52 0,-3 0-12 0,3-1 0 0,3 4 0 31,-3 0 0-31,6 2 8 0,-3 0-8 0,0 3 0 16,0-3 8-16,2 6-8 0,-2-3 0 0,3 5 9 0,0 0-9 0,0 0 0 16,0 0-12-16,-3 0 12 15,-1-2-59-15,1-1-4 0,0 1-1 0,-6-3 0 16,3-3-145-16,-6 0-30 0</inkml:trace>
  <inkml:trace contextRef="#ctx0" brushRef="#br0" timeOffset="-150503.765">19952 9565 2066 0,'0'-13'43'0,"0"2"10"16,0-2-42-16,0 3-11 0,0-1 0 0,0 0 0 0,0 1 156 0,0 2 28 0,-3 0 7 0,3 0 1 16,-3 3-103-16,3 2-20 0,0 3-4 0,0 0-1 15,0 0-15-15,0 0-3 0,0 0-1 0,0 8 0 16,-3 0-28-16,3 5-5 0,0 3-2 0,-3 0 0 16,3 3-10-16,0-1 10 0,0 1-10 0,0 2 10 15,0-3-10-15,-3 1 0 0,3-1 0 0,0-2 0 16,0 3 0-16,-3-3 0 0,0-1 0 0,3 4 0 15,-3-3-15-15,0 0-5 0,0 0 0 0,0-1-1 32,0-1-72-32,0 2-15 0,0-6-2 0,0 3-1 0,0-2-123 0,0-3-25 0</inkml:trace>
  <inkml:trace contextRef="#ctx0" brushRef="#br0" timeOffset="-150142.255">19365 8793 1774 0,'0'0'75'0,"0"0"-60"16,3 2 83-16,0 4 17 0,-3-6 3 0,3 5 1 15,3-2-26-15,-3 2-5 0,3-3 0 0,0 1-1 16,3 0-27-16,0 2-4 0,0-5-2 0,6 3 0 16,-3-1-12-16,5-2-2 0,-2 3-1 0,6-3 0 15,3 0-17-15,0-3-3 0,0 1-1 0,2 2 0 16,1-3-2-16,3 0 0 0,-3-2 0 0,0 2 0 31,-4 1-64-31,4-3-12 0,0 2-4 0,3 0 0 0,-1 1-112 0,7-1-24 0,0 3-4 16</inkml:trace>
  <inkml:trace contextRef="#ctx0" brushRef="#br0" timeOffset="-149704.068">20532 9354 1990 0,'0'0'41'0,"0"0"11"0,0 0-42 0,0 0-10 0,0 0 0 0,0 0 0 16,0 0 77-16,6-3 14 0,0 3 2 0,0-3 1 15,0 3-24-15,3-2-5 0,0 2-1 0,0 0 0 16,3-3-12-16,2 3-4 0,1-3 0 0,3 3 0 15,3-2-33-15,0 2-7 0,6 0-8 0,-1-3 11 16,1 3 25-16,3 0 6 0,0 0 1 0,0-3 0 16,-4 3-33-16,1 0-10 0,-3 0 0 0,0 0 0 15,-3 0 0-15,-4-2 0 0,4 2 0 0,-6-3 0 16,0 0-28-16,0 1-13 0,-3 2-3 0,0-5 0 16,-3 2-171-16,-3 0-34 0</inkml:trace>
  <inkml:trace contextRef="#ctx0" brushRef="#br0" timeOffset="-149440.019">20895 9160 2272 0,'-12'-10'48'0,"0"-1"9"0,3-2-45 0,1 5-12 0,2-2 0 0,0-1 0 16,3 6 98-16,0-3 18 0,0 2 3 0,0 1 1 16,3 5-38-16,0 0-7 0,0 0-2 0,0 0 0 15,0 0-29-15,0 0-5 0,0 0-2 0,3 8 0 16,0 0-16-16,-3 5-3 15,3 0-1-15,-3 6 0 16,0 0-5-16,3-1-2 0,-3 3 0 0,0 3 0 0,3-3-10 0,-3 0 0 0,0 1 9 16,3-1-9-16,-3 0 0 0,0 3 8 0,0-3-8 15,0 5 0-15,0 1 0 0,0-1 0 0,0 3 0 0,0-2 0 16,0-1 8-16,3-2-8 0,-3 0 8 0,0-3-8 16,3-2-27-16,-3-4-9 15,3-1-3-15,0-1 0 0,2-3-110 0,-2-2-23 16,3-2-4-16</inkml:trace>
  <inkml:trace contextRef="#ctx0" brushRef="#br0" timeOffset="-149006.056">22014 9221 1579 0,'0'0'32'0,"0"0"10"15,0 0-34-15,0 0-8 0,0 0 0 0,0 0 0 0,0 0 104 0,0 0 20 0,0 0 3 0,0 0 1 16,0 0 0-16,0 0 0 0,0 0 0 0,0 0 0 16,0 0-52-16,0 0-9 0,0 0-3 0,0 0 0 15,-6 0 0-15,-2 0 0 0,-1 3 0 0,0 0 0 16,-3-1-56-16,0 1-8 0,-3 2 0 0,0 0-12 16,0 1 12-16,0 2 0 0,-3 0 12 0,4 2-12 15,-4 1 0-15,0-1 0 0,3 6 0 16,-6-3 0-16,0 3 0 0,-2-2 0 0,-4-1 0 0,0 3 0 31,0 0-44-31,-3-1-16 0,1 1-4 0,2 0 0 16,0-3 0-16,3 3 0 0,0-5 0 0</inkml:trace>
  <inkml:trace contextRef="#ctx0" brushRef="#br0" timeOffset="-148757.167">21520 9182 2214 0,'0'-24'46'0,"3"3"11"0,0-1-45 16,0 4-12-16,0 2 0 0,0 3 0 0,0 2 73 16,0 3 13-16,0 0 2 0,-3 3 1 0,3 2-20 0,-3 3-4 0,0 0-1 0,0 0 0 15,6 6 0-15,-3 2 0 0,3 2 0 0,0 6 0 16,-3 3-51-16,3 2-13 0,0 3 0 0,0-1 0 16,0 1 0-16,3-3 0 0,-3 3 0 0,3 0 0 15,-4-3 0-15,4 3 0 16,3-3 0-16,-3 3 0 0,3 0 0 15,-3 2 0-15,3 1 0 0,0 2 0 0,-3-3 0 16,3 1 0-16,0-3 0 0,0 2-10 16,-1-7-97-16,1-1-19 0,-3-5-4 0</inkml:trace>
  <inkml:trace contextRef="#ctx0" brushRef="#br0" timeOffset="-148408.44">21928 9573 2228 0,'0'-8'63'0,"0"0"14"0,0 0-61 0,3 0-16 0,0 1 0 0,0-1 0 16,0 0 114-16,3 0 20 0,0 2 4 0,0 1 1 16,3 0-60-16,0 0-12 0,3 2-3 0,-3 0 0 15,0 3-51-15,2 0-13 0,1 3 0 0,-3 0 0 16,0 2 0-16,0 0 0 0,0 3 0 0,3 0 0 16,-6 0 54-16,0 3 8 0,0-1 2 0,-3 3 0 15,0 1-103-15,-3-1-20 0,-3 3-4 0,0 0-1 16,-3-1 52-16,-3 1 12 0,0 0 0 0,0 0 0 15,-3-3-54-15,0 3-8 16,0-3-2-16,0-2 0 0,1 2 52 0,2 0 12 0,0-2 0 0,3 0 0 16,0-3 0-16,3 2 0 0,3-5 0 0,0 3 0 15,3-2 48-15,3-4 13 0,3 4 3 0,3-6 0 16,2 2-52-16,4-2-12 0,3-2 0 0,0 2 0 16,3-3 54-16,-6 0 8 0,2 1 2 0,1-4 0 0,0 4-52 0,0-4-12 15,0 1 0-15,3 0 0 0,-4 2 0 0,4-2 0 16,3 2 0-16,-3 1 0 15,0-4-114-15,2 6-26 0,-2-2-4 0</inkml:trace>
  <inkml:trace contextRef="#ctx0" brushRef="#br0" timeOffset="-144830.943">20791 11328 2310 0,'3'-8'48'0,"3"0"11"16,-3 0-47-16,0 0-12 0,0 0 0 0,-3 0 0 16,0 0 104-16,-3 0 20 0,0 0 3 0,-3 0 1 15,-3 3-52-15,0-3-9 0,-3 0-3 0,-3 3 0 16,-3-1-51-16,1 4-13 0,-4-4 0 0,-3 6 0 15,3 0 31-15,-3 3 3 0,1 0 1 0,-7 2 0 16,0 3-27-16,-3 0-8 0,-2 0 0 0,2 5 0 0,3-5 0 16,3 3 0-16,-3 2 0 0,7-3 0 0,5 4 0 0,3-1 0 15,3 0 8-15,3 0-8 0,6 3 0 0,3-3-9 16,3 1 1-16,3-1 0 16,3 3-18-16,3-3-3 0,3 3-1 0,3 0 0 0,2 0 30 0,1 0 0 15,3-1 0-15,-3 1 0 0,0-3 10 16,0 1 8-16,-1-4 2 0,-5 4 0 15,3-4-20-15,-6 1 0 0,-3-1 0 0,-3 1 0 0,0-1-12 0,-3-2-7 0,-6 6-1 16,0-4 0-16,-6 1 20 0,-3-1 0 0,-3 1 0 0,-6 2 0 16,-2-2-9-16,-4 2-5 0,-3 0-1 0,-3 0 0 15,1 1 15-15,2-1-12 0,-3-2 12 0,0 2-12 16,1-5-15-16,2 0-2 0,0-3-1 16,6-2 0-16,3-3-213 0,3-6-42 15</inkml:trace>
  <inkml:trace contextRef="#ctx0" brushRef="#br0" timeOffset="-144469.479">20886 11394 2310 0,'30'-3'48'0,"-21"3"11"16,0 3-47-16,-3-3-12 0,-3 2 0 0,-3-2 0 16,0 0 104-16,0 0 20 0,0 6 3 0,-3-1 1 15,-3 3-52-15,0 2-9 0,-3 1-3 0,0 0 0 16,-3 2-64-16,3 3-19 0,-3 0-1 0,0 5 0 15,4-3 20-15,2 3 0 0,-3 1 0 0,3-1 0 16,3 0 0-16,3-3-8 0,0 1 8 0,6-1 0 16,0-2-9-16,3-2 9 0,2 1 0 0,4-1-9 15,0-4 9-15,3 1-10 0,3-3 10 0,0-3-10 16,-3-2 10-16,2-3 0 0,1 0 0 0,0-6-8 0,0 4 8 0,0-6 8 0,0 3-8 16,-1-6 11-16,-2 0 13 0,0 3 2 0,0-5 1 15,-3 3 0-15,0-6 22 0,-3-3 5 0,-3 3 1 0,0-5 0 16,-3-3-15-16,-1 1-2 0,-2-1-1 15,-3 0 0-15,0 0-15 16,-5 3-3-16,-1 0-1 0,-3 2 0 0,-6 1 0 0,0 2 0 0,0 0 0 0,-3 3 0 16,-3 0-33-16,-3 2-6 0,1 0-2 0,-4 3 0 31,3 1-21-31,-3 1-4 0,-2 4 0 0,-1-1-1 0,3 3-142 16,-3 3-28-16,3-3-5 0</inkml:trace>
  <inkml:trace contextRef="#ctx0" brushRef="#br0" timeOffset="-144138.942">21622 11320 2310 0,'0'0'48'0,"0"0"11"15,0 0-47-15,0 0-12 0,0 0 0 0,0 0 0 0,0 0 53 0,0 0 9 16,0 0 2-16,0 0 0 0,0 0 0 0,0 0 0 0,0 5 0 0,0 3 0 16,0 0-52-16,-3 2-12 0,0 1 0 0,0 5 0 15,0 0 0-15,0 2 0 0,0 1 0 0,0 2 0 16,0 5 0-16,0 3 0 0,0 1 0 0,-3 1 0 16,3-2 0-16,0 1 0 15,0-1 0-15,0 2 0 0,3-4 0 16,-6 2 0-16,3-3 0 0,0 4 0 15,-3-4 0-15,3 3 0 0,-3-2 0 0,0-1 0 16,0-2 0-16,3-3 0 0,-3 0 0 0,0-5 0 16,3-3-202-16,0-2-43 0,0-3-9 0</inkml:trace>
  <inkml:trace contextRef="#ctx0" brushRef="#br0" timeOffset="-143838.094">21645 11380 2567 0,'0'-21'53'16,"0"0"14"-16,3 0-54 0,0 5-13 0,0-2 0 0,3-1 0 16,-3 3 51-16,3 3 7 0,0-3 2 0,0 3 0 15,3 2 3-15,0 1 1 0,3 2 0 0,0 0 0 16,0 2 0-16,3 4 0 0,-1-1 0 0,4 6 0 16,-3-1-55-16,3 4-9 0,0 2 0 0,0 2 0 15,0 4 0-15,-1-1 0 0,1 5 0 0,0-2 0 16,0 3 8-16,-3-3-8 0,3 2 0 0,-6 1 8 15,-6-4-8-15,0 4 0 0,-3-3 0 0,-3 2 0 16,-6 1 0-16,0-1 0 0,-6-2 0 0,-3 3-11 16,-3-1 3-16,0 1 0 0,-3-1 0 0,-5-2 0 15,2 0-3-15,-3-3 0 0,-3 1 0 0,-3-4 0 16,4 1-20-16,-4-6-4 0,0 3-1 0,-3-3 0 16,7-5-131-16,-1 0-26 0,0-2-6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336.48792" units="1/cm"/>
          <inkml:channelProperty channel="Y" name="resolution" value="378.5488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2-07T22:42:32.88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9218 7382 1094 0,'3'-5'46'0,"0"-3"-37"15,0 3 95-15,0 0 20 0,0-1 3 0,-3 1 1 16,0 0-52-16,0 5-9 0,0-3-3 0,0 3 0 16,0 0 0-16,-3-5 0 0,-3 2 0 0,0 3 0 15,0 0 0-15,-3 0 0 0,3 0 0 0,-3 3 0 16,0 2-51-16,-3 0-13 0,0 1 0 0,4 4 0 16,-4 3 0-16,0 3 0 0,-3 3 0 0,3 5 0 15,3-1 0-15,-3 9 0 0,3 0-9 0,0 2 9 16,3-2 0-16,0 0-9 0,3 0 9 0,0-1 0 15,0 1 0-15,3-3 0 0,3 3 0 0,-3 2 0 16,3-2 0-16,3 0 0 0,0 2 0 0,-3-2-8 16,3-3 8-16,0-2 0 0,-3-4 0 0,3 1-8 15,-3-5 8-15,0-1 14 0,0-2-3 0,0 0-1 16,-3-3-59-16,0 0-12 0,0 1-3 16,-3-1 0-16,0-3 28 0,0 4 6 0,-3-1 1 15,0-2 0-15,0-1-56 16,0 1-11-16,-3-1-3 0</inkml:trace>
  <inkml:trace contextRef="#ctx0" brushRef="#br0" timeOffset="260.567">8760 7877 1580 0,'0'0'67'16,"3"0"-54"-16,3 0 41 0,-1 0 8 0,4 0 2 0,0 0 0 15,3 0 51-15,0 0 10 0,3-3 3 0,0 1 0 16,0-1-103-16,3-2-25 0,0-3 0 0,2 3 0 16,4-1 56-16,3-2 7 0,0-2 1 0,5 2 0 15,1 3-64-15,3-3 0 0,0 2-12 0,2-2 2 16,-2 3 10-16,0-3 14 0,0 0-3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336.48792" units="1/cm"/>
          <inkml:channelProperty channel="Y" name="resolution" value="378.5488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2-07T22:43:02.90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18642 12095 1337 0,'-6'-5'56'0,"3"-1"-44"16,-3 1 41-16,3 2 9 0,3-2 2 0,0 5 0 16,-3-3-28-16,3 3-6 0,-3-5-1 0,3 5 0 15,0 0-4-15,0 0-1 0,0 0 0 0,0 0 0 16,0 0-24-16,0 0 0 0,0 0 0 0,6 5 0 16,-3 3 0-16,3 3 0 0,0 0 0 0,0-1 0 15,3 3-37-15,-3 3-13 0,0-3-2 0,3 3-1 16,-3 0-9-16,3-3-2 0,-1 1 0 15,1-1 0-15,0 0-128 0,0-2-25 0,3-1-6 0,-3-2-1 16,0-3 144-16,0 1 28 0,0-4 5 0,3 1 2 16,-3-3 112-16,3-5 22 0,-3-1 5 0,5-1 1 15,-2-4 3-15,0-2 1 0,3 0 0 0,0-6 0 16,0 0-36-16,0-4-7 0,0-4-2 0,-3-2 0 16,2 0-26-16,-2-3-6 0,0 0-1 0,3-2 0 15,0 2-21-15,-3 3 0 0,0 0 0 0,0 3 0 0,-3 2 0 16,3 3 0-16,-3 0 0 0,-4 2 0 15,1 0 12-15,0 6-3 0,0 0 0 0</inkml:trace>
  <inkml:trace contextRef="#ctx0" brushRef="#br0" timeOffset="362.664">18940 11883 1458 0,'0'0'30'0,"0"0"8"0,0 0-30 0,0 0-8 0,0 0 0 0,0 0 0 16,-6 3 66-16,6-3 12 0,0 0 2 0,-6 5 1 15,0 0-31-15,3 1-6 0,0-1-2 0,0 3 0 16,3 0-23-16,-3 0-5 0,3 2-1 0,0 4 0 16,0-1-13-16,0 0 9 0,3 0-9 0,0 3 8 15,0 3-8-15,0-1 0 0,0-2 0 0,3 5 0 16,0 0 0-16,0-2 0 0,0 2 0 0,-1-2 0 15,1-1-8-15,3-2 8 0,-3 0-10 0,0 0 10 16,3-3-36-16,0-2 0 0,0 2-1 0,0-5 0 16,0 0 37-16,0-3 0 0,-3 0 0 0,6-5 0 15,-3 0 0-15,3-2 0 0,-1-4 0 0,1 1 0 16,3-3 35-16,3-2 14 0,0-1 3 0,3-2 1 16,3-3-34-16,-1-3-7 0,1 1-2 0,3-6 0 15,-3 0-10-15,3 0 0 0,-4-2 0 0,4-6 0 16,0 3 0-16,6-3 0 0,-3 1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336.48792" units="1/cm"/>
          <inkml:channelProperty channel="Y" name="resolution" value="378.5488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2-07T22:45:22.48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13716 13447 1824 0,'-6'-5'76'0,"3"-3"-60"16,0 2 89-16,0 1 19 0,0 0 3 0,-3 0 1 16,3-1-29-16,-3 1-6 0,3 2-1 0,-3 1 0 15,-3-1-25-15,3 0-6 0,0 3-1 0,0 0 0 16,0 0-16-16,0 3-3 0,-3 0-1 0,3-1 0 15,-3 4-16-15,1 2-3 0,-1-3-1 0,3 5 0 16,-3-2-20-16,0 6 9 0,0-1-9 0,3 3 0 16,-3 2-12-16,0 6-8 0,3 0-3 15,0 5 0-15,0 0 23 0,0 3 0 0,0 0 0 0,3 2 0 16,0-2 0-16,0-1 0 0,0 1 0 0,0 3 0 16,3-1 0-16,-3 0 0 0,3 3 0 0,0 3 0 15,-3-5 0-15,3-1 0 0,0-2 0 0,-3 2 0 16,3-2 0-16,0 0 0 0,-3-3 0 0,3 2 0 15,-2 1 0-15,-1 0 0 0,0 2 0 0,-3 1 0 16,3-3 0-16,-3-1 0 0,0-2 0 0,0 3 0 16,0-5 0-16,0-4 0 0,0 4 0 0,-3-3 0 15,3-3-56-15,0 0-6 0,-3 0-2 0,0 0 0 16,3-5 52-16,-3 3 12 0,0-1 0 0,3-4 0 16,-2 1-168-16,-1-4-30 0,3-3-6 0</inkml:trace>
  <inkml:trace contextRef="#ctx0" brushRef="#br0" timeOffset="242.685">13269 14077 2014 0,'0'0'42'0,"0"0"9"0,0 0-41 15,0 0-10-15,0 0 0 0,0 0 0 0,0 0 88 0,0 0 15 0,0 0 3 0,0 0 1 16,0 0-35-16,0 0-6 0,6 0-2 0,0 0 0 15,0 0-16-15,3 2-3 0,-3-2-1 0,3 3 0 16,3-3-21-16,0 3-5 0,0-3-1 0,2 0 0 16,1 0-34-1,6 0-7-15,-3-3-2 0,6 3 0 0,-3-3 26 0,5-2 12 0,1 0 0 0,0-1-1 32,3 1-124-32,3-3-25 0,-1 0-5 0</inkml:trace>
  <inkml:trace contextRef="#ctx0" brushRef="#br0" timeOffset="657.329">14373 13929 1811 0,'0'0'37'0,"0"0"11"0,0 0-39 16,-2-3-9-16,2 3 0 0,0 0 0 0,0 0 82 0,-6 0 14 0,6 0 4 0,0 0 0 15,0 0-30-15,0 0-6 0,0 0 0 0,0 0-1 16,0 0-19-16,0 0-4 0,3 3-1 0,2 2 0 15,1-3 0-15,3 4 0 0,0-4 0 0,0 4 0 16,3-4-8-16,0 1-2 0,3 2 0 0,0-2 0 16,0-3-29-16,0 3-12 0,2-3 1 0,1 0 0 15,3-3 11-15,0 3 0 0,0-3 0 0,0-2 0 16,-1 2 0-16,4-2 0 16,0 2 0-16,-3-2 0 0,0 2 0 0,0 1 12 0,-1-1-2 0,1 1-1 15,-6-1-61 1,0 3-12-16,0 0-2 0,-3 0-1 0,-3 3-126 0,-3-1-26 0,0 1-5 15</inkml:trace>
  <inkml:trace contextRef="#ctx0" brushRef="#br0" timeOffset="897.01">14403 14246 1934 0,'-12'5'40'0,"12"-5"9"0,0 0-39 0,0 0-10 0,0 0 0 0,0 0 0 15,0 0 76-15,0 0 12 0,0 0 4 0,6-2 0 16,3-1-5-16,0 0-1 0,0-2 0 0,3 2 0 16,0-2-30-1,3 3-5-15,-3-4-2 0,3 1 0 16,-1 2-20-16,1-2-4 0,0 2-1 0,0-2 0 0,3 2-38 16,0 1-8-16,3-4-2 0,-3 4 0 0,2-3 71 15,1 2 13-15,3-2 4 0,-3-1 0 16,3 1-112-16,-1 0-21 0,4-1-5 0</inkml:trace>
  <inkml:trace contextRef="#ctx0" brushRef="#br0" timeOffset="20581.688">6268 14902 1337 0,'0'0'56'16,"0"0"-44"0,0 0 144-16,0 0 28 0,0 0 7 0,0 0 1 0,0 0-52 0,-3-2-9 0,3 2-3 0,0 0 0 15,0 0-51-15,0 0-10 0,0 0-3 0,0 0 0 31,0 0-51-31,0 0-13 0,0 0 0 0,-6 0 0 0,6 0 54 0,-6 5 8 16,3 0 2-16,0 0 0 0,0 1-52 0,0 2-12 0,0 0 0 0,3 0 0 16,-3 0 0-16,3 2 0 0,0 1 0 0,0-1 0 15,0 1 0-15,0 2 0 0,3 3 0 0,-3 0 0 16,0-3 0-16,3 3 0 0,-3 2 0 16,0 1 0-16,3-3-22 15,-3 5-7-15,0-2-2 0,3-1 0 0,-3 3-1 16,0-5-1-16,3 3 0 0,-3-1 0 0,0-2 20 0,0-3 4 0,3 1 1 0,-3-1 0 15,0-3-14-15,3 1-2 0,-3-1-1 0,3-2 0 16,-3-2-56-16,3-1-11 0,0 0-3 0,0 1 0 16,3-6-77-16,0 2-16 15</inkml:trace>
  <inkml:trace contextRef="#ctx0" brushRef="#br0" timeOffset="21152.912">6852 14905 1824 0,'0'0'38'0,"0"0"8"15,0 0-37-15,-3 5-9 0,3-5 0 0,-3 5 0 16,0 1 120-16,0 2 21 0,-3-3 5 0,3 3 1 15,-3 0-82-15,3 0-16 0,0 0-3 0,-3 2-1 16,3 4 15-16,-3-1 4 0,3 3 0 0,0 0 0 16,0 2-53-16,0 1-11 0,0 2 0 0,0 0 0 15,0 0 0-15,3 3 0 0,-3 0 0 0,3 0 0 16,-3-6 0-16,3 3 0 0,0 0 0 0,0-2 0 16,0-3 0-16,0 0-14 0,0-3 2 0,0 3 1 15,0-6-17-15,0 4-4 0,0-1-1 0,0-3 0 16,0 4-34-16,0-4-6 0,0 1-2 0</inkml:trace>
  <inkml:trace contextRef="#ctx0" brushRef="#br0" timeOffset="21755.123">6134 16008 1824 0,'0'0'38'0,"0"0"8"0,0 0-37 15,0 0-9-15,0 0 0 0,0 0 0 0,0 0 156 0,0 0 28 0,0 0 7 0,0 0 1 16,-3 6-115-16,0-1-22 0,3 0-5 0,-3 0-1 16,3 3-27-16,-3-2-6 0,3 2 0 0,-3 0-1 15,3 2 39-15,0-2 8 0,3 3 2 0,-3-1 0 16,3 1-64-16,-3 2 0 0,3-2-9 0,0 2 0 15,0 0 9-15,0-2 0 0,0 2 0 0,0 0 0 16,0 0 0-16,-3 1 12 0,3 1-2 0,0-1-1 16,0 2-9-16,-3-3 0 0,3 0 0 0,0 3 0 15,0-3-49-15,-3 0-12 16,0 3-3-16,3-2 0 0,-3-1 0 16,3 0 0-16,-3 0 0 0,3 0 0 0,-3-2-122 0,0 0-25 0,3-3-5 0</inkml:trace>
  <inkml:trace contextRef="#ctx0" brushRef="#br0" timeOffset="22361.205">6807 15902 1393 0,'0'0'28'0,"0"0"9"16,0 0-29-16,0 0-8 0,-3 3 0 0,3-3 0 15,0 0 116-15,-3 8 23 0,3-8 4 0,0 5 1 16,0-5-26-16,-3 8-5 0,3-2-1 0,-3 1 0 16,3-1-32-16,-3-1-6 0,3 0-2 0,0 3 0 15,0 0-24-15,0 0-6 0,-3 0-1 0,3 3 0 0,0-3 19 0,0 5 3 16,0-3 1-16,0 4 0 0,0-1-52 0,3 0-12 15,-3 0 0-15,0 3 0 0,0-3-11 16,3 1-5-16,-3-1 0 0,0 0-1 16,0 0 27-16,0-2 6 0,0 0 0 0,0 2 1 15,0-5-46-15,3 2-10 0,-3-2-1 0,0 0-1 16,0 0-18-16,0 0-3 0,0 0-1 0</inkml:trace>
  <inkml:trace contextRef="#ctx0" brushRef="#br0" timeOffset="42102.336">15451 13619 1824 0,'-3'-3'38'0,"0"-2"8"0,3 5-37 0,0 0-9 0,-3-3 0 0,3 3 0 16,0 0 91-16,0 0 16 0,0 0 3 0,0 0 1 15,0 0-24-15,0 0-5 0,0 0-1 0,0 0 0 16,-3 8-13-16,3 0-4 0,0 3 0 0,-3 5 0 16,3-3-51-16,0 3-13 0,-3 2 0 0,3 4 0 15,0-1 40-15,-3 2 6 16,0 1 1-16,0 5 0 0,0 3-25 0,0 0-5 0,0 2-1 16,0 6 0-16,3-3 4 0,-3 0 0 0,3 0 0 0,-3 0 0 15,0-2-10-15,0-4-2 0,3 1 0 0,-3 0 0 16,0-3-8-16,3 0 0 0,0-3 9 0,-3 4-9 15,3-4 0-15,0-2 0 0,3-3 0 0,-3 0 8 16,0-2-8-16,3-1 0 0,-3-5 0 0,3 1 8 16,0-4-8-16,0-2-15 0,0 0 4 0,0-3 1 15,0-2-113-15,-3-3-22 0,6 0-5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336.48792" units="1/cm"/>
          <inkml:channelProperty channel="Y" name="resolution" value="378.5488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0-09-04T19:35:31.30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11361 15580 1523 0,'-3'2'64'15,"3"-2"-51"1,0 0-13-16,0 0-16 0,0 0 3 0,0 0 1 31,0 0-20-31,0 0-4 0,0 0-1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336.48792" units="1/cm"/>
          <inkml:channelProperty channel="Y" name="resolution" value="378.5488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2-07T22:46:54.16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23083 11888 2149 0,'-18'-13'44'0,"-3"3"12"0,1-4-44 0,-1-1-12 0,0 1 0 0,-3-2 0 16,3 1 13-16,-6-1 1 0,4-3 0 0,-4 3 0 16,0-2 10-16,-6 2 3 0,3-3 0 0,-5 1 0 15,-1-1-6-15,0 3-1 0,-2-2 0 0,-4-1 0 16,3 1 20-16,-2-1 4 0,-4 1 1 0,-3-1 0 15,4 3-36-15,-1 3-9 0,-3-3 0 0,-2 0 0 16,-1 3 16-16,4 0 2 0,-4-3 0 0,-6 3 0 16,7-3 22-16,-7 3 5 0,4-3 1 0,-7 0 0 15,1 3-37-15,2 0-9 0,-2-3 0 0,-7 2 0 16,7-1-49-16,-4 1-12 0,0-2-3 0,-5 1 0 0,6-1 103 16,-4 0 20-16,1 0 4 0,-4-3 1 15,4 4-103-15,2-4-20 0,-5 3-4 0,-4-2-1 0,10 4 64 0,-7-1 15 0,1 1 1 16,-4 4 1-16,4-1-17 0,-1 3 0 0,1 0 0 0,-6 0 0 15,5 0 0-15,1 3 0 0,-4-3 0 0,-2 6 0 16,2-4 0-16,1 1 0 0,-4 0 0 0,-2 2 0 16,6-2-15-16,-1 2 0 15,1-2 0-15,-7 2 0 0,10 0 15 0,2-2 0 16,-2 3 0-16,-6-1 0 0,11 0 0 0,-2 3 0 0,-1 0 0 0,-2 3 0 16,5 0 19-16,4 2 6 0,-1 0 2 0,-3 3 0 15,4 0 8-15,2 3 1 0,4 2 1 0,-4 0 0 16,4 6-57-16,2-1-12 15,0 3-3-15,1 3 0 0,5 0 56 0,4 2 11 0,-4 3 3 0,6 3 0 16,4-3-56-16,2 0-11 0,3 3-3 0,0 3 0 16,6-4 26-16,1 4 9 0,-1-1 0 0,3 3-9 15,0 0 9-15,3 0-12 0,0 6 12 0,4-4-12 16,-1 4 12-16,3-4-10 0,0 4 10 0,0 4-10 16,3-2 10-16,3 3 0 0,0 2-9 0,0 6 9 15,6-9-14-15,0 1 2 0,0 2 0 0,3 1 0 16,3-4 12-16,0 3 0 0,0 1 12 0,6 2-12 15,0-3 0-15,3-2 0 0,0-1 0 0,2 3-9 16,1-5 9-16,6 3-10 0,-3-3 10 0,6 3-10 16,-1-3 10-16,4-3 0 0,3 0-9 0,6 3 9 15,-1-5 0-15,4 0 0 0,3-1-9 0,5 1 9 16,-2-3 0-16,3-3-8 0,-1 1 8 0,10-1 0 16,-4-5-8-16,4 0 8 0,2-2 0 0,10-1 0 15,-7-2 0-15,7 0 0 0,2-3 0 0,6 3 0 16,-5-5 0-16,-1-1-10 0,4 1 2 0,8-4 0 0,-6 1 21 15,4-2 5-15,-1-1 1 0,12 0 0 16,-8-2-67-16,-1-3-12 0,3-1-4 0,12 1 0 0,-11-2 52 0,5-4 12 0,-3 1 0 0,15 0 0 16,-11-3 0-16,2-3 0 0,0 0 0 0,12-5 0 15,-12 0 17-15,4 1 7 0,-1-4 0 0,12-2 1 16,-15 0-25-16,3-3-12 0,-2 0 0 0,11-5 1 16,-18 5-1-16,3-5 0 0,-2-1 0 0,8-1 0 15,-12 1 12-15,-3 1 0 0,4-3 0 0,5-2 0 16,-12-3 0-16,-2 0 0 0,-1-3 0 0,3-5-8 15,-5 0 8-15,-4 3 0 0,1-6 0 0,2 0 0 16,-12 0 20-16,1 3 5 0,-1-2 2 0,-2-4 0 16,-6 4 8-16,-4-4 1 0,1-2 1 0,-1 0 0 15,-8 0-37-15,-6 0 0 16,-4 3 0-16,-2-8 0 0,-6 5 0 0,-6-3 0 0,0 1 0 0,-7-4 8 16,-2 6 44-16,-6 3 10 0,-6 0 2 0,0-1 0 15,-9-2-52-15,-3 3-12 0,-2-3 0 0,-7-3 0 16,-3 3 0-16,-6 3 0 0,-6 2 0 0,-8-2 0 15,-4 2 0-15,-2 3 0 0,-10 0 0 0,-8-2 0 16,-4 4-71-16,-5 3-17 0,-4 1-3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336.48792" units="1/cm"/>
          <inkml:channelProperty channel="Y" name="resolution" value="378.5488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2-07T22:47:34.86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14293 3924 1838 0,'0'0'38'0,"0"0"10"0,0 0-39 0,0 0-9 0,0 0 0 0,0 0 0 16,0 0 99-16,0 0 17 0,0 0 4 0,0 0 1 15,0 0-45-15,0 0-8 0,0 0-3 0,3 5 0 16,-3 1-15-16,3-1-3 0,-3-5-1 0,0 8 0 16,3-3-16-16,-3 0-3 0,3 3-1 0,0-2 0 15,-3 2-6-15,3 0-2 0,0-1 0 0,-3 1 0 16,3 0 1-16,0 6 0 0,-3-6 0 0,3-3 0 15,0 5-5-15,-3 4-1 0,3-6 0 0,-3 2 0 16,3 3-2-16,-3 1-1 0,3-1 0 0,0 3 0 16,-3 0-10-16,3-1 0 0,0 1 0 0,0 3 8 15,-3-1-8-15,3 1 0 0,-3-1 9 0,3 4-9 16,-3-7 0-16,3 4 0 0,-3-3 0 0,3 0 8 16,-3 2-8-16,3-2 0 0,-3 0 0 0,3 0 8 15,-3 0-8-15,3 2 0 0,-3-4 0 0,3 4 0 16,-3 1 0-16,2-1 0 0,-2 1 0 0,3 4 0 15,0-1 0-15,-3 4 0 0,3 0 0 0,0-4 0 16,-3 1 0-16,3 1 0 0,0-3 0 0,0 3 0 16,0-3 0-16,0-2 0 0,0 2 0 0,0 0 0 0,0-2 0 15,0 2 0-15,0 0 0 0,-3 3 0 0,3-3 0 16,0 6 0-16,-3-1 0 0,3 3 8 0,-3-5-8 0,3 2 0 0,-3-2 8 16,0 5-8-16,3-10 8 15,-3 5-8-15,3-3 8 0,0 0-8 0,-3 0 8 0,0-2-8 16,3-1 10-16,-3 3-10 0,0-2 11 15,3 2-11-15,-3 0 12 0,0 3-12 16,0 0 14-16,0 0-4 0,0 0-1 0,-3-1 0 16,3 1 1-16,0-3 0 0,-3 3 0 0,3-3 0 0,0 3 1 0,-3-8 0 0,3 5 0 15,0 0 0-15,-3-2-3 0,3-1-8 0,0 4 12 0,-3 1-4 16,3-4 0-16,0 5 0 0,-3 0 0 0,3 2 0 16,0-2 0-16,0 2 0 0,0 1 0 0,0-1 0 15,0-5-8-15,0 3 10 0,0-3-10 0,0 0 10 16,0-2-10-16,0 0 8 0,0-1-8 0,0 1 8 15,0-1-8-15,0 1 0 0,3-1 9 0,-3 3-9 16,0 3 0-16,0-3 0 0,3 3 0 0,-3 0 8 16,0 0-8-16,3-3 0 0,-3 3 0 0,0-3 0 15,3-3 0-15,-3 1 0 0,0-3 0 0,3 2 8 16,-3-2-8-16,0 0 0 0,3 0 0 0,-3 0 0 16,0 0 0-16,0 0 0 0,0-3 0 0,0 5 8 15,0-2-8-15,3 0 0 0,-3 0 0 0,0 2 0 16,3 1 0-16,-3 0 0 0,0-4 0 0,3 4 0 15,-3-1 0-15,0-2 8 0,0 0-8 0,0 0 0 16,0 0 0-16,3-3 0 0,-3 0 0 0,0 1 0 16,0-4 0-16,0 1 0 0,0-1 0 0,0-2 8 15,0 3-8-15,0-1 0 0,0-2 0 0,0 0 0 16,0 0-11-16,0-2 0 0,0-1 0 0,0-5 0 16,0 0-33-16,0 0-6 0,0 0-2 0,0 0 0 15,0-5-156-15,3-3-31 0</inkml:trace>
  <inkml:trace contextRef="#ctx0" brushRef="#br0" timeOffset="1878.185">14335 3982 1219 0,'0'0'25'0,"-6"-2"7"0,0-1-32 0,0 3 0 0,3-3 0 0,-3 1 0 16,0-1 99-16,6 3 13 0,-6-3 4 0,3 3 0 15,3 0-32-15,0 0-7 0,-6 0-1 0,6 0 0 16,-6-5-22-16,6 5-5 0,0 0-1 0,0 0 0 16,0 0-6-16,0 0-2 0,0 0 0 0,0 0 0 15,0 0-9-15,0 0-3 0,0 0 0 0,0 0 0 16,0 0-10-16,0 0-2 0,0 0-1 0,0 0 0 16,6 0-2-16,0 5 0 0,0-5 0 0,0 0 0 15,3 0 3-15,3 3 0 0,-3 0 0 0,3-3 0 16,0 2-3-16,0 1 0 0,2 0 0 0,1-3 0 15,0 2-5-15,0 4-8 0,3-6 11 0,0 0-11 16,0 2 12-16,-4-2-12 0,4 0 12 0,-3 0-12 16,3 0 11-16,0 0-11 0,3 0 10 0,0 0-10 15,-1 0 8-15,4 0-8 0,3 0 0 0,0 0 9 16,0-2-9-16,2 2 8 0,1 0-8 0,0 0 8 16,0 0-8-16,-3 0 10 0,-1-6-10 0,4 6 10 15,0-2-2-15,3 2-8 0,-1 0 12 0,7-3-4 16,0 3 0-16,-1-3 0 0,4 1 0 0,0 2 0 0,-4-3-8 0,4 3 8 15,-6-3-8-15,6 3 8 16,-1-5-8-16,4 5 0 0,5-3 0 0,-2 3 8 16,-3-5-8-16,-4 5 0 0,1-3 9 0,3 1-9 0,-1-1 9 15,4 1-9-15,3 2 12 0,2-3-12 0,-8 0 11 0,-1 1-11 0,1 2 10 16,0-3-10-16,2 3 8 0,-2-3-8 0,6-2 0 16,-1 5 9-16,-2-3-9 0,-3 3 10 0,-4-5-10 15,7 5 10-15,-4-3-10 0,1 1 8 0,0-1-8 0,2 3 8 16,-2-3-8-16,-3 1 10 0,2 2-10 0,1-3 10 15,0 1-10-15,-7 2 12 0,4 0-12 0,0-3 12 16,-1 3-4-16,4-3 0 0,0 3 0 16,-1 0 0-16,-2 0-8 0,-3 0 0 0,-1 0 9 0,1 0-9 15,0-5 0-15,2 5 0 0,4 0 0 0,-3 0 8 16,-1-3-8-16,-2 3 0 0,0 0 0 0,0 0 8 16,-4 0-8-16,1 3 0 0,-3-3 0 0,2 0 0 15,4 5 0-15,-3-5 0 0,3 0 0 0,2 0 0 16,-5 0 0-16,0 0 0 0,-4 0 0 0,4 3 0 15,-3-3 0-15,0 3 0 0,-1-3 0 0,4 2 0 16,0 1 0-16,-1-3 0 0,4 0 0 0,3 0 0 16,-6 0 0-16,-4 0 0 0,4 0 0 0,0 2 0 15,-4-2 0-15,4 0 0 0,0 3 0 0,3-3 0 16,-1 3 0-16,-2-3 0 0,6 0 0 0,-4 0 0 16,-2 0 0-16,-3 0 0 0,0 2 0 0,-1-2 0 15,4 0 0-15,0 0 0 0,0 0 0 0,2 0 0 16,1 0 0-16,0-2 9 0,-1 2-9 0,1-3 0 15,-3 3 0-15,-1-3 0 0,1 3 0 0,3 0 0 16,-3 0 0-16,5-2 0 0,1-1 0 0,0 1 0 16,-4 2 0-16,1-3 0 0,0 0 0 0,-1 3 0 15,-2 0 0-15,3-5 0 0,-1 2 0 0,4-2 0 0,-3 2 8 16,3 1-8-16,-1-1 0 0,1 0 0 0,0 1 8 0,-7-1-8 0,-2 3 0 16,6-5 0-16,-4 2 0 15,7-2 0-15,-3 2 0 0,2-2 0 0,1 0 0 0,-3 2 0 16,-3 0 0-16,2 1 0 0,-2-1 8 15,-3-2-8-15,-1 2 0 0,4-2 0 0,-3 2 0 0,3-5 0 0,-1 6 0 16,1-4 0 0,-3 4 0-16,-3 2 0 0,2-3 0 0,-2 3 0 0,-3-5 0 0,-3 2 0 0,0 3 8 0,-4-5-8 15,4 0 0-15,0 2 0 0,0-2 0 0,-3 2 0 16,2 0 0-16,1 1 0 0,-3 2 8 0,3-3-8 16,-6 3 10-16,3 0-2 0,-4 0 0 0,1-5 0 15,-3 5 0-15,-3 0 0 0,3 0 0 0,-3 0 0 16,0 0-8-16,-3 0 10 0,0-3-10 0,0 3 10 15,-3 0-2-15,-1 0 0 0,1 0 0 0,0 3 0 16,-6-3 3-16,3 0 0 0,-3 0 0 0,6 0 0 16,-6 0-1-16,3 5 0 0,0-5 0 0,-3 0 0 15,0 0-10-15,6 0 12 0,-6 0-12 0,3 5 12 16,-3-5-4-16,3 3-8 0,0 2 12 0,0 1-4 16,-3-1-8-16,0 0 12 0,3 3-12 0,-3-3 12 0,0 1-12 0,0 4 10 0,0-2-10 0,0 3 10 15,0-3-10 1,0 5 0-16,0 0 0 0,0-2 8 0,0-1-8 0,0 4 0 15,0-4 0-15,0 6 0 16,0-5 0-16,0 2 0 0,3-3 0 0,-3 4 0 0,0 2 0 0,3-6 0 16,-3 6 0-16,0-3 0 0,0 3 0 0,3 3 0 15,-3-4 0-15,0 7 0 0,0-4 0 0,0 3 0 0,0 6 0 0,0-3 0 16,0 2 0-16,3 1 8 0,-3-4-8 0,0 4 0 16,0-3 12-16,0 2-4 0,0-5 0 0,0 3 0 15,0-3 0-15,0 0 0 0,0 3 0 0,-3 0 0 16,3 2-8-16,0 4 10 0,0 1-10 0,0 4 10 15,0-4-10-15,0 1 10 0,3-3-10 0,-3 3 10 16,0-3-10-16,3-2 8 0,0-1-8 0,0 1 8 16,-3 2-8-16,3 0 0 0,-3 3 9 0,3 2-9 15,0-2 8-15,0 2-8 0,0 1 10 16,0 2-10-16,0-6 9 0,0-2-9 0,-3-2 8 0,3-1-8 16,0 1 8-16,-3-1-8 0,0 1 8 0,3 4-8 15,-3 1 8-15,3 0-8 0,-3 5 8 0,0 0-8 16,3-5 8-16,-3 0-8 0,3-6 8 0,-3 3-8 15,3-5 13-15,-3 0-2 0,0 0-1 0,3 2 0 16,-3 0-10-16,0 1 0 0,0 2-12 0,0 3 12 16,0-3 0-16,3 0 0 0,-3-3 0 0,0 1 0 15,0-6 0-15,3 0 0 0,-3-2 0 0,0-3 0 16,3-3 0-16,-3 0 0 0,0-2-8 0,0-3 8 16,0-3-69-16,0-5-10 0,0 0-1 0,0 0-1 15,0 0-101-15,0 0-20 0,0 0-4 0</inkml:trace>
  <inkml:trace contextRef="#ctx0" brushRef="#br0" timeOffset="3877.407">14513 6917 1519 0,'0'0'43'0,"-6"0"9"0,6 0-41 0,-6-3-11 0,1 3 0 0,-1 0 0 16,6 0 68-16,-6 0 12 0,0 0 3 0,6 0 0 16,-6 0-10-16,6 0-1 0,-6 0-1 0,6 0 0 15,0 0-8-15,0 0-2 0,0 0 0 0,0 0 0 16,0 0-18-16,-3 3-4 0,3-3-1 0,0 0 0 16,0 0-15-16,0 5-3 0,0-5-1 0,3 8 0 15,3-5-9-15,0 2-2 0,0-3 0 0,3 4 0 16,-1-1-8-16,1-2 0 0,0-1 9 0,3 1-9 15,0 0 0-15,3-3 9 0,0 2-9 0,3-2 0 16,0 3 8-16,-1-3-8 0,4 0 0 0,3 0 0 16,0 3 8-16,0-3-8 0,0 0 0 0,2 2 0 15,1-2 0-15,0 3 0 0,-3-1 8 0,3-2-8 16,-1 0 0-16,1 0 0 0,-3 0 8 0,6 0-8 16,-1-2 8-16,1 2-8 0,6 0 12 0,0-3-12 15,-1 3 12-15,4 0-12 0,0 0 12 0,2-2-12 16,1 2 10-16,-3-3-10 0,0 3 8 0,2-3-8 15,4 1 8-15,2 2-8 0,1 0 0 0,3-3 8 16,-4 3 0-16,-2-3 0 0,-3 1 0 0,5-1 0 16,1 0 4-16,0 3 1 0,2 0 0 0,4-2 0 15,-7 2-1-15,-2 0 0 0,-3-3 0 0,5 0 0 16,-2 1-4-16,3 2 0 0,-1 0-8 0,4-3 12 16,-7 3-12-16,1-2 9 0,-3-1-9 0,-1 3 8 15,1-3-8-15,3 1 0 0,-1-1 9 0,1 3-9 16,0-3 9-16,-4 1-9 0,1 2 12 0,0-3-12 0,-4 0 12 15,1 1-4-15,0 2 0 0,-1-3-8 0,1 0 11 0,0 1-11 16,3 2 10-16,-1-3-10 0,-5 3 11 0,-3-3-11 0,-1 3 12 16,4-2-12-16,-6 2 11 0,3-3-11 15,-1 1 10-15,1 2-10 0,0 0 8 0,0-3-8 0,2 3 0 16,1 0 9-16,-3 0-9 0,-3 0 0 0,-1-3 0 0,1 3 0 16,0-2 0-16,0 2 0 0,-4-3 0 0,7 0 0 15,-3 1 0-15,3 2 0 0,2-3 8 0,-2 3-8 16,0-3 0-16,0 3 0 0,2-2 0 0,-5 2 0 15,0-3 0-15,0 0 0 0,-1 3 0 0,1-2 0 16,0 2 0-16,3-3 0 0,-1 3 0 16,4-3 0-16,-3 3 0 0,0 0 0 0,-1-2 9 0,1 2-9 15,-3 0 0-15,-3 0 0 0,2 0 0 0,1 0 8 16,3 0-8-16,-3 0 0 0,5-3 0 0,1 3 8 16,-3 0-8-16,3 0 0 0,-4 0 0 0,4 0 0 15,-6 0 0-15,0-2 0 0,-4 2 0 0,1 0 0 16,3 0 0-16,0-3 0 0,2 0 0 0,1 3 0 15,0 0 0-15,0 0 0 0,-1 0 0 0,1 0 8 16,-3-2-8-16,0 2 0 0,-3 0 0 0,-1 0 8 16,1 0-8-16,0 0 0 0,3 0 0 0,-4 0 8 0,4-3-8 0,3 3 9 15,-3-3-9-15,2 3 10 16,-2 0-10-16,0-2 0 0,0 2 0 0,-3-3 8 0,-1 0-8 0,-2 3 0 16,-3 0 0-16,3 0 0 0,0 0 8 15,2-2-8-15,-2 2 0 0,3 0 8 0,0-3-8 0,3 3 10 0,-4-3-10 0,4 3 10 16,-3 0-10-16,0-2 0 0,-4-1 0 0,1 3 0 15,-3-2 0-15,0 2 0 0,0-3 8 0,0 3-8 16,-1-3 0-16,1 3 0 16,0-2 9-16,6 2-9 0,-3-3 8 0,0 0-8 0,2 3 10 15,1-2-10-15,-3-1 0 0,0 0 0 0,3 1 0 0,-4 2 0 16,-2-3 0-16,0 0 0 0,-3 1 0 0,3 2 0 16,-3 0 0-16,2-3 0 0,-2 0 0 0,3 3 0 15,-3-2 0-15,3-1 0 0,3 3 0 0,-4-2 0 16,4-1 0-16,-3 0 0 0,3 1 0 0,-3-1 0 15,0 0 0-15,-1 1 8 0,-2-1-8 0,3 0 0 16,-3 1 0-16,0-1 0 0,-3 3 0 0,3 0 0 16,-3-3 0-16,-1 3 0 0,4-2 0 0,0 2 0 15,0-3 0-15,0 3 0 0,0-3 0 0,0 3 0 16,2-2 0-16,1-1 0 0,-3 3 0 0,3-2 0 16,-3-1 0-16,3 0 9 0,-4 3-9 0,-2-2 8 15,3 2-8-15,-3 0 0 0,0-3 0 0,0 3 0 16,0-3 0-16,-3 3 0 0,0 0 0 0,-1 0 0 0,1-2 0 15,-3 2 0-15,3-3 0 0,0 3 0 16,-3 0 0-16,6 0 0 0,-3 0 0 0,0-3 0 16,0 3 0-16,0 0 0 0,-1-2 0 0,-2 2 0 0,3-3 0 0,-3 3 0 15,3 0 8-15,0-3-8 0,-3 3 0 0,0 0 0 0,0-2 0 16,0-1 0-16,-3 3 0 0,3-3 0 16,-3 1 9-16,0-1-9 0,-1 1 0 0,-2 2 8 0,0-6-8 15,-3 6 0 1,3-2 8-16,-3 2-8 0,3-3 10 0,0 0-10 0,0-2 10 0,-3 5-10 0,3-5 10 0,0-1-10 15,-3 1 8-15,0 3-8 0,3-4 0 0,-3-2 0 16,0 3 8-16,0-3-8 16,0 3 0-16,-3-1 0 0,3-1 0 0,-3 1 8 0,0-2-8 0,3 0 0 15,-3 0 0-15,0 3 0 0,3-3 8 0,-3 3-8 16,3-3 0-16,-3 3 0 0,0-1 0 0,3 1 0 16,-3-3 0-16,1 3 0 0,2 0 0 0,-3-1 0 15,0 1 0-15,3 0 0 0,-3 2 0 0,0-5 0 16,3 3 0-16,-3 0 0 0,0-1 0 0,3 1 0 15,-3 0 0-15,0-3 0 0,0 2 0 0,0 1 0 16,3 0 0-16,-3-3 0 0,0 3 0 0,0-1 0 16,0 1 0-16,0-3 8 0,0 3-8 0,-3 0 0 15,3-3 0-15,0 2 0 0,0-2 0 0,0 3 0 16,0-3 10-16,0 0-10 0,0 0 10 0,0-2-10 16,0 2 8-16,0 0-8 0,0-3 0 0,0 3 9 15,0-2-9-15,0 2 10 0,0 0-10 0,0 0 10 16,3-3-10-16,-3 3 0 0,3-2 9 0,0 2-9 15,-3 0 8-15,3 0-8 0,0 0 10 0,-3 0-10 16,3 0 10-16,0 0-10 0,0 3 10 0,0-3-10 0,0 3 10 16,0-3-10-16,0 2 10 0,0 1-10 0,3 0 9 15,-3 0-9-15,0-1 8 0,0 1-8 0,0 0 0 0,3 2 0 16,-3 3 8-16,0-5-8 0,0-1 0 0,0 4 0 0,0-3 0 16,0 5 0-16,0-6-21 0,0 4-3 0,-3-4-1 0</inkml:trace>
  <inkml:trace contextRef="#ctx0" brushRef="#br0" timeOffset="5255.665">13186 3109 1504 0,'-12'-5'43'0,"0"-1"9"0,3 1-42 0,0 0-10 0,0 0 0 0,3 2 0 15,0-5 64-15,0 3 10 16,3-1 2-16,-3 4 1 0,3-6-10 15,3 8-3-15,0 0 0 0,0 0 0 0,0-5 0 16,0 5 0-16,0 0 0 0,0 0 0 0,3-3-8 0,-3 3-1 0,6 0-1 0,-3-5 0 16,3 5-26-16,0 0-4 0,-3 5-2 0,3-5 0 15,0 0-2-15,-3 3-1 0,3 2 0 0,0 3 0 16,0-6-6-16,0 1-1 0,3 5 0 0,-3 0 0 16,3-5-4-16,0 5-8 0,0-1 11 0,0-1-11 15,-1 2 10-15,4 0-10 0,-3 0 8 0,3 0-8 16,-3 2 9-16,3-2-9 0,-3 0 10 0,3 0-10 15,-3 0 13-15,0 5-3 0,3-8-1 0,-3 6 0 16,2 2-1-16,1-5 0 0,-3 0 0 0,3 5 0 16,0-2-8-16,0-1 12 0,0 6-12 0,0 0 12 15,0-3-12-15,0 3 10 0,0 0-10 0,-1 5 10 16,1-7-10-16,0 4 8 0,3-2-8 0,-3 3 8 16,0-6-8-16,0 3 10 0,0-3-10 0,-3 3 10 15,3-6 18-15,0 1 4 0,-1-1 1 0,-2 4 0 16,3-6-33-16,-3 0 0 0,0 0 0 0,3 5 0 15,-3-5 0-15,-3-3 0 0,3 0 0 0,-3 6 0 16,3-3 0-16,-3-3 0 0,3 0 0 0,-3 3 0 16,0-2 0-16,2 2 0 0,1-3 0 0,0 0 0 15,-3 0 0-15,3 1 0 0,0-1 0 0,0 3 0 0,3-5 0 16,-3 5 0-16,3-3 0 0,-3 0 0 0,0 3 0 16,3 0 0-16,-1 0 0 0,1-5 0 0,0 5 58 0,0 2 5 0,0-7 1 15,0 5 0-15,-3 0-64 0,3 0 0 0,0-3-14 0,-3 3 2 16,0 0 12-16,0-3 16 0,-1 0-4 0,1 3-1 15,0 0-11-15,-3 0 0 16,6-5 0-16,-6 2 0 0,3 0 0 0,-3 3 0 0,0 0 0 0,0-5 0 16,3 2 0-16,-3 0 0 15,0 1 0-15,0-1 0 0,0 0 0 16,-3 3 0-16,3-8 0 0,0 6 0 0,0-1 0 0,-4 0 0 0,4-2 0 16,0 2 0-16,0 0 0 0,0 3 0 0,-3-5 0 0,3 2 0 15,0 1 0-15,-3-4 0 0,3 3 0 0,0-2 0 16,0 2 27-16,0-2 3 0,0 2 1 0,0-2 0 15,0 2-23-15,0-2-8 0,0 2 0 0,0 1 0 16,3-4 9-16,-3 3-9 0,0-2 8 0,-1 0-8 16,1 2 0-16,0-2 0 0,0-1 0 0,0 1 0 15,0 0 0-15,0-1 0 0,0 4 0 0,0-6 0 16,0 2-24-16,0 4-11 0,-3-6-1 0,3 2-1 16,-3 1 37-16,3-1 0 0,0 1 0 0,0 0 0 15,0-3-161-15,3 0-25 0</inkml:trace>
  <inkml:trace contextRef="#ctx0" brushRef="#br0" timeOffset="7723.39">17666 3948 1208 0,'0'0'25'0,"0"0"6"0,0 0-31 0,0 0 0 0,0 0 0 0,0 0 0 31,0 0 85-31,0 0 11 0,0 0 3 0,0 0 0 0,0 0-18 0,0 0-3 0,0 0-1 0,0 0 0 16,0 0-14-16,0 0-3 0,0 0-1 0,0 0 0 16,-3 5-2-16,3-5 0 0,0 0 0 0,0 8 0 15,-3-3-15-15,3-5-3 0,-3 6-1 0,3-1 0 16,0 0-4-16,-3 1-1 0,3-6 0 0,0 7 0 15,0-1-6-15,3-1-2 0,-3 0 0 0,0 3 0 16,3 0-5-16,-3-2 0 0,0 1-1 16,3 1 0-16,-3 0-3 0,3 0-1 0,-3 0 0 0,3 0 0 15,-3 0-5-15,3 3-1 0,-3-3 0 0,3 2 0 16,0 1-9-16,-3-1 12 0,2 1-12 0,1 5 12 16,0-8-12-16,0 5 0 0,0 3 0 0,0-6 0 15,0 1 8-15,-3 5-8 0,3-3 0 0,0 0 8 16,-3 1-8-16,3-1 0 0,-3 0 0 0,3 0 0 15,-3-2 0-15,0 2 0 0,3-5 0 0,-3 3 0 16,3-1 0-16,-3 1 8 0,0-3-8 0,0 2 0 16,0 1 0-16,0-3 0 0,3 0 8 0,-3 2-8 15,0 1 0-15,0-3 0 0,0 2 0 0,0-2 0 16,0 3 0-16,-3-3 0 0,3 2 0 0,0-2 8 16,0 3-8-16,0 0 0 0,0 2 0 0,0-3 0 0,0 1 0 15,0 2 0-15,0 0 0 0,0-2 0 0,0 2 0 0,3 0 0 16,-3-2 0-16,0 2 0 0,0 1 0 0,0-4 0 0,0 3 0 15,0-2 0-15,0 2 8 0,0-2-8 0,0-1 8 16,0 1-8 0,0-3 8-16,0 2-8 0,0 1 8 0,0 0-8 0,0 2 8 0,0-5-8 0,0 2 0 15,0-2 8-15,0 3-8 0,0-1 8 0,0-2-8 0,0 3 8 16,-3 0-8-16,3-1 0 16,0-2 0-16,0 3 8 0,0-1-8 0,0 3 0 15,0-2 0-15,0 2 8 0,0-2-8 0,0 2 0 0,0 0 0 16,0 1 8-16,-3-1-8 0,3 0 0 0,0 3 0 0,0 0 0 15,0-3 8-15,0 0-8 0,3 0 0 0,-3 3 8 16,3-2-8-16,-3-1 0 0,0 0 0 0,3 0 0 16,-3 1 8-16,0-1-8 0,0-3 0 0,0 4 8 15,0-1-8-15,0 0 0 0,-3-2 9 0,3 2-9 16,-3 0 8-16,3 0-8 0,-3 1 8 0,0-1-8 16,3 0 8-16,0 3-8 0,-3 0 8 0,3 2-8 15,0-2 8-15,-3 0-8 0,3 3 8 0,-3-1-8 16,3 1 0-16,0-4 8 0,0 1-8 0,0 0 0 15,0 0 8-15,0-3-8 0,0 3 8 0,0-3-8 16,-3 1 0-16,3-1 0 0,0 0 0 0,0 0 8 16,0 1-8-16,0-4 0 0,0 3 0 0,-3-2 8 15,3 0-8-15,0 2 0 0,0 0 0 0,0-2 0 16,0 4 0-16,0-1 0 0,0 2 0 0,0-1 0 16,0 1 0-16,0 0 9 0,0 0-9 0,0 0 0 15,0 0 12-15,0-3-12 0,0 3 12 0,0 0-12 16,0-3 12-16,0 0-12 0,0 0 12 0,3 1-12 15,-3-4 11-15,0 1-11 0,0-1 10 0,0 1-10 16,0 0 8-16,0-1-8 0,3 1 0 0,-6-1 9 16,6-2-9-16,-3 0 0 0,0 0 0 0,0 3 8 0,0-3-8 0,0 0 10 15,0 0-10-15,0 0 10 0,0 2-10 0,0-2 10 0,0 3-10 0,0-3 10 16,0 2-10-16,0 3 0 0,0-2 9 16,0 0-9-16,0 2 0 0,0-3 8 0,0 1-8 0,0 2 0 15,0-2 0-15,0-1 8 0,0 4-8 0,0-1 0 16,0-3 0-16,0 1 8 0,0 0-8 0,0-1 0 15,3 1 0-15,-3-3 0 0,0 0 0 0,3 2 8 16,-3-2-8-16,0 0 0 0,3 0 8 16,-3 0-8-16,0 0 0 0,3 0 0 0,-3-3 0 15,3 3 0-15,-3 0 0 0,3 0 0 0,-3-3 0 0,3 1 8 16,-3-1-8-16,0 3 0 0,0-3 0 0,0 0 0 16,3 3 0-16,-3-2 0 0,0-1 0 0,0 3 0 15,0-3 0-15,0 3 0 0,0-3 0 0,0 1 0 16,0 2 0-16,0-3 0 0,0 3 0 0,0 0 8 15,0-3-8-15,0 3 0 0,0 0 0 0,0 2 0 16,0-2 0-16,0 0 0 0,0-2 0 0,0 4 0 16,0-2 0-16,0 0 0 0,0 0 0 0,0 0 0 15,0 3 0-15,3-4 0 0,-3 1 0 0,0 0 0 16,0 0 0-16,0 0 0 0,0 0 0 0,0 0 0 16,0 0 0-16,0 3 0 0,0-6 0 0,0 3 0 15,0 0 0-15,0 0 0 0,0-3 0 0,0 0 0 0,0 3 0 16,0-2 0-16,0-4 0 0,0 4 0 0,0-1 0 15,0-5 0-15,0 5 0 0,0-5 0 0,3 5 0 16,-3-5 0-16,0 0 0 0,0 0 0 16,0 6-17-16,0-6-5 0,0 0-1 0,0 0 0 15,0 0-32-15,0 0-6 0,0 0-2 0,0 0 0 16,0 0-123-16,0 0-25 0,-3-8-5 0</inkml:trace>
  <inkml:trace contextRef="#ctx0" brushRef="#br0" timeOffset="9232.22">15865 3966 1170 0,'0'0'24'0,"0"0"6"0,-3 6-30 0,0-1 0 0,0 0 0 0,3-5 0 15,0 6 85-15,-3 1 11 0,3-4 3 0,-3 5 0 16,3-8-10-16,0 5-1 0,0-5-1 0,-3 8 0 16,3-2-19-16,0 2-4 0,0-8-1 0,0 5 0 15,0 0-8-15,0-5-2 0,0 8 0 0,3-3 0 16,-3 3-14-16,0-2-3 0,3 1-1 0,-3-1 0 15,0 2-7-15,0 0-2 0,0 0 0 0,0 2 0 16,0 1-26-16,0-3 0 0,3 0 8 0,-3 2-8 16,0 3 53-16,0-2 9 0,3 2 2 0,-3 0 0 15,0 1-52-15,0-1-12 0,3 3 0 0,-3-6 0 16,0 4-21-16,0-4-7 0,3 3-2 16,-3-2 0-16,0 2 30 0,0-2 0 0,3 2 0 0,-3-2 0 15,0-1 0-15,0 1 0 0,0 2 0 0,-3-5 0 16,3 3 0-16,0-1 0 0,0 1 0 0,0-1 0 15,0 1 0-15,0 0 0 0,0 2 0 0,0 0 0 0,0 0 0 16,-3 0 0-16,3 3 0 0,0-2 0 0,0 1 11 16,-3 1-11-16,3 0 10 0,0 3-10 0,0-1 9 15,0-2-9-15,0 3 8 0,0-4-8 0,0 1 10 0,0 0-10 16,0 0 12-16,3-3-12 0,-3 1 14 0,0-1-4 0,3-3-1 16,-3 4 0-16,0-1-9 0,3-3 0 0,-3 1 0 0,0 5 8 15,3-8 9-15,-3 2 2 0,0 1 0 0,0 2 0 16,0-2-10-16,0 2-1 15,3 0-8-15,-3 3 12 0,0-3-12 0,0 3 11 0,3 3-11 0,-3-3 10 16,0 2-10 0,3-2 10-16,-3 5-10 0,0-8 10 0,3 6-10 0,0-3 10 0,-3-3-10 0,3 3 10 15,0-3-10-15,-3 0 0 0,3-2 9 0,-3 2-9 16,3 0 0-16,-3-2 9 0,2 0-9 0,-2 2 0 16,3-3 10-16,-3 1-10 0,3 0 8 0,-3 2-8 15,3-3 8-15,-3 4-8 0,3-4 8 0,-3 6-8 16,0-3 8-16,3 3-8 0,-3 3 8 0,0-1-8 15,3 1 8-15,-3-1-8 0,0 3 0 0,3-2 8 16,-3 2-8-16,0-2 0 0,3-3 0 0,-3 2 0 16,3-2 8-16,0-3-8 0,0 3 8 0,-3-3-8 15,3 3 8-15,-3-3-8 0,0 1 0 0,3 1 8 16,-3-1-8-16,0 2 8 0,3-3-8 0,-3 5 8 16,0-4-8-16,3 4 12 0,-3 1-12 0,0 2 12 15,0 0-12-15,3 0 8 0,-3 0-8 0,0 0 8 16,3-2-8-16,-3 2 0 0,3-5 0 0,-3 3 0 15,0-4 0-15,3 1 0 0,-3-2 9 0,0-1-9 16,3-3 0-16,-3 4 8 0,3-4-8 0,-3 3 0 16,3-5 8-16,-3 3-8 0,3-3 8 0,-3 2-8 0,3-2 0 15,-3 0 8-15,3 3-8 0,-3-1 0 0,0 1 0 0,3 0 9 16,-3-3-9-16,0 2 0 0,3 3 8 0,-3-2-8 0,3 0 0 16,-3 2 0-16,0-3 9 0,3 4-9 0,-3-4 0 15,0 3 9-15,0 1-9 0,0-1 0 0,3-3 0 0,-3 1 0 16,0 0 0-16,0 2 0 0,0-5 8 0,0 2-8 15,0 1 0-15,3-3 0 0,-3 3 0 0,0-4 0 16,3 1 0-16,-3-2 0 16,0 2 0-16,3 0 8 0,-3-3 11 0,0 3 1 15,3 0 1-15,-3-3 0 0,0 3-33 0,0 0-8 16,0-3 0-16,0 3-1 0,0 0 21 0,3-3 0 0,-3 3 0 0,0 0 0 16,0-2 0-16,0-1 0 0,0 3 0 0,0 0 0 15,0 0 0-15,0 0 0 0,0-3 0 0,0 3 0 16,0 2 0-16,0-2 0 0,0 0 0 0,0 3 0 15,3-3 0-15,-3 2 8 0,0-2-8 0,0 3 0 16,0-1 0-16,0 1 0 0,0-3 8 0,0 3-8 16,0-1 0-16,0 1 0 0,0-1 0 0,0 1 0 15,0-1 0-15,0-2 8 0,0 3-8 0,0-3 0 16,3 3 0-16,-3-4 8 0,0 1-8 0,0-2 0 16,0 2 0-16,0-3 0 0,0 0 0 0,0 3 0 15,3-3 8-15,-3 3-8 0,0-2 0 0,0-1 8 16,0 0-8-16,0-5 0 0,0 6 0 0,3-1 0 0,-3-5 0 15,0 8 0-15,0-6 0 0,0-2 0 16,3 8 0-16,-3-8 0 0,0 6 0 0,0-6 0 16,0 5 0-16,0-5 8 0,0 8-8 0,0-8 0 0,0 0 0 0,0 5 0 15,0-5 0-15,0 0 0 0,0 0 0 0,0 0-20 16,0 0 3-16,0 0 1 16,0 0-84-16,0 0-16 0,0 0-3 0</inkml:trace>
  <inkml:trace contextRef="#ctx0" brushRef="#br0" timeOffset="10866.972">19461 3990 1269 0,'0'0'53'15,"0"0"-42"1,0 0 117-16,0 0 24 0,0 0 5 0,0 0 1 16,0 0-43-16,0 0-9 0,0 0-2 0,-3 5 0 15,3-5-37-15,-3 6-8 0,0-1-2 0,0 3 0 16,3-3-17-16,0 1-3 0,-3 2-1 0,3-3 0 16,0 0-12-16,-3 0-2 0,3 3-1 0,0-2 0 15,-3 2-5-15,3-1-2 0,0 1 0 0,0 6 0 16,-3-6-6-16,3 2-8 0,0 3 11 0,0 3-11 15,-3-2 10-15,3 1-10 0,0 1 8 0,0 3-8 16,0-6 0-16,0 3 8 0,0 0-8 0,0 0 0 16,0 0 0-16,0 2 0 0,0-7 8 0,0 4-8 15,0-1 0-15,0-1 0 0,0 0 0 0,0 3 0 16,0-5 0-16,0-1 0 0,0 3 0 0,0-2 0 16,0 2 0-16,0-2 0 0,-3-1 0 0,3 6 0 0,0-5 0 15,-3 2 0-15,3 0 0 0,0 3 8 0,0 0-8 0,0-3 0 16,0 6 0-16,0-3 0 0,0 0 0 15,0-1 0-15,0 1 0 0,0 0 0 0,3 0 0 0,-3-3 0 16,0 3 0-16,3 0 0 0,-3-3 0 0,0-2 0 0,3 5 0 0,-3-6 0 16,0 1 11-16,0 5-3 0,3-8-8 0,-3 5 12 15,3-2 0-15,-3-1-1 0,3 1 0 0,-3-1 0 16,3 1-3-16,-3-3 0 0,3 2 0 0,-3 1 0 16,3 2 0-16,-3 0 0 0,3 1 0 0,-3-1 0 15,3 0-8-15,-3 3 10 0,0-3-10 0,2 3 10 16,-2 0-10-16,0 0 10 0,3-3-10 0,0 3 10 15,-3 0-10-15,3-6 8 0,0 6-8 0,-3-5 8 16,3 0-8-16,0 4 0 0,-3-9 9 16,0 4-9-16,3 1 8 0,-3-1-8 0,0-2 8 0,3 3-8 15,-3-3 0-15,3 2 0 0,-3 1 0 0,3-3 8 16,-3 3-8-16,0-3 0 0,3 2 0 0,-3-2 8 16,0 3-8-16,3-1 0 0,-3 1 0 0,3 2 0 15,-3 0 0-15,0 1 0 0,3 1 0 0,-3 1 0 16,0 0 0-16,3 0 0 0,-3 3 0 0,0-1 8 15,0-2-8-15,3 0 0 0,-3 0 0 0,0 0 0 16,3-1 0-16,-3-1 0 0,0-1 0 0,3 0 0 16,-3 0 0-16,0-2 0 0,3 0 0 0,-3-1 0 15,0 1 0-15,3 2 0 0,-3-5 0 0,0 2 8 16,0 1-8-16,0 0 0 0,0-3 0 0,0 5 8 0,0-3-8 0,0 1 0 16,0 0 8-16,0 2-8 0,-3 0 8 0,3 3-8 15,0-3 8-15,0 3-8 0,0-3 8 0,0 3-8 0,0 0 8 16,0 0-8-16,0 0 8 0,0 0-8 0,0-3 8 0,0 0-8 15,3 0 0-15,-3 0 8 0,0-2-8 0,3 2 0 16,-3-2 10-16,0-1-2 0,0-2-8 16,0 0 12-16,0 0-4 0,3 0-8 0,-3 0 11 15,0 0-11-15,3 0 11 0,-3 0-11 0,0 3 10 16,0-3-10-16,3-3 9 0,-3 3-9 0,0-3 8 16,0 6-8-16,3-3 8 0,-3-1-8 0,0 1 0 15,0 3 8-15,3 0-8 0,-3-3 0 0,0 2 9 0,0 1-9 16,0-1 0-16,0 4 9 0,0-1-9 0,3-3 0 15,-3 4 9-15,0-4-9 0,3 3 0 0,-3 1 9 16,0-4-9-16,3 1 0 0,-3-1 0 0,0 1 8 16,3-3-8-16,-3 2 0 0,0 1 0 0,3-3 0 15,-3 0 0-15,0 0 8 0,3 0-8 0,-3 0 0 16,0-3 0-16,3 3 0 0,-3-3 0 0,0 1 0 16,3 1 0-16,-3-1 0 0,0-1 0 0,3 3 0 15,-3-3 0-15,0-5 0 0,0 8 0 0,3-2 0 16,-3-1 0-16,0 3 0 0,0-3 8 0,0 3-8 15,0-8 0-15,3 5 0 0,-3 3 0 0,0-2 0 16,3-1 0-16,-3 3 0 0,0-3 0 0,3 0 0 16,-3 3 0-16,0-2 0 0,3-1 0 0,-3 0 0 15,3 3 0-15,-3-3 0 0,0 1 8 0,2-1-8 16,-2 0 0-16,0 3 8 0,0-3-8 0,0 1 8 16,0-1-8-16,0 3 0 0,0-3 9 0,0 1-9 15,0-1 8-15,0-5-8 0,3 5 8 0,-3 3-8 16,0-3 0-16,0-2 9 0,0-3-9 0,0 8 0 0,0-8 9 15,0 5-9-15,0 1 0 0,0-6 9 0,3 2-9 0,-3-2 0 0,0 5 9 16,0-5-9-16,0 6 0 0,0-6 0 0,0 0 0 0,0 0 0 16,0 0 0-16,0 5 0 0,0-5 0 0,0 0 8 15,0 0-16-15,0 0-4 0,0 0 0 0,0 0 0 32,0 0-36-32,0 0-7 0,0 0-1 0,0 0-1 0,0 0-164 15,3-3-33-15</inkml:trace>
  <inkml:trace contextRef="#ctx0" brushRef="#br0" timeOffset="12966.905">14397 5308 1292 0,'0'0'27'0,"0"0"5"0,0 0-32 0,0 0 0 16,0 0 0-16,0 0 0 16,0 0 86-16,0 0 10 0,0 0 3 0,0 0 0 0,0 0-23 0,0 0-5 0,-3 5-1 0,3-5 0 15,0 0-21-15,0 0-4 0,0 0-1 0,0 0 0 16,0 0-14-16,-3 5-3 0,3-5-1 15,0 0 0-15,0 8 6 0,3-5 0 0,0 2 1 0,0-2 0 16,0 2-5-16,3-2 0 0,-3-3-1 16,3 5 0-1,0-5-7-15,0 3-2 0,-3 0 0 0,3-1 0 0,0-2-4 16,3 3-1-16,0-1 0 0,0 1 0 0,-3-3-4 0,3 3-1 16,0-1 0-16,-1-2 0 0,1 3 0 0,-3-3 0 0,3 0 0 0,0 0 0 15,0 0-8-15,3-3 8 0,-3 3-8 0,0 0 8 16,0 0-8-16,0-2 0 15,3 2 9-15,-3 0-9 0,2 0 10 0,1 0-2 0,-3-3-8 0,3 3 12 16,0 0-12-16,0 0 0 0,-3 0 0 0,3 0 0 16,0 0 8-16,0 0-8 0,0 0 0 0,-3 3 9 15,2-3-9-15,4 2 0 0,-3-2 0 0,0 0 0 16,0 3 0-16,0-3 0 0,3 0 0 0,-3 3 0 16,0-1 0-16,0-2 0 0,-1 3 0 0,1 0 0 15,-3-3 0-15,3 2 0 0,0-2 0 0,-3 3 0 16,3-3 0-16,0 0 0 0,0 0 0 0,0 0 0 15,3 0 0-15,-4 0 0 0,4 0 0 0,3 0 0 16,-3 0 0-16,3 0 0 0,3 0 0 0,-3 3 0 16,2-3 0-16,1 5 0 0,0-5 0 0,3 0 0 15,-3 0 0-15,0 0 0 0,2 2 9 0,1-2-9 16,0 0 9-16,-3 0-9 0,0-2 12 0,0 2-12 16,2 0 11-16,1 0-11 0,3-5 10 0,3 5-10 15,0-3 11-15,-1 3-11 0,1 0 12 0,0 0-12 16,0 0 9-16,-1 0-9 0,-2 0 0 0,0 0 9 15,3-3-9-15,-4 1 0 0,4-1 9 0,0 0-9 16,0 3 8-16,3-2-8 0,-1 2 8 0,4-3-8 16,-3 3 9-16,-4 0-9 0,1 0 12 0,3 0-12 0,-6 0 11 15,0 0-11-15,-1-3 10 0,4 3-10 0,-3-2 8 16,3-1-8-16,-1 3 0 0,1 0 0 0,-3 0 10 0,6 0-10 16,-3 0 10-16,-4 0-10 0,1 3 8 0,-3-3-8 0,0 0 0 0,0 0 9 15,-4 0-9-15,4 0 0 0,0-3 0 0,0 3 0 16,0 0 8-16,-1-3-8 0,4 3 0 0,0 0 8 15,0 0-8-15,0 0 0 0,-1 0 0 0,1 0 0 16,-3 0 8-16,-3 0-8 16,3 0 0-16,-1 0 8 0,-2 0-8 0,0 0 0 15,0 0 0-15,3 0 8 0,-3-2-8 0,2 2 0 16,4-3 0-16,-3 3 0 0,3 0 8 0,0 0-8 0,-1 0 0 0,1 0 8 16,0 3-8-16,-3-3 0 0,0 0 0 0,2 0 0 15,-2 0 0-15,-3 0 8 0,0-3-8 0,3 3 0 16,0 0 0-16,-1-2 0 0,4 2 8 0,3-3-8 15,-3 3 0-15,2 0 0 0,-2 3 0 0,3-3 0 16,-3 2 0-16,0-2 8 0,-1 0-8 0,-2 3 0 16,0-3 9-16,0-3-9 0,0 3 10 0,-1 0-10 15,4-2 11-15,0 2-11 0,0-3 12 0,3 3-12 16,-4 0 9-16,4 0-9 0,-3 0 0 0,0 0 9 16,-1 0-9-16,1 0 0 0,-3 0 0 0,0 0 8 15,0 0-8-15,-3 0 0 0,2 0 0 0,1-3 8 16,0 3-8-16,3 0 0 0,3-2 0 0,-4 2 8 15,1 0-8-15,0 0 0 0,0 0 9 0,-1 0-9 16,1 0 8-16,-3 0-8 0,0 0 8 0,0 0-8 0,0 0 0 0,-4-3 9 16,4 3-9-16,0-3 0 15,0 3 10-15,3-2-10 0,-1 2 8 0,4-3-8 0,-3 3 0 0,0 0 8 16,-3 0-8-16,2 0 0 0,-2 3 0 16,0-3 0-16,0 0 8 0,0 0-8 0,-4 0 0 0,1-3 0 15,0 3 9-15,0 0-9 0,3-3 0 16,0 3 9-16,-1 0-9 0,4 0 0 0,-3 0 8 0,3 0-8 0,-3 0 0 15,2 0 0-15,-2 0 0 0,0 3 8 0,-3-3-8 0,0 0 0 16,-1 0 8-16,1 0-8 0,0 0 0 16,0 0 0-16,0 0 0 0,3 0 0 0,-1-3 0 0,1 3 0 15,3 0 0-15,0 0 0 0,0 0 0 0,2 0 0 16,-2 0 8-16,0 3-8 0,-3-3 0 0,0 0 0 16,-1 3 0-16,-2-3 0 0,0-3 0 0,0 3 0 15,0 0 0-15,0-3 0 0,2 1 8 0,4-1-8 16,-3 3 0-16,3-3 0 0,3 3 0 0,-4-2 0 15,1 2 8-15,0 0-8 0,-3 0 0 0,3 0 0 16,-7 0 0-16,1-3 0 0,0 3 0 0,0 0 0 16,0-5 0-16,0 5 0 0,2-3 0 0,1 1 0 15,0-1 0-15,0 0 0 0,3 3 0 0,-4-2 0 16,4 2 8-16,-3-3-8 0,0 3 0 0,0 0 0 16,-1 0 8-16,-5-3-8 0,3 3 0 0,-3-2 0 15,0 2 0-15,-3 0 0 0,3-6 8 0,-4 4-8 16,4 2 0-16,-3-3 8 0,3 0-8 0,0 1 0 15,0-1 8-15,3 3-8 0,-3 0 0 0,2-3 0 16,1 3 8-16,-3-2-8 0,6 2 9 0,-6-3-9 16,3 3 0-16,-4 0 0 0,-2 0 0 0,3 0 0 0,-3 0 0 0,0 0 0 15,-3-2 0-15,3 2 0 0,-3-3 0 0,0 3 0 0,-4 0 0 0,4-3 0 16,0 3 0-16,0 0 0 0,0-2 0 0,0 2 0 16,0 0 0-16,0 0 8 0,0 0-8 0,0-6 0 15,0 6 0-15,-1 0 0 0,1 0 8 0,0 0-8 16,0 0 0-16,-3 0 0 0,3 0 0 0,0 0 0 15,-3 0 0-15,3 0 0 0,0 0 0 0,-3 0 0 16,2 0 0-16,-2 0 8 16,0 0-8-16,0 0 0 0,0 0 0 0,0 0 0 0,0 0 0 0,0 0 0 15,-3 0 8-15,3 0-8 0,0 0 0 0,0 0 9 16,-3 0-9-16,3 0 0 0,-3 0 0 0,0 0 0 16,-1 0 0-16,1 0 0 0,0 0 0 0,0-2 0 15,-3 2 0-15,0 0 0 0,3-3 8 0,-6 3-8 16,3 0 0-16,3 0 0 0,-6 0 0 0,3-3 0 15,-3 3 0-15,6 0 0 0,0-2 0 0,0 2 0 16,0 0 0-16,0-3 0 0,0 0-14 0,0 1 5 16,0 2-23-16,3-3-4 0,-3 0 0 0,3 1-1 15,0-1-123-15,-1-2-24 0,-2 2-4 0</inkml:trace>
  <inkml:trace contextRef="#ctx0" brushRef="#br0" timeOffset="30011.444">13903 2691 1668 0,'0'-3'35'0,"0"-5"7"0,0 3-34 0,0 0-8 0,0 2 0 0,0-5 0 16,0 3 115-16,0 2 21 0,0-5 4 0,0 8 0 16,0-5-54-16,0 5-11 0,0-5-3 0,0 5 0 15,0 0-22-15,0 0-5 0,-3-3-1 0,3 3 0 16,0 0-12-16,-9 0-2 0,3 3-1 0,0 2 0 15,-3 3-11-15,3 5-2 0,-2-5-1 0,-4 5 0 16,3 3-7-16,-3 0 0 0,-3 5-8 0,0 0 12 16,3-5-12-16,-3 8 0 0,0-3 8 0,-2 3-8 0,-1 3 0 15,0-9 8-15,-3 9-8 0,3-6 0 0,-3 3 0 0,0-1 8 16,1 4-8-16,-1-6 0 0,3 3-8 0,0-11-5 0,0 6-1 16,0-4 0-1,0-1-29-15,1-1-5 0,2-8-2 0,0 6 0 16,3-6-107-16,3-2-22 0,-3 2-4 0</inkml:trace>
  <inkml:trace contextRef="#ctx0" brushRef="#br0" timeOffset="30271.23">13442 2831 1094 0,'0'-8'46'16,"0"-2"-37"0,3 4 147-16,-3 1 28 0,0 2 7 0,0 3 1 15,0 0-103-15,3-5-20 0,0 3-4 0,-3 2-1 16,3 0 0-16,3 0 0 0,0 0 0 0,-3 2 0 15,3 3-12-15,-1-5-2 0,4 8-1 0,-3-5 0 16,3 5-11-16,0 3-2 0,0-3-1 0,3-1 0 16,-3 1-11-16,0 6-3 0,3-4 0 0,-3 3 0 15,3 3-7-15,-3-2-2 0,3 1 0 0,-1 1 0 16,1 3-12-16,-3-9 11 0,3 6-11 0,-3-2 10 16,3 1-10-16,-3-4 0 0,0 0 0 0,-3 2 0 15,3-8-9-15,0 3-7 0,-3 0-2 0,0-5 0 16,0 2-200-16,-3-2-40 0</inkml:trace>
  <inkml:trace contextRef="#ctx0" brushRef="#br0" timeOffset="30525.843">13915 2921 1523 0,'0'0'64'15,"0"0"-51"-15,0 0 111 0,0 0 23 0,0 0 4 0,0 11 1 16,0-9-53-16,0 4-11 0,0 2-1 0,0 0-1 15,0 0 9-15,3-1 1 0,-3 7 1 0,0-4 0 16,3 1-77-16,0-1-20 0,0 4 0 0,-3-1 0 16,3 3 17-16,0-3-3 0,-3-2-1 0,3 4 0 15,0-1-13-15,-3-1 8 0,3-2-8 0,0 2 0 16,-3 0 0-16,3 0 0 0,0-2 0 0,0 2 0 16,-3 0 8-16,3-5-8 0,-3 0 0 0,0 3 0 15,3-1-9-15,-3-7-8 0,0 5-2 0,3-3 0 16,-3-5-96-16,0 0-19 0,0 5-4 0</inkml:trace>
  <inkml:trace contextRef="#ctx0" brushRef="#br0" timeOffset="30883.63">14516 2699 1580 0,'3'-3'67'16,"-3"3"-54"-16,3-5 99 15,-3 2 20-15,0-5 4 0,0 8 1 0,3-5-36 0,-3 5-7 0,0-3-2 0,0 3 0 16,0 0-24-16,0 0-6 0,0 0-1 0,0 0 0 16,0 0-14-16,0 0-3 0,0 0-1 0,0 0 0 15,0 0-15-15,0 0-4 0,0 0 0 0,-6 3 0 16,3 0-9-16,-3 2-3 0,0 3 0 0,-2 0 0 15,2 0-4-15,-3 2-8 0,3 1 11 0,-3 2-11 16,-3 0 8-16,0 3-8 16,0-5 0-16,0 7 0 0,-3-7 0 0,-3 2 8 15,4 3-8-15,-7-3 0 0,3 3 8 0,0 0-8 0,0 3 0 0,0-1 0 16,0 1 0-16,3-6 10 0,1 5-10 0,-1-2 8 31,0 3-58-31,3-9-12 0,3 1-2 0,-3 0-1 0,6-3-101 0,-3-1-20 0,3-1-4 0</inkml:trace>
  <inkml:trace contextRef="#ctx0" brushRef="#br0" timeOffset="31156.264">14189 2728 1337 0,'0'-11'56'16,"-3"-7"-44"0,3 7 144-16,0-2 28 0,0 5 7 0,0-5 1 15,0 10-103-15,0-7-20 0,0 10-4 0,0 0-1 16,0 0 20-16,0 0 3 0,3-3 1 0,-3 3 0 15,0 0-34-15,6 3-6 0,0-1-2 0,0 6 0 16,0 0-6-16,0 0-2 0,0 0 0 0,0 5 0 16,3-2-14-16,-1 0-4 0,1 4 0 0,0-4 0 15,-3 0-6-15,3 4-2 0,0 1 0 0,0-2 0 16,0-4-12-16,0 6 9 0,0-3-9 0,0 0 8 16,-3 3-8-16,3 0 0 0,0-3 9 0,-3 3-9 15,0 0 0-15,-1 3 0 0,-2-3 0 0,3 5 8 0,-3-11-8 0,3 9-12 0,-3-9 4 16,0 9 0-1,0-8-117-15,0 2-23 0,0-8-5 0</inkml:trace>
  <inkml:trace contextRef="#ctx0" brushRef="#br0" timeOffset="31563.86">14564 2985 1751 0,'0'0'36'0,"-3"-6"9"16,3 6-36-16,0-2-9 0,0-6 0 0,0 3 0 15,3-1 122-15,0 1 22 0,0 2 5 0,0 1 1 16,0-4-71-16,3 4-15 0,0 2-2 0,-3-6-1 16,3 6 3-16,0-2 0 0,3 2 0 0,-3 0 0 15,0 0 0-15,-1 0 0 0,1 0 0 0,0 2 0 16,0 4-52-16,0-4-12 0,-3 4 0 0,3-4 0 16,-3 6 0-16,0-2 0 0,0 1 0 0,-3 1 0 15,0 0 0-15,-3 3 0 0,3 0 0 0,-3 2 0 16,-3 0 0-16,3-5 0 0,0 8 0 0,-3-8 0 15,0 5 0-15,0-2 0 0,0 2 0 0,-2 0 0 16,2-2 0-16,0-1 0 0,0 1 0 0,3-3 0 16,-3 2 0-16,3 1 0 0,-3 2 0 0,3-8 0 0,3 3 8 15,-3 0 0-15,3 0-8 0,0-8 12 0,0 3-12 0,3 2 0 16,0 0 0-16,3 1 0 0,0-4 0 0,0-2-8 0,3 3 8 16,0 2-13-16,2-5 13 0,1 0 0 0,0 0 0 15,3 0 0-15,0 0 16 0,0 0 7 0,0 0 1 0,0 0 0 16,-3 0-24-16,2-5 0 0,1 5 0 0,-3-3 8 15,3 3-18-15,-3 0-3 0,0-2-1 0,0 2 0 32,0-6-170-32,0 4-35 0</inkml:trace>
  <inkml:trace contextRef="#ctx0" brushRef="#br0" timeOffset="32252.768">13308 3710 1675 0,'0'0'35'0,"0"-3"8"16,0-5-35-16,0 8-8 0,0-5 0 0,0 5 0 16,0-5 120-16,0 5 23 0,-3-3 4 0,3 3 1 15,-3-5-53-15,-3 2-11 0,3 3-1 0,-6-5-1 16,3 5-26-16,0 0-4 0,0 0-2 0,-3 5 0 15,3-5-18-15,-3 3-3 0,0 2-1 0,1 0 0 16,-1 3-11-16,-3 8-2 0,0-5-1 0,-3 7 0 16,0 1-6-16,-3 2-8 0,3 5 11 0,-6-2-11 15,4 5 8-15,-4-8-8 0,3 6 0 0,-3-3 0 0,3-1 0 16,0-1 0-16,3-1 0 0,-5 3 0 16,5-6-24-16,-3 1-8 0,0-6-1 0,0 3-1 15,3 0-76-15,-3-8-15 0,1 5-3 0</inkml:trace>
  <inkml:trace contextRef="#ctx0" brushRef="#br0" timeOffset="32506.649">12912 3805 1580 0,'3'-11'67'16,"-3"6"-54"-16,3-3 92 0,-3 3 19 0,0 0 3 0,0 5 1 15,0 0-24-15,0 0-5 0,0 0-1 0,0 0 0 16,0 0-32-16,6 5-6 0,-3 3-2 0,0 0 0 15,3 0-12-15,-3 5-2 0,3 0-1 0,0 0 0 16,0 3-19-16,3-3-3 0,-1 3-1 0,-2 3 0 16,3-1-11-16,0-4-9 0,3 4 12 0,-3 1-12 15,0-3 32-15,3-1-1 0,-3-1 0 0,3 4 0 16,3-5-47-16,-3 3-10 0,-1-3-2 0,-2 3 0 16,3-2 45-16,0-1 9 0,-3 3 2 0,0-6 0 15,0 1-130-15,-3-1-26 0,3 1-4 0</inkml:trace>
  <inkml:trace contextRef="#ctx0" brushRef="#br0" timeOffset="33039.01">13323 4072 1824 0,'0'0'76'15,"0"0"-60"-15,0 0 89 0,0 0 19 0,3-2 3 0,3 2 1 16,0-6-52-16,0 4-9 0,0-4-3 0,2 4 0 16,1-1 0-16,3 3 0 0,0-3 0 0,0 1 0 15,0 2 0-15,3-3 0 0,-3 3 0 0,0 0 0 16,3 3-51-16,-4-3-13 0,1 2 0 0,0 1 0 16,-3 2 0-16,-3 1 0 0,3-4 0 0,-6 4 0 15,0-1 0-15,0 0 0 0,-3 3 0 0,0-3 0 16,-3 3 0-16,0 0 0 0,-3 0 0 0,-3 3 0 31,0-3-48-31,3 2-13 0,-6-2-3 0,3 3 0 0,1-1 52 0,-1-2 12 0,-3 0 0 16,3 3 0-16,0-3 0 0,0-3 0 0,3 0 0 0,0 1 0 15,0-4 0-15,6-2 0 0,0 0 0 0,0 0 0 16,0 0-12-16,0 0 3 0,0 0 1 0,6 6 0 16,0-1 0-16,3-5 0 0,0 0 0 0,0 0 0 15,3 0 8-15,0 0 11 0,-1 0-3 0,1 0 0 16,0 0 1-16,0 3 0 0,-3-3 0 0,3 5 0 15,-3-3-9-15,0 1 0 0,-3 2 0 0,3-2 0 16,-6 2 53-16,3 6 9 0,-3-8 2 0,-3 5 0 16,0-3-52-16,0 3-12 0,-3 0 0 0,0 2 0 15,-3-2 54-15,-3 0 8 0,0 3 2 0,0-3 0 0,-3 0-52 16,-3 0-12-16,0 2 0 0,-3-2 0 0,1 0 0 16,-1 3 0-16,3-1 0 0,-3-2 0 0,3 3 0 0,-3-1 0 15,6-2 0-15,-3 0 0 16,4 0-20-16,-4 0-8 0,3 0 0 0,0-3-1 15,-3 1-117-15,0 1-23 0,0-1-5 0</inkml:trace>
  <inkml:trace contextRef="#ctx0" brushRef="#br0" timeOffset="36364.101">13978 4739 1276 0,'0'0'36'0,"0"0"8"15,0 0-35-15,0 0-9 0,-3-3 0 0,3 3 0 16,-6-2 70-16,0 2 12 0,6 0 2 0,-6-6 1 16,3 4-16-16,3 2-3 0,-6 0-1 0,0 0 0 15,0 0-13-15,0 0-2 0,0 2-1 0,-3-2 0 16,3 6-25-16,0-4-4 0,0 1-2 0,-3 2 0 15,3 1-7-15,0-1-2 0,-3 3 0 0,4 0 0 16,-4-3 0-16,3 3 0 0,0 0 0 0,-3 0 0 16,3 0-9-16,0 2 10 0,0-2-10 0,0 3 10 0,0-1-10 15,0 1 0-15,3 0 0 0,0-1 8 0,-3 3-8 16,3-2 0-16,0 2 0 0,0 0 8 0,3 3-8 0,0-2 0 16,0-1 9-16,0 3-9 0,0-3 0 15,3 3 0-15,0-6 0 0,0 4 0 0,0-1 0 0,3 0 0 0,0 0 0 16,0-5 0-16,0 3 0 0,3-3 8 0,0 2-8 15,3-7 0-15,-3 0 0 0,3-1 9 16,-1 1-9-16,1-3 0 0,0 0 16 0,0 0-3 16,3-3-1-16,-3 1 0 0,3-1 8 0,-3 0 0 0,0-7 1 0,0 4 0 15,-1-1 3-15,1-1 1 0,-3 2 0 0,3-4 0 16,-3-1 8-16,0 3 2 0,0-8 0 0,0 6 0 16,0-1-3-16,-3-2-1 0,0 0 0 0,-3 2 0 15,0-5-6-15,0 6-1 0,0-1 0 0,-3-5 0 16,0 6-5-16,3-4-2 0,-3 4 0 0,0-3 0 15,0 2-2-15,-3-2-1 0,0 0 0 0,0-1 0 16,0 4-5-16,0-4-1 0,0 4 0 0,-3-3 0 16,0 5-8-16,3 0 0 0,-3-3 0 0,-3 3 8 15,3 3-8-15,-3 0 0 0,0-1 0 0,0 1 0 16,-3 2-33-16,3 3-3 0,-3-2 0 0,1 4 0 16,-4 1-117-16,3 2-24 0,-3 1-5 0</inkml:trace>
  <inkml:trace contextRef="#ctx0" brushRef="#br0" timeOffset="37627.311">13995 5961 1170 0,'0'0'24'0,"0"0"6"0,0 0-30 0,0 0 0 0,0 0 0 0,0 0 0 15,0 0 84-15,0 0 10 0,0 0 2 0,0 0 1 16,0 0-29-16,0 0-7 0,0 0-1 0,0 0 0 15,0 0-16-15,0 0-3 0,0 0-1 0,0 8 0 16,0-2-1-16,0-1-1 0,3 0 0 0,-3 3 0 16,0 3-10-16,0-1-3 0,3 1 0 0,-3 2 0 15,0 3-1-15,0-3-1 0,0 3 0 0,0 3 0 16,-3-1-2-16,3 3 0 0,0 3 0 0,0 3 0 16,0-4 1-16,0 4 0 0,0-1 0 0,0 3 0 15,0-5 13-15,0-3 2 0,0 3 1 0,0 0 0 16,0-5-38-16,0-1 0 0,0 1-9 0,0-1 9 15,0-2 10-15,0 0 10 0,0-3 1 0,0 0 1 16,0 1 0-16,0-1 0 0,-3 0 0 0,3 0 0 16,0 1-10-16,0-4-3 0,-3 3 0 0,3-2 0 15,0 0-9-15,-3-4 8 0,3 4-8 0,0-3 8 0,-2-3-8 16,2 3 0-16,0-3 0 0,-3-2 8 16,3-3-48-16,0 0-9 0,0 0-3 0,0 0 0 15,0 0-112-15,0 0-22 0,0 0-5 0</inkml:trace>
  <inkml:trace contextRef="#ctx0" brushRef="#br0" timeOffset="54576.834">14832 3622 1314 0,'0'0'56'0,"0"0"-45"16,0 0 91-16,0 0 18 0,0 0 4 0,0 0 1 15,-6 0-45-15,6 0-10 0,0 0-2 0,-6 0 0 16,0 0-20-16,0 0-4 0,0 3 0 0,-3-3-1 16,3 3-7-16,0-1 0 0,-3 1-1 0,3 5 0 15,-3-8-7-15,1 8 0 0,2-6-1 0,-3 4 0 16,0 2-9-16,3 0-2 0,0 0 0 0,-3 0 0 15,3-1-8-15,0 4-8 0,0 0 12 0,0-1-12 16,3 6 10-16,0-5-10 0,3-1 8 0,-3 6-8 16,3-5 0-16,3-1 0 0,-3 1 0 0,3 2 0 15,3-5 0-15,0 5 0 0,0-5 0 0,3 0 0 16,0-3 0-16,0 3 0 0,3 0 8 0,-3-5-8 16,2 2 0-16,4-2 0 0,0 0 0 0,-3-1 8 15,3-2-8-15,0 0 0 0,0 0 0 0,0-2 0 16,0-1 8-16,-1 0-8 0,-2-2 8 0,0 2-8 15,3-5 14-15,-6 3-2 0,3 0-1 0,-3-3 0 16,0 0 8-16,0-3 1 0,0 3 1 0,-3-2 0 16,0 2 5-16,0-5 1 0,0 2 0 0,-1 3 0 15,-2-5-4-15,0 2-1 0,0 1 0 0,-3-3 0 16,3 5-6-16,-3-3-2 0,-3 3 0 0,3 0 0 16,-3 0-3-16,0 3-1 0,-3-3 0 0,4 3 0 15,-4 2-2-15,0-5-8 0,-3 5 12 0,3-2-4 0,-3 2-8 0,0 1 0 0,0 2 0 16,-3-5 8-16,3 2-8 0,-3-2 0 0,0 2 0 15,0 0 0-15,0 3 0 0,-2-2-9 16,5 2 9-16,-3 0-13 16,0 0-16-16,3 2-3 0,0-2-1 0,-3 3 0 15,3 0-106-15,3 2-21 0,-3-2-4 0</inkml:trace>
  <inkml:trace contextRef="#ctx0" brushRef="#br0" timeOffset="55149.189">15240 3593 1646 0,'6'-2'47'0,"0"-1"9"15,-3 0-44-15,-3 3-12 0,0 0 0 0,0 0 0 16,0 0 98-16,0 0 18 0,0 0 3 0,0 0 1 16,0 0-32-16,0 0-5 0,0 0-2 0,0 0 0 15,0 0-35-15,0 0-7 0,-6 3-2 0,0 2 0 16,0 1-19-16,3-1-4 0,-3 3-1 0,0-3 0 0,3 0-5 0,-3 3-8 0,0-2 11 16,3 2-11-16,-3-3 9 0,3 3-9 0,0-3 0 0,0 6 9 15,0-3-9-15,3 0 0 16,0-1 0-16,0 4 0 15,3-3 0-15,0 0 0 0,0-3 0 0,0 6 0 0,3-3 0 16,-3 0 0-16,3 0 0 0,3 0 0 0,-3 2 0 0,3-2 0 16,0-5 0-16,0 5 0 0,-1-6 0 0,4 6 0 0,-3-8 0 15,3 3 0-15,0-3 0 0,-3 0 0 0,0 0 0 16,0 0 8-16,0-3-8 0,0 3 8 0,0-5-8 0,0 2 8 16,-3-2 10-16,0 0 2 0,2 2 0 0,-2-5 0 15,0 0 7-15,0 0 1 0,0 0 1 0,-3 3 0 16,3-3 5-16,-3-2 1 0,3-1 0 0,-3 3 0 15,0 0-4-15,0-3-1 0,-3 1 0 0,3 2 0 16,-3 0-6-16,-3-3-2 0,3 3 0 0,-3-2 0 16,0 2-3-16,0-3-1 0,0 3 0 0,-3 0 0 15,0 1-6-15,0-1-2 0,0 0 0 0,-3 2 0 16,1-2-10-16,2 6 8 0,-3-6-8 0,0 3 8 16,0-1-8-16,-3 4-9 0,3 2 9 0,-6-6-13 15,3 6-23-15,-3 0-5 0,0 0-1 0,-2 6 0 16,-1-4-141-16,0 4-28 0,0-1-5 0</inkml:trace>
  <inkml:trace contextRef="#ctx0" brushRef="#br0" timeOffset="59270.48">16407 3400 1713 0,'0'0'36'0,"-3"-3"8"16,-3 3-36-16,0-5-8 0,3 3 0 0,-3 2 0 15,0-6 117-15,0 4 22 0,0 2 4 0,0-3 1 16,0 3-56-16,0 0-10 0,0 0-2 0,0 3-1 16,-3-1-33-16,3 4-6 0,0 1-2 0,0-4 0 15,0 5-18-15,0 0-3 0,0 3-1 0,0-3 0 16,1 5-12-16,2-3 11 0,-3 4-11 0,3-1 10 16,0 3-10-16,0-6 12 0,0 3-12 0,0 1 12 15,3-4-12-15,-3 4 0 0,3-1 9 0,0-3-9 16,3 1 0-16,-3-1 0 0,3 1 0 0,0 0 8 15,0 2-8-15,0-5 0 0,3-6 0 0,0 6 0 16,-1 3 0-16,1-8 0 0,3 5 0 0,0 0 0 16,0-3 0-16,3 0 0 0,0 3 0 0,0-8 0 15,3 3 0-15,-3 2 11 0,3-5-11 0,-3 0 12 0,2 0 0 16,1 0 0-16,0-5 0 0,0 5 0 16,0-3 7-16,0-2 1 0,0-1 1 0,0 1 0 0,-4 0 9 15,1-3 2-15,-3 0 0 0,3-5 0 0,-3 5 0 0,0-5 1 0,0 2 0 16,0-2 0-16,0 0-6 0,-3-1-2 0,0 4 0 15,0-6 0-15,-3 5-11 0,0 1-2 0,0-6-1 0,-3 3 0 16,0-1-3-16,0 1-8 16,-3 3 12-16,0-6-4 0,-3 5-8 0,0 1 12 0,0 2-12 0,-3-6 12 15,3 6-12-15,-3 3 0 0,0-3 0 0,-3 6 0 16,0-6-18-16,0 5-2 0,0 0-1 0,1 3 0 16,-1-2-23-16,-3 2-4 0,0 2 0 15,3 1-1-15,-3 0-107 0,3 5-22 0,0-6-4 0</inkml:trace>
  <inkml:trace contextRef="#ctx0" brushRef="#br0" timeOffset="59798.16">16874 3382 1668 0,'0'0'70'0,"0"0"-56"16,0 0 128-16,0 0 26 0,0 0 4 0,0 0 2 16,0 0-60-16,6 0-12 0,-3-3-2 0,-3 3-1 15,6 0-33-15,-3 0-6 0,3 3-2 0,-3-1 0 16,0 4-14-16,3 1-4 0,-3-4 0 0,0 8 0 15,2-1-11-15,-2 4-2 0,0-7-1 0,0 9 0 16,0-2-8-16,0-1-2 0,0 3 0 0,0 0 0 16,-3-1-4-16,3 4-2 0,-3-3 0 0,0 2 0 15,0 1-10-15,0-6 12 0,0 0-12 0,0 6 12 16,-3-6-12-16,3 3 0 0,0-3 0 0,-3 3 8 16,3 0-8-16,0-3 0 0,0 3 0 0,0 0 8 15,0-3-8-15,0 0 0 0,0 3 0 0,0-5 0 16,0-1 0-16,0-2 0 0,3 3-10 0,-3-3 10 15,0 0-93-15,3-3-13 0,-3 0-2 16</inkml:trace>
  <inkml:trace contextRef="#ctx0" brushRef="#br0" timeOffset="87682.583">18332 3273 1690 0,'0'-5'35'0,"0"2"9"15,0-2-36-15,0 2-8 0,0-5 0 0,0 8 0 16,0-5 128-16,0 5 24 0,-3-5 5 0,3 5 1 16,0 0-49-16,0-6-9 0,0 6-3 0,0 0 0 15,0 0-33-15,0 0-8 0,0 0 0 0,0 0-1 0,0 0-23 0,0 0-5 16,0 0-1-16,0 0 0 0,0 0-14 0,0 0-2 16,0 0-1-16,0 0 0 0,0 0-9 0,0 6 10 0,-3 4-10 0,3-2 10 15,0 0-10-15,-3 0 8 0,3 5-8 0,-3 3 8 31,3-3-8-31,-3 6 0 0,1 2 0 0,2-2 0 0,-3 4 0 0,0-1 0 16,3 1 0-16,0-1 0 0,-3-1 0 0,3-3 0 16,3-2 0-16,-3 3 0 0,3-6 8 0,-3 3-8 15,3-6 8-15,-1 4-8 0,1-1 0 0,0-5 0 16,0 2 0-16,0-2 0 0,-3 3 0 0,3-3 0 0,0-3 0 16,0 0 0-16,-3 1 0 0,3-1 0 0,-3-5 0 0,0 8 0 15,0-8-16-15,0 0-1 0,0 8-1 0,0-8 0 31,0 0-19-31,0 0-4 0,0 0-1 0,0 0 0 0,0 0-40 0,0 0-8 16,0 0-2-16,0 0 0 0,6-5-142 0,3 2-29 0</inkml:trace>
  <inkml:trace contextRef="#ctx0" brushRef="#br0" timeOffset="88039.202">18579 3352 1706 0,'3'-7'36'0,"0"-1"7"16,-3 2-35-16,0-2-8 0,3 3 0 0,-3-3 0 0,0 3 121 0,0 2 23 0,0-5 4 0,0 3 0 16,0 2-42-16,0 3-9 0,0-8-1 0,0 8-1 15,0 0-24-15,0-5-5 16,0 5-1-16,0 0 0 0,0 0-20 16,0 0-4-16,0 0-1 0,0 0 0 15,0 0-12-15,0 0-2 0,0 0-1 0,0 0 0 16,0 0-7-16,0 0-2 0,0 0 0 0,0 0 0 15,3 8 0-15,-3-3-1 0,0 3 0 0,0 0 0 0,3 3-2 0,-3 2 0 0,0-2 0 16,3 4 0-16,-3 1-4 0,0-2-1 0,3 4 0 0,-3 1 0 16,0-3-8-16,3 2 10 0,-3 1-10 0,3-6 10 15,-3 3-10-15,3-3 0 0,-3 3 0 0,3-6 8 16,-3 1-20-16,3 0-5 0,-3 2-1 0,3-5 0 16,-3 0 30-16,0 5 7 0,3-5 1 0,-3-3 0 15,0 0-32-15,3 3-7 0,-3-2-1 0,0 2 0 31,3-3-11-31,-3-3-2 0,0 4-1 0,3-1 0 0,-3-5-177 16,3 8-35-16,0-5-7 0</inkml:trace>
  <inkml:trace contextRef="#ctx0" brushRef="#br0" timeOffset="99692.008">20121 3352 1504 0,'0'-7'43'0,"0"4"9"0,3-2-42 0,-3 5-10 0,0-6 0 0,0 1 0 16,0 2 106-16,0 3 19 0,0-8 4 0,3 6 1 15,-3 2-29-15,0-6-5 0,0 6-2 0,0-5 0 16,0 5-28-16,0 0-6 0,0 0 0 0,0 0-1 15,3 0-19-15,-3 0-4 0,0 0-1 0,0 0 0 16,0 0-13-16,0 0-2 0,0 0-1 0,0 0 0 16,3 3 2-16,-3 5 1 0,0 2 0 0,3 1 0 15,-3 2-14-15,0 3-8 0,0 0 10 0,-3 5-10 16,3-5 8-16,0 5-8 0,-3-2 0 0,3-1 9 16,0 1-9-16,0-3 0 0,0 5 0 0,0-5 8 15,0-6-8-15,0 9 0 0,0-9 0 0,0 4 0 16,3-1 0-16,-3-5 0 0,0 2 0 0,3 1 0 15,-3-3 0-15,0 0 0 0,3 0-12 0,-3 0 12 16,3-3-36-16,-3 3 1 0,0-3 0 0,0-5 0 16,3 5-113-16,-3 1-22 0,0-6-5 0</inkml:trace>
  <inkml:trace contextRef="#ctx0" brushRef="#br0" timeOffset="100190.823">20425 3345 1728 0,'3'-14'36'0,"-3"9"8"0,3 2-35 0,-3-5-9 0,3 3 0 0,0 2 0 16,-3-2 113-16,0 5 21 0,3 0 4 0,-3 0 1 16,0 0-43-16,0 0-9 0,0 0-2 0,0 0 0 15,0 0-29-15,0 0-7 0,0 0-1 0,0 0 0 16,0 0-16-16,0 3-3 0,0 5-1 0,-3 2 0 15,3 1-16-15,-3 2-4 0,0 3-8 0,-3 0 12 16,3 2-12-16,0-2 0 0,0 6 0 0,0-9 0 16,3 5 8-16,-3-2-8 0,3 3 0 0,-3-6 0 15,3 3 0-15,3-6 0 0,-3 1 0 0,3 5 0 16,3-8 0-16,-3 2 0 0,3-2 0 0,0 3 0 16,0-3 0-16,3-6 0 0,0 4 0 0,0-1 0 15,3 0 0-15,-1-2 0 0,4 0-8 0,0-3 8 16,-3 5 0-16,0-5 0 0,3-5 0 0,-3 5 0 15,0-6 8-15,0 4 0 0,-1-4-8 0,1 1 12 16,-3 0-1-16,3-3-1 0,0 0 0 0,-3 0 0 16,0-3 6-16,3 3 0 0,-3-2 1 0,0-1 0 15,0 1 3-15,0 2 1 0,-3-5 0 0,0-1 0 16,-1 4 2-16,1-6 0 0,-3 3 0 0,0-3 0 16,0 3-2-16,-3-1 0 0,0 1 0 0,0 2 0 0,-3-4-5 0,0 4-2 15,0 0 0-15,-3 3 0 16,1-2-5-16,-4 2-1 0,3 5 0 0,-3-5 0 0,-3 3-8 0,3 2 0 0,-3 1 0 0,0-1 0 31,0 3-28-31,0 0-7 0,0 0-1 0,0 3-1 16,-2-1-105-16,-1 1-21 0,-3 2-4 0</inkml:trace>
  <inkml:trace contextRef="#ctx0" brushRef="#br0" timeOffset="119934.789">14737 4601 1876 0,'-9'-8'39'0,"6"3"9"0,0 0-38 0,3 2-10 0,-3-2 0 0,3 2 0 15,0 3 88 1,0-5 15-16,0 2 3 0,0 3 1 0,0 0-47 0,0 0-8 0,3-2-3 0,-3 2 0 16,6 0-22-16,-3 0-5 0,3 5-1 0,0 0 0 15,0 3-8 1,2 5-1-16,-2-5-1 0,0 6 0 0,0 1-3 0,0 1-8 0,0 3 12 0,-3-1-4 15,3-2-8-15,-3 3 0 0,0-3 9 0,-3 0-9 16,3-1-12-16,-3-1-6 0,0-1-2 0,0 0 0 16,0 0 20-16,-3-5 0 0,3 3 0 0,-3-3 0 15,0-3 48-15,3 0 12 0,0-5 4 0,0 0 0 16,0 0-64-16,0 0-20 0,0 0 0 0,0 0 0 16,-6-5 20-16,3 0 0 0,0-3 11 0,0 0-11 15,3-3 11-15,-3 1-11 0,3-3 10 16,0-1-10-16,3-2 12 0,-3-2-4 15,3-1-8-15,0 1 12 0,3-3 0 0,-3 0-1 0,3-1 0 0,0 1 0 16,3 3-3-16,-3-1-8 0,3 1 12 0,-3 4-4 16,3 1 0-16,0 3-8 0,3-1 12 0,-3 3-4 15,-1 3-8-15,1-1 12 0,0 1-12 0,-3 3 12 16,3 2-12-16,-3 0 0 0,3 0 0 0,-3 2 8 16,0 3-31-16,3 1-6 0,-3 4-2 0,0-2 0 15,-3 0 31-15,3 3 0 0,0 2 0 0,0 0 0 16,-3 3 45-16,0-3 15 0,-3 1 4 0,3 1 0 15,-3-1-52-15,3 2-12 0,-3-3 0 0,0-3 0 16,0 4 0-16,0-6 0 0,-3 0 0 0,3-3 0 0,-3 3 0 0,3-8 0 16,0 0 0-16,0 0 0 0,0 0 0 0,0 0 0 15,0 0 0-15,0 0 0 0,0 0-11 0,0 0-5 0,-3-8 0 0,0 0-1 16,3 0 27-16,0-3 6 0,0-2 0 16,3 0 1-16,0 0-27 0,3-1-6 0,-3-1 0 0,2 1-1 15,-2 1 27-15,3 0 6 0,0 0 0 16,0 2 1-16,0 0-17 15,-3 4 0-15,3-1 0 0,0 2 0 0,-3 1 0 16,3 2 0-16,0-2 0 0,-3 2 0 0,-3 3 28 0,6 3 1 0,0 2 1 0,0-5 0 16,-3 8-18-16,3-5-3 0,0 8-1 15,-3-1 0-15,0 3 15 0,3 1 2 0,-3 4 1 0,0 1 0 16,0-1-35-16,0 1-7 0,0 2-2 0,0 3 0 16,-3-3 18-16,3 0 0 0,-1-2 0 0,-2 2 0 15,0 0 0-15,0-5 0 0,0 5 0 0,0-5 0 16,0 0 0-16,0 2 8 0,0-2-8 0,0 3 0 15,0-1 0-15,0-5 0 0,0 3 0 0,3-3 0 16,-3 1-91-16,3-1-17 0,-3-3-4 0</inkml:trace>
  <inkml:trace contextRef="#ctx0" brushRef="#br0" timeOffset="120290.832">15380 4837 2001 0,'-9'-11'41'0,"9"11"11"0,-3-5-41 15,0 2-11-15,3 3 0 0,-6 0 0 0,6 0 118 0,0 0 22 0,-6 0 4 0,6 0 0 16,-3 6-61-16,-3-1-13 0,3 3-2 0,-3-3-1 16,3 3-23-1,3 0-5-15,-3-3-1 0,0 6 0 16,3-6-12-16,0 3-2 0,0 0-1 0,0 0 0 0,0 0-13 0,0 0-2 16,3 0-8-16,0 0 12 15,0 0-12-15,0 2 0 0,0-2 0 0,3 0 0 16,0 0 0-16,-3-5 0 0,3 2-13 0,0-2 4 0,0-1 18 0,0-2 4 0,0 0 1 0,-1 0 0 15,1-2-22-15,3-4-5 0,-3 4-1 0,3-1 0 16,-3-7 62-16,0 4 13 0,0 1 3 0,0-3 0 16,0 3-52-16,-3-6-12 0,3 3 0 0,-3 0 0 15,0-2 0-15,0 2 0 0,0-3 0 0,-3 1 0 16,0 2 24-16,-3-3 3 0,0 0 0 0,0 1 0 16,0-1-27-16,-3 3 0 0,0-2 8 0,0 2-8 15,-3 0-14-15,0 3-5 0,0-1-1 0,-6 1 0 16,4 5-36-16,-1-3-7 0,0 3-1 15,-3 3-1 1,0 2-194-16,-3-2-38 0</inkml:trace>
  <inkml:trace contextRef="#ctx0" brushRef="#br0" timeOffset="121468.311">14787 6155 1758 0,'0'-11'36'0,"0"11"10"0,3-3-37 0,0-2-9 0,3 2 0 0,-3-2 0 16,3 2 101-16,0 1 19 0,0-1 3 0,0 1 1 15,0 2-44-15,3-3-8 0,-3 3-1 0,3 3-1 16,0-3-28-16,-3 2-6 0,5 3 0 0,-5 1-1 16,3 2-21-16,0 2-4 0,-3 1-1 0,0 2 0 15,0 0-9-15,-3 3 10 0,3 0-10 0,0 0 10 16,-3 0 16-16,-3 0 3 0,3 0 1 0,-3-1 0 16,0 1-30-16,0-2 0 0,0-4 0 0,-3 1 0 15,3 2 0-15,-3-5 0 0,3 0 0 0,-3 0 0 16,3-8 0-16,0 0 0 0,0 0 0 0,0 0 0 15,0 0 0-15,0 0 0 0,0 0 0 0,-3-5 0 16,0-3 0-16,0 0 0 0,3-3 0 0,-3-2 0 16,3 0 0-16,0-1 0 0,3-4 0 0,-3 2 0 15,3-3 0-15,-3-2 0 0,3 3 0 0,0-1 0 16,3 1 57-16,-3 2 6 0,3 0 1 0,0 0 0 16,0 0-52-16,0 6-12 0,0-4 0 0,0 4 0 15,0 2 0-15,0 0 0 0,0 3 0 0,0-1 0 16,-1 4 0-16,1-1 0 0,3 3 0 0,-3 0 0 15,0 3 0-15,3 2 0 0,-3 0 0 0,0 1 0 16,0 2-48-16,0-1-13 0,0 1-3 0,0 3 0 16,3 0 78-16,-6-4 15 0,3 7 3 0,-3-4 1 0,0 4-33 15,0-4-20-15,0 3 2 0,-3-2 1 0,0 0 4 16,0-1 1-16,0 1 0 0,-3-1 0 0,0-4 12 0,3 1 0 16,-3-1-10-16,3-6 10 0,0 0 0 0,0 0 0 0,0 0 0 0,0 0 0 15,0 0 0-15,-6-6 0 0,3 4 9 16,0-3-9-16,0-3 0 0,3 0 0 15,0 0-10-15,0-3 10 0,0 1 0 0,3-1 16 16,0 0-2-16,0-2 0 0,0 5-2 16,3-2 0-16,0 2 0 0,0-3 0 0,3 3-4 0,-1 0 0 0,1 3-8 15,0 0 12-15,0-1-3 0,3 1-1 0,-3 2 0 0,0 3 0 16,0-2 4-16,0 2 1 0,0 0 0 0,0 0 0 16,0 2 0-16,-3 1 0 0,3 0 0 0,0 2 0 15,-4 0-4-15,1 3-1 0,3 0 0 0,-3 3 0 16,-3-1-8-16,3 4-16 0,-3-4 4 0,0 6 1 15,0-3 11-15,0 6 0 0,-3-3 0 0,3 2 0 16,-3 1 0-16,0-3 0 0,0-1 0 0,0 4 0 16,0-3 0-16,-3 0 0 0,3-3 0 0,-3 3 0 15,0-3-53-15,3-2-9 0,-3 2-2 0</inkml:trace>
  <inkml:trace contextRef="#ctx0" brushRef="#br0" timeOffset="121761.512">15481 6268 2269 0,'0'0'64'0,"0"0"15"15,0 0-63-15,0 0-16 0,0 0 0 0,0 0 0 16,0 0 105-16,0 0 19 0,0 0 3 0,0 0 1 0,-3 8-67 0,3-2-13 0,-3 2-2 0,3 2-1 31,0 1-21-31,0-3-4 0,0 5 0 0,0-3-1 0,3 4 16 0,-3-4 3 0,0 4 1 0,3-1 0 16,-3 0-25-16,0 3-5 0,3 0-1 0,-3 0 0 15,0-3 8-15,0 3 0 0,0-3 1 0,0 0 0 16,0 3-17-16,0-3 0 0,0 3 0 0,-3 0 0 16,3-3 0-16,0 3 0 0,-3-3 0 0,3 1 0 15,-3-4 0-15,3 3 0 0,0-2 0 0,-3 0 0 16,3-4-48 0,0 1-12-16,0 0-4 0,0-2 0 0,0-6-137 0,0 0-28 0</inkml:trace>
  <inkml:trace contextRef="#ctx0" brushRef="#br0" timeOffset="122856.162">16418 4575 1645 0,'3'-5'69'15,"0"2"-55"1,0-2 88-16,0 2 18 0,0 0 3 0,0-2 1 16,-3 5-52-16,6-3-9 0,0 1-3 0,-3 2 0 15,3 2-28-15,0 1-5 0,0 2-2 0,-3 1 0 16,3 2-7-16,0 0-2 0,-3 7 0 0,3-4 0 16,-3 2-6-16,0 3-2 0,0 0 0 0,0 0 0 15,-3-3 0-15,3 6-8 0,-3-9 12 0,-3 1-4 16,3-1-8-16,-3 1 12 0,3-3-12 0,-6 0 12 0,3 0-4 0,0-6-8 15,-3 4 12-15,6-6-4 0,-3 2-8 0,3-2 8 0,0 0-8 0,0 0 8 16,-6-2-8-16,3-4 0 0,0 4 9 0,0-6-9 16,0 0 0-16,3-3 8 0,0-2-8 0,0 0 0 15,0 0 0-15,3-3 0 0,0-3 0 0,0 3 8 16,3 0 4-16,0-5 0 0,0 5 1 0,0-5 0 16,3 5 2-16,-3-2 0 0,3-1 0 0,0 3 0 15,-1 3-7 1,-2 0 0-16,3 0-8 0,-3 2 12 0,3 3-12 0,0-5 8 0,-3 5-8 0,3 0 0 15,-3 3 10-15,0 2-10 0,0 3 10 0,0 0-10 16,0 3 0-16,0 5 8 0,0 0-8 0,0 0 0 16,0 5 0-16,0-2 0 0,-3 2 8 0,3 0-8 15,-4 3 0-15,4 2 0 0,-3-2 0 0,3 0 0 16,-3 0 0-16,-3 0 0 0,3 0 0 0,-3 0 0 16,0-1 0-16,0-7 0 0,0 3 0 0,0 0 0 15,0-3-8-15,0-3 8 0,0-5 0 0,0 0 0 16,0 0 0-16,0 0 0 0,0 0 0 0,0 0 0 15,0 0 0-15,0-8 0 0,3 3 8 0,-3-9-8 16,0 1 0-16,3 3 8 0,0-9-8 0,-3 8 0 16,3-7 8-16,0 2-8 0,0 0 0 0,3 0 0 15,-3 3 14-15,3 0-3 0,0 2-1 0,0-5 0 0,3 6-10 0,-3-1 12 0,0 3-12 16,3-2 12-16,-3 2-4 0,0 0-8 0,3 5 12 16,0-5-4-16,-4 6 2 0,1-1 0 15,0 3 0-15,0-3 0 16,0 6-10-16,0 2 10 0,0 3-10 0,-3-5 10 0,3 5-10 15,-3 2 0-15,0 1 9 0,0 2-9 0,0 3 0 0,0 0 9 0,0 0-9 0,-3 5 0 16,0 0 8-16,0 3-8 0,0 0 0 16,-3 2 0-16,3-2 0 0,-3 0 8 0,0 0-8 0,0-1 0 15,-3-1 0-15,3-1 0 16,0-3-10-16,-3 1 10 16,3-3-54-16,-3-3-3 0,3 0-1 0</inkml:trace>
  <inkml:trace contextRef="#ctx0" brushRef="#br0" timeOffset="123237.937">17002 4723 2066 0,'-6'-13'43'0,"3"8"10"16,3-1-42-16,0 4-11 0,-3-6 0 0,3 2 0 16,0 1 96-16,3 0 18 0,-3 0 3 0,3-1 1 15,-3 4-40-15,0 2-8 0,6-6-2 0,-6 6 0 16,3-2-23-16,0-1-5 0,-3 3 0 0,6 0-1 15,0 0-19-15,0 3-3 0,0-1-1 0,-3 4 0 16,3-4-8-16,-1 6-8 0,1 0 12 0,-3 0-12 16,0 3 8-16,3-1-8 0,-3 3 0 0,0 1 0 15,-3-1 10-15,0 3-2 0,0-3 0 0,0 0 0 16,-3 3-8-16,0-3 0 0,0 6 0 0,0-9 0 16,0 1-49-16,-3 5-12 0,3-11-3 0,0 3 0 15,3 0 52-15,-2 0 12 0,2 0 0 0,0-3 0 0,0-5 0 16,0 0 0-16,2 6 0 0,1-1 0 0,0-3 48 0,3-2 13 15,3 0 3-15,-3 0 0 0,3 0-52 0,3 0-12 0,0-2 0 16,0 2 0-16,0-3 0 0,0 3 0 0,0 0 0 0,0-2 0 16,-4 2 0-16,4 0 0 0,0 0 0 0,-3 0 0 15,3 0 0-15,-3 0 0 0,0 0 0 0,0 0 0 16,0 0-129-16,-3 2-29 0,3-2-6 16</inkml:trace>
  <inkml:trace contextRef="#ctx0" brushRef="#br0" timeOffset="124180.196">16448 6038 1751 0,'0'0'74'0,"0"0"-59"15,3-2 83-15,3-1 17 0,-3 3 3 0,-3 0 1 16,6 0-48-16,0 3-10 0,-3-3-1 0,3 5-1 15,0 0-24-15,-3 3-5 0,3 3-1 0,-3-1 0 16,0 1-18-16,0 2-11 0,0-2 12 0,-3 4-12 16,3-1 0-16,-3 2 0 0,3-1 0 0,-3-1 0 15,3 2 0-15,-3-1 0 0,0-1 0 0,-3 2 0 16,3-6 0-16,-3 1 0 0,3 2 0 0,-3-5 0 16,0 0 12-16,3 0 3 0,-3-6 0 0,3-2 0 15,0 0-15-15,0 0 11 0,0 0-11 0,0 0 10 16,-6-2-10-16,3-6 8 0,0 0-8 0,0 0 8 15,3-5-8-15,-3-1 0 0,3 1 0 0,3-3 8 16,-3 1 24-16,3-1 5 0,0 0 1 0,3-3 0 16,-3 3-30-16,3 0-8 0,-3 1 0 0,3-1 0 15,0 3 0-15,0-1 0 0,-1 1 0 0,1 2 0 16,0 4 0-16,0-1 0 0,0 0 0 0,0 2 0 16,0 4 0-16,0-1 0 0,0 3 0 0,0 0 0 15,3 3 0-15,-3-1 0 0,0 4 0 0,3 2 0 16,-3 0 0-16,0-1 0 0,3 4 0 0,0-3 0 0,-3 3 0 0,0-1 0 15,2 3 0-15,-2-5 0 0,0 6 0 0,-3-7 0 0,3 4 0 16,-3 0 0-16,0-1 0 0,0 1 0 0,0-1 0 16,-3-2 0-16,0 0 0 0,0 0 0 0,0-2 0 0,0-6 0 15,0 0 0-15,0 0 0 0,0 0 0 0,0 0 0 16,0 0 0-16,0 0 0 0,-6-6 0 0,3 1 0 16,3-3 0-16,0-3 0 0,0 3 0 15,3-5 0-15,0 3 0 0,0-4 0 16,3 1 0-16,0 3 0 0,0-4 52 0,3 1 10 15,0-3 2-15,0 3 0 0,0 2-52 0,0 1-12 16,3-1 0-16,0 1 0 0,-4 2 0 0,1 0 0 0,0 3 0 0,0 2 0 16,-3 0 0-16,3 3 0 0,-3 0 0 0,0 3 0 15,0 2 54-15,0 0 8 0,0 3 2 0,-3 3 0 16,3-3-52-16,-3 5-12 0,0 0 0 0,0 1 0 16,-3 2 0-16,0-3 0 0,0 3 0 0,-3-1 0 15,0 1 0-15,0 0 0 0,0 3 0 0,0-1 0 16,0 1-16-16,-3-1-7 0,3 3-1 0,0-2 0 15,0-3-16-15,0 0-4 0,0 0-1 0,0 0 0 16,0-3-91-16,3-3-17 0,0 1-4 0</inkml:trace>
  <inkml:trace contextRef="#ctx0" brushRef="#br0" timeOffset="124658.866">16993 6305 2066 0,'0'0'43'0,"-3"-5"10"0,3 0-42 15,-3 0-11-15,3-1 0 0,0 1 0 16,0-3 104-16,0 3 20 0,3-1 3 0,0-2 1 0,0 1-52 0,3 1-9 0,-3-2-3 0,3 0 0 16,0 3 12-16,3 0 3 0,-3 0 0 0,3-3 0 15,-1 2-39-15,1 4-7 0,0-4-1 16,0 4-1-16,-3-1-11 0,3 0-1 16,0 3-1-16,-3 0 0 0,3 0-10 0,-3 0-8 0,0 3 9 0,0 0-9 15,0 2 0-15,-3 0 0 0,3 3 0 0,-6 0 0 16,3 0 0-16,-3 3 0 0,0-1 0 0,-3 3-10 15,0 1-43-15,0-1-9 16,0-2-2-16,-3 2 0 0,0 0 52 0,0-2 12 0,0 2 0 0,0-3 0 16,0-2-18-16,0 0-1 0,0 0 0 0,0-2 0 15,3-1 31-15,0 0 5 0,3-5 2 0,0 0 0 16,0 0-67-16,0 0-12 0,0 0-4 0,0 0 0 16,0 0 81-16,0 0 16 0,3 3 3 0,3-3 1 15,3 0-37-15,-3 0 0 0,3 0 0 0,0 0 0 16,0-3 0-16,0 3 14 0,0 0-3 0,0 0-1 15,3 0 7-15,-4 0 2 0,1 0 0 0,0 3 0 16,0 2-3-16,0-2 0 0,-3-1 0 0,-3 4 0 16,3-1 4-16,-3-2 0 0,0 2 0 0,0 3 0 15,-3-3-6-15,0 0-1 0,0 3 0 0,-3 0 0 16,-3-2-5-16,0 1-8 0,0-1 11 0,-3 2-11 16,-3 2 8-16,3-2-8 0,-3 0 0 0,-2 3 0 15,2-1 0-15,-3 1 0 0,0 2-10 0,0 0 10 16,-3 1-29-16,3-1 1 0,0 0 1 0,1 0 0 15,-1 1-98-15,3-4-20 0,-3-2-4 0</inkml:trace>
  <inkml:trace contextRef="#ctx0" brushRef="#br0" timeOffset="128217.011">19996 4477 1765 0,'6'-11'50'0,"-3"1"11"16,3 2-49-16,-3-3-12 0,3 1 0 0,-3-1 0 15,0 3 99-15,0 0 17 0,0 0 3 0,0 3 1 16,-3 0-33-16,3 2-7 0,0-2 0 0,-3 5-1 15,3-3-47-15,-3 3-10 0,3-2-2 0,-3 2 0 16,3 2 20-16,3 1 3 0,0 2 1 0,-3 3 0 16,0 0-59-16,3 3-11 0,-3 2-2 0,0 0-1 0,3 0 46 15,-3 1 10-15,0-1 1 0,0 0 1 0,-1 0-29 16,-2 0 0-16,3 3 0 0,0-8 0 0,-3 3 0 0,-3-1 0 0,3-2 0 16,-3 0 0-16,3-2 0 0,0-6-21 15,0 0 3-15,0 0 1 16,0 0 25-16,0 0 4 0,0 0 2 0,0 0 0 0,0 0-14 0,-5-6 0 0,2 1 0 15,0-3 0-15,0-3 0 0,3 1 0 0,0-1 0 0,3-2 0 16,-3 0 0-16,3 2 0 16,0-7 0-16,2 2 0 0,-2 0 8 0,3 0-8 15,0-2 0-15,3 2 9 0,-3 0-9 16,3-3 0-16,-3 6 0 0,0-3 8 0,3 3-8 0,-3 0 0 0,0 2 0 0,0 3 0 16,0 3 0-16,-3-6 0 0,3 6 0 0,0 2 0 15,-3 1 0-15,3 2 0 0,-3 2 0 0,0 1 0 16,3 2 0-16,-3 6 8 0,0-3 2 0,2 5 0 15,-2 3-10-15,0-5 10 0,3 7-10 0,-3-5 10 16,0 1-10-16,0 4 0 0,-3-5 0 0,3 3 0 16,-3-3-10-16,0 3-4 0,0-5-1 0,-3-1 0 15,3-2 15-15,-3 3 0 0,0 0 0 0,0-4 0 16,3-1 0-16,-3 4 0 0,0-7 0 0,3-3 0 16,0 0 0-16,0 0 0 0,0 0 0 0,0 0 0 15,0 0 0-15,0 0 0 0,-3-3 0 0,0-5 0 16,3 3 0-16,0-3 0 0,3 0 0 0,-3 0 0 15,6-5 0-15,-3 3 0 0,3-1 0 0,0 0 0 16,0 1 0-16,0-1 0 0,3-5 0 0,0 6 0 16,-3 2 0-16,3-3 0 0,0 1 0 0,0 2 0 15,0 5 48-15,0-5 13 0,0 0 3 0,0 5 0 16,-1 1-52-16,1-1-12 0,-3 1 0 0,3 2 0 16,-3 0 0-16,3 0 0 0,-3 2 0 0,0 3 0 15,-3-2 0-15,3 5 0 0,0 0 0 0,-3-3 0 16,0 6 0-16,0 2 0 0,-3-5 0 0,3 5 0 0,-3-2 0 15,0 2 0-15,0 0 0 0,-3 3 0 0,0-5 13 0,3 2 0 0,-3 0 0 0,0 3 0 16,0 0-13-16,-3 0-8 0,0 2 8 0,0-4-13 31,0-1-23-31,0 3-4 0,3-3 0 0,-3 5-1 0,0-10-108 0,0 3-22 16,3 0-4-16</inkml:trace>
  <inkml:trace contextRef="#ctx0" brushRef="#br0" timeOffset="128623.416">20621 4511 1637 0,'6'-8'69'16,"-3"6"-55"-1,0-3 122-15,3-1 25 0,-3 1 5 0,0 2 1 16,3-5-75-16,-3 6-14 0,3-4-3 0,-3 4-1 16,-3 2-8-16,6-3-2 0,-6 3 0 0,0 0 0 15,0 0 0-15,0 0 0 0,0 0 0 0,0 0 0 16,0 0-51-16,0 0-13 0,0 0 0 0,0 0 0 15,-3 5 0-15,0 3 0 0,0 0 0 0,-3 0 0 16,0-2 0-16,0 4 0 0,0 3 0 0,0-5 0 16,-3 3-11-16,3-1-5 0,-3 1 0 0,1 0-1 15,2-1 17-15,-3 3 0 0,3-5 0 0,0 3 0 16,3 0 0-16,-3-4-8 0,3 4 8 0,0-3 0 0,3 3-9 16,0-6 9-16,0 3 0 0,0-3-9 0,3 0 9 0,0 1 0 15,0 2 0-15,0-6 0 0,0 4 0 16,3-4 0-16,-3 4 0 0,3-4 0 15,0 1 0-15,0 2 0 0,2-2 0 0,-2-1 0 0,3 4 0 16,0-6 0-16,0 2 0 0,0-2 0 0,3 3 0 16,0-3 8-16,0 0-8 0,3 0 0 0,-3 0 20 15,0 0-1-15,2-3 0 0,-2 3 0 0,0-2-19 0,0 2 0 16,0-6 0-16,-3 6 0 16,3-2-35-16,-6-1-10 0,3-2-3 0,-3 2 0 15,0 1-121-15,-3-4-25 0,0 1-5 0</inkml:trace>
  <inkml:trace contextRef="#ctx0" brushRef="#br0" timeOffset="128926.946">20714 4477 2066 0,'-9'-5'43'16,"0"2"10"-16,0-2-42 0,3 2-11 0,0-2 0 0,0 2 0 15,6 3 119-15,-3 0 21 0,3 0 5 0,0 0 1 16,0 0-80-16,0 0-16 0,0 0-3 0,0 0-1 15,0 0 14-15,0 0 4 0,0 0 0 0,0 6 0 16,0 1-52-16,0 1-12 0,3 0 0 0,-3 3 0 16,3-1 0-16,3 6 0 0,-3-5 0 0,0 5 0 15,3 2 23-15,0 1 1 0,-3 2 1 0,3 5 0 16,-3-7-25-16,0 5 0 0,0 0 8 0,0-1-8 16,0-1 0-16,0-1 0 0,-3 0 9 0,3 0-9 15,-3-2 0-15,-3-1 0 0,3 1 0 0,-3 2 0 16,3-3-19-16,-3-2-8 0,0 3-1 0,3-1-1 0,-3-2 29 15,3 3 0-15,-3-3 0 0,3-3 0 16,0 3-160-16,0-3-27 0,0-2-5 0</inkml:trace>
  <inkml:trace contextRef="#ctx0" brushRef="#br0" timeOffset="129975.766">20142 5930 1276 0,'0'0'54'0,"0"0"-43"16,3 5 91-16,0 0 18 0,0-2 4 0,0 5 1 16,0 0-49-16,0 2-11 0,0 1-1 0,-3 2-1 15,3 0-37-15,0 1-7 0,-3 2-2 0,0-1 0 16,0-1-17-16,0-1 0 0,0 0 8 0,0 3-8 16,-3-3 0-16,3-2 0 0,-3-1 0 0,3 4 0 15,-3-6 0-15,3-1 0 0,-3 1 0 0,0 0 0 16,0-2 0-16,3-6 0 0,0 0 0 0,0 0 0 15,0 0 58-15,0 0 5 0,0 0 1 0,0-6 0 16,-3-2-52-16,6 0-12 0,-3 1 0 0,3-1 0 16,-3-6 54-16,3 4 8 0,0-3 2 0,0-1 0 15,0-2-52-15,0-2-12 0,0-1 0 0,0 1 0 16,0-1 0-16,0 1 0 0,0-1 0 0,0 3 0 16,0-2 54-16,0 2 8 0,3 0 2 0,-3 3 0 15,0 2-52-15,3 1-12 0,-3 2 0 0,3 0 0 16,-1 3 0-16,-2 2 0 0,3 0 0 0,0 3 0 15,0 3 0-15,0 0 0 0,0 2 0 0,0 5 0 0,0 1 0 0,3 0 0 16,-3 2 0-16,3 3 0 0,-3 0 0 0,3-3 0 16,-3 3 0-16,3-3 0 0,-3 3 0 0,-3-3 0 0,3-2 0 15,-3 2 0-15,-3-3 0 0,3 1 0 0,-3-3 0 0,0 0 0 16,0-3-14-16,0-5-6 0,0 0 0 16,0 0-1-16,0 0 33 0,0 0 8 0,0 0 0 0,0 0 1 15,0 0-21-15,0 0 0 0,0 0 0 0,-3-2 0 16,0-4 0-16,0 1 0 15,3-3 0-15,-3 0 0 0,3-2 0 0,3-1 0 0,-3-2 0 0,3-1 0 16,3 1 0-16,-3 0 0 16,2-3 0-16,1 0 0 0,0 0 0 0,3 1 0 0,0 1 0 0,0-2 0 15,0 6 0-15,0-1 0 0,0-2 0 0,0 5 0 16,0 0 56-16,0 3 6 0,0 0 2 0,-3 2 0 16,3 3-52-16,-3 0-12 0,2 3 0 0,-2 2 0 15,0 0 0-15,0 3 0 0,3 3 0 0,-6-1 0 16,3 6 0-16,-3-3 0 0,0 6 0 0,-3-3 0 15,3 2 0-15,-3 1 9 0,0-1-9 0,-3 1 8 16,3-1-8-16,-3-2 0 0,3 5 9 0,-3-2-9 16,0-1 0-16,0-2-15 0,-3 0 3 0,3 3 0 15,0-1-32-15,-3-2-7 0,3 3-1 0,0-3 0 16,0-1-121-16,0 1-25 0,3-3-5 0</inkml:trace>
  <inkml:trace contextRef="#ctx0" brushRef="#br0" timeOffset="130321.672">20737 6125 2200 0,'3'-5'46'0,"0"0"10"0,-3 0-45 15,0-1-11-15,3 1 0 0,-3 5 0 0,0-5 128 0,0 5 23 0,-3-6 5 0,3 6 0 16,0 0-124-16,0 0-32 0,-3-2 0 0,3 2 0 16,-8 0 44-16,2 2 2 0,0-2 1 0,-3 3 0 15,3 2-39-15,0 1-8 0,0-1 0 0,0 0 0 16,3 3 0-16,0-3 0 0,0 3 0 0,3 0 0 15,0 0-9-15,3 3 9 0,0-1-13 0,0 1 5 16,6 2 8-16,-3-2 0 0,3 2 0 0,0 0 0 16,0 1 16-16,-1 1 9 0,4-1 2 0,-3-1 0 15,0 3-43 1,0-6-8-16,0 4-1 0,0-4-1 0,0 1 26 0,-3 2 0 0,-3-5 0 0,3 3 0 16,-3-1 20-16,-3 1 4 0,0-3 0 0,0 0 0 15,-3 2-36-15,0-2-6 0,0 0-2 0,-3 0 0 16,0 0 20-16,-3 0 0 0,3-3 0 0,-3 3 0 15,0-3 15-15,-3 1 3 0,3-1 1 0,-3-2 0 16,4-1-63-16,-1 1-12 16,-3 0-2-16,6-1-1 0,-3-2-65 0,0 0-12 15,3-2-4-15</inkml:trace>
  <inkml:trace contextRef="#ctx0" brushRef="#br0" timeOffset="130522.483">20705 6155 2066 0,'-3'-11'43'0,"0"0"10"0,0 3-42 16,3 3-11-16,-3-3 0 0,0 3 0 0,3-3 104 0,0 5 20 0,3-2 3 0,0 0 1 16,3 0-33-16,-3 2-7 0,3-2 0 0,3 2-1 15,0-2-37-15,-1 2-7 0,4-2-2 0,0 2 0 16,0 0-22-16,3-2-5 0,0 2-1 0,0 1 0 16,0-1-13-16,3 1 8 0,-4-1-8 0,1 0 0 31,3-2-60-31,-3 2-19 0,3 1-3 0</inkml:trace>
  <inkml:trace contextRef="#ctx0" brushRef="#br0" timeOffset="131825.257">18231 4477 1485 0,'0'0'63'0,"0"0"-51"15,0 0 62 1,0 0 12-16,0 0 2 0,0 0 1 0,0 0-20 0,3 5-4 0,3-2-1 0,-3 2 0 16,0 1-2-16,0 1-1 0,0 1 0 0,0 8 0 31,0-8-46-31,-3 5-15 0,3 1 8 0,-3 2-8 0,0-1 0 0,3 1 0 0,-3 0 0 0,0-3 0 15,0 1 0-15,0-1 0 0,0 0 0 0,0 0 0 16,0-5 0-16,0 3 0 0,0-6 0 0,-3 3 0 16,3-8 0-16,0 0 0 0,0 0 0 0,0 0 0 15,0 0 55-15,0 0 7 0,0 0 2 0,0 0 0 16,-3-8-52-16,0 0-12 0,3 0 0 0,-3-2 0 16,3-1 0-16,0-2 0 0,0-3 0 0,3 0 0 15,-3 0 0-15,3 0 0 0,0-2 0 0,0 2 0 16,0 0 0-16,3-2 0 15,0 4 0-15,0-4 0 0,0 7 0 0,3-5 0 0,-3 6 0 0,3-1 0 16,-1 3 30-16,-2-5 3 0,3 5 1 0,0 0 0 16,-3 3-22-16,3 2-4 0,0 1 0 0,-3-1-8 15,3 6 12-15,-3-3-12 0,0 5 12 0,3 0-12 16,-3 0 20-16,0 3-2 0,-3 0-1 0,3 3 0 16,-3 0-17-16,0-1 0 0,3 3 0 0,-3-5 0 15,-1 5 0-15,1-2 0 0,0 2 0 0,0-2 0 16,-3 2 0-16,3-2 0 0,-3-1 0 0,0 1 0 15,-3-1 0-15,3-7 0 0,0 5 0 0,0-8 0 16,0 0 0-16,0 0 0 0,0 0 0 0,0 0 0 0,0 0 0 16,0 0-11-16,0 0 2 0,-6-3 0 0,1-2 9 15,2 2 12-15,0-7-2 0,0 2-1 0,0 0-9 0,3-3 0 0,-3 1 0 16,3-1 0-16,0 3 0 0,0-8 0 0,0 6 0 16,3-1 0-16,0 3 0 0,0-8 0 0,3 6 0 0,-1-1 0 15,1 1 0-15,0-4 0 0,0 4 0 16,3-1 0-16,0 3 0 0,0-2 0 15,-3 2 0-15,3 3 0 0,0-3 53 0,-3 2 9 0,0 1 2 16,3 0 0-16,-3 5-52 0,0-3-12 0,0 3 0 16,-3 3 0-16,3 2 0 0,-3-5 0 15,2 5 0-15,-2 3 0 0,3 3 0 0,-3 2 0 0,0-2 0 0,0 2 0 16,-3 0 0-16,3 0 0 0,-3 3 0 0,3-3 0 16,-3 6 0-16,-3-3 0 0,3 2 0 0,-3-2 0 15,3 5 0-15,0-5 0 0,-3 5 0 0,3-2 0 16,-3-1 0-16,3-2 0 0,-3 0 0 0,0 0 0 15,3 3 0-15,-3-9 0 0,3 1 0 0,-3-1 0 16,3 1-51-16,0-3-9 0,3 0-3 0,0 0 0 16,0-6-123-16,0 4-25 0,3-6-5 0</inkml:trace>
  <inkml:trace contextRef="#ctx0" brushRef="#br0" timeOffset="132209.924">18716 4623 1728 0,'3'-16'76'0,"0"2"16"16,0 4-73-16,0-3-19 0,0 2 0 0,0 3 0 15,-3-2 106-15,3 2 18 0,-3 2 3 0,0 1 1 0,3 2 0 0,-3 3 0 0,0 0 0 0,0 0 0 16,0 0-103 0,0 0-25-16,0 0 0 0,0 0 0 0,0 0 56 0,-3 8 7 0,3-2 1 15,-3 2 0 1,3 7-64-16,-3-7 0 0,0 6-9 0,3 1 0 0,-3 1 9 16,3 0 0-16,0 3 8 0,0-1-8 15,0-2 0-15,3 3 0 0,0-1 0 0,0 1 0 16,0-3 0-16,3-1 0 0,0 1 0 0,0 3-8 0,3-9 8 0,0 4 12 0,0-1-2 15,3-3-1-15,0-2-21 0,0 0-4 0,-1 3 0 16,1-8-1-16,0 2 17 0,0 0 0 0,0-2-8 0,0-1 8 16,3-2 0-16,-6 0 0 0,3-2 0 0,-3-1 0 15,0 1 0-15,0-4 11 0,-1 4-11 0,-2-1 10 16,-3-5 18-16,3 0 3 0,-3 0 1 0,0 0 0 16,0 3 3-16,0-6 1 0,0 3 0 0,-3-2 0 15,0 2-11-15,0 0-1 0,0 0-1 0,-3 0 0 16,0 3-12-16,0-3-3 0,-3 3 0 0,0-1 0 15,0 1-8-15,-3 2 0 0,1 3 0 0,-1-2 8 16,0 4-8-16,-3-2-9 0,0 3 9 0,-3 2-13 16,0 1-25-16,0 1-5 0,-3-1-1 15,3 2 0-15,-2 2-111 0,-1 3-22 0,0-2-5 0</inkml:trace>
  <inkml:trace contextRef="#ctx0" brushRef="#br0" timeOffset="136398.138">18139 5972 1630 0,'0'0'34'0,"0"0"7"0,0 0-33 0,0 0-8 0,0 0 0 0,0 0 0 16,0 0 83-16,0 5 14 0,3 3 3 0,0 0 1 15,0 0-35-15,3 3-7 0,-3 2-2 0,3 0 0 16,-3 0-17-16,0 1-4 0,3-1-1 0,-3 3 0 15,3 0-35-15,-3-3-16 0,2 3 2 0,-2 0 0 16,0-1 14-16,0 1 0 0,0 0 0 0,0 0 0 16,0-3 0-16,-3 1 0 0,3-1 0 0,-3 0 0 15,0-2 48-15,0-3 13 0,0-1 3 0,-3-1 0 16,3-6-64-16,0 0-18 0,0 0-1 0,0 0 0 16,0 0 31-16,-3-6 5 0,3-1 2 0,-3-1 0 15,3-3 8-15,0 0 1 0,0-2 1 0,3 0 0 16,-3 0-5-16,0-3 0 0,3 0-1 0,0 0 0 15,0 0-9-15,0 3-2 0,0-3 0 0,0 3 0 16,3-3 20-16,-3 5 4 0,3-2 1 0,0 0 0 16,3 2-23-16,0 3-5 0,-3 1-1 0,3 1 0 15,0 1 9-15,0 0 2 0,0 2 0 0,0 3 0 16,-1 0-19-16,1 3-14 0,-3-1 2 0,3 4 1 16,0-1 11-16,3 0 0 0,-6 3 0 0,3 3-8 15,-3-3 8-15,3 2 0 0,-3-2 0 0,0 0 0 16,0 0 0-16,-3 0 0 0,3 0 0 0,-3 0 8 0,-3 0-8 15,3-3 0-15,-3 0 0 0,0-5-8 0,0 0 8 16,0 0 0-16,0 0 0 0,0 0 0 0,0 0 0 0,0 0 0 16,0 0 8-16,0 0-8 0,0 0 0 0,0 0 9 15,-3-5-9-15,0 0 0 0,0-1 8 0,3-1-8 16,0 1 0-16,0-2 0 0,3 0 0 0,0-2 8 0,0 2-8 16,0-3 0-16,3 3 14 15,-1 0-4-15,1-2-1 0,3-1 0 16,-3 3 3-16,3 3 0 0,0-3 0 0,0 3 0 0,-3 2-1 0,0 0 0 0,3 1 0 0,-3-1 0 15,0 6-11-15,0-1 10 0,-3 1-10 0,3 2 10 16,0 1-10-16,0 2 0 0,-3 0 9 0,3 2-9 16,-3 3 0-16,0-2 9 0,-1 2-9 0,-2 3 0 15,3-3 8-15,-3 6-8 0,3-3 0 0,-3 2 0 16,3 3 8-16,-3 1-8 0,0-1 0 0,0 3 0 16,0-3 0-16,0 0 0 0,0-3 0 0,0 4 0 15,0-4-22-15,0-2-5 0,0 0-1 0,3-3 0 16,-3 0-77-16,0-2-16 0,3-1-3 15</inkml:trace>
  <inkml:trace contextRef="#ctx0" brushRef="#br0" timeOffset="136706.561">18693 6186 2169 0,'-12'-16'45'0,"9"11"11"16,0 0-45-16,3 0-11 0,0-3 0 0,0 2 0 0,3 4 134 0,0-4 25 0,0 1 5 0,3 0 0 15,0 0-80 1,-1 2-16-16,4 0-3 0,0 1-1 0,0-1-51 0,3 3-13 16,0-3 0-16,0 3 0 15,0 0 36-15,3 3 4 0,-3-3 0 0,3 3 1 0,-4-1-25 0,4 1-6 0,-3 0-1 0,0 2 0 16,-3 0-9-16,3 3 0 0,0 0 0 0,-3 3 8 16,0-1-8-16,-3 6 0 0,3-3 0 0,-6 6 0 15,3-1 0-15,-3 1 0 0,0 2 0 0,0 0 8 16,-3 0-8-16,0 1-14 0,0-1 3 15,0 0 1-15,-3 0-17 16,0 0-3-16,-3 0-1 0,3 3 0 0,-3-5-31 16,0-1-6-16,0 1-2 0,0 2 0 0,0-3-181 15,0-2-36-15</inkml:trace>
  <inkml:trace contextRef="#ctx0" brushRef="#br0" timeOffset="136911.875">18782 6467 2401 0,'-21'-16'50'0,"15"8"11"16,0 3-49-16,3-1-12 0,0-2 0 0,3 3 0 15,3 0 84-15,0 0 15 0,3-1 2 0,3 1 1 16,0 0-45-16,3 2-9 0,3-2-1 0,0 0-1 16,2 2-13-16,-2-2-2 0,3-1-1 0,0 1 0 15,0 0-20-15,0-1-10 0,0-2 10 0,-1 3-10 16,1-3-57-16,3 0-18 0,3-2-3 0,0 2-1 15,3-3-141-15,-1 1-29 0</inkml:trace>
  <inkml:trace contextRef="#ctx0" brushRef="#br0" timeOffset="137674.807">14454 2326 1885 0,'9'-5'53'0,"-3"-3"12"0,3 0-52 0,3-6-13 0,-4 6 0 0,7-7 0 16,0 1 110-16,0-1 19 0,6-7 4 0,0 1 1 16,3-3-30-16,5 3-5 0,4-3-2 0,3-5 0 15,0 8-66-15,2-3-14 0,1-5-2 0,6 3-1 16,-4 2 7-16,4 0 2 0,3-5 0 0,-1 3 0 16,1 2-23-16,-4 0 8 0,4-3-8 0,-3 4 0 15,-7-1 24-15,-5 5 1 0,0 1 0 0,-3-1 0 16,-6 9-25-16,-4-4 0 0,1 1 0 0,-3 5 0 15,-6 6-46-15,0-6-14 0,-3 8-4 16,-6-6 0-16,-3 6 0 0,0 0 0 0,0 0 0 0</inkml:trace>
  <inkml:trace contextRef="#ctx0" brushRef="#br0" timeOffset="138138.966">14534 1974 1820 0,'0'-5'38'0,"-3"2"8"16,3-2-37-16,0 5-9 0,0-3 0 0,0 3 0 16,0 0 96-16,0-5 18 0,0 5 3 0,0 0 1 15,0 0-42-15,0 0-8 0,0 0-1 0,0 0-1 16,0 0-34-16,0 5-8 0,-3 3 0 0,0 5-1 16,0-5-23-16,3 3-18 0,-3 2 3 0,0 3 1 15,0-3 14-15,-3 8 0 0,3-5 0 0,-3 0 0 16,4 5 0-16,-4 0 0 0,3-5 0 0,-3 5 0 15,3-5 18-15,-3 0 6 0,3 3 2 0,0-3 0 16,3-6-5-16,0 3-1 0,0-5 0 0,0 5 0 16,3-7-1-16,0 2-1 0,0 0 0 0,3-6 0 15,-3 4-18-15,3-4 0 0,0-2 0 0,2 6 0 0,-2-6 55 16,3 0 7-16,0 0 2 0,0 0 0 0,3-6-52 0,0 6-12 16,0 0 0-16,0-2 0 15,3 2-18-15,3-6-6 0,-1 4-2 0,4 2 0 16,0-8-163-16,3 0-33 0,0 2-6 0</inkml:trace>
  <inkml:trace contextRef="#ctx0" brushRef="#br0" timeOffset="180270.172">17234 9999 2180 0,'0'0'62'0,"0"0"13"16,0 0-60-16,0 0-15 0,0 0 0 0,0 0 0 15,-6-2 81-15,0 4 14 0,-3 1 2 0,-3 2 1 16,0 3-54-16,0 3-12 0,-2-1-1 0,-1 6-1 16,-3 3-5-16,-3 2-1 0,0 0 0 0,0 5 0 15,-3 1-24-15,4 5 0 0,-4 2 0 0,0 0 0 16,-6 4 0-16,1-1 0 0,-4 0 0 0,-3 0 0 16,3-3 0-16,-2-2 0 0,-1 0 0 0,3-1 0 15,3-2-46-15,4 1-14 0,2-1-4 16,-3-3 0-16,6-2-94 0,0-6-19 0</inkml:trace>
  <inkml:trace contextRef="#ctx0" brushRef="#br0" timeOffset="180529.961">16686 10195 2290 0,'0'-24'48'0,"3"3"11"0,0 5-47 0,-3 0-12 0,3 3 0 0,0 5 0 15,0 0 84-15,-3 3 16 0,0 5 2 0,0 0 1 16,0 0-43-16,0 0-8 0,6 5-1 0,0-2-1 15,3 5-5-15,-3 2-1 0,3 1 0 0,3 2 0 16,0 3-36-16,0 5-8 0,5-2 0 0,-2 7 0 16,0 3 0-16,0 0 0 0,0 6 0 0,3-1 0 15,-6 1 0-15,6-4 0 0,-6-2 0 0,2 3 0 16,-2-5 9-16,0 2-1 0,0-3 0 0,0 3 0 16,0-2-8-16,0-1-11 0,0 1 3 0,-3-3 0 15,3-1-45-15,-3-1-9 0,-1-1-2 0,1-3 0 16,-3-2-170-16,-3-3-34 0</inkml:trace>
  <inkml:trace contextRef="#ctx0" brushRef="#br0" timeOffset="180876.183">16585 9817 2124 0,'3'-8'44'0,"3"2"10"16,0-2-43-16,0 1-11 0,0 1 0 0,3-2 0 0,0 3 64 0,3 0 12 0,0-1 1 0,-1 1 1 15,4 0-39-15,0 2-8 0,0 1-2 0,3-4 0 16,0 6-13-16,3-2-2 0,2-1-1 0,-2 3 0 15,3-3-5-15,0 3 0 0,3 0-8 0,-3 0 12 16,2 3-12-16,-2-3 0 0,6 0 0 0,0 0 0 16,-1 0 8-16,4 3-8 0,6-1 0 0,-3 1 0 15,-4 0 0-15,4-3 0 0,-3 2 0 0,-3-2 0 32,-4 0-26-32,1 0-2 0,-6-2 0 0,3 2 0 15,-3-3-120-15,-1 0-24 0,-2 3-4 0</inkml:trace>
  <inkml:trace contextRef="#ctx0" brushRef="#br0" timeOffset="181280.089">17442 10624 2747 0,'0'0'78'0,"0"0"17"0,0 0-76 0,0 0-19 0,0 0 0 0,0 0 0 15,0 0 55-15,0 5 7 0,-3 3 2 0,3 2 0 16,-3 1 0-16,0 2 0 0,0 1 0 0,0 4 0 16,-2 1-52-16,2-1-12 0,0 6 0 0,-3-3 0 15,3 3 0-15,0-3 0 0,0 3 0 0,0-3 0 16,0 3 0-16,0-3 0 0,0 3 0 0,0-3 0 16,0 0 0-16,3 3 0 0,-3-3 0 15,3 3 0-15,0 0-48 0,0-6-13 16,0 3-3-16,3-2 0 0,0 0-51 0,3-6-10 0,-3-3-3 15</inkml:trace>
  <inkml:trace contextRef="#ctx0" brushRef="#br0" timeOffset="181626.37">18862 10142 2310 0,'0'-8'97'15,"-3"3"-77"1,3 2-20-16,-3-2 0 0,-3 0 0 0,3-1 0 16,-3 1 54-16,-3 2 7 0,3-2 2 0,-5 2 0 0,2 1-12 0,0-1-3 0,0 1 0 0,0 2 0 15,-3 0-24-15,3 0-6 0,0 0-1 0,-3 2 0 16,0 3-17-16,0 1 0 0,0 2 0 0,1 0 0 15,-4 5 55-15,0 3 7 0,0 2 2 0,-3 6 0 32,-3 3-74-32,3 2-14 0,-5 5-4 0,-1 3 0 0,0-3 28 0,-6-2 0 0,-3 3 0 0,1 2 0 15,-1-8-34-15,0-3-2 16,3 3 0-16,-2-2 0 0,5-6 4 16,0 3 0-16,3-3 0 0,-3-3 0 0,4-4-154 15,-1-1-30-15,0-5-7 0</inkml:trace>
  <inkml:trace contextRef="#ctx0" brushRef="#br0" timeOffset="182116.527">18181 10311 2408 0,'6'-26'68'0,"-4"2"15"16,4 3-67-16,0 2-16 0,0 4 0 0,-3-1 0 16,3 5 76-16,-3 3 12 0,0 0 3 0,0 3 0 15,0 0-31-15,-3 5-5 0,0 0-2 0,0 0 0 16,6 5-25-16,0 0-4 0,0 1-2 0,0 4 0 15,3 3-22-15,0 3-13 0,-3 3 1 0,6 7 1 16,-3-2 11-16,3 5 0 0,-1 6 0 0,4-4 0 0,0-2 0 16,0-2 0-16,3-1 0 0,-3 1 0 0,3-3 0 0,0-3 0 15,-1 0 0-15,1 0 0 16,-3-2-53-16,0-3-9 0,0-3-2 16,-3 0 0-16,0-2-51 0,0-4-10 0,-6 1-3 0,3-2 0 15,-4-1 103-15,1-2 25 0,0-3 0 0,0-3 0 16,-3 3-11-16,3-5 11 0,-3 2-13 0,0-2 5 0,0-3 63 0,-3 3 13 15,3-3 2-15,0-3 1 0,-3 3-6 0,3-2-1 0,0-1 0 16,3 3 0-16,-3-3-15 0,3 1-3 0,3-1-1 16,-3 3 0-16,3 0-21 0,0 0-4 0,0 0 0 0,3 6-1 15,-1-3-19-15,-2-1 0 0,3 4 0 0,0 2 0 16,-3 0 0-16,3 0 0 0,-3 0 0 0,0 2 0 16,0 4 35-16,-3-1 3 15,0 3 1-15,-3 0 0 0,0 0-39 0,-3 2 0 0,-3 1 0 0,-3 2 0 16,0 3-21-16,-3 2 1 0,-3 1 0 0,3 5 0 15,-3-3-10-15,3 3-2 16,-3 2 0-16,3-2 0 0,3 0-12 0,0-3-2 0,1 0-1 0,2 0 0 16,3-5 38-16,3-3 9 0,0 1 0 0,2-4 0 15,4-2 0-15,3 0 0 0,0-3 0 0,6-2 0 16,0 0 0-16,3-3-10 0,3 0 10 0,2-6-10 16,-2 1-92-16,3-3-18 0,6-2-4 15</inkml:trace>
  <inkml:trace contextRef="#ctx0" brushRef="#br0" timeOffset="182482.978">19577 10727 1824 0,'3'-5'76'0,"3"-1"-60"15,2 1 88-15,1 0 19 0,0-1 3 0,3 1 1 16,3 0-36-16,0 0-7 0,3-1-2 0,3 4 0 16,-3-4-22-16,-1 1-5 0,4 0-1 0,3 2 0 15,0-2 2-15,3-3 1 0,5 3 0 0,1-3 0 16,3 5-44-16,3-2-13 0,-1 2 0 0,4-2 8 15,-6 2-8-15,-1 0 11 0,-2-2-11 0,0 3 12 16,0-1-12-16,2 0-11 0,1 1 3 0,0-1 0 16,-6 3 16-16,2 0 3 0,-5-3 1 0,0 3 0 15,-3 0-42-15,-6-2-8 0,-1 2-2 0,-5 0 0 16,-3 0-114-16,0-3-23 0,-3 3-5 0</inkml:trace>
  <inkml:trace contextRef="#ctx0" brushRef="#br0" timeOffset="182796.76">20071 10425 2067 0,'3'-8'87'16,"0"3"-70"-16,0-3 69 0,0 0 14 0,0 0 2 0,0 0 1 15,0 3-7-15,0-3 0 0,-1 3-1 0,1-1 0 16,0 4-34-16,-3 2-6 0,0 0-2 0,0 0 0 15,0 0-19-15,0 0-4 0,0 0-1 16,3 2 0-16,-3 6-13 0,3 0-4 0,-3 6 0 0,0 1 0 16,0 4-3-16,0 2-1 0,0 3 0 0,-3 2 0 15,0 1-8-15,3 2 0 0,-3 0 0 0,3 5 0 16,-3 3 0-16,3 1 0 0,0 4 8 0,0 0-8 16,0-7 0-1,0-1 0-15,3-2 0 0,-3 0 8 0,0-6-8 0,3 0-9 0,-3-2 9 0,0 0-13 16,3-3-23-16,-3 0-4 0,3 1 0 0,-3-7-1 15,3 1-172-15,3-2-35 0</inkml:trace>
  <inkml:trace contextRef="#ctx0" brushRef="#br0" timeOffset="186173.04">21904 9938 1728 0,'0'0'49'0,"0"0"11"16,-3 6-48-16,-3-4-12 0,-3 4 0 0,3-1 0 16,-2 3 58-16,-1 0 10 0,0 2 1 0,-3 1 1 0,3 2-47 0,0 0-10 0,-3 1-1 0,3 2-1 15,-6 2 32-15,0 1 6 0,0-1 2 0,-2 6 0 16,-1 0-37-16,-3 0-14 0,-3 2 11 16,0 3-11-1,-3 0 0-15,1 3 0 0,2 2 0 0,-3-2 0 0,0 0 10 16,6-3-10-16,-2 0 10 0,2-2-10 15,-3-1-22-15,3-2-10 0,0-3-3 0,-2 3 0 16,-4-6-81-16,0 1-17 0,0-1-3 0</inkml:trace>
  <inkml:trace contextRef="#ctx0" brushRef="#br0" timeOffset="186437.879">21133 10184 2450 0,'-12'-23'51'0,"7"15"12"16,2 0-51-16,3 2-12 0,-3 1 0 0,3 5 0 16,0-5 93-16,0 5 16 0,3-3 3 0,-3 3 1 15,3-5-54-15,2 5-11 0,1-3-3 0,0 6 0 16,3 0-15-16,3 2-3 0,0 3-1 0,0 0 0 16,6 5-6-16,-3 3 0 0,6 2-1 0,-4 6 0 15,4 0-19-15,-3 5 8 0,3 6-8 0,0-4 0 16,-3 1 0-16,3-3 0 0,-4-2 0 0,4 2 0 15,0-5 0-15,3 2 0 0,-3-2 0 0,5 0 0 16,-2-1-32-16,3 1-4 0,3 3-1 0,-3-4 0 16,2-1-111-16,-2-6-23 0,3 2-4 0</inkml:trace>
  <inkml:trace contextRef="#ctx0" brushRef="#br0" timeOffset="186676.842">22107 10544 2067 0,'-6'-8'87'0,"0"0"-70"15,3 0 139-15,0 3 27 0,-3 0 5 0,6 5 2 16,0 0-90-16,0 0-19 0,0 0-3 0,0 0-1 16,0 0-30-16,0 0-7 0,-3 5 0 0,-3 3-1 15,3 0-14-15,0 3-2 0,3-1-1 0,-3 6 0 16,0 3-5-16,0 2-1 0,0 0 0 0,0 8 0 16,0-2-8-16,0 4-8 0,-3 1 12 0,3 2-12 15,-3-2 8-15,0-3-8 0,3-2 0 0,-3 2 0 16,0-3-19-16,1 1-10 0,-1-1-3 15,0 3 0-15,3-2 32 0,-3 2 0 0,3 3 0 0,0-3 0 16,0-3-45-16,3-2-16 0,-3-3-3 16</inkml:trace>
  <inkml:trace contextRef="#ctx0" brushRef="#br0" timeOffset="187025.629">23402 10042 2039 0,'0'0'42'0,"0"0"11"0,0 0-42 16,-3-6-11-16,3 6 0 0,0 0 0 0,-3-2 107 0,3 2 19 0,0 0 4 0,0 0 1 15,-3-3-52-15,3 3-11 0,-9-3-1 0,3 6-1 16,-3 0-30-16,-3 5-5 0,3 0-2 0,-6 2 0 16,0 6-12-16,-3 0-2 0,-3 0-1 0,-2 8 0 15,-1-1-6-15,-3 6-8 16,-3 3 11-16,1 3-11 0,2-1 20 0,0 0-2 0,3 1-1 16,-6-1 0-16,1-2-25 0,-4-3-6 0,0-2-1 0,-6 2 0 15,7-6 3-15,-4-1 0 0,-3-1 0 0,7 0 0 16,2-5-72-1,3 0-13-15,3 0-3 0</inkml:trace>
  <inkml:trace contextRef="#ctx0" brushRef="#br0" timeOffset="187279.592">22681 10105 2471 0,'3'-16'70'0,"3"3"15"16,-3 0-68-16,0 5-17 0,3 0 0 0,-3 3 0 0,3 2 63 0,-3 0 9 0,3 3 1 0,-3 3 1 15,6 0-18-15,-3 2-3 0,3 0-1 0,3 6 0 16,-3-1-12-16,5 4-2 0,-2 1-1 16,3 4 0-16,0 2-18 0,0 3-4 0,-3 5-1 15,3 0 0-15,0 3-14 16,0 5 0-16,-1 0 8 0,1 0-8 16,-3-3 0-16,0-2 0 0,0-3 0 0,3 0 0 15,-6 0 0-15,3-2-8 0,-3-1 8 0,3 4-13 16,-4-4-26-16,4-2-5 0,-3 2 0 0,3-2-1 15,-3-3-160-15,0-5-32 0</inkml:trace>
  <inkml:trace contextRef="#ctx0" brushRef="#br0" timeOffset="187628.25">23407 10558 2150 0,'3'-6'91'0,"3"1"-73"16,-3 2 96-16,3 1 19 0,0-1 4 0,3 0 1 15,-3 3-60-15,3 0-12 0,-3 3-2 0,3 0-1 16,0-1-25-16,-3 1-5 0,3 2-1 0,-3 1 0 16,3 1-19-16,-3 4-4 0,-3 2-1 0,3 1 0 15,-6 4-8-15,3 6-9 0,-6 0 9 0,0 2-13 16,0 1 13-16,-3 2 0 0,-3 0 0 0,0 3 0 16,-3-6-43-16,0 3-5 0,0-5-2 0,0 2 0 15,0-2 5-15,0 0 1 0,3-3 0 0,-2 3 0 16,5-5 32-16,-3 2 12 0,3-3 0 0,3 1-9 15,3-3 21-15,0-3 5 0,3 0 1 0,0-2 0 16,3-1 0-16,3-2 0 0,-1-3 0 0,4 1 0 16,3-4-18-16,3 1 0 0,3-3 0 0,3 0 0 15,3 0 35-15,2-3 13 0,7 1 2 0,0 2 1 16,-3-3-35-16,-1 0-6 0,4 3-2 0,-3-2 0 16,2 2-8-16,1-3 8 0,3 1-8 0,0 2 8 15,-1 0-43-15,4 0-9 0,-3 2-1 0</inkml:trace>
  <inkml:trace contextRef="#ctx0" brushRef="#br0" timeOffset="188692.808">16677 11627 2224 0,'-6'7'63'0,"0"-1"14"0,1 2-61 0,-4 2-16 0,3 1 0 0,-3 2 0 16,0 3 64-16,-3 2 9 0,-3 6 3 0,0 3 0 16,0 2-64-16,-6 3-12 0,4 5 0 0,-7 2 0 15,0 1 0-15,-6 0 0 0,0 2 0 0,1 0 8 16,-1-2-8-16,3-3 10 0,-3 0-10 0,3 3 10 16,4-3-10-16,2 3 0 0,0-3-12 0,0 0 12 15,6-3 0-15,0-5 0 0,1-2 0 0,-4-1 0 16,6-5 0-16,0-2 0 0,0-1 0 0,0-2 0 15,6-5-59-15,-3-1-4 0,6-4-1 0</inkml:trace>
  <inkml:trace contextRef="#ctx0" brushRef="#br0" timeOffset="188993.11">16401 11568 2150 0,'0'0'91'0,"0"0"-73"16,0 0 50-16,0 0 11 0,0 0 1 0,0 0 1 15,0 6-33-15,3 2-8 0,0-3 0 0,2 0-1 16,4 3-6-16,3 0-1 0,3-3 0 0,0 3 0 16,3 0-12-16,-3 0-2 0,3 3-1 0,2-3 0 15,-2 0-17-15,6-1 0 0,0 1 0 0,0 0 0 16,0 3 18-16,2-3-3 0,1 0-1 0,-3 0 0 15,0 2-14-15,-6 1 0 0,0 0 8 0,-4 2-8 16,-5-3 20-16,0 4 2 0,0-1 0 0,-6 0 0 16,0 3-4-16,-3 0-1 0,-3 0 0 0,0 5 0 15,-3-3-7-15,0 1-2 0,0 2 0 0,-3-2 0 16,3-1-8-16,1-2-11 0,2 0 3 0,-3-3 0 16,3 0-39-16,3-2-7 0,3-1-2 15</inkml:trace>
  <inkml:trace contextRef="#ctx0" brushRef="#br0" timeOffset="189547.75">21616 11727 1941 0,'0'0'82'16,"0"0"-66"-1,0 8 69-15,-3 0 14 0,3 0 2 0,-3 2 1 16,0 1-16-16,-3 2-3 0,0 1-1 0,-3 1 0 16,0 7-33-16,-3 1-6 0,0 4-2 0,-3 5 0 15,3-1-33-15,-3 1-8 0,1 2 0 0,-4 4 0 16,3-4 0-16,-3 0 0 0,0-2 0 0,0 2 0 16,0 4 16-16,-3-4 0 0,1 6 1 0,-4-3 0 15,0-6-17-15,3 4 0 0,0-6 0 0,1-3 0 0,2-4 0 16,0-1-9-16,6-3 1 0,-3-2 0 15,6 0-32-15,0-5-5 0,0-1-2 0,3-2 0 16,3-3-137-16,-3-2-27 0,6-3-5 0</inkml:trace>
  <inkml:trace contextRef="#ctx0" brushRef="#br0" timeOffset="189967.006">21532 11730 1789 0,'-9'0'37'0,"3"-3"9"16,0 0-37-16,-3 3-9 0,4-2 0 0,-4 2 0 15,3 0 60-15,-3-3 11 0,0 3 1 0,-3 0 1 16,3 0-7-16,0 0-2 0,0 0 0 0,0 3 0 16,0-3-51-16,0 2-13 0,3-2 0 0,0 3 0 15,6-3 53-15,0 0 8 0,0 0 2 0,0 0 0 16,0 0-50-16,0 0-13 0,0 0 0 0,0 0 0 15,0 0 31-15,0 0 1 0,0 0 0 0,0 0 0 16,0-3 0-16,6 1 0 0,0-4 0 0,3 4 0 16,0-1-32-16,3-2 0 0,3 2 0 0,0 1 0 15,0-4 0-15,3 4 0 0,2-1 0 0,-2 0 0 0,3 3 0 16,-3 0 0-16,3-2 0 0,-3 4 0 16,-3-2 0-16,-1 0 0 0,-2 3 0 0,3 2 0 15,-6 1 0-15,3-1 0 0,-3 0 0 0,-3 3 0 0,3 3 0 16,0-3 0-16,-3 5 0 0,-3-3 0 0,0 4 57 0,0-4 6 15,0 4 1-15,-3-1 0 0,0 0-52 16,0-2-12-16,0 2 0 0,-3 0 0 0,0 0 0 0,3 3 0 16,-3-5 0-16,3 2 0 15,-3 0-48-15,3 0-13 0,-3-2-3 0,3 0 0 16,0-4-102-16,0 4-21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336.48792" units="1/cm"/>
          <inkml:channelProperty channel="Y" name="resolution" value="378.5488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2-07T22:52:15.44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9218 10272 737 0,'0'0'31'0,"-3"-3"-31"15,3 3 77-15,0 0 10 0,-6 0 1 0,6 0 1 16,0 0-21-16,0 0-4 0,0 0 0 0,0 0-1 31,0 0-3-31,0 0-1 0,0 0 0 0,0 0 0 0,0 0-11 0,0 0-1 0,0 0-1 0,0 0 0 16,6 3 1-16,3-1 0 0,-3 1 0 0,3 0 0 16,3-1-7-16,-3-2 0 0,3 0-1 0,-1 3 0 15,4-3-14-15,-3 0-2 0,3 0-1 0,0 0 0 16,0 0-10-16,3 0-3 15,-3 3 0-15,0-3 0 0,-1 2 2 0,1-2 0 0,-3 0 0 0,3 3 0 16,-3-3 3-16,0 3 1 0,-3-1 0 0,0 4 0 16,-3-4-1-16,3 1 0 0,-3-1 0 0,-3 1 0 15,-3-3-2-15,6 5 0 0,-6-5 0 0,3 6 0 16,-3-1-2-16,2 3-1 0,-2-3 0 0,3 3 0 16,-3 0-9-16,0 0 10 0,-3 3-10 0,3-1 10 15,0 1-10-15,-2 2 0 0,2 0 0 0,0 0 0 16,0 3 0-16,-3 3 0 0,0-1 0 0,0 1 0 15,3-1-8-15,-3 4 8 0,0-4-10 0,3 6 10 16,-3 0-21-16,0 0 1 0,3 5 1 0,-3 0 0 16,0-3 19-16,0 1 0 0,-3-1 0 0,3-2 0 15,0 0-27-15,-3-3-1 0,3 0-1 16,-3-2 0-16,0-1 29 0,3-2 0 0,0 3 0 0,0-4 0 16,0 1-34-16,3-2-1 0,-3 1 0 0,0-1 0 0,3-4 35 15,0 3 0-15,0 1 0 0,0-4 0 16,0 1 0-16,0-1 0 0,0-2 0 0,0 0 0 15,3 0 0-15,-3-2 0 0,0-1 0 0,0-5 0 0,0 5 0 0,0-5 0 16,0 0 0-16,0 0 0 0,0 0 0 16,0 0 0-16,0 0 0 0,0 0 0 15,-3 3 44-15,3-3 16 0,-6 2 4 0,0 1 0 0,3-3-52 0,-3 3-12 16,0-3 0-16,-3 2 0 0,3-2 54 0,-2 0 8 0,-1 3 2 0,0 0 0 16,-3-3-52-16,3 2-12 0,-3 1 0 0,0 0 0 15,3-3 17-15,-3 2 1 0,3 1 0 0,-3 0 0 16,3-1 22-16,1 1 5 0,-4-1 1 0,3 4 0 31,-3-4-63-31,3 4-13 0,0-4-2 0,0 4-1 0,0-4 1 16,6 1 1-16,3-3 0 0,0 0 0 15,0 0-97-15,0 0-20 0,0 0-4 0</inkml:trace>
  <inkml:trace contextRef="#ctx0" brushRef="#br0" timeOffset="6225.984">9322 11441 1337 0,'0'0'56'0,"-6"3"-44"16,0-3 71-16,0 3 14 0,6-3 3 0,-6 2 1 15,6-2-18-15,-6 3-4 16,6-3-1-16,0 0 0 0,-3 3-18 0,3-3-3 0,0 0-1 0,0 0 0 16,0 0-22-16,0 0-5 0,0 0-1 0,0 5 0 15,0-5-3-15,6 2-1 0,0 1 0 0,3-3 0 16,0 0 8-16,3 0 0 0,0-3 1 0,3 1 0 16,0 2-33-16,3-3 0 0,-1-2 0 0,4 2 0 15,-3 1 15-15,3-1-4 16,3-2-1-16,-3 2 0 0,0 0-10 0,-4 3 8 0,1-2-8 15,-3 2 8-15,0-3 1 0,-3 3 0 0,0 0 0 16,-3-3 0-16,-3 3 12 0,0 0 3 0,-6 0 0 0,0 0 0 16,3 3 0-16,-3-3 0 0,0 0 0 0,0 0 0 15,3 5-24-15,-3-5 0 0,0 6-12 0,3-1 4 16,-3 0 28-16,0 3 5 0,0-3 2 0,0 3 0 16,-3 0-27-16,3 0 8 0,0 3-8 0,0 2 0 15,0-2 0-15,0 2 0 0,0 0 0 0,0 0 0 16,-3 3 0-16,3 0 0 0,0 3 0 0,0-3 0 15,-3-1 0-15,3 1 0 0,0 3 8 0,0-3-8 16,-3 0 0-16,3-1-9 0,-3 4 9 0,0-3-13 16,0 0 1-16,0 0 0 0,3-3 0 0,-3 3 0 15,0 0 4-15,0-1 8 0,3-1-13 0,-3 2 5 16,0 2 8-16,0-2 0 0,3 0-9 0,-3 0 9 16,3-3 0-16,-3 3 0 0,3-3 0 0,0 0 0 0,0-2 0 15,0 2 0-15,0-5 0 0,3 3 0 0,-3-3-10 16,0-1 10-16,3 1 0 0,-3 0-9 0,0-5 9 15,0 2 0-15,3 1 0 0,-3-1 0 16,0-2 0-16,0 2 0 0,0 0 0 0,0 0 0 0,0 1 0 16,0-1 0-16,0 0 0 0,-3-2 0 15,3 2 0-15,0 3 0 0,-3-3 0 0,3 3 0 0,0-2 0 16,-3-1 0-16,3 0 0 0,-3 3 0 0,3-3 0 0,-3 1 0 0,0-1 0 16,0 3 0-16,3-3 0 0,-3 1 0 0,3-6 0 0,-6 5 8 15,3 0-8-15,-3 0 0 0,3 1 0 0,0-1 0 16,0 0 0-16,-3 1 0 0,3-4 0 0,-3 4 0 15,3-4 0-15,-3 1 8 0,0-1-8 0,-2 1 0 16,2 0 9-16,-3-1-9 0,3 1 12 0,-3 0-12 16,-3-1 0-16,3 1 0 15,-3 0-15-15,3-3 5 0,-3 2 10 0,0 1 0 0,0-3 0 16,0 3 0-16,1-1 49 0,-1-2 12 16,0 0 3-16,0 3 0 0,0 0-64 0,3-3-15 0,-3 0-1 0,3 2-1 15,0 1 17-15,3-3 0 0,-3 0 0 0,3 2 0 16,0-2 0-16,6 0 0 0,-5 0 0 0,5 0 0 15,-9 0-17-15,9 0 0 0,-6 0 0 0,6 0 0 16,0 0-111 0,0 0-23-16,0 0-4 0</inkml:trace>
  <inkml:trace contextRef="#ctx0" brushRef="#br0" timeOffset="7937.966">9286 12537 1018 0,'0'0'21'0,"0"0"5"0,0 0-26 0,0 0 0 0,0 0 0 0,0 0 0 15,0 0 72-15,0 0 10 0,0 0 2 0,0 0 0 16,0 0-33-16,0 0-7 0,0 0 0 0,0 0-1 16,0 0-18-16,0 0-3 0,3-3-1 0,0 0 0 15,-3 3 35-15,6 0 6 0,0 0 2 0,0 0 0 16,3 0-52-16,0 0-12 0,0 3 0 0,3-3 0 16,0 0 0-16,0 3 0 0,3-3 0 0,0 0 0 15,-1 2 0-15,4-2 0 0,-3 3 0 0,3-3 0 16,3 3 0-16,-3-3 0 0,0 0 0 0,-1 2 0 15,1-2 0-15,0 3 0 0,0-3 0 0,-3 0 0 16,-3 0 54-16,0 3 8 0,0-3 2 0,-3 2 0 16,-1-2-52-16,1 3-12 0,-3 0 0 0,0-1 0 15,0 1 54-15,0-3 8 0,-3 2 2 0,3 1 0 0,-6-3-52 16,3 5-12-16,-3-5 0 0,3 6 0 0,-3-6 0 16,3 5 0-16,-3-5 0 0,3 5 0 0,-3-5 0 0,3 6 0 0,-3-1 0 15,3 3 0-15,0-3 39 0,-3 0 5 0,0-5 0 16,3 8 1-16,-3 0-21 0,3-2-4 0,0 2 0 15,-3-3-1-15,3 5-19 0,-3-2 0 0,3 0 0 0,-3 3 0 16,3 2 0-16,-3 0 0 0,0 1 0 0,3 1 0 16,-3 1 0-16,0 3 0 15,0-1 0-15,0-2 0 0,0 3 0 0,0-1 0 16,3 1 0-16,-3-1 0 0,0-2 0 16,0 0 0-16,0 0 0 0,0 0 0 0,0-3 0 0,0 3 0 15,0 0 0-15,-3-3 0 0,3 3 0 0,0 0 0 0,-3-3 0 0,3 3 0 16,-3-3 0-16,3 3 0 0,0 0 0 0,-3 0 0 15,3-3 0-15,0 0 0 0,0-2 0 0,0 2 0 16,0-5 0-16,0 3 0 0,0-4 0 0,0 1 0 16,0 0 0-16,0-2 0 0,0-1 0 0,-3 0 0 15,3-5 0-15,0 0 0 0,0 0 0 0,0 8 0 16,0-8 55-16,0 0 7 0,0 0 2 0,0 0 0 16,0 0-52-16,-3 3-12 0,3-3 0 0,-6 2 0 15,6-2 0-15,-6 3 0 0,6-3 0 0,-9 5 0 16,3-5 0-16,-3 3 0 0,0 2 0 0,0-2 0 15,-3 0 0-15,1 2 0 0,-1 0 0 0,-3-2 0 16,0 2 27-16,-3 0 2 0,0 3 1 0,0-2 0 16,0-1-18-16,1 0-4 0,-4 3-8 0,3-3 12 15,0 1-4-15,3-1 0 0,0 0-8 0,0-2 12 16,3 2 7-16,4-2 1 0,-1 0 0 0,0-1 0 16,0 1-20-16,3-3 0 0,6 0 0 0,0 0 0 15,0 0-48-15,0 0-12 0,0 0-4 0,0 0 0 16,0 0-106-16,0 0-22 0</inkml:trace>
  <inkml:trace contextRef="#ctx0" brushRef="#br0" timeOffset="12564.65">8298 13455 1333 0,'0'0'56'15,"0"0"-44"1,0 0 93-16,0 0 19 0,-3-3 4 0,3 3 1 15,-6-2-1-15,0 2 0 0,3-3 0 0,-3 0 0 16,6 3-102-16,-3 0-26 0,-3-2 0 0,1 2 0 16,2 0 56-16,-3-3 7 0,0 3 1 0,0-3 0 15,0 3 0-15,0 0 0 0,0 0 0 0,-3 0 0 16,0 3-52-16,0-3-12 0,0 0 0 0,0 0 0 16,-3 3 39-16,0-3 5 0,0 0 0 0,1 2 1 15,-1-2-23-15,-3 3-5 0,0-3-1 0,0 3 0 16,-3-3-7-16,-3 0-1 0,3 2-8 0,-5-2 12 15,-1 0-4-15,0 0-8 0,-3 0 11 0,0 0-11 16,1 0 0-16,-4 3-9 0,3 0-1 0,-3-1 0 16,4 1 10-16,-1-3 0 0,0 2 0 0,0 1 0 15,0-3 10-15,1 0 4 0,2 0 1 0,-3 0 0 16,3 0-15-16,0 0 0 0,4 0 0 0,-4 0 0 16,3-3-9-16,3 3-5 0,3-2-1 0,-3-1 0 0,6 3 15 15,-3-2 16-15,7-1-3 0,-4 0-1 0,3 1-12 0,0-4 0 16,0 4 0-16,3-4 0 0,0 4 0 0,0-4 0 0,3 4 0 15,-3-3-10-15,3-1 2 0,3 1 0 0,-3-3 0 0,3 3 0 16,-3-3 8-16,3 0 0 0,0-3 0 0,0 3 8 16,0 0-8-16,0-2 0 0,3-1 0 0,-3 1-8 15,0-1 8-15,3-5 0 0,-3 3 0 0,0-3 0 16,0 0 0-16,0-5 0 0,0 2 0 0,0-2 0 16,0 0 0-16,3-3 0 0,-3 1 0 15,0-4 0-15,0 3 0 0,0-2 0 0,0-1 0 0,0-2 0 16,0 0 0-16,0-3 0 0,0 1 0 0,0-4 0 15,0 1 0-15,3-3 0 0,0 0 0 0,-3-3 0 16,3 0 0-16,0 3 0 0,-3-2 0 0,3-4 0 16,-3 1 0-16,3 0 0 0,0-6-9 0,0 0 9 15,0 3 0-15,3 0 0 0,-3 3 0 0,0-3 0 16,3-3 0-16,-3 1 0 0,3-1 0 0,0-5 0 16,-3 6 0-16,3 2 0 0,-1 0 0 0,1-3 0 15,0 6 0-15,0-3 0 0,0-3 0 0,0 0 0 16,3 6 0-16,-3-3 0 0,3 3 0 0,-3-3 0 15,3 5 0-15,-3-2 0 0,3 5 0 0,0-6 0 0,-3 4 0 16,3-1 0-16,-3-2 0 0,0-1 0 0,2 4 0 0,-2 4 0 16,0-2 0-16,3 3 0 0,-3 2 0 15,0-2 0-15,0-1 0 0,0 1 0 16,0 2 0-16,0-2 0 0,-3-1 0 0,3 1 0 0,-3 2 0 0,3 3 0 16,-3 0 0-16,0 0 0 0,0 2 0 0,-3 1 0 0,3-1 0 15,0 4 0-15,0-4 0 0,-3 1 0 16,0-1 0-16,3 3 0 0,0 1 0 0,-3 1 0 0,3 1 0 0,0 3 0 15,-3-1 0-15,3 6 0 0,0 0 0 0,-3 2 0 16,3 1 0-16,0 2 0 16,-3 0 0-16,3 0 0 0,0 5 0 0,-3-2 0 0,2 0-9 0,1 2 9 15,-3 3 0-15,0-3 0 0,0 3 0 0,0 0 0 16,3 0 0-16,-3 0-8 0,6 0 8 0,-3 0-10 16,-3 0 0-16,3 0 0 0,-3 0 0 0,6 3 0 15,-6-3 10-15,3 0 0 0,-3 0 0 0,6 5 0 16,-6-5 11-16,3 0 7 0,0 3 2 0,-3-3 0 15,6 5-68-15,-6-5-12 0,0 0-4 0,3 3 0 16,-3-3 52-16,0 0 12 0,6 2 0 0,-6-2 0 16,0 0 0-16,6 3 0 0,-6-3 0 0,3 0 0 15,3 3 0-15,-6-3 0 0,6 0 0 0,0 0 0 16,0 0 0-16,0 0 0 0,0 0 0 0,0 0 0 16,0-3 0-16,3 3 0 0,-3 0 0 0,2 0 0 15,1 0 0-15,0-3 0 0,3 3 0 0,0 0 0 16,0 0 0-16,0 0 0 0,3-2 0 0,0 2 0 0,0 0 0 15,-1 0 0-15,1 0 0 0,0 0 0 0,3 0 0 0,-3 2 0 16,0-2 0-16,0 3 0 16,0-3 0-16,-1 0 0 0,1 3 0 0,-3-3 0 15,0 2 0-15,0-2 0 0,-3 3 0 0,3-3 0 0,-3 3 0 16,-3-3 0-16,3 2 0 0,0-2 0 16,-3 3 0-16,-3-3 0 0,3 0 0 0,0 3 0 0,-6-3 0 0,2 2 0 15,-2-2 0-15,6 3 0 16,-6-3-113-16,6 0-20 0,0 0-4 0</inkml:trace>
  <inkml:trace contextRef="#ctx0" brushRef="#br0" timeOffset="22985.404">15314 8322 1876 0,'-3'-6'39'0,"-3"1"9"15,3 0-38-15,0-1-10 0,-3 1 0 0,0 0 0 16,3 2 85-16,-3-2 15 0,0 2 4 0,0 1 0 0,1-1-44 0,-4 0-8 15,3 1-1-15,-3 2-1 0,0-3-22 16,0 3-5-16,-3 0-1 0,0 3 0 0,0-3-9 0,-3 2-1 0,0 1-1 16,0-3 0-16,1 3-11 0,-1 2 0 0,0-2 0 15,-3-1 0-15,3 4 0 0,0-1 8 0,-3-3-8 0,3 4 0 16,1-1 0-16,-1 3 0 0,0-3 0 0,0 3 0 16,3-2 0-1,-3-1 0-15,3 3 0 0,0 0 0 0,3-3 0 0,-3 0 0 0,4 3 0 16,-1-2 0-16,0-1 0 0,3 0 0 0,0 3 0 0,3-3 0 15,0 1 0-15,3-1 0 0,-3 0-8 0,3 3 8 16,0-3 0-16,0 3 0 0,3-2 0 0,0 2 0 16,-3-3-9-16,3 5 9 0,0-2 0 0,0 0 0 15,-3 0-8-15,3 3 8 0,0-3 0 0,0 2 0 16,-3-2 0-16,3 3 0 0,-3 0 0 0,0-1 0 16,3 3 0-16,-3 1 0 0,0-1 0 0,3 3 0 15,-3 0 0-15,0-1-8 0,0 1 8 0,0 3 0 16,0-1-9-16,0 1 9 0,0-3-13 0,0 5 5 15,0-5-8-15,0 2-2 0,0 1 0 0,-3-1 0 16,3 1-8-16,-3-3-2 0,0 2 0 0,3 1 0 16,-3-3 13-16,0 0 3 0,0-1 0 0,0 1 0 15,0 0 12-15,-3 0 0 0,3 0 0 0,0 0 0 16,0-3 0-16,0 3 0 0,0 0 0 0,0 0 0 16,0 0 0-16,0-3 0 0,3 0 0 0,-3 0 0 15,3 0 0-15,0-2 0 0,-3 0 0 0,3-3 0 16,3-1 0-16,-3 1 0 0,0 0 0 0,3 0 0 15,-3-2 0-15,3-1 0 0,0 0 0 0,-3 0 0 16,3 1 0-16,-3-6 0 0,3 2 0 0,0 4 0 0,0-4 0 0,0 4 0 16,-3-6 0-16,6 2 0 0,-3 1 0 0,3 0 0 15,0-3 0-15,0 2 0 0,0-2 48 16,0 3 13-16,2-3 3 0,-2 0 0 0,3 0-52 0,-3 0-12 16,3-3 0-16,0 3 0 0,0 0 0 0,-3-2 0 0,3 2 0 15,0 0 0-15,0-3 0 0,-3 3 0 0,3-3 0 16,0 3 0-1,0 0 54-15,0-2 8 0,-1 2 2 0,1 0 0 0,3-3-103 16,-3 0-20-16,0 1-4 0,3-1-1 0,-3-2-76 16,6 2-15-16,-3-2-3 0</inkml:trace>
  <inkml:trace contextRef="#ctx0" brushRef="#br0" timeOffset="29772.596">16898 8242 1347 0,'0'0'38'0,"0"0"9"0,0 0-38 0,0 0-9 0,0 0 0 16,0 0 0-16,0 0 42 0,0 0 6 16,3 0 2-16,0 0 0 0,3 0-19 15,-3 0-4-15,2 3-1 0,1-3 0 0,0 3 2 0,0-3 0 0,3 0 0 0,0 2 0 16,3-2 0-16,0 3 1 16,3-3 0-16,0 0 0 0,3 3-9 0,2-3-3 0,4 0 0 0,0 2 0 15,3-2-6-15,3 3-2 0,2-1 0 16,1 1 0-16,0 0 1 0,-3 2 0 0,2-2 0 0,1 2 0 15,3-2 1-15,0 2 0 16,2-2 0-16,1 2 0 0,3-3-11 0,-1 4 10 0,1-1-10 0,3 0 10 16,-7 1-2-16,1 2-8 0,-6-3 12 0,2 3-4 15,4-3 6-15,-3 3 1 0,0 0 0 0,2 0 0 16,-5-3 1-16,0 3 0 0,0 0 0 0,-4 0 0 16,-2 0-4-16,-6 0 0 0,0 0 0 0,0 0 0 15,-7 2 2-15,1-2 0 0,3 3 0 0,-6-1 0 16,0-2-1-16,0 3 0 0,0 0 0 0,-3-1 0 15,0 1-1-15,0-1-1 0,-3 1 0 0,0 2 0 16,2 0-11-16,-2 1 0 0,0 1 9 0,0 4-9 16,0 0 0-16,-3-1 8 0,3 3-8 0,-3 0 0 15,3 3 0-15,-3-3 0 0,0 1 0 0,0 1 8 16,0-1-8-16,-3 1 0 0,3-1 0 0,0 1 8 16,-3 1-8-16,3 0 0 0,0 0 0 0,-3 5 0 15,3 0 0-15,-3 5 0 0,3 1 0 0,-3 2 8 16,0-3-8-16,3 3 0 0,-3-2 0 0,3 2 0 15,-3 0 0-15,3-3 0 0,-3 3 0 0,3 3 0 0,-3 0 0 16,0 2 0-16,3 3 0 0,-3 3 0 16,0-6 0-16,3 0 0 0,-3 1 0 0,0 4 0 0,0 1 14 15,0 2-2-15,0 3 0 0,0 3 0 0,0-6 4 0,-3-3 0 16,3 1 0-16,0 2 0 0,0 3-2 0,-3 0 0 16,3 3 0-16,-3 2 0 0,3-5-2 0,-3-3-1 0,3-2 0 0,-3 5 0 15,3-3 2-15,-3 0 1 0,0 6 0 0,0-3 0 16,0 0-4-16,0-6-1 0,0-2 0 0,0 3 0 15,0 0-9-15,3 2 12 0,-3 3-12 0,0 0 12 16,0-6-4-16,3-4 0 0,-3-1 0 0,0 3 0 16,3 0-8-16,-3 3 0 0,3-1 0 0,-3 3 8 15,3-5-8-15,0-2 0 16,0-4 9-16,0 4-9 0,-3-4 10 0,3 4-2 0,0-1-8 0,-3 3 12 16,0 0-4-16,3-5-8 0,-3-1 11 0,0 1-11 15,0-3 11-15,0-2-11 0,0-1 10 0,0 3-10 16,-2 0 9-16,2 3-9 0,-3 2 8 0,0-2-8 15,3 0 8-15,-3-6-8 0,3-2 0 0,0-1 8 16,0-1-8-16,0-1 0 0,0 0 0 0,-3 0 0 16,3 3 8-16,0 2-8 0,-3 0 0 0,3 1 8 15,0-3-8-15,0-1 0 0,3-2 0 0,-3 0 0 16,0-2 0-16,3-1 0 0,-3 1 0 0,0-3 0 16,0 2 0-16,0 1 8 0,0-4-8 0,3 7 0 15,-3-1 0-15,0 2 0 0,3 1 0 0,-3 0 0 16,3-3 0-16,-3-3 0 0,3 1 0 0,-3-1 0 15,0-2 0-15,3 0 0 0,-3 0 8 0,0 2-8 16,3 1 0-16,-3-1 0 0,0 3 0 0,0 0 0 0,0-2 0 0,3-1 0 16,0 3 0-16,-3-2 0 15,3-1 0-15,0-2 0 0,0 0 0 0,0 0 0 16,0 0 0-16,0-3 0 0,-2 3 0 0,2-1 0 0,0 1 0 0,-3 0 0 16,3 0 0-16,-3 2 0 0,3 1 0 0,-3-1 0 0,3 1 0 15,-3-1 0-15,3 1 0 0,-3-4 0 16,3-1 0-16,0 1 0 0,-3-1 0 15,0-1 0-15,3 0 0 0,-3 0 0 0,0 0 0 0,3 0 0 0,-3-2 0 16,3 5 0-16,-3-3 0 0,0 0 0 0,0 3-12 0,0-3 12 16,0 0-9-16,0 0 9 0,0-2 0 0,0 2 0 15,0-5 0-15,0 2 0 0,0-2 0 16,0 0 0-16,0-3-8 0,0 3 8 0,-3-5 0 16,3 2 0-16,-3 0 0 0,3-2 0 0,-3 2 0 0,0 0 0 15,3-2 0-15,-3 2 0 0,0-2 0 0,0-1 0 16,1 1 0-16,-1 0 0 0,-3-3 0 0,3 2 0 15,-3 1 0-15,3-1 0 0,-3 4 0 0,0-4 0 16,0 1 0-16,0 2 0 0,-3-3 0 0,3 4 0 16,0-4 0-16,-3 1 0 0,1-1 0 0,-1 1 0 15,3 0 0-15,-3-3 8 0,0 2-8 0,0 1 0 16,3-3 31-16,-3 0 0 0,0 0 0 0,-3-1 0 16,3 1-46-16,1 3-9 0,-1-3-1 0,0 0-1 15,0 0 26-15,0 0 0 0,-3 0 12 0,0 0-4 16,-3 0-8-16,0 2 11 0,1-2-11 0,-4 0 12 15,3 0-12-15,-3 0 8 0,0-3-8 0,0 3 8 16,3 0-8-16,1 0 0 0,-4-3 0 0,3 3 0 16,3 0 9-16,0-3-9 0,-3 1 10 0,6 2-10 15,0-3 8-15,1 3-8 0,-1 0 0 0,0-3 9 16,3 3-9-16,0 0-11 0,0 0 3 0,-3 0 0 0,3-3 8 0,0 3 0 16,0 0 0-16,0-3 0 0,0 3 0 0,-2 0 0 0,-1-2 0 0,0 1 0 15,0-1 0-15,0-1 0 0,0 3 0 16,0 0 0-16,0-3 0 0,0 3 0 0,0-3 0 0,0 3 0 15,1-2 0-15,2 2 0 0,-3-3 0 0,3 0 0 16,0 1 0-16,0-1 0 0,0 0 0 0,0-2 0 16,0 2 0-16,3-2 11 0,3-1-3 15,-3 4 0-15,0-6-8 0,0 2 0 16,6-2 0-16,-3 3 0 16,3-3 0-16,-6 3 0 0,6-3 0 0,0 0 0 0,-6 0 0 0,6 0 0 0,0 0 0 0,-3 2 0 15,-2 1 0-15,5-3 0 0,-3 2 0 0,-3 1 0 16,6-3 0-16,-6 3 0 0,0-1 0 0,0-2 0 15,6 0 0-15,-6 3-9 0,0 0 9 0,0-1-13 16,0 1 13-16,0 0 0 0,0-3 0 0,0 2 0 16,6-2 0-16,-6 6 0 0,3-4 0 0,3-2-9 15,-6 3 9-15,6-3 0 0,-6 5 0 0,6-5 0 16,0 0 0-16,-6 3-10 0,6-3 10 0,0 0 0 16,0 0-13-16,0 0 4 0,0 0 1 0,0 0 0 15,0 0 8-15,-6 2-10 0,6-2 10 0,0 0-10 16,0 0 10-16,0 0-8 0,0 0 8 0,0 0-8 15,0 0 8-15,0 0 0 0,0 0 0 0,0 0 0 16,0 0 0-16,-6 6 0 0,6-6 0 0,0 0 0 0,0 0 0 16,0 0-8-16,0 0 8 0,0 0-8 15,0 0-23-15,0 0-4 0,0 0-1 16,0 0 0-16,-6-6-40 0,6 6-8 0,0-5-1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336.48792" units="1/cm"/>
          <inkml:channelProperty channel="Y" name="resolution" value="378.5488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2-07T22:56:39.43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17517 9102 1516 0,'-3'-10'64'0,"0"-1"-52"16,0 3 20-16,0 0 3 0,-3 0 1 0,3 3 0 16,-3 2 13-16,-3-2 3 0,3 2 1 0,-3 3 0 15,-3 0-17-15,3 3-3 0,-3 0-1 0,-2 2 0 31,2 6-15-31,-3-1-3 0,0 6-1 0,0 5 0 0,-3 0-13 16,-3 6 9-16,0 2-9 0,1 5 8 0,-1-2 1 16,0 2 0-16,0 1 0 0,0 5 0 0,3 2 5 0,4 3 1 15,2 5 0-15,0 3 0 16,0-3 6-16,6-5 2 0,0 0 0 0,3 6 0 0,3-4-11 0,-3 3-3 0,3 3 0 0,3 0 0 16,-3-8-9-16,0-2 0 0,3-1 9 0,0 3-9 15,-3-5 8-15,3 2-8 0,-3 0 8 0,3 1-8 16,-3-4 0-16,0-2 9 0,3 0-9 0,-3 0 0 15,0-5 9-15,-3-3-9 0,3 0 0 0,-6 1 9 16,3-4-21-16,-3 0-4 0,-3 4 0 0,0-4-1 16,3-2-33-16,-3 0-6 0,0-3-2 15</inkml:trace>
  <inkml:trace contextRef="#ctx0" brushRef="#br0" timeOffset="225.087">16820 10182 2097 0,'-12'-11'44'0,"6"1"9"0,0-1-42 15,0 3-11-15,6 3 0 0,-2-3 0 16,4 3 64-16,-2-1 10 0,3 1 2 0,3 2 1 0,-3-2-27 16,6 2-6-16,-3 1 0 0,3-1-1 0,3 0-35 0,3 1-8 0,-3 2 0 0,3-3 0 31,3 1 0-31,0-1 0 0,-1 3 0 0,4-3 0 0,3 1 0 0,6-1 0 15,0 3 0-15,5-3 0 16,4 3-173-16,0 0-37 0</inkml:trace>
  <inkml:trace contextRef="#ctx0" brushRef="#br0" timeOffset="507.355">17826 10071 1824 0,'3'-6'38'0,"3"4"8"0,3-4-37 0,0 4-9 0,0-3 0 0,3-1 0 16,3 1 58-16,0 0 10 0,3-3 1 0,-1 2 1 15,4 1-33-15,0 0-6 0,3-3-2 0,0 3 0 16,3-1-19-16,-4 1-10 0,1 0 10 0,3-1-10 15,-3 1 12-15,3 0-4 0,-1-3-8 0,-2 3 12 16,3 2-12-16,-3 0-15 0,3 1 3 0,-4-1 1 16,-2 0-27-16,0 3-6 0,0 3 0 0,-6 0-1 15,0-1-111-15,-3 1-21 0,-4 0-5 0</inkml:trace>
  <inkml:trace contextRef="#ctx0" brushRef="#br0" timeOffset="737.107">17987 10240 1580 0,'0'0'67'0,"0"0"-54"15,0 0 41-15,6 0 8 0,0 0 2 0,3 0 0 16,0 0 0-16,0-3 0 0,0 3 0 0,3-2 0 16,2-1 0-16,1 0 0 0,0 1 0 0,0-1 0 15,3-2-52-15,-3-3-12 0,3 3 0 0,0-3 0 16,-1 0 0-16,4 2 0 0,3-1 0 0,0-1 0 15,0 0 10-15,3 0-1 0,-1-3 0 0,4 3 0 16,-3-5-21-16,3 2-4 0,-1-2 0 0</inkml:trace>
  <inkml:trace contextRef="#ctx0" brushRef="#br0" timeOffset="1005.855">18993 9637 1862 0,'0'0'78'16,"-3"2"-62"-16,3-2 92 0,-6 6 20 0,3-1 3 15,-3 0 1-15,3 3-41 0,-3 0-8 0,3 0-2 0,0 5 0 16,-3-2-23 0,4 2-5-16,-4 0-1 0,0 6 0 15,0-1-10-15,0 4-2 0,0 1-1 0,0 4 0 16,0-1-15-16,-3 6-2 0,3 0-1 0,0 0 0 15,0-1-9-15,3-2-3 0,-3-2 0 0,3 2 0 0,0-3-26 0,0 1-6 16,0-3-1-16,3 2 0 0,-3 3 24 0,3 0 8 0,3 0 0 16,-3 3 0-1,0-3-100-15,3 0-21 0,0 1-4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336.48792" units="1/cm"/>
          <inkml:channelProperty channel="Y" name="resolution" value="378.5488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2-07T22:57:06.40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13793 3818 1706 0,'-6'-5'36'0,"-3"5"7"0,3 0-35 0,0 5-8 0,0-5 0 0,-3 8 0 15,0-3 55-15,1 6 9 0,-1 2 1 0,-3 3 1 16,-3 5-30-16,0-2-5 0,0 5-2 0,-3 7 0 16,0-7-29-16,0 3 0 0,1-1 0 0,-4 6 0 15,6 0 32-15,3 2 1 0,-3 3 0 0,6 0 0 16,0-3-24-16,6-4-9 0,0-1 0 0,3-3 9 16,6-2-9-16,0-3 0 0,3-2 0 0,3-1 0 15,3-5 0-15,0 3 12 0,3-8-12 0,2 3 12 16,-2-3 20-16,3-6 4 0,-3 1 0 15,3 2 1-15,-3-10 23 0,3 0 5 16,-4-1 1-16,1-1 0 0,0 1-15 0,0-2-3 0,3-5-1 0,-6 2 0 16,0-2 5-16,-1-3 2 0,-2 3 0 0,0-5 0 15,-3-1-14-15,0-2-4 0,-6-3 0 0,0 3 0 16,0-3-14-16,-6 0-3 0,0 0-1 0,-3 3 0 16,0 3-10-16,-3-3-8 0,0 5 9 0,-3 3-9 15,1-1 0-15,-1 6 0 0,-3-2 0 0,0 2 0 16,0 3-34-16,0-1 0 0,3 4 0 15,-3 2 0-15,3-6-94 0,-2 6-18 0,2-2-4 0</inkml:trace>
  <inkml:trace contextRef="#ctx0" brushRef="#br0" timeOffset="1733.928">12977 3630 1378 0,'0'0'28'0,"0"0"8"15,3 6-28-15,-3-1-8 0,3 3 0 0,0 0 0 0,0 5 95 0,-3-5 17 0,3 5 4 0,-3 3 1 16,0 0-63-16,0 5-13 0,0-2-2 0,-3 2-1 16,0 0-10-16,0 0-1 0,0 0-1 0,-3 0 0 15,3-2-26-15,-2-3 0 0,-1-3 0 0,0 0 0 16,3-5 36-16,0 0 1 0,-3 0 1 0,3-3 0 16,3-5 2-16,0 0 0 0,0 0 0 0,-6 0 0 15,0-5 3-15,3 0 1 0,0 0 0 0,0-6 0 16,3 0-31-16,0-5-5 0,3-2-8 0,-3-1 11 15,3 1-11-15,0-6 0 0,3 0 0 0,0 3 0 16,3-3 53-16,0 1 9 0,0 4 2 0,2-7 0 16,1 7-52-16,0-2-12 0,0 0 0 0,3 5 0 15,-3-3 0-15,0 9 0 0,0-6 0 0,3 3 0 16,-3 5 10-16,-1 0-1 0,-2 2 0 0,3 4 0 16,-3 2-9-16,0 0 8 0,0 2-8 0,0 4 8 15,0 2-8-15,-3 2 0 0,0 1 0 0,0-1 0 16,-3 1 0-16,0 5 0 0,0-8 9 0,-3 2-9 15,0 1-8-15,0 0-7 0,-3-4-1 0,0 1 0 16,3-2 16-16,-3-1 0 0,3-5 0 0,-3 8 0 0,3-8 0 16,0 0 0-16,0 0 0 0,0 0 0 15,0 0 0-15,0 0 0 0,0 0 0 0,0-8 0 0,3 3 0 16,3-3 0-16,0 0 0 0,3 0 0 0,0-5 0 0,0 2 0 16,2-2 0-16,1-3 0 0,0 3 29 0,0-6 9 0,0 1 2 0,0-1 0 15,0 3-20-15,0-2-4 0,0 5-1 16,-3-3 0-16,0 5-3 15,-1 3 0-15,1 0 0 0,0 6 0 16,0 2 4-16,0 2 0 0,-3 4 0 0,3 4 0 0,-3 3-4 0,0 3-1 16,0 3 0-16,0-1 0 0,0 3-3 15,-3-2 0-15,0-1 0 0,0 4 0 0,-3-1-8 0,3 3 12 0,-3-3-12 16,-3 3 12-16,3 2-12 0,-3 3 0 0,0 3 0 0,0 0 0 31,0-3-36-31,0-3-5 0,0 3-2 0,0-5 0 0,3-3-68 0,0 0-13 0,3-2-4 16</inkml:trace>
  <inkml:trace contextRef="#ctx0" brushRef="#br0" timeOffset="2577.038">15573 3686 1804 0,'-9'-13'37'0,"6"10"10"0,3-8-38 0,-3 6-9 0,3 0 0 0,0-3 0 16,0 3 99-16,3-1 17 0,-3-2 4 0,3 3 1 16,0 2-49-16,0 1-11 0,3 2-1 0,-6 0-1 15,6 0-27-15,0 0-4 0,0 0-2 0,0 5 0 16,0 0-9-16,-3 3-1 0,6 3-1 0,-6 2 0 16,3 3-4-16,-3 0-1 0,-3 0 0 0,3 5 0 15,-3 0-10-15,-3 0 12 0,3 6-12 0,-3-1 12 16,0-5-12-16,0 3 8 15,0-8-8-15,-3 3 8 0,3-1-8 16,-3-2 0-16,0-5 9 0,3 4-9 0,-3-7 8 0,3-2-8 0,0-1 10 0,-3 0-10 16,6-5 16-16,0 0-4 0,0 0 0 0,0 0 0 15,-6-2-12-15,3-1 0 0,0-5 0 0,0 0 0 16,3-3 0-16,3-4 0 0,-3 1 0 0,3-4 0 16,3-1 0-16,0-2 0 0,3-5 0 0,0 2 0 15,0 0 0-15,3 0 0 0,0 3 0 0,0 0 0 16,-1-3 21-16,1 11 2 0,3-8 0 0,-3 5 0 15,-3 3-37-15,3-1-7 0,0 4-2 0,-3 2 0 16,0-3 23-16,-3 6 0 0,0 2 0 0,0 1 0 16,0 4 23-16,-1-2 9 0,1 6 1 0,0-1 1 0,0 3-3 15,0 2-1-15,-3-2 0 0,3 6 0 16,0-1-30-16,-3-3 0 0,0 9 0 0,3-6 0 0,-3 3 0 0,0 0 0 16,0 5 0-16,-3-8 0 0,3 6 0 0,-3-3 0 0,0-3 0 0,0 0 0 15,0-2 0 1,0-1 0-16,0-2 0 0,-3 0 0 0,3-8-9 15,0 0-8-15,0 0-2 0,0 0 0 16,0 0 19-16,-3-8 9 0,0 0-1 0,0 0 0 0,3-2-8 16,3-1 0-16,0-7 0 0,0 2 8 0,0-3-8 15,3 6 0-15,0-5 0 0,0-1 0 0,3 3 8 0,3 3 0 0,0-6 0 0,0 9 0 16,-1-9-8-16,4 6 0 0,0 0 0 0,-3 0 0 16,3 5 0-16,-3-6 0 0,0 4 0 0,3 5 0 15,-3-1 0-15,-4 4 0 0,4 2 0 0,-3 0 0 16,0 5 0-16,0 0 0 0,0 1 0 0,-3 1 0 15,0 7 56-15,0-4 7 0,0 3 1 0,-3 1 0 16,3 7-52-16,-3-8-12 0,0 11 0 0,0-3 0 16,-3 3 0-16,0 5 0 0,0 0 0 0,0 3 0 15,-3-6 0-15,3 3 0 0,-3 1 0 0,0-4 0 16,0 0-48-16,-3-4-13 0,0 1-3 0,0-1 0 16,3-4-76-16,-3 1-16 0,3-3-4 15</inkml:trace>
  <inkml:trace contextRef="#ctx0" brushRef="#br0" timeOffset="2879.053">16195 4062 2066 0,'3'-11'43'0,"-3"3"10"15,3-2-42-15,0 2-11 0,0-6 0 0,0 6 0 16,3 0 104-16,0 1 20 0,0-1 3 0,0 0 1 16,3 2-52-16,0 1-9 0,0 2-3 0,0-2 0 15,2 5 0-15,-2 0 0 0,3 0 0 0,-3 5 0 0,0-2-51 16,0 2-13-16,0 1 0 0,0 2 0 15,-3 0 0-15,0 2 0 0,-3-2 0 0,0 3 0 0,-3 5 0 0,0-9 0 0,-3 4 0 0,0 2 0 16,-3 3 0-16,0-3 0 0,0 3 0 0,0 3 0 16,0-3 0-16,0 0 0 0,0-1 0 0,3-1 0 15,0-1 0-15,0 0 0 0,0-5 0 0,3 3 0 16,3 2 0-16,0-8 0 0,3 0 0 0,0-2 0 16,3 0 0-16,3-3 0 0,3-3 0 0,3 3 0 15,-3-3 0-15,2-5 0 0,4 6 0 0,0-6 0 16,0-3 0-16,3 1 0 15,-3 2 0-15,2-5 0 0,7 2 0 0,0-2 0 0,3 0 0 16</inkml:trace>
  <inkml:trace contextRef="#ctx0" brushRef="#br0" timeOffset="3722.478">17969 3472 1720 0,'-3'-22'36'0,"3"14"8"0,3 3-35 15,0-3-9-15,3 6 0 0,0-6 0 0,0 2 74 0,3 4 13 0,0 2 2 0,0 2 1 16,0 4-26-16,0 2-4 0,3 2-2 0,0 3 0 16,-4 9-19-16,1-7-4 0,0 7-1 0,0 1 0 15,-3 1-17-15,0 3-3 0,0-4-1 0,0 1 0 16,-3 0-5-16,-3 0 0 0,0-3-8 0,0 6 12 15,0-6 4-15,-3 0 1 16,0 3 0-16,0-6 0 0,0 1-17 0,0-1 0 0,0-7 0 0,-3 2 0 16,3 0 0-16,0-10 0 0,0 2 0 0,3-5 0 15,0 0 9-15,0 0-1 0,-3-5-8 0,0-3 12 16,0-3-12-16,3-2-8 0,0-3 8 0,0-2-13 16,3-3 61-16,3 2 13 0,0-5 3 0,0 1 0 15,3 4-52-15,0-7-12 0,3 2 0 0,0 0 0 16,3-3 20-16,-3 1 2 0,3 0 0 0,-4 2 0 15,4-5 16-15,0 5 3 0,0 3 1 0,0-6 0 16,0 11-34-16,0 0-8 0,0 3 0 0,0 3 0 16,-1 4-12-16,1 4-4 0,-3 4 0 0,0 4-1 15,0 4 17-15,0 6 0 0,-3 3 0 0,0-4 0 16,0 7 15-16,-3-4 0 0,0 3 0 0,0-2 0 16,0 5-15-16,-4-11 0 0,4 5 0 0,-3-4 0 15,0-1 0-15,-3 0 0 0,3-2 0 0,-3-3 0 0,0 0 0 16,0-3 0-16,0 0 0 0,0-5 0 15,0 0 0-15,0 0 0 0,0 0 0 0,0 0 0 0,0 0 0 0,0 0 0 16,-3-5 0-16,0 0 0 0,0-3 0 16,3-3 0-16,0-2 0 0,3 0 0 0,0-3 0 0,0 0 0 0,3-5 0 15,3-3 0-15,0 3 0 0,0-8 0 16,3 2 0-16,0-2 0 0,3 5 0 0,-3 0 0 0,0 3 0 16,2 5 0-16,1-5 0 0,0 8 0 0,0 2 0 0,0 1 0 15,-3 2 0-15,3 0 0 0,0 5 0 0,0 3 0 16,-1 0 16-1,-2 3 1-15,3 2 0 0,-3 6 0 0,0 2-6 0,0 5-2 0,-3 6 0 16,0 0 0-16,0 3-9 0,-3 4 8 0,0 4-8 0,0-1 8 16,-3-5-8-16,-3 6 8 0,0-6-8 0,0 0 8 15,-3-5-8-15,0 5 0 0,0 3 0 0,0 2 8 16,-3-5-8-16,-3 8 0 0,3-5 0 0,-3 2 8 16,3-5-36-16,-3 0-8 0,3-2-2 0,0-1 0 15,-3-10-174-15,3 0-36 0</inkml:trace>
  <inkml:trace contextRef="#ctx0" brushRef="#br0" timeOffset="4094.494">19151 3810 2426 0,'6'-16'68'0,"0"6"16"0,0-3-67 0,-3 2-17 0,0 3 0 0,0 3 0 16,0 2 86-16,-3 3 14 0,0 0 2 0,0 0 1 15,0 0-45-15,-3 3-9 0,3 7-1 16,-6 4-1-1,3 4-24-15,-6 3-5 0,3-2-1 0,-3 7 0 0,0-5-27 0,0 6-6 0,0-1 0 0,0 3-1 16,0-7 17 0,0 1 0-16,3 1 0 0,0 3 0 0,1-1 0 15,2 3 0-15,3 3 0 0,0 0 0 0,3-3 0 16,0 0 0-16,-1 0 0 0,4-2 0 0,3-6 0 0,0-3 0 0,3 1 0 0,0-6 0 16,0-2 0-16,0-1 0 0,3-7 0 0,-3 2 0 15,3-2 0-15,-1-1 0 0,4-4 0 0,-3-1 0 16,0 3 0-16,-3-8 0 0,3 0 0 15,-3-2 0-15,0-1 48 0,3-2 12 16,-6 0 4-16,2-3 0 0,-2-3-32 0,-3 1-5 0,0-4-2 16,0 1 0-16,-3 3-6 0,0-1-2 0,0 3 0 0,-3 1 0 15,-3 4-9-15,0 0-8 0,-3 3 12 0,0 0-12 16,-6 3 0-16,0 0 0 0,-2 2-12 0,-4 1 3 16,-3 2-32-16,-3 0-7 0,0 0 0 0,-3 0-1 15,-2 5-159-15,2 0-31 0,-3 6-6 16</inkml:trace>
  <inkml:trace contextRef="#ctx0" brushRef="#br0" timeOffset="21351.201">15963 8896 1310 0,'0'0'37'0,"0"0"8"0,0 0-36 0,0 0-9 15,3-3 0-15,3 3 0 16,-6 0 53-16,3-2 9 0,3-1 2 0,-6 3 0 16,0 0-7-16,3 0-1 0,-3 0 0 0,3 3 0 15,-3-3-8-15,6 0-1 0,-3 2-1 0,-3-2 0 16,3 3-5-16,-3-3-1 0,3 5 0 0,0 0 0 0,-3 1 9 0,3 2 2 15,-3 0 0-15,-3 0 0 0,3 2-41 0,-3 1-10 0,3-1 0 0,-3 6 0 16,0 0 0-16,0 5 0 0,3 0 0 16,-3 3 0-16,3 0 17 0,-3 2 2 0,3 1 0 0,0-1 0 15,0 1-19-15,0-3 0 0,0 2 8 0,0-2-8 16,0-3 0-16,0 0 0 0,0 0 0 16,0 1 0-16,0-1 0 0,-3 0 0 0,3 3 0 0,0 0 0 15,-3-1 0 1,3-1 0-16,0-1 0 0,-3 3 0 0,3-6 8 15,0 1-8-15,3-4 0 0,-3 1 0 0,0 0 0 0,3-3 0 0,-3-5 0 0,3 3 0 16,-3-3 9-16,3 0-9 0,0-3 0 0,0 0 9 16,0 1 0-16,0-4 0 0,-3-2 0 0,3 6 0 15,0-4 4-15,-3-2 1 0,6 3 0 0,-3-3 0 16,0 3 1-16,2-3 0 0,1 0 0 0,0 0 0 16,0 0-6-16,-3-3-1 0,3 3 0 0,0-3 0 15,3 1-8-15,-3 2 0 0,3-3 9 0,0 3-9 16,0 0 0-16,0-3-15 0,0 3 3 0,0 0 0 15,0-2 20-15,3 2 5 0,-1-3 1 0,1 3 0 16,0 0-22-16,3 0-5 0,3-3-1 0,3 3 0 16,0 0 14-16,5-2 16 0,1 2-3 0,0-3-1 15,3 3-12-15,-3-3 8 0,2 3-8 0,1-2 0 16,-3-1 0-16,0 1-18 0,-3-1 2 0,2 3 1 0,4-3 15 16,0 1 0-16,0-1 0 0,5 3 0 0,-2-3 14 15,3 1 6-15,2-1 0 0,-2 3 1 16,0-3-33-16,-3 3-8 0,-1 0 0 0,1-2-1 15,0 4 21-15,3-2 0 0,-1 0 0 0,4 0 0 16,-3 0 0-16,2 0 0 0,-2 0 0 0,0 0 0 0,-3 0 47 16,-4 3 13-16,1 0 4 0,0-3 0 0,-3 2-52 15,5 1-12-15,1-3 0 0,0 3 0 0,0-1 0 0,2-2 0 16,-2 0 0-16,3 3 0 0,-6-3 0 0,-1 3 0 0,1-3 0 0,0 0 0 16,0 2 0-16,2-2 0 0,1 0 0 0,0 3 0 15,3-3-16-15,-1 2-7 0,1-2-1 0,0 3 0 16,-3-3 24-16,-4 0 0 0,1 3 0 15,0-1 0-15,3-2 8 0,-4 3-8 0,1 0 8 16,3-1-8-16,0 1 8 0,-1 2-8 0,4-5 0 0,-3 3 8 16,-3 2-8-16,-1-2 0 0,1 0 9 0,0-1-9 15,0 3 0-15,-4-5 0 0,1 3 0 0,3 0 0 16,0-1 0-16,0-2 9 0,-1 3-9 0,4 0 0 16,-3-1 9-16,0-2-9 0,-1 3 0 0,1-3 9 15,-3 3-9-15,0-1 12 0,-6-2-12 0,2 0 12 16,1 3-12-16,0-3 0 0,-3-3 9 0,3 3-9 15,-4 0 8-15,4 0-8 0,0 0 10 0,0 0-10 16,-3 0 8-16,0 0-8 0,-1 0 0 0,-2 0 0 16,3 0 8-16,-3 0-8 0,0-2 0 0,-3 2 9 15,0-3-9-15,-1 3 0 0,1-3 9 0,-3 3-9 16,0-2 0-16,-3-1 0 0,3 0 0 0,0 1 0 16,0-1 0-16,0 0 8 0,0-2-8 0,0 3 0 15,-1-1 0-15,-2 0 0 0,3 1 0 0,0-1 8 16,0 0-8-16,-3 3 0 0,3-5 0 0,-3 5 8 0,0-3-8 15,0 1 0-15,0-1 0 0,-3 3 0 0,0-3 0 0,-1 3 9 16,1-2-9-16,0-1 0 0,-3 0 8 0,3 3-8 16,-3-2 0-16,-3 2 0 0,6-3 0 0,-3-2 8 0,0 2-8 15,3-2 0-15,-3 2 0 0,0-2 0 0,0 0 0 16,0-1 0-16,0 1 12 0,0-3-4 0,0 0 0 0,-3 0-8 16,3-2 0-16,0-1 0 0,0 1 0 0,0-4 0 15,0 1 8-15,0-3-8 16,0-2 0-16,0 2 0 0,3-3 12 0,-3 3 0 15,0-2-1-15,3 2 0 0,-3-2-3 0,3 2-8 0,0 0 12 16,-1 0-4-16,1-3 0 0,0 1 0 0,0-3 0 0,-3 0 0 16,6-3-8-16,-3 3 12 0,0-3-12 0,0 0 12 15,0 3-4-15,0 0-8 0,0-1 12 0,0 1-4 16,0 0 0-16,0 5-8 0,0-5 12 0,-3 5-4 16,3 3 0-16,0 0 0 0,-3-1 0 0,3 4 0 15,-3-1 0-15,0 3 0 0,0-2 0 0,0 2 0 16,-1 3 1-16,1-3 0 0,-3 0 0 0,3 2 0 15,-3 1-9-15,0 0 12 0,-3-3-12 0,3 5 12 16,-3-2-12-16,3 0 8 0,0-1-8 0,0 4 8 16,-2-4-8-16,-1 4 0 0,3-4 0 0,-3 4 8 15,0-3-8-15,3 5 0 0,-3-3 9 0,0-2-9 16,-3 2 0-16,3-2 9 0,0-1-9 0,0 4 0 16,-3-1 8-16,3 0-8 0,-3-2 0 0,0 2 0 0,0 1 0 15,0-3 10-15,-3 2-10 0,3 0 8 16,-3 1-8-16,0-1 0 0,-3-2 0 0,3 5 0 15,-2-3 0-15,-4 0 0 0,3 1 8 0,-3 2-8 16,-3-3 0-16,0 0 0 0,0 1 0 0,-3-1 0 16,1 0 0-16,-4 3 0 0,3-2 8 0,-6-1-8 0,6 1 0 15,-2-1 0-15,-1 0 0 0,0 1 8 0,0 2-8 0,0-3 0 16,0 0 0-16,-2 1 0 0,-1 2 0 0,-6 0 0 0,3-3 8 0,-5 0-8 16,2 3 0-16,3 0 0 0,-3 0 0 0,1 0 0 15,-1 0 0-15,3 0 0 0,0-2 0 16,-2 2 0-16,-4 0 0 0,0 0 0 15,-3 0 0-15,-2 2 0 0,2-2 0 0,3 0 0 0,1 0 0 0,-4 3 0 16,3-3 0-16,1 0 0 0,-1 0 0 0,-6 3 0 16,3-3 0-16,-2 0 0 0,-4 2 0 0,0 1 0 15,7-3 0-15,2 0-16 0,0 3 3 0,-2-3 0 16,2 2 13-16,-3 1 0 0,-2 0 0 0,-1-3 0 16,3 2 0-16,1 1 0 0,2-1 0 0,-3-2 0 15,6 3 0-15,1-3 16 0,-1 3-3 0,-3-3-1 16,3 2-12-16,1 1 0 0,-4 0 0 15,0-3 0-15,0 2 0 0,7-2-16 0,-4 3 3 0,3 0 1 16,6-3 12-16,-2 0 16 0,2 2-3 0,0-2-1 16,0 3-12-16,-3-3 0 0,1 0 0 0,-1 3 0 15,-3-3 0-15,3 0 0 0,-3 2 0 0,1-2 0 16,2 3 0-16,0-3-16 0,3 0 3 0,1 3 1 16,2-3 12-16,0 2 16 0,0 1-3 0,0-1-1 15,0 1-12-15,-2 0 0 0,2-3 0 0,-6 5 0 16,3-2 0-16,-3-3 0 0,3 2 0 0,-5 1 0 15,5 0-9-15,0-1-2 0,0 1 0 0,0 0 0 0,7-3 11 0,-4 2 16 16,3 1-4-16,3 0-1 0,-3-3-11 0,3 2 0 0,0-2 0 16,-2 3 0-16,2-3 0 0,0 0 0 0,0 2 0 15,0 1 0-15,-3-3 0 0,3 3 0 0,-3-3 0 0,4 0 0 16,-1 2 0-16,-3-2 0 0,3 3 0 0,-3-3 0 16,3 0 0-16,0 3 0 0,0-3 0 0,3 0 0 15,-2 2 0-15,-1-2 0 16,0 3 0-16,3-3 0 0,0 3 0 0,0-3 0 15,0 0 0-15,0 5 0 0,3-5 0 0,-3 0 0 0,1 3 8 16,-1-1-8-16,3-2 0 0,0 0 0 0,-3 3 0 0,3-3 8 16,-3 0-8-16,3 2 0 0,0-2 0 0,0 3 0 15,0-3 0-15,3 3 0 0,-3-1 0 0,3 1 0 16,4-3-15-16,2 0-1 0,0 0-1 0,0 0 0 16,-6 3-100-1,6-3-20-15,0 0-4 0,0 0-1 0,3 5-93 0,2-2-18 16</inkml:trace>
  <inkml:trace contextRef="#ctx0" brushRef="#br0" timeOffset="21929.835">16088 9631 2030 0,'-6'0'57'0,"-3"0"14"0,0 3-57 0,0 0-14 0,-3-1 0 0,-3 4 0 15,-2-1 54-15,-4 0 8 0,-3 1 2 0,-3 4 0 16,0-2 0-16,-2 5 0 0,-1 1 0 0,-6 1 0 15,-3-1-12-15,-5 2-1 0,-1 2-1 0,-8 3 0 16,2 3-29-16,0 5-5 0,-5 0-2 0,-4 8 0 16,-2-5 8-16,-4 0 2 0,1 2 0 0,-13 3 0 15,13-5 12-15,-4 0 4 0,4-3 0 0,-3 5 0 16,2 1-32-16,4-1-8 0,2 3 0 0,-6 0 0 16,10-3 0-16,-4-2 0 0,4 0 0 0,-4 0 0 15,13-6 0-15,-1 1 0 0,6-6 0 0,-5 3 0 16,8-6 0-16,-3 1 0 0,1-3 0 0,-1-1 0 15,3 1 0-15,1-2 0 0,5 4 0 0,-3-5 0 0,9 1 0 16,4-1 0-16,-1-3 0 0,3-2 0 0,6 0 0 0,0-2 0 16,6-1 0-16,-3-3 0 15,6 1-25-15,0-3-7 0,6 0 0 0,-6-3-1 16,6 3-123-16,-2-7-25 0,2 1-5 0</inkml:trace>
  <inkml:trace contextRef="#ctx0" brushRef="#br0" timeOffset="23685.821">13611 11373 2066 0,'-20'-6'43'0,"14"6"10"0,0 0-42 0,0 0-11 0,3 0 0 0,-3 0 0 15,-3 0 49-15,3 3 8 0,-6 0 2 0,3-1 0 16,-3 3-14-16,3 1-2 0,-6 2-1 0,3 2 0 16,1 1-12-16,-1 2-2 0,0 3-1 0,0 0 0 15,3 5-27-15,-3 5 0 0,3-2 0 0,3 5 0 16,-3-2 0-16,3-1 0 0,3-2 0 0,-3 3 0 16,6-1 0-16,-3-2 0 0,3-3 0 0,0 0 0 15,0-2 0-15,3-3 0 0,0-3 0 0,0-3 0 16,3 1-8-16,3-3-8 0,-3 0 0 0,3-6-1 15,3 1 27-15,0-6 6 0,3 1 0 0,0-3 1 16,0-1-33-16,2-2-6 0,1-2-2 0,0-1 0 16,0-2 24-16,0 0 0 0,0-3 12 0,-3 0-4 0,-1 0 8 15,1 0 2-15,-3-2 0 0,-3-1 0 0,0 3 36 16,-3-5 7-16,0 3 2 0,0-1 0 0,-3 3-51 0,-3 0-12 0,3 3 0 16,-3 2 0-16,3 1 40 15,-6 2 6-15,3 0 1 0,-3 3 0 0,3 2-28 0,0 3-6 16,0 0-1-16,0 0 0 0,0 0-12 0,-6 5 8 15,3 3-8-15,0 0 0 0,0 5 0 0,3-2 0 16,3 5-11-16,-3-3 11 0,3 3-22 0,3 3 3 0,-3-4 1 16,3-1 0-1,0-1-15-15,3 0-3 0,-3-2-1 0,3-1 0 0,-3-2 37 0,3 0 0 0,-1-3 0 0,-2-2 0 32,3 0-59-32,-3-1-4 0,3-2-1 0,-3-2 0 0,3 2 52 0,-3-6 12 0,0 4 0 0,3-3 0 15,-3-1 48-15,0-2 13 0,-3 0 3 0,3 0 0 16,-3-2-52-16,0-1-12 0,0 1 0 0,0-4 0 15,0-1-12-15,0 1-4 0,0-2-2 0,0 1 0 16,0-4 18-16,0 3 17 0,0 0-3 0,2 0-1 16,1 3-3-16,-3 0-1 0,3 2 0 0,0 1 0 15,3-1-9-15,-3 3 0 0,0 0 0 0,3 3-11 16,0 0 11-16,0 2 12 0,0 0-2 0,0 1-1 16,3-1-9-16,-3 3 0 0,3-2 0 0,-4 4 8 15,4-2-8-15,0 3-16 0,0 2 4 0,0-2 1 16,-3 5 11-16,3 0 0 0,-3 2 0 0,0-2 0 15,0 5 0-15,-3-2 0 0,3 0 0 0,-3 2 0 16,0 0-11-16,-4 0 0 0,1 3 0 0,0-3 0 0,0-2-5 16,0 2-2-16,-3-2 0 0,0-1 0 15,0-2 10-15,0 0 8 0,0 0-12 0,-3-3 12 16,3 1-30-16,0-6 1 0,0 0 0 0,0 0 0 16,0 0 74-16,0 0 15 0,0 0 4 0,0 0 0 0,0 0-52 0,0 0-12 0,0 0 0 15,-3-6 0-15,0 1 0 0,0-3 0 0,3 0 0 16,0 0 0-16,3-2 8 0,-3-1 0 15,3 1-8-15,3-1 12 0,0-2-12 0,0 0-8 0,0-1 8 16,0 1-13-16,3 0 13 0,-3 2 0 0,3-2 0 0,3 2 0 16,-3 1 0-16,0-1 0 0,3 3 0 0,-3 3 0 15,3-3 0-15,-4 0 0 0,1 3 0 0,0 2 0 16,0 1 0-16,-3-1 0 0,0 0 0 0,0 3 0 16,-6 0 15-16,0 0 5 0,6 3 2 0,-6-3 0 15,3 5-22-15,0 3-16 0,0 0 2 0,-3 0 1 16,0 5-11-1,0-2-1-15,-3 2-1 0,0 0 0 16,3 1-1-16,-3 1 0 0,0-1 0 0,3-1 0 0,0 0-2 0,0 0-1 0,0 1 0 16,3-4 0-16,0-2 2 0,3 0 1 0,0 0 0 15,0-3 0-15,3 1 3 0,-3-6 1 0,6 2 0 0,-3-2 0 16,0-2 9-16,2-1 2 0,-2-2 0 0,3 2 0 16,-3-5 12-16,3 3 0 0,-3-3 0 0,0 3 0 15,0-3 23-15,0 0 4 0,0 0 1 0,-3 2 0 16,0-2 19-16,0 3 4 0,0-3 1 0,-3 3 0 15,0 2-3-15,0-2 0 0,-3 5 0 0,0 0 0 16,0 0-13-16,0 0-4 0,2-3 0 0,-2 3 0 0,0 0 5 0,0 0 1 16,0 0 0-16,0 0 0 0,0 0-38 0,0 0-8 0,0 0-2 15,0 0 0-15,0 0 10 0,0 0 14 0,0 0-3 0,0 0-1 16,-2 6-10-16,2-6-14 0,-3 5 3 0,3 3 1 16,0-3 10-16,0-5 0 0,3 5-9 0,-3-2 9 31,2 2-11-31,1-2 3 0,0 2 0 0,-3-5 0 0,6 0-1 0,-3 3 0 15,0-3 0-15,3 0 0 0,-3 0 9 0,-3 0 0 16,3-3 0-16,3 3 0 0,-3-2 0 16,3-1-8-16,-3 0 8 0,0-2 0 0,0 2 0 0,3-2 0 0,-3 0 0 0,0 0 0 15,0-1 0-15,0 1 0 0,0 0 0 0,-3-1 0 16,3-1 10-16,-3 1-2 0,3 1-8 0,-3-3 12 16,0 3 4-16,0-1 1 0,0 1 0 0,0-3 0 15,0 3 7-15,-3 0 0 0,0-1 1 0,0 1 0 16,0 0-1-16,0-1 0 0,-3 1 0 0,0 0 0 15,0 2-8-15,-3-2-3 0,3 2 0 0,-3 1 0 16,0-1-13-16,0 0 11 0,-2 3-11 0,-1-2 10 16,0 2-10-16,0-3 0 0,-3 3 0 0,0 3 0 15,3-3-35-15,0 2 1 0,0 1 0 16,3 0 0-16,0-1-78 0,1 1-15 0,5 2-3 0</inkml:trace>
  <inkml:trace contextRef="#ctx0" brushRef="#br0" timeOffset="24345.404">14478 11373 1523 0,'-6'0'64'16,"-3"2"-51"0,3-2 71-16,-3 3 13 0,3-1 3 0,-3 1 1 15,0-3-41-15,3 3-8 0,-3 2-1 0,0-2-1 16,0 2-6-16,3 0-2 0,-3-2 0 0,1 5 0 16,2-3-15-16,0 3-3 0,0 0-1 0,0 0 0 15,0 0-9-15,3 2-2 0,-3-2 0 0,3 3 0 16,0 0-12-16,3-1 0 0,0 1 0 0,0-1 0 15,0 4 0-15,0-4 0 0,3 1 0 0,-3-1 0 16,3-2 0-16,0 0 0 0,3 3-8 0,-3-3 8 16,6 0 0-16,-3-3 0 0,0 0-8 0,3 1 8 15,-1-4 0-15,1 3 0 0,0-2 0 0,0-3 0 0,3 0 0 16,-3-3 16-16,3 1-4 0,0-1 0 0,0 1 3 0,-3-6 0 16,3 2 0-16,-3-2 0 0,-1 0 5 15,1 0 0-15,0 1 1 0,0-1 0 0,-3-3 15 16,0 0 4-16,0 1 0 0,-3-1 0 15,0 1-1-15,3-1 0 0,-3 1 0 0,-3-1 0 0,0 0-5 0,3 3-1 16,-6-2 0-16,3 2 0 0,-3 0-9 16,-3 0-3-16,3 0 0 0,-3 0 0 0,3 3-10 0,-3 0-3 0,0-1 0 15,0 1 0-15,-3 0-8 0,3 2 0 0,0-2 9 0,-2 2-9 16,-1 0-16-16,3 1-7 0,0-1-1 0,-3 3-1 16,9 0-100-16,0 0-20 15,0 0-4-15</inkml:trace>
  <inkml:trace contextRef="#ctx0" brushRef="#br0" timeOffset="25158.589">14701 11306 2066 0,'0'0'43'0,"0"0"10"15,0 0-42-15,0 0-11 0,0 0 0 0,0 0 0 16,0 0 53-16,0 0 9 0,0 0 2 0,0 0 0 15,0 0 0-15,0 0 0 0,0 0 0 0,-3 6 0 16,6-1-52-16,-3 3-12 0,6-3 0 0,-3 3 0 16,3 0 0-16,-3 0 0 0,3 0 0 0,0 0 0 15,-3 2 25-15,3 1 3 0,-3-3 0 0,3 5 0 16,-3-2-28-16,2 2 0 0,-2 3 8 0,0-3-8 16,-3 3 0-16,3-3 0 0,-3 3 9 0,0-3-9 0,-3 1 0 15,3-1 8-15,-3 0-8 0,0-2 0 0,3-1 0 0,-3-2 9 16,1 0-9-16,-1 0 0 0,3-8 9 15,-3 3-9-15,3-3 0 0,0 0 9 0,0 0 10 0,0 0 1 0,0 0 1 16,0 0 0-16,-3-6-21 0,-3-2 9 0,3 0-9 16,0-2 0-16,3-1 0 0,-3-2 0 0,3-3 0 15,0 3 0-15,0 0 0 0,3-3 0 0,0 3 0 0,0-1 0 16,3 1 58-16,0 3 5 0,-1-4 1 0,1 4 0 16,3-1-64-16,0 3-18 0,0 0-1 0,0 0 0 15,0 0 19-15,0 3 0 16,0-3 0-16,0 3 9 0,3 0 5 15,-3-1 1-15,3 1 0 0,-3 0 0 0,-1 2-15 0,-2 3 0 0,3-3 0 0,-3 1 0 16,0 2 0-16,0 2 0 0,0-2 0 0,0 3 0 16,-3 0 0-16,0 2 0 0,3 0 0 0,-3 1 0 15,0-1 0-15,-3 3 0 0,3 0 0 0,0 0 0 16,-3 0 0-16,0-3 0 0,-3 6 0 0,3-4 0 16,0 4 0-16,-3-3-13 0,3 3 2 0,-3-3 1 15,0 2 10-15,3-2 14 0,-3-3-3 0,3 3-1 16,0-8-46-16,-3 6-8 0,3-6-3 15,0 0 0-15,0 0 24 0,0 0 5 0,0 0 1 0,0 0 0 16,0 0 6-16,0 0 2 0,0 0 0 0,0 0 0 16,3-3 9-16,0 0 0 0,0-2 0 0,0 2-8 15,0-2 8-15,0 2 16 0,0-2-4 0,0 2-1 0,0 1-11 0,0-1 0 16,0 1 0-16,3-1 0 0,-3 3 0 0,3-3 0 0,-3 3 0 0,3 0 0 16,0 0 11-16,0 0 0 0,-1 0 0 15,4 0 0-15,-3 0-11 16,3 0-16-16,3 0 4 0,-3-2 1 15,3-1 11-15,-3 3 0 0,6-3 0 0,-6-2 0 16,3 2 36-16,0-2 10 0,0 0 2 0,-1 2 0 0,1-2-26 16,0 0-5-16,0-1-1 0,0-2 0 0,-3 3 45 0,0 0 9 0,0-3 2 15,-3 3 0-15,0-1-13 0,0-2-3 0,-3 3 0 0,0-3 0 16,-3 3-44-16,0-1-12 0,0 1 0 0,0 5 0 16,-6-2 0-16,3-4 0 0,-3 4 0 0,0-1 0 15,-3 3 0-15,0 0 0 0,0 3 0 0,0-3 0 16,-3 2 0-16,3 1 0 0,-3-3 0 0,3 5 0 15,0-2-49-15,1-1-12 0,2 1-3 0,0 2 0 16,6-5 0-16,-3 6 0 0,3-6 0 0,3 8 0 16,0-3-153-16,3 0-31 0,3 3-7 0</inkml:trace>
  <inkml:trace contextRef="#ctx0" brushRef="#br0" timeOffset="25494.123">15296 11386 1958 0,'15'0'87'0,"-3"0"17"0,-3 0-83 0,3-3-21 0,-3 3 0 0,-3 0 0 16,3 0 106-16,-3 0 17 0,0 0 3 0,0 3 1 15,-1-3-50-15,-2 5-9 0,3-2-3 0,0 2 0 16,0 0-1-16,-3 1 0 0,3-1 0 0,-3 5 0 16,0 1-51-16,0 2-13 0,-3 0 0 0,0 6 0 15,0 0 0-15,0 4 0 0,-3 1 0 0,0 0 0 16,0 0 0-16,0 0 0 0,-3 2 0 0,3-2 0 16,-6 0 0-16,3-1 0 0,1-1 0 0,-4 1 0 0,0-1 0 15,-3-1-12-15,3-3 3 0,-3 3 0 16,0-2 9-16,-3 0 12 0,0-1-2 0,-3-2-1 0,3 0-9 15,-2-3 0-15,2 0 0 0,-3-5 0 0,3 0 0 16,0-5 0-16,0-1 0 0,3-2 0 0,3-2 53 16,0-4 9-16,4 1 2 0,5-5 0 0,0-1-52 0,5-2-12 15,1-3 0-15,6 0 0 0,0-2 0 0,3 2 0 16,6-3 0-16,-3 1 0 0,3-1 54 0,-3 1 8 0,2 2 2 0,4-3 0 16,-3 3-52-16,-3 0-12 0,0 1 0 0,3-1 0 15,-4 0 0 1,4-3 0-16,0 3 0 0,3 1 0 15,-3-1-48-15,6-3-13 0,-4 3-3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336.48792" units="1/cm"/>
          <inkml:channelProperty channel="Y" name="resolution" value="378.5488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2-07T22:59:08.53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13552 4623 1814 0,'6'-8'52'0,"-3"5"10"16,0-2-50-16,0 2-12 0,0-2 0 0,0 2 0 16,-3 3 89-16,0-3 15 0,0 3 4 0,3-5 0 15,-3 5-36-15,0 0-8 0,3-5 0 0,-3 5-1 16,0 0-9-16,0 0-2 0,0 0 0 0,0 0 0 15,0 0-9-15,0 0-3 0,-9 0 0 0,3 5 0 16,-3 0-17-16,-3 1-4 0,3 2-1 0,-6 8 0 16,3-6-7-16,-6 6-2 0,4 0 0 0,-1 5 0 15,-3-2 12-15,3-1 3 0,-3 3 0 0,0 0 0 0,0 1-24 16,3-1 0-16,-2-3 0 0,-4 3 0 0,0 1 0 0,-3-4 0 16,0 1 0-16,-2 2 0 0,2 0 0 0,-3-2 0 15,3 2 0-15,-3 0 0 16,6-5-47-16,1 2-13 0,-1-2-4 0,3-3 0 0,3-2-116 15,0-3-24-15,3 0-5 0,3-6-1 0,0-2-74 16,0 0-14-16</inkml:trace>
  <inkml:trace contextRef="#ctx0" brushRef="#br0" timeOffset="238.591">13013 4887 1638 0,'3'-24'72'0,"3"-2"16"16,-3-3-71-16,0 2-17 0,0-2 0 0,0 0 0 16,0 3 126-16,3-1 22 0,-3 3 4 0,0 3 0 15,3 3-70-15,-3 4-14 0,3-4-4 0,0 7 0 16,3 3 0-16,-3-2 0 0,0 5 0 0,0-1 0 15,2 1-51-15,1 5-13 0,0 0 0 0,3 3 0 16,-3 2 54-16,3 3 8 0,0 2 2 0,3 1 0 16,-3 2-52-16,3 3-12 0,0 3 0 0,-4 2 0 15,4 3 0-15,-3-6 0 0,0 3 0 0,0 3 0 16,0-3 0-16,-3 0 0 0,3 1 0 0,-3-1 0 16,0 0 0-16,0-3 0 0,-1 4 0 0,1-4 0 15,-3 6 0-15,3-6 0 0,0 4 0 0,-3 4 0 16,3-7 0-16,-3-1-12 0,0 1 3 0,3-1 0 15,-3-2-89-15,0 0-18 0,3-5-3 0</inkml:trace>
  <inkml:trace contextRef="#ctx0" brushRef="#br0" timeOffset="485.575">13635 5006 1735 0,'3'-13'36'0,"-3"13"9"0,0 0-36 0,0-3-9 0,0 3 0 16,0 0 0-16,0 0 123 0,0 0 22 0,0 0 5 0,0 0 1 15,6 0-19-15,-3 3-3 0,3 0-1 0,-3 2 0 16,0 3-102-16,3 0-26 0,-3 0 0 0,0 2 0 16,0 6 43-16,0-8 3 0,0 5 1 0,0 1 0 15,0-1-31-15,0-3-7 0,0 4-1 0,0 2 0 16,0-1-8-16,0-4 0 0,0 0 0 0,-3 4 0 16,3-4 0-16,3 0 0 15,-3-1 0-15,0 1 0 0,-3-3-13 0,3 2-8 0,0-2-2 16,0 0 0-16,0-3-117 0,0 1-23 0,-1-4-5 0</inkml:trace>
  <inkml:trace contextRef="#ctx0" brushRef="#br0" timeOffset="800.309">14332 4588 2225 0,'0'-10'46'0,"3"-1"12"0,-3 0-46 0,0 1-12 0,3 2 0 0,-3 0 0 16,3 0 103-16,-3 5 18 0,0-7 4 0,0 4 1 16,0 4-53-16,0-3-10 0,0 5-3 15,0 0 0 1,0 0-25-16,0 0-6 0,0 0-1 0,0 0 0 0,0 0-28 0,-6 2 0 0,0 1 0 16,0 5 0-16,-3 2 0 0,0 1 0 0,-3 5 0 0,0 2 0 15,-3 4 0-15,3 1 0 0,-5 4 0 16,2-1 0-16,0-2 23 15,0 3-2-15,0-4 0 0,-3 4 0 0,3-6-21 0,-3 0 0 0,-2-2 0 16,-1-1 0-16,0 1 0 0,0-3-13 0,0-1 1 16,-3-1 1-1,7-1-29-15,-4-3-5 0,3 4-2 0,0-6 0 0,3-3-137 16,3 0-28-16,0-2-6 0</inkml:trace>
  <inkml:trace contextRef="#ctx0" brushRef="#br0" timeOffset="1018.637">13969 4752 1789 0,'18'-66'37'0,"-13"45"9"15,-2-3-37-15,3 6-9 0,0-6 0 0,-3 3 0 16,3 5 112-16,-3 2 20 0,0 4 4 0,-3 2 0 16,3 0-6-16,-3 5-2 0,3-5 0 0,-3 8 0 15,0 0-51-15,0 0-10 0,0 0-3 0,3 8 0 16,3-5-51-16,-3 5-13 0,3 0 0 0,0 5 0 16,0 0 0-16,0 3 0 0,0 0 0 0,3 5 0 15,-3-2 0-15,0 5 0 0,3-3 0 0,-3 0 0 16,3 0 34-16,-1-2 4 0,-2 2 1 0,3-3 0 15,0 1-39-15,-3-3 0 0,3 0 0 0,0 2 0 16,-3-5-29-16,3 3-7 0,0-3-2 0,-3 1 0 16,3-4-142-16,-3 3-29 0,3-2-6 0</inkml:trace>
  <inkml:trace contextRef="#ctx0" brushRef="#br0" timeOffset="1347.91">14373 4847 2066 0,'3'-5'43'0,"0"3"10"0,0-1-42 0,3-5-11 0,-3 0 0 16,3 5 0-16,0-2 116 0,0 2 20 16,0 1 5-16,3-1 1 0,0 0-52 0,-3 3-10 0,3 0-3 0,0 0 0 15,-3 3-25-15,3-3-6 0,-3 3-1 0,0-1 0 16,-3 1-20-16,3 2-4 0,-3 3-1 0,-1-2 0 16,-2 2-12-16,3-1-8 0,-3 1 10 0,-3 6-10 15,1-4 0-15,-1 3 0 0,-3 6 0 0,0-6-10 16,0 6-8-16,0-1-2 0,-3 1 0 0,3 2 0 15,-3-3 7-15,3 1 1 0,-3 0 0 0,3-4 0 16,3 1 12-16,0-3 0 0,0 3 0 0,3-8-9 16,0 3 9-16,3-6 0 0,3 0 0 0,0 3 0 15,0-5 0-15,6 0 8 0,0-1-8 0,0 1 11 16,3-3 1-16,-4 0 0 0,4 0 0 0,3 0 0 16,-3-3-12-16,3 1-17 0,0-1 4 0,3 0 1 15,2 3 12-15,4-8 0 0,3 6 0 0,0-3 0 16,3-1-105-16,-1 1-19 0,4-3-3 0</inkml:trace>
  <inkml:trace contextRef="#ctx0" brushRef="#br0" timeOffset="2821.155">12927 5604 1580 0,'0'0'67'0,"0"-5"-54"16,-3 0 92-16,3 5 19 0,0-6 3 0,-3 4 1 15,3 2 0-15,-3-6 0 0,3 6 0 0,-3-2 0 16,-3-1-52-16,6 3-9 16,-3 0-3-16,-3-5 0 0,0 5-51 0,-3 0-13 0,3 0 0 0,-3 5 0 15,0-5 54-15,0 3 8 0,1 2 2 0,-4 0 0 16,0 3-52-16,0 0-12 0,-3 3 0 0,0-1 0 15,-3 4 0-15,0-1 0 0,0 0 0 0,-2 3 0 16,2 2 0-16,-3 4 0 0,0-1 0 0,3 0 0 16,0 3 0-16,0 0 0 0,1-3 8 0,-1 3-8 15,3-3-16-15,-3 0-5 0,3-5-2 0,-3 2 0 16,3-2-86-16,-2-5-18 0,-1-1-3 0</inkml:trace>
  <inkml:trace contextRef="#ctx0" brushRef="#br0" timeOffset="3044.279">12445 5723 1652 0,'12'-47'34'0,"-9"31"9"16,2 0-35-16,-2 0-8 0,0 0 0 0,3 0 0 0,-3 3 144 15,-3 5 28-15,3-2 4 0,0 2 2 0,-3 2-62 0,0 6-13 0,0 0-3 0,0 0 0 32,3 0-61-32,0 3-13 0,3 0-2 0,-3 2-1 15,3 0 33-15,-3 3 6 0,3 3 2 0,0-3 0 16,3 2-52-16,-3 3-12 0,3 1 0 0,0-1 0 15,0 3 0-15,0-3 0 0,0 3 0 0,2 0 0 0,1 2 0 16,0 3 0-16,0 1 0 0,0 4 0 0,3-2 0 0,-3 0 0 0,3 0 0 16,-3-1 0-1,0-1-48-15,-1-4-13 0,1 1-3 0,0-1 0 16,0-5-191-16,0 1-38 0</inkml:trace>
  <inkml:trace contextRef="#ctx0" brushRef="#br0" timeOffset="3496.939">12867 5961 1744 0,'3'-8'73'16,"0"-2"-58"0,3 2 107-16,-3 0 22 0,3-3 4 0,-3 4 0 15,3-1-16-15,3 0-3 0,-3 0-1 0,3 0 0 16,-3 2-51-16,3 1-10 0,0 0-3 0,0 2 0 16,0-2-51-16,-1 5-13 0,4-3 0 0,-3 1 0 15,3 4 0-15,-3 1 0 0,3 0 0 0,-3-1 0 16,0 4 0-16,0-1 0 0,0 0 0 0,-3 3 0 15,0 0 0-15,0 0 0 0,-3 3 0 0,0-1 0 16,-3 1 0-16,0-1 0 0,0-2 0 0,0 3-10 16,-3-3-40-16,-3 2-8 0,3-2-2 0,-3 0 0 15,0-3 48-15,0 3 12 0,3 0 0 0,-3-2 0 16,0-1 0-16,3 0 0 0,-3-2 0 0,6-3 0 16,0 0 0-16,0 0 0 0,0 0 0 0,0 0 0 15,0 0 0-15,0 0 0 0,0 0 0 0,6 3 0 0,0-1 0 0,0-2 0 16,3 0 0-16,3 0 0 0,0 3 0 0,3-3 0 0,-4 0 0 0,4 2 0 15,-3-2 49-15,3 0 12 0,-3 3 3 0,3 0 0 16,-3-1-52-16,0 1-12 0,0 2 0 0,0 1 0 16,-4-1 0-16,-2 0 0 0,3 1 0 15,-3-1 0-15,0 0 0 0,-3 3 0 0,0-3 0 16,-3 3 0-16,3 0 54 0,-6-3 8 16,0 3 2-16,-3 0 0 15,0 0-52-15,0 3-12 0,-6-3 0 0,4 2 0 0,-7-2 0 0,0 3 0 0,-3 0 0 16,3-1 0-16,-3 1 0 0,0-1 0 0,0 1 0 0,1-1 0 15,-1-2-49-15,0 3-13 16,3-3-2-16</inkml:trace>
  <inkml:trace contextRef="#ctx0" brushRef="#br0" timeOffset="7461.03">6929 15416 2045 0,'-9'0'58'0,"3"-3"13"0,3 0-57 0,3 3-14 0,-6-2 0 0,6 2 0 16,0 0 0-16,0 0 0 15,0 0 0-15,0 0-10 0,0 0 37 0,-6 0 7 0,6 0 2 16,0 0 0-16,-3 2-28 16,0 6-8-16,3 0 0 0,0 3 0 0,0 2 0 0,0 3 0 0,0 2-10 0,3 4 10 31,0 1-32-31,0 4 0 0,3 2 1 0,-3 3 0 0,3-3-40 16,0 3-8-16,0-3-1 0,3 2-1 0,-3-7 20 15,0 0 4-15,3-3 1 0,-3 0 0 0,3-7 56 16,0-1 0-16,-1-5 10 0,4 0-1 0,3-6 44 0,0 1 9 0,3-3 2 15,0-3 0-15,3-5 19 0,3 0 4 16,2-5 1-16,4-5 0 0,0-1-11 0,0-2-1 0,5-3-1 0,1-8 0 16,3 1-37-16,5-9-7 0,-2-2-2 0,9-6 0 15,-7 3-12-15,1-3-2 0,3 1-1 0,-1-6 0 16,1 3-22-16,-1-6-5 0,4 3-1 0,0-5 0 16,-7 10-22-16,1 1-5 0,-3 2-1 0,2 0 0 15,-8 5-35-15,-3 3-7 0,0 0-2 0</inkml:trace>
  <inkml:trace contextRef="#ctx0" brushRef="#br0" timeOffset="7897.648">7310 15228 1983 0,'-6'2'84'0,"6"-2"-68"16,-6 0-5-16,6 0-2 0,0 0 0 0,0 0 0 31,-3 6 3-31,3-6 1 0,-3 8 0 0,3 0 0 0,0-1-13 0,0 4-8 0,0 2 8 0,0 1-13 16,0 4 13-16,3 1-9 0,0 2 9 0,0 3-8 15,0-1 8-15,0 6-10 0,3-2 10 0,-3 5-10 16,6-3 10-16,-3 0-12 0,6 0 12 0,-3 0-12 16,6-2 12-16,-4-4-8 0,7 1 8 0,0-3-8 15,0-2 20-15,0-1 4 0,6-2 0 0,-3-2 1 16,2-1 31-16,1-3 7 0,3 1 1 0,0-3 0 16,-3 0-32-16,-1-3-5 0,1-2-2 0,3-1 0 15,0-2 38-15,3-2 7 0,2-1 2 0,4-5 0 16,0-2-24-16,2-1-4 0,4-5 0 0,3-5-1 15,-1-6-22-15,4-4-4 0,0-6-1 0,5-8 0 16,1 0-8-16,2-6 0 0,4-4 0 0,8-9 0 16,-2 1-111-16,2-6-14 0,1-5-3 0</inkml:trace>
  <inkml:trace contextRef="#ctx0" brushRef="#br0" timeOffset="19939.718">15397 9168 1398 0,'0'0'59'15,"0"0"-47"1,0-2 131-16,0 2 26 0,-3-6 6 0,3 6 1 15,0 0-39-15,0 0-7 0,0 0-2 0,0 0 0 16,0 0-48-16,0 0-9 0,0 0-3 0,0 0 0 16,0 0-13-16,0 0-3 0,0 0-1 0,0 8 0 15,-3 3-15-15,3 0-2 0,0 2-1 0,0 0 0 16,0 3-5-16,3 2 0 0,-3-2-1 0,0 5 0 16,0 1-3-16,3-1 0 0,-3 0 0 0,0 3 0 15,0 2-5-15,0 3-2 0,0 6 0 0,0-1 0 16,3-2-5-16,-3 0 0 0,0-1-1 0,3-2 0 15,-3-2-11-15,3-3 8 0,-3-3-8 0,0 0 8 0,3-2 11 16,-3-1 1-16,0-2 1 0,0 0 0 16,0-3-21-16,0 3-10 0,0-3 1 0,0 0 0 0,0 3 0 15,0-5 0-15,0 0 0 0,0-1 0 16,0-2-31-16,3 0-5 0,0-3-2 0,0 1 0 16,3-4-115-16,0-2-23 0,0-2-5 0</inkml:trace>
  <inkml:trace contextRef="#ctx0" brushRef="#br0" timeOffset="20716.363">21949 6885 1824 0,'0'0'38'0,"0"0"8"15,0 0-37-15,0 0-9 0,0 0 0 0,0 0 0 16,0 0 106-16,0 0 19 0,0 0 4 0,0 0 1 16,0 0-47-16,0 0-10 0,0 0-1 0,0 0-1 15,0 0-22-15,3 3-4 0,0 2-1 0,0 3 0 0,0 0-3 0,-3 0-1 0,0 5 0 0,3 3 0 16,-3 2-8-16,0 6-1 0,-3 0-1 0,3 5 0 15,0 0-4 1,-3 3-1-16,3 0 0 0,-3 2 0 0,3-5-7 0,0 0-2 16,0-2 0-16,0-1 0 0,0 3-16 0,0-2 10 15,3-1-10-15,0 3 8 16,-3 0-8-16,3 0 0 0,0 3 0 0,0-3 0 0,-3-2 8 0,3-3-8 16,0-1 8-16,0-1-8 15,3-1-31-15,-3-3-11 0,3 1-2 0,-3-1-1 16,3-2-118-16,-1 3-23 0,1-3-5 0</inkml:trace>
  <inkml:trace contextRef="#ctx0" brushRef="#br0" timeOffset="21428.759">22110 9139 1403 0,'0'0'40'0,"0"0"8"15,0 0-38-15,0 0-10 0,0 0 0 0,0 0 0 16,0 0 84-16,0 0 16 0,0 0 2 0,0 0 1 15,0 0-19-15,0 0-3 0,0 0-1 0,0 0 0 16,0 0-3-16,0 0-1 0,0 8 0 0,-3-2 0 16,3-1-16-16,0 3-4 0,0 0-1 0,-3 0 0 15,3 2-16-15,-3 1-3 0,3 2-1 0,-3 0 0 16,0 6-11-16,0-3-1 0,0 2-1 0,-3 1 0 16,3-1-5-16,-3 1-1 0,0 2 0 0,3 3 0 15,-3 0-1-15,0 2-1 0,0 0 0 0,0 6 0 16,0-5 0-16,0 2 0 0,0 0 0 0,0-3 0 0,0-2-6 15,1 0 0-15,-1-3-8 0,0-2 12 0,3-1-12 16,-3-5 9-16,3 3-9 0,0-2 8 0,-3-4-8 16,3 1 0-16,0 2 0 0,0-3 0 0,0-2 0 15,0 0 0-15,0 0 0 0,3-2 0 16,-3 2-107-16,3-3-17 0,0 0-3 0</inkml:trace>
  <inkml:trace contextRef="#ctx0" brushRef="#br0" timeOffset="22205.166">19803 6964 1579 0,'0'0'32'0,"3"-5"10"0,-3 0-34 0,0-1-8 0,3 1 0 0,-3 5 0 16,0-5 156-16,0 5 28 0,0-5 7 0,0 5 1 16,0 0-103-16,0 0-20 0,0 0-4 0,0 0-1 15,0 0 0-15,0 0 0 0,0 0 0 0,0 0 0 16,3 7-51-16,-3 7-13 0,0-1 0 0,3 3 0 15,-3 8 54-15,0 2 8 0,0 3 2 0,0 6 0 0,3-4-64 16,-3 4-8-16,0-4-4 0,0 4-1 0,0-1 13 16,0-2 0-16,0 2 9 0,3-2-9 0,-3 3 8 0,0-1-8 0,3 0 0 15,-3 3 9-15,0-7-9 16,3-1 8-16,-3-6-8 0,0 4 8 0,3-6-8 0,-3 0-14 16,3-2 3-16,-3-3 1 15,3 2-99-15,-3-5-20 0,0 3-4 0</inkml:trace>
  <inkml:trace contextRef="#ctx0" brushRef="#br0" timeOffset="23679.542">19517 9227 1592 0,'3'-11'67'0,"0"0"-54"16,0 1 104-16,0-1 21 0,-3 3 4 0,0 0 1 15,0 3-36-15,-3 0-7 0,0 0-2 0,3 5 0 16,-6 0-34-16,-3 0-6 0,3 2-2 0,-6 6 0 16,3 3-28-16,-3 2-7 0,1 0-1 0,-1 6 0 15,0 2-20-15,0 0 0 0,0 0 0 0,0 6 0 16,0-6 0-16,3 3 0 0,0-1 0 0,0 1 0 15,6 3 0-15,0-3-10 0,0 2 10 0,3 0 0 16,3-2-16-16,3-3 4 0,3-2 1 0,0 2 0 16,3-5 1-16,0-3 0 0,3 0 0 0,3-2 0 15,0-3 30-15,-1-3 5 0,7-2 2 0,-3-3 0 16,3 0-40-16,0-5-8 0,2-1-2 0,-2-2 0 16,0-2 43-16,-3-3 8 0,0-1 1 0,-3-4 1 15,-3 2 6-15,-1-5 2 0,-2 2 0 0,0-2 0 16,-3-3-6-16,-3 3 0 0,0 0-1 0,-6-3 0 15,0 0-10-15,-3 0-1 0,-3 3-1 0,0-3 0 16,-6 1-8-16,0 2-2 0,-3-1 0 0,-2-1 0 16,-4 1-9-16,-3 4 0 0,-3-3 0 0,0 2 0 15,-2 6-28-15,-1 2-10 0,-3 1-2 0,0 2-1 16,-2 3-54-16,-1-1-10 0,-3 6-3 0</inkml:trace>
  <inkml:trace contextRef="#ctx0" brushRef="#br0" timeOffset="24211.576">17630 9338 1789 0,'-27'-6'37'0,"18"6"9"0,-3-2-37 0,3 2-9 0,-3 0 0 0,3 2 0 15,-2-2 112-15,2 3 20 0,0 0 4 0,0 2 0 16,0 0-66-16,0 1-14 0,0-1-2 0,0 5-1 15,0 1-33-15,3 2-8 0,0 3 0 0,0 3-1 16,0 2-11-16,3 3 0 0,-3-1 0 0,3 4 0 0,3-3 0 16,3-3 0-16,-3 3 0 0,3 0 0 0,3-6 0 15,0 1 0-15,3-4 0 0,3 1 0 16,-3-2 0-16,6-4 0 0,-3 1 0 0,6-1 0 16,-3-4 0-16,2-1 0 0,1-2 0 0,0-1 0 15,0-2 0-15,3 0 0 0,0-2 0 0,-3-4 0 0,-1 1 42 0,1-3 6 16,-3-3 2-16,3 1 0 0,-6-3-29 0,3-1-5 15,-3-1-2-15,-3-4 0 0,0 0 46 0,0-4 8 0,-4-1 3 0,1-3 0 16,-3 1-31-16,0-1-7 0,0 1-1 0,-3 2 0 16,-3 0-15-16,0 3-3 0,-3 3-1 0,0-3 0 15,1 2-5-15,-4 0-8 0,-3-2 11 0,0 5-11 16,0 1 0-16,-3-1 0 0,-3 0 0 0,3 3 0 16,-6 2-22-1,1 0-8-15,-4 3-2 0,-3 3 0 0,3-3-108 0,-3 6-21 16,-2-1-5-16</inkml:trace>
  <inkml:trace contextRef="#ctx0" brushRef="#br0" timeOffset="24858.22">17308 7311 1792 0,'0'0'51'0,"-3"-3"10"0,3 3-49 0,0 0-12 0,-3-2 0 0,3 2 0 16,0 0 93-16,0 0 16 0,-5 0 3 0,-1 0 1 15,0 2-55-15,0 4-11 0,3-4-3 0,-3 6 0 16,0 0-24-16,0 3-6 0,0-1-1 0,-3 6 0 15,3 3-13-15,0 2 0 0,0 3 0 0,-3 2 0 16,6-2 0-16,0 2 0 0,0 1 0 0,3-1 0 16,0-2 0-16,0-3 0 0,3 0 0 0,3-2 0 15,-3-3 16-15,3 0 6 0,0-3 2 0,3 0 0 16,0-2-24-16,0-1 0 0,3 1 0 0,0-6 0 16,0 0 0-16,-1-2 0 0,1 0 0 15,0-3 0-15,3-3 0 0,-3 0 0 0,3-2 0 0,0-3-8 16,0 0 41-16,0-2 9 0,2-1 2 0,1-2 0 15,-3-3-16-15,3 0-4 0,-3-2 0 0,0-1 0 16,0-5 32-16,0-2 7 0,-4-3 1 0,1 0 0 16,-6 0-52-16,0-1-12 0,0 4 0 0,-6 0 0 15,0 2 54-15,0 3 8 0,-3-1 2 0,-3 4 0 16,-3-1-52-16,-3 3-12 0,1 1 0 0,-7-4 0 16,0 6-10-16,0 2-5 0,-3-2-1 0,-3 5 0 15,4 0-5-15,-7 5-2 0,3 1 0 0,-3-1 0 16,-3 6-1-16,-5-1-1 0,-1 4 0 0,-3 2 0 15,1 0-185-15,-1 2-37 0,0 3-7 0</inkml:trace>
  <inkml:trace contextRef="#ctx0" brushRef="#br0" timeOffset="25440.479">15499 7139 1922 0,'0'-5'54'0,"-3"-1"13"16,0 1-54-16,3 5-13 0,-3-5 0 0,3 5 0 15,-6 0 80-15,0 0 14 0,0 0 2 0,0 2 1 16,-3 1-46-16,3 5-10 0,-3 0-1 0,0 0-1 16,0 5-15-16,3 0-2 0,-3 3-1 0,0 0 0 0,3 3-21 0,-2-1-10 15,2 3 1-15,0 0 0 0,3 1 9 0,-3-1 0 0,3 0 0 0,0 3 0 16,3-3 0-16,0 3 0 0,3 0 0 15,-3-3 0-15,3 0 0 0,3-3-8 0,-3 1 8 16,3-3 0-16,3 0 0 0,-4-6 0 0,7 1 0 0,0-3 0 16,0-3 12-16,0 0-3 0,3-2 0 15,0-3 0-15,0 0 31 0,3-5 5 16,2-3 2-16,-2 0 0 0,0-5-1 16,3-3 0-16,0-3 0 0,-3 1 0 0,0-3-1 15,-1-3 0-15,1 3 0 0,-3-3 0 0,-3 3-5 0,0-1-2 0,-3 1 0 16,0-3 0-16,-6 3-18 0,0-3-3 0,-3 1-1 0,0-1 0 15,-3 0 2-15,-3 0 0 0,-3-2 0 0,0 2 0 16,-3 3-10-16,-3 5-8 0,-3-3 12 0,-3 6-12 16,1 5 0-16,-7 0 0 0,0 6 0 0,-3 4 0 15,1 4-17-15,-4 4-4 0,3 1-1 0,-3 7 0 16,-2 1-145-16,-1-1-29 0,0 6-5 0</inkml:trace>
  <inkml:trace contextRef="#ctx0" brushRef="#br0" timeOffset="49691.599">19377 7052 1094 0,'0'-22'23'0,"0"14"5"0,0 1-28 0,0-1 0 0,0 0 0 0,0 0 0 15,0 0 120-15,0 0 18 0,0 0 4 0,0 3 1 31,-3-1-61-31,3 1-12 0,0 0-2 0,0-1-1 0,0 6-15 0,0 0-4 0,0 0 0 0,0 0 0 16,0 0-9 0,0 0-3-16,0 0 0 0,0 0 0 0,0 0-8 0,0 0-1 0,0 0-1 0,0 0 0 15,0 0-13-15,0 0-2 0,0 0-1 0,0 0 0 16,0 0 2-16,0 0 0 0,-3 6 0 0,0 2 0 16,0 0 8-16,0 0 1 0,0-1 1 0,0 4 0 15,3 0-6-15,-3-1-2 0,0 3 0 0,3 3 0 16,-3 0-6-16,3 0 0 0,0 0-8 0,-3 3 12 15,3-1-12-15,0 1 0 0,0-1 0 0,0 3 0 16,0 0 0-16,3-2 0 0,-3 2 0 0,3 0 0 16,-3 0 0-16,0-2 0 0,3 2 0 0,-3 0 0 15,0 0 0-15,0 3 0 0,0 0 0 0,3 3 0 16,-6-4 0-16,3 4 0 0,0-3 0 0,-3 2 0 16,0 1 0-16,3-4 0 0,-3 1 9 0,0 0-9 15,0 0 0-15,0-6 0 0,1 1 0 0,-4-1 0 16,3-2 0-16,0 3 0 0,0-3 0 0,0 0 0 15,0-1 0-15,0 1 0 0,3 0 9 0,-3 0-1 16,3 0-8-16,-3 0 0 0,3-3 0 0,0 3 0 16,0-3 0-16,0 0 0 0,0 1 0 0,0-4 0 15,0 1 0-15,0-1-12 0,0-2 12 0,0 3-12 16,0-3 12-16,0 0 9 0,0-3-1 0,0 0-8 0,0-5 0 16,0 6 0-16,0-6 0 0,3 5 0 0,-3-5 0 15,0 5 0-15,0-5 0 0,0 0 0 0,0 0 8 0,0 0-8 0,0 0 0 16,0 0 0-16,0 5 0 0,0-5 0 0,3 6-15 0,-3-6 5 15,0 0 10-15,3 2 12 0,-3-2-2 0,0 6-1 16,0-6-9-16,3 2-12 0,-3-2 2 0,6 3 1 16,-6-3 9-16,3 3 0 0,0-1 0 0,-3-2 0 15,6 0 0-15,-4 3 0 0,1 0 0 0,3-1 0 16,-3 1 0-16,3-3 0 0,0 0 0 16,0 3 0-16,-3-3 0 0,3 0 0 15,0 0 0-15,0 0 0 0,0 0 0 0,0 0 0 16,0 0 0-16,3 0 0 0,0 0 0 0,0 0 0 0,3 0 0 0,-3 0 0 15,2-3 0-15,1 3 0 0,0 0 0 0,0-3 0 16,3 3 0-16,0-2 0 0,0 2 0 0,3-3 0 16,-3 0 0-16,2 1 14 0,4 2-3 0,-3-3-1 15,6 0-2-15,-6 1 0 0,3-1 0 0,-1 0 0 16,-2 1-8-16,3 2 12 0,-3-6-12 0,3 6 12 16,-3-2-12-16,6-3 10 0,-1 2-10 0,1 0 10 15,0 3 20-15,3-2 4 0,0-1 1 0,-1 0 0 16,1 3-55-16,0-2-10 0,3-1-2 0,-4 0-1 15,4 3 33-15,-6 0 0 0,3-2 0 0,0 2 0 16,2 0 0-16,-2 0 0 0,6 0 0 0,-3 0 0 16,-3 0 0-16,2 0 0 0,1 0 0 0,0 0 0 15,-3 0 0-15,-1 0 0 0,-2 0 0 0,3 0 0 16,-6 0 8-16,3 0-8 0,-4 0 0 0,4 2 9 16,-3-2 14-16,3 0 2 0,0 0 1 0,0 0 0 15,-1 0-34-15,1 0-8 0,0 0 0 0,0 0-1 16,-3 0 17-16,2 0 0 0,-2 0 8 0,3 0-8 0,-3 0 13 15,0 0-3-15,-3 0-1 0,2 0 0 0,4 0-9 16,-3 0 0-16,0 0 9 0,3 0-9 0,-3-2 0 0,2 2 0 16,1 0 0-16,-3-3 0 0,3 3 16 0,-3-3-2 0,3 3 0 15,-4 0 0-15,-2 0-5 0,3 0-1 0,0 0 0 0,0 0 0 16,-3 3-8-16,-4-3 10 0,4 3-10 16,0-3 10-1,-3 0-30-15,6 2-5 0,-3-2-2 0,0 0 0 0,2 0 27 0,1 0 0 0,0 0 0 0,0 0 0 16,0 0 21-16,0 3 10 0,-1-3 1 0,1 0 1 15,0 0-25-15,-3 0-8 0,3 0 0 0,-3 0 0 16,0 0 0-16,-1 3 8 0,1-3-8 0,-3 0 0 16,3 0 8-16,-3 2-8 0,0-2 0 0,3 0 0 15,-3 0 0-15,2 3 0 0,1-3 0 0,-3 0 0 16,3 3 24-16,0-3 2 0,0 0 0 0,-3 2 0 16,2-2-26-16,-2 0 0 0,0 3 0 0,0 0 0 15,0-3 0-15,-3 0 0 0,3 2 0 0,-3 1 0 16,0-3 0-16,0 2 0 0,-1 1 0 0,1 0 0 15,-3-3 0-15,3 0 0 0,-3 2 0 0,0-2 0 16,0 0 0-16,-3 3 0 0,3-3 0 0,0 0 0 16,-3 0 0-16,0 0 0 0,3 0 0 0,-3 0 0 15,0 0 0-15,-1 0 0 0,1 0 0 0,0 0 0 16,-3-3 0-16,3 3 0 0,-3 0 0 0,-3 0 0 16,6 0 0-16,-3-2 0 0,3 2 0 0,-6 0 0 15,3-3 0-15,-3 3 0 0,3-3 0 0,0 1 0 0,0-1 0 16,0-2 0-16,-3 0 0 0,3 2 0 0,-3-2 0 0,3-1 0 0,-3 1 0 15,0-3 0-15,3 0 0 0,-3 0 0 0,0-2 0 16,3-1 0-16,-3-2 0 0,3-3 0 16,-3 0 0-16,3-2 0 0,0-1 0 0,0-2 0 0,0 0 0 0,3 2 0 15,-3-2 8-15,3 3-8 0,0-1 0 0,0-2 8 16,0 2-8 0,0 1 0-16,-1-3 0 0,1-1 0 0,0-1 0 0,0-1 0 15,0 0 0-15,0-2 0 16,0-4 0-16,0 4 0 0,0-3 0 0,0 0 0 0,0 2 0 0,-3 4 0 0,3-1 0 0,0-3 0 15,-3 6 0-15,3-3 0 0,0 0 0 0,-3-2 0 16,3 0 0-16,0-1 0 0,0-2 0 0,0 2 0 16,-3-2 0-16,3 3 0 0,-1 2 0 0,-2-2 0 15,0 4 0-15,3 4 0 0,-3-3 0 0,0 2 0 16,3 3 0-16,-3 1 0 0,0-4 0 0,3 3 0 16,-3 0 0-16,0 0 0 0,3 0 0 0,-3 1 0 15,0-1 0-15,-3 3 0 0,3-3 0 0,-3 0 0 16,3 3 0-16,-3-3 0 0,3 2 0 0,-3 1 0 15,3 0 0-15,-3 0 0 0,0 2 0 0,0-2 0 16,0 2 0-16,0 3 0 0,0-2 0 0,0 2 0 16,-3 0 0-16,3 3 0 0,0-1 0 0,0-2 0 15,-3 3 0-15,3 2 0 0,-3-2 0 0,0 3 0 16,3 2 0-16,0-6 0 0,-3 4 0 0,3 2 0 16,-3-3 0-16,-3 0 0 0,3 3 0 0,3 0 0 15,-6-2 16-15,3-1 12 0,-3 0 1 0,0 1 1 16,3 2-30-16,-3-3 0 0,0 0 0 0,-2 3 0 15,2-2 0-15,-3 2 8 0,-3-3-8 0,3 3 0 0,-3-3 0 0,0 3 0 16,0-2 0-16,-3 2 0 0,0 0 0 0,0-3 0 0,-2 3 8 16,-1 0-8-1,0 0-24-15,0 3-7 0,0-3-1 0,-3 0-1 0,0 2 33 0,4-2 0 0,-1 3 0 0,-3-3 0 16,-3-3 0-16,0 3 0 0,0-2 0 0,-2-1 0 16,-1 3 0-16,-3-2 0 0,-3 2 0 0,1 0 0 15,2 0 24-15,0 2 12 0,0-2 3 0,1 3 0 16,-1-3-63-1,0 2-12-15,3-2-2 0,-3 0-1 0,1 0 39 0,-4 0 0 0,0 0 0 0,-5 0 0 16,5 3 20-16,-3 0 12 0,0-1 3 0,1 1 0 16,2 2-35-16,0-5 0 0,0 3 0 0,-2-3 0 15,-1 3-21-15,0-1-11 0,-2-2-3 0,-1 3 0 16,3 2 35-16,-3-2 0 0,4 2 0 16,-4 0 0-16,3-2 0 0,1-3 0 0,2 3 0 15,-3-1 0-15,-3 1 22 0,4 0 11 0,-4-1 3 0,0 1 0 16,7 2-58-16,-4 1-11 15,6-1-3-15,0 0 0 0,1-2 36 0,-1 2 0 0,3-2 0 0,0-1 0 16,0 1 0-16,-2 0 0 0,2-1 0 0,0 4 0 16,0-4 24-16,0 4 11 0,4-4 2 0,-1 3 1 15,3-2-10-15,3 0-1 0,0-1-1 0,0 1 0 16,1-3-45-16,2 3-9 0,0-3-1 0,0 2-1 16,0-2-3-16,0 0-1 0,-3 0 0 0,3 0 0 15,1 0 78-15,-4 0 16 0,3-2 4 0,-3 2 0 16,0 0-103-16,0-3-20 0,0 3-4 0,1 0-1 0,-1 0 52 15,3-3 12-15,-3 3 0 0,0 0 0 0,3-2 0 16,0 2 0-16,3-3 0 0,-3 3 0 0,4 0 48 0,-1 0 13 0,0-3 3 0,0 3 0 16,3 0-52-16,-3-2-12 0,3-1 0 0,0 3 0 15,0 0 0-15,0-2 0 0,0 2 0 0,0-3 0 32,3 3-48-32,-2-3-13 0,-1 3-3 0,3 0 0 0,-3-2 52 15,3 2 12-15,0 0 0 0,-3 0 0 0,3 0 0 16,0 0 0-16,0 0 0 0,0 2 0 0,6-2 0 0,-6 0 0 0,6 0 0 0,-6 0 0 15,0 3 0-15,6-3 0 0,-6 0 0 0,0 3 0 16,3-3 0-16,-3 0 0 0,0 2 0 0,0 1 0 16,6-3 0-16,-5 2 0 0,2-2 0 0,-3 3 0 15,0 2 0-15,0-2 0 0,0 2 0 0,-3-2 0 16,3 2 0-16,0 1 0 0,0-1 0 0,-3 0 0 16,3 3 0-16,-3-3 0 0,3 3 0 0,0-2 0 15,0-1 0-15,0 3 0 0,0-3 0 0,0 3 0 16,3-3 0-16,-2 3 0 0,2-2 0 0,0-1 0 15,0 0 0-15,0 3 0 0,0-3 0 0,0 3 0 16,3-2 0-16,0 2 0 0,-3-3 0 0,3 3 0 16,0-3 0-16,0 0 0 0,0 1 0 0,0-1 0 15,3 0 0-15,-3 3 0 0,0-2 0 0,0 1 0 16,3-1-54-16,-3-1-8 0,0 3-2 16,3-3 0-16,-3 3-103 0,0 0-21 0,3 0-4 0</inkml:trace>
  <inkml:trace contextRef="#ctx0" brushRef="#br0" timeOffset="59747.329">21639 8846 877 0,'0'0'37'0,"0"0"-29"16,0 0 33-16,0 0 7 0,0 0 2 0,0 0 0 15,6 0 2-15,0 2 1 0,0-2 0 0,3 0 0 16,-3 3-1-16,6-3 0 0,-3 0 0 0,3 0 0 16,0 0 8-16,3 3 0 0,-3-3 1 0,5 0 0 15,-2 0-4-15,0 0-1 0,0 0 0 0,6-3 0 16,0 3-12-16,3 0-4 0,2-3 0 0,1 3 0 16,6-2-10-16,3-1-2 0,2 0-1 0,1 1 0 15,3-1 9-15,-4 0 1 0,1 1 1 0,3-1 0 16,2 0-6-16,4 1 0 0,3-1-1 0,2 0 0 15,-5 1-10-15,-1 2-1 0,-2-3-1 0,3 1 0 16,-1 2-9-16,1 0-2 0,0 0 0 0,-1 0 0 16,-5 0 0-16,-3 0-8 0,-4 0 12 0,1 0-4 15,-6 0 1-15,-3 0 0 0,2 0 0 0,-5 2 0 16,3 1-1-16,-3-3 0 0,0 0 0 0,-4 2 0 16,1-2-8-16,-3 3 0 0,-3-3 9 0,0 0-9 15,0 0 8-15,-6 0-8 0,0 0 10 0,0 0-10 0,-4 3 8 16,1-3-8-16,-6 0 0 0,0 0 9 15,0 0-29-15,0 0-7 0,0 0-1 0,0 0 0 16,-8 2-89-16,-1 1-19 0,-3 0-3 0</inkml:trace>
  <inkml:trace contextRef="#ctx0" brushRef="#br0" timeOffset="60908.155">21666 8893 1192 0,'-3'-10'24'0,"3"10"8"0,0 0-32 16,0 0 0-16,-3-3 0 0,3 3 0 0,0 0 85 0,0 0 11 0,0 0 3 0,0 0 0 16,0 0-7-16,0 0-2 0,0 0 0 0,0 0 0 15,0 0-18-15,0 0-4 0,0 0-1 0,0 0 0 16,0 0-25-16,0 0-5 0,0 0-1 0,0 0 0 16,3 5-15-16,-3 1-3 0,0 1-1 0,0 1 0 15,0 0-1-15,0 0 0 0,0 3 0 0,0-1 0 16,0 4-8-16,-3-1-8 0,3 3 12 0,-3 2-12 15,3 1 11-15,0 5-11 16,-3-1 10-16,3 4-10 0,-3-3 8 0,3 2-8 0,0 3 0 0,-3-2 0 16,3-1 0-16,0-2 0 0,-3 0 0 0,0 2 0 15,0-2 22-15,0 3-2 0,0-1 0 0,-3 3 0 16,1 0-20-16,2 3 0 0,-3 0 0 0,0 0 0 16,0-1 0-16,3-4 0 0,-3 2 0 0,0-3 0 15,0-2 0-15,3 0 0 0,-3 0 0 0,0 0 0 16,3-3-9-16,0 3-7 0,-3-3 0 0,3 3-1 15,0-1 27-15,0 1 6 0,0 0 0 0,0 0 1 16,0-3-27-16,3-3-6 0,-3 4 0 0,3-4-1 16,-3-2 17-16,3 0 0 0,-3 0 0 0,3-3 0 15,-3 0 10-15,3 0 6 0,0-2 0 0,-3 0 1 16,6-3-17-16,-3 0 0 0,0-1 0 0,0-1 0 16,0-1 0-16,0-5 0 0,0 0 0 0,0 8 0 15,0-8 0-15,0 0 0 0,0 0 0 0,0 0 0 0,3 5 0 16,-3-5 0-16,0 0 0 0,3 3 0 0,-3-3 0 15,0 0 0-15,6 3 0 0,-3-1 0 0,3-2 0 0,0 0 0 16,0 0 0-16,-3 0 0 0,3 0 0 16,0-2 0-16,0 2 0 0,0-3 0 15,0 3 17-15,3 0 0 0,-3 0 0 0,3 0 0 0,-3 0-27 0,2 0-6 16,1 0 0-16,3 0-1 0,-3 0 17 0,3-3 0 16,0 3 0-16,0 0 0 0,0-2 0 0,3 2 0 0,0-3 0 15,-3 3 0-15,5 0 13 0,-2-3 7 0,-3 1 0 0,6-1 1 16,-3 0-33-16,3 1-8 0,3-1 0 0,-1 0-1 15,4 1 21-15,3-3 0 0,0 2 0 0,6-2 0 16,-4-1 47-16,4 1 13 0,0 0 4 0,3-1 0 16,-7 1-52-16,4 0-12 0,-6 2 0 0,6-2 0 15,-4 0 0-15,7-1 0 0,0 1 0 0,0 0 0 16,-4-1 0-16,4 4 0 0,-3-3 0 0,-1-1 0 16,-5 4 0-16,0-1 0 0,-6 0 0 0,3 1 0 15,0 2 0-15,-4 0 0 0,4 0 0 0,0 0 0 16,0 0 0-16,-3 0 0 0,2 0 0 0,-2 0 0 15,3 2 12-15,-3-2-1 0,0 3 0 0,0-3 0 16,-4 0-11-16,4 3-16 0,-3-3 4 0,0 0 1 16,-3 2 11-16,0-2 0 0,0 3 0 0,-3-3 0 15,2 0 11-15,-2 3 4 0,0-6 1 0,0 3 0 16,3 0-16-16,-3 0 0 0,0 0 0 0,0 0 0 16,0 0 0-16,0 0 0 0,0 0 0 0,-4 0 0 15,1 0 8-15,0 0-8 0,0-3 0 0,-3 3 0 16,0-2 8-16,0 2-8 0,0 0 0 0,-3-3 9 0,3 0-9 15,-3 1-11-15,0 2 3 0,0-3 0 16,-3 3-21-16,6-3-4 0,-6 3-1 0,3-5 0 16,-3 5-24-16,0-5-5 0,0-1-1 0,0 4 0 15,0 2-132-15,-3-5-26 0</inkml:trace>
  <inkml:trace contextRef="#ctx0" brushRef="#br0" timeOffset="62680.262">14159 8880 851 0,'0'0'36'0,"-6"-5"-36"16,0 2 109-16,0 0 15 0,0 1 4 0,0-1 0 15,0 0-52-15,0 1-9 0,-2-3-3 0,2 2 0 16,-3-2 0-16,3 2 0 0,0-2 0 0,-3 2 0 15,3-2 0-15,0-1 0 0,3 1 0 0,-3 2 0 16,3-2-51-16,-3 0-13 0,3 0 0 0,0 2 0 16,0-2 46-16,3 5 6 0,0-6 2 0,0 6 0 15,0 0-24-15,0-2-5 0,3-4-1 0,-3 6 0 16,3-5-24-16,3 2 0 0,-3 1 8 0,3-1-8 16,3 1 0-16,0 2 0 0,0-3 0 0,0 3 0 15,3 0 0-15,0-3 0 0,-1 6 0 0,4-3 0 16,3 0-12-16,-3 0-2 0,3 0 0 0,6-3 0 15,3 3 14-15,2-2 13 0,4 2-2 0,3-3-1 16,-1 0-10-16,4 1 0 0,0 2 0 0,3-3 0 16,-1 0 0-16,4 1-14 0,-1-4 3 0,4 4 1 0,-3 2 10 0,-1-3 14 15,4 1-3-15,-3 2-1 16,-1-3-10-16,-5 3-14 0,3 0 3 0,-4-3 1 0,1 3 22 0,3 0 4 16,-4 3 0-16,4-3 1 0,-6 0-4 0,-3 3-1 15,-4-3 0-15,4 0 0 0,-6 0 19 16,0 2 3-16,-1-2 1 0,-2 0 0 0,0 3-35 0,0-3 0 15,-3 0 0-15,3 0 0 0,-4 2 0 0,1-2 0 0,-3 0 0 0,0 3 0 16,0-3 8-16,-3 0 8 0,0 3 2 0,-1-3 0 16,-2 0-7-16,3 2-2 0,-3-2 0 0,0 3 0 15,-3 0 0-15,0-1 0 0,0 1 0 16,-3 0 0-16,0-1-9 0,-3 1 12 0,3 0-12 0,-3 2 12 16,0-3-1-16,0 1 0 0,-3-3 0 0,3 5 0 15,-3 3 3-15,3-2 1 0,0-1 0 0,-3 3 0 16,3 0-4-16,-3-3-1 0,0 3 0 0,3 0 0 15,-3 0-2-15,0 0-8 0,0 0 12 0,-3 0-4 16,3 2-8-16,0 1 0 0,-3-3 9 0,3 5-9 16,-3-2 0-16,3-1 9 0,-3 1-9 0,0 2 0 15,3 3 8-15,-3-3-8 0,0 3 0 0,3 3 0 16,-3-1 0-16,0 3 0 0,0 0 0 0,0 1 0 16,3 1 0-16,-3-1 0 0,3 1 0 0,0 1 0 15,-3 0 0-15,3-3 0 0,0 3 0 0,-3-3 0 16,3 0 0-16,0 0 0 0,0 1 0 0,0 1 0 0,0 1 0 15,0 0 0-15,0 3 0 0,0 2 0 0,0-3 0 0,3 3 0 16,-3-2 0-16,0 2 0 0,3-3-16 0,-3 1-6 0,3-1-2 0,-3-2 0 16,0 0 24-16,3-3 0 0,-3 0 0 0,0 0 0 15,0 0 0-15,0 3 0 16,0 0 0-16,0 0 0 0,0 0 0 16,0-6 0-16,0 3 0 0,0 1 0 0,0-7 0 0,0 4 0 15,0-3 0-15,0 0 0 0,0 0 0 16,0-3 0-16,0-3 0 0,0 1 0 0,0 0 47 15,0 2 13-15,0-5 4 0,0 2 0 0,-3 1-52 0,3-3-12 0,0-3 0 0,-3 3 0 16,3-3 0-16,-3 1 0 0,3-6 0 0,0 8 0 16,0-8 0-16,-3 5 0 0,3-5 0 0,0 0 0 15,-3 5 0-15,3-5 0 0,0 0 0 0,0 0 0 16,-3 6 0-16,3-6 0 0,0 0 0 0,0 0 0 16,-6 2 0-16,6-2 0 0,0 0 0 15,-6 3 0-15,0-3 54 0,6 0 8 0,-6 2 2 16,0-2 0-16,0 0-52 0,0 0-12 0,0 0 0 0,0 0 0 15,-3-2 0-15,3 2 0 0,-3 0-12 0,4-3 12 16,-4 3 0-16,0 0 0 0,-3-2 0 0,3 2 0 16,-3 0 8-16,0-3-8 0,-3 3 0 0,3 0 0 15,-3 0 8-15,0 0-8 0,1 0 0 0,-1 0 9 16,0 0-9-16,0 3 0 0,0-3 0 0,0 2 0 16,0-2 0-16,0 3 8 0,4-1-8 0,-1 1 0 15,-3-3 0-15,0 0 0 0,0 3-9 0,-3-3 9 16,-3 0 0-16,0 2 9 0,1-2 1 0,-4 0 0 15,0 3-10-15,0-3-14 0,0 0 3 0,1 3 1 16,-1-1 18-16,3-2 4 0,-3 3 1 0,3 0 0 16,3-1-13-16,-2-2-18 0,2 3 4 0,0-3 1 0,-3 3 28 0,3-3 5 15,-3-3 2-15,0 3 0 0,-2 0-14 0,-1 0-8 16,0-3 10-16,0 3-10 0,-3 0 12 16,1 0-4-16,-1 0-8 0,3 0 12 0,0 0-4 15,0 0 0-15,1 0-8 0,2 0 12 0,0 0-12 0,0 0 8 0,0-2-8 0,0-1 0 16,-2 0 9-16,-1 3-9 0,-3-5 8 0,3 5-8 15,-3-3 8-15,1 1-8 0,2 2 0 16,-3 0 8-16,3-3-8 0,3 3 8 0,0 0-8 0,-2 3 8 16,5-3-8-16,0 0 0 0,3 2 0 0,-3-2 8 15,3 0-8-15,-3 0 0 0,1 0 9 0,2 0-9 16,0 0 8-16,-3 0-8 16,3 0 8-16,0 0-8 0,0 3 0 0,0-3 8 0,1 0-8 0,2 0 0 15,0 3 0-15,3-3 0 0,-3 0 0 0,3 0 8 16,0 0-8-16,3 0 0 0,0 0 0 0,0 2 0 15,0-2 0-15,0 0 0 0,6 0 0 0,-3 0 0 16,3 0 0-16,-6 0 0 0,6 0 0 0,-6 0-8 16,3 0-1-16,3 0 0 0,-6 0 0 0,1 0 0 15,5 0-26-15,-3 0-5 0,-3 0 0 0,0 0-1 16,0 0-81-16,0 0-16 0,-3-2-3 0</inkml:trace>
  <inkml:trace contextRef="#ctx0" brushRef="#br0" timeOffset="75802.05">20559 6700 1340 0,'0'0'38'0,"0"0"8"0,0 0-37 0,0 0-9 0,0 0 0 0,-3-6 0 16,3 1 53-16,0-3 9 0,-3-2 2 0,3-1 0 16,0-2-28-16,0-3-4 0,0 0-2 0,-3-3 0 15,3-2 12-15,0-3 2 0,0-2 1 0,0 0 0 16,0-6-5-16,0-3 0 0,0-2-1 0,3-2 0 15,-3-6-11-15,3 0-3 0,0-6 0 0,0-4 0 16,0-3 3-16,0-3 1 0,0-8 0 0,3-2 0 16,-3 2 27-16,3 3 4 0,3-3 2 0,0-5 0 15,-4 10-36-15,4-2-7 0,3 8-2 0,-3-11 0 16,0 16-17-16,3 0 0 0,-3 3 8 0,3 2-8 16,-3 6 16-16,3 2-1 0,-3 1 0 0,-3 2 0 15,0 10-24-15,-3-5-5 0,3 9-1 0,-4 1 0 16,-2 1 63-16,3 3 13 0,-6-1 3 0,3 1 0 15,-2 2-52-15,2 3-12 0,-3-1 0 0,0 4 0 16,-3 2 0-16,3-5 0 0,-3 5 0 0,3 0 0 16,-3 2 0-16,3 1 0 0,0 0 0 0,-3 2 0 15,6 3-48-15,0 0-13 0,0 0-3 0,0 0 0 16,0 0 0-16,0 0 0 0,0 0 0 0</inkml:trace>
  <inkml:trace contextRef="#ctx0" brushRef="#br0" timeOffset="76507.122">20702 4668 1094 0,'0'0'23'0,"0"0"5"0,0 0-28 15,0 0 0-15,0 0 0 0,0 0 0 16,0 0 56-16,0 0 7 0,0 0 1 0,-6 5 0 16,0 3 0-16,0 0 0 0,0 2 0 0,-3 1 0 15,3-1-52-15,-3 4-12 0,0-1 0 0,0 5 0 16,0-2 54-16,0 3 8 0,-3-1 2 0,1 1 0 15,-1-1-103-15,0 4-20 0,0-4-4 0,0 1-1 16,0-4 52-16,0 1 12 0,0 0 0 0,0 0 0 0,3-3 0 16,-2 1 0-16,5-4 0 0,0 1 0 15,0-3 0-15,3 0 0 0,0-3 0 0,3-5 0 0,0 0 0 0,0 0 0 0,0 0 0 0,0 0 0 16,6-3 0-16,0-5 0 0,3 0 0 0,-1-2 0 16,4-3 48-16,0-3 13 0,0 0 3 0,0 0 0 15,3 0-52-15,-3-5-12 0,0 2 0 0,3 1 0 16,-3-3 45-16,-1 2 7 0,1-2 0 0,0 2 1 15,0-2-33-15,0 5-8 0,0-2 0 0,-3 5-1 16,0-6 48-16,0 6 9 0,0 2 3 0,-3 1 0 16,0 2-35-16,0 0-8 0,-3 5 0 0,3 1-1 15,-6 2-7-15,5 0-2 0,1 0 0 0,0 5 0 16,0 0-8-16,3 3-2 0,-3 0 0 16,3 3 0-16,0-1-8 0,0-2 12 0,3 3-12 0,0-1 12 15,0 1-12-15,0 0 8 0,0 2-8 0,-1-8 8 16,1 6-8-16,0 2 0 0,0-5 0 0,3 2 0 15,-6-2 0-15,0 3 0 0,3-3-12 0,-6 2 12 16,3-2-24-16,-3 3 4 0,3-8 0 0</inkml:trace>
  <inkml:trace contextRef="#ctx0" brushRef="#br0" timeOffset="100698.445">21023 3839 1820 0,'0'0'38'0,"0"-5"8"0,0 0-37 0,0 2-9 0,0-2 0 0,0 5 0 15,0-3 96-15,0-5 16 0,0 8 4 0,-3-5 1 16,3 5-49-16,0-5-9 0,0 5-3 0,0 0 0 16,-3-3-23-16,3 3-5 0,-6-3 0 0,0 3-1 15,3 3-11-15,-3 0-1 0,0 2-1 0,1 3 0 16,-4 5-6-16,0-5 0 0,-3 8-8 0,-3 0 12 15,0 2-12-15,0-2 8 0,-6 5-8 0,0-2 0 16,4 2 0-16,-4-2 8 0,-3 2-8 0,3 3 0 16,-3-6 0-16,3 1 0 0,4 2 0 0,-4 3 0 15,3-9-18-15,0 4 3 0,3 0 1 0,0-1 0 16,0 1-25 0,0-4-5-16,4-1 0 0,-4-1-1 0,3 0-141 0,0-2-28 0</inkml:trace>
  <inkml:trace contextRef="#ctx0" brushRef="#br0" timeOffset="100967.023">20604 3874 1580 0,'0'-11'67'0,"0"3"-54"16,-3 3 92-16,3 2 19 0,0 3 3 0,0 0 1 16,0 0-27-16,0 0-5 0,0 0 0 0,0 0-1 15,0 0-49-15,0 0-10 0,5 3-1 0,-2 5-1 16,3 2-3-16,0 6-1 0,0-5 0 0,0 2 0 15,0 3-7-15,0-3-2 0,3 3 0 0,-3 0 0 16,3 3-9-16,0-6-3 0,0 3 0 0,0 0 0 16,0-1-9-16,3 1 0 0,-3-3 9 0,2 3-9 15,-2 0 0 1,3 3 0-16,0-6 0 0,-3 3 8 0,3 0-8 0,3 0 0 0,-3-1 0 0,-3-1 8 16,3-4-8-16,-3 1 0 0,0-1 0 0,-1-2 0 31,1-2-28-31,0-1-9 0,-3-2-3 0</inkml:trace>
  <inkml:trace contextRef="#ctx0" brushRef="#br0" timeOffset="101250.157">21026 4160 1580 0,'0'0'67'16,"0"7"-54"-16,0 1 117 15,0-2 23-15,0-1 5 0,0 3 1 0,0 2-42 0,3-2-8 0,-3 0-1 0,0 3-1 16,3 0-38-16,-3-1-7 0,0 3-2 16,3-2 0-16,-3 0-20 0,0-1-4 0,3 6 0 15,-3-8-1-15,3 2-14 0,-3 1-2 16,3 0-1-16,-3-1 0 16,3 1-9-16,-3-3-1 0,3 0-8 0,-3 2 12 15,0-2-12-15,3 0 0 0,-3-3 8 0,0 3-8 0,3-2 0 0,-3 4 0 0,0-7 0 16,0-3 0-1,3 5-22-15,-3-5-7 0,0 6-2 0,0-6 0 16,0 0-192-16,0 0-38 0</inkml:trace>
  <inkml:trace contextRef="#ctx0" brushRef="#br0" timeOffset="108790.151">21327 4112 2006 0,'0'0'42'0,"0"0"9"0,0 0-41 0,0-5-10 0,0 5 0 0,0-6 0 15,0 6 96-15,0 0 16 0,3-2 4 0,-3 2 1 16,0 0-45-16,0 0-8 0,0 0-3 0,0 0 0 15,0 0-21-15,0 0-5 0,0 0-1 0,0 0 0 16,0 0-13-16,-3 8-2 0,0-3-1 0,-3 3 0 16,3 0-9-16,0 0-1 0,0 2-8 0,-3-2 12 15,3 3-12-15,0-3 0 0,3-3 0 0,-3 0 0 16,3 3 8-16,-3-5-8 0,3-3 0 0,0 0 9 16,0 0 10-16,0 0 1 0,0 0 1 0,0 0 0 15,0 0 15-15,0 0 4 0,0 0 0 0,0 0 0 16,0 0-12-16,6-3-1 0,-3-2-1 0,0 0 0 15,0-1-18-15,0 4-8 0,0-6 8 0,-3 3-8 16,3-1 0-16,-3 1 0 0,3 0 0 0,-3-1 0 16,0 4-16-16,3-6-9 0,-3 2-2 0,0 1 0 15,0 3-147-15,0-4-30 0,0 6-5 0</inkml:trace>
  <inkml:trace contextRef="#ctx0" brushRef="#br0" timeOffset="109416.275">21907 3977 1637 0,'3'-5'34'0,"-3"-1"8"0,0-2-34 0,3 0-8 0,-3 1 0 0,3-1 0 31,-3 2 121-31,3-2 23 0,-3 3 4 0,3-3 0 16,-3 3-43-16,0 0-9 0,3-1-1 0,-3-2-1 0,0 8-27 0,0-5-6 0,0 5-1 0,0-5 0 16,0 5-16-16,0 0-3 0,0 0-1 0,0 0 0 15,0 0-11-15,0 0-2 0,0 0-1 0,0 0 0 16,-6 2-8-16,-3 6-2 0,3 0 0 0,-3 0 0 16,-3 5-16-16,4 3 10 0,-4-2-10 0,0 4 8 15,-3 1-8 1,0 2 0-16,-3 3 0 0,0-3 0 0,0 3 0 0,1-6 0 0,-4 3 0 15,0 0 0-15,0 3 0 0,3-3 0 0,-3 1 0 0,0 1 0 16,4-4-16-16,2-1-3 0,-3 1 0 0,3-3 0 16,3-3-36-16,0-2-7 0,0-1-2 15,3-2 0-15,0 0-102 16,0-8-21-16,4 3-4 0</inkml:trace>
  <inkml:trace contextRef="#ctx0" brushRef="#br0" timeOffset="109666.598">21583 3943 2072 0,'-3'-11'59'0,"0"3"12"16,0 0-57-16,3 0-14 0,-3 3 0 0,3 5 0 0,0 0 92 0,0 0 15 0,0 0 3 15,0 0 1 1,0 0-47-16,0 0-10 0,0 0-2 0,3 5 0 0,3 3-13 0,0 5-3 16,0-7-1-16,0 7 0 0,0 0-9 0,3 0-2 0,0 1 0 0,-1 1 0 15,4 1-10-15,-3 0-2 0,3 0-1 0,0 3 0 16,-3-1-11-16,3 1 0 0,0 2 0 0,0-5 8 15,-3 5-8-15,3-5 0 0,-1 5 0 16,-2-8 0 0,3 6-41-16,-3-6-11 0,-3 0-1 0,3 3-1 15,0-5-59-15,-3-4-12 0,3 4-3 0</inkml:trace>
  <inkml:trace contextRef="#ctx0" brushRef="#br0" timeOffset="110137.512">21889 4297 1824 0,'0'0'38'0,"-3"-3"8"0,3-4-37 0,-3 1-9 0,3 1 0 0,0 0 0 16,0-3 104-16,0 2 20 0,0-2 3 0,3 6 1 15,0-6-52-15,0 0-9 0,3 0-3 0,0 3 0 16,0-1 0-16,3 4 0 0,0-6 0 0,0 0 0 16,3 5 0-16,-3-2-1 0,6 2 0 0,-3-2 0 15,0 5-50-15,-1-3-13 0,1 3 0 0,0 0 0 16,0 0 56-16,-3 3 7 0,0 0 1 0,3 2 0 15,-6-2-52-15,3 2-12 0,-3 3 0 0,-3-6 0 16,3 4-12-16,-3-1-6 0,0 3-1 0,-3-3 0 16,0 6 19-16,0-3-10 0,0-3 10 0,-3 6-8 15,0-3-8-15,0 0-2 0,0 0 0 0,-3-1 0 16,0 4 4-16,0-8 1 0,0 5 0 0,0-3 0 16,0 0 13-16,0 0 0 0,0-2-10 0,6-3 10 15,0 0 0-15,0 0 0 0,0 0 0 0,0 0 0 16,0 0 0-16,0 0-9 0,0 0 9 0,0 0 0 0,6 3-8 0,0 2 8 15,0-5 0-15,3 0 0 0,0 0 0 0,0 0 0 16,0 0 0-16,-3 0 0 0,3 3 0 0,0 2 0 0,-3-5 0 0,2 3 0 16,-2-1 0-16,-3 4 0 0,3-1 0 0,-3 0 0 15,0 3 0-15,0 0 9 0,0-3-9 0,-3 3 12 16,0 0-12-16,-3 0 0 16,3 0 9-16,-6 0-9 15,3 0 8-15,-3 0-8 0,-3 0 8 0,3-3-8 0,-2 0 0 0,-4 3 8 0,3 0-8 0,-3-5 0 16,0 2 0-16,0-2-10 0,0 2 1 0,-3-2 0 15,3-1-1-15,-3 1 0 0,1 0 0 16,2-3 0-16,-3 0-146 0,0 0-28 16,0 0-7-16</inkml:trace>
  <inkml:trace contextRef="#ctx0" brushRef="#br0" timeOffset="110572.859">21499 3654 1292 0,'-8'-5'54'15,"-1"5"-43"-15,0-5 88 0,3 2 17 0,-3-2 4 0,3 2 1 16,-3 0-9-16,3 1-3 0,0 2 0 0,0-3 0 16,6 3-36-16,0 0-7 0,0 0-2 0,0 0 0 15,0 0-11-15,0 0-2 0,0 0-1 16,0 0 0 0,3 8-2-16,0 0-1 0,6-5 0 0,0 2 0 0,0-3 2 0,6 4 1 0,3-4 0 0,-1 4 0 15,7-1-8-15,3-5-2 0,0 0 0 0,3 3 0 16,2-3-8-16,-2 0-3 0,0 0 0 0,3 0 0 15,-4-3-9-15,1 3-1 0,0-5-1 0,0-1 0 16,-1 4-18-16,1-4 10 0,-3 4-10 0,3 2 8 16,-3-8-8-16,-4 8 8 0,-2-5-8 0,0-1 8 15,-3 4-8-15,-3-1 0 0,0-2-10 0,-3 2 10 16,-4 0-50-16,1 1-4 0,-3-4-1 16,0 4 0-16,-6 2-169 0,0-5-33 0</inkml:trace>
  <inkml:trace contextRef="#ctx0" brushRef="#br0" timeOffset="119771.713">22276 10370 1554 0,'0'0'65'15,"0"0"-52"1,0-6 87-16,0 6 16 0,0-5 4 0,0 0 1 0,0 5-19 0,0-6-4 16,0 6-1-16,0-5 0 0,0 5-22 0,0 0-5 0,0 0-1 15,0 0 0-15,0 0-14 16,0 0-3-16,-3-2-1 0,3 2 0 16,0 0-12-16,0 0-3 0,0 0 0 0,-6 5 0 15,0 0-15-15,4 3-3 0,-4 3-1 0,3 2 0 16,-3 0-17-16,3 0 10 0,0 3-10 0,-3 3 8 0,3 2-8 15,0 0 0-15,0 0 0 0,-3 8 0 0,3 0 0 0,0 3 0 0,0 3 0 0,-3 2 0 16,3 0 0-16,3 5 0 0,-3-2 0 0,3 2-11 16,-3 0 11-16,3-2 0 0,0 0 0 0,0 2 0 15,0 0 0-15,0-2 9 0,3 2-1 0,-3-2-8 16,3-3 0-16,-3-5 0 0,3 0 0 16,0-3 0-16,0 0 0 0,0-5 0 0,0 2 0 15,0-2 0-15,0-3 9 0,0 0-9 16,-3-2 0-16,3 2 9 0,0-5-9 0,-3 2 0 0,3-2 0 0,0-2 0 15,-3-1-32-15,0-3 2 16,0-2 0-16,0 3 0 0,0-6-28 0,0 0-6 0,0-5 0 16,0 0-1-16,0 0-185 0,-6-2-37 0</inkml:trace>
  <inkml:trace contextRef="#ctx0" brushRef="#br0" timeOffset="120522.983">22244 10319 1579 0,'0'0'32'0,"0"0"10"0,0 0-34 0,0 0-8 0,0 0 0 0,-6 0 0 15,6 0 97-15,0 0 18 0,-6 3 3 0,6-3 1 16,-6 3-37-16,6-3-7 0,-6 5-2 0,0 0 0 16,0 1-58-16,0-1-15 0,3 3 0 0,-6 0 0 15,3 0 0-15,-3 2 0 0,0 1 0 0,3 2 0 16,-6-2 0-16,3 2 0 0,1 0 0 0,-4 0 0 16,0-2 0-16,3 2 0 0,-3 0 0 0,0-2 0 15,0 0 54-15,3-1 8 0,0 1 2 0,0-3 0 16,0 0-52-16,3 0-12 0,0-3 0 0,0 0 0 15,1 0 0-15,2-2 0 0,3-3 0 0,0 0 0 16,0 0 0-16,0 0 0 0,0 0 0 0,0 0 0 16,0 0-17-16,0-5-7 0,3-1 0 0,2-1-1 15,1-1 25-15,3-3 8 0,0 0 0 0,3-2 0 16,0-3 8-16,0 0 1 0,3 1 1 0,-3-4 0 16,3-2 36-16,-3 0 7 0,0-3 2 0,2 0 0 15,-2 3-52-15,0 0-11 0,-3 2 0 0,0-2 0 16,0 5 0-16,0 0 0 0,-3 3 0 0,0 0 0 0,0 2 55 0,0 1 7 15,0 2 2-15,0 0 0 0,-3 0-64 0,0 5 0 0,3-2-9 0,-3 2 0 16,-3 3 9-16,0 0 12 0,0 0-2 0,0 0-1 16,0 0-9-16,0 0 0 0,2 3-10 0,-2-3 10 15,6 5 0-15,0 1 0 0,-3-4 0 0,3 6 0 16,-3-3 0 0,0 1 0-16,0-1 0 0,0 3 0 0,3 0 8 0,-3 0-8 15,0 0 0-15,0 2 0 0,0-2 0 0,3 3 0 0,-3-1 0 16,0 1 0-16,0 0 0 0,3-1 0 0,-3 3 0 15,0-2 0-15,0 0 0 0,0-1 0 0,0 1 0 16,0-3-9-16,0 0 9 0,0 0 0 0,0-1 0 0,-3-1 8 16,3-1-81-16,0 0-16 15,-3-5-3-15</inkml:trace>
  <inkml:trace contextRef="#ctx0" brushRef="#br0" timeOffset="124128.712">22145 5236 1074 0,'6'0'30'0,"0"0"8"0,0 0-30 0,-3 3-8 0,3-3 0 0,0 3 0 16,-3 2 52-16,0 0 10 0,0 3 2 0,-3 0 0 15,3 0-52-15,-3 3-12 0,3 2 0 0,-3 0 0 16,0 3 0-16,3 0 0 0,0 0 0 0,-3 0 0 16,3 0 0-16,0-1 0 0,-3 1 0 0,3 0 0 15,0-3 0-15,0 1 0 0,0-4 0 0,3 1 0 16,-3-6 53-16,3 3 8 0,-3-3 2 0,3-2 0 15,0-3 1-15,0 0 1 0,0-3 0 0,2 1 0 16,-2-4-1-16,6-4 0 0,-3-1 0 0,3-2 0 16,3-3 0-16,0 3 0 0,0-8 0 0,0 5 0 15,6-3 0-15,-1 1 0 0,1 2 0 0,0-3 0 16,0 1-51-16,0-1-13 0,3 1 0 0,-4-1 0 16,-2 1 8-16,0-1 0 0,0-2-8 0,0 3 12 15,0-1-12-15,-3 1-8 0,-1-1 8 0,4 0-13 16,-6 6 13-16,3-3 0 0,-3 6 0 0,0-1 0 15,-3 1-54-15,-3 2-8 0,0 2-2 0,-3 4 0 16,-3 2-153-16,0 0-31 0</inkml:trace>
  <inkml:trace contextRef="#ctx0" brushRef="#br0" timeOffset="124491.872">22556 5149 1170 0,'0'0'24'0,"0"0"6"0,0 0-30 0,0 0 0 0,0 0 0 0,0 0 0 16,0 0 79-16,0 0 9 0,0 0 3 0,-3 5 0 16,3 1-8-16,0-1-2 0,0 3 0 0,0 0 0 15,0 2-38-15,-3 1-8 0,3 0-2 0,0 2 0 16,0-3-1-16,0 4-1 0,0-1 0 0,3 0 0 16,-3 0-31-16,3 1 0 0,0-1 0 0,-3 0 0 15,3-2 0-15,0 2 0 0,0-3 0 0,0 1 0 16,0-3 0-16,0 0 0 0,3 0 0 0,-3-3 0 15,0 0 18-15,3-2-2 0,0 0-1 0,0-3 0 16,0 0 27-16,0-3 6 0,3 0 0 0,0-2 1 16,2 0 12-16,1-6 3 0,0 3 0 0,6-2 0 15,0-1 0-15,0 3 0 0,3-5 0 0,0 2 0 16,2 1-52-16,1 2-12 0,0-3 0 0,3 1 0 16,-6-1 0-16,2-2 0 0,1 0 0 15,-3 2 0-15,-3 0 0 0,0 1 0 0,-3-3 0 0,0 5 0 16,-1-3-48-16,1 3-13 0,-3 3-3 0,-3 0 0 15,0-1-116-15,0 4-23 0,-3 2-5 0</inkml:trace>
  <inkml:trace contextRef="#ctx0" brushRef="#br0" timeOffset="125268.439">15320 5268 1421 0,'0'0'60'0,"-3"8"-48"16,0-3 36-16,0 1 7 0,3 2 1 0,-3 0 1 16,0 2-6-16,3 3-2 0,-3 1 0 0,3 2 0 15,0-1-39-15,0 4-10 0,3-1 0 0,0 1 0 16,0-1 0-16,0-2 0 0,3 0 0 0,0-3 0 15,-3-2 0-15,3 0 0 0,0-3 0 0,3-1 0 16,-3-4 42-16,0 2 6 0,0-5 2 0,3 0 0 16,-3-2 22-16,2-4 5 0,1 1 1 0,0-3 0 15,3-2-11-15,-3-6-3 0,3 0 0 0,3-3 0 16,0 1-40-16,0-3-8 0,0 0-1 0,5-1-1 16,-2 4-3-16,0-1-1 0,3 1 0 0,-3 2 0 15,3-5-27-15,-3 2-6 0,2 1-1 0,-2-3 0 16,-3-1 44-16,0-1 9 0,3 1 2 0,-6 1 0 15,0 5-21-15,0-7-10 0,0 9 10 0,-4-4-10 16,1 2-23-16,0 5-10 0,0 1-3 0,-3 2 0 16,-3 5-77-16,0-2-16 0,-3 5-3 0</inkml:trace>
  <inkml:trace contextRef="#ctx0" brushRef="#br0" timeOffset="125644.793">15570 5218 1337 0,'0'0'28'0,"0"0"6"0,0 0-34 0,0 0 0 0,0 0 0 0,0 0 0 15,0 0 109-15,0 0 15 0,0 0 4 0,0 0 0 16,0 0-20-16,0 0-4 0,0 0-1 0,0 0 0 16,-3 5-75-16,0 0-14 0,0 1-3 0,3-1-1 15,-3 3-10-15,3 3 8 0,0-6-8 0,0 5 8 16,0 1-8-16,3 0 0 0,0 2 0 0,0 0 0 15,0-2 11-15,3 2 0 0,0 0 0 0,0 0 0 16,0-2-11-16,3-3 0 0,0 2 0 0,0-2 0 16,0 0 0-16,0-2 0 0,-1-1 0 0,1-2 0 15,0 2 53-15,3-5 9 0,-3-5 2 0,3 2 0 16,0 0-52-16,0-5-12 0,3 3 0 0,-3-3 0 16,6 3 54-16,-4-8 8 0,4 2 2 15,0 0 0-15,0-2-52 0,3 3-12 0,3-1 0 0,-4 0 0 16,4 1 0-16,-3 2 0 0,0-3-9 0,0 3 9 15,0 0 0-15,-4 3 0 0,1-3 0 0,-3 0 0 16,3 3-9-16,-6-3-6 0,0 3-1 0,0-1 0 16,-3 4-130-16,-3-1-26 0,3-2-6 0</inkml:trace>
  <inkml:trace contextRef="#ctx0" brushRef="#br0" timeOffset="136530.72">22550 12087 1580 0,'0'0'67'16,"0"0"-54"-1,0-3 92-15,0 3 19 0,0 0 3 0,0 0 1 16,0 0-52-16,0 0-9 0,0-5-3 0,0 5 0 16,0 0 0-16,0 0 0 0,0 0 0 0,0 0 0 15,0 0-13-15,0 0-3 0,0 0-1 0,0 0 0 16,-6 5-24-16,0-2-5 0,-3 5-1 0,0-3 0 16,-2 3 5-16,2 3 1 0,-6-1 0 0,0 3 0 15,0-2-23-15,-3 5 0 0,0 2 0 0,-3 1 8 0,1 2-26 16,-1 3-5-16,0 2-1 0,0 1 0 0,0-1 24 0,0 1 0 15,4 2 0-15,-4-5 0 0,0 0-14 0,0-1 2 16,0-1 0-16,-3-4 0 16,4 1-23-16,-1-1-4 0,3-2-1 0,-3-3 0 15,0 0-88-15,3 1-19 0,0-4-3 0</inkml:trace>
  <inkml:trace contextRef="#ctx0" brushRef="#br0" timeOffset="136829.075">21943 12174 1759 0,'0'0'74'15,"3"-5"-59"1,0 2 83-16,0-2 17 0,3 2 3 0,0 3 1 16,0-2-35-16,0 2-6 0,3-3-2 0,0 3 0 15,0 3-26-15,2-1-6 0,-2 4 0 0,3-1-1 16,3 3-7-16,-3 0 0 0,3 2-1 0,-3 1 0 15,3 2-27-15,-3 0-8 0,0 3 0 0,-1 3 0 16,1-1 12-16,-3 4-2 0,0 1 0 0,3-1 0 16,-3 1-1-16,0-1 0 0,0 1 0 0,0-2 0 15,0 1-23-15,0-1-5 0,0-5-1 0,0 2 0 0,-3-2 20 16,2 0 0-16,1-3 0 0,0 0 0 16,0 1 0-16,-3-4 0 0,3 1 0 0,0-3 0 15,3 2-83-15,-3-4-13 0,3-1-2 0</inkml:trace>
  <inkml:trace contextRef="#ctx0" brushRef="#br0" timeOffset="137267.204">22616 12479 2066 0,'0'0'43'0,"0"0"10"0,0 0-42 0,-3-3-11 0,3 3 0 0,0 0 0 16,-3-3 88-16,3 3 16 0,0 0 4 0,0 0 0 15,0 0-29-15,0 0-6 0,0 0-1 0,0 0 0 16,0 0-48-16,0 0-9 0,0-5-3 0,0 5 0 16,6 0 42-16,-3-3 8 0,3 3 2 0,-3 0 0 15,3 0-48-15,0 3-16 0,-1 0 9 0,1-1-9 16,0 1 8-16,0 0-8 0,0 2 0 0,0 0 8 16,0 0-8-16,0 1-9 0,0 2 9 0,-3-3-13 15,0 3 13-15,-3 0 8 0,3 0 0 0,-6 2-8 16,3 1-14-16,-3 2-10 0,-3-2-1 0,0 2-1 15,0 3-15-15,0-3-3 0,-3 3-1 0,0 0 0 16,3 0 45-16,-2 0 0 0,-1-1 8 0,3 1-8 16,-3-2 0-16,3-1 0 0,3 0 0 0,-3 0 0 15,3-2 0-15,0-1 0 0,0-2 0 0,3 0 0 16,0 0 0-16,0-2 0 0,3-4 0 0,0 3 0 16,3-5 0-16,0 3-9 0,0-3 9 0,0 0-8 15,0 0 8-15,3-3 0 0,-1 1 0 0,1-1 0 0,3-2 0 16,0 0 0-16,0-3 0 0,3 0 0 0,0 0 12 0,0-3 4 15,0 3 0-15,3-2 1 16,-4-1-34-16,1 0-7 0,0 1-2 0,0 2 0 16,0-3-181-16,0-2-36 0</inkml:trace>
  <inkml:trace contextRef="#ctx0" brushRef="#br0" timeOffset="138119.408">21878 11918 1340 0,'0'0'38'0,"0"0"8"0,0 0-37 0,0 0-9 0,0 0 0 0,-6 0 0 15,6 0 77-15,0 0 14 0,0 0 2 0,-6 5 1 16,3-2-16-16,3-3-3 0,-6 2-1 0,6-2 0 16,-6 3 6-16,6-3 0 0,-6 2 1 0,6-2 0 15,0 0-13-15,-3 3-4 0,3-3 0 0,0 0 0 16,0 0-51-16,0 0-13 0,0 0 0 0,-6 3 0 15,6-3 54-15,0 0 8 0,0 0 2 0,0 0 0 16,0 0-52-16,0 0-12 0,0 0 0 0,0 0 0 16,0 0 0-16,0 0 0 0,0 0 0 0,0 0 0 15,0 0 32-15,0 0 4 0,0 0 1 0,3 2 0 16,6-2-15-16,0 0-3 0,0-2-1 0,5 2 0 16,1-3-8-16,3 0-2 0,3-2 0 0,3 3 0 15,0-4-8-15,5 4 0 0,1-4 0 0,0 4 0 0,0-4 0 16,0 1 0-16,-1 0 0 0,4-1 0 0,-3 1 0 15,3 0 0-15,-1-3 0 0,4 3 0 0,-3-1 0 0,-1 1 0 16,-2 2 0-16,3 1 0 0,-6 2 0 0,-3 0 0 0,-4-3 0 16,1 3 0-16,-3 0 0 0,-3 0 0 0,-3 0 0 15,0 0 0-15,-3 3 0 0,0-3 0 0,0 0 0 16,-3 2 0-16,0-2 0 0,-1 0 0 0,1 3 0 16,-6-3 0-16,6 0 0 0,-6 0 0 0,0 0 0 0,3 3 0 15,-3-3 0-15,0 0 0 0,6 2 0 16,-6-2 0-16,0 0 0 0,0 0-9 0,0 0 0 0,6 3 0 15,-6-3-153-15,0 0-30 0,6 3-7 16</inkml:trace>
  <inkml:trace contextRef="#ctx0" brushRef="#br0" timeOffset="142296.234">13248 9854 1744 0,'0'0'36'0,"0"0"8"15,0 0-35-15,0 0-9 0,0 0 0 0,0 0 0 16,0 0 73-16,-6-3 13 0,3-2 2 0,-3 2 1 15,0 0-33-15,-2 1-6 0,2-1-2 0,-3 3 0 16,-3-2-17-16,0 2-4 0,0 0-1 0,-3 0 0 16,0 0-6-16,0 0-2 0,-3 0 0 0,1 2 0 15,-4 1-2-15,0 2-1 0,0 0 0 0,-3 1 0 16,0-4-4-16,1 4-1 0,-1-4 0 0,-3 4 0 16,0-4-10-16,-3 1 12 0,1 0-12 0,-1-1 12 15,-3 1-12-15,3-1 0 0,1 1 9 0,-1 2-9 0,0-2 0 16,6 0 0-16,1 2 0 0,-1-2 0 0,0-1 0 15,3 4 0-15,3-6 0 0,0 5 0 0,0-5 0 0,4 2 0 16,2-2 0-16,0 3 0 0,3-3 0 0,3 0 0 16,6 0 0-16,0 0 0 15,0 0-104-15,0 0-20 0,0 0-3 0,0 0-1 16,0 0-51-16,6-3-10 0,6 1-3 0</inkml:trace>
  <inkml:trace contextRef="#ctx0" brushRef="#br0" timeOffset="142880.001">13037 9753 1606 0,'-3'-8'33'0,"0"0"9"16,0 0-34-16,3 0-8 0,-3 0 0 0,0 1 0 16,3-1 80-16,-3 0 13 0,3 0 3 0,-3 0 1 0,3 0-42 0,-3 0-9 0,3 0-2 0,0 0 0 31,-3 3-5-31,3-1-2 0,-3 1 0 0,3 2 0 16,0 3-12-16,0 0-2 0,0 0-1 0,0 0 0 15,0 0-1-15,-3-5 0 0,3 5 0 0,0 0 0 16,0 0-5-16,0 0-2 0,0 0 0 0,0 0 0 0,0 0-2 0,0 0 0 0,0 0 0 15,0 0 0-15,0 0-4 0,0 0-8 0,0 0 11 0,0 0-11 16,0 0 0-16,0 8 0 0,0-8 0 0,3 8 0 16,0 0 0-16,0 0 0 0,3-3 10 0,0 3-10 15,0 0 0-15,3 0 0 0,-3-3 0 0,3 3 0 16,3 0 0-16,-3-2 0 0,3 1 9 0,-1-1-1 16,1 2 0-16,0-3 1 0,0 0 0 0,0 3 0 15,-3-2-9-15,3 1 10 16,0-1-10-16,-3-1 10 0,0 0-10 0,0 1 0 0,0-1 0 0,-3 0 0 15,-1 0 11-15,1 1-3 0,0-4-8 16,-3 4 12-16,0-4-1 0,0 4-1 0,-3-6 0 0,3 5 0 16,-3-5 2-16,0 5 0 0,-3 1 0 0,3 1 0 15,-3-1 6-15,0-4 2 0,-3 4 0 0,0 2 0 16,1-3-4-16,-4 0-1 0,3 1 0 0,-3 1 0 16,-3-1-15-16,0-1 11 0,3 0-11 0,-3 1 10 15,0 2-10-15,0-3 0 0,0 0 0 0,3 3 8 16,-3-3-8-16,4 1 0 0,-1-1 0 0,0 0-11 15,0 1-21-15,3-4-5 0,3 1-1 0,-3-1 0 16,6-2-28-16,0 0-6 0,0 0 0 0</inkml:trace>
  <inkml:trace contextRef="#ctx0" brushRef="#br0" timeOffset="146728.132">23038 12296 2066 0,'0'0'43'0,"0"0"10"0,0 0-42 0,0 0-11 0,0 0 0 0,0 0 0 16,0 0 104-16,0 0 20 0,0 0 3 0,0 0 1 15,0 0-68-15,0 0-14 0,0 0-2 0,0 0-1 16,0 0 18-16,0 0 4 0,0 0 1 0,0 0 0 16,0 0-38-16,0 0-7 0,0 0-1 0,0 0-1 15,0 0 36-15,0 0 7 0,0 0 2 0,0 0 0 16,0 0-52-16,6-5-12 0,-6 2 0 0,0 3 0 16,3-5 0-16,-3 5-16 0,3-6 3 0,-3 6 1 15,0 0 12-15,3-5 16 0,-3 5-3 0,0 0-1 16,3-3-140-16,-3 3-28 0,0 0-5 0</inkml:trace>
  <inkml:trace contextRef="#ctx0" brushRef="#br0" timeOffset="147105.015">23821 12087 2066 0,'0'-5'43'0,"3"-1"10"0,-3 1-42 16,0 2-11-16,3-2 0 0,-3 5 0 15,0 0 104-15,0 0 20 0,0 0 3 0,0 0 1 0,0 0-56 0,0 0-12 0,0 0-1 0,0 0-1 16,0 0-13-16,0 0-2 0,0 0-1 0,0 0 0 15,-6 8-15-15,0-3-3 0,0 3-1 0,-3 0 0 16,0 3-6-16,-2-1-1 0,-4 1 0 0,-3 2 0 16,-3 0-6-16,0 3-2 0,-3-2 0 0,-5 1 0 15,2 1-8-15,0 5 0 0,0-2 0 0,-3 2 0 16,7 3-18-16,-1-3 1 0,0 3 0 0,0 0 0 16,3-6-38-16,1 1-7 15,-1-1-2-15,0-2 0 0,0-3 52 0,3-2 12 0,0 0 0 0,3-3 0 16,3-3-259-16,1-3-49 0</inkml:trace>
  <inkml:trace contextRef="#ctx0" brushRef="#br0" timeOffset="147355.461">23455 12029 2310 0,'0'-16'48'0,"0"0"11"0,0 3-47 0,0-1-12 0,0 4 0 0,0-1 0 15,0 3 104-15,0 3 20 0,0 0 3 0,0 5 1 16,0 0-52-16,0 0-9 0,0 0-3 0,0 0 0 15,0 8-51-15,3 0-13 0,0 5 0 0,0 3 0 16,0 0 0-16,3 2 0 0,0 3 0 0,3 3 0 16,0-3 0-1,0-2 0-15,3 2 0 0,0 0 0 0,-1-2 27 0,4-1 2 0,-3 1 1 0,3-1 0 16,-3 3-22-16,0 3-8 16,3 3 0-16,-3-3 9 0,0 2 18 0,0-2 3 15,-4 0 1-15,1-1 0 0,0-1-31 0,0-7 0 0,-3 4 0 0,0-3 0 16,3-3-96-16,-3 0-26 15,-3-2-5-15</inkml:trace>
  <inkml:trace contextRef="#ctx0" brushRef="#br0" timeOffset="147870.978">23848 12545 1824 0,'0'-6'76'16,"3"1"-60"-1,0 0 140-15,0 0 29 0,0-1 6 0,0 1 1 16,3 0-103-16,0 2-20 0,0-2-4 0,3-1-1 16,-3 1 0-16,3 2 0 0,0-2 0 0,2 3 0 15,-2-1 0-15,3-2 0 0,0 2 0 0,0 3 0 16,0-3-45-16,0 3-10 0,0 0-1 0,-3 3-8 16,3-3 12-16,-3 3-12 0,-3-1 12 0,-1 4-12 15,1-4 11-15,0 3-11 0,-3 1 10 0,-3-1-10 0,3 0 0 0,-3 1 0 16,-3 2-11-16,3-3 11 15,-3 3-33-15,-3-3 1 0,3 3 0 0,-3 0 0 16,1-3-7-16,-4 3-1 0,3-3 0 0,0 1 0 0,0-1 20 0,0 0 4 0,3 1 1 16,3-6 0-16,0 0 15 0,0 0 0 0,0 0 0 0,0 0 0 15,0 0-9-15,0 0 9 0,0 0-8 0,0 0 8 16,3 2 0-16,3 1 0 0,3-3 12 16,-3 0-4-16,3 3 0 0,-1-3 1 0,4 2 0 15,-3-2 0-15,0 0 3 16,3 3 1-16,0-3 0 0,-3 3 0 0,-3-1 7 0,3 1 2 0,-3-1 0 0,0 1 0 15,-3 0 0-15,0 2 0 0,0-2 0 0,-3-3 0 16,0 8-2-16,0-3-1 0,-3 3 0 0,0 0 0 16,-3 2-5-16,0 1-1 0,-3-3 0 0,-3 5 0 15,0-2-3-15,-3-1-1 0,-3 1 0 0,1 2 0 16,-1-2-9-16,0 2 8 0,-3 0-8 0,0 0 8 16,3 1 0-16,0-4 0 0,1-2 0 15,2 3 0-15,0-3-8 0,3 0 0 0,0 0 0 0,0-3 8 16,3-3-44-16,3 4-8 0,-3-4-3 0,3 1 0 15,0 0-116-15,6-3-23 0,-6 0-5 0</inkml:trace>
  <inkml:trace contextRef="#ctx0" brushRef="#br0" timeOffset="150327.703">15981 14026 2370 0,'-3'-21'67'0,"6"5"15"15,-3-2-66-15,0-1-16 0,3 3 0 0,-3 1 0 16,3 1 75-16,-3 1 11 0,0 3 2 0,-3-1 1 15,3 3-10-15,-3 0-3 0,0 3 0 0,0 2 0 16,-3-2-36-16,0 5-8 0,0-3-2 0,-3 6 0 16,0 0 0-16,-3-1 0 0,3 6 0 0,-3 0 0 15,1 5-21-15,-4 0-9 0,0 6 8 0,0 2-8 16,3 3 12-16,-3 5-4 0,3 0 0 0,0 6 0 16,0-4-8-16,3 1 0 0,1 0 0 0,-1 2 8 15,3 1-8-15,0 2 0 0,3-3 0 0,0 3 0 16,0-2 0-16,0-1 0 0,3 0 0 0,0 1 0 15,0-1 0-15,0-5 0 0,0 0 0 0,0 0 0 0,0 1 0 16,-3-4-9-16,0 0 9 0,0 1 0 0,0-1-17 16,0-2 3-16,-3 0 1 0,3 0 0 15,-3-6-11-15,0 4-1 0,-3-4-1 0,0 1 0 16,0-1-10-16,0-2-3 0,0-3 0 0,-3 0 0 16,4 1-29-16,-4-6-5 0,-3 2-2 0,3-2 0 15,0 0-180-15,0-3-36 0</inkml:trace>
  <inkml:trace contextRef="#ctx0" brushRef="#br0" timeOffset="150528.385">15427 14632 2310 0,'-3'-5'107'0,"3"0"-95"0,-3-1-12 0,3 1 0 0,3 0 0 16,-3 0 53-16,3-1 9 0,0 1 2 0,0 2 0 15,3-2 0-15,0 2 0 0,0 1 0 0,0-1 0 16,3 1-52-16,0-4-12 0,0 4 0 0,3-1 0 15,3 0 54-15,-4-2 8 0,7 2 2 0,0-2 0 16,0 0-52-16,3-1-12 0,3 1 0 0,-1-3 0 16,1 3-100-16,0 0-22 0,3-1-5 0</inkml:trace>
  <inkml:trace contextRef="#ctx0" brushRef="#br0" timeOffset="150896.771">16478 14429 1788 0,'0'0'51'0,"0"0"10"0,0 0-49 16,0 0-12-16,0 0 0 0,0 0 0 0,0 0 88 0,0 0 16 0,6 2 2 0,-3 1 1 15,6 2-20-15,-3-5-4 0,3 3-1 0,3 0 0 16,-3-3-11-16,2 2-3 0,1-2 0 0,3 0 0 16,0 0-24-16,3-2-4 0,0 2-2 0,3-3 0 15,-1 3-10-15,4 0-1 0,-3-3-1 0,3 1 0 16,-3-1-26-16,3 3-19 0,-4-3 3 0,4 1 1 15,-3 2 15-15,-3-3 0 0,0 3 0 0,3 0 0 16,-6 0-28-16,-1 0 0 0,-2 3 0 16,0-1 0-16,-3-2-99 0,-3 3-19 0,0 0-4 0</inkml:trace>
  <inkml:trace contextRef="#ctx0" brushRef="#br0" timeOffset="151146.444">16481 14775 2048 0,'0'0'86'16,"0"0"-69"-16,0 0 59 0,0 0 12 0,6-2 3 0,-3-4 0 31,6 4-14-31,-3-1-2 0,3 0-1 0,3-2 0 0,-4 0-34 0,4 0-6 16,0-1-2-16,3 1 0 0,0-3 4 0,3 3 1 0,0-3 0 0,0 0 0 15,2 3-8-15,4-3-1 0,0 2-1 0,0-2 0 16,0 3-40-16,3 0-8 0,-1-1-2 0,1 1 0 31,-3 3-4-31,3-4-1 0,0 1 0 0,2 0 0 16,-2 2-141-16,3-2-29 0,0 2-6 0</inkml:trace>
  <inkml:trace contextRef="#ctx0" brushRef="#br0" timeOffset="151512.856">18064 14204 2124 0,'-3'-8'44'0,"3"2"10"0,-2 1-43 0,-1 0-11 0,3 5 0 0,-3-3 0 16,3 3 75-16,-9-2 13 0,6-1 2 0,-3 0 1 16,0 3-28-16,0 3-6 0,0 0-1 0,-3-1 0 31,0 4-23-31,0 1-5 0,0-1 0 0,-3 4-1 0,0 1-19 0,-3 0-8 16,4 2 0-16,-4 3 8 15,0 0-8-15,-3 5 0 0,3 0 0 0,0 3 0 0,-3-1 0 0,3 1 0 0,-2 0 0 16,-1 3 0-16,0-4 0 0,0 1 0 0,-3-3 0 15,0 1 0 1,3-4-49-16,-2 1-12 0,-1-4-3 0,3 1 0 16,-3 0-102-16,3-3-21 0,0-2-4 0</inkml:trace>
  <inkml:trace contextRef="#ctx0" brushRef="#br0" timeOffset="151805.853">17511 14262 2066 0,'-3'-16'43'0,"3"11"10"16,0-1-42-16,0 6-11 0,0-5 0 0,0 5 0 16,0 0 96-16,0-5 18 0,0 5 3 0,0 0 1 15,0 0-35-15,6 0-7 0,0 0-2 0,0 3 0 16,0-1-8-16,3 3-2 0,0 1 0 0,-1-1 0 16,4 3-52-16,0 3-12 0,0-1 0 0,0 3 0 15,0 1 0-15,3 1 16 0,-3 4-3 0,0 0-1 16,3 2-12-16,-4 3 11 0,1-3-11 0,3 3 10 15,-6-1-10-15,3-4 8 0,0 2-8 0,-3 0 8 16,0-2-8-16,0-1 0 0,0 1 0 0,0-1 0 16,0-2-8-16,0 0-8 0,-1-3 0 0,-2 0-1 15,3 1-41-15,0-1-8 0,0-2-2 0,-3-4 0 16,3-1-200-16,-3-4-41 0</inkml:trace>
  <inkml:trace contextRef="#ctx0" brushRef="#br0" timeOffset="152048.272">18061 14595 1466 0,'6'-8'62'0,"-3"0"-50"15,0 3 153-15,0 0 31 0,0 0 5 0,-3 5 2 16,0 0-79-16,0 0-16 0,0 0-4 0,0 0 0 16,0 0-18-16,0 0-4 0,0 0-1 0,0 0 0 15,0 0-29-15,-6 5-5 0,0 0-2 0,3 3 0 16,0 0-18-16,1 0-4 0,-1 3-1 0,3-1 0 16,-3 1-9-16,3-1-1 0,0 4-1 0,0-1 0 15,0 3-11-15,0 2 10 0,3 1-10 0,0-1 10 16,-3 3-10-16,2 1 0 0,1 1 0 0,-3-1 0 15,3-1 0-15,0-3 0 0,0 1 0 0,0-3 0 16,0-1 0-16,0-1-16 0,0-1 4 0,0-2 1 16,0-1-28-16,0 1-5 0,0-3-2 0,0 0 0 15,0-3-129-15,0-2-25 0,3-1-6 0</inkml:trace>
  <inkml:trace contextRef="#ctx0" brushRef="#br0" timeOffset="152220.161">18326 14788 2419 0,'3'-5'50'0,"-3"-3"13"0,3 0-51 0,-3 3-12 0,0-3 0 0,3 3 0 16,-3 0 82-16,0-3 14 0,0 2 2 0,-3 4 1 31,3 2-28-31,0-6-6 0,0 6-1 0,-3-5 0 0,3 5-51 0,0-5-13 0,0 5 0 0,-3-3 0 31,3 3 24-31,0 0 1 0,-3-5 1 0,3 2 0 16,0-2-102-16,0 5-21 0,0-5-4 0</inkml:trace>
  <inkml:trace contextRef="#ctx0" brushRef="#br0" timeOffset="152629.846">19106 14273 2305 0,'-3'-3'48'0,"3"3"12"15,0 0-48-15,-3-5-12 0,3 5 0 0,0 0 0 16,0 0 54-16,0 0 9 0,0 0 1 0,0 0 1 16,0 0-1-16,0 0 0 0,-6 0 0 0,0 5 0 15,0-2-13-15,1 4-3 0,-1 4-1 0,-3 0 0 16,0 4-24-16,0 4-5 0,0 0-1 0,0 4 0 16,-3 1-17-16,-3 0 0 0,3 2 0 0,-3 1 0 0,-3-1 0 0,1-2 0 15,-4 0 0-15,0 0 0 0,0-3 0 0,0 0 0 16,0 0 0-16,1 0 0 15,-1-5-48-15,3 3-12 0,-3-3-4 0,3 0 0 16,3-6-102-16,0 1-21 0,1-3-4 0</inkml:trace>
  <inkml:trace contextRef="#ctx0" brushRef="#br0" timeOffset="153285.267">18722 14386 1824 0,'6'-18'76'0,"0"2"-60"16,0 0 140-16,0 3 29 0,0 2 6 0,0 1 1 15,0 2-107-15,-3 2-21 0,3 1-4 0,-3 2 0 16,-3 3-12-16,0 0-3 0,0 0 0 0,6 3 0 16,0 5-12-16,0 0-2 0,0 0-1 0,0 5 0 15,0 3-19-15,3 3-11 0,-1 2 12 0,1 0-12 16,3 3 0-16,-3-3 0 0,3 3 0 0,3-1 0 16,-3-1 0-16,3-4 0 0,-3 3 0 0,3-2 0 15,-3-1-11-15,-4 4-9 0,4-4-1 0,0 1-1 16,-3-1-26-16,3-2-4 0,-3-3-2 0,3 3 0 15,-3-3-140-15,-3 1-28 16,3-4-6-16,-3 1 0 0,3-6 58 0,-3 0 12 0,0 1 2 0,-1-4 1 16,1 1 22-16,-3-3 4 0,3-3 1 0,-3 3 0 15,-3 0 102-15,3-5 26 0,3 0 0 0,-3-1 0 16,-3-2 113-16,3 1 28 0,0-1 6 0,-3 0 1 16,3 0 31-16,0 0 6 0,-3-3 2 0,3 1 0 0,0-1-59 15,3 0-12-15,-3 1-3 0,3-1 0 16,0 1-23-16,3-1-5 0,-3 3-1 0,3-2 0 0,3 2-32 0,-3 0-6 15,2 0-2-15,1 2 0 0,0-1-35 0,0 1-9 0,3 1 0 0,-3 0 0 16,0-1 53-16,3 4 9 0,-3-1 2 0,0 0 0 16,0 3-52-16,-4 0-12 0,1 0 0 0,0 3 0 15,-3 0 0-15,0-1 0 0,0 1 0 0,-3 2 0 16,-3-5-48-16,3 6-13 16,-3-1-3-16,-3 0 0 0,3 3 52 0,-6-3 12 0,3 3 0 15,-3 0 0-15,3-2 0 0,-3 1 0 0,0 1 0 0,3 0 0 16,-3-2 0-16,3-1 0 0,-2 0 0 0,5-5 0 15,0 0-23-15,0 0-1 0,0 0-1 0,2 6 0 16,4-4-11-16,-3 1-3 0,3-3 0 16,3 0 0-16,-3 0 39 0,3-3 0 0,0 3 0 0,3-2 0 15,-3 2 0-15,0 0 0 0,3-3 0 0,-3 3 0 16,0 0 0-16,-3 3 0 0,3-3 0 0,-4 2 0 16,-2 3 28-16,-3-5 14 0,6 3 2 0,-6 5 1 15,0-3-21-15,0 3-4 0,-3 0 0 0,0 5-1 16,-2 1-19-16,-1-1 0 0,-3 3 0 0,0 0 0 15,-3 0 0-15,0-1 0 0,0 1 0 0,-3 3 0 16,-3-3 0-16,3 0 0 0,-5-1 0 0,-1 1 0 16,3-2-48-16,0-1-12 0,-3-3-4 0,3 1 0 15,0-3-153-15,-2 0-31 0</inkml:trace>
  <inkml:trace contextRef="#ctx0" brushRef="#br0" timeOffset="153750.832">18630 13939 1751 0,'-15'8'36'0,"9"-3"9"16,6-5-36-16,-9 3-9 0,3 0 0 0,6-3 0 15,0 0 68-15,0 0 12 0,0 0 3 0,0 0 0 16,0 0 36-16,0 0 7 0,0 0 2 0,0 0 0 16,6 0-103-16,3 0-25 0,0 0 0 0,6-3 0 15,6 0 56-15,0 1 7 0,8-1 1 0,1-2 0 16,3-1 0-16,6 1 0 0,-1 0 0 0,1 2 0 16,0-5-64-16,-1 3 0 0,-2-3-9 0,3 0 0 15,0 0 9-15,-1 3 0 0,1 0 0 0,0-1 0 16,-1 1 0-16,-5 2-8 0,0-2 8 0,-3 2-8 15,-1-2-35-15,-5 3-6 0,0-1-2 0,0-2 0 16,-3 2-113-16,-1-2-22 0</inkml:trace>
  <inkml:trace contextRef="#ctx0" brushRef="#br0" timeOffset="154222.471">19913 14500 1824 0,'0'0'38'0,"0"0"8"0,6 5-37 15,-3-2-9-15,3 2 0 0,3-2 0 0,0 2 53 0,3-5 9 0,2 3 2 0,1 0 0 16,3-3 24-16,0 0 6 0,3 0 1 0,3 0 0 16,-3 0-50-16,2 0-9 0,-2-3-3 0,3 3 0 31,3 0-33-31,-3-3 0 0,-1 3 0 0,1 0 0 0,3-2 0 16,0-1 0-16,0 3 0 0,-4-3 0 15,4-2 0-15,-3 2-9 0,0 1-1 0,0-4 0 16,-6 1-42-16,2 0-8 0,-2 2-1 0</inkml:trace>
  <inkml:trace contextRef="#ctx0" brushRef="#br0" timeOffset="154516.198">20243 14339 2310 0,'-9'0'48'0,"3"-3"11"16,1 0-47-16,5 3-12 0,-3-2 0 0,3 2 0 15,-3-3 53-15,3 3 9 0,-3-3 2 0,3 3 0 16,0 0 51-16,0 0 10 0,0 0 3 0,0 0 0 16,0 0-103-16,0 0-25 0,0 0 0 0,0 0 0 15,-3 8 56-15,0 0 7 0,3 3 1 0,-3 2 0 16,0 0-52-16,3 6-12 0,-3-1 0 0,0 4 0 16,0-1 0-16,0 3 0 0,0-1 0 0,0 4 0 15,-3-1 0-15,3 1 0 0,0-1 0 0,-3 3 0 16,0 0 0-16,0 1 0 0,0-1 0 0,0 2 0 0,3-4 0 15,-3-1 0-15,3-2 0 0,0 0 0 16,-3-6-48-16,3 1-13 0,0-6-3 0,3 3 0 16,-3-5-153-16,3-1-31 0,-3 1-7 0</inkml:trace>
  <inkml:trace contextRef="#ctx0" brushRef="#br0" timeOffset="155162.131">21440 14257 1121 0,'0'0'47'15,"0"0"-38"-15,0 0 57 0,0 0 11 0,0 0 3 0,0 0 0 16,0 0 19-16,0 0 4 0,0 0 1 0,0 0 0 15,0 0-32-15,0 0-5 0,0 0-2 0,0 0 0 16,0 0-1-16,0 0 0 0,0 0 0 0,0 0 0 16,0 0 0-16,0 0 0 0,0 0 0 0,0 0 0 15,0 0-23-15,0 0-5 0,0 0 0 0,0 0-1 16,0 0-5-16,0 0-1 0,0 0 0 0,0 0 0 16,-6 0 10-16,0 0 1 0,0 2 1 0,-3 1 0 15,3 2-14-15,0 1-3 0,0 1-1 0,-6 1 0 16,0 3-23-16,-2 2 0 0,-4 0 0 0,-3 6 0 15,0-3 0-15,-3 5 0 0,-3 0 0 0,1 3 0 16,-1-3 0-16,0 0 0 0,0-5 0 0,1 3 0 16,2-3-47-16,0-3-13 0,3-3-4 0,0 1 0 15,0-3-154-15,1 0-31 0,-1-5-7 0</inkml:trace>
  <inkml:trace contextRef="#ctx0" brushRef="#br0" timeOffset="155703.437">20970 14254 1911 0,'3'-11'80'0,"0"3"-64"16,0 3 107-16,0 0 21 0,0 0 4 0,-3-1 0 16,0 6-51-16,0 0-10 0,0 0-3 0,0 0 0 15,0 0-36-15,5 6-8 0,-2-1-2 0,0 0 0 16,3 6-10-16,-3-1-1 0,6 4-1 0,-3 4 0 16,0 1-26-16,3 2 0 0,0 3 0 0,0 2 0 15,3 3 0-15,0-2 0 0,3-1 0 0,0 3 0 16,-1-5 0-16,1 0 0 0,3-3 0 0,-3 3 0 15,0-6 0-15,3 3 0 0,0-2 0 0,0 0 0 16,-4-4-40 0,1 1-14-16,3 0-2 0,-3 0-1 0,0-5-11 15,-3-1-3-15,3-2 0 0,-3-3 0 16,0 1-45-16,-1-4-10 0,-2-2-2 0,0 0 0 0,0-2 88 0,0-4 16 0,-3 1 4 16,3 0 1-16,0-3 19 0,-3 0 0 0,0 0 0 0,3-3 9 15,-3 1 43-15,-3-1 8 0,3 1 1 0,0-1 1 16,-3 1 15-16,0-1 3 0,3-2 1 0,-6 2 0 15,6 1-13-15,-4 2-4 0,1-3 0 0,3 3 0 16,-3 0 0-16,0 3 0 0,3-3 0 0,0 3 0 16,0-1-51-16,0 1-13 0,0 0 0 0,0 2 0 15,0 0 19-15,3 3 1 0,-3 0 0 0,0 0 0 16,-6 0-32-16,6 3-7 0,0 2-1 0,-3 1 0 16,0-1 20-16,-3 3 0 0,0 3 0 0,-3-1 0 15,0 3 0-15,-3 1 0 0,0 1 0 0,-3 1 0 0,0 0 0 16,-3 3 0-16,0-1 0 0,3 1 0 15,-3-1-55-15,3 3-7 0,1 1-2 0,-1-4 0 16,6 1 31-16,-3-3 5 0,3-3 2 0,3 0 0 16,3-2-10-16,0-1-1 0,3-2-1 0,3 0 0 0,-1-3 38 0,4-2 0 15,3-3 0-15,0 0 0 0,3 0 0 16,0-5 0-16,0-3 0 0,3 0 0 16,-1 0 0-16,1-3 0 0,-3 1 0 0,3-4 12 15,-3 4-58-15,0-6-11 0,-1 3-3 0</inkml:trace>
  <inkml:trace contextRef="#ctx0" brushRef="#br0" timeOffset="156017.537">20946 13915 2418 0,'0'0'68'0,"6"0"16"16,3 0-67-16,0-2-17 0,0-1 0 0,2 3 0 15,1-3 52-15,3 1 8 0,3-1 0 0,0 0 1 16,3 1-27-16,3-1-6 0,2 0 0 0,1 1-1 15,3-1-9-15,3 3-2 0,-1-2 0 0,4-1 0 16,0 0-16-16,-3-2 0 0,2 2-8 0,1-2 8 16,0 0-117-16,0 2-18 0,2 0-3 0</inkml:trace>
  <inkml:trace contextRef="#ctx0" brushRef="#br0" timeOffset="156295.036">21910 14455 2508 0,'0'0'71'0,"0"-8"16"16,0 3-70-16,0 0-17 0,0-1 0 0,3 1 0 16,-3-3 34-16,0 3 3 0,3-1 1 0,0 1 0 15,0-3-61-15,0 3-12 0,0 0-2 0</inkml:trace>
  <inkml:trace contextRef="#ctx0" brushRef="#br0" timeOffset="156697.987">22726 14220 2066 0,'3'-11'43'0,"0"3"10"0,0 0-42 16,0 0-11-16,0 0 0 0,0 3 0 0,-3 0 103 0,3-1 18 0,-3 6 4 0,0 0 1 16,0 0-48-16,0 0-10 0,0 0-1 0,0 0-1 15,0 0-53-15,0 0-13 0,0 0 0 0,0 0 0 16,0 0 54-16,-6 6 8 0,-3-1 2 0,0 3 0 15,-3 2-52-15,0 1-12 0,-3 5 0 0,-3 0 0 16,3 2 0-16,-5 4-13 0,2-1 2 0,-6 5 1 16,0-2 0-16,0 2 0 0,-2 1 0 0,-1-1 0 15,3-2-27-15,0-3-6 0,0-2-1 16,0 2 0-16,4-5-16 0,2-3-3 0,0 0-1 0,0-5 0 16,6 3-153-16,-3-6-31 0,3 0-7 0</inkml:trace>
  <inkml:trace contextRef="#ctx0" brushRef="#br0" timeOffset="156944.023">22416 14190 2415 0,'9'-13'68'0,"-3"3"16"16,3-4-68-16,-3 4-16 0,3-1 0 0,-3 1 0 0,-3 2 61 0,3 2 9 0,0 1 2 0,-3 3 0 16,0 2-21-16,-3 0-4 0,6 2-1 0,-3 1 0 15,3 5-10-15,0 0-1 0,0 0-1 0,0 5 0 16,2 3-18-16,-2 0-3 0,3 2-1 0,-3 6 0 15,3-3-12-15,0 3 0 0,0 0 0 0,-3 0 0 16,3 2 0-16,0 0-13 0,0 1 1 0,0 2 0 16,-3-5 12-16,3-3 0 0,0 0 0 15,-4 0 0 1,4-2-54-16,-3-1-8 0,0-2-2 0,3 0 0 16,-3-3-104-16,0 1-22 0,0-1-4 0</inkml:trace>
  <inkml:trace contextRef="#ctx0" brushRef="#br0" timeOffset="157381.449">22782 14632 1824 0,'3'-5'38'0,"-3"2"8"16,3-2-37-16,0 0-9 0,0 0 0 0,0-1 0 15,3 1 104-15,0-3 20 0,0 3 3 0,0-1 1 16,3-1-52-16,0-1-9 0,0 2-3 0,3-2 0 16,0 0 0-16,0 3 0 0,2-3 0 0,1 3 0 15,0 0 0-15,-3 2 0 0,3-2 0 0,0 2 0 16,-3 3-51-16,0-3-13 0,0 3 0 0,-3 3 0 15,2 0 0-15,-5-1 0 0,3 1 0 0,-3 2 0 0,0 1 0 16,0-1 0-16,0 0 0 0,-3 3 0 16,-3 0 0-16,3-3 0 0,-3 3 0 0,-3 3 0 0,0-3 0 15,-3 2 0-15,3-2 0 0,-3 3 0 16,-3-1-48-16,3-2-13 0,-3 3-3 0,1-3 0 0,-1 0 52 16,3 0 12-16,0-3 0 0,3 0 0 0,3-5 0 15,0 0 0-15,0 0 0 0,0 0 0 0,0 0 0 0,0 0 0 0,0 0 0 0,0 0 0 31,6 0-25-31,0 0-3 0,3-2 0 0,0-1 0 0,2 0 28 0,1-2-8 0,0 2 8 0,3 3 0 16,-3-2 0-16,3-1 0 0,-3 3 0 0,0 0 8 16,3 0 0-16,-6 3 1 0,-1-1 0 0,1 4 0 15,-3-4 7-15,0 4 0 0,-3 2 1 0,-3-3 0 16,3 3 19-16,-6 2 3 0,3 1 1 16,-6 0 0-16,3 2-13 0,-6 3-3 0,3-3 0 0,-5 3 0 15,2 0-24-15,-6 0 0 0,0-3 0 16,0 3 0-16,0-3 0 0,3 0 0 0,-3-2 0 0,-3 2 0 15,1-2 24-15,-4-1 0 0,3 1 0 0,-3-1 0 16,3-2-36-16,0-2-8 0,0 1-2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336.48792" units="1/cm"/>
          <inkml:channelProperty channel="Y" name="resolution" value="378.5488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2-07T23:02:13.626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00B0F0"/>
    </inkml:brush>
  </inkml:definitions>
  <inkml:trace contextRef="#ctx0" brushRef="#br0">13799 4617 1824 0,'3'-10'38'0,"-3"2"8"0,3 2-37 0,-3-4-9 0,3 5 0 0,-3-3 0 16,0 5 104-16,0-2 20 0,0 5 3 0,0 0 1 15,0 0-52-15,0 0-9 0,0 0-3 0,0 0 0 16,-3-3-16-16,3 3-3 0,-6 3-1 0,-3 2 0 15,3 3-19-15,-3 5-4 0,3 0-1 0,-3 9 0 16,0-4-12-16,0 3-8 0,1 3 8 0,-4 3-8 16,-3-1 10-16,0-2-2 0,0 0-8 0,-3-1 12 15,-3 4-12-15,3-9-15 0,-2 4 3 0,-1 1 1 16,0-1 11-16,0 1 0 0,0-1 0 0,0 1 0 16,6 1 0-16,1-5 0 0,-1-1 0 0,0-5 0 15,6 3-156-15,-3-5-28 0,6-6-7 0</inkml:trace>
  <inkml:trace contextRef="#ctx0" brushRef="#br0" timeOffset="265.333">13406 4795 2017 0,'-3'-11'42'0,"-3"0"10"0,0 3-42 0,3 1-10 0,-3-1 0 0,3 2 0 0,3 6 115 0,0 0 21 0,0 0 4 0,0 0 0 15,0 0-60-15,0 0-13 0,0 0-3 0,0 0 0 16,0 0-51-16,3 6-13 0,0-1 0 0,0 5 0 15,3-2 0-15,3 0 0 0,0 0 0 0,3 3 0 16,0-1 54-16,0 1 8 0,3-3 2 0,0 5 0 16,-1-2-55-16,4-1-9 0,-3 1 0 0,3 2 0 15,0 0 0 1,0 3 0-16,0 0 0 0,-4 0 12 0,1 0-12 0,0 0 0 0,0 2 0 0,-3-2 0 16,0-3 0-16,0 1 0 0,-3-1 0 15,3-3 0-15,-3-2 0 0,0 0 0 0,-1-2 0 0,1-1 8 16,0-2-112-16,0-3-24 0,0 2-4 15</inkml:trace>
  <inkml:trace contextRef="#ctx0" brushRef="#br0" timeOffset="490.462">13930 4879 1892 0,'0'0'40'0,"0"0"8"15,0 0-39-15,0 0-9 0,0 0 0 0,0 0 0 16,0 0 90-16,0 0 16 0,0 0 3 0,0 0 1 15,0 6 14-15,3 1 4 0,0 1 0 0,-3 3 0 0,3-3-103 0,0 2-25 16,-3 1 0-16,3 2 0 0,0 3 56 0,-3 0 7 16,3 3 1-16,0-1 0 0,0 1-52 0,-3-3-12 15,3 7 0-15,0-9 0 16,0 1 12-16,0 1-1 0,0-2 0 0,0 1 0 16,0-4-11-16,0 0-16 0,0-1 4 0,2 1 1 15,-2-3-46-15,0 0-10 0,3-3-1 0</inkml:trace>
  <inkml:trace contextRef="#ctx0" brushRef="#br0" timeOffset="1166.959">14573 4546 1713 0,'0'-5'36'0,"3"-3"8"0,-3 2-36 15,3 1-8-15,-3 2 0 0,0-7 0 0,3 4 105 0,-3 4 19 0,0 2 4 0,0-5 1 16,0 5-52-16,0 0-10 0,0-6-3 0,0 6 0 16,0 0-21-16,0 0-5 0,0-5-1 0,0 5 0 15,0 0-11-15,0-3-2 0,0 3-1 0,0 0 0 16,0 0-3-16,0 0 0 0,0 0 0 0,0 0 0 15,0 0-5-15,0 0-2 0,0 0 0 0,0 0 0 16,0 0-4-16,0 0-1 0,-6 0 0 0,0 0 0 16,0 3-8-16,0 5 8 0,0-3-8 0,0 6 8 15,0 2-8-15,0 0 0 0,0 3 0 0,-3 3 0 16,0 4 0-16,-3-4 8 0,1 5-8 0,-1 2 0 16,0-2 0-16,-3-3 0 0,0 6 0 0,0-9 0 15,3 3-10-15,-3-5 10 0,-3 3-13 0,4-3 5 16,2 0-8-16,-3-3 0 0,0 0-1 0,0 0 0 15,3 0-29-15,0-2-6 0,0 2 0 0,3-2-1 16,0 2-60-16,-2-8-12 0,2 6-3 0</inkml:trace>
  <inkml:trace contextRef="#ctx0" brushRef="#br0" timeOffset="1441.201">14245 4586 1824 0,'-5'-14'38'0,"-1"4"8"0,0-1-37 16,3 3-9-16,-3-2 0 0,3 4 0 0,0 1 104 0,0 2 20 0,0-5 3 0,3 8 1 16,0 0-52-16,0 0-9 0,0 0-3 0,0 0 0 15,0 0 0-15,6 0 0 0,0 3 0 0,0 2 0 16,3 3-64-16,0 0 0 0,-1 0-8 0,4 5-1 16,-3 3 9-16,6 5 12 0,-3-2-2 0,3 2-1 15,-3-2-9-15,3 2 0 0,0-3 0 0,0 4 0 16,-1-1 0-16,-2-8 0 0,0 3 0 0,0-3 0 15,-3 0 0-15,3 3 0 0,0-3 0 0,0 1 0 16,-3-4 0-16,0 3 0 0,-3-5 0 0,2 3 0 16,1-3-100-16,0 0-23 0,-3-3-4 0</inkml:trace>
  <inkml:trace contextRef="#ctx0" brushRef="#br0" timeOffset="1833.386">14659 4845 1580 0,'0'-5'67'15,"-3"2"-54"1,3-5 92-16,0 5 19 0,0-5 3 0,3 3 1 16,-3 0 0-16,6-1 0 0,-3 4 0 0,3-6 0 15,3 3-52-15,-3 2-9 0,3-2-3 0,3 2 0 16,-3 0-51-16,3 3-13 0,-3-2 0 0,3 2 0 0,-4 0 54 0,4 0 8 16,-3 0 2-16,0 2 0 0,0 1-52 0,-3 0-12 0,3 2 0 0,-3 3 0 15,0 0 0-15,-3-3 0 0,0 0 0 0,0 3 0 16,-3 0 0-16,0 3 0 0,0-3 0 0,-3 2 0 15,0-2 0-15,-3 3 0 0,0 0 0 0,0-1 0 16,-3 1 0-16,3-1 0 0,-3 3-9 0,0 3 9 16,0-2-12-16,-3-1 12 0,7 3-13 0,-4 0 5 15,3-3 16 1,0 0 3-16,3 0 1 0,0-2 0 0,3-1-12 0,3-2 0 16,0 3 0-16,0-3 0 0,3-3-14 0,3 0-5 15,-4 1-1-15,10-4 0 0,-3-2 20 0,0 0 0 0,3 0 0 0,0 0 9 16,0-2 6-16,0 2 1 0,0-6 0 0,2 4 0 15,-2-1-16-15,0 1 0 0,0-1 0 0,0-2 0 16,0 2 0-16,3 0 0 0,0-5 0 0,-1 6 0 16,1-4-48-16,0 4-13 0,3-3-3 0,0 2 0 15,0 0-204-15,0 3-42 0</inkml:trace>
  <inkml:trace contextRef="#ctx0" brushRef="#br0" timeOffset="2340.466">12986 5549 2066 0,'0'-8'43'0,"0"0"10"0,0 2-42 0,0 1-11 0,0-3 0 0,0 6 0 16,-3-4 104-16,3 6 20 0,0-5 3 0,0 5 1 16,-3-5-52-16,3 5-9 0,-6-3-3 0,6 3 0 15,-5 0 0-15,-1 0 0 0,0 3 0 0,-3 2 0 16,3 3-51-16,-3 0-13 0,0 2 0 0,-3 4 0 15,0-1 0-15,-3 8 0 0,0-5 0 0,-9 3 0 16,4 2 0-16,-4-3 0 0,-6 1 0 0,0 5 0 16,1-1 0-16,2 4 0 0,-3 2 0 0,0 3 0 15,3-6 0-15,4 3 0 0,-1-5 0 0,0 3 0 16,0-6-48-16,0-3-13 0,1 1-3 0</inkml:trace>
  <inkml:trace contextRef="#ctx0" brushRef="#br0" timeOffset="2610.063">12543 5647 2010 0,'3'-24'42'0,"-3"0"9"0,3 5-41 15,-3-2-10-15,0 5 0 0,0 0 0 0,0 3 116 0,0 3 22 0,-3 2 4 0,0 2 1 16,3 6-63-16,0 0-13 0,0 0-3 0,0 0 0 16,0 0 0-16,0 8-1 0,-3 6 0 0,3-1 0 15,0 3-50-15,0 0-13 0,0 2 0 0,3 1 0 16,0-1 0-16,0 1 0 0,3-1 0 0,-3 1 0 15,3 2 0-15,3 5 0 0,-3-4 0 0,3 4 0 16,-1 3 0-16,4 0 0 0,0 0 0 0,0 3 0 16,0-8 0-16,0 2 0 0,3-5 0 0,-3 1 0 15,0-4 0-15,0-2 0 0,-3 0 0 0,-1-3 0 16,4-2-125-16,-3-1-31 16,0-2-5-16,0-2-2 0,3-1-90 15,0-2-19-15</inkml:trace>
  <inkml:trace contextRef="#ctx0" brushRef="#br0" timeOffset="3042.432">12906 5983 1337 0,'0'-8'56'16,"0"-3"-44"0,0 3 141-16,0 0 29 0,3 0 6 0,-3 0 0 15,3-2-57-15,-3 2-12 0,3 0-3 0,3 3 0 16,-3-3-29-16,3 2-7 0,0 1 0 0,0 0-1 16,-3-1-12-16,6 1-3 0,-3 3 0 0,0-1 0 15,2 3-51-15,1 0-13 0,-3 0 0 0,3 3 0 0,0-1 0 0,-3 3 0 0,0 1 0 0,3-1 0 16,-3 3 0-16,-3 0 0 0,3 0 0 15,-3 2 0-15,0 1 0 0,-3-3 0 0,3 3 0 0,-6-1 0 16,3-2 0 0,-3 0 0-16,0 3 0 0,0-3 0 15,-3-1-31-15,0 1-9 0,0 0-1 0,0 0-1 0,0 0 16 0,3 0 3 16,-3-3 1-16,0 1 0 16,6-6 22-16,-3 2 0 0,3-2 10 0,0 0-10 15,0 0 0-15,0 0 0 0,0 0 0 0,6 3 0 0,0-3 0 16,0 3 0-16,0-3-8 0,3 0 8 0,0 0 0 0,0 2 0 0,0-2 0 0,0 3 0 15,0-3 0-15,3 3 16 0,-3-1-1 0,-3 4-1 16,2-4 8-16,-2 1 2 0,3 0 0 0,-3 2 0 16,-3-3 6-16,3 4 2 0,-6-6 0 0,0 5 0 15,3 0 4-15,-6 3 2 0,0 0 0 0,0 0 0 16,-6 0-14-16,3 0-4 0,-6 3 0 0,1-1 0 16,-4 1 7-16,-3-1 1 0,0 4 0 0,0 1 0 15,0-1-17-15,0-1-3 0,1 3-8 0,-1-3 12 16,0 0-12-16,-3 0 0 0,3 1 8 0,0-1-8 15,0-2-11-15,-2-1-5 0,2 1 0 0,-3-3-1 16,3 2-119-16,0-2-23 0,-3 0-5 0</inkml:trace>
  <inkml:trace contextRef="#ctx0" brushRef="#br0" timeOffset="29348.983">15332 9166 1337 0,'0'0'28'0,"-3"-3"6"0,-3-2-34 0,6 5 0 0,-3-3 0 0,0-2 0 16,-3 2 58-16,3 1 5 0,3 2 1 0,-6-3 0 15,0 0 0-15,0 3 0 0,6 0 0 0,-6 0 0 16,0 0 0-16,0 6 0 0,0-4 0 0,1 4 0 15,-1-4 0-15,0 6 0 0,0-3 0 0,0 3 0 16,0 3-52-16,0-1-12 0,-3-2 0 0,3 6 0 16,0-4 0-16,0 3 0 0,0-2 0 0,0 2 0 15,0 1 0-15,0 1 0 0,0-1 0 0,0 1 0 16,3 1 0-16,0 0 0 0,-3 0 0 0,6 0 0 16,-3 3 0-16,6-4 0 0,-3 4 0 0,3-1 0 15,0-2 0-15,3 3 0 0,0-3 0 0,0-3 0 16,3 0 0-16,0 0 0 0,0-5 0 0,3 0 0 15,-3 0 0-15,3-2 0 0,3-4 0 0,-3 1 0 16,2-1 0-16,-2-4 0 0,3 2 0 0,0-3 0 16,-3-2 0-16,3-3 0 0,-3 0 0 0,3 0 0 15,0 0 54-15,-1-5 8 0,1 2 2 0,-3-2 0 0,3-3-52 16,0 3-12-16,-3-3 0 0,3-2 0 0,-6 2 56 16,0 0 9-16,3 0 2 0,-4 0 0 0,-2 3-30 0,0-3-5 15,0-3-2-15,-3 4 0 0,-3 1-4 0,3-2-1 0,-6 1 0 16,0-1 0-16,0 2-7 0,-3 1-2 0,-3-3 0 15,1 3 0-15,-4 0-7 0,3 0-1 0,-3 2-8 16,-3 1 12-16,3-1-23 0,-3 0-5 16,0 3 0-16,-3 3-1 0,3 2 17 15,1-2 0-15,-1 5 0 0,0 0 0 0,-3 0 0 16,3 3 0-16,-3-1 0 0,0 1 0 16,1 5-157-16,-1-3-28 0,0 3-6 0</inkml:trace>
  <inkml:trace contextRef="#ctx0" brushRef="#br0" timeOffset="30415.918">17422 9211 1337 0,'0'0'28'0,"-6"2"6"0,6-2-34 16,-6 0 0-16,0 3 0 0,0 0 0 0,0-3 58 0,0 2 5 0,0 4 1 0,0-4 0 16,-3 4 0-16,0-4 0 0,3 3 0 15,-3 3 0-15,0-2-14 0,0 2-2 0,-3 0-1 0,3 2 0 16,1-2-25-16,-1 3-5 0,0-1-1 0,0 1 0 16,3-3-16-16,-3 2 0 0,3 1 0 0,0 0 0 15,0 2 0-15,3-3 0 0,-3 4 0 0,3-1 0 16,0 3 0-16,0-3 0 0,3 3 0 0,-3-3 0 15,3 3 0-15,3-3 0 0,-3 3 0 0,3-3 0 16,0 0 0-16,3 1 0 0,-3-1 0 0,3-2 0 16,3-1 0-16,-3-2 0 0,3 0 0 0,0 0 0 15,0-3 0-15,3 3 0 0,-1-3 0 0,4-2 0 16,-3 0 0-16,0-1 0 0,0 1 0 0,0-3 0 16,0 0 0-16,3 0 0 0,0-3 0 0,0 1 0 15,-4-1 58-15,4-2 5 0,0-1 1 0,0 1 0 16,-3-3 12-16,3-2 2 0,3-1 1 0,-6 1 0 15,3-4-15-15,-4 1-4 0,4-3 0 0,-3 0 0 16,-3 0-12-16,0 1-2 0,-3-4-1 0,3 3 0 16,-3 3-7-16,-3-3-2 0,0 3 0 0,0 0 0 15,-3-1-12-15,0 4-4 0,-3-1 0 0,0 1 0 16,-6-1-8-16,3 0-3 0,-3 3 0 0,0-2 0 16,-3-1-9-16,0 3 8 0,0 0-8 0,-2 1 8 15,-1 1-8-15,0-2 0 0,-3 3 9 0,3 0-9 16,-3-1 0-16,3 4 0 0,0-1 0 0,-2 0 0 15,2 1-47-15,-3 2-13 0,3 0-4 0,-3 2 0 16,0 1-51-16,0 2-10 0,0 1-3 0</inkml:trace>
  <inkml:trace contextRef="#ctx0" brushRef="#br0" timeOffset="34465.169">19544 9219 1337 0,'-12'2'28'0,"12"-2"6"15,-6 3-34-15,0 0 0 0,0-3 0 0,0 2 0 16,0 4 58-16,0-4 5 0,-3 3 1 0,3 1 0 15,-3-4 0-15,3 6 0 0,-2-2 0 0,-1 2 0 16,0 0-52-16,0 2-12 0,-3 1 0 0,3 2 0 16,0 3 0-16,-3 0 0 0,3-3 0 0,-3 5 0 15,3 1 0-15,-3-1 0 0,3 1 0 0,1 2 0 16,-1 0 54-16,-3 3 8 0,6-3 2 0,-3 0 0 0,3 1-52 0,0-4-12 16,3 1 0-16,0-1 0 0,0-2 0 0,3 0 0 15,0 2 0-15,3-4 0 0,0-1 0 0,0 0 0 0,3 0 0 16,3-2 0-16,-3 0 0 0,3-3 0 0,3-1 0 15,-1-1 0-15,-2-1 40 0,3-2 6 0,0-1 1 16,3-2 0-16,-3 0-24 0,3-2-5 16,3-4-1-16,0 1 0 0,-1-3 38 0,4 0 7 15,3 0 2-15,0 0 0 0,-3-2 0 16,0-3 0-16,-1-1 0 0,4 1 0 0,-6-3-52 0,0 0-12 0,0 0 0 0,-3-2 0 16,-3-1 54-1,0 1 8-15,-1-3 2 0,-5 0 0 0,0 2-52 0,-3-2-12 0,0 2 0 0,-3 1 0 16,0-1 0-16,-6 1 0 0,0 2 0 0,0 0 0 15,-5 3 0-15,-1 2 0 0,-6 1 0 0,0-1 0 16,0 3 0-16,-6 3 0 0,3-3 0 0,-2 5 0 16,-1 1 0-16,0-1 0 0,0 3 0 0,3 3 0 15,0-1-48-15,1 1-13 0,2 2-3 0,0 0 0 16,3 3-153-16,0-2-31 0</inkml:trace>
  <inkml:trace contextRef="#ctx0" brushRef="#br0" timeOffset="35565.511">21711 7123 1530 0,'0'0'32'0,"0"0"8"0,0 0-32 16,-3 5-8-16,3-5 0 0,-6 6 0 0,3-1 76 0,3 0 13 0,-3-2 3 0,0 5 1 16,3-3-18-16,0 3-4 0,-3 0-1 0,3 0 0 15,0 2-18-15,-3 1-4 0,0 2-1 0,0 1 0 16,3 1-23-16,-3 1-4 0,0 3 0 0,-3 2-1 16,3 0-11-16,0 6-8 0,-3-4 9 0,3 7-9 15,0-4-17-15,0 3-10 16,0-2-1-16,0 2-1 0,3-3 29 0,-3-2 0 0,3-3 0 0,0-2 0 15,0-1 0-15,0-2 0 0,0 0 0 0,0 0 0 16,3-3 0-16,-3 0 0 0,0-2 0 0,3-1 0 16,-3 1-117-16,0-3-18 15,0 2-3-15</inkml:trace>
  <inkml:trace contextRef="#ctx0" brushRef="#br0" timeOffset="36138.407">19529 7213 1314 0,'0'0'37'0,"0"0"8"16,0 0-36-16,0 0-9 0,0 0 0 0,0 0 0 15,0 0 104-15,0 0 20 0,0 0 3 0,-6 3 1 16,3 2-52-16,-3 0-9 0,3 3-3 0,-3 0 0 15,3 5-45-15,0 1-10 0,-3-1-1 0,3 5-8 16,0 3 23-16,-3 3-3 0,3 3 0 0,0 5 0 16,0-3-1-16,0 2-1 0,0 4 0 0,3-3 0 15,0-3-8-15,0-3-2 0,0 1 0 0,3-1 0 16,0-5-8-16,-3 0 0 0,3-2 0 0,0-1 0 16,0 1 11-16,0-3 0 0,0 2 0 0,0-2 0 15,0-3-35-15,0 1-8 0,0-1 0 0,0 0-1 16,0-5-101-16,0 3-20 0,-3-3-4 0</inkml:trace>
  <inkml:trace contextRef="#ctx0" brushRef="#br0" timeOffset="36705.431">17243 7112 1074 0,'0'0'30'0,"0"8"8"0,3 0-30 0,-3 0-8 0,0 0 0 0,0 0 0 15,0 0 52-15,-3 3 10 16,3-3 2-16,-3 2 0 16,3 3 51-16,-3-2 10 0,0 2 3 0,0 0 0 0,0 3-52 0,3 0-9 0,-3 0-3 0,0 3 0 15,3-1-39-15,-3 6-8 0,3-3-1 0,0 6-1 16,-3 2-1-16,3-3 0 0,0 3 0 0,0 0 0 15,3-2-6-15,-3-1-8 0,3-2 11 0,-3 0-11 16,3-3 8-16,0 0-8 0,0-2 0 0,0 2 0 16,0-3 0-16,0 1 0 0,0-3 8 0,0 2-8 15,0-2-13-15,0 0-7 0,-3-3 0 0</inkml:trace>
  <inkml:trace contextRef="#ctx0" brushRef="#br0" timeOffset="37354.631">15386 7261 1337 0,'0'0'28'0,"0"0"6"0,0 0-34 0,0 0 0 0,0 0 0 0,0 0 0 15,0 0 109-15,0 0 15 0,0 0 4 0,0 0 0 16,0 0-52-16,0 0-9 0,0 0-3 0,0 0 0 16,-3 8 0-16,0-1 0 0,3 1 0 0,-3 0 0 15,3 6-40-15,3-1-8 0,-3 0-1 0,3 6-1 0,-3 2-2 16,3 3 0-16,0 5 0 0,-1 0 0 15,1-3-30-15,0 3-6 0,3-2-2 0,0 2 0 16,-3-3 72-16,0-2 14 0,3 0 4 0,-3-3 0 16,0-2-52-16,3-1-12 0,-3 1 0 0,0-3 0 0,0-1 0 15,3 1 0-15,-3 0 0 0,0-3 0 16,0 1-48-16,3-1-13 0,-3 0-3 0,0 0 0 16,3-2-74-16,-3 0-15 0,0-4-3 0</inkml:trace>
  <inkml:trace contextRef="#ctx0" brushRef="#br0" timeOffset="82241.335">15034 6880 1284 0,'0'0'36'0,"0"0"8"0,0 0-35 0,0 0-9 0,0 0 0 0,0 0 0 31,0 0 64-31,0 0 10 0,0 0 2 0,0 0 1 16,0 0-36-16,0 0-7 0,6 0-2 0,-3 0 0 15,3 0-8-15,3 0-1 0,0 0-1 0,0 0 0 0,3 0-6 0,0 2 0 0,0-2-1 0,0 0 0 16,2 0-6-16,1 0-1 0,0 0 0 0,3 0 0 15,0-2 6-15,0 2 1 0,0 0 0 0,0 0 0 32,-1-3-3-32,1 3-1 0,0-3 0 0,-3 3 0 15,3 0-3-15,-3-2-8 0,3-1 12 0,-1 0-4 0,1 3-8 16,0-2 12-16,3-1-12 0,-3 3 12 0,3-3-12 0,3 3 0 16,-1-2 0-16,1 2 0 0,0 0 0 0,0-3 0 0,0 0 0 15,2 3 8-15,-2-2-8 0,0 2 0 0,0-3 0 0,0 1 0 16,-1 2 0-16,4 0 0 0,3-3 0 0,0 3 0 15,0 0 0-15,2 0 0 0,4 0 0 0,0 0 8 16,-4 0 5-16,7 0 1 0,-3 0 0 0,3 0 0 16,-1 0-14-16,1 0 0 0,6-3 8 0,-4 3-8 15,1 0 0-15,3 0 11 0,-4 0-11 0,4 0 10 16,-3 0 8-16,-1 0 2 0,1 0 0 0,3 0 0 16,-1-2-5-16,-2 2-1 0,6 0 0 0,-4-3 0 15,1 3-4-15,-3-3-1 0,2 3 0 0,4 0 0 16,-7-2-9-16,7 2 10 0,0 0-10 0,-1-3 10 15,-2 3-10-15,0-3 0 0,-4 3 0 0,7 0 8 16,-3 0-8-16,-1-2 0 0,4 2 0 0,-1 0 0 16,-2 0 0-16,0 0 8 0,-4 0-8 0,4 0 0 15,-3 0 0-15,2 0 8 0,4 0-8 0,0 0 0 0,-4 0 9 16,4 0-9-16,-3 0 10 0,2 0-10 16,-2 0 8-16,2 2-8 0,1-2 0 0,3 0 9 0,-7 0-9 15,4 0 0-15,0 0 0 0,-1 0 8 16,1 0-8-16,-1 0 0 0,1 0 0 0,0 0 8 15,-1 0-8-15,1 0 0 0,3 0 0 0,-1 0 0 0,-2 0 0 16,-1 0 8-16,1 0-8 0,0 0 0 16,-1 0 8-16,1 0-8 0,0 0 0 0,-1 0 8 0,-2-2-8 0,0 2 0 0,-1 0 0 15,1-3 8 1,-1 3-8-16,1-3 0 0,3 3 0 0,-1-2 8 0,-2 2-8 0,-3 0 0 0,-1-3 0 16,4 3 0-16,-3-2 0 0,2 2 8 0,1-3-8 0,0 3 0 15,-4-3 0-15,-2 3 0 0,3-2 0 0,-1 2 0 16,-2 0 0-16,0-3 8 0,-1 3-8 0,4 0 0 15,-3-3 0-15,-3 3 8 0,2 0-8 0,1 0 0 16,-6 0 0-16,2 0 0 0,-5 0 0 0,3 0 0 16,0 0 0-16,-1 0 0 0,1 0 0 0,0 0 0 15,0 0 0-15,-1-2 0 0,1 2 0 0,0 0 0 16,0-3 0-16,-4 3 0 0,4-3 0 0,0 3 0 16,-3 0 0-16,-1 0 0 0,4 0 0 0,3-2 8 15,-6 2-8-15,2 0 0 0,1-3 0 0,0 3 0 16,-3-3 0-16,-1 3 0 0,1 0 0 0,0-2 0 15,-3 2 0-15,-1 0 0 0,-2-3 0 0,0 0 8 16,3 3-8-16,-3-2 0 0,2-1 0 0,-2 3 0 16,3-2 0-16,-3-1 0 0,0 0 0 0,-1 1 0 15,1-1 0-15,-3 0 0 0,0 1 0 0,0-4 0 16,0 4 0-16,-3-1 8 0,2 0-8 0,-2 1 0 16,0-1 0-16,0 0 0 0,3-2 8 0,-3 3-8 15,2-1 0-15,-2 0 10 0,0 1-10 0,3-1 10 16,-3 0-10-16,0 3 10 0,-3-5-10 0,2 5 10 15,-2-3 1-15,-3 3 0 0,3 0 0 0,-3 0 0 0,0 0 3 0,0 3 1 0,-3-3 0 0,0 3 0 16,0-1-5 0,-3 1-1-16,0 2 0 0,-3 1 0 0,3-4-9 0,-4 3 12 15,1 1-12-15,0-1 12 0,0 3-4 0,0 0 0 0,-3-3 0 16,3 3 0-16,-3 3-8 0,3-3 12 0,-3 2-12 16,3-2 12-16,-3 5-12 15,0-2 0-15,0 0 9 0,0 2-9 0,0-3 0 0,0 1 9 0,0 0-9 0,0 2 0 16,0-3 8-16,-3 4-8 0,3 2 0 0,0-3 0 15,0 3 0-15,-3-1 0 0,3 4 8 0,-3-3-8 16,3 5 8-16,0-2-8 0,-3-1 9 0,3 3-9 16,-3 0 0-16,0-2 0 0,3 2 0 0,-3 0 0 15,3-2 0-15,-2 2 0 0,2 0 0 0,0-2 0 16,-3 2 0-16,3-3 0 0,0 4 0 0,-3-1 0 16,3 0 0-16,0 3 11 0,0-3-11 0,3 5 10 15,-3-2 0-15,3 3 0 0,-1-1 0 0,1 1 0 16,0-1-10-16,3 0 8 0,0-2-8 0,-3 3 8 15,3-6 0-15,0 3 0 0,3-3 0 0,-6 0 0 16,3 0 0-16,0 0-8 0,-3 3 12 0,3-3-4 16,0 1 1-16,-3-1 0 0,3-3 0 0,-3 3 0 15,3-2-1-15,-3-1-8 0,0-2 12 0,0 0-4 16,0 0-8-16,0-5 0 0,-3-1 9 0,3 3-9 0,-3-5 0 0,0 3 9 16,0-3-9-16,0 0 0 0,0 0 10 15,0-6-10-15,0-2 8 0,-3 6-8 16,3-6 11-16,0 0-3 0,0 0-8 0,-6 5 12 0,6-5-4 15,-6 3-8-15,0-3 11 0,0 2-11 0,0-2 10 16,0 0-10-16,0 0 8 0,0-2-8 16,-3 2 0-16,3-3 8 0,-6 0-8 0,3 3 0 0,0-2 0 15,0 2 0-15,1 0 8 0,-1-3-8 0,-3 3 0 0,3 0 0 0,-3 0 0 16,0 0 0-16,0 0 0 0,-3-3 0 0,3 3 0 0,0 0 0 16,-3 0 0-16,1 0 0 0,2 0 0 0,-3 0 0 15,-3 3 0-15,3-3 0 0,-3 0 0 0,3 3 0 16,-3-3 0-16,4 0 0 0,-4 0 0 0,3 0 0 15,-3 0 0-15,0 0 0 0,0 0 0 0,-3 0 0 16,1 0 0-16,-1 0 0 0,3 0 8 0,-6 0-8 16,3 0 0-16,-3 0 0 0,1 0 0 0,-1 2 0 15,0-2 0 1,0 0 0-16,-3 0 0 0,1 3 0 0,-1-3 0 0,-3 3 0 0,3-3 0 16,-3 0 0-16,-2 2 0 0,-1-2 0 0,0 0 0 0,-5 0 8 15,2 0-8-15,-3 3 0 0,0 0 0 0,-2-3 0 16,-1 0 0-16,0 2 0 0,4-2 8 0,-10 0-8 15,0 0 0-15,1 0 0 0,-1 0 9 0,-5 0-9 16,2 0 0-16,0 0 0 0,1 0 0 0,-7 0 0 16,7 0 0-16,-4 0 0 0,1 3 0 0,-4-3 0 15,3 0 0-15,1 0 0 0,-4 0 0 0,1 0 8 16,2 0-8-16,4 0 0 0,-4 3 0 0,-6-3 0 16,7 2 0-16,-4-2 0 0,1-2 0 0,-7 2 0 15,10 0 0-15,-4 2 0 0,3 1 0 0,-2-3 0 16,-1 2 0-16,4-2 0 0,-4 0 0 0,-2 0 0 15,8 0 0-15,-2 0 0 0,-1 3 0 0,-3-3 8 16,7 3-8-16,-7-3 0 0,4 2 0 0,-4 1 0 16,6 0 0-16,-2-3 0 0,5 0 0 0,-5 2 0 15,2-2 0-15,1 3 0 0,-1-3 0 0,-3 3 0 16,7-3 0-16,2 0 0 0,0 2 0 0,-5-2 0 0,5 3 0 16,0-3 0-16,-2 0 0 0,-1 0 0 0,4 0-15 0,2 0-7 15,0 3-2-15,-2-3 0 0,2 0 40 16,-3 0 7-16,4 0 1 0,-7-3 1 0,9 3-40 15,-2 3-8-15,-1-3-1 0,0 0-1 0,4 0 39 16,-1 0 8-16,0 0 2 0,-2 0 0 0,2 0-24 0,-3 0 0 0,0 0 0 0,1 2 0 16,2-2-15-16,3 3-7 0,1 0-2 15,-4-3 0-15,6 2 39 0,-2-2 7 0,-4 0 2 0,3 0 0 16,0 3-24-16,-2-3 0 0,5 2 0 0,-3-2 0 16,0 3 0-16,7 0 0 0,-4-1 0 0,0 1 0 15,3-3 0-15,-2 0 0 0,-1 0 0 0,-3 3 0 16,7-3 0-16,-4 0 0 0,0 0 0 0,0 2 0 15,6 1-15-15,-2-3-7 0,2 3-2 0,0-1 0 16,0-2 40-16,1 3 7 0,-1-3 1 0,-3 0 1 16,3 0-25-16,0-3 0 0,-2 3 0 15,2 0 0-15,0 0-15 0,-3 3-8 0,4-3-1 0,-1 3-1 16,3-1 25-16,0 1 0 0,0-1 0 0,0 1 0 0,1 0 16 16,-1-3 8-16,0 0 1 0,-3 2 1 15,3-2-26-15,1 0 8 0,-4 0-8 0,0 0 0 16,3 3 0-16,3-3 0 0,-2 3 0 0,-1-3 0 15,3 2-17-15,0 1-9 0,3 0-2 0,-3-1 0 16,4 1 28-16,2-3 0 0,-3 3 0 0,3-1 0 16,-3 1 18-16,3-3 9 0,-3 0 1 0,3 0 1 15,1 3-29-15,-1-3 0 0,0 0 0 0,0 0 0 16,0 0 0-16,3 0 8 0,-3 0-8 0,3 0 0 16,0 2 0-16,1-2 0 0,-1 0 0 0,3 0 0 0,-3 0 0 0,3 0 8 0,0 0-8 0,0 0 0 15,0 0-20-15,3 0-11 16,0-2-1-16,0 2-1 0,0-3 77 0,6 3 16 0,-3-3 4 0,3 3 0 15,-6-5-52-15,3 2-12 0,-3-2 0 0,3 2 0 16,0-2-8-16,0 0-5 0,0-1-1 0,3-1 0 16,-3 1 22-16,3 1 5 0,-2-3 1 0,2 0 0 15,0-2-14-15,-3-1 0 0,3 0 0 0,0-2 0 16,-3 0 0-16,3-6 0 0,0 3 0 0,0-2 0 16,0-1 0-16,0-2 0 0,-3 0 0 0,6-3 0 15,-3 3 0-15,0-3 0 0,3 3 0 0,-3-3 0 16,0 3 0-16,3 0 0 0,-3 0 0 0,0 2 0 15,0-2 0-15,0 3 0 0,0-4 0 0,0 1 0 16,0 3 0-16,0-3 0 0,0-1 0 0,0-1 0 16,0 1 0-16,0-1 0 0,0 1 0 0,0-1 0 15,0-1 0-15,0 3 0 0,2-3 0 0,-2 3 0 16,0 2 0-16,0 1 0 0,3-1 0 0,-3 3 0 16,0-2 8-16,0 2-8 0,3-3 0 0,-3 1 0 15,0-1 0-15,0 3 8 0,-3-5-8 0,6 3 0 16,-3-1 0-16,0-2 0 0,3-3 0 0,-3 3 0 0,3 0 0 15,-3 0 0-15,3 0 0 0,0-1 0 0,0 4 0 16,0 2 0-16,0 0 0 0,0 3 0 16,0 0 0-16,0 2 0 0,0 0 0 0,0 4 0 15,0-1 0-15,0 0 0 0,0 0 0 0,0 0 0 0,0 2 0 0,0 1 0 16,0 0 0-16,-3 0 0 0,3-1 0 0,-3 6 0 0,0 0 0 16,0 0 0-1,3-2-24-15,-3 2-4 0,0-6 0 0</inkml:trace>
  <inkml:trace contextRef="#ctx0" brushRef="#br0" timeOffset="86739.239">18380 6806 1306 0,'0'0'27'0,"0"0"7"0,0 0-34 0,0 0 0 0,0 0 0 0,0 0 0 16,0 0 76-16,0 0 9 0,0 0 2 0,0 0 0 15,0 0 0-15,0 0 0 0,3-8 0 0,-3 0 0 16,3 0-15-16,0-6-2 0,3 1-1 0,-3-3 0 15,3-2-5-15,-3-3 0 0,3-1-1 0,0-1 0 16,0-1-12-16,0-3-3 0,3 4 0 0,-1-7 0 16,1 1-8-16,3-5-1 0,0 0-1 0,3-6 0 15,-3-5-6-15,3-3-2 0,0-5 0 0,3-2 0 16,-1-1-19-16,1-2-11 0,3 0 12 0,6-6-12 16,0 6 29-16,3 0-1 0,2 0 0 0,4-6 0 15,0 6-28-15,-1 0 0 0,1-3 0 0,3 0 0 16,-3 11-16-16,-1 2-10 0,4 6-2 0,0-3 0 15,-4 8 45-15,4 0 9 0,0 0 2 0,-1 0 0 16,-2 5-28-16,-6-3 0 0,-3 6 0 0,3-2 0 16,-10 7-46-16,1 0-14 0,0 0-4 0,-3 6 0 15,0 2 52-15,-3 3 12 0,0 2 0 0,-4-2 0 16,1 2 0-16,-3 3 0 0,0 3 0 0,-3-3 0 16,0 0-102-16,-3 3-18 0,3-1-3 0,-6-1-1 15,3 4-69-15,-3-5-15 0,0 3-2 0</inkml:trace>
  <inkml:trace contextRef="#ctx0" brushRef="#br0" timeOffset="87093.956">19297 4765 1109 0,'-15'8'47'0,"3"-2"-38"16,3-1 70-16,-3-2 13 0,3 2 4 0,3-2 0 16,-3 2-6-16,3-3-1 0,6-2 0 0,0 0 0 15,0 0-20-15,0 0-4 0,0 0-1 0,0 0 0 16,0 0-11-16,0 0-2 0,6 3-1 0,0-3 0 15,0 3-3-15,3-3-1 0,0-3 0 0,3 3 0 16,3-3-17-16,-3 3-3 0,3-2-1 0,3-3 0 16,-4 2-7-16,1-2-2 0,0 2 0 0,0 0 0 15,0-2 1-15,0 2 0 0,3 1 0 0,0 2 0 16,-4-6 19-16,1 4 4 0,3 2 1 0,-3 0 0 16,0 0-51-16,-3 0-10 0,0 0-3 0,0 2 0 15,-3 4 23-15,-3-6 0 0,0 2 10 0,-1 4-10 16,-2-1 20-16,-3 3-2 0,3 0-1 0,-6 0 0 15,3 0-17-15,-3 0 0 0,0 0 0 0,1 2 0 16,-1-2 0-16,-3 0 0 0,3 0 0 0,-3 0 0 16,3 0 0-16,-3 0 0 0,3 0 0 0,-3 0 0 15,3 0 0-15,0-3 0 0,3 0 0 0,0-5 0 16,-3 8-20-16,3-8-8 0,0 8-2 0</inkml:trace>
  <inkml:trace contextRef="#ctx0" brushRef="#br0" timeOffset="110719.367">20368 4260 1348 0,'9'-29'28'0,"-6"18"7"0,3 1-35 0,-3 2 0 0,0-5 0 0,3 2 0 16,-3 0 84-16,0 4 9 0,-3-1 3 0,3 0 0 15,-3 2-8-15,0-2-2 0,0 6 0 0,0 2 0 16,0 0-30-16,0 0-5 0,-3-8-2 0,3 8 0 16,-6 0-18-16,0 0-4 15,0 2-1-15,-3 4 0 0,0 2-17 0,-3 0-9 16,1 5 10-16,-1 5-10 0,0 1 0 0,-6 2 0 0,3 3 0 15,-6 2 0-15,3 3 0 0,0-2 8 16,1 2-8-16,-7 0 0 0,0-2 0 0,-3-4 0 0,0 4 8 16,-2-1-8-16,-1-5 0 0,3 6 0 0,0-1 8 15,-2-4-8-15,5 1-8 0,0-1-5 0,3-1-1 16,0-3 0-16,3-2 14 0,0-5 0 0,4-1 0 16</inkml:trace>
  <inkml:trace contextRef="#ctx0" brushRef="#br0" timeOffset="110977.384">19871 4260 1314 0,'0'0'56'0,"6"5"-45"16,3-2 70-16,-3 0 15 0,0 2 2 0,3 3 1 15,-3-3-13-15,3 3-2 0,3 3-1 0,-3-1 0 16,3 1-25-16,0 2-5 0,-1-2-1 0,4 2 0 15,0 3-20-15,0-3-5 0,0 3-1 0,0 2 0 16,0 1-9-16,0-3-1 0,-3 2-1 0,2-2 0 16,-2 5-7-16,0-2-8 0,-3-1 11 0,0 1-11 0,0 2 9 0,0-2-9 15,-3-1 0-15,3 1 9 0,-3-3-9 0,0-3 0 0,3 3 0 16,-3-3 0 0,0-3-124-16,2 4-16 0,-2-6-4 0</inkml:trace>
  <inkml:trace contextRef="#ctx0" brushRef="#br0" timeOffset="111485.575">20356 4652 1607 0,'3'-8'68'0,"3"0"-55"15,0 2 83-15,0-1 16 0,3-1 3 0,-3 0 1 16,3 2-23-16,3-2-4 0,-3 3-1 0,3-3 0 15,0 3-35-15,0 0-7 0,3-1-2 0,-4 4 0 16,4-1-16-16,-3 0-3 0,0 3-1 0,0-5 0 16,0 5-10-16,-3-3-2 0,0 3-1 0,0 3 0 15,0-3-11-15,0 5 0 0,-3-5 9 0,0 3-9 16,-4 0 0-16,4-1 0 0,-3 4 0 0,-3-6 8 16,0 5-8-16,3 0 0 0,-3 3 0 0,-3-3 0 15,3 1-11-15,-3 2 0 0,0-3 0 0,0 6 0 16,1-9-6-16,-1 3-2 0,0 1 0 0,0-1 0 15,3-5 4-15,-3 5 1 0,3-5 0 0,-3 6 0 16,0 2 1-16,3-8 0 0,0 2 0 0,0-2 0 16,0 8 2-16,3-5 1 0,0 2 0 0,3-2 0 15,-3 2 10-15,0-2 0 0,2-1-9 0,1 4 9 0,0-6 0 16,0 2 0-16,0 1-9 0,0 2 9 0,3-2 0 16,-3 0 0-16,0-1 0 0,0 1 0 0,0-3 0 15,0 2 0-15,0 1 0 0,0 0 0 0,0-1 0 0,-3 4 8 16,-3-6-8-16,0 0 0 0,3 2 11 0,-3-2-11 0,3 8 12 0,-6-2-12 15,3-1 26-15,-6 3-2 0,0 0 0 0,0-3 0 16,0 3-24-16,-3-3 0 16,0 6 0-16,0-6 0 0,-3 0 0 0,3 3 0 0,0-2 0 15,-3-1 0-15,1 3 0 0,-1-5 0 0,-3 2 0 0,0-3 0 16,3 1 0-16,-6 0 0 0,3-1 0 0,-3-2 0 16,-2 0-153-16,-1 0-30 0,0-2-5 0</inkml:trace>
  <inkml:trace contextRef="#ctx0" brushRef="#br0" timeOffset="111980.874">19761 3990 1060 0,'0'0'44'0,"-6"5"-35"15,0-5 18 1,0 0 3-16,0 0 1 0,6 0 0 0,-3 0 33 0,3 0 6 0,0 0 2 0,0 0 0 16,0 0-8-16,0 0 0 0,0 0-1 0,0 0 0 15,0 0-13-15,3 3-2 0,6 0-1 0,0-1 0 16,3-2 21-16,0-2 5 0,3 2 1 0,6-3 0 16,0 0-9-16,5-2-1 0,4 3-1 0,3-4 0 15,3 1-17-15,2 0-3 0,1 2-1 0,3 0 0 16,-1-5-12-16,-2 3-2 0,0 0-1 0,2-3 0 15,1 3-13-15,3-1-2 0,-1 1-1 0,1-3 0 16,-6 3-11-16,-4-1 0 0,-2 1 9 16,0 0-9-16,-6 2 0 0,-1-2 0 0,-2 2 0 0,-3-5 8 15,0 6-8-15,-3-4 0 0,0 4 0 0,-6-1 8 16,-1-2-30-16,-2 2-6 0,-3 3 0 0,-3-5-1 16,-3 5-110-16,0 0-21 0,0 0-5 0</inkml:trace>
  <inkml:trace contextRef="#ctx0" brushRef="#br1" timeOffset="127821.085">21687 9142 1326 0,'0'0'28'0,"0"0"5"16,0 0-33-16,0-3 0 0,0 3 0 0,0 0 0 16,0 0 66-16,-3-5 6 0,3 5 2 0,0 0 0 15,0 0-22-15,0 0-5 0,0 0-1 0,0 0 0 16,0 0-17-16,0 0-3 0,0 0-1 0,0 0 0 15,0 0 4-15,0 0 1 0,0 0 0 0,0 0 0 16,3 5-5-16,0 1-1 0,-3 2 0 0,0-1 0 0,3 1-10 0,-3 3-2 0,0 0-1 16,0-1 0-1,0 1-11-15,0-1 10 0,0 4-10 0,0-1 10 0,0 0-10 0,0 0 8 16,0 0-8-16,0 3 8 0,-3-2-8 16,3 1 0-16,0-1 9 0,-3 2-9 0,3-3 0 15,0 3 0-15,-3 0 0 0,3-1 0 0,0 4 0 0,0-3 8 16,0 0-8-16,0 2 0 0,0 1 0 0,-3-3 8 0,3-1-8 15,0 1 0-15,0 0 0 0,-3-5 0 16,3 2 0-16,0 0 0 0,-3-2 0 0,3-1 0 0,0 1 0 16,-3-3 0-16,3 0 0 0,0 0 8 0,-3-3-8 0,3 0 0 15,0-5 0-15,-3 8 0 0,3-2 0 0,0-6 0 16,0 0 0-16,0 0 0 0,0 0 0 0,0 0 0 16,0 0 0-16,0 0 8 0,0 0-8 0,0 0 0 15,0 0 8-15,0 0-8 0,0 0 10 0,0 0-10 16,0 0 17-16,0 0-2 0,-6-3-1 0,3-2 0 15,0-1 8-15,0-2 2 0,3-2 0 16,-3 2 0-16,0-5-12 0,0-1-1 0,3 1-1 0,-3-5 0 16,3-1-2-16,0 1-8 0,0-3 12 0,0-1-4 15,0 1 1-15,0 3 0 0,3-1 0 0,-3 1 0 16,0 2 3-16,3 0 0 0,-3 3 0 0,3 2 0 16,-6 0 0-16,3 4 1 0,0-1 0 0,0 0 0 15,0 2-1-15,0 1-1 0,0 0 0 0,0 5 0 16,0 0-11-16,0 0 10 0,0 0-10 0,0 0 10 15,0 0-10-15,0 0 0 0,0 0 0 0,0 0 0 16,0 0 0-16,0 0 0 0,0 0 0 0,0 0 0 16,3 5-20-16,0 0-5 0,0 3-2 0,0-2 0 15,0 2-116-15,-3-3-23 0,0 3-5 0</inkml:trace>
  <inkml:trace contextRef="#ctx0" brushRef="#br1" timeOffset="130974.395">22887 7004 1109 0,'0'0'23'0,"0"0"5"0,-6 0-28 0,3 3 0 0,3-3 0 0,-9 0 0 31,3 2 60-31,0-2 5 0,0 3 2 0,0-3 0 0,3 0-19 16,-3 0-3-16,0 0-1 0,0 0 0 0,6 0-8 16,-6 0-1-16,0 0-1 0,0 0 0 15,0 0 6-15,0-3 2 0,0 3 0 0,0-2 0 0,0 2-3 0,0 0-1 16,1-3 0-16,-1 0 0 0,-3 3 3 0,3-2 1 0,-3 2 0 0,0 0 0 15,0-3-10-15,0 3-1 0,-3 0-1 0,0-3 0 16,3 3-10-16,-3 0-3 0,0 0 0 16,3 0 0-16,-2 0-1 0,-1-2 0 0,3 2 0 15,-6 0 0-15,3-3-6 0,-3 3-2 0,3-3 0 0,-3 1 0 16,0 2 0-16,-2-3-8 0,-1 0 12 0,0 3-4 16,0 0-8-16,0-2 0 0,0 2 0 0,0-3 8 15,-2 3-8-15,2 0 0 0,0 0 9 0,0 0-9 16,3 0 9-16,-3 3-9 0,3-3 12 15,0 0-12-15,1 2 8 0,-1-2-8 0,0 0 0 0,0 0 0 16,0 0 8-16,-3 0-8 0,3 0 0 0,-3 0 0 16,-2-2 8-16,2 2-8 0,0-3 0 0,0 3 0 15,0-2 0-15,0 2 0 0,0 0 0 0,-2 0 0 16,2 0 19-16,0 0 0 0,0 0 0 0,3 2 0 16,-3-2-19-16,3 3 0 0,1-3 0 0,-1 0 0 15,0 2 0-15,3-2 0 0,-3 0 0 0,3 0 0 16,-3 0 0-16,0 0 0 0,3 0 0 0,-2 0 0 15,-1-2 0-15,0 2 0 0,0-3 0 0,0 3 0 16,0-2 0-16,0 2-12 0,3 0 1 0,-3 0 1 16,1 0 10-16,2 0 0 0,0 0 0 0,0 2 0 0,0-2 0 15,3 3 14-15,0-3-3 0,0 2-1 0,-3 1-10 0,6 0 0 16,-3-3 0-16,3 2 0 0,0 1 0 0,0 0 0 0,1-1 0 16,-1 1 0-16,0 0 0 0,0 2 0 0,6-5 0 0,-6 3 0 15,0 2 0-15,3-2 0 0,-3 2 0 0,0 0 0 16,0-2 0-16,0 2 0 15,0-2 0-15,0 2 0 16,0-2 0-16,0 2 0 0,0-2 0 0,0 2 0 0,0 0 0 16,0 0 0-16,0 1 0 0,0-1 0 0,3 0 0 0,-2 1 0 15,-1-1 0-15,3 0 0 0,0 1 0 0,0-1 0 0,0 0 0 0,0 3 0 16,0-3 0-16,3 1 8 0,0-1-8 0,-3 3 8 16,3 0-8-16,0-3 0 0,0 3 0 0,3 0 0 15,-3 0 0-15,0 0 0 0,3 0 0 0,0 0 0 16,-3 2 0-16,3-2 0 0,0 0 0 0,-3 3 0 15,3-1 0-15,0-2 0 0,-3 3 0 0,3-1 0 16,-3-2 0-16,3 3 0 0,-3 0-9 0,2-1 9 16,-2 3 0-16,0 1 0 0,3-4 0 0,-3 6 0 15,0-3 0-15,0 6 0 0,0-3 0 0,0 0 0 16,3 2 0-16,-3 1 0 0,3 2 0 0,-3 0 0 16,0-3 0-16,0 4 0 0,3-4 0 0,-3 3 0 15,0-2 0-15,0-1 0 0,0 1 0 0,0-1 0 16,0-2 0-16,-3 3 0 0,3-1 0 0,0 1 0 15,-3-1 0-15,3 1 0 0,0 2 0 0,-3 0 0 16,3 3 0-16,0-3 0 0,-3 3 0 0,3 0 0 16,-2-3 11-16,-1 0 5 0,3 3 2 0,-3-3 0 15,0 0-8-15,3-2-2 0,-3 2 0 0,0-2 0 0,0-1-8 16,0-2 10-16,0 0-10 0,-3 2 10 16,3-2-10-16,3 3 8 0,-3-1-8 0,0 3 8 15,0-2 1-15,3 2 0 0,-3 0 0 0,0 0 0 0,0-2 0 0,3 2 0 0,0 0 0 16,-3-2 0-16,3-1-9 0,-3 1 12 0,3-1-12 0,0-2 12 15,-3 0-12-15,3-3 10 0,0 3-10 16,0-3 10-16,-3 1-10 16,3 2 0-16,0-3 0 0,0 3 0 0,-3-3 9 0,3 5-9 0,0-2 10 15,0 5-10-15,-3-2 8 0,3 0-8 0,0 2 0 0,0 0 9 16,-3-3-9-16,3 4 0 0,-3-4 0 0,3 1 0 16,0-1 0-16,-3 1 0 0,3-3 8 0,0 2-8 15,-3-2 0-15,3 0 0 0,-3 0 0 0,0 0 0 16,3-1 0-16,-3 1 0 0,3 3 0 0,-3-1 0 15,0 1 0-15,3 2 0 16,-3 3 0-16,0-3 0 0,3 3 0 0,-3 0 0 0,0-1 0 0,3-1 8 16,-3 1-8-16,0-1 0 0,3-4 0 0,-3 1 0 15,3-1 0-15,-3-2 0 0,3 0 0 0,-3 0 0 16,3-3-8-16,-3 3-4 0,1-3-1 0,2 3 0 16,-3 0 21-16,3 2 5 0,0 1 1 0,-3-1 0 15,3 1-14-15,0-1 0 0,0 1 8 0,0 2-8 16,0-2 0-16,0-1 0 0,0 1 0 0,0-3 0 15,-3-1 0-15,3 1 0 0,0-2 0 0,0 1 0 16,0-4 8-16,0 2-8 0,0 1 0 0,0-4 0 16,0 3 0-16,0-2 8 0,3 0-8 0,-3-1 0 0,0 1 0 15,3-3 0-15,-3 2 8 0,0 1-8 0,3-1 0 0,-3-2 0 16,2 3 8-16,-2-1-8 0,3 4 0 0,-3-4 11 16,3-2-11-16,0 5 10 0,-3-2-10 0,3 0 0 0,0-3 0 0,-3 5 0 15,3-5 0-15,-3 2 0 0,0 1 8 16,3-3-8-16,-3 2 0 0,3 1 0 15,-3-3 0-15,0 0 8 0,0-3-8 16,0 3 0-16,0 0 0 0,0-3 0 16,3 3 0-16,-3-2 0 0,0-1 0 0,0 3 0 0,0-3 0 15,0-5 8-15,0 5-8 0,0 1 0 0,3-1 0 0,-3-5 0 0,0 8 0 16,0-3 0-16,0-5 0 0,3 5 0 0,0 1 0 0,-3-1 0 16,0-5 28-16,3 5 0 0,0-2 0 0,-3-3 0 31,3 5-45-31,0 1-9 0,-3-6-2 0,6 2 0 0,-3 1 28 0,3 0 0 0,-3-1 0 0,3 1 0 15,0-3 0-15,0 0 0 0,0 2 0 0,0-2 0 16,0 3 0-16,3-3 0 0,-3 0 0 16,3 0 0-16,-4 0 0 0,4 0 0 0,-3 0 0 0,3 0 0 15,0-3 0-15,0 3 0 0,0-2 0 0,3-1 0 16,0 3 0-16,3-2 0 0,0-1 0 0,0 0 0 16,2-2 17-16,4 2 9 0,0 1 2 0,3-1 0 15,0 0-47-15,-1 1-9 0,7 2-1 0,-3-3-1 16,-3 0 30-16,3 1 0 0,-1 2 0 0,-2-3 0 15,0 0 0-15,3 3 0 0,-3-2 0 0,2 2 10 16,1-3 12-16,0 3 2 0,3-2 1 0,0 2 0 16,-1-3-71-16,1 3-14 0,0 0-4 0,-3 0 0 15,-4 0 79-15,4 0 15 0,-6 3 3 0,3-3 1 16,-3 2-23-16,0-2-11 0,2 0 10 0,1 3-10 16,-3-3 0-16,3 2 0 0,0 1 0 0,-1 0 0 15,-2-1 0-15,0 1 0 0,0 0 0 0,0 2-10 0,-3-2 10 0,3-1 0 16,-7 1 0-16,4 2 0 0,-6-2 0 0,0 0 0 15,-3-1 0-15,0-2 0 0,0 3 0 0,0-1 0 16,-3-2 0-16,-3 3 0 0,3-3 0 0,-6 0 8 0,3 3-8 16,-3-3 0-16,0 0 0 0,0 0 9 0,6 0-9 0,-6 0 0 15,0 0 9-15,0 0-9 0,0 0 0 0,0 0 9 16,0 0-9-16,0 0 8 0,0 0-8 0,0 0 8 16,0 0-8-16,0 0 8 0,0-3-8 0,0-2 8 15,0 0-8-15,0-1 0 0,0 1 0 0,0 0 8 16,0-3-8-16,-3 2 0 0,3-2 0 15,0-2 0-15,-3 2 8 0,3-5-8 0,0 2 0 0,0-2 8 16,0-3-8-16,0 3 8 0,0-3-8 0,0-3 8 16,0 1-8-16,0-1 0 0,3 1 9 0,-3-1-9 15,0 1 8-15,3-1-8 0,-3 1 10 0,0-1-10 16,3 1 11-16,-3-1-11 0,3 1 12 0,-3-1-12 16,0 1 13-16,3-4-4 0,-3 1-1 0,0 0 0 15,3-3-8-15,-3-2 12 0,2 2-12 0,-2-5 12 16,3 2-12-16,0 1 10 0,0-3-10 0,-3 2 10 15,3 1-10-15,0 2 0 0,-3 3 0 0,3-3 8 16,-3 0-8-16,0 1 0 0,3-1 0 16,-3-3 0-16,0 1 0 0,0-3 0 0,-3-3 0 0,3 0 0 15,0 3 0-15,0 0 0 0,0 0 8 0,0 2-8 16,0 1 0-16,-3 2 0 0,3-2 9 0,0 2-9 16,0 0-26-16,-3-2-10 0,3-1-1 0,-3 1-1 15,3-3 62-15,0-3 12 0,-3 3 2 0,3-3 1 0,0 6-31 0,0-1-8 16,0 1 0-16,0 2 0 0,-3 3 24 15,3-1 0-15,0 1 0 0,-3-3 0 0,3 3-24 0,0 0 0 16,-2 0 0-16,2 0 0 16,0-3-10-16,-3 3-6 0,3-3-2 0,0 0 0 15,0-2 29-15,0 5 5 0,0-3 2 0,0 3 0 0,0-1-18 16,3 4 0-16,-3 2 0 0,0-3 0 0,0 4 0 0,0 1 0 0,0 1 0 0,0 0 0 16,0 0 0-16,2-3-19 0,-2 3 4 0,0-3 1 15,0 2 14-15,0-1 0 0,0-1 0 0,0 2 0 16,0-1 8-16,0-4 5 0,0 3 1 0,0-2 0 15,0 2-14-15,3-3 0 0,-3 3 0 0,0 1 0 16,3-4 0-16,-3 6-16 0,0-3 3 0,3 0 1 16,-3 3 12-16,0 2 0 0,0 1 0 0,0-1 0 15,0 0 0-15,3 1 0 0,-3-1 8 0,0 1-8 16,0 2 0-16,0 0 0 0,0-5 0 0,0 5 0 16,0-3 8-16,0 1-8 0,0-1 0 0,0-2 0 15,0-1 0-15,3 1 0 0,-3 0 8 0,0 0-8 16,0-3 0-16,0-3 8 0,0 1-8 0,0-1 0 15,0 3 11-15,3 1-11 0,-3-4 10 0,0 3-10 16,0 0 0-16,3 0 8 0,-3 1-8 0,0 1 0 16,3 1 0-16,-3 0 8 0,3 0-8 0,-3 2 0 15,3 0 8-15,0 1-8 0,-3-3 0 0,3 2 0 16,0 0 0-16,-3-2 8 0,3 0-8 0,0 2 0 16,-3-2 0-16,3 0 0 0,0 0 0 0,0 0 0 15,-3-1 0-15,3-2 0 0,0 1 0 0,-3 1 0 16,0-2 0-16,3 1 0 0,-3-1 0 0,0 0 0 0,0 0 0 0,3 3 8 15,-3 2-8-15,0-2 0 0,0 5 0 0,3-3 0 16,-3 3 0-16,0 0 0 0,3 3 0 0,-3 0 0 16,0 0 0-16,3-1 0 0,-3 4 0 15,0-4 0-15,0 6 0 0,3-2 0 0,-3 2 0 0,0 0-10 16,0 0 2-16,0 0 0 16,0-6-64-16,0 4-13 0,0 2-3 0</inkml:trace>
  <inkml:trace contextRef="#ctx0" brushRef="#br1" timeOffset="134120.958">22041 10211 1968 0,'0'0'83'0,"0"0"-67"15,0 0 73-15,0-5 15 0,0 5 2 0,0 0 1 16,0 0-21-16,-6-3-4 0,0 0-1 0,0 3 0 15,0 3-33-15,0 2-8 0,-2 1 0 0,-1 4-1 16,0 3-17-16,0 6-3 0,-3 2-1 0,0 6 0 16,-3-1 15-16,3 3 3 0,-3 0 1 0,0 6 0 0,3-4-29 0,-2 1-8 15,-4 2 0-15,3 4 0 0,0 1 0 0,0 4 0 16,0 2 0-16,0 5 0 0,-3-5 0 0,1-3 0 0,2 0 0 0,-6 3 0 16,3 0 0-16,0 0-13 0,3 0 3 0,-6 6 1 15,7-9 17-15,-1 0 3 0,0-2 1 0,0 0 0 31,3-1-12-31,0-4 0 0,0-1 9 0,-3 3-9 0,6-5 0 16,0 2 0-16,1 3-10 0,-1-5 10 0,3-3 0 16,0-2 11-16,3-3 0 0,0-3 0 0,0-3-11 0,0-2-16 15,0-3 4-15,3 1 1 0,-3-1 19 0,3-3 4 0,0-2 1 16,0-2 0-16,0 2-13 0,0-8-18 0,0 0 4 0,0 0 1 16,0 0-41-1,0 0-8-15,0 0-2 0,0 0 0 16,0 0-168-16,0 0-35 0</inkml:trace>
  <inkml:trace contextRef="#ctx0" brushRef="#br1" timeOffset="135957.629">21297 11627 1934 0,'-9'0'40'0,"3"0"9"16,6 0-39-16,-3 0-10 0,3 0 0 0,0 0 0 15,0 0 64-15,-6 0 12 0,6 0 1 0,0 0 1 16,0 0-28-16,0 0-6 0,-3 2 0 0,0 3-1 16,0 3-27-16,3-2-4 0,0 2-2 0,0 0 0 15,3-1-10-15,0 1 0 0,0 0 0 0,3 3 0 16,-3-3 0-16,3 0 0 0,3 0 0 0,-3 2 0 16,3-2 0-16,-3 0 0 0,3 0 0 0,0-3 0 0,-3 1 0 15,3-1 0-15,-3-2 0 0,3-1 0 16,-4 1 9-16,4-3 3 0,-3 0 1 0,3-3 0 15,0 3 15-15,0-2 4 0,0 2 0 0,0-6 0 0,3 4 16 0,0-4 3 16,0 4 1-16,0-6 0 0,3 3-42 0,-1-3-10 16,-2 2 0-16,6-2 0 0,0 0 0 0,-3-2 0 0,3 2 0 0,0-3 0 15,-1 3-61 1,1-2-15-16,0-1-2 0</inkml:trace>
  <inkml:trace contextRef="#ctx0" brushRef="#br1" timeOffset="142789.641">21735 12404 1824 0,'0'0'38'0,"0"0"8"16,-3-2-37-16,3 2-9 0,0 0 0 0,-6-3 0 16,6 3 104-16,0 0 20 0,0 0 3 0,-6-2 1 15,0 4-103-15,0 1-25 0,0-1 0 0,-6 4 0 16,3 2 0-16,-3 2 0 0,0 3 0 0,-3 3 0 16,0 0 56-16,-2 0 7 0,-1 3 1 0,-3 2 0 15,3 0-64-15,-3 3-28 0,0 0 3 0,1 2 0 16,-1-2 9-16,0 2 3 0,3-2 0 0,-3 3 0 15,0-4-23-15,1 1-4 0,-1-3 0 16,-3 1-1-16,3-4-26 0,3 1-5 0,-3-4 0 0</inkml:trace>
  <inkml:trace contextRef="#ctx0" brushRef="#br1" timeOffset="143065.096">21273 12563 1963 0,'0'-10'40'0,"0"10"12"0,0 0-42 0,0 0-10 16,0 0 0-16,0 0 0 0,0 0 69 0,0 0 12 0,0 0 3 0,0 0 0 15,0 0-35-15,0 0-6 0,3-3-2 0,-3 3 0 16,6 0-3-16,0 0-1 0,3 3 0 0,-3 2 0 16,3 3-1-16,3 0 0 0,0 0 0 0,0 5 0 15,-3-2-14-15,3 2-3 0,-1 0-1 0,1 3 0 16,0 0-9-16,0 0-1 0,0 0-8 0,3-1 12 15,-3 4-12-15,3-1 0 0,0-2 0 0,-1 3-10 16,1-3 10-16,3 0 0 0,-3-3 0 0,0 0 0 16,0-2-101-16,0-3-19 0,0-3-3 15</inkml:trace>
  <inkml:trace contextRef="#ctx0" brushRef="#br1" timeOffset="143284.952">21833 12775 1579 0,'0'0'32'0,"0"0"10"0,0 0-34 15,0 0-8-15,0 0 0 0,0 0 0 0,0 0 136 0,0 0 24 0,0 0 6 0,0 0 1 16,0 0-63-16,0 0-12 0,0 0-2 0,-3 5-1 16,-3 0-20-16,3 1-4 0,3-1-1 0,-3 6 0 15,3-3-51-15,0 0-13 0,0 2 0 0,3 1 0 16,-3-1 40-16,0 1 6 0,3 2 1 0,-3-2 0 16,3 2-31-16,0 0-7 0,-3 0-1 0,3 3 0 15,0-3 0-15,-3 1 0 0,3-1 0 0,0 0 0 16,-3 0-8-16,3-2 0 15,-3 0 0-15,0 2 0 16,0-5-111-16,3 2-27 0,0 1-6 0</inkml:trace>
  <inkml:trace contextRef="#ctx0" brushRef="#br1" timeOffset="143521.716">22232 12783 2515 0,'-3'-8'52'0,"0"0"12"0,3 3-51 16,0-1-13-16,-3-2 0 0,3 3 0 15,0 0 43-15,-3 0 5 0,3-1 2 0,0 6 0 0,0 0-37 0,0-5-13 0,0 5 9 0,0 0-9 31,0 0-16-31,0 0-8 0,0 0-1 0</inkml:trace>
  <inkml:trace contextRef="#ctx0" brushRef="#br1" timeOffset="144146.241">22690 12516 2290 0,'6'-14'48'0,"0"1"11"0,0 0-47 15,-3 2-12-15,3 1 0 0,0-1 0 0,-3 6 57 0,3 0 10 0,-3-1 1 0,-3 6 1 16,0 0-5-16,0 0 0 0,6 3-1 0,-3 0 0 15,3 2-50-15,0 3-13 0,0 0 0 0,0 5 0 16,2-2 56-16,-2 2 7 0,3 3 1 0,0 0 0 16,3 2-52-16,0-2-12 0,0 5 0 0,-3 0 0 15,6-2 0-15,-3 5 0 0,0-1 0 0,2 1 0 16,-2 0 0-16,3 2 0 0,-3-2 0 0,0 0 0 16,-3-3 0-16,3 0 0 0,-3-5 0 0,-3 3 0 15,3-6-56-15,-3 0-13 16,0-2-3-16,-3-1-1 0,0-2-164 0,-6 0-33 0</inkml:trace>
  <inkml:trace contextRef="#ctx0" brushRef="#br1" timeOffset="148598.223">23041 12468 1630 0,'0'0'68'16,"0"0"-54"0,0 0 65-16,0 0 13 0,0 0 2 0,-3 3 1 15,0 2-24-15,3-5-5 0,-3 8-1 0,0-3 0 16,0 0-16-16,-2 1-3 0,2-1-1 0,-3 3 0 16,0-3-13-16,3 3-2 0,-3 3-1 0,-3-3 0 0,0 5-11 15,0-3-2-15,0 4-1 0,-6 2 0 16,0-1-15-16,0 4 0 0,-3 0-12 0,1 2 12 15,-1 0 0-15,0 5 0 0,0-2 0 0,-3 3 0 16,3-4 0-16,0 1 0 0,4 0 0 0,-1-3 0 16,0-2 0-16,3-3 0 0,0-1 0 0,3 1 0 0,0-2-14 15,0-1 4-15,3 0 1 0,0 0 0 16,0-2-37-16,3-3-7 0,0 0-2 0,0 0 0 16,3-8-97-16,0 0-20 0,0 0-4 0</inkml:trace>
  <inkml:trace contextRef="#ctx0" brushRef="#br1" timeOffset="149078.56">22601 12201 1337 0,'0'0'28'0,"0"0"6"0,0 0-34 0,0 0 0 0,0 0 0 0,0 0 0 15,0 0 109-15,0 0 15 0,0 0 4 0,0 0 0 16,0 0-52-16,0 0-9 0,0 0-3 0,6 0 0 16,0 0 21-16,0 0 4 0,3-3 1 0,0 3 0 15,5-3-42-15,1 1-8 0,0-1-1 0,6 0-1 16,3 1-1-16,3-1 0 0,2 1 0 0,1-4 0 16,0 4-21-16,0-4-5 0,-1 1-1 15,1 2 0-15,-6 1-10 0,0-1 0 0,-6 0 9 16,3 1-9-16,-4-1 0 0,-2 0 8 0,0 3-8 15,0-2 0 1,-3 2 14-16,0-3-2 0,-3 3 0 0,0 0 0 0,0 0-12 0,-9 0 0 0,0 0 0 0,0 0 0 31,0 0-47-31,0 0-12 0,0 0-2 0,0 0-1 0,0 0-106 0,0 0-22 0</inkml:trace>
  <inkml:trace contextRef="#ctx0" brushRef="#br1" timeOffset="152909.92">23181 12902 1792 0,'0'0'51'0,"0"0"10"0,0 0-49 0,0 0-12 0,0 0 0 0,0 0 0 15,0 0 47-15,0 0 6 0,0 0 2 0,0 0 0 16,0 0 12-16,0 0 2 0,0 0 1 0,0 0 0 16,0 0-2-16,0 0-1 0,0 0 0 0,0 0 0 15,0 0-54-15,0 0-13 0,0 0 0 0,0 0 0 16,0 0 54-16,0 0 8 0,3 0 2 0,3 0 0 15,0-3-52-15,0 3-12 0,0-2 0 0,0 2 0 16,3-3 54-16,-3 0 8 0,3 1 2 0,0 2 0 16,0 0-52-16,0-3-12 0,0 3 0 0,-1 0 0 15,1 0 0-15,-3 0 0 0,0 0 0 0,0 3 0 16,0-1 0-16,0 1 0 0,-3 0 0 0,0 2 0 0,0 0 0 16,0 3 0-16,-3-3 0 0,0 6 0 15,-3-3-48-15,0 3-13 0,-3-1-3 0,0 3 0 16,-3-2 52-16,0-1 12 0,0 1 0 0,-2 0 0 15,2 2 0-15,-3-3 0 0,0 1 0 0,0 0 0 0,3-1 0 0,0 1 0 16,3 2 0-16,-3-2 0 0,3-3 0 0,3 2 0 0,-3 1 0 16,3-3 0-16,3 0 0 0,-3 0 0 0,3-3 0 0,3 3 0 15,-3-3 0-15,3-2 0 0,0 2 0 0,3-2 0 16,0-1 0-16,3-2 0 0,3 0 0 0,0 0 0 16,0-2 0-16,3-1 0 0,0-2 0 0,2 2 0 15,1-2 48-15,-3-1 13 0,6 1 3 0,-6 0 0 16,3 0-52-16,-3-3-12 15,-1 2 0-15,4 1 0 16,-3 0-48-16,0-3-13 0,3 3-3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336.48792" units="1/cm"/>
          <inkml:channelProperty channel="Y" name="resolution" value="378.5488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2-07T23:05:15.131"/>
    </inkml:context>
    <inkml:brush xml:id="br0">
      <inkml:brushProperty name="width" value="0.05292" units="cm"/>
      <inkml:brushProperty name="height" value="0.05292" units="cm"/>
      <inkml:brushProperty name="color" value="#00B0F0"/>
    </inkml:brush>
    <inkml:brush xml:id="br1">
      <inkml:brushProperty name="width" value="0.05292" units="cm"/>
      <inkml:brushProperty name="height" value="0.05292" units="cm"/>
      <inkml:brushProperty name="color" value="#FF0000"/>
    </inkml:brush>
    <inkml:context xml:id="ctx1">
      <inkml:inkSource xml:id="inkSrc10">
        <inkml:traceFormat>
          <inkml:channel name="X" type="integer" max="9600" units="cm"/>
          <inkml:channel name="Y" type="integer" max="7200" units="cm"/>
          <inkml:channel name="T" type="integer" max="2.14748E9" units="dev"/>
        </inkml:traceFormat>
        <inkml:channelProperties>
          <inkml:channelProperty channel="X" name="resolution" value="336.48792" units="1/cm"/>
          <inkml:channelProperty channel="Y" name="resolution" value="378.54889" units="1/cm"/>
          <inkml:channelProperty channel="T" name="resolution" value="1" units="1/dev"/>
        </inkml:channelProperties>
      </inkml:inkSource>
      <inkml:timestamp xml:id="ts1" timeString="2022-02-07T23:06:07.293"/>
    </inkml:context>
    <inkml:brush xml:id="br2">
      <inkml:brushProperty name="width" value="0.05292" units="cm"/>
      <inkml:brushProperty name="height" value="0.05292" units="cm"/>
    </inkml:brush>
  </inkml:definitions>
  <inkml:trace contextRef="#ctx0" brushRef="#br0">18181 8594 1624 0,'0'0'46'0,"0"0"10"0,0 0-45 0,0 0-11 0,0 0 0 0,0 0 0 31,0 0 52-31,-3-2 9 0,3 2 2 0,0 0 0 0,0 0-18 0,0 0-3 0,0 0-1 0,0 0 0 16,0 0-14-16,0 0-3 0,0 0-1 0,0 0 0 15,0 0-5-15,-3 5-1 0,0 3 0 0,0 2 0 16,0 1-8-16,0 2-1 0,3 3-8 0,-3 0 12 16,3 0-12-16,-3 2 0 0,3 1 0 0,3-1 0 15,-3 1 23-15,3-1-2 0,-3 1 0 0,3-3 0 16,0 0-21-1,3 0 0-15,-3-3 0 0,3 0 0 0,-1-2 0 0,1-1 0 0,0 1 0 0,3-3 0 16,-3 0 0-16,3-3 0 0,0 0 0 0,0-2 0 16,0 2 0-16,3-5 0 0,0 3 0 0,0-3 0 15,0-3-13-15,0 3-7 0,2-2-2 0,-2-1 0 16,3 0 34-16,0 1 6 0,-3-4 2 0,3 1 0 16,0-3 27-16,-3-3 5 0,0 1 2 0,-1-1 0 15,1-2-2-15,-3-3 0 0,3 0 0 0,-3-2 0 16,0-1-12-16,-3-2-2 0,0 0-1 0,-3 0 0 15,3 2-11-15,-6-2-2 0,0 3-1 0,-3-1 0 16,0 3-10-16,0 0-1 0,-3 0-1 0,0 3 0 16,0 3-3-16,-3 2-8 0,0-3 12 0,-3 3-4 15,0 0-8-15,1 3 0 0,-4 0 0 0,0 2 0 16,0 0-8-16,-3 3-8 0,-3 0 0 0,3 0-1 16,-2 6-17-16,2-4-3 0,0 6-1 0,-3 0 0 15,3 3-123-15,0 5-25 0,0-1-5 0</inkml:trace>
  <inkml:trace contextRef="#ctx0" brushRef="#br0" timeOffset="1116.625">18237 10655 1094 0,'0'0'46'16,"0"0"-37"-1,0 0 44-15,0 0 9 0,0-5 2 0,0 5 0 16,0 0 40-16,-3-5 9 0,3 5 2 0,0 0 0 16,0 0-46-16,0-5-9 0,0 5-1 0,0 0-1 15,0 0-3-15,0 0-1 0,0 0 0 0,-6 0 0 16,6 0-20-16,0 0-4 0,0 0-1 0,-6 0 0 15,6 0-29-15,-6 0 0 0,0 5 0 0,0-3 0 0,3 4 0 16,-3-1 0-16,3 3 0 0,-2 0 0 0,2 0 0 0,-3 2 0 0,3 1 0 16,0 5 0-16,-3-3 0 0,3 3 0 15,0 3 0-15,3-1 0 0,-3 1 0 0,0-1 0 0,0 1 0 0,0-1 0 16,3-2 0-16,0 3 0 0,0-4 0 0,0 1 0 16,0 0 0-16,0-3 0 0,3-2-13 0,0 2 4 15,0-2-3-15,0-1-1 0,0-2 0 0,3 0 0 31,-3 0-24-31,3 0-5 0,0-3-1 0,-1 3 0 0,1-5 35 0,3 0 8 0,-3-1 0 0,3 1 0 16,0-3 0-16,3 0 0 0,-3-3 0 0,6 1 0 16,-3-4 0-16,3 1 0 0,0 0 0 0,-1-3 0 15,4 0 21-15,-3 0 7 0,3 0 0 0,0-3 1 16,0 1 5-16,0-3 1 0,-3-1 0 0,-1-1 0 16,1 1 18-16,0-2 4 0,0-2 1 0,-3 2 0 15,-3-5-14-15,0 2-4 0,-3 1 0 0,0-1 0 16,-3 1-7-16,0-1-1 0,0 1-1 0,0 2 0 15,-3 0-3-15,-3 0 0 0,3 0 0 0,-6 3 0 16,0 0-9-16,0 2-3 0,-3 1 0 0,0-1 0 16,-3 3-7-16,0 3-1 0,0-3-8 0,-3 3 12 15,0 2-12-15,-2 0 0 0,-1 3 8 0,0 0-8 16,0 3-40-16,-3 0-12 0,3-1-1 0,-3 4-1 16,4-1 43-16,2 3 11 0,-3 2 0 0,0 1 0 15,3 2-176-15,0 0-32 0,3 3-8 0</inkml:trace>
  <inkml:trace contextRef="#ctx0" brushRef="#br0" timeOffset="2947.889">22571 8459 1799 0,'0'0'51'0,"0"0"11"0,0 0-50 0,0 0-12 0,0 0 0 0,0 0 0 15,0 0 73-15,0 0 12 0,0 0 3 0,0 0 0 16,0 0-27-16,0 0-5 0,0 0 0 0,0 0-1 16,0 8-12-16,0 0-3 0,-3 0 0 0,3 3 0 15,-3-1-9-15,0 3-3 0,3 1 0 0,-3 2 0 16,0-1-7-16,-3 4-1 0,3 2-1 0,0 6 0 16,0-4-8-16,0 7-2 0,3 1 0 0,0 1 0 15,-3-6-1-15,3 4-8 0,0-4 12 0,0-2-4 16,0-3-8-16,0 0 0 0,3 0 0 15,-3-2 8-15,0-1-8 0,0 1 12 0,0-3-12 0,0 2 12 16,0-2-12-16,0 0 0 0,0 0 0 0,0-3 0 16,-3 3 0-16,3-3 0 0,-3 1 0 0,3-4 0 15,-3 3-172-15,3-5-37 16,0 3-7-16</inkml:trace>
  <inkml:trace contextRef="#ctx0" brushRef="#br0" timeOffset="4769.756">20336 8597 2066 0,'-6'0'43'0,"0"2"10"16,6-2-42-16,-6 3-11 0,3 0 0 0,-3 2 0 15,0 3 53-15,3 0 9 0,-3 3 2 0,0 2 0 16,0 3-52-16,0 0-12 0,-3 5 0 0,3 0 0 15,0 3 0-15,0-1 0 0,0 4 0 0,3-1 0 16,-3 1 32-16,3-1 4 0,0 1 1 0,3-1 0 16,-3 1-8-16,3-1-1 0,0-2-1 0,0 2 0 15,3-4-42-15,0 1-8 0,3-4-1 0,-3 5-1 16,6-6 25-16,-3-2 0 0,3 0 0 0,0-3 11 0,3 0 7 16,0-5 2-16,0 0 0 0,3 0 0 0,-3-5-20 15,3 0 0-15,2-6 0 0,1 0 0 16,-3-2 39-16,3-6 4 0,0 1 1 0,0-3 0 15,0-6 1-15,2 3 1 0,-2-2 0 0,-3-3 0 0,0-1-6 16,0 1-2-16,-3-3 0 0,0 1 0 0,0-1-30 0,-3-3-8 16,-1 1 0-16,-2 2 0 0,-3-2 52 15,0 2 10-15,-3-3 2 0,0 3 0 0,-3 1-64 0,0 1 0 16,0-1 0-16,-3 2-10 0,-2-1 10 0,-1 6 9 0,-3-2-1 0,0 5-8 16,-3-1 0-16,0 4 0 15,-3-1 0-15,0 6 0 16,-2 0-52-16,-1-1-7 0,0 6-1 0,0 0-1 15,0 3-3-15,0 2 0 0,0 3 0 0</inkml:trace>
  <inkml:trace contextRef="#ctx0" brushRef="#br0" timeOffset="5860.996">22583 10579 1094 0,'0'0'46'0,"0"0"-37"16,0 0 44-16,0 0 9 0,0 0 2 0,0 0 0 16,0 0-52-16,0 0-12 0,0 0 0 0,0 0 0 15,0 0 0-15,0 0 0 0,0 0 0 0,0 0 0 16,0 0-48-16,0 0-13 0,0 0-3 0,0 0 0 16,0 0 52-16,0 0 12 0,0 0 0 0,0 0 0 15,0 0 0-15,-3-6 0 0,3 6 0 0,0 0 0 16,0 0 48-16,0 0 13 0,0 0 3 0,-6 0 0 15,6 0 0-15,0 0 0 0,-6 0 0 0,6 0 0 16,-6 0-16-16,6 0-2 0,0 0-1 0,0 0 0 16,0 0 11-16,0 0 1 0,0 0 1 0,-6 0 0 15,6 0-26-15,0 0-6 0,0 0-1 0,-6 0 0 16,6 0 31-16,0 0 7 0,-3 6 1 0,0-1 0 16,-3 0 0-16,6 1 0 0,-3 2 0 0,0-1 0 15,3 4-52-15,0 2-12 0,-3 3 0 0,3 3 0 16,-3-1 54-16,3 3 8 0,-3 3 2 0,0 3 0 15,3-1-52-15,-3-2-12 0,3 2 0 0,0 1 0 0,-2-3 0 0,2-1 0 16,0-1 0-16,-3 1 0 0,3-4 0 0,0-1 0 0,0 1 0 16,-3-3 0-16,3 0 0 0,-3 0-16 0,0 0 3 15,3-3 1-15,-3 0 12 0,0 0-11 0,-3-2 11 0,0-1-10 32,3 1-26-32,-3-3-6 0,0 2-1 0,0-4 0 15,0 2-119-15,0-6-24 0,0 4-5 0</inkml:trace>
  <inkml:trace contextRef="#ctx0" brushRef="#br0" timeOffset="6344.549">20529 10565 1561 0,'0'0'66'0,"0"0"-53"15,0 0 83-15,0 0 17 0,0 0 3 0,0 0 1 16,0 0-29-16,0 0-7 0,0 6-1 0,0 2 0 16,-3 0-24-16,3 5-6 0,0-3-1 0,-3 6 0 15,0 3-19-15,3 5-4 0,-3-1-1 0,0 7 0 16,3-4-12-16,0 3-2 0,-3 0-1 0,3 0 0 15,0-2-10-15,0-1 8 0,0 1-8 0,0-1 8 16,0-2-8-16,3-3 0 0,-3 3 0 0,0-3 8 16,0 0-8-16,0 1 0 0,0-4 0 0,0 3 8 15,0-2-32-15,-3-3-6 16,3-1-2-16,-3-1 0 0,3-1-33 0,-3-2-7 0,0-1-2 0</inkml:trace>
  <inkml:trace contextRef="#ctx0" brushRef="#br0" timeOffset="6969.581">16252 8499 1579 0,'0'0'32'0,"0"0"10"15,0 0-34-15,0 0-8 0,6-3 0 0,-6 3 0 16,0 0 80-16,0 0 13 0,0 0 3 0,0 0 1 16,0 0-53-16,3 6-10 0,0-4-2 0,0 6-1 15,-3 0 26-15,0 3 6 0,0-1 1 0,-3 4 0 16,0 1 0-16,3 7 0 0,-3-1 0 0,0 3 0 15,0 5-52-15,3 0-12 0,-3 5 0 0,0 1 0 16,3-1 0-16,0-2 0 0,0-1 0 0,0 4 0 16,0-3 0-16,3-1 0 0,-3 4 0 0,3 2 0 0,0-3 0 0,0 1 0 0,0 2 0 0,0 0 0 15,0-6-11-15,3-1-5 0,-3-1 0 0,0-3-1 32,-1 1-127-32,1-4-26 0,0 4-5 0</inkml:trace>
  <inkml:trace contextRef="#ctx0" brushRef="#br0" timeOffset="7498.068">16255 10520 1579 0,'-6'-7'32'0,"6"7"10"0,0 0-34 0,0 0-8 0,-3-6 0 0,3 6 0 16,0 0 109-16,0 0 20 0,0 0 4 0,0 0 1 15,0 0-49-15,0 0-9 0,0 0-3 0,0 0 0 16,0 0-26-16,-3 6-6 0,3 1-1 0,0 4 0 16,0 0-24-1,0 2-6-15,0 0-1 0,0 3 0 0,0 3 27 0,0 2 6 0,0 2 1 0,0 1 0 16,0 3-18-1,0-1-3-15,3 3-1 0,-3 0 0 0,3-2-21 0,0-1 0 0,-3-2 0 16,3 0 0-16,-3-3 0 0,3-2 0 0,-3-1 0 0,3 3 0 16,-3-5 0-16,0 0 0 0,0 0 0 0,-3-3 0 15,3 3 0-15,0-3 0 0,-3 1 0 0,3-1 0 16,0-3 0-16,-3 4 0 0,3-6 0 0,-3 2 0 16,3-2-47-16,0-3-13 0,0 1-4 0,0-6 0 15,0 0-153-15,0 0-31 16</inkml:trace>
  <inkml:trace contextRef="#ctx0" brushRef="#br1" timeOffset="40685.967">14698 8046 1652 0,'0'0'34'0,"0"0"9"15,-6 0-35-15,6 0-8 0,-6 6 0 0,6-6 0 16,-6 2 56-16,6-2 8 0,0 0 3 0,0 0 0 0,-3 6-35 0,3-6-6 16,0 0-2-16,3 8 0 15,0-6-5-15,0 4-2 0,6-4 0 0,0 1 0 0,3 0 9 0,0-3 2 0,6 2 0 0,-1-2 0 16,4 0-5-16,3 0-1 0,0-2 0 15,3 2 0-15,2-3-8 0,-2 0-2 16,3 1 0-16,6-4 0 0,-4 4-12 0,7-4 11 0,3 4-11 16,-1-4 10-16,1 1-10 0,0 0 0 0,0 0 0 15,5-3 8-15,-2 2-8 0,-1 4 0 16,4-4 0-16,0 1 0 0,-1 2 0 0,-2 1 0 16,0-1 0-16,-1 0 0 0,-2 1 0 15,-3-1 0-15,-1 3 0 0,4 0 0 16,-6-2 0-16,-1 2 0 0,4 0 0 0,-6 0 0 0,0 0 0 0,-4 2 0 0,-2-2 0 15,0 3 0-15,-3-1 0 0,-3-2 8 0,-1 3-8 0,1 0 0 16,-3-1 0-16,-3 4 0 0,3-4 0 0,0 1 0 16,-3 0 0-16,-3-1 8 0,-1 1-8 0,-2 0 0 15,0-1 8-15,0 4-8 0,0-4 0 0,-3 1 8 16,0 2-8-16,0-2 0 0,-3-1 9 0,3 4-9 16,-3-4 8-16,3 4-8 0,-3-4 8 0,0 4-8 15,0-1 0-15,0-2 8 0,0 2-8 0,0-3 0 16,0 4 0-16,3-4 0 0,-3 4 0 0,0-4 8 15,0 4 0-15,0-4 1 0,0 4 0 0,-3-6 0 16,3 5 0-16,0-2 0 0,-1 2 0 0,1-3 0 16,0 4-9-16,0-1 10 0,0 0-10 0,-3 1 10 15,3-1-10-15,0 3 10 0,0-3-10 0,-3 3 10 16,3-3-10-16,0 3 8 0,0 0-8 0,-3 3 8 16,3-3-8-16,0 2 0 0,0 1 0 0,0 2 0 15,3-2 0-15,-3 2 8 0,0 0-8 0,3 3 0 16,-3 0 8-16,0-3-8 0,3 3 0 0,0 0 8 15,-3 0-8-15,0-3 0 0,3 3 0 0,-3 0 8 0,0 0 0 16,0-3 0-16,0 3 0 0,3 0 0 0,-3-3 1 16,0 0 0-16,0 0 0 0,0 1 0 0,0 1-9 0,-3-1 12 15,2 2-12-15,1-1 12 0,-3 1-12 0,3 0 0 0,-3 3 9 0,0-3-9 16,3 2 8-16,0 1-8 0,-3-1 10 0,3 1-10 16,0-1 10-16,0 1-10 0,0-3 10 15,-3 2-10-15,3-2 9 0,0 0-9 16,0 0 8-16,0-3-8 0,-3 3 10 0,3-3-10 0,0 3 12 0,-3-3-12 15,0 3 8-15,3 0-8 0,-3 0 0 0,0 2 0 16,3-2 8-16,-3 5-8 0,0 1 0 0,3-1 0 16,-3 3 0-16,0-1 0 0,3-1 8 0,-3 1-8 15,0 1 0-15,3-3 0 0,0 3 0 0,-3-3 0 16,3-2 0-16,0-1 0 0,-3 1 0 0,3-1 0 16,0 1 0-16,-3-1 0 0,3 4 0 0,0-1 0 15,0 3 8-15,0 2-8 0,0 0 0 0,0 1 0 16,0-1 0-16,3 1 0 0,-3-3 0 0,0 2 0 15,0-5 10-15,0 3-10 0,0-3 8 0,0 0-8 16,0 3 9-16,0-3-9 0,-3 1 10 0,3 4-10 16,-3 1 12-16,2 2-4 0,-2 2-8 0,0 1 12 15,0-3-12-15,0 0 11 0,0 0-11 0,-2-2 10 16,2-3-10-16,0 2 0 0,0-5 0 0,-3 3 8 16,3 0-8-16,0 0 10 0,0 0-10 0,-3 2 10 15,3 3-10-15,0 0 8 0,0 3-8 0,0-3 8 0,0 0-8 16,0-2 8-16,0-1-8 0,-3 1 8 0,3-6-8 15,0 3 0-15,-3-3 0 0,3 0 8 0,-3 3-8 0,0-3 0 16,3 3 0-16,-3 0 0 0,0 2 0 0,3 3 8 16,-3 0-8-16,0 0 0 0,3-2 0 0,-3-1 0 0,3-2 8 15,0 0-8-15,0-3 0 0,0 0 0 0,0-2 9 16,-3-1-9-16,3 1 0 0,0-1 9 0,0-2-9 16,0 3 0-16,0-1 8 15,0 1-8-15,0-1 0 0,0 3 0 0,0 1 8 16,0-1-8-16,-3 0 0 0,3 0 0 0,0-2 8 0,0 2-8 0,0-5 0 15,0 2 0-15,3-2 0 0,-3 0 0 0,0 0 0 0,0-3 0 16,0-2 0-16,0-1 0 0,0 1 8 0,0-1-8 16,0-2 0-16,0 0 0 0,0 0 8 0,0 0-8 15,0 0 0-15,-3-3 8 0,3 3-8 0,0-2 0 16,0-6 12-16,0 5-4 0,0-5 0 0,-3 5-8 16,3-5 13-16,0 0-4 0,-3 5-1 0,3-5 0 15,0 0 4-15,-3 6 0 0,3-6 0 0,0 0 0 16,-3 5 0-16,3-5 1 0,0 0 0 0,-6 3 0 15,6-3 2-15,0 0 0 0,-6 2 0 0,6-2 0 16,-6 0-5-16,0 0-1 0,6 0 0 0,-6 0 0 16,6 0-9-16,-9 0 8 0,3 0-8 0,6 0 8 15,-6 0-8-15,-3 0 0 0,3 0 0 0,0 0 8 16,1 0-8-16,-4 0 0 0,3 0 0 0,-3 0 0 16,0 0 0-16,0 0 0 0,0-2 0 0,0 2 0 15,0 0 0-15,-3 0 0 0,0 0 8 0,0 0-8 16,0 0 0-16,1 0 0 0,-4 0 0 0,3 0 0 15,-3 2 0-15,0-2 0 0,-3 0 0 0,3 3 0 16,0 0 0-16,0-1 0 0,-2 1 8 0,2 0-8 16,-3-1 0-16,3 1 0 0,0 2 0 0,0-2 8 0,-3-1-8 0,3 1 0 15,1 2 0-15,-1-2 0 0,-3 0 0 0,0-1 0 0,0 1 0 0,0-3 0 16,-3 3 0-16,4-1 0 0,-4 1 0 0,0 0 0 16,-3-1 0-16,0 1 0 15,3 0 0-15,-2 2 0 0,2 0 0 0,-3 0 0 16,3-2 8-16,-3 2-8 0,1 1 0 0,-1-4 0 0,0 4 0 0,-3-4 0 15,0 1 0-15,-2-1 0 0,-1 1 8 0,0 2-8 16,0-2 0-16,3 2 0 0,-2-2 0 0,-1 2 0 16,3-2 0-16,3 0 0 0,1-1 0 0,-4 4 0 15,3-4 8-15,0 1-8 0,-3-1 0 0,-2 1 8 16,2-3-8-16,0 3 0 0,-3-1 0 0,3 1 8 16,1 0-8-16,-1-1 10 0,0-2-10 0,0 3 10 15,3 0-10-15,4-1 8 0,-4-2-8 0,3 6 8 16,0-6-8-16,-3 2 12 0,0 1-12 0,1 0 12 15,-1-3-12-15,0 2 8 0,0 1-8 0,-3-1 8 16,4 1-8-16,-1-3 10 0,3 3-10 0,-3-1 10 16,3 1-10-16,0 0 8 0,4-1-8 0,-4 4 8 15,3-4-8-15,0 1 10 0,3 0-10 0,-3-1 10 16,0 1-10-16,4 2 8 0,-1-2-8 0,-3 2 8 16,0-2-8-16,3 2 0 0,0-2 9 0,0 2-9 15,0 0 0-15,4-2 0 0,-4 2 0 0,0-2 0 16,3-1 0-16,3 1 0 0,-3 0 0 0,3 2 0 0,0-2 0 15,3-1 0-15,-3 1-8 0,3 2 8 0,0-2-22 16,3 0 1-16,3-3 0 0,-3 5 0 16,3-5-28-16,0 0-6 0,0 0-1 0,0 0 0 15,0 0-105-15,0 0-22 0,0 0-4 0</inkml:trace>
  <inkml:trace contextRef="#ctx0" brushRef="#br1" timeOffset="42801.833">23830 8200 1948 0,'0'0'55'0,"0"0"13"0,0 0-55 0,0 0-13 0,0 0 0 0,0 0 0 16,0 0 96-16,-3-5 17 0,3 5 3 0,-3-6 1 15,-3 1-44-15,3 2-9 0,0-2-1 0,-3 2-1 16,0 1-24-16,-3-1-5 0,4 1-1 0,-4-1 0 15,0 0-10-15,-3 1-2 0,3-1-1 0,0 0 0 16,-3 1-4-16,3-4-1 0,-3 4 0 0,-3-1 0 16,3 0 1-16,-3 3 0 0,1-2 0 0,-1-1 0 15,-3 1-4-15,0 2-1 0,0 0 0 0,-3 0 0 16,0 0-10-16,1 0 10 0,2 0-10 0,-6 0 10 16,3 0-10-16,-3 0 0 0,0 0 0 0,1 0 8 15,-1 0-8-15,-3 0 0 0,0 0 0 0,-2 0 0 16,2 0 0-16,-3 0 0 0,0 0 0 0,0 0 0 15,4 0 0-15,-4 2 0 0,3 1 0 0,0-1 0 16,-2-2 0-16,2 0 0 0,-3 0 0 0,0-2 0 16,-3 2 0-16,4 0 0 0,-1 0 0 0,0 0 0 15,0 2 0-15,4-2 0 0,2 3 0 0,-3 2 0 0,3-5 0 0,0 3 0 16,4 0 0-16,-1-1 0 0,0-2 0 0,3 3 0 0,-3-3 0 16,0 0 0-1,1 0 0-15,-4 3 0 0,3-3 0 0,0 0 0 0,0 0 0 16,-3 2 0-16,1 1 0 0,-1 0 0 0,0-1 0 0,3 3 0 0,-3-2 0 0,0 2 0 15,4-2-8-15,-4 0 8 0,3-1 0 0,-3 4 0 16,0-4 0-16,4 1 0 0,-1 0 0 0,0-1 0 16,0 4 0-16,3-4 0 0,0 3-9 0,3 1 9 15,1-1 0-15,2 0 0 0,0 1 0 0,3 2 0 16,0 0-9-16,0-1 9 0,3-1 0 0,3 2-9 16,-3 0 9-16,3 0 0 0,3-1 0 0,-3 1 0 15,3 0 0-15,0 0-10 0,3 0 10 0,-3 0 0 16,3 0 0-16,0 0-8 0,0 0 8 0,0 3 0 15,0-3 0-15,0-1-8 0,3 1 8 0,0 3 0 16,0-3 0-16,0 0-8 0,-3 2 8 0,3 1 0 16,0-3 0-16,0 3 0 0,-3-1 0 0,0 1 0 15,0-1 0-15,-1-2 0 0,1 5-8 0,0-2 8 16,-3 2 0-16,0 1 0 0,0-1 0 0,0 3 0 16,0-1 0-16,-3 4 0 0,3 2 0 0,-3 0 0 15,3 3 0-15,-2-3 0 0,2 6 0 0,-3-3 0 16,0-1 0-16,3-1 0 0,0-1 0 0,-3 3 0 15,3-6 0-15,-3 1 0 0,3-1 0 0,-3 3 0 0,3-2 0 16,-3 2 0-16,3 3 0 0,-3 0 0 16,3 2 0-16,-3 3 0 0,3 3 0 0,-3 2 0 0,3-5 0 0,0 1 0 15,-3-1 0-15,3 0 0 0,0-3 0 0,0 1 0 16,0-4 0-16,0 4 0 16,-3 2 0-16,3 3 0 0,0 0 0 0,0 5 0 15,0-3 0-15,0-2 0 0,0 5 0 0,0-3 0 16,0-2 0-16,-3-3 0 0,3 0 0 0,0 6 0 0,-3-4 0 0,3 6 0 15,0 0 0-15,-3 3 0 0,0-3 0 0,3-2 0 0,-3 2 0 0,3 0 0 16,-3-6 0-16,0 1 0 0,0-3 0 0,0 3 0 16,3 0 0-16,-3 2 0 0,0 3 0 0,0 3 0 15,3-3 0-15,-3-3 0 0,0 3 0 0,3-2 0 16,-3-6 0-16,3-3 8 0,-3 3-8 0,3-2 0 16,-3 2 0-16,3-3 0 0,-3 4 0 0,3 1 0 15,-3 1 0-15,3-3 0 0,0 3 0 0,-3-3 0 16,3 0 0-16,0-5 0 0,0 0 0 0,3-3 0 15,-3 0 0-15,0-5 0 0,0 2 8 0,0-2-8 16,0 0 0-16,0 0 0 0,3-3 0 0,-3 3 0 16,0 0 0-16,0 0 0 0,3 0 0 0,-3 0 0 15,0 2 0-15,0-2 0 0,3 0 0 0,-3 0 0 16,0 0 0-16,0-3 8 0,3 0-8 0,-3 0 0 16,0 1 0-16,0-4 8 0,0 3-8 0,0-2 0 15,0-3 8-15,0 3-8 0,0-3 0 0,0-1 0 16,0-1 0-16,0 2 8 0,0-3-8 0,0 3 0 15,0-8 0-15,0 5 0 0,3 1 0 0,-3-6 0 16,0 5 0-16,0 0 0 0,0-5 0 0,3 8 0 16,-3-3 0-16,0-5 0 0,0 6 0 0,3-1 0 15,-3-5 0-15,0 5 0 0,0-5 0 0,0 0 0 0,3 6 0 0,0-1 0 16,-3-5 0-16,3 5 0 0,-3-5 8 0,3 5-8 16,-3-5 0-16,3 3 9 0,0 2-9 15,-3-5 0-15,3 3 9 0,0 2-9 0,-3-5 8 0,6 3-8 16,-3 0 8-16,-3-3-8 0,6 2 0 0,-6-2 0 0,3 3 0 0,-3-3 8 15,3 5-8-15,-3-5 0 0,6 3 0 0,-3 2 0 16,-3-5 0-16,3 5 0 16,-3-5 0-16,3 3 0 0,-3-3 0 0,6 5 0 0,-3-2 0 0,-1 2 0 15,4-2 0-15,-6-3 0 0,3 5 0 0,0 0 0 16,3-2 0-16,-3 2 0 0,0-2 0 16,0 2 0-16,-3-5 0 0,3 6 0 0,0-1 0 0,0 0 0 15,0-2 0-15,0 2 0 0,0 0 0 0,3-2 0 16,-6-3 0-16,3 5 0 0,0-2 0 0,3 2 0 15,-3-2 0-15,3 0 0 0,-3-1 0 0,3 4 0 16,-3-4 0-16,3-2 0 0,0 3 0 0,0-1 0 16,0-2 0-16,3 3 0 0,0-3 0 0,-4 0 0 15,4 3 0-15,0-3 0 0,0-3 0 0,3 3 0 16,-3-3 0-16,0 3 0 0,3-2 0 0,-3-1 0 16,3 1 0-16,3-1 0 0,0 0 0 0,-1-2 0 15,1 2 0-15,3 1 0 0,0-1 0 0,0 0 0 16,0 3 0-16,3-2 0 0,-1-1 0 0,1 3 0 15,0-3 0-15,0 3 0 0,0 0 0 0,0 0 0 16,-1 0 0-16,1 0 0 0,0 0 0 0,0-2 0 16,3 2 0-16,0-3 0 0,-1 1 0 0,4-1 0 0,3 3 0 0,0 0 0 15,-1-3 0-15,7 3 0 0,-6 3 0 16,3-3 0-16,-1 0 0 0,4 3 0 16,0-3 0-16,0-3 0 0,-1 3 0 0,4-3 0 0,-3 3 0 15,2 0 0-15,1 0 0 0,0 0 0 0,-3 0 0 16,-1 0 0-16,1-2 0 0,0-1 0 0,-4 3 0 0,4-3 0 15,0-2 0-15,0 5 0 16,-1-3 0-16,-2 3 0 0,-3-2 0 0,3-1 0 0,-4 3 0 0,-2 0 8 0,0-3-8 0,3 3 0 16,-10-2 0-16,4-1 0 0,-3 3 0 0,0-5 8 15,0 5-8-15,-3-3 0 0,3 1 0 0,-1-1 0 16,-2 3 0-16,0 0 8 0,3-3-8 0,-3 3 0 16,0-2 0-16,-1 2 0 0,-2 0 0 0,3 2 8 15,0-2-8-15,0 0 0 0,-3 0 0 0,3 0 0 16,-3 0 0-16,-1 0 0 0,4 0 0 0,-3 0 0 15,-3 0 0-15,3-2-16 0,-3-1 4 0,0 0 0 16,0-2-120-16,-3 2-25 0</inkml:trace>
  <inkml:trace contextRef="#ctx1" brushRef="#br0">24842 14577 0,'0'0'15</inkml:trace>
  <inkml:trace contextRef="#ctx1" brushRef="#br2" timeOffset="7646.71">25280 12989 0</inkml:trace>
  <inkml:trace contextRef="#ctx0" brushRef="#br2" timeOffset="62130.049">22943 10177 1333 0,'0'0'56'0,"0"0"-44"16,0 0 76-16,0 0 16 0,0 0 4 0,0 0 0 15,0 0-11-15,0 0-1 0,-6-3-1 0,0 0 0 16,0 1-39-16,0 2-8 0,-3-3-2 0,0 3 0 16,1 0 6-16,-1 0 0 0,-3 0 1 0,0 3 0 15,0-3-13-15,-3 2-4 0,0-2 0 0,-6 3 0 16,3 0-12-16,-2-1-4 0,-1 1 0 0,-3 2 0 15,-3-2 6-15,3-1 1 0,-2 1 0 0,-4 2 0 16,-3-2-6-16,-3 0-1 0,1-1 0 0,-4-2 0 16,0 3 20-16,3 2 3 0,-5-2 1 0,2 2 0 15,-3-2-36-15,1-3-8 0,-1 2 0 0,-3 1 0 16,1 0 0-16,-1-1 0 0,1 1 0 0,-7 0 0 16,6-3 0-16,1 2 0 0,-1-2 0 0,0 0 0 15,-2 0 0-15,2 0 0 0,0-2 0 0,-2 2 0 16,5 0 0-16,0 0 0 0,1 2 0 0,-1-2 0 15,3 0 0-15,-2 0 0 0,2-2 0 0,-3-1 0 16,7 3 0-16,-4-3 0 0,3 3 0 0,0 0 0 16,4 0 0-16,2 0 0 0,0 0 0 0,-3 0 0 15,4 0 0-15,2 0 0 0,0 0 0 0,-3-2 0 16,7 2 0-16,-4 0 0 0,3 0 0 0,0 2 0 16,0-2 0-16,3 3 0 0,1-3 0 0,-1 5 0 15,0-2 0-15,3 0 0 0,3-1 0 0,-3 4 0 0,3-4 0 16,-2 1 0-16,2-1-9 0,-3 4 9 0,3-4 0 0,-3 1 0 15,3 0 0-15,-3 2 0 0,4 0 0 0,-1-2 0 0,0 2 0 16,0 1 0-16,0-1 0 0,0 0-8 0,0 3 8 16,0-3 0-16,3 3 0 0,1-2 0 0,2-1 0 15,-3 0 0-15,3 3 0 0,0-3 0 16,0 1-8-16,0 2 8 0,3 0 0 16,0-3 0-16,0 0 0 0,0 0 0 0,3 3 0 0,0-2-8 15,0-1 8-15,0 0 0 0,0 3 0 0,0-3 0 0,3 1 0 0,-3-1 0 16,3 0 0-16,-3 3 0 0,3-2 0 0,0 2 0 15,-3-1 0-15,3-1 14 0,0 2-4 0,-3 0-1 16,3 0-9-16,0-1 0 0,0 1 0 0,-3 0 0 16,3 3 0-16,0-3 0 0,0 0 0 0,-3 2 0 15,3 1 0-15,0-3 0 0,0 3 0 0,-3 2 0 16,3-3 0-16,0 4 0 0,0-1 0 0,0 0 0 16,0 3 0-16,0 0 0 0,0 0 0 0,0 2 0 15,0 1 0-15,0-3 0 0,0 2 0 0,0-2 0 16,0 2 0-16,0-2 0 0,0 0 0 0,-3 0 0 15,3 0 0-15,0 3 0 0,0-4 0 0,-3 4 0 16,3-3 0-16,-2-3 0 0,2 3 0 0,-3-3 0 16,3 3 0-16,-3 0 0 0,3 0 0 0,0 0 0 15,-3 0 0-15,3-1 0 0,0 4 0 0,0-3 0 0,0 2 0 0,0-2 0 16,0 0 0-16,0 0 0 16,3 0 0-16,-3-3 0 0,3 0 0 0,-3 0 0 15,3 1 0-15,-3-1 10 0,2-2-10 0,-2 2 10 16,0-3-10-16,3 1 0 0,-3 2 0 0,0-2 0 0,3-1 0 15,-3 1 0-15,0-3 0 0,3 2 0 0,-3-2 0 16,0 3 0-16,0 0-9 0,0-1 9 0,0-2 0 0,0 3 0 0,0-1 0 0,-3 1 0 16,3-1 0-16,0 1 0 0,0 0 0 0,-3-1 0 15,3 3 0-15,0-2 0 0,-3 0 0 0,3-1 0 16,0 1 0-16,-2-1 0 0,2-2 0 0,0 3 0 16,-3-1 0-16,3-2 0 0,0 0 0 0,0 0 0 15,0 0 0-15,0-3 0 0,0 1 0 0,0 2 0 16,0-6 0-16,0 4 0 0,0-1 0 0,0 0 0 15,0-5 0-15,0 5 0 0,0-5 0 0,0 8 0 16,0-8 0-16,0 6 0 0,0-6 0 16,3 2 0-16,-1 4 0 0,-2-6 0 0,3 2 0 0,0 4 0 15,0-4 0-15,-3-2 17 0,6 3-1 0,-3 0-1 16,3-1-15-16,-3 1 0 0,3-3 0 0,0 2 0 16,0-2-9-16,3 0-5 0,-3-2-1 0,3 2 0 15,-3 0 15-15,3 0 0 0,0-3 0 0,0 3 0 16,-3-2 0-16,6 2 0 0,-4-3 0 0,4 3 0 15,0-3 0-15,0 3 0 0,0 0 0 0,-3-2 0 16,3 2 0-16,-3 0 0 0,3 0 0 0,-3 0 0 16,0-3 0-16,3 3 0 0,-1-3 0 0,-2 3 0 15,3 0 0-15,-3 0 0 0,3 0 0 0,0 3 0 16,-3-3 0-16,3 3 0 0,0-3 0 0,-3 0 0 16,3 0 0-16,-3 0 0 0,2 0 0 0,-2 2 0 15,0-2 0-15,3 0 0 0,0 3 0 0,-3 0 0 0,3-3 0 16,3 2 0-16,0 1 0 0,0-3 0 0,-1 2 0 0,1-2 0 0,0 0 0 15,0 3 0-15,0 0 0 0,3-3 0 0,0 0 0 16,0 2 0-16,-1-2 0 0,1 3 0 0,0-3 0 16,3 3 0-16,-3-3 0 0,-3 0 0 0,3 2 0 0,-1-2 0 15,1 0 0-15,0 0 0 0,0 0 0 16,0 0 0-16,3 3 0 0,0-3 0 16,-1 0 0-16,1 0 0 0,3 0 9 0,0 0 5 15,0-3 1-15,0 3 0 0,-1 0-15 0,-2-2 0 0,3 2 0 0,0-3 0 16,-3 3 0-16,-1 0 0 0,1 0 0 0,-3 0 0 15,3 0 0-15,0 0 0 0,0 0 0 0,0 0 0 16,-1 0 0-16,1 0 0 0,3 0 0 0,-3 0 0 16,3-3 0-16,-4 3 0 0,4 0 0 0,-3 0 0 15,0-2 0-15,3 2 0 0,-3 0 0 0,-1 0 0 16,1 0 0-16,0 2 0 0,-3-2 0 0,3 0 0 16,0 0 0-16,-1 3 0 0,1-3 0 0,0 3 0 15,0-3 0-15,0 0 0 0,3 0 0 0,-4 2 0 16,1-2 0-16,0 0 0 0,0 3 0 0,0-3 0 15,-3 3 0-15,0-3 0 0,2 0 0 0,-2 0 0 16,0 0 0-16,-3 0 8 0,0 0-8 0,3 0 0 16,-3 0 0-16,-1 0 0 0,1 0 0 0,0 0 0 15,0 0 0-15,0 0 0 0,0 0 0 0,0 0 0 16,-3 0 0-16,3 0 0 0,-4 2 0 0,4-2 0 16,-3 0 0-16,0 3 0 0,0 0 0 0,0-3 0 15,0 0 0-15,0 0 0 0,-3 0 0 0,3 0 0 16,0 2 0-16,-1-2 0 0,-2 0 0 0,3 3 0 15,0-3 0-15,-3 0 0 0,0 0 8 0,0 0-8 0,0 3 0 0,0-3 0 16,0 0 0-16,0 0 0 0,-3 0 0 0,3 0 0 0,0 0 0 16,-1 0 0-16,1 0 0 0,0 0 0 0,0 0 0 0,3 0 0 15,-3 0 0-15,3 0 0 0,-3 0 0 0,3 0 0 16,-3 0 0-16,0 2 0 0,0-2 0 0,0 0 0 16,-1 3 0-16,1-3 0 0,0 0 0 0,0 0 0 15,3 0 0-15,-3 2 9 0,3-2-9 16,-3 3 8-16,0 0-8 0,-3-3 0 0,3 0 0 15,-3 2-11-15,0-2 11 0,0 0 0 0,0 0 0 0,0 0 0 16,-1 0 0-16,1 0 0 0,-6 0 0 0,3 0 0 16,3 0 0-16,0 0 0 0,-6 0 0 0,6-2 0 15,-3 2 0-15,-3 0 0 0,3 0 0 0,-3 0 0 16,6 0 0-16,-6 0 8 0,3-6-8 0,0 4 8 16,0-1-8-16,0-2 8 0,-3 0-8 0,0-1 8 15,3 4-8-15,-3-4 0 0,0-2 0 0,0 3 8 16,0 0-8-16,0-3 0 0,0 0 8 0,0-3-8 15,0 3 0-15,0-5 0 0,3 3 0 0,-3-4 8 16,0 1-8-16,0-3 0 0,0 0 0 0,0-2 8 16,0-1-8-16,3 3 9 0,0-5-9 0,0 3 10 15,0-1-10-15,0 3 8 0,0-2-8 0,0-1 8 16,0 1-8-16,3 2 8 0,-3 0-8 0,0-2 8 16,0 2-8-16,0-3 10 0,0 1-10 0,0 2 10 0,0 0-2 15,0-3-8-15,0 1 12 0,0-1-4 0,-3 1-8 16,3 2 12-16,-3-5-12 0,0 2 12 0,3 1-12 0,-3-1 0 15,0-2 9-15,0 3-9 0,0 2 8 0,0 0-8 16,0-3 10-16,0 3-10 0,0-2 9 0,0-1-9 16,0 1 8-16,0-1-8 0,2 1 12 0,-2-1-2 15,0-2-1-15,3 3 0 0,-3-1-9 0,0 0 0 0,3 1 9 16,-3-3-9-16,0 5 0 16,3-3 0-16,-3 1 0 0,3-1 0 0,-3 1 0 15,0 2 0-15,3 0 0 0,-3 3 0 0,0-3 0 0,0 3 0 0,0-3 0 0,0 3 8 16,0-1-8-16,0 4 0 0,0-3 8 0,0-1-8 15,0 4 0-15,0-3 0 0,0-1 0 0,0 1 8 16,0 3-8-16,0-4 0 0,0 4 0 0,0-4 0 16,0 1 0-16,0 3 8 0,0-4-8 0,0 1 0 15,0 3 0-15,0-4 0 0,3 1 0 0,-3 3 0 16,0-4 0-16,0 4 0 0,3-1 0 0,-3-2 0 16,0 2 0-16,0 1 0 0,0-1 0 0,-3-2 8 15,3 5-8-15,0-3 8 0,0 3-8 0,0 1 8 16,0-1-8-16,0 0 8 0,0 0-8 0,-3 2 8 15,3 1-8-15,0 0 0 0,-3 0 8 0,3-1-8 16,-3 1 0-16,3 2 0 0,0 3 0 0,-3-5 8 16,3 5-8-16,0-3 0 0,0 3 0 0,-3-5 0 15,3 5 0-15,-3-5 0 0,-2 2 0 0,5 3 0 16,-3-2 0-16,-3-1 0 0,0 0 0 0,0 3 0 16,-6 0 0-16,0 0 0 0,-3 0 0 0,-3 3 0 15,-6 0-27-15,-5 2-3 0,-7 0-1 0,-6 3 0 16,-5 0-123-16,-10 0-25 0,-3 0-5 0</inkml:trace>
  <inkml:trace contextRef="#ctx0" brushRef="#br2" timeOffset="66048.543">21389 11814 1824 0,'0'0'38'0,"0"0"8"0,0 0-37 0,0 0-9 0,0 0 0 0,-6 0 0 16,0 3 104-16,0 0 20 0,1-1 3 0,-1 4 1 16,0-1-52-16,-3 0-9 0,0 0-3 0,0 3 0 15,0 3 0-15,0 0 0 0,-3 2 0 0,0 3 0 16,0 2-51-16,0 3-13 0,0 3 0 0,-2 0 0 15,-1 2 54-15,0 1 8 0,-3 2 2 0,3 3 0 16,-3-3-64-16,0 3-18 0,-2 2-1 0,2 3 0 16,0 0 31-16,3 5 5 0,0 3 2 0,-3 3 0 15,3-6-19-15,0 1 0 0,1-6 0 0,-1 5 0 16,0-2 19-16,-3 2 0 0,3 1 0 0,0 1 0 16,0-6-11-16,0-1-8 0,3 0 9 0,-2-3-9 15,2-2 0-15,0-6 8 0,3 1-8 0,0-1 0 16,-3-2 0-16,3 0 0 0,3 0 0 0,0-1 0 15,-3-4 0-15,6 2-15 0,-3-2 5 0,0-4 1 16,3-1-27-16,0-4-6 0,0 1-1 0,0-6 0 16,3-2-114-16,0-3-23 0,0 0-5 0</inkml:trace>
  <inkml:trace contextRef="#ctx0" brushRef="#br2" timeOffset="66486.69">20609 12963 1789 0,'0'0'76'15,"0"0"-61"1,-5-3 89-16,5 3 19 0,-3-3 3 0,3 3 1 16,0 0-33-16,0 0-6 0,0 0-2 0,0 0 0 15,0 0-27-15,0 0-6 0,0 0-1 0,0 0 0 16,0 0-38-16,0 0-14 0,0 0 9 0,0 0-9 15,0 0 13-15,0 0-2 0,0 0-1 0,3 6 0 16,-1 2-2-16,4 0-8 0,-3 0 12 0,3 5-4 16,0-3-8-16,0 4 0 0,0-1 0 0,0 3 0 15,0 2-12-15,3 1-8 0,-3-1-2 0,3 1 0 16,-3 2 22-16,3-3 10 0,3 1-1 0,-3 0 0 16,0-6-9-16,3 3-17 0,-4-3 4 0,4-3 1 15,-3-2 12-15,3 0 0 0,0 0-10 0,0-5 10 0,3 2 0 16,-3-2-9-16,3-3 9 0,0 0 0 0,-4-3 0 0,4 1 0 15,0-4 0-15,0 1 0 0,0-3 0 0,-3 0 17 16,0-2-1-16,-3-1-1 0,3-2-15 0,0-3 0 0,2 0-12 16,-2 0 12-16,3 0 29 0,0-2 13 0,0-1 2 0,3 1 1 15,-3 2-33-15,3 3-12 16,2-1 9-16,-2 1-9 0,-3 2 0 0,3-2-9 16,0 3 0-16,-3-4 0 15,0 4-179-15,0-3-35 0</inkml:trace>
  <inkml:trace contextRef="#ctx0" brushRef="#br2" timeOffset="68983.612">20693 6620 1474 0,'-3'-10'31'0,"3"-1"6"0,0 1-29 0,0-1-8 0,0 3 0 0,3 3 0 16,-3-3 24-16,3 5 3 0,-3-2 1 0,0 5 0 16,0 0 36-16,0 0 8 0,0 0 2 0,0 0 0 15,0 5-46-15,3 3-8 0,-3 3-3 0,0 2 0 32,3 0-35-32,0 6-7 0,0-1-2 0,0 3 0 0,3-2 27 0,-3-1 0 0,3 4 0 0,2-7 0 15,-2 1 0-15,3-2 0 0,0-4 0 0,0-2 0 16,0-3 0-16,3 1 0 0,-3-4 0 0,3 1 0 15,-3-6 40-15,3 1 14 0,0-1 2 0,-3-2 1 16,2-3 11-16,1-3 3 0,3 1 0 0,-3-4 0 16,3 1-50-16,-3-3-9 0,3-2-3 0,-3-1 0 15,0 3-9-15,0-2-12 0,-1-1 2 0,1-2 1 16,0 3 9-16,0-1 0 0,0 1 0 0,-3-1 0 16,-3 3-57-16,3 0-10 0,-3 3-1 15</inkml:trace>
  <inkml:trace contextRef="#ctx0" brushRef="#br2" timeOffset="69272.929">20922 6549 1713 0,'0'0'36'0,"0"0"8"0,0 0-36 15,0 0-8-15,0 0 0 0,0 5 0 0,3 3 57 0,-3 0 10 0,3 0 1 0,0 0 1 16,0 2-36-16,0 1-7 0,0 2-2 0,0-2 0 15,3 2 0-15,-3-2 0 0,3 2 0 0,-3 0 0 16,3-2-24-16,0-1 8 0,0 1-8 0,3-1 0 16,-4-2 9-16,1-2-9 0,3 2 10 0,0-6-10 15,3 1 36-15,-3 0 2 0,3-3 0 0,3 0 0 16,0-6 18-16,0 4 3 0,3-6 1 0,2 0 0 16,4-3-22-16,-3 3-4 15,6-2-1-15,0-1 0 0,-1 0-21 0,1-2-12 0,0 0 12 0,3 0-12 16,-3-3 0-16,2 0 0 0,1 0 0 0,3 0-12 15,0 3-120-15,-1 0-24 16,7 2-5-16</inkml:trace>
  <inkml:trace contextRef="#ctx0" brushRef="#br2" timeOffset="69934.473">22642 6596 1579 0,'0'-5'32'0,"0"-3"10"16,3 0-34-16,0 3-8 0,0-3 0 0,3 0 0 15,-3 3 91-15,3-3 16 0,0 3 3 0,-3-1 1 16,3 4-24-16,0-4-5 0,0 4-1 0,0-1 0 16,0 3-65-16,0-3-16 0,0 3 0 0,0 0 0 15,0 3 16-15,0-3-1 0,0 3 0 0,0 2 0 16,0 0-15-16,0 1 0 0,0 2 0 0,-3-1 0 15,2 1-12-15,1 0-1 0,0 3-1 0,0-3 0 16,0 2 22-16,0-2 5 0,3 0 1 0,-3-2 0 16,0-1-22-16,3 0-5 0,-3 1-1 0,0-4 0 0,0-2 14 15,3 0 0-15,-3-2 0 0,0-1 0 16,3 0 48-16,0-2 13 0,-1-3 3 0,1 3 0 16,3-3-52-16,0-3-12 0,3 3 0 0,-3-5 0 15,0 2 0-15,0 1 0 0,0-3 0 0,0-1 0 0,0 1 28 0,-1-3 2 0,1 3 1 16,0-3 0-1,0 0-50-15,-3 3-9 0,3 0-3 0,0-3 0 0,-3 3 31 0,-3 0 0 0,3 2 0 16,-3-2 0 0,0 5-68-16,-3-3-7 0,0 3-1 0,0 0-1 0,-3 3-82 15,0 5-16-15,-3-5-3 0</inkml:trace>
  <inkml:trace contextRef="#ctx0" brushRef="#br2" timeOffset="70248.795">23044 6350 1337 0,'0'0'56'0,"0"0"-44"15,-3 6 64-15,0 2 14 0,0-3 2 0,3 3 1 16,-3 0-21-16,3 0-5 0,-3 0-1 0,3 2 0 16,-3 1-32-16,3 2-6 0,0 0-2 0,-2 3 0 15,2-5-16-15,0 2-10 0,0-2 12 0,0-1-12 16,0 1 8-16,2-1-8 0,-2 1 0 0,3-1 0 16,0-2 8-16,0 0-8 0,0 0 12 0,0 0-12 15,0 0 0-15,3-3 0 0,-3 1 0 0,3-1-12 16,0 0 40-16,0 1 9 0,0-1 2 0,0-2 0 15,0-1-11-15,3-2-3 0,0 3 0 0,0-6 0 16,0 3 31-16,3-5 7 0,0 2 1 0,-1-2 0 0,1 0-40 16,3-3-7-16,0 0-1 0,0 0-1 15,0 0 9-15,3-3 1 0,0 1 1 0,-1 2 0 0,1-3-16 16,0-2-10-16,0 0 12 0,0 2-12 0,0-2 20 16,-3-3-2-16,0 3-1 0,-1-3 0 15,1 3-80-15,0 0-16 0,0-1-3 0,-3 4-1 16,0 2-123-16,0 0-25 0</inkml:trace>
  <inkml:trace contextRef="#ctx0" brushRef="#br2" timeOffset="76970.723">20660 13735 1516 0,'0'0'64'0,"0"0"-52"16,0 0 103-16,0 0 20 0,-3-2 4 0,3 2 1 15,0 0-57-15,0 0-11 0,0 0-3 0,0 0 0 16,0 0-4-16,-6 0-1 0,6 0 0 0,0 0 0 16,-3 5-8-16,0-2-3 0,0 2 0 0,0 3 0 15,3 0-35-15,0 0-7 0,0 2-2 0,0 4 0 16,0-1-9-16,0 0 0 0,0 3 0 0,3 0 8 15,0 2-8-15,-3-2 0 0,3 3 0 0,3-1 0 16,-3 1 0-16,3-1-12 0,0-2 2 0,0 3 1 16,3-6-37-16,0 0-7 15,0 0-2-15,3-5 0 0,-3 0 44 0,2-2 11 0,1-4 0 0,0 1 0 16,3-3 0-16,-3-3 0 0,6-2 8 0,-6-3-8 16,3 0 0-16,-3 0 0 0,0-3 0 0,-1 4 0 15,-2-4 0-15,0 0 9 0,0 1-1 0,-3-1-8 16,0 1 37-16,-3-1 1 0,0-2 0 0,0 2 0 15,0 1 14-15,-3-1 2 0,0 3 1 0,0-2 0 16,-3-1-11-16,3 3-3 0,-3 3 0 0,3-3 0 16,-3 5-13-16,0-2-2 0,3 5-1 0,0 0 0 15,0 0-1-15,0 0 0 0,0 0 0 0,0 0 0 16,0 0-24-16,0 0 0 0,0 0 0 0,0 0 0 16,0 0 0-16,0 0 0 0,-3 8 0 0,0 2 0 15,0 1 0-15,3 5 0 0,-3 0 0 0,0 2 0 16,3 3 0-16,-3 3 0 0,-3 0 0 0,3 2 0 15,0 1 0-15,-3-1-9 0,0 1 0 0,1 2 0 0,-1-3-7 0,-3-2 0 16,3 3-1-16,-6 2 0 16,3 0-17-16,0 0-3 0,-3 0-1 0,3 3 0 0,-3-3 38 0,0 0 0 0,3 0 0 0,-6-2 0 15,4-6 0-15,-1 0 0 0,0-2 0 0,-3-1 0 16,3-2 0-16,0 0 0 0,0-3 0 16,0 3 0-16,0-3 0 0,3-5 0 15,-3 3 9-15,1-3-9 0,-1 0 8 0,0-6-8 0,0 3 10 0,0-2-10 16,0-3 16-16,3 0-2 0,-3-3-1 0,3 3 0 15,0-5-13-15,3 3 11 0,-3-6-11 0,4 2 10 16,-1-2-10-16,0 0 0 0,3 0 0 0,0 1 0 16,3-1-36-16,0-3 0 15,3 0 0-15,3-2 0 0,3 3-100 0,-1-4-19 0,4 1-4 16,3 0-1 0,0 0-50-16,3-3-10 0,3 3-3 0</inkml:trace>
  <inkml:trace contextRef="#ctx0" brushRef="#br2" timeOffset="77289.897">20919 14302 1337 0,'9'-3'56'15,"0"3"-44"1,-3 0 92-16,0-3 18 0,0 3 4 0,-3 0 1 16,-3 0-22-16,0 0-4 0,0 0-1 0,0 0 0 15,0 0-25-15,3 6-6 0,-3 2-1 0,0-3 0 16,0 3-22-16,0 0-5 0,-3 2-1 0,3 1 0 16,-3-1-14-16,0 1-3 0,3 0-1 0,-3 2 0 0,3 0-14 15,0-2-8-15,0 2 8 0,0-2-8 0,3-1 0 0,-3 3 0 0,3-5 0 0,3 3 0 16,-3-3 0-16,3-3-8 0,0 3 8 0,0-3-12 15,2-2 4-15,-2-3 0 0,0 3 0 16,3-1 0 0,0-2-15-16,-3-2-2 0,3-1-1 0,0 0 0 0,0-2 46 0,0 0 8 0,0-1 3 15,0-2 0-15,-3 1 1 0,3-1 1 16,-3-3 0-16,-3 3 0 0,3-5-33 16,-3 2 0-16,0-2 0 0,-3 0 0 15,0-3 70-15,0 3 7 0,0-1 2 0,0-1 0 0,-3 4-79 0,0-2-8 0,0 2-6 0,-3 1-1 16,0 2 63-16,0 0 13 0,0 0 3 0,0 3 0 31,-3-3-103-31,3 5-20 0,-3-2-4 0,-3 2-1 0,3 0-51 0,-3 3-10 16,0 3-3-16</inkml:trace>
  <inkml:trace contextRef="#ctx0" brushRef="#br2" timeOffset="81156.026">14022 11058 1758 0,'-12'0'36'0,"0"0"10"16,3 0-37-16,-2 0-9 0,-1 0 0 0,0 0 0 0,-3 0 80 0,0 0 15 0,-3 0 2 0,0 0 1 15,0 0-41-15,-2 2-8 0,2 1-1 0,-6 0-1 16,0-3 13-16,0 2 4 0,0-2 0 0,-5 3 0 15,-1-3-52-15,-6 0-12 0,1-3 0 0,-7 3 0 16,3 3 54-16,0 0 8 16,-2-1 2-16,-4 1 0 0,3-1-52 0,-5 4-12 0,-1-6 0 15,-2 5 0-15,5-2 0 0,0 5 0 0,4-3 0 0,-1 5 0 16,6-4 0-16,3 2 0 0,1 0-9 0,2 0 9 16,3 0-8-16,3-1 8 0,1 1 0 0,5 0-9 15,0 0-8-15,3 0-2 0,3 0 0 0,3 3 0 16,0-6-25-16,6 3-6 0,0-5-1 0,3-3 0 15,3 5-50-15,3-2-11 0,3-1-1 16</inkml:trace>
  <inkml:trace contextRef="#ctx0" brushRef="#br2" timeOffset="81705.664">13772 10827 1579 0,'0'-10'32'0,"0"2"10"0,3-3-34 16,-3 3-8-16,0 0 0 0,0 1 0 0,0 1 56 0,0 1 8 0,0 0 3 0,0 5 0 15,0 0-5-15,-3-6-1 0,3 6 0 0,0 0 0 16,0 0 3-16,-6 0 0 0,6 0 0 0,-9 3 0 16,3 2 0-16,3-2 0 0,-3 2 0 0,3 1 0 15,0-1-52-15,1 3-12 0,-1-3 0 0,0 3 0 16,3-3 0-16,3 3 0 0,-3 0 0 0,3-3 0 16,-1 3 0-16,1 0 0 0,3-2 0 0,0 2 0 15,0-1 54-15,3 1 8 0,3-2 2 0,0 2 0 16,3-3-52-16,0 3-12 0,3-3 0 0,0 0 0 15,-1 3 0-15,1-5 0 0,3 2-9 0,0 3 9 16,-3-2 0-16,0-1 0 0,-3 0 0 0,2 3 10 16,-5-3-10-16,3-2 8 0,-6 2-8 0,0 1 8 15,0-1-8-15,-3 0 0 0,0 0 0 0,-3-2 8 16,-3-3 0-16,0 8 0 0,0-8 0 0,-6 5 0 16,0 3 4-16,-3 0 1 0,-3-2 0 0,-3 1 0 15,0 1 4-15,-3 3 1 0,1-3 0 0,-4 3 0 16,0-4-6-16,0 4-2 0,0 0 0 0,0 2 0 15,1-3-1-15,5 1 0 0,-3 0 0 0,3-3 0 16,3 2-9-16,0-2 0 0,0 0 0 0,3 0 0 16,3-3-49-16,0 1-12 0,0-1-3 0,4 3 0 15,-4-3-153-15,0 3-31 0</inkml:trace>
  <inkml:trace contextRef="#ctx0" brushRef="#br2" timeOffset="84248.316">21434 14320 1697 0,'0'0'79'0,"0"0"-70"0,0 0-9 0,0 0 0 0,0 0 0 16,-3 5 80-16,3-5 13 0,0 0 3 0,0 0 1 15,-3 6-26-15,3-6-6 0,0 0-1 0,0 0 0 16,0 0 0-16,0 0 0 0,0 0 0 0,0 0 0 15,0 0 52-15,0 0 9 0,0 0 3 0,0 0 0 16,0 0-90-16,0 0-18 0,0 0-3 0,0 0-1 16,0 0-25-16,-3-6-6 0,3 1-1 0,0 0 0 15,0 5 42-15,0-5 8 0,0 2 2 0,0 3 0 16,0-5-36-16,0 5 0 0,0-6 0 0,0 1 0 16,0 5-28-16,0 0-10 0,0-5-2 0,0-1 0 15,-3 1-188-15,0 0-37 0</inkml:trace>
  <inkml:trace contextRef="#ctx0" brushRef="#br2" timeOffset="84843.087">21657 13889 2269 0,'-3'-3'64'0,"3"3"15"0,0 0-63 0,-3-5-16 0,3 5 0 0,0 0 0 32,0 0 54-32,0 0 8 0,0 0 2 0,0 0 0 0,0 0-10 0,0 0-2 0,0 0 0 0,0 0 0 15,0 0-28-15,0 0-7 0,0 0-1 0,0 10 0 16,0 1-8-16,3 0-8 0,-3 2 9 0,0 0-9 15,3 3 0-15,-3 0 0 0,3 0 0 0,0 2 0 16,0-2-12-16,0-3-9 0,3 3-2 0,0-3 0 31,3 1-23-31,0-6-5 0,3 0-1 0,3-3 0 0,-3 0 20 16,2-2 3-16,1-3 1 0,0 0 0 16,0-3-5-16,0 1-1 0,0-4 0 0,0-2 0 0,0 0 78 0,0 0 16 15,-1 0 4-15,1-2 0 0,-3-1-52 0,-3 1-12 0,0-1 0 0,0 1 0 16,-3-4 54-16,-3 4 8 0,0-1 2 0,0-2 0 15,-3 2 0-15,0 3 0 0,-3-2 0 0,0-1 0 16,0 3-5-16,0 0-1 0,-3 3 0 0,3-3 0 16,-3 5-24-16,0 1-5 0,3-3-1 0,-3 5 0 15,0 0-8-15,0 2-1 0,0 1-1 0,0 2 0 16,0 0 5-16,1 6 1 0,-1 2 0 0,0 0 0 16,0 6-36-16,0 0-6 0,3 4-2 0,-3 1 0 15,3 0 20-15,0 0 0 0,0 2-8 0,0 1 8 16,0 2-12-16,0-3 0 0,0 1 1 0,0 4 0 15,0-1-11-15,-3 1-2 0,3 1-1 0,0 0 0 16,0-3-3-16,0 0-1 0,0 0 0 0,-3 0 0 16,3-2-1-16,-3-6 0 0,0 0 0 0,0 0 0 15,0-2-26-15,0-1-4 0,0-2-2 0,1-3 0 16,-1 1-117-16,3-6-23 0,0 2-5 0</inkml:trace>
  <inkml:trace contextRef="#ctx0" brushRef="#br2" timeOffset="85325.075">21961 14508 2269 0,'0'0'64'0,"0"0"15"15,0 0-63-15,0 0-16 0,0 0 0 0,0 0 0 16,0 0 92-16,0-3 15 0,-3-2 3 0,3 0 1 15,0-1-39-15,3 1-8 0,-3 0-2 0,6-3 0 16,-3 3-34-16,3-1-8 0,0 1 0 0,0-3-1 16,3 3 13-16,2 0 2 0,-2-1 1 0,3 1 0 15,-3 0-22-15,3-1-4 0,0 4-1 0,0-1 0 16,-3 3-8-16,3-3 0 0,-3 3 0 0,0 0 0 16,0 3 0-16,-3-3 0 0,2 3 8 0,-2 2-8 15,0 0 0-15,-3 1 0 0,0-1-10 0,-3 3 10 16,0 2-26-16,-3 1 1 0,0 2 0 0,-3-2 0 15,-2 5-6-15,-1-3-1 0,-3 3 0 0,0-3 0 16,-3 3 10-16,3-3 2 0,-6 0 0 0,3 3 0 16,3-3 20-16,0-2-11 0,1 2 11 0,2-2-8 0,0-1-12 15,3-2-3-15,0 3 0 0,0-3 0 0,3-3 23 16,0 3 0-16,3-8 0 0,3 5 0 16,0 1 0-16,3-4 0 0,0 4 0 0,3-6 0 0,0 2 12 0,2-2 6 15,1 0 2-15,3 0 0 0,0-2-8 0,0 2-2 0,3 0 0 0,0-3 0 16,0 3 2-16,-4 0 1 0,4-3 0 0,0 1 0 15,-3 2-13-15,-3-3 9 0,0 0-9 0,0 1 8 16,0-1-8-16,0 1 8 0,-3 2-8 0,-1-3 8 16,1 0-17-16,-3 3-4 0,0-2-1 0,0 2 0 15,0 0-121-15,-6 0-24 16,3 0-5-16</inkml:trace>
  <inkml:trace contextRef="#ctx0" brushRef="#br1" timeOffset="92905.603">15784 11679 2066 0,'0'0'43'0,"0"0"10"0,0 0-42 0,0 0-11 0,0 0 0 0,-6 6 0 15,6-6 104-15,-6 2 20 0,6-2 3 0,-2 6 1 16,-4 2-52-16,0-3-9 0,0 3-3 0,0 2 0 16,-3-2-51-16,0 6-13 0,-3-4 0 0,0 3 0 15,0 1 38-15,-3 2 5 0,0-3 1 0,-5 8 0 16,-1 5-20-16,-3 3-3 0,0 3-1 0,-3 5 0 15,0-2-20-15,1-1 0 0,-1 3 0 0,-3 5 0 16,3-2 0-16,1 5 0 0,-1 5 0 0,-6 1 0 16,3-4 21-16,-2 4 0 0,-1-4 0 0,-3 6 0 15,3-5-21-15,4 2 0 0,-1 0 0 0,0 1 0 0,9-6 0 16,0 0 0-16,3-6 0 0,1 4 8 16,2-6-8-16,3-3 0 0,3 0 0 0,-3-2 0 0,6-3-21 15,-3 0 1-15,3-2 0 0,3-1 0 16,-3-2 12-16,6-5 8 0,-3-4-10 0,3 1 10 15,3-2-54-15,-3-4-5 0,3-5-1 0,0 1 0 16,0-1-87-16,-3-5-17 0,3 0-4 0</inkml:trace>
  <inkml:trace contextRef="#ctx0" brushRef="#br1" timeOffset="93370.905">14754 12997 2224 0,'-5'-5'63'0,"-4"0"14"15,3-1-61-15,3 4-16 0,3 2 0 0,0 0 0 16,0 0 67-16,0 0 10 0,0 0 3 0,0 0 0 16,0 0-28-16,0 0-6 0,0 0-1 0,0 0 0 0,0 0-19 15,0 0-4-15,0 0-1 0,0 5 0 16,0 3-9-16,3 2-1 0,0 1-1 0,0 2 0 16,0 0-10-16,3 6 0 0,-3-3 0 0,2 2 0 15,1 1 0-15,3 2 0 0,-3-2 0 0,3 2 0 16,3 0 0-16,-3-5-11 0,3 0 1 0,0 0 0 15,0-6 0-15,0 3 0 0,0-5 0 0,0 0 0 0,-1-2 10 0,-2-1 0 16,0-3 0-16,3 4-8 0,0-6 8 0,0 0 0 0,0-3 0 16,0-2 0-16,6 0 0 0,-3-3 0 0,2-3 10 0,1-2-10 15,3-3 19-15,0-3-3 0,3-2 0 0,3 0 0 16,-4-3-16-16,1 0 8 16,3 1-8-16,0-1 0 0,-6 0 0 0,2-2 0 15,-2 2 0-15,0-3 0 0,-3 1-116 0,0-1-23 0,0-2-5 16</inkml:trace>
  <inkml:trace contextRef="#ctx0" brushRef="#br1" timeOffset="94321.449">16124 6734 2066 0,'-9'-8'43'0,"0"-2"10"0,3 2-42 0,3 0-11 0,0 2 0 0,0-2 0 16,0 3 48-16,3 0 7 0,-3 0 1 0,3 5 1 16,0 0-22-16,0 0-5 0,0 0-1 15,0 0 0-15,0 0-12 0,0 0-2 0,0 0-1 0,0 0 0 16,6 7 11-16,-3 1 3 0,3 3 0 0,0 0 0 15,0 2-44-15,3-3-9 0,-3 4-2 0,3-4 0 16,-3 3 43-16,3-5 9 0,-1 3 2 0,-2-3 0 16,3-3-73-16,0 3-14 0,0-5-4 0,0 2 0 15,0-2 52-15,3-3 12 0,-3 0 0 0,0 0 0 16,3-3 26-16,-3 0 8 0,3-2 2 0,-4 0 0 16,4-3-18-16,3-3-3 0,-3 1-1 0,3-3 0 15,0-3 6-15,3-3 0 0,-3-2 1 0,3 0 0 16,-1 0-21-16,-2-1 0 0,3 1-12 0,0-3 4 15,-3 3 8-15,-3 0 0 0,3 0 0 0,-3 0 0 16,-3 2 12-16,-1 1 4 0,-2 2 0 0,0 3 1 16,-3-1-53-16,0 4-10 0,0-1-2 0,-3 1-1 15,-3 4-199-15</inkml:trace>
  <inkml:trace contextRef="#ctx0" brushRef="#br1" timeOffset="94633.794">16302 6589 1337 0,'0'0'28'0,"0"7"6"0,0-1-34 0,3-1 0 0,0 3 0 0,0-3 0 15,0 3 105-15,0 0 15 0,0 3 2 0,0-1 1 16,3-2-54-16,-3 5-10 0,3-2-3 0,-3 0 0 16,3-1-31-16,0 3-6 0,0-2-2 0,3 0 0 15,-3-1-6-15,0 1-2 0,3-1 0 0,0-2 0 16,0 0 4-16,-1 0 1 0,1-2 0 0,0 1 0 15,0-4 18-15,0 0 4 0,0-1 1 0,0 1 0 16,0 0 22-16,0-3 4 0,0 0 1 0,0-3 0 16,-3 0-21-16,3 3-4 0,0-2-1 0,-1-4 0 15,1 1-6-15,0-3-2 0,0 3 0 0,3-3 0 16,0-5-30-16,0 0 0 0,0-3 0 0,3-3 0 16,0 1 0-16,0-4 0 0,5-4 0 0,-2 2 0 15,3 0 9-15,0 1 9 0,3-1 2 0,0 0 0 16,2 0-52-16,-2 3-9 0,3 0-3 0</inkml:trace>
  <inkml:trace contextRef="#ctx0" brushRef="#br1" timeOffset="95566.227">23285 6954 1579 0,'-8'-14'32'0,"8"9"10"0,-3 0-34 0,3 0-8 0,0-1 0 0,3 1 0 15,-3 0 53-15,0-1 9 0,2 1 2 0,-2 5 0 16,3-5 37-16,0 2 8 0,0-2 2 0,-3 5 0 16,3-3-75-16,-3 3-16 0,6 0-2 0,-6 0-1 15,3 0 38-15,-3 0 7 0,6 3 2 0,-3 2 0 16,3 0-52-16,-3 3-12 0,0 3 0 0,0-3 0 15,0 3 0-15,3 2 0 0,-3 0 0 0,3 0 0 16,-3 0 0-16,3 1 0 0,0-1 0 0,0-3 0 16,0 1 0-16,3 0 0 0,-3-3 0 0,0 2 0 15,3-5 0-15,-3 1 0 0,-1-4 0 0,4 1 0 16,-3-3 0-16,0 0 0 0,3-5 0 0,0 2 0 16,0-2 0-16,0-3 0 0,3-3 0 0,-3 1 0 15,6-4 0-15,-3 1 0 0,3 0 0 0,-1 0 0 0,1 0 0 0,3-1 0 16,-3 1 0-16,3 0 0 0,-3 0 0 15,0-1 0-15,0 1 0 0,2-3 0 0,-5 6 0 16,0-4 0-16,0 4 0 0,-3-1 0 0,0 3 0 0,-3-2 0 16,0 2 0-16,-3 3 0 15,0-3-100-15,-3 5-22 0,0 3-5 0</inkml:trace>
  <inkml:trace contextRef="#ctx0" brushRef="#br1" timeOffset="95913.913">23476 6988 1824 0,'0'0'38'0,"0"0"8"0,0 0-37 0,0 0-9 0,3-5 0 0,0 2 0 16,0-2 104-16,-3 5 20 0,0-3 3 0,3 1 1 16,3-1-52-16,-6 3-9 0,3-5-3 0,-3 5 0 15,6 0-51-15,0-3-13 0,-6 3 0 0,3 0 0 16,3 0 0-16,-6 0 0 0,6 3 0 0,0-1 0 15,-3 1 0-15,2 0 0 0,1 2 0 0,3-3 0 16,-6 4 0-16,3-1 0 0,3-2 0 0,-3-1 0 16,3 1 0-16,-3 0 0 0,3-3 0 0,0 2 0 15,0-2 0-15,3 0 0 0,0-2 0 0,0 2 0 16,-1-3 54-16,1 0 8 0,3 1 2 0,0-4 0 16,-3 1-52-16,3 0-12 0,3 0 0 0,-3-1 0 15,0 1 0-15,-1-3 0 0,-2 3 0 0,3-3 0 16,0 0 0-16,-3 0 0 0,3-3 0 0,3 3 0 15,-3-2-48-15,0 2-13 0,-1-3-3 0,1 3 0 16,-3-2-51-16,3 2-10 0,0 0-3 0</inkml:trace>
  <inkml:trace contextRef="#ctx0" brushRef="#br1" timeOffset="105384.019">14573 13849 2108 0,'-3'-5'44'0,"0"2"10"0,3-2-43 0,0 0-11 0,0-1 0 0,0 6 0 16,3-5 60-16,-3 5 9 0,0 0 3 0,0 0 0 15,0 0-30-15,0 0-6 0,0-3 0 0,0 3-1 16,0 0-15-16,0 0-4 0,6 6 0 0,-3 2 0 16,0 2-16-16,-3 1 0 0,3 5-11 0,0 0 11 15,0 2 0-15,0 1 0 0,0 2 0 0,3 0 0 16,0 0-27-16,0 0 2 0,3 0 0 0,-1-2 0 15,1-3-29-15,0 0-6 0,6-3 0 0,-3-2-1 16,0-4 25-16,0 1 6 0,0-5 1 0,0 0 0 16,3-3 17-16,-3-3 12 0,-1 0-13 0,1-2 5 15,0-3 8-15,-3 0 9 0,0-2-1 0,0-1-8 16,0 0 32-16,-3-2 0 0,0 3 0 0,0-4 0 16,-3 4 15-16,-3-3 2 0,3 2 1 0,-3 0 0 15,-3 1 14-15,3-1 4 0,-3 1 0 0,0-1 0 0,3 3-8 16,-3-2-2-16,0 4 0 0,0-2 0 0,0 3-17 15,3 2-3-15,0 3-1 0,-3-5 0 0,3 5-10 16,0 0-3-16,0 0 0 0,0 0 0 0,0 0-11 16,0 0-2-16,0 0-1 0,-3 11 0 0,3 2-10 0,-3 0 0 0,3 6 0 15,3-1 0-15,-3 3 0 0,0 3 0 0,3 0 0 0,-3 0 0 16,3 0 0-16,-3-1 0 0,0-1 0 0,0 1 0 16,0-1-8-16,-3-1-1 0,3 3 0 0,-6-1 0 15,0-1-11-15,0 4-3 0,-3-2 0 0,0 0 0 16,-6 2 6-16,0-2 1 0,-2 0 0 0,-1 2 0 15,0-5 7-15,-3-2 9 0,3-1-13 0,-6-2 5 16,7-2 8-16,-4-1 0 0,3 0 0 0,0-5 0 16,-3 3 0-16,3-6 0 0,3 3 8 0,-2-3-8 15,-1-2 9-15,3-1-9 0,-3-2 12 0,3 0-12 16,3-2 8-16,0-1-8 0,3 0 0 16,3-2 0-16,0 2 0 0,3-4 0 0,0 1 0 0,0-2-9 15,6 0-12-15,0-2-3 0,3-1 0 0,3 1 0 16,3-1-122-16,0-2-25 0,6 0-5 0</inkml:trace>
  <inkml:trace contextRef="#ctx0" brushRef="#br1" timeOffset="105641.196">14924 14286 1820 0,'0'0'38'0,"0"0"8"0,0 0-37 15,0 0-9-15,0 0 0 0,3 5 0 0,-3-5 105 0,3 3 19 0,-3-3 4 0,3 5 1 16,-3 3-1-16,0-3 0 0,3 0 0 0,-3 3 0 15,0 0-81-15,-3 3-17 0,3-3-3 0,0 5-1 16,0-2 9-16,0 2 1 0,0 0 1 0,0 3 0 16,0-3-17-16,0 3-3 0,0-3-1 0,0 3 0 15,0 0-16-15,0 0 0 0,0 0 8 0,0 0-8 16,0 0 0-16,0 0 0 0,3-1 0 0,-3 1 0 16,0 0-10-16,0 0-6 15,0-3 0-15,-3 3-1 0,3-3-24 16,-3-2-5-16,3 2-1 0,-3-2 0 15,3-1-123-15,-3-2-25 0,3-2-5 0</inkml:trace>
  <inkml:trace contextRef="#ctx0" brushRef="#br1" timeOffset="106116.305">14469 13598 1474 0,'-6'5'41'0,"0"-2"11"0,6-3-42 0,-3 2-10 0,-3 4 0 0,6-6 0 16,0 0 70-16,0 0 12 0,0 0 2 0,0 0 1 15,0 0-17-15,0 0-3 0,0 0-1 0,3 5 0 16,3-2 0-16,3-1 0 0,0 1 0 0,3-3 0 15,-1 3 0-15,1-3 0 0,3 0 0 0,0 0 0 16,6-3-7-16,0 0-1 0,0 1-1 0,5-1 0 16,1-2-37-16,3-3-7 0,3 2-2 0,-3 1 0 15,2 0-9-15,-5-3 0 0,3 3 0 0,-6-1 0 16,2-2 0-16,-5 3 0 0,-3 0 0 0,3 0 0 16,-3-1 0-16,0 1-12 0,-3 0 2 0,-1 2 1 15,-2 0-191-15,3 1-37 0</inkml:trace>
  <inkml:trace contextRef="#ctx0" brushRef="#br1" timeOffset="121196.662">14710 15765 2280 0,'-12'5'48'0,"12"-5"9"0,0 0-45 0,-6 3-12 0,6-3 0 0,-6 2 0 16,0-2 52-16,0 3 9 0,6-3 2 0,-6 5 0 15,-3-2-14-15,3 5-2 0,-3-3-1 0,3 6 0 16,-3 2-15-16,1 3-3 0,-1 2-1 0,0 6 0 16,-3 5-27-16,3 3 0 0,0 8 0 0,-3 0 0 15,3-3 0-15,0 5 0 0,3 0 0 0,-3 6 0 16,3-1 24-16,0 4 0 0,3 4 0 0,-3 4 0 16,3-9-24-16,0 0 0 15,3-5 0-15,-3 5 0 0,3-5 0 0,-2 6 0 0,2-4 0 0,0 1 0 16,0-3 0-16,-3-8 0 0,3 0 0 0,0-3 0 15,-3-5-20-15,0-2 3 0,3-1 1 0,-3 3 0 16,0-5-17-16,-3 0-3 0,3 3-1 0,0-4 0 16,-3-1-30-16,3-1-5 0,-3-3-2 0,0 1 0 15,0-6-126-15,0-2-26 0</inkml:trace>
  <inkml:trace contextRef="#ctx0" brushRef="#br1" timeOffset="121399.607">14296 16651 2213 0,'0'0'63'0,"0"0"13"0,0 0-60 0,0 0-16 0,6 0 0 0,0 0 0 16,0 0 58-16,0 0 9 0,0 0 1 0,3 0 1 16,3-2-28-16,-3 2-5 0,3-3-2 0,2 0 0 15,1 1-19-15,3-1-4 0,0 0-1 0,0-2 0 16,3 0-10-16,0 0 0 0,-1 2 0 0,4-2 0 15,0-1-81-15,3 1-22 0,3 0-4 0</inkml:trace>
  <inkml:trace contextRef="#ctx0" brushRef="#br1" timeOffset="121698.623">15278 16641 2262 0,'0'0'64'0,"0"0"14"0,0 0-62 16,3-6-16-16,0 4 0 0,0-4 0 0,3 4 55 0,3-3 8 0,-3-1 1 0,3 1 1 15,0 0-29-15,0-1-5 0,0 1-2 0,3 0 0 16,0-1-15-16,0-1-3 0,2 1-1 0,1-2 0 15,0 0 13-15,3 0 2 0,0 3 1 0,0-3 0 32,-3 0-54-32,3 0-10 0,-1 3-2 0,-2-3-1 15,-3 5-139-15,0 1-28 0,-3-1-6 0</inkml:trace>
  <inkml:trace contextRef="#ctx0" brushRef="#br1" timeOffset="121896.418">15305 16926 2240 0,'0'0'64'0,"0"0"12"0,0 0-60 0,0 0-16 0,0 0 0 0,6-2 0 15,0-1 48-15,0-2 8 0,0-3 0 0,3 3 1 16,0-6-33-16,3 3-8 0,3-5 0 0,0 2-1 16,2-2-15-16,1 0 0 0,0 0 0 0,6-3 0 15,-3 3 16-15,3-3 1 0,-1 2 0 0,1-1 0 16,0-1-204-16,0 0-41 0</inkml:trace>
  <inkml:trace contextRef="#ctx0" brushRef="#br1" timeOffset="122560.085">16183 16212 2290 0,'-3'-3'48'0,"-3"-2"11"0,6 5-47 0,-3-3-12 0,3 3 0 0,0 0 0 15,-3-5 63-15,3 5 10 0,0 0 3 0,0 0 0 16,0 0-17-16,0 0-3 0,0 0-1 0,0 0 0 15,0 0-25-15,-6 5-5 0,3 1-1 0,0 4 0 16,0 1-16-16,1 2-8 0,-1 3 8 0,3 0-8 16,0 2 0-16,0 1 0 0,0 2-9 0,3 0 9 15,-1-2-44 1,1 2-3-16,3-3 0 0,0 4 0 16,3-6-43-16,0-3-9 0,3 0-1 0,-3-2-1 0,6-3 67 15,-3-6 14-15,6 3 2 0,-3-5 1 0,2-5 2 0,1 3 1 0,-3-6 0 0,6-3 0 16,-3 0 14-16,0-4-9 0,0-1 9 0,-1 2-8 15,-2-1 28-15,-3 1 7 0,3-2 1 0,-3 3 0 16,-3 3 34-16,0-1 7 0,-6-2 2 0,3 5 0 16,-3-3-7-16,0 3-2 0,-3 0 0 0,-3 3 0 15,0 0-1-15,-3 0 0 0,3-1 0 0,-6 4 0 16,3-1-21-16,-3 3-5 0,0 3-1 0,0-1 0 16,0 1-10-16,0 0-3 0,3-1 0 0,-2 6 0 15,-1-3-11-15,3 3-2 0,-3 3-8 0,3 2 12 0,3 3-12 16,-3 5 0-16,3 0 0 0,0 3 0 0,3 0 0 0,0 2 0 15,-3 1 0-15,3-1 0 0,0 1 0 16,-3-3 9-16,0-3 1 0,0 3 0 16,0-1-33-16,0 1-6 0,0 3-2 0,-3-1 0 0,0 3-1 15,-3 0-1-15,0 3 0 0,0 3 0 0,0-6 33 0,-3-3-8 16,1 1 8-16,-1-4 0 0,-3-1-12 16,3-4 2-16,-3 1 0 0,0-4 0 0,3 1 10 0,0-2 0 0,0-1 0 15,0 0-8-15,-2 0 8 0,2-2 0 0,0-1 0 0,0-2 0 16,0 0 0-16,0-2 0 0,0-1 0 0,3-2-8 15,0-3 0-15,3 0 0 0,-3 0 0 0,3-6 0 16,1 4-34-16,2-6-6 16,3 0-2-16,0-3 0 0,0 3-136 0,5-2-27 0,1-4-6 15</inkml:trace>
  <inkml:trace contextRef="#ctx0" brushRef="#br1" timeOffset="122813.907">16603 16757 2229 0,'0'0'46'0,"0"0"12"16,0 5-46-16,0-5-12 0,-3 6 0 0,3-1 0 15,-3 3 121-15,0-3 23 0,0 1 4 0,0 1 0 16,0-1-67-16,0 2-13 0,0 0-4 0,0 2 0 16,0 1-36-16,0-1-7 0,-3 1-1 0,3 2-1 15,0 0-3-15,0 1-1 0,0-1 0 0,0 0 0 16,3 0-15-16,-3 3 9 0,3 0-9 0,0 0 8 15,-3-3-8-15,3 3 0 0,0 0 0 0,-3 2 0 0,3-2-21 0,0 6 0 16,0-1 0-16,0-3 0 16,3 3-47-16,-3-5-8 0,0 5-3 0,0-5 0 15,0-2-106-15,0-4-22 0,0 1-4 0</inkml:trace>
  <inkml:trace contextRef="#ctx0" brushRef="#br1" timeOffset="123145.931">16103 15799 1644 0,'-18'6'34'0,"18"-6"9"15,0 0-35-15,0 0-8 0,0 0 0 0,0 0 0 16,0 0 39-16,0 0 5 0,0 0 2 0,0 0 0 16,0 0 5-16,6 2 1 0,0 1 0 0,-3-1 0 15,3 1 6-15,0 0 2 0,0-1 0 0,3 1 0 16,-3 0-10-16,3-1-2 0,0 1 0 0,-1-3 0 16,4 3-12-16,0-3-2 0,0 2-1 0,3-2 0 15,0 0-33-15,3-2 0 0,3-1 0 0,-1 3 0 0,4-3 18 16,0 1-3-16,0-1-1 0,3 0 0 15,2-2-93-15,-2 2-18 0,3 1-4 0</inkml:trace>
  <inkml:trace contextRef="#ctx0" brushRef="#br1" timeOffset="123594.946">17389 16612 1659 0,'0'0'34'0,"0"0"10"0,0 0-36 0,0 0-8 0,0 0 0 0,0 0 0 15,0 0 69-15,0 0 12 0,0 0 3 0,6 2 0 16,3-2-12-16,0 0-1 0,3 3-1 0,-1-3 0 15,4 0-42-15,0 0-9 0,3 0-2 0,0 0 0 16,6 0 38-16,0-3 7 0,-1 1 2 0,1-1 0 0,3 0-64 0,-3 1-15 0,3-4-1 16,-4 4-1-16,1-4 17 0,-3 4 0 15,0-1-8-15,3 0 8 16,-4 1-45-16,1-3-6 0,0 2-1 0</inkml:trace>
  <inkml:trace contextRef="#ctx0" brushRef="#br1" timeOffset="123872.71">17746 16342 2450 0,'-21'2'51'0,"15"-2"12"0,0 0-51 0,0-2-12 0,3-1 0 0,3 3 0 15,-3-3 76-15,3 3 12 0,0 0 2 0,0 0 1 16,0 0-25-16,0 0-5 0,0 0-1 0,0 0 0 15,0 0-22-15,0 0-5 0,-3 3-1 0,0 5 0 16,0 3-20-16,0 4-4 0,3 4 0 0,0 2-8 16,0 6 9-16,0-1-9 0,0 3 0 0,3 3 9 15,-3 0-9-15,3 2 0 0,0 0 0 0,0 3 0 16,0 1-12-16,3-1 12 0,-3 2-12 0,3-2 12 16,0-5-38-16,3-5 0 0,-3-1 0 0,3-5 0 15,0-5-131 1,-3-3-27-16,3-2-4 0</inkml:trace>
  <inkml:trace contextRef="#ctx0" brushRef="#br1" timeOffset="126864.288">18529 16366 1824 0,'0'-3'76'0,"0"-2"-60"15,0-1 89-15,0 4 19 0,0-4 3 0,0 1 1 16,0 5-52-16,0-3-9 0,0-2-3 0,0 5 0 15,0-5-52-15,0 5-12 0,3-3 0 0,-3 3 0 16,3-2 0-16,3-1 0 0,0 0 0 0,0 3 0 16,0 0 0-16,0 0 0 0,2 3 0 0,1 0 0 15,0-1-48-15,0 1-12 0,3-1-4 0,0 1 0 16,3 0-20-16,0-3-4 0,0 2 0 0,6 1-1 16,-4-3-11-1,7-3-3-15,-3 3 0 0,3-5 0 0,0 0-20 0,2-3-4 0,-2 3-1 0,0-3 0 16,-3-3 103-16,-3 3 25 0,0-2 0 0,-3 2 0 15,-4 0 103-15,-2 0 25 0,0 0 6 0,0 2 1 16,-3 1-11-16,-3 0-3 0,3 0 0 0,-3 2 0 16,-3 3-45-16,0 0-10 0,0 0-2 0,0 0 0 15,0 0 0-15,0 0 0 0,0 0 0 0,0 0 0 0,0 0 0 16,0 0 0-16,0 0 0 0,0 0 0 16,-6 5-51-16,3 3-13 0,0-3 0 0,0 3 0 0,0 3 0 15,0 2 0-15,0 3 0 0,3 0 0 0,-3 5 0 0,3 3 0 16,-3 0 0-16,3 5 0 0,0-3 0 0,0 3 0 0,3 3 0 15,-3-3 0-15,0 0 0 0,3 1 0 0,-3-1 0 16,0 2 0-16,0 1 0 0,0 3 0 0,0 2 0 0,-3 0 0 16,3 0-11-16,-3-3-5 0,0 0 0 0,0 1-1 31,0-6-24-31,-3 0-5 0,1-2-1 0,-1-1 0 0,-3 0 38 0,0-2 9 0,-3 3 0 16,0-1 0-16,0-5 0 0,0 3 0 15,0-3 0-15,0-2 0 0,-3-3 0 16,0-3 0-16,1 0 0 0,-4-2 0 0,3-3 0 0,0-3 0 0,-3-2 0 0,3-1 0 15,0-4 0-15,0-4 0 0,1 1 0 0,2-3 0 16,0-2 0-16,0-1 0 0,3-2 0 0,0 0 0 16,0-3 0-16,6 2 0 0,-3-1 0 0,6-4 0 15,0 3 0-15,0-2 0 0,3 2 0 0,3 0 0 16,3 0 0-16,0 0 0 0,0 3 0 0,6-3 0 16,-3 0 0-16,8 3 0 0,-2-3 0 0,3 0 0 15,0 0-104-15,3 0-20 0,3-2-3 0</inkml:trace>
  <inkml:trace contextRef="#ctx0" brushRef="#br1" timeOffset="127243.677">19169 16834 1337 0,'0'0'56'16,"0"0"-44"-16,0 0 88 0,0 0 19 0,0 0 3 0,0 0 1 15,0 0-15-15,3 0-2 0,-3 0-1 0,0 0 0 16,0 0-28-16,3 2-5 0,0 4-2 0,0 2 0 15,0-3-34-15,0 6-6 0,0-3-2 0,0 2 0 16,0 1-19-16,0 2-9 0,0-2 8 16,2-1-8-16,-2 3 0 0,3-2 0 15,0-3 0-15,0 2 0 0,3 1 0 0,-3-3-14 0,0-3 2 0,3 1 0 32,0-1-21-32,0 0-4 0,0-2-1 0,-3-1 0 15,3-2 3-15,0-2 1 0,0-1 0 0,0 0 0 0,-1 1 20 0,-2-1 4 16,0-2 1-16,3 0 0 0,-3-1 9 0,-3-2 0 0,3 3 0 0,-3-3 0 15,0 0 18-15,0 0-1 0,0-2 0 0,-3 2 0 16,0-3 56-16,0 3 11 0,-3 0 3 0,0-2 0 16,0 2-31-16,0 0-7 0,-3-3-1 0,3 3 0 15,-3 0-19-15,-3 0-4 0,3 3-1 0,-2-3 0 16,-4 3-13-16,0 0-3 0,-3 2-8 0,0 0 12 16,-3 1-28-16,0 2-7 0,-3-3-1 0,1 0 0 15,-1 1-164 1,0-6-34-16</inkml:trace>
  <inkml:trace contextRef="#ctx0" brushRef="#br1" timeOffset="127744.172">18972 15902 1337 0,'0'0'28'0,"0"0"6"15,0 0-34-15,0 0 0 0,0 0 0 0,0 0 0 16,0 0 88-16,0 0 10 0,0 0 2 0,0 0 1 15,3 6-8-15,-3 2-1 0,0-3-1 0,3 3 0 16,-3 0-16-16,0 0-3 0,0 0-1 0,3 2 0 16,-3 1-27-16,0 2-4 0,0 0-2 0,0 3 0 15,0-3-23-15,0 3-5 0,0 3-1 0,0-3 0 16,-3 0-9-16,0-1 0 0,0 4 0 0,0-3 0 16,0-3 0-16,0 3-11 0,-3-3 1 0,3-2 0 15,-2 2-28-15,2-2-6 0,-3-1 0 0</inkml:trace>
  <inkml:trace contextRef="#ctx0" brushRef="#br1" timeOffset="128385.516">19761 16614 2252 0,'-9'13'47'0,"9"-13"11"0,-3 3-46 0,3-3-12 0,0 0 0 0,-6 3 0 16,6-3 95-16,-6 2 17 0,6-2 3 0,0 0 1 16,-6 3-50-16,6-3-10 0,0 0-1 0,0 0-1 15,0 0-30-15,-6 3-5 0,6-3-2 0,-6 0 0 16,6 0-17-16,0 0 0 0,-5-6 0 0,5 6 0 16,-3-2 0-16,0-4 0 0,3 1 0 0,-3 0 0 15,3-3-33-15,3 3-11 0,-3-3-1 0,3 0-1 16,-3-3-218-16,3 1-43 0</inkml:trace>
  <inkml:trace contextRef="#ctx0" brushRef="#br1" timeOffset="129038.737">20175 16204 2066 0,'-12'-5'43'0,"12"5"10"0,-3-3-42 0,3 3-11 0,-6-2 0 0,3-4 0 15,3 6 85-15,0 0 15 16,-3-2 4-16,3 2 0 16,0 0-45-16,0 0-9 0,0 0-2 0,0 0 0 0,0 0-17 0,0 0-4 0,0 0-1 0,0 0 0 15,0 0-18-15,0 5-8 0,3 3 0 0,0 2 8 16,0 1-8-16,0 2 0 0,3 3 0 0,0 0 0 15,0 0-43 1,0 0-7-16,3 2-2 0,-3-2 0 0,6 3-60 0,0-3-13 0,-1-1-3 16,1 1 0-16,3-3-18 0,3-5-4 0,0 0-1 15,0-5 0-15,0 2 53 0,2-7 10 16,-2-1 3-16,3-2 0 0,-3-1 103 0,0-4 21 0,0-1 4 16,-3 1 1-16,0-4 16 0,2 4 3 15,-2-3 1-15,-3 2 0 0,-3 0 51 0,0 1 10 0,0-1 3 0,-6 3 0 16,3-2-52-16,-3 2-9 0,0 0-3 0,-3 0 0 15,0 0 40-15,0 3 7 0,-3-1 1 0,0 1 1 16,0 0-42-16,0 0-9 0,0 2-2 0,3 3 0 16,-6-5-24-16,6 5-4 0,-6-3-2 0,6 3 0 15,0 0-9-15,-6 0-1 0,6 0-1 0,0 0 0 16,-6 0-9-16,6 0-2 0,-6 3 0 0,3 2 0 16,-3 3-8-16,3 0 0 0,3 0 0 0,-3 5 0 15,3 3 0-15,0 2 0 0,0 1 0 0,0 5 0 0,0 2 0 16,3 1 0-16,-3 4 0 0,0-2 0 15,0 3 0-15,0-5 0 0,0-1 0 0,0 3 0 0,-3-2 0 0,0 2 0 16,-3-5 0-16,0 5 0 0,0 0-11 0,1 3 11 0,-4 2-8 0,0-2 8 16,-3-1 0-16,3-1 0 0,-3-1 0 0,-3-3-8 15,0-2 8-15,0-6 0 0,0 1 0 0,-2-3 0 16,2-3 0 0,-3 0 0-16,3-2 0 0,-3 2 0 0,3-5 0 15,0 3 0-15,-3-1 0 0,7 1 0 0,-4-6 0 0,3 3 0 16,3-3 0-16,0 1-8 0,0-4 8 0,-3-2-12 0,6 0 12 15,-3 0-12 1,0 0-20-16,3-2-5 0,-3-4-1 0,3 4 0 16,0-4-110-16,0 1-23 0,3-3-4 0</inkml:trace>
  <inkml:trace contextRef="#ctx0" brushRef="#br1" timeOffset="129573.333">20785 16961 1956 0,'-24'21'40'0,"12"-16"11"16,3 1-41-16,1-1-10 0,-1-2 0 0,0-1 0 15,0-2 34-15,3 3 5 0,-3-1 1 0,0-2 0 16,3 0-5-16,-3 0-1 0,3 0 0 0,0 0 0 0,6 0 6 0,-6 0 0 0,6 0 1 0,-6-5 0 16,6 5 1-16,0 0 0 15,-3-5 0-15,0 2 0 16,3-2 18-16,3-3 3 0,-3 0 1 0,6 0 0 0,0 0-52 0,3-5-12 0,0 2 0 16,3-2 0-16,3 0 0 0,0 0 0 0,3-1 0 0,-1 1 0 15,1 3 0-15,0-1 0 0,0 3 0 0,0 0 0 16,-3 3 0-16,-3 2 0 0,3 3 0 0,-7 3 0 15,4 2 0-15,-6 3 0 0,3 3 0 0,-3 2 0 16,-3 3 0-16,-3 0 0 0,0 5 0 0,-3 0 0 16,-3 3-48-16,0-3-13 15,-6 5-3-15,0-2 0 0,1 5-51 0,-4 1-10 0,0 1-3 16,0 4 0-16,0-4 103 0,3 1 25 0,0 0 0 0,0-6 0 16,3 1 0-16,3-6 0 15,0-2 0-15,3-1 0 0,3-7 0 0,0 2-10 0,3-5 10 0,0 0 0 16,3-3 0-16,0-2 0 0,3-3 0 0,0 0 0 15,0-3 54-15,3 0 8 0,3-2 2 0,0-3 0 16,0 0-52-16,0-2-12 0,-1-1 0 0,-2-2 0 16,3 0 0-16,-3-3 0 0,3 0 0 0,-3 0 0 15,-3-3 0-15,3 4 0 0,-3-7 0 0</inkml:trace>
  <inkml:trace contextRef="#ctx0" brushRef="#br1" timeOffset="130457.617">18454 15947 862 0,'0'0'36'15,"0"0"-28"1,0 0 70-16,0 0 14 0,0 0 4 0,0 0 0 15,0 0-35-15,0 0-6 0,0 0-2 0,0 0 0 16,0 0-8-16,0 0-1 0,0 0-1 0,0 0 0 16,3 6 14-16,-3-6 3 0,3 5 1 0,0 0 0 15,0 1 3-15,0-1 0 0,0 0 0 0,0 0 0 16,0 3-17-16,-3 0-3 0,0 0-1 0,3 3 0 16,-3-3-18-16,0 2-3 0,3 1-1 0,-3 0 0 15,0-1-21-15,3 1 0 0,-3 2 0 0,3-2 0 16,-3-1 0-16,0 1 0 0,3 2 0 0,-3-2 0 15,0-1 0-15,3-2 0 0,0 3 0 0,-3-3 0 16,3 0 0-16,3-1 0 0,-3 1 0 0,3 0 0 16,0 0 22-16,-3 0 0 0,3 0 0 0,0-3 0 0,0 1-35 0,3-1-7 15,-3 0-2-15,3-2 0 0,-1 0 22 16,1-1 0-16,0-2 0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336.48792" units="1/cm"/>
          <inkml:channelProperty channel="Y" name="resolution" value="378.5488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2-07T23:07:42.540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context xml:id="ctx1">
      <inkml:inkSource xml:id="inkSrc25">
        <inkml:traceFormat>
          <inkml:channel name="X" type="integer" max="9600" units="cm"/>
          <inkml:channel name="Y" type="integer" max="7200" units="cm"/>
          <inkml:channel name="T" type="integer" max="2.14748E9" units="dev"/>
        </inkml:traceFormat>
        <inkml:channelProperties>
          <inkml:channelProperty channel="X" name="resolution" value="336.48792" units="1/cm"/>
          <inkml:channelProperty channel="Y" name="resolution" value="378.54889" units="1/cm"/>
          <inkml:channelProperty channel="T" name="resolution" value="1" units="1/dev"/>
        </inkml:channelProperties>
      </inkml:inkSource>
      <inkml:timestamp xml:id="ts1" timeString="2022-02-07T23:08:20.268"/>
    </inkml:context>
  </inkml:definitions>
  <inkml:trace contextRef="#ctx0" brushRef="#br0">12641 3323 1728 0,'0'-16'36'0,"0"11"8"16,0 0-35-16,0 2-9 0,0-5 0 0,-3 3 0 15,3 0 124-15,0 5 24 0,-3-3 4 0,3 3 0 16,-3-5-70-16,0 2-14 0,3 3-4 0,-3-5 0 15,3 5 14-15,-6-3 2 0,6 3 1 0,-6 0 0 16,3-5-37-16,3 5-8 0,-6 0-2 0,0 5 0 0,0-5-12 16,1 8-2-16,-1-5-1 0,0 5 0 0,-3 2-11 0,0 6-8 0,0 0 9 0,-3 3-9 15,0 4 8 1,0-1-8-16,0 4 0 0,-3 1 0 0,0 2 8 16,-2-6-8-16,-1 4 0 0,-3-1 9 0,0-4-9 15,-3 1 0-15,3-2 9 0,-2-2-9 0,2 5 0 0,-3-3 0 16,3-5 0-16,-3 5-8 0,6-2-6 0,1 2-1 0,-1-3 0 0,0 1 0 15,3-3-141 1,3-3-29-16,-3 0-6 0</inkml:trace>
  <inkml:trace contextRef="#ctx0" brushRef="#br0" timeOffset="282.794">12162 3408 1546 0,'3'-16'65'0,"-3"3"-52"15,3 2 99-15,-3-2 20 0,3 3 4 0,0 2 1 16,-3 2-27-16,3-2-6 0,-3 3 0 0,0 5-1 16,0 0-11-16,0 0-3 0,0 0 0 0,0 0 0 15,6 0-73-15,0 5-16 0,0 3 0 0,0-2 0 16,0 2 0-16,-1 7 0 0,1-1 0 0,0 4 0 16,3-2 56-16,0 5 7 0,0-2 1 0,3 5 0 15,-3-3-52-15,3-5-12 0,3 5 0 0,-3-3 0 16,0 1 0-16,2-3 0 0,-2 0 0 0,0-1 0 15,3-1 0-15,-3 2 0 0,3-3 0 0,-3 0 0 16,0 3 0-16,0-6 0 0,0 4 0 0,-3-1 0 16,2 0 0-16,-2-2 0 0,0 2 0 0,-3-2 0 15,3-1-65-15,-3-2-16 0,0 0-3 0</inkml:trace>
  <inkml:trace contextRef="#ctx0" brushRef="#br0" timeOffset="8736.851">12763 3604 2306 0,'0'0'65'15,"0"0"15"-15,0 0-64 0,0 0-16 0,0 0 0 0,0 0 0 16,0 0 81-16,0 0 13 0,0 8 2 0,3-3 1 15,0 0-41-15,-3 3-9 0,3 3-2 0,0-3 0 16,0-3-4-16,-3 6-1 0,3 2 0 0,0-2 0 16,-3 7-32-16,0-2-8 0,3-3 0 0,-6 6 0 15,3 2 0-15,0 0 0 0,0 0 0 0,-3 0 0 16,3 3 12-16,-3-3 0 0,0-5 0 0,3 5 0 16,-3-5-12-16,0 0 0 0,3 0 0 0,-3 3 0 15,0-9 0-15,3 3 0 0,-3 1 0 0,3-1 0 16,-3-3-9-16,0 4-7 0,3-6-2 0,0-1 0 15,0-1-92-15,0 2-18 0,0-8-4 0</inkml:trace>
  <inkml:trace contextRef="#ctx0" brushRef="#br0" timeOffset="9121.115">13445 3228 2030 0,'0'0'57'0,"0"-8"14"16,-3 3-57-16,3 5-14 0,0-3 0 0,0 3 0 15,-3-8 105-15,3 8 19 0,-3-5 3 0,3 5 1 16,0 0-52-16,0 0-9 0,0 0-3 0,-6 0 0 16,6 0-51-16,-6 3-13 0,0 2 0 0,0 0 0 15,-3 3 0-15,3 3 0 0,-3-3 0 0,0 5 0 16,0 3 0-16,0 2 0 0,-2-2 0 0,-1 5 0 16,0-2 0-16,-6 7 0 0,0-4 0 0,-3 4 0 15,3 0 0-15,-6-4 0 0,4-1 0 0,-4 3 0 0,0-3 0 16,3 0 0-16,-3-3 0 0,4 1 0 0,-1-3 0 15,3-3 0-15,-3 3 0 0,3 0 0 16,3-6-48-16,3 1-13 0,0-3-3 0</inkml:trace>
  <inkml:trace contextRef="#ctx0" brushRef="#br0" timeOffset="9391.73">13019 3289 1337 0,'3'-13'56'15,"0"2"-44"-15,0-2 161 0,0 2 33 0,0 3 6 0,0 3 2 16,0 0-86-16,0 2-18 0,-3 3-3 0,0 0-1 16,3 0-34-16,3 0-6 0,0 0-2 0,0 8 0 15,0-5-28-15,0 5-5 0,0 2-2 0,3 1 0 16,-1 2-7-16,1 8-2 0,3-8 0 0,0 11 0 16,0-3-7-16,0 3-1 0,0 5-1 0,0-5 0 15,0 0-11-15,0-3 12 0,0 0-12 0,-1 3 12 16,1-5-12-16,-3-1 0 0,3 1 0 0,-3-1 0 15,-3 1 0-15,3-6 0 0,-3 6 0 0,0-6 8 16,0 3-21-16,-3-3-5 0,3 0-1 0,-3 3 0 16,0-8-165-16,-3 0-34 0</inkml:trace>
  <inkml:trace contextRef="#ctx0" brushRef="#br0" timeOffset="9816.962">13486 3681 2187 0,'0'0'62'0,"0"0"14"0,3-3-61 0,0-5-15 0,0 3 0 0,0 2 0 16,3-2 72-16,0 2 11 0,0-2 2 0,3 5 1 15,-3-5-18-15,3 2-3 0,0 3-1 0,0 0 0 16,0 0 0-16,0 0 0 0,3 0 0 0,-3 0 0 15,0 0-51-15,-1 0-13 0,1 3 0 0,-3 2 0 16,0 0 0-16,0 0 0 0,0 1 0 0,-3 2 0 16,0 5 0-16,-3-8 0 0,3 11 0 0,-6-5 0 15,3 2 0-15,-3 3 0 0,-3 2 0 0,0 1 0 16,0-1 0-16,0 6 0 0,-3-3 0 0,3-5 0 16,-2 5 0-16,2-7-12 0,-3 1 3 0,6 1 0 15,-3-5 1-15,3-1 0 0,3 1 0 0,-3-3 0 16,6 0 20-16,-3 3 4 0,3-9 0 0,3 3 1 15,0-2-17-15,3 0-14 0,-1 2 2 0,4-2 1 16,0-3 11-16,3 2 16 0,0-2-4 0,0-2-1 16,0 2-11-16,-3 0 0 0,3-3 0 0,0 0 0 15,-1 3 0-15,-2-2 0 0,3 2 0 0,0-3 0 16,0 3 0-16,0-3 0 0,-3 3 0 0,3-5 0 16,0 5-100-16,-1 0-23 0,1-2-4 0</inkml:trace>
  <inkml:trace contextRef="#ctx0" brushRef="#br0" timeOffset="15042.378">11129 4345 2026 0,'12'-11'57'0,"-3"3"14"0,-3 0-57 0,3 3-14 0,-3-3 0 0,-3 0 0 16,0 3 106-16,0 0 18 0,-3 5 4 0,0 0 1 15,0 0-52-15,0 0-10 0,0 0-3 0,0 0 0 16,0 0 0-16,0 0 0 16,-6 0 0-16,-3 5 0 0,-3 0-51 0,0 6-13 0,-3-1 0 0,-3 3 0 15,0 1 0-15,0 2 0 0,-5 2 0 0,-1 1 0 16,3 2 0-16,0-3 0 0,-3 4 0 0,0 1 0 15,-2-2 0-15,-1 3 0 0,0 0 0 0,-6 0 0 16,4-3 0-16,-1 6 0 0,0-9 0 0,0 3 0 16,4-2 0-16,2-3 0 0,0-6 0 0,6 1 0 15,0-3-152 1,3 0-34-16,3-6-6 0</inkml:trace>
  <inkml:trace contextRef="#ctx0" brushRef="#br0" timeOffset="15265.139">10668 4466 1792 0,'6'-13'51'0,"-3"5"10"16,0-2-49-16,-1 2-12 0,1 0 0 0,-3 5 0 16,0 3 105-16,0 0 19 0,0 0 3 0,0 0 1 15,0 0 0-15,6 3 0 0,-3 2 0 0,0 3 0 16,0 5-103-16,3-5-25 0,0 3 0 0,0 7 0 16,0 1 0-16,3 2 0 0,3 3 0 0,0 2 0 15,0 1 0-15,0 4 0 0,0-7 0 0,3 5 0 16,-4-2 0-16,4-3 0 0,-3 0 0 0,0-3 0 15,0 0 29-15,0-5 1 0,-3 0 0 0,0-1 0 16,0 1-48-16,0-2-10 0,0-4-1 0,-1 1-1 16,-2 2-156-16,3-8-31 0,0 3-7 0</inkml:trace>
  <inkml:trace contextRef="#ctx0" brushRef="#br0" timeOffset="15986.582">11087 4842 1824 0,'0'0'38'0,"0"0"8"0,0 0-37 15,-3-2-9-15,0-1 0 0,3 3 0 0,0-8 125 0,3 3 23 0,-3-1 5 0,3 4 1 16,3-4-70-16,0 1-15 16,0 0-2-16,3 5-1 0,0-8-19 0,0 5-4 0,3-2-1 0,0 2 0 15,0 1-15-15,0-1-3 0,-1 0-1 0,1 1 0 32,0 2-10-32,-3 0-1 0,3 0-1 0,-3 0 0 0,0 2-11 15,0-2 0-15,-3 3 0 0,0 2 0 0,0 1 8 0,-3-1-8 0,0 3 8 16,0-3-8-16,-3 0 0 0,0 3 0 0,0-2 0 0,-3 2 0 31,0 0-36-31,0-3-5 0,0 0-2 0,-3 3 0 0,0-3 35 0,0 1 8 0,-3-1 0 0,3 0 0 16,0 1 0-16,0-4 0 0,0 3 0 0,6-5 0 15,0 0 0-15,0 0 0 0,0 0 0 0,0 0 0 16,0 0 0-16,0 0 0 0,0 6 0 0,0-6 0 16,6 5 0-16,-3-2 0 0,3 2 0 0,3-2 0 15,-3-1 0-15,0 4 0 0,3-6 0 0,0 2 0 16,-3 3 0-16,0-2 0 0,0 0 0 0,0 2 0 15,0-2 0-15,-3 2 0 0,2 0 0 0,-2 1 0 16,0-1 0-16,0 3 0 0,-3 0 0 0,3 0 0 16,-3 0 0-16,-3 0 0 0,3 2 0 0,-3-2 0 15,0 3 0-15,0 2 0 0,1-2 0 0,-4-1 0 16,0 3 0-16,-3-2 0 0,3-1 0 0,-6 1 0 16,3 0 23-16,-3-1 6 0,0-2 2 0,0 5 0 15,0-7-50-15,-3 2-9 0,3-3-3 0,1 3 0 16,-4-3 31-16,3 0 0 0,0-2 0 0,0 2 0 15,3-2-160-15,-3-3-25 0,3 0-6 0</inkml:trace>
  <inkml:trace contextRef="#ctx0" brushRef="#br0" timeOffset="16335.774">11855 4562 2002 0,'3'-6'84'0,"3"-4"-67"16,-3 5 94-16,0-3 18 0,0 2 4 0,0-2 1 16,0 3-47-16,0 0-10 0,0 2-1 0,0-2-1 15,-3 5-9-15,0 0-2 0,3-3 0 0,-3 3 0 16,0 0-51-16,0 0-13 0,0 0 0 0,0 0 0 15,0 0 54-15,0 0 8 0,0 0 2 0,-9 5 0 16,0 3-52-16,0 3-12 0,-3 0 0 0,0 7 0 16,-2-2 0-16,-1 5 0 0,-3 0 0 0,3 3 0 15,0-3 0-15,-3 0-16 0,3 3 3 0,-3-5 1 16,1-1 12-16,-4 1 0 0,0-3-10 0,0 0 10 16,0-3-44-16,-3 0-4 15,4-2 0-15,-1 2-1 0,3-8-47 0,0 3-10 0,3 0-2 0</inkml:trace>
  <inkml:trace contextRef="#ctx0" brushRef="#br0" timeOffset="16575.862">11534 4638 1824 0,'-3'-15'38'0,"3"-4"8"0,0 8-37 16,-3-4-9-16,3 4 0 0,0 3 0 0,0 0 140 0,0 3 25 15,0 0 6-15,0 5 1 0,0 0-75 0,0 0-14 0,0 0-3 0,0 0-1 16,3 2-42-16,0 3-8 0,3 3-1 0,0 3-1 15,0 5-4-15,3 0-1 0,0 0 0 0,-1 2 0 16,4 1-8-16,0 2-2 0,3-3 0 0,-3 4 0 16,3-1-4-16,-3-8 0 0,0 5-8 0,3-2 12 15,-3 3-12-15,-1-9 9 0,1 4-9 0,0-1 8 16,0 0-8-16,-3-2 0 0,0 2 0 0,3-2 0 16,-3-1 0-16,0 1 0 0,0-3 0 0</inkml:trace>
  <inkml:trace contextRef="#ctx0" brushRef="#br0" timeOffset="16987.059">12114 4869 2343 0,'0'0'48'0,"0"0"13"15,3-6-49-15,-3 6-12 0,0-5 0 0,0 5 0 0,3-3 93 0,-3 3 16 16,3-5 3-16,-3 5 1 0,0 0-34 0,0 0-7 0,0 0-2 0,0 0 0 16,0 0-56-16,0 0-14 15,0 0 0-15,0 0 0 16,0 0 0-16,0 0 0 0,0 0 0 0,-6 5 0 16,0 1 0-16,0 2 0 0,0-3 0 0,-3 0 0 0,0 3 0 0,-2 0 0 0,-4-3 0 0,3 6 0 15,0-6 0-15,-3 6 0 0,0-3 0 0,0 2 0 16,6 1 0-16,-3 0 0 0,6-1 0 0,-2-2 0 15,2 3 0-15,3-1 0 0,0 1 0 0,0-3 0 16,3 2 0-16,3-2 0 0,0 3 0 0,0-3 0 16,3 0 0-16,-1 2 0 0,1-4 0 0,3 2 0 15,0-3 0-15,3 0 0 0,-3 0 0 0,3 3 0 16,3-5 0-16,-3 0 0 16,0-3 0-16,0 2 0 0,0 1 9 0,-1-3-1 0,1 0 0 15,0 0 0-15,0 0-8 0,-3-3 0 0,3 1 0 0,-3-1 0 16,3 0 0-16,-3-2-11 0,0 0 3 0,0-1 0 15,0 1-118-15,-1 0-23 16,1 0-5-16</inkml:trace>
  <inkml:trace contextRef="#ctx0" brushRef="#br0" timeOffset="17312.945">12159 4892 2062 0,'-6'-2'43'0,"3"-3"10"15,-3 2-42-15,6 3-11 0,-3-5 0 0,3 5 0 16,0 0 105-16,-3-3 19 0,3 3 4 0,0 0 1 0,0 0-52 16,0 0-10-16,0 0-3 0,0 0 0 0,0 0 0 0,0 0 0 15,0 0 0-15,0 0 0 0,0 0-28 0,0 0-7 0,0 0-1 0,0 0 0 32,0 5 7-32,0 3 1 0,3-3 0 0,0 6 0 0,-3 0-36 0,3 2 0 15,0 3 0-15,0 0 0 0,0 2 0 16,0 3 0-16,0 3 0 0,0 0 0 0,0 0 19 0,0-3-3 0,0 5-1 15,0-7 0-15,0 2-24 16,-3-2-5-16,3-1-1 0,-3-2 0 0,0 0 15 0,0 0 0 0,-3 0 0 16,3-3 0-16,-3 0 0 0,0 3 0 0,3-3 0 0,-3 3 0 15,0-3 0-15,3 3 0 0,0-3-10 0,-3 1 10 16,3 1-104 0,0-4-17-16,0 2-3 0</inkml:trace>
  <inkml:trace contextRef="#ctx0" brushRef="#br0" timeOffset="25311.903">14186 4980 1774 0,'0'-8'75'0,"0"3"-60"16,0-1 108-16,0 1 21 0,-3 0 5 0,3 2 1 15,0 3-39-15,0 0-8 0,-3-5-2 0,3 5 0 16,-6 0-45-16,0-3-10 0,6 3-2 0,-6 3 0 16,0-1-17-16,0 4-4 0,0-4-1 0,0 6 0 15,-3 0-12-15,3 3-2 0,-2-1-8 0,2 4 12 16,0-1-12-16,0 3 0 0,0 2 0 0,0-5 0 15,3 6 0-15,-3-3 0 0,3 2 0 0,3-7 0 16,0 5 0-16,0-3 0 0,3 0 0 0,3-2 0 16,-3-1 0-16,6 1 0 0,-3-3 0 0,3-3 0 15,-1 1-9-15,1-4 9 0,0 1 0 0,3-3-9 16,0 0 9-16,0-3 0 0,3 1 0 0,0-1 0 16,0-2 8-16,-3-3 4 0,5 2 1 0,-2 1 0 15,0-3 8-15,-3-2 2 0,0-1 0 0,-3 0 0 0,0 1 13 16,0-6 2-16,-3 0 1 0,-3-2 0 0,-3-1-10 15,0 1-1-15,0-4-1 0,-6 1 0 0,3 3-14 0,-3-1-2 16,-3 3-1-16,0-2 0 0,0 4-10 0,-3 4 0 16,0 2 9-16,0-3-9 0,-2 6 0 0,-1 0 0 0,3 0 0 15,-3 5 0 1,3-3-20-16,-3 3-6 0,3 3-1 0,0-3 0 16,-3 2-78-16,3 3-16 0,-2-2-3 0</inkml:trace>
  <inkml:trace contextRef="#ctx0" brushRef="#br0" timeOffset="26239.758">14680 4940 1398 0,'0'0'59'16,"0"0"-47"0,0 0 113-16,-6-5 23 0,3 2 5 0,3 3 1 0,-6 0-31 0,6 0-7 0,-9 0 0 15,3 0-1-15,0 0-45 16,0 8-9-16,-3-8-1 0,4 5-1 0,-1 1-22 0,0 2-4 0,-3 0-1 0,3 2 0 15,0-2-13-15,-3 5-3 0,3 3-1 16,0-3 0-16,0 1-7 0,3 2 0 0,-3-1-8 16,3 1 12-16,0-3-12 0,0 3 0 0,3 0 0 0,0-3 0 15,3 1 0 1,-3-1 0-16,3-2 0 0,6-1 0 16,-3-2 0-16,0 3 0 0,3-6 0 0,0 3-10 0,0-6 10 0,6 1 0 15,-1 0-9-15,1-1 9 0,3-4 0 0,3 2 0 0,0-6 0 0,0 1 0 16,3 0 0-16,-4-3 10 0,4 0 1 0,-6 0 0 15,0-2 13-15,0-1 2 0,-3 0 1 0,0-2 0 16,-4 0 14-16,-2-3 3 0,0 0 1 0,-3 0 0 16,0-2-5-16,-3-1 0 0,0 1-1 0,0-1 0 15,-3 1-14-15,0-1-2 0,0 3-1 0,-3 0 0 16,0 3-10-16,0 0-1 0,-3 5-1 0,0-5 0 16,-3 2-10-16,0 3 8 0,1 3-8 0,-4-3 8 15,-3 3-8-15,0 2 0 0,0 0 0 0,-3 1 0 16,0 2-24-16,0 2-4 0,-2-2-1 0,-1 6 0 15,0-1-79-15,0 3-16 0,3-3-4 16</inkml:trace>
  <inkml:trace contextRef="#ctx0" brushRef="#br0" timeOffset="26959.387">16865 4877 1968 0,'0'0'41'0,"0"0"9"15,0 0-40-15,0 0-10 0,0 0 0 0,0 0 0 16,0 0 113-16,-6 0 21 0,0 0 4 0,0 0 1 16,0 2-60-16,-3 1-12 0,3 0-3 0,-3-1 0 15,0 3-27-15,0 3-5 0,0-2-2 0,1 2 0 16,-1 0-17-16,0 2-3 0,-3 3-1 0,3 1 0 0,3-1-9 15,0 3 10-15,0 0-10 0,3-1 10 0,0 1-10 0,3 0 0 0,0 0 0 0,3-3 0 32,0 1 0-32,3-4 0 0,3 3 0 0,0-5 0 0,3 0-10 0,0-2 10 15,3-1 0-15,-1 0-9 0,1 0 9 16,3-5 0-16,0 0 0 0,0-5 0 16,0 2 0-16,0 1 9 0,-4-6-9 0,-2 3 10 0,0-3 2 0,0 2 0 15,0-7 0-15,-3 3 0 0,0-4 14 0,0 1 3 0,-3 0 1 0,-3 0 0 16,3-3 14-16,-3 0 2 0,-3-3 1 0,0 6 0 15,0-5-19-15,-3 2-3 0,0 0-1 0,-3 3 0 16,0-1-12-16,0 1-2 0,-3 3-1 0,0-1 0 16,-3 0-9-16,0 1 10 0,0 2-10 0,-3-3 10 15,-2 3-10-15,-1 3 0 0,-3 0 0 0,0-1-11 16,0 4-6-16,-3 2-2 0,1-5 0 0,5 5 0 16,0 0-28-16,3 0-5 0,3 5-2 15,0-5 0-15,6 2-143 0,6-2-29 0,0 0-6 0</inkml:trace>
  <inkml:trace contextRef="#ctx0" brushRef="#br0" timeOffset="27233.016">17302 4686 2385 0,'0'0'68'0,"0"0"14"0,0 0-66 0,0 0-16 0,0 0 0 0,0 0 0 15,0 0 104-15,0 0 18 0,0 11 3 0,-3-9 1 16,3 6-60-16,-2-2-12 0,2 1-2 0,0 1-1 15,-3 0-11-15,3 0-3 0,0 3 0 0,0-1 0 16,3 1-17-16,-3 0-4 0,2 2-1 0,-2-3 0 0,0 4-3 0,3-1 0 0,-3 0 0 0,3 6 0 16,-3-3 1-16,0 2 0 0,0 3 0 15,0 3 0-15,0 0-4 16,3 2-1-16,-3 1 0 0,3 2 0 16,-3-3-8-16,0-7 8 0,3 2-8 0,-3 0 8 0,0-2 12 0,3-3 3 0,-3-1 0 15,3-4 0-15,-3 0-23 0,0-1 0 0,3-2 0 16,-3 0 0-1,3 0-98-15,0 3-24 0,0-6-5 0</inkml:trace>
  <inkml:trace contextRef="#ctx0" brushRef="#br0" timeOffset="30442.597">19151 4818 1805 0,'0'-10'76'0,"3"2"-61"16,0-3 90-16,0 6 19 0,0-3 3 0,0 3 1 16,0-1-22-1,0 4-4-15,0-3-1 0,0 2 0 0,-3 3-39 0,6-3-8 0,0 3-2 0,0 0 0 16,0 0-19-16,-1 0-4 0,1 3-1 0,0 0 0 16,0 2-6-16,3 3-2 0,-3 0 0 0,0 2 0 15,0 1-4-15,0 2 0 0,0 0-1 0,0 6 0 16,0-1-3-16,-3 1-1 0,3 2 0 0,0 0 0 15,-3 3 18-15,0 0 4 0,3 0 1 0,-3 2 0 16,-3-2-48-16,3 0-10 0,0-3-1 0,-3 0-1 16,0-2 26-16,0-1 0 0,0-2 0 0,-3 0 0 15,3-3 0-15,-3-2-10 0,0 2 10 16,0-5-10-16,0 0-75 0,3 0-15 0,-3-3-4 0,3-5 0 16,0 0-116-1,0 0-24-15</inkml:trace>
  <inkml:trace contextRef="#ctx0" brushRef="#br0" timeOffset="30725.202">19627 4736 2243 0,'3'-10'64'0,"0"-1"13"16,0 3-61-16,0 3-16 0,-3 0 0 0,3-1 0 0,-3 6 101 16,0-5 18-16,0 5 3 0,0 0 1 15,0 0-50-15,0 0-9 0,0 0-3 0,6 5 0 0,-3 3-21 0,0 0-4 0,3 0 0 0,-3 5-1 16,0-2-6-16,3 5-1 0,-3 0 0 15,0-3 0-15,3 3-6 0,-3 0-2 0,3 5 0 0,-3-5 0 16,0 5-8-16,3 0-1 0,-3 0-1 0,0 3 0 16,2-3-10-16,-2 6 0 0,3-1 0 0,-3-5 8 15,0 6-8 1,0-6 0-16,-3 0 0 0,3 0 8 0,0-2-8 16,0-1 0-16,0-2 0 0,-3 0 0 0,3 0 0 0,0-3-12 15,0 0 0-15,0 1 1 16,0-4-100-16,0 1-20 0,3-3-4 0,-3 0-1 0,3 0-203 0</inkml:trace>
  <inkml:trace contextRef="#ctx0" brushRef="#br0" timeOffset="32005.076">22026 4829 1758 0,'0'0'36'0,"0"0"10"0,0-3-37 0,0-2-9 0,0 5 0 0,3-5 0 16,-3 5 124-16,0 0 22 0,0-6 5 0,0 6 1 15,0 0-53-15,3-2-11 0,-3 2-1 0,6-3-1 16,-6 3-30-16,0 0-5 0,3 0-2 0,-3 0 0 15,6 0-16-15,0 5-3 0,-3-2-1 0,3 2 0 16,-3 3-6-16,0 3-2 0,0-3 0 0,0 5 0 16,0 3-6-16,-3 0-2 0,0 0 0 0,0 5 0 15,0 0 0-15,0 3 0 0,0 2 0 16,-3 1 0-16,0 2-5 0,3-3 0 0,-3-2-8 16,3 0 12-16,0 2-12 0,-3-7 0 0,3 2 0 0,0-2 0 15,0-1 0-15,-3-2 8 0,3-3-8 0,0 3 0 16,0-3 0-16,-3-2 0 0,3 2 0 0,0-2 0 15,3-1-88-15,-3-2-13 0,3-2-3 0,3-1-1 16,3-2-72-16,-3-3-15 0,6-3-2 0</inkml:trace>
  <inkml:trace contextRef="#ctx0" brushRef="#br0" timeOffset="32391.564">22476 4961 1698 0,'3'-10'72'0,"0"2"-58"16,0 5 114-16,0-8 22 0,-3 6 5 15,0 5 1-15,0 0-40 0,0 0-8 0,0 0-2 0,0 0 0 16,0 0-40-16,0 0-8 0,0 0-2 0,0 0 0 16,0 0-27-16,0 8-5 0,0 3-2 0,0-1 0 15,0 4-10 1,0-1-3-16,0 3 0 0,0 2 0 0,0 1-9 0,3-1 0 0,-3 1 9 16,3-1-9-16,0 1 0 0,0-3 0 0,3 0 0 0,0-1 0 15,2-1 0 1,-2-1 0-16,3 0 0 0,0-2 0 0,3-3 0 0,-3 2 0 0,3-5 0 0,0 1 0 15,0-1 0-15,0-2 0 0,0-3 0 0,3 0 0 16,-4-3 0-16,4 0 0 0,-3 1 8 0,3-4-8 16,0 1 0-16,-3-3 0 0,0 0 0 0,0 0 0 15,0 0 52-15,0-5 10 0,-4 0 2 0,1 2 0 16,0-7-52-16,0 2-12 0,-3-5 0 0,0 2 0 16,-3 1 0-16,0-1 0 0,0 1 0 0,-3-1 0 15,-3 3 54-15,0 3 8 0,-3-3 2 0,-3 3 0 16,3 5-64-16,-6-5-15 0,0 5-1 0,1 3-1 15,-4 2 27-15,0-2 6 0,-3-1 0 0,-6 6 1 16,3 0-36-16,0 0-7 0,-2 3-2 0,-7 0 0 16,3 2-52-16,-6 0-10 0,1 3-2 0</inkml:trace>
  <inkml:trace contextRef="#ctx0" brushRef="#br0" timeOffset="35821.62">12132 6671 1824 0,'0'0'38'0,"0"0"8"0,0 0-37 0,0 0-9 0,0 0 0 15,-6 2 0 1,0 3 104-16,0-2 20 0,0 2 3 0,0 1 1 16,0-1-52-16,-3 3-9 0,3 0-3 0,-2 0 0 0,-1 2-51 0,0 1-13 0,0 2 0 0,0 0 0 15,0 1 0-15,0-1 0 0,0 3 0 0,0 0 0 16,3 0 0-16,0-1 0 0,0 1 0 0,3 0 0 15,0 0 0-15,3 0 0 0,0 0 0 16,3 0 0-16,0 0 0 0,3-1 0 0,0 1 0 16,3-2 0-16,3-1 16 0,0-3 1 15,0-2 0-15,0 0 0 0,0-2-17 0,0-4 0 16,-1-2 0-16,1 0 0 0,0-5-10 16,3 0-6-16,-3-3 0 0,0 0-1 0,0-3 65 0,-3 1 12 15,3-4 4-15,-3 1 0 0,0 0 5 0,-3 0 2 0,2-1 0 16,-5 1 0-16,3 0-18 0,-6 0-3 0,0-1-1 0,0 1 0 15,-3-3-33-15,-3 0-6 0,0 3-2 0,1-3 0 16,-4 1 22-16,0-1 4 0,0-3 1 0,0 3 0 16,-3 0-5-16,3 3-1 0,-3 0 0 0,0 0 0 15,0 2-74-15,0 3-15 16,0 0-4-16,1 0 0 0,2 3 52 0,0 2 12 0,0-2 0 16,3 5 0-16,6 0-208 0,0 0-38 0,0 0-8 0</inkml:trace>
  <inkml:trace contextRef="#ctx0" brushRef="#br0" timeOffset="36177.242">12641 6673 2066 0,'0'0'43'0,"0"0"10"16,-3 5-42-16,0 3-11 0,0-2 0 0,-3 2 0 0,0 0 104 0,0 2 20 0,0 1 3 0,-3 2 1 16,0-2-52-1,4 2-9-15,-1 0-3 0,-3 0 0 0,3 3-51 0,0-3-13 0,0 3 0 0,-3 0 0 16,6-3 54-16,0 3 8 15,0 0 2-15,0 0 0 0,3-3-52 16,0 3-12-16,3 0 0 0,-3 0 0 16,6-3-48-16,-3 3-13 0,6-5-3 0,-3 2 0 0,3-3 103 0,-3-2 20 0,6-2 4 0,-4-1 1 15,4 0-52-15,0-5-12 0,0-2 0 16,0-1 0-16,3-2 0 0,0-3 0 16,3 0 0-16,-3-3 0 0,-3 3 12 0,2-2-1 0,-2-1 0 15,0 0 0-15,0 1 28 0,-3-3 5 0,0 2 2 16,0 0 0-16,-6 1 1 0,3 2 0 0,-3-5 0 0,0 2 0 15,-3 1-19-15,-3-1-3 0,3-2-1 0,-6 2 0 16,0 1-2-16,0 2-1 0,-3-3 0 0,-3 3 0 16,0 3-21-16,-3-3 8 0,-3 3-8 0,1-1 0 15,-4 4-14-15,0 2-7 0,-3 2-2 0,-3 4 0 16,4-1-60-16,-1 5-12 16,0 1-2-16</inkml:trace>
  <inkml:trace contextRef="#ctx0" brushRef="#br0" timeOffset="36976.62">12254 8795 1580 0,'-6'-2'67'0,"3"-1"-54"15,-3 0 92-15,0 1 19 0,3 2 3 0,-3 0 1 16,0 0 0-16,6 0 0 0,-6 0 0 0,1 5 0 16,-1-2-52-16,0 2-9 0,0 0-3 0,0 3 0 15,0 0-51-15,0 3-13 0,0-1 0 0,0 4 0 0,0-1 0 0,0 3 0 16,0-1 0-16,0 4 0 0,3-3 0 15,-3 5 0-15,3-2 0 0,-3 2 0 0,3 0 0 0,3 0 0 0,0 3 0 16,0-3 0-16,3 0 0 0,3-2 0 0,-3-1 0 16,6-2 0-16,-3 0 0 0,6-5 0 0,-3-1 0 0,6-2 0 15,-3-3 0 1,6-2 0-16,-1 0 0 0,1-6 0 0,3 0 0 16,0-5 0-16,0 1 0 0,3-7 0 0,-4 4 0 15,1-3 0-15,-3-3 0 0,0-3 0 0,-3 3 54 16,0 0 8-16,-3 0 2 0,0-2 0 0,-7 2 0 0,1 0 0 15,0 0 0-15,-3 0 0 0,0 1-52 0,-3-1-12 0,-3 0 0 0,0 0 0 16,-3 3 0-16,-3-1 0 0,1 1 0 0,-4 0 0 16,0 2 0-16,-3 1 0 0,-3 2 0 0,0 0 0 15,-3 0 0-15,0 3 0 0,1-1 0 0,-1 1 0 16,0 3 0-16,0 2 0 0,0-3 0 0,0 6 0 16,4-3 0-16,-1 2 0 0,3 1 0 0,0 2 0 15,3-2-48-15,3 5-13 0,-3-3-3 0,3 3 0 16,3 0-102-16,0 2-21 0,0-2-4 0</inkml:trace>
  <inkml:trace contextRef="#ctx0" brushRef="#br0" timeOffset="37320.029">12739 8711 2508 0,'0'0'71'0,"0"0"16"0,0 0-70 16,-6-6-17-16,6 6 0 0,0 0 0 0,0 0 106 0,0 0 18 0,0 0 3 16,0 0 1-1,0 0-52-15,0 0-9 0,0 0-3 0,0 0 0 16,0 0-51-16,-3 6-13 0,0-1 0 0,0 3 0 0,3 2 0 0,0 1 0 0,0 2 0 0,-3 3 0 16,3 0 28-16,0-3 2 0,0 3 1 0,-3 0 0 15,3 0 1-15,0 0 1 0,0 2 0 0,-2 1 0 16,2-1-41-16,-3 3-9 0,3 1-2 0,-3 1 0 15,0 4 19-15,3-1 0 0,-3 6 0 0,0-3 0 16,0-5 0-16,0 3 0 0,0-4 0 0,0-2 0 16,0-2 8-16,0 0-8 0,3-4 0 0,-3-1 9 15,3-1 3-15,-3 0 1 0,3-2 0 0,0-1 0 16,0 1-49-16,0-1-9 16,0-2-3-16,3 3 0 0,-3-3-116 0,3 0-23 0,0 0-5 0</inkml:trace>
  <inkml:trace contextRef="#ctx1" brushRef="#br0">14984 14558 0</inkml:trace>
  <inkml:trace contextRef="#ctx0" brushRef="#br0" timeOffset="37995.167">12138 10706 2048 0,'0'0'95'16,"3"5"-85"-16,0-2-10 0,0 2 0 0,-3 3 0 0,3-3 83 15,-3 3 14-15,0 0 3 0,3 3 1 16,-3-1-28-16,0 3-5 0,-3 1-2 0,3-1 0 0,0 3-26 0,-3-3-4 0,3 3-2 15,-3 2 0 1,0 1-34-16,0-1 0 0,0 1 0 0,-3 5 0 16,3 0 24-16,-3 2 10 0,0 1 2 0,0 4 1 15,3-2-8-15,-3 3-1 0,0 3-1 0,3-4 0 0,0 1-27 16,-3-3 0-16,4-2 0 0,-1-1 0 0,-3 1 0 16,3-4 0-16,3 1 0 0,-6 0 0 0,3-3 0 0,0 3 0 0,0-3 0 0,0 0 0 15,0 0 0-15,0-5 0 0,0 3 0 0,3-6 0 16,-3 0-46-1,3 1-14-15,0-7-4 0,0 1 0 0,0-5-102 16,3 0-21-16,3-3-4 0</inkml:trace>
  <inkml:trace contextRef="#ctx0" brushRef="#br0" timeOffset="38342.714">12528 10965 2214 0,'0'-8'46'0,"0"3"11"16,0-1-45-16,-3-1-12 0,3 1 0 0,0 1 0 16,0 0 73-16,0 5 13 0,-3-6 2 0,3 6 1 15,0 0 10-15,0 0 1 0,0 0 1 0,0 0 0 16,0 0-45-16,0 0-10 0,0 0-2 0,0 0 0 16,0 0-18-16,0 0-4 0,0 0-1 0,0 0 0 15,0 0-7-15,0 8-2 0,0 0 0 0,-3 3 0 16,3-1-1-16,0 4-1 0,-3 2 0 0,3-1 0 0,-3 7-2 15,0-1 0-15,3 5 0 0,-3 1 0 0,0 2 0 0,3-3-8 0,-3 3 12 16,3 0-4-16,-3-2-8 0,0-6 0 0,3 3 9 0,-3-3-9 16,0-2 0-16,0-1 0 15,0 3 0-15,0-2 8 16,-3 2-8-16,3 0 0 0,0-2 0 0,-3 2 0 0,1 0 0 16,2 0 0-16,-3 3 0 0,0-3-8 15,3-2-40-15,0-1-7 0,0 3-1 0,0-5-1 16,3 3-143-16,0-3-29 0,-3-1-6 0</inkml:trace>
  <inkml:trace contextRef="#ctx0" brushRef="#br0" timeOffset="39094.223">12010 13452 1554 0,'0'-2'32'0,"-3"-4"8"0,3 1-32 0,0 5-8 0,0-8 0 0,-3 5 0 16,3-2 92-16,0 5 16 0,0-5 4 0,0 5 1 15,0 0-14-15,0 0-3 0,0 0-1 0,0 0 0 16,0 0-32-16,0 0-7 0,0 0 0 0,0 0-1 16,0 0 7-16,0 0 2 0,0 0 0 0,0 0 0 15,0 0 0-15,-3 5 0 0,0 3 0 0,3 3 0 16,-3 5-52-16,0 2-12 0,3 3 0 0,-3 6 0 15,0 2 0-15,0 0 0 0,3 5 0 0,-3 1 0 16,0-4 0-16,0-4 0 0,3-1 0 0,-3 1 0 0,3-3 0 16,0-1 0-16,0 1 0 0,0 0 0 0,0-3 0 15,0 3 0-15,0 3 0 0,0-4 0 16,3-1 0-16,-3-1 0 0,0-3 0 0,0 1 0 16,0-3 0-16,0-3 0 0,0-3 0 0,0-2 0 15,3 0-48-15,-3 0-13 0,0-8-3 0,0 0 0 16,0 0-102-16,0 0-21 0,6-2-4 0</inkml:trace>
  <inkml:trace contextRef="#ctx0" brushRef="#br0" timeOffset="39627.734">12397 13436 2090 0,'-9'0'44'0,"0"0"8"15,3-2-41-15,0 2-11 0,0 0 0 0,0 0 0 16,6 0 100-16,-3 0 17 0,3 0 4 0,-6 0 1 16,6 0-73-16,0 0-14 0,-6 2-3 0,6-2-1 15,-3 3-3-15,-2 2 0 0,2 1 0 0,0 2 0 16,0-1-15-16,3 7-3 0,-3 2-1 0,3 2 0 16,-3 1-9-16,0 4 0 0,3 4 0 0,-3-3-11 15,0 2 11-15,3-2 14 0,-3 0-3 0,0-3-1 16,3-2-10-16,-3 2 0 0,0-5 0 0,3 2 0 15,-3 1 0-15,3-1 0 0,0 1 0 0,0-1 0 16,0 1 0-16,0-1 0 0,0 3 0 0,3-2 0 16,0 2 0-16,3-5-17 0,-3 2 4 0,3-2 1 15,0 0-6-15,0-5-1 0,3-1 0 0,-1 1 0 16,1-3 3-16,0-3 1 0,0-2 0 0,0-1 0 0,0-2 7 0,0 0 8 16,3-2-13-16,-3-3 5 0,0 2 8 0,0-2 0 0,3-3 0 15,-6 0 0-15,2-3-21 0,-2 3 1 0,0-5 0 16,0 0 0-16,0 0 45 0,0-3 10 0,-3 0 1 0,3-3 1 15,0 3-8-15,-3-2-1 0,3 2-1 0,-3 0 0 16,3-2 33-16,-3 2 8 0,3 0 0 0,-3 0 1 16,0 0-32-16,0 0-6 0,0 0-2 15,0-2 0-15,-3 2-5 0,0 0-2 0,0-5 0 0,-3 2 0 16,0 1-6-16,0-1-2 0,0 1 0 16,-3 2 0-16,3-3-6 0,-3 9 0 0,-3-3-8 0,3 2 12 15,-3 3-12-15,-3-3 8 0,3 6-8 0,-3-3 0 16,-2 3 8-16,-7 2-8 0,3 1 0 0,-3-1 0 15,-3 6-13-15,0-3-9 0,-2 2-2 0,-1 6 0 16,3-2-104-16,3 1-20 0,-3 4-5 0</inkml:trace>
  <inkml:trace contextRef="#ctx0" brushRef="#br0" timeOffset="43709.58">14528 4215 1911 0,'0'-5'80'15,"0"-3"-64"1,0 3 0-16,0 5-1 0,0 0 0 0,0 0 0 16,0 0 37-16,0 0 8 0,0 0 2 0,0 0 0 15,-3 7-22-15,0 4-4 0,0 5 0 0,3 2-1 16,0 4-35-16,0 1 0 0,0 1-10 0,3 3 10 16,0-3 0-16,0-3 15 0,0 5-1 0,3-7 0 15,3-1-14-15,-3-5 0 0,6 3 0 0,-6-8 0 16,6 0-13-16,-3-3 1 0,3-2 0 0,0 0 0 15,-1-3 52-15,1-3 12 0,3 0 1 0,0-4 1 0,3 1 2 16,0-2 0-16,0-8 0 0,0 3 0 0,2-5-13 0,4-1-3 16,-3-2 0-16,3-3 0 0,-3-2-20 0,0-1-4 15,2-4 0-15,1-1-1 0,0 0-15 0,3 0 0 16,0 1 0-16,2-1 0 0,1-3 0 16,3 4 0-16,0-4 0 0,2 3 0 15,1 3-51-15,0-2-3 0,-3-1-1 0</inkml:trace>
  <inkml:trace contextRef="#ctx0" brushRef="#br0" timeOffset="44483.541">22687 4173 1552 0,'0'0'44'0,"0"0"10"0,0 0-43 0,3-6-11 0,-3 6 0 0,0 0 0 16,0 0 53-16,0 0 9 0,0 0 2 0,0 0 0 15,0 0-3-15,0 0 0 0,0 0 0 0,0 0 0 16,0 0-15-16,3 8-3 0,-3 3-1 0,3 5 0 16,0-3-21-16,-3 6-4 0,3 2-1 0,0 0 0 15,0 0-16-15,0 0 0 0,3 3 0 0,-3-5 0 16,3-1 11-16,0-5-2 0,3 3 0 0,0-3 0 15,0-2-18-15,2-6-4 0,1 3-1 0,0-5 0 16,6-3 24-16,-3 0 5 0,3-3 1 0,0-5 0 0,3 0 23 0,2-2 5 16,1-3 0-16,3-1 1 15,0 1-19-15,0-5-4 0,2-1-1 0,4-2 0 0,3 5-21 16,3-8 0-16,-1 0 0 0,4 1-8 0,0 1 8 0,-1 1 0 16,4-3 0-16,0 3 0 0,-1 3 0 0,1-3 0 0,2-1 0 15,1 7 0-15,-3-7-11 0,-4 7 0 0,1-4 0 16,-3 6 0-1,-4 0-123-15,-5 2-25 0,-3 3-5 0</inkml:trace>
  <inkml:trace contextRef="#ctx0" brushRef="#br0" timeOffset="45318.917">10992 6872 1354 0,'0'0'38'0,"-3"2"10"0,-3 1-39 0,0 0-9 0,0-1 0 0,-3 4 0 15,0-4 45-15,-3 3 7 0,1 1 2 0,-4-4 0 32,-3 4-14-32,-3-1-4 0,-3 0 0 0,-3 1 0 0,-2-1 1 0,-4 0 0 15,-3 0 0-15,-3 3 0 0,4 0 7 0,-4 0 0 16,0 3 1-16,-5-3 0 0,-1 2-29 0,-3 1-5 15,-2-3-2-15,-4 2 0 0,4 1 27 0,2 0 6 16,0-1 1-16,-5 3 0 0,2-2-18 0,1 0-3 0,-4 2-1 0,3 0 0 16,4-2-30-16,5-1-7 0,0 1 0 0,1 2-1 15,8-2 17-15,0-1-10 0,1 1 10 16,2-1-8 0,3-2-16-16,3 0-4 0,3 0 0 0,3-2 0 0,4 1-31 0,2-1-6 15,3-1-2-15</inkml:trace>
  <inkml:trace contextRef="#ctx0" brushRef="#br0" timeOffset="45832.143">10650 6710 1094 0,'-9'0'46'15,"0"-2"-37"-15,0-1 95 0,0 0 20 0,3 3 3 0,-3-2 1 16,3 2-52-16,0-3-9 0,0 3-3 0,6 0 0 15,0 0 0-15,0 0 0 0,0 0 0 0,0 0 0 16,0 0-51-16,-3 5-13 0,3 3 0 0,0-2 0 16,6-1 54-16,-3 3 8 0,6-3 2 0,0 6 0 31,3-3-32-31,3 0-7 0,3-1-1 0,0 7 0 0,-1-6-6 0,4 2-2 0,0 3 0 0,0-2 0 16,0 0-16-16,0 2 10 0,2-3-10 0,-5 4 8 15,0-1-8-15,0-3 0 0,-3 1 9 0,0 0-9 16,-3-1 18-16,0 1-1 0,-3-3 0 0,-1 5 0 15,1-2-17-15,-6-1 0 0,3 3 0 0,-3 1 0 16,-3-1 55-16,0 3 7 0,-3-3 2 0,-3 3 0 16,0 0-52-16,0 0-12 0,-2-1 0 0,-4 1 0 15,0-2 0-15,0-1 0 0,-6 0 0 0,3 3 0 16,-3-6 0-16,0 1 0 0,1 2 0 0,-1-5 0 16,0 3-48-16,3-3-13 0,-3 2-3 15,3-4 0-15,3 2-102 0,0-3-21 0,3 0-4 0</inkml:trace>
  <inkml:trace contextRef="#ctx0" brushRef="#br0" timeOffset="46603.954">11197 14111 1580 0,'-11'3'67'0,"-4"-1"-54"16,0-2 92-16,0 3 19 16,0 0 3-16,-3-1 1 0,0-2-52 0,0 0-9 0,-5 3-3 15,2-3 0-15,-3 3-51 0,0-3-13 0,-3 2 0 0,-5 1 0 16,-1 2 54-16,-6 1 8 0,-2-1 2 0,-4 3 0 15,3 0-52-15,-2 0-12 0,-1 0 0 0,-6 2 0 16,1-2 0-16,-4 3 0 0,-2-3 0 0,-1 2 0 16,3 1 0-16,1-1 0 0,2 4 0 0,-2-1 0 15,2-3 0-15,-3 4 0 0,1-4 0 0,-1 3 0 16,7 1 0-16,5 2 0 0,3-3 0 0,1 3 0 16,5-3-48-16,6 0-13 0,0-2-3 15,1-1 0-15,5 1 0 0,3-3 0 0,3-3 0 0,3 3 0 16,6-3-102-16,0 1-21 0</inkml:trace>
  <inkml:trace contextRef="#ctx0" brushRef="#br0" timeOffset="47123.286">10861 13868 1242 0,'-6'-6'52'0,"0"4"-41"16,6 2 62-16,-3-3 13 0,0-2 2 0,3 5 1 15,0 0 31-15,-6-3 7 0,6 3 1 0,0 0 0 16,-3-2-103-16,3 2-25 0,0 0 0 0,0 0 0 16,0 0 56-16,0 0 7 0,0 0 1 0,0 0 0 15,0 0-52-15,0 0-12 0,0 0 0 0,3 2 0 16,3 1 0-16,0-1 0 0,0 1 0 0,0 2 0 16,3 1 0-16,-3-1 0 0,0 0 0 0,0 1 0 15,3-1 34-15,-3 3 4 0,3 0 1 0,-3 0 0 16,3 0-39-16,-3 0 0 0,2-1 0 0,-2 1 0 15,0 3 0-15,3-3 0 0,-3 3 0 0,0-1 8 16,-3 1 13-16,0-1 3 0,0 3 1 0,-3 1 0 16,0-1-25-16,-3 0 0 0,3 3 0 0,-6-3 0 15,3 1 0-15,-3-1 0 0,-3 0 0 0,0 0 0 16,0 3 0-16,1-3 0 0,-1 3 0 0,0-3 0 16,-3 3 0-16,0-2 0 0,3-1 0 0,-3 0 0 0,-3 0 0 0,3-2 0 15,-3 2 0-15,3-2 0 0,1-1 0 0,-4 1 0 16,3 2 0-16,3-5 0 0,-3 3 0 15,3-4 0-15,0-1 0 0,3 2 0 16,3-3-97-16,3-5-25 0,0 0-5 0</inkml:trace>
  <inkml:trace contextRef="#ctx0" brushRef="#br0" timeOffset="51130.376">13823 6514 1983 0,'0'0'41'0,"0"0"10"0,0 0-41 0,6-2-10 0,-6 2 0 0,3 0 0 15,3 5 71-15,0 0 12 0,-3 3 2 0,3 3 1 16,-3 5-67-16,3 2-19 0,-4 3 0 0,1 1 8 16,0 1 0-16,0 1 0 0,-3 0 0 0,0 0 0 15,0-3-8-15,0-2-14 0,0 2 3 16,-3-5 1-16,0-3 10 0,0 0 0 0,1 0 0 0,-1-5 0 16,0 3 49-16,0-6 12 0,3 0 3 0,0-5 0 15,0 0-52-15,0 0-12 0,0 0 0 0,0 0 0 16,-3-5 0-16,3 0 0 0,0-6 0 0,0 1 0 15,3-4 0-15,0 1 0 0,3-3 0 0,-1-2 0 16,1-3 10-16,6-3-1 0,-3-3 0 0,3 1 0 16,3 2-1-16,0-2 0 0,0 2 0 0,0 0 0 15,0 3 4-15,-1 5 0 0,1 0 0 0,3 3 0 16,-6 2 18-16,3 1 4 0,-3 2 1 0,0 2 0 16,-3 4-49-16,0-1-10 0,0 3-1 15,0 3-1-15,-1-1 42 0,-2 4 8 0,0-1 1 0,0 0 1 16,0 3-35-16,-3 3-7 0,3-3-2 0,-3 5 0 15,0-2 18-15,-3-1 0 0,3 3 0 0,-3-2 0 16,0 2 0-16,0 0 0 0,0-5 0 0,0 3 0 16,-3 0 11-16,0-3-11 0,3-1 12 0,-3-1-12 15,3-6 12-15,0 0-12 0,0 0 12 0,0 0-12 0,0 0 12 16,0 0-4-16,-6-6 0 0,3-1-8 16,3-4 14-16,-3 0-4 0,3-2-1 0,3 0 0 0,-3 2-1 15,3-2 0-15,0 0 0 0,0 0 0 0,0-1 1 0,3 1 0 16,0 0 0-16,0 0 0 0,0-1-1 0,3 4 0 0,0-1 0 15,-3 3 0-15,3 0 8 0,0 0 0 0,0 1 1 0,0 4 0 16,-1-2-6-16,1 2-2 0,0 0 0 0,-3 3 0 16,3 3 11-16,-3-3 3 0,3 3 0 0,-3 2 0 15,0 3-11-15,0-3-1 16,0 6-1-16,-3-3 0 0,0 5-10 0,0 0 12 16,0 0-12-16,-3 6 12 0,0 2 10 0,0 3 2 0,-3 2 1 0,0 3 0 15,0 1-25-15,-3 1 0 0,0-2 0 0,0 0 0 16,0-2 0-16,0-1 0 0,0-4 0 15,3-1 0-15,-3-3-46 0,3 1-14 0,-3-3-4 0,6-3 0 16,0 0-102-16,0-2-21 0,3-1-4 0</inkml:trace>
  <inkml:trace contextRef="#ctx0" brushRef="#br0" timeOffset="51444.034">14522 6811 2066 0,'0'0'43'0,"-3"-5"10"16,3 5-42-16,-6-6-11 0,0 4 0 0,6 2 0 15,0 0 156-15,0 0 28 0,-6 2 7 0,6-2 1 16,-5 3-147-16,-1 2-29 0,3 0-5 0,0 3-2 16,0 0 3-16,0 0 1 0,0 0 0 0,3 0 0 15,0 3-4-15,0-3-1 0,0 2 0 0,3 1 0 16,-3-3-8-16,3 2 0 0,3 1 0 0,-3 0 0 16,3-1-20-16,-4 1-8 0,4-3-3 0,0 0 0 0,0-1 31 0,0-1 0 15,0-4 0-15,3 1 0 0,-3 0 45 16,0-3 15-16,3-3 4 0,-3 0 0 0,3-2-64 0,-3 0-8 15,3 0-4-15,-3-3-1 0,3 2 33 0,-3-2 6 0,0 0 2 16,0 1 0-16,-1-1 16 0,-2 0 4 0,0 0 1 0,0 0 0 16,0-3-39-16,-3 1-10 15,3 2 0-15,-6-3 0 0,3 0 13 16,-3 4 1-16,0-4 0 0,-3 0 0 0,1 3-14 0,-1 1 0 0,0 1 0 0,0-2 0 31,-3 6-68-31,0-1-14 0,0 0-2 0</inkml:trace>
  <inkml:trace contextRef="#ctx0" brushRef="#br0" timeOffset="52392.427">13885 8705 1630 0,'0'0'34'0,"0"0"7"0,0 0-33 0,0 0-8 0,3 3 0 0,3 0 0 16,0-1 85-16,0 1 15 0,3 2 4 0,0 3 0 15,0 0-36-15,0 3-6 0,0-1-2 0,0 1 0 16,0 2-37-16,0 0-8 0,2 1-2 0,-5 1 0 16,3 1-13-16,-3 0 9 0,-3-3-9 0,3 3 8 15,-3 0-8-15,-3-3 0 0,-3 3 9 0,3-3-9 16,-3 1 0-16,-3-4 0 0,3 1 0 0,0 2-12 16,-3-5 12-16,0 0 0 0,3 0 0 0,-2-3 0 15,5-5 0-15,0 0 0 0,0 0 0 0,0 0 0 16,-3-2 49-16,0-4 12 0,0-2 3 0,3 0 0 15,3-2-52-15,0-1-12 0,0-5 0 0,0 3 0 16,2 0 54-16,4-3 8 0,-3 0 2 0,3-2 0 16,0-1-52-16,0 1-12 0,0-1 0 0,3-2 0 15,-3 0 0-15,0 0 0 0,0-1 0 0,0 1 0 16,0 3 54-16,-3 2 8 0,3 3 2 0,-1-1 0 0,-2 4-52 16,3-1-12-16,-3 3 0 0,0 6 0 0,3-4 0 0,-3 6 0 15,0 3 0-15,3 2 0 0,-3 1 0 16,0 4 0-16,3 3 0 0,-3 3 0 0,0 0 0 0,0 0 0 15,0 3 0-15,0-1 0 0,-3 1-12 0,0-4-6 0,3 1-1 16,-4 0 0-16,-2-3 31 0,3-2 5 0,-3 0 2 0,0-1 0 16,-3-2-35-1,3 0-8-15,0-3 0 0,0-5-1 16,0 0-11-16,-2 6-3 0,2-6 0 0,0 0 0 0,0 0 83 0,0 0 16 0,0 0 3 0,0 0 1 16,0 0-52-16,0-6-12 0,0-2 0 0,0-2 0 15,2 2 0-15,1-5 0 0,0 2 0 0,3-2 0 16,0-3 0-16,0 0 0 0,3-2 0 0,0 2 0 15,3-3 0-15,0 1 0 0,0 2 0 0,3 0 0 16,0 3 0-16,-3-1 0 0,2 1 0 0,-2 5 0 16,0 0 0-16,0 6 0 0,0-4 0 0,-3 6 0 15,0-2 37-15,0 4 5 0,0 4 1 0,-3-1 0 16,0 3-29-16,-3 2-6 0,3 4 0 0,-3 2-8 16,0 2 13-16,0 1-4 0,-3 2-1 0,3 3 0 15,-3-3-8-15,0 0 8 0,-3-3-8 0,3 4 8 16,-3-4-8-16,0 1 0 0,0-1 9 0,-3 1-9 15,3-3 0-15,-3 2 0 0,3-2 0 0,-3 0 0 16,3 2-30-16,3-2-7 0,0 0-2 0,0-3 0 16,0 1-181-16,3-1-37 0</inkml:trace>
  <inkml:trace contextRef="#ctx0" brushRef="#br0" timeOffset="52642.842">14757 8883 2560 0,'3'-8'72'0,"0"0"17"0,-3 0-71 0,0 3-18 0,3-1 0 0,-3 6 0 15,0 0 92-15,0 0 14 0,0 0 3 0,0 0 1 16,0 0-44-16,0 0-9 0,0 0-1 0,0 0-1 16,-3 8-27-16,3-3-6 0,-3 3-1 0,0 3 0 15,0-3-1-15,-2 2-1 0,2 1 0 0,-3 2 0 16,0 3-6-16,0 3-1 0,0-1 0 0,-3 6 0 16,3 3-3-16,-3 4-1 0,3 1 0 0,-3 2 0 15,3-4-8-15,-3-1 8 0,3 0-8 0,0-5 8 16,0-1-8-16,0-1 0 0,0-1 0 0,3 0 0 15,-3-3-19-15,3 1-5 0,1-1-2 0,-1 4 0 16,3-4-153-16,0 1-30 16,3-1-7-16</inkml:trace>
  <inkml:trace contextRef="#ctx0" brushRef="#br0" timeOffset="53825.564">13769 13188 1508 0,'0'0'64'0,"0"0"-52"15,0 0 57-15,0-6 11 0,3 1 3 0,0 2 0 16,-3 3 11-16,3-2 2 0,0-1 1 0,-3 3 0 16,6 0-33-16,-3 0-8 0,3 3 0 0,0-1-1 15,0 4-20-15,0 2-4 0,0 2-1 0,0 1 0 16,0 2-14-16,0 3-4 0,0 0 0 0,0 0 0 16,-3 0-12-16,0-1 11 0,-3-1-11 0,3-1 10 15,-3 0-10-15,-3 0 0 0,3 1 0 0,-3-4 0 16,0 1-11-16,0-3 11 0,0 0-8 0,0 0 8 15,0-3-31-15,3-5-1 16,0 0 0-16,0 0 0 0,0 0 0 0,0 0 0 16,0 0 0-16,0 0 0 0,0-8 32 0,3 0 0 0,0-3 0 0,3-2 0 15,-3 0 0-15,6 0 0 0,-1-1 0 0,1-4 0 16,0 2 0-16,3-5 0 0,0 0 0 0,0-3 0 16,0 3 45-16,0-3 15 0,0 0 4 0,0 0 0 15,0 3-52-15,-1 3-12 0,-2 2 0 0,3 3 0 16,-3 2 54-16,0 3 8 0,0 0 2 0,-3 3 0 15,0-1-52-15,0 4-12 0,0-1 0 0,0 6 0 16,0-1 0-16,-3 1 0 0,3 2 0 0,-3 6 0 16,0 0 0-16,0 2 0 0,0 0 0 0,0 3 0 15,0 2 0-15,-3 1 0 0,3-1 0 0,0 1 0 16,-3 0 0-16,3-4 0 0,-3 4 0 0,0-3 0 16,0-3-11-16,0 0-5 0,0-2 0 0,0-3-1 0,0 0 7 15,0-3 2-15,0-5 0 0,0 0 0 0,0 0 8 16,0 0-8-16,0 0 8 0,0 0-8 15,0 0 8-15,0 0 0 0,0 0-9 0,2-5 9 0,1-3 0 0,0-3 10 16,0 1-1-16,0-1 0 0,0-5 11 0,0 3 1 16,0-3 1-16,3-2 0 0,-3-1-22 0,3 0 0 15,0-2 0-15,0 3 8 0,0-1 44 16,3 3 10-16,0 1 2 0,-3 4 0 0,3-2-52 0,3 5-12 0,-3 0 0 16,0 0 0-16,0 3 0 0,-1-1 0 0,1 4 0 0,0-1 0 15,-3 3 22-15,0 0 2 0,0 3 0 0,0 2 0 16,0-2-12-16,0 5-1 0,-3-3-1 0,0 5 0 15,0 4-10-15,0 2 12 0,-3 5-12 0,0 0 12 16,0 3-12-16,-3-1 8 0,3 4-8 0,-6 2 8 16,3-5-8-16,-3-3 0 0,0 3 0 0,0-3 0 15,0-5 0-15,0 2-14 0,3-2 3 0,-3 0 1 16,0 0-21-16,0-3-4 0,3 1-1 0,-3-1 0 16,4 0-91-16,-1-2-18 0,0-1-4 0</inkml:trace>
  <inkml:trace contextRef="#ctx0" brushRef="#br0" timeOffset="54196.401">14457 13386 1862 0,'18'-10'39'0,"-15"7"8"15,3-2-38-15,-3 2-9 0,-3-2 0 0,0 5 0 16,3-6 140-16,0 4 27 0,-3-4 5 0,0 6 0 16,0 0-60-16,3-2-12 0,-3 2-2 0,0 0-1 15,0 0-37-15,2-6-8 0,-2 6-2 0,3-2 0 16,-3 2-23-16,3-3-5 0,-3 3-1 0,3 0 0 0,3 0-10 0,-6 0-3 0,3 3 0 0,3-1 0 15,0 1-8-15,-3 2 0 0,0-2 0 0,3 2 8 16,-3 1-8-16,-3-1 8 0,3 3-8 16,-3 0 8-16,0 0-8 0,0 2-16 0,-3 1 4 0,0 2 1 31,0-2-20-31,0 2-4 0,0 0-1 0,0 0 0 16,0 1-7-16,-3-1-1 0,0 3-1 0,3 0 0 0,-3-3 28 0,3 0 5 15,0-2 2-15,3 2 0 0,-2-5 10 0,2 2-12 0,0-4 12 0,2 2-12 16,-2-8 12-16,3 2 0 0,3 1 0 15,-3 0 0-15,3-3 8 0,0-3 4 0,3 0 1 0,-3 1 0 16,3-4 3-16,0-2 1 0,0 3 0 0,3-3 0 16,0 0-8-16,0 0-1 0,3 0-8 0,-1 0 12 15,-2 1-12-15,3-1 0 0,3 0 8 0,-3 2-8 16,0-2 0-16,0 3 0 0,3 0 0 0,-3 0 0 16,-1-1-103-16,1 1-13 0,-3 0-4 0</inkml:trace>
  <inkml:trace contextRef="#ctx0" brushRef="#br0" timeOffset="55377.257">13989 10970 1579 0,'0'0'32'0,"-2"-5"10"0,2 0-34 0,0-1-8 0,2 1 0 0,-2 0 0 16,3 0 104-16,3 2 20 0,-3-2 3 0,3 2 1 16,-3 0-52-16,3-2-9 0,0 2-3 0,0 3 0 15,0 0-7-15,0 0-1 0,0 0-1 0,0 0 0 16,0 3-37-16,0 0-7 0,0 2-2 0,0 0 0 15,-3 3-9-15,3 0 0 0,-3 3 0 0,0 2 0 16,0-2 0-16,0 2 0 0,0 3 0 0,-3-3 0 16,0 0 0-16,0 3 0 0,0-3 0 15,-3 3 0-15,3-3 0 16,-3-2 0-16,3-1 0 0,-3-2 0 0,0 0 0 0,3-2 0 0,0-6 0 0,0 0 0 16,0 0 0-16,0 0 0 0,0 0 0 0,0 0 0 15,0-8 0-15,0 0 0 0,0-5 0 0,3-1 0 16,-3 1 0-16,3-3 0 0,0 3-9 0,0-3 9 15,0 0 0-15,0 3 0 0,3-3 0 0,-3 0 0 16,-1 3 0-16,4-3 0 0,-3 0 8 0,3 0-8 16,0 3 0-16,-3-3 0 0,3 0 0 0,0 3 0 15,0-3 0-15,3 3 0 0,-3-3 0 0,3 6 0 16,-3-1 54-16,6 0 8 0,-3 4 2 0,0 1 0 16,0 4-73-16,3-1-15 0,-4 6-2 0,1-1-1 15,0 6 27-15,0 0 0 0,0 3 12 0,-3-1-4 16,3 3 4-16,-3 1 2 0,0-1 0 0,-3 3 0 15,0-3-14-15,0-2 9 0,-3 2-9 0,3-3 8 0,-6 1-8 16,3 2 0-16,-3-5 0 0,0 3 0 0,0-3 0 0,0 0 0 16,3-3 0-16,0-5 0 0,0 0 0 15,0 0 0-15,0 0 0 0,0 0 0 0,0 0 0 16,0 0 0-16,0 0 0 0,0 0 0 0,0 0 0 16,-3-3 0-16,3-2 8 0,0-3-8 0,3 3 0 15,0-3 0-15,0 0 0 0,3-3 0 0,-3 3 0 16,3-2 0-16,3-1 0 0,0 1 0 0,-3-4 0 0,3 1 0 0,0-3 0 15,-1 3 0-15,1-3 44 0,3 3 6 0,-3 0 2 0,0 2 0 16,0 1-32-16,0 2-7 0,0 0-1 0,0 2 0 16,-3 4-12-16,0 2 0 0,0 2 0 0,0 4 0 15,0-1 0-15,0 6 0 0,-3 2 0 0,2 0 0 16,-2 3 0-16,0 0 0 0,0 0 0 0,0 2 0 16,-3-2 0-16,0 0 0 0,0 2 0 0,0 1 0 15,0-3 30-15,0 0 3 0,0 2 1 0,-3-2 0 16,0 3-54-16,0-3-12 0,0 2-1 0,1 1-1 15,-4-4 14-15,3 1 4 0,0 0 0 0,0-3 0 16,0 1-171-16,3-4-33 0,0 1-8 0</inkml:trace>
  <inkml:trace contextRef="#ctx0" brushRef="#br0" timeOffset="55874.797">14609 11018 1580 0,'0'-5'67'0,"0"-1"-54"16,-3-2 143-16,3 3 29 15,0-3 6-15,0 0 1 0,3 3-52 16,-3-3-9-16,3 0-3 0,0 3 0 16,0-1-72-16,3-1-16 0,-1 1-2 0,1 1-1 0,3 0-8 0,0-1-1 0,3-2-1 0,0 3 0 31,0 3 18-31,0-4 4 0,0 4 1 0,0-1 0 0,0 0-29 0,0 1-5 0,-1-1-2 0,1 3 0 31,0 0-14-31,-3 3 0 0,0-3 0 0,0 2 0 0,0 1 0 0,-3 0 0 0,3-1 0 0,-6 4 0 16,3-1 0-16,0 0 0 0,-3 0 0 0,0 3 0 15,-3-2 0-15,0 2 0 0,0-1 0 0,0 1 0 16,-3 0-48-16,0 0-13 0,0 3-3 16,-3-3 0-16,0 2 52 0,0-2 12 0,3 0 0 15,-6 0 0-15,3 0 0 0,0 0 0 16,-3 0 0-16,3-3 0 0,0 3 0 0,3-2 0 0,3-6 0 0,-6 2 0 16,6-2 0-16,0 0 0 0,0 0 0 0,0 0 0 15,0 0 0-15,0 0 0 0,6 0 0 0,0 0 0 16,0 0 0-16,0-2 0 0,3-1 0 0,0 0 0 15,-3 3 0-15,3 0 0 0,0-2 0 0,-3 2 0 16,0 0 0-16,0 2 0 0,3-2 0 0,-6 3 0 16,3 0 0-16,-1-1 0 0,-2 4 0 0,0-1 0 15,0 3 0-15,-3 0 0 0,3 0 0 0,-3 2 0 16,0 1 48-16,-3 2 13 0,3 0 3 0,-6 0 0 16,3 1-52-16,-2 2-12 0,-1-3 0 0,-3 0 0 15,0 3-9-15,-3-6-5 0,3 6-1 0,-3-2 0 16,-3-4 15-16,0 1 0 0,-3-1-10 0,3 1 10 15,1 0-41-15,-1-4-4 0,0 4-1 0,0-3 0 16,0 0-14-16,3 0-4 0,0-3 0 0</inkml:trace>
  <inkml:trace contextRef="#ctx0" brushRef="#br0" timeOffset="57000.739">16567 6313 1978 0,'0'0'56'0,"0"0"12"0,0 0-54 0,0 0-14 0,0 0 0 0,0 0 0 16,0 0 65-16,6 0 11 0,-3 0 1 0,3 3 1 15,0 0-23-15,-3 2-5 0,3-2-1 0,0 5 0 16,-3-1-27-16,3 4-6 0,-3-3 0 0,3 3-1 15,-3 2-15-15,0-3 0 0,0 1 0 0,-3 2 0 16,3-2 0-16,-3-1 0 0,0 1 0 0,-3 0 0 16,0-1 0-16,0-2 0 0,0 3 0 0,0-3 0 15,0-3 0-15,0 0 0 0,3 0 0 0,0-5 0 16,0 0 0-16,0 0 0 0,0 0 0 0,0 0 0 16,0 0 54-16,0 0 8 0,0 0 2 0,-3-5 0 15,0 0-52-15,3-6-12 0,3 1 0 0,-3-1 0 16,3-2 0-16,3 0 0 0,-3-3 0 0,3 0 0 15,3 0 0-15,0-5 0 0,0 0 0 0,2 0 0 16,1-3-48-16,0 0-13 0,3-3-3 0,0 4 0 16,-3 1 84-16,3 4 16 0,0-1 3 0,0 6 1 0,-1 0-13 15,-2 2-3-15,-3 3 0 0,3 3 0 16,-6 2-24-16,3 1 0 0,-3 2 0 0,-3 2 0 0,3 1 0 0,-3 2 0 16,3 1 0-16,-3 2 0 0,0 2 0 0,0 3 0 0,-3 3 0 15,3 0 0-15,0 3 0 0,-3-3 0 0,3-1 0 16,-3 4 0-16,0-3 24 15,0 0 0-15,0-3 0 0,0 0 0 0,-3 0-24 0,3-2 0 0,-3-3 0 0,0 0 0 16,3-3 0-16,-3 1 8 0,3-6-8 0,0 0 0 16,0 0 0-16,0 0 0 15,0 0 8-15,0 0-8 0,0 0 0 16,-3-6 0-16,0 1 9 0,3-3-9 0,0-3 9 0,0-2-9 0,3 3 12 0,0-6-12 16,0 0 17-16,3 0-3 0,0-3-1 0,0 4 0 15,0-4 2-15,3 3 0 0,-3 0 0 0,2 3 0 16,-2 0-15-16,3 0 0 0,0 2 0 0,0 0 0 15,0 3 0-15,0 1 0 0,0-1 0 0,0 2 0 16,3 1 36-16,-3 2 4 0,0 1 0 0,3-1 1 16,-3 3-14-16,-4 3-3 0,1-1-1 0,0 1 0 15,0 2-23-15,-3 3 0 0,0 0 0 0,0 0-8 16,-3 5 8-16,0 3 9 0,-3 3-1 0,3-1-8 16,-3 3 9-16,0 3-9 0,0-3 0 0,-3 6 9 15,0-9-9-15,1 4 0 0,2-4 0 0,-3 1 0 16,0-1 0-16,3-2 0 0,-3 0-12 0,0 0 12 15,3-3-23-15,0 0 3 0,0-2 1 0,0 2 0 16,3-2-123-16,0-1-25 0,0-2-5 0</inkml:trace>
  <inkml:trace contextRef="#ctx0" brushRef="#br0" timeOffset="57363.094">17350 6393 2213 0,'0'0'63'0,"0"0"13"0,0 0-60 16,0 0-16-16,0 0 0 0,0 0 0 0,0 0 85 0,0 0 15 0,0 0 2 0,0 0 1 16,0 0-39-16,0 0-8 0,0 0-2 0,0 0 0 15,0 0-27-15,-3 5-6 0,0 3-1 0,0-3 0 16,-3 1 8-16,0 1 2 0,0 1 0 0,-3-2 0 16,0 2-39-16,-2 0-8 0,2-3-2 0,-3 3 0 15,0-3 19-15,3 0 0 0,-3 1 0 0,3-1 0 16,0 0 0-16,3 1 0 0,-3-1 0 0,6 0 0 15,-3-2 0-15,3 2-8 0,3-5 8 0,0 0 0 16,3 5 0-16,-3-5-8 0,3 8 8 0,0-2 0 16,3-1-10-16,0 0 10 0,0-2-8 0,3 2 8 15,0 0 0-15,-3-2-10 0,3 2 10 0,0-2 0 16,3 2-8-16,-3-2 8 0,3-3 0 0,-4 3 0 16,4-1 0-16,-3-2 0 0,0 0 0 0,3-2 0 15,-3 2-32-15,0-3 1 0,3 0 0 0,-3 1 0 16,0-1 31-16,3 0 0 0,-3-2 0 0,0 2 0 15,-1-2-116-15,1 2-16 0,-3-2-4 0</inkml:trace>
  <inkml:trace contextRef="#ctx0" brushRef="#br0" timeOffset="57614.504">17422 6401 2124 0,'-3'-3'44'0,"-3"-2"10"0,6 5-43 16,0 0-11-16,-6-3 0 0,6 3 0 0,0 0 92 0,0 0 17 0,0 0 3 0,0 0 1 15,0 0-39-15,-6 3-8 0,3 5-2 0,0-3 0 16,0 3 0-16,3 2 0 0,0 1 0 0,-3 0 0 31,3-1-51-31,0 1-13 0,-3-1 0 0,3 4 0 0,0-1 0 16,-3 3 0-16,3 2 0 0,-3 3 0 0,3 3 54 0,0 0 8 0,0 3 2 0,-3-1 0 16,3 0-52-16,0 1-12 0,0-3 0 0,0 0 0 15,3-1 0-15,-3-1 0 0,0-1 0 0,0-3 0 16,0 1-48-16,0-1-13 15,0-2-3-15,0 3 0 0,0-3-71 0,0 2-14 0,0 1-3 0</inkml:trace>
  <inkml:trace contextRef="#ctx0" brushRef="#br0" timeOffset="58569.657">16680 8578 2032 0,'0'0'42'0,"0"0"10"0,0 0-41 0,0 0-11 0,0 0 0 0,0 0 0 16,0 0 60-16,0 8 11 0,-3 3 1 0,6-1 1 16,-3 6-7-16,3 0-2 0,0 3 0 0,0 5 0 15,0-3-51-15,0 3-13 0,0 2 0 0,0-2 0 16,0 0 0-16,0-3 0 0,-3 0 0 0,0-3 0 16,0 1 17-16,0-1 1 0,0-2 0 0,-3 0 0 15,0 0-29-15,0-3-5 0,0 3-2 0,0-5 0 16,0 2 18-16,-3-5 0 0,3 0 0 0,0 0 0 15,0-3 0-15,3-5 0 0,0 0 0 0,0 0 0 16,-6-5 0-16,6 0 0 0,-3-3 0 0,3 0 0 16,3-3 0-16,-3-2 0 0,3 0 0 0,0-1 0 15,0-1 0-15,3-1 0 0,-3-3 0 0,3 1 0 16,0-1 32-16,0-5 9 0,3 3 3 0,-3-3 0 0,3 0-17 16,3-2-3-16,-3 2-1 0,3 0 0 15,-3 3-23-15,3 3 0 0,-1-1 0 0,-2 6 0 16,3 2 29-16,0 1 11 0,-3 4 3 0,3 1 0 0,-3 3-30 15,0 2-5-15,3 0-8 0,-3 5 11 0,0 0-11 0,0 3 8 0,0 3-8 16,-4-1 8-16,4 3-8 0,-3 3 0 16,0 0 0-16,-3 3 8 0,3-3-8 15,-3 0 0-15,3-1 0 0,-3 4 0 0,0-6 0 16,-3 0-11-16,3-2 3 0,-3 0 0 0,3-1-2 0,-3-2 0 0,-3 0 0 16,3-3 0-16,0-5 10 0,0 0 0 0,0 0-9 0,0 0 9 15,0 0 0-15,0 0 0 0,0 0 0 0,0 0 0 16,-3-5 0-16,0-3-9 0,0 0 9 0,0-5 0 15,3 0 20-15,0-1 10 0,0-1 2 0,0-1 1 16,3 0-33-16,-3-3-14 0,3 1 1 0,0-1 0 16,0 1 21-16,0 2 4 0,3 0 0 0,-3 3 1 15,3-1-13-15,0 1 0 0,3 5 0 0,-3 0 0 16,0 3 0-16,3 0 0 0,0 0 0 0,0 2 0 16,-1 0 54-16,1 3 8 0,-3 0 2 0,3 6 0 15,0-4-52-15,0 3-12 0,0 3 0 0,0 0 0 16,-3 6 0-16,0-1-18 0,0 3 4 0,0 2 1 15,-3 3 13-15,3 1 0 0,-3 1 9 0,-3 1-9 16,3-3 8-16,-3 0-8 0,3-2 0 0,-3 0 0 16,-3-1 8-16,3-2-8 0,0 0 0 0,-3 0 9 15,0-3-9-15,0 0 0 0,0 0 0 0,0 1 0 16,0-1-15-16,0-3-5 0,0 4 0 0,0-1-1 16,0-3-101-16,3 4-20 0,0-4-4 0</inkml:trace>
  <inkml:trace contextRef="#ctx0" brushRef="#br0" timeOffset="58905.125">17413 8946 2066 0,'0'-10'43'0,"0"10"10"0,-3-3-42 16,3-2-11-16,0 2 0 0,-3-2 0 0,3 5 156 0,0-3 28 0,-3-2 7 0,3 5 1 16,0 0-103-16,0 0-20 0,0 0-4 0,0 0-1 15,0 0-46-15,0 0-10 0,-6 0-8 0,6 0 12 16,-6 5-12-16,6-5 0 0,-6 3 0 0,3 2 0 15,0 3 0-15,0-3 0 0,3 0 0 0,0 3 0 16,0-2 0-16,3 4 0 0,-3-2 0 0,3 0 0 16,0 0 0-16,0 3-11 0,3-1 11 0,-3 1-8 15,3-1 8-15,0 1 0 0,0 2 0 0,0 0 0 16,-1 1 0-16,1-1 0 0,-3 0 0 0,3 0 0 16,-3 1 0-16,0-1 0 0,0 0 0 0,-3 0 0 15,0 3 0-15,0-3 0 0,-3-2 0 0,3 2 0 16,-3-2 0-16,-3-1 0 0,3 1 0 0,-3 0 0 15,1-1 0-15,-4 1 0 0,3-1 0 0,-3 1 0 16,0-1 0-16,3-2 0 0,-3 0 0 0,3 0 0 16,-3-2-30-16,3-1-4 0,-3-2-1 0,3 2 0 15,-3-5-81-15,3 0-16 0,0 0-3 0</inkml:trace>
  <inkml:trace contextRef="#ctx0" brushRef="#br0" timeOffset="59108.282">17392 8986 2269 0,'0'-11'64'0,"0"1"15"0,3 2-63 16,-3-3-16-16,3 3 0 0,-3 0 0 15,3 0 113-15,0 0 20 0,0 3 4 0,3-3 1 16,0 3-71-16,0 0-15 0,2-1-2 0,1 1-1 0,0 2-35 0,0-2-14 0,0 2 11 0,3-2-11 16,0 2 0-16,0 1 0 0,3-1 0 0,0 1 0 15,0-1 0-15,-4 0 0 0,4 1 0 0,0-1 0 31,0 3-148-31,0-3-35 0,0 3-7 0</inkml:trace>
  <inkml:trace contextRef="#ctx0" brushRef="#br0" timeOffset="60202.036">16293 13386 1963 0,'0'0'56'0,"0"-3"12"0,3-2-55 0,-3 0-13 0,3-3 0 0,0 5 0 15,0-2 76-15,0 0 13 0,0 2 3 0,0 0 0 16,3 1-34-16,0-1-6 0,0 0-2 0,0 3 0 16,0 0-17-16,0 0-3 0,3 3-1 0,0-3 0 15,0 5-9-15,0-2-1 0,0 2-1 0,3 1 0 16,-4-1-7-16,1 6-2 0,0-1 0 0,0 1 0 16,-3-1-9-16,0 4 0 0,0-1 9 0,0 0-9 15,-6 3 0-15,3 0 0 0,-3-3 0 0,0 3 0 0,0-3 0 16,-3 0-10-16,0 1 10 0,3-4 0 15,-3 1 0-15,0-3 0 0,0 0 0 0,3-8 0 16,0 0 8-16,0 0 4 0,0 0 2 0,0 0 0 0,0 0-14 0,-3-8-15 16,3 0 3-16,3-3 1 15,-3-2 11-15,3-3 0 0,3 0 10 0,-3 0-10 16,3-2 11-16,0-1-11 0,0 3 12 0,0-2-12 0,0-1 12 0,0 1-12 0,0 2 12 16,0-3-12-16,0 3 16 0,-3-2-4 0,3 2-1 0,-1 0 0 15,-2 0 7-15,0 3 2 0,3 0 0 0,-3 2 0 16,3 3-20-16,0 3 0 0,-3 0 8 0,3 5-8 15,-6 0 0-15,6 2 10 0,0 4-10 0,0 4 8 16,0 1 11-16,0-1 1 0,0 4 1 0,-3-1 0 16,3 0-29-16,0 0-7 0,-3 1-1 0,3-1 0 15,-3 0 4-15,-3-2 1 0,3 2 0 0,-3-3 0 16,0 1-1-16,0 0-1 0,0-3 0 0,-3 2 0 16,3-2 13-16,-3-3-11 0,3 1 11 0,0-6-10 15,0 0-7-15,0 0-2 0,0 0 0 0,0 0 0 16,0 0 19-16,0 0 0 0,0 0 0 0,0 0 0 15,0 0 0-15,0-6 0 0,0-2 0 0,0 1 0 16,3-1 32-16,-3 0 11 0,3-3 1 0,0 0 1 16,0 1-21-16,3-3-5 0,0-1-1 0,0-1 0 15,2-1 0-15,1-3 0 0,0 3 0 0,0-5 0 16,3 3-2-16,0-1 0 0,0-2 0 0,0 5 0 16,0 0-6-16,3 3-2 0,-3 2 0 0,-1 3 0 15,1 3-8-15,-3-3 10 0,3 6-10 0,-3 2 10 16,0 0-10-16,-3 2 0 0,0 1 9 0,0 5-9 0,3 0 8 0,-6 5-8 15,3 0 10-15,0 6-10 0,-3-1 8 16,0 1-8-16,0-1 0 0,0 3 9 0,-3-2-9 0,0-1 8 16,0-2-8-16,0 3 8 0,-3-1-8 0,3-2 0 0,-3 0 0 15,0 0 0-15,0 0 0 16,0 2-17-16,0-2 4 0,0 3 1 16,0-1-20-16,0 1-3 0,0-1-1 0,0 1 0 15,3-1-87-15,-3-2-17 0,3-3-4 0</inkml:trace>
  <inkml:trace contextRef="#ctx0" brushRef="#br0" timeOffset="60699.704">17383 13362 2301 0,'0'0'48'0,"-9"-2"12"15,0-1-48-15,3 3-12 0,-3 0 0 0,0-3 0 16,0 3 55-16,0 0 9 0,-3 0 1 0,3 3 1 15,1-3 4-15,-1 3 1 0,0-1 0 0,0 1 0 16,3 2-36-16,-3-2-7 0,6 0-2 0,-3 2 0 16,0 0-11-16,0 0-3 0,3 3 0 0,-3 0 0 15,3 3-4-15,-3-1-8 0,0 1 11 0,3 2-11 16,-3 0 9-16,0 6-9 0,0 0 0 0,-3 4 9 16,3-1-9-16,1 1 0 0,-4 4 0 0,3-3 0 15,0-1 10-15,3-1 0 0,-3-4 0 0,3 3 0 16,3-5-10-16,-3 3 0 0,3-6 0 0,0 3 0 15,3-3-49-15,3-2-12 0,-3-1-3 0,3 1 0 16,3-1 52-16,0-2 12 0,2 0 0 0,1-2 0 16,3-1 0-16,0-3 0 0,0 1 0 0,0-3 0 0,0 0 0 15,-3 0 0-15,3-5 0 0,-4 2 0 16,1 1 0-16,-3-4 0 0,0 1 0 0,0-3 0 0,-3 3-10 0,-3-3 1 0,3 2 0 16,-3 1 0-16,0-3 9 0,0 3 12 0,0-3-2 0,-3 3-1 15,0-3 44-15,0 0 9 0,0 3 2 16,-3-3 0-16,0 0 0 0,3 0 0 0,-3 0 0 0,0 0 0 15,0 0-52-15,0 0-12 0,0 0 0 0,0-3 0 16,0 6 0-16,-3 0 0 0,0 0 0 0,0 2 0 16,-3 3 0-16,0 0 0 0,1 3 0 0,-4 2 0 15,0 0 0-15,-3 0 0 0,0 6 0 16,-3-3 0-16,3 0-48 0,-3 3-13 0,0-1-3 16,1-2 0-16,2 3-102 0,0-1-21 0,3-2-4 0</inkml:trace>
  <inkml:trace contextRef="#ctx0" brushRef="#br0" timeOffset="61758.603">16603 10981 1326 0,'0'0'56'16,"6"-3"-45"-1,-3 1 95-15,0-1 19 0,3 0 4 0,-3 3 1 16,0-2-52-16,3 2-10 0,0 0-3 0,0 2 0 15,0 1 51-15,0 0 9 0,-1-1 3 0,1 6 0 16,0 0-103-16,0 3-25 0,0-1 0 0,-3 6 0 16,3 0 0-16,-3 0 0 0,-3 2 0 0,3 4 0 15,-3-1 0-15,-3-3 0 0,0 3 0 0,0-2 0 16,0 0 0-16,0-6 0 0,0 0 0 0,-3 0 0 0,3-2 0 16,-3-3 0-16,0 0 0 0,4-3 0 0,-1-2 0 0,3-3 0 0,0 0 0 0,0 0 0 15,0 0 0-15,0 0 0 0,0-8 0 16,0-3 0-16,0 0 0 0,3-4 0 0,-3-1 0 0,2-3 0 15,4 1 0-15,0-3 0 0,-3-3 0 0,3 3 0 16,0-1 0-16,3 1 0 0,0 3 0 0,0-3 0 16,0 5 0-16,0 0 0 0,3 3 0 0,0-1 0 15,-3 4 56-15,6-1 7 16,-4 3 1-16,1 0 0 0,0 0-52 0,-3 3-12 0,0 2 0 0,3-2 0 16,-6 5 0-16,3 0 0 0,-3 3 0 0,3 2 0 15,-3 0 22-15,0 3 2 0,0 0 0 0,0 3 0 16,0-1-14-16,-3 1-2 0,3 0-8 0,-4-1 12 15,1 3-12-15,0 1 8 0,-3 1-8 0,0-1 0 16,0-1 0-16,0 3 0 0,0-6 0 0,0 4 0 16,0-4-24-16,-3 1-7 0,3-6-1 0,0 0-1 15,0-5 49-15,0 0 11 0,0 0 1 0,0 0 1 16,0 0-29-16,0 0 0 0,0-5 0 0,0-3 0 16,0-2 0-16,3-1-8 0,0-2 8 0,-3 0 0 15,3-3 0-15,0 2 0 0,0-1 0 0,0-1 0 16,0 2-25-16,0-1 1 0,0-1 1 0,3 2 0 15,-3 1 48-15,3 0 10 0,0 0 1 0,-3 2 1 0,3 1-8 16,0-1-1-16,3 3-1 0,-3 0 0 0,0 3-27 0,3 0 0 16,-3 2 0-16,0 3 0 0,0 0 8 0,3 5-8 15,-4-2 12-15,1 5-4 0,0-3-8 16,0 3 0-16,0 3-12 0,-3-1 12 0,0 1 0 16,3 2 0-16,-3 0 0 0,-3 0 0 0,0 1 0 0,0 2 0 0,0 2 0 15,0 1 0-15,-3 2 16 16,0 3 10-16,0 2 2 0,0 0 1 0,0 1-29 0,0-3 0 0,-3 0-13 15,3-3 4-15,0-3-26 16,-3 1-5-16,3-3 0 0,0-3-1 16,3-3-160-16,-2 1-32 0</inkml:trace>
  <inkml:trace contextRef="#ctx0" brushRef="#br0" timeOffset="62106.664">17207 11190 1744 0,'-3'-13'73'15,"3"2"-58"1,0-2 105-16,0 2 22 0,3-2 4 0,-3 2 1 16,3-2-49-16,3 3-10 0,-3-4-1 0,3 7-1 15,0-4-25-15,0 3-5 0,0 0 0 0,0 0-1 16,3 0-2-16,0 6 0 0,3-4 0 0,-3 1 0 16,0 0-33-16,-1 2-8 0,1 0 0 0,0 1-1 15,-3 2-11-15,0 0-16 0,3 0 4 0,-3 0 1 16,3 2 11-16,-3 1 0 0,0 0 0 0,0-1 0 15,-3 1 23-15,3 2 6 0,0 1 2 0,-3 1 0 16,3 4-23-16,-3 2-8 0,0 1 0 0,0 1 9 16,3 4-9-16,-6 2 0 0,0 3 0 0,0 0 8 15,0-3-8-15,-3 0 0 0,0 0 0 0,0 3 0 16,0-5-10-16,0 2 10 0,-3 0-13 0,3 0 5 16,-3-2-16-16,0-1-2 0,3 1-1 0,-3-1 0 0,0 1 7 0,3-1 0 0,-3 1 1 15,0-3 0 1,3-1-27-16,0 1-6 0,-3-2 0 0,3-1-1 15,0-3-126-15,3-2-25 0,-3-2-4 0</inkml:trace>
  <inkml:trace contextRef="#ctx0" brushRef="#br0" timeOffset="62318.243">17305 11365 1968 0,'-8'-3'83'0,"-1"0"-67"16,6-2 116-16,3 5 22 0,0 0 5 0,0 0 1 15,0 0-91-15,3-5-17 0,0 2-4 0,3 0-1 16,-1 1-16-16,4-1-3 0,-3-2-1 0,3 2 0 16,0 1 1-16,0-1 1 0,0 3 0 0,3-5 0 15,-3 2-10-15,3 3-3 0,3-5 0 0,-3 2 0 16,2-2-16-16,1-3 0 0,3 0-11 0,0 0 11 16,0-3-152-16,3-2-23 0</inkml:trace>
  <inkml:trace contextRef="#ctx0" brushRef="#br0" timeOffset="63918.972">21839 6221 1937 0,'0'0'55'0,"0"0"12"0,0 0-54 0,0 0-13 0,0 0 0 0,0 0 0 15,0 0 74-15,0 0 12 0,3-6 2 0,-3 6 1 16,6 0-71-16,0 3-18 0,3 0 0 0,-3-1 0 15,0 6 55-15,-1 0 7 0,-2 3 2 0,3 2 0 16,0 3-52-16,-3-3-12 0,3 6 0 0,-3-3 0 16,0-1 0-16,0 1 0 0,0-2 0 0,-3-1 0 15,0 0 0-15,0-2 0 0,-3-1 0 0,3 1 0 16,-3-3 0-16,0-3 0 0,3 3 0 0,-3-3 0 16,3-5 0-16,0 0 0 0,0 0 0 0,0 0 0 15,0 0 0-15,0 0 0 0,0 0 0 0,0 0 0 16,-3-8 0-16,3 0 0 0,0 0 0 0,0-2 0 15,3-3 0-15,0-1 0 0,3 1 0 0,-3-3 0 16,3-2 0-16,0-3 0 0,3 2 0 0,-3-2 0 16,3-3 0-16,3 3 0 0,-3-3 0 0,3 6 0 15,-3-1 0-15,3 3 0 0,-1 0 0 0,1 6 0 16,-3-1 0-16,3 3 0 0,-3 0 0 0,0 6 0 16,0-4 20-16,0 4 0 0,0 2 1 0,-3 2 0 15,3-2-33-15,-3 8-8 0,-3-2 0 0,3 4-1 0,0 1 68 16,-3-1 13-16,2 6 4 0,-2-3 0 15,0 3-52-15,0 3-12 0,0-3 0 0,0 0 0 0,0-1 0 0,-3 1 0 0,3 0 0 16,-3-3 0-16,0 1 0 16,-3-4 0-16,3 1 0 0,0-3 0 15,-3 0-21-15,3-8-7 0,0 0-2 0,0 0 0 0,0 0 30 0,0 0 0 0,0 0 0 0,0 0 0 16,0 0 8-16,0 0-8 0,-3-8 12 0,3 0-12 16,0-3 20-16,0-2-4 0,3 0 0 0,-3 0 0 15,3-3-8-15,0 0-8 0,3-3 9 0,-3 3-9 16,6-2 0-16,-6 2 0 0,3-3 0 0,0 4 0 15,0 1 57-15,3 1 6 0,-3 3 1 0,0-4 0 16,3 6-52-16,-3-2-12 0,3 2 0 0,-3 3 0 16,3-1 0-16,-1 1 0 0,-2 2 0 0,3 3 0 15,0 0 0-15,0 0 0 0,-3 3 0 0,3 0 0 16,-3 2 0-16,3 0 0 0,-3 3 0 0,0 0 0 16,0 5 0-16,-3-2 0 0,3 2 0 0,-3 6 0 15,0-1 0-15,0 3 0 0,0 3 0 0,0 3 0 16,-3-4 0-16,0 4 0 0,0-3 0 0,-3 0 0 15,0-1 0-15,3-4 0 0,-3 2 0 0,0-5 0 16,0 0 0-16,0 0 0 0,0-3 0 0,0 0 0 16,0 0 0-16,0-2 0 0,3 0 0 0,0-4 0 15,0 1-152-15,3 0-32 0,0-2-8 0</inkml:trace>
  <inkml:trace contextRef="#ctx0" brushRef="#br0" timeOffset="64436.39">22720 6435 1337 0,'0'0'56'16,"0"0"-44"-16,6 0 144 0,-6 0 28 0,0 0 7 0,0 0 1 31,0 0-52-31,0 0-9 0,0 0-3 0,-3 5 0 0,-3 3-102 0,0 3-26 0,0-3 0 0,-3 2 0 16,0 1 0-16,0 0 0 0,0-1 0 0,0 1 0 16,0 2 31-16,0 0 1 0,4 0 0 0,-1 3 0 15,0-2-24-15,0 1-8 0,3 1 0 0,0-2 0 16,3 1 0-16,-3 1 0 0,6 0 0 0,-3-3 0 15,3 1 30-15,0-4 0 0,3 3 0 0,-3-5 0 16,3 3-30-16,0-6 0 0,2 3 0 0,-2-3 0 16,3-2-45-16,-3 0-15 15,0-1-4-15,3 1 0 0,-3-3 103 0,0-3 20 0,0 3 4 0,-3-2 1 16,3-1-52-16,-3 0-12 0,-3 3 0 0,0-7 0 16,0-1 0-16,0 0 0 0,-3-3 0 0,0 0 0 15,-3-2 54-15,0-3 8 0,0 0 2 0,-3 1 0 16,3-4-55-16,-3 3-9 0,3-2 0 0,-3-1 0 15,3 3 0-15,-2-2 12 0,2 2 0 0,0 0 0 16,0 0 0-16,3 0 1 0,-3 0 0 0,3-2 0 16,0 2-3-16,0 3-1 0,3-3 0 0,0 0 0 15,0 3-9-15,0 0 10 0,3-1-10 16,0 4 10-16,0-3-10 0,0 5 0 0,3-3 0 0,0 3 0 16,0 0-28-16,3 3-5 0,-1 0-1 0,1 2 0 15,3-2 51-15,0 5 11 0,0 0 1 0,0 2 1 16,3 1-30-16,-3 2 0 0,3 0 0 0,-3 3 0 15,-1 3 0-15,4 0 0 0,-6-3 0 0,3 2 0 16,0 1-18-16,-6-1-10 0,3-2-1 0,-3 3-1 0,-3-3 47 0,0 0 10 0,0-3 1 0,-3 3 1 16,0-8-37-16,-3 8-8 0,-3-3-2 15,0 0 0 1,0 1-22-16,-3-1-5 0,-3-2-1 16,0 5 0-16,3-3-146 0,-3 0-28 0,-2-2-7 0</inkml:trace>
  <inkml:trace contextRef="#ctx0" brushRef="#br0" timeOffset="65991.077">21723 8615 2066 0,'-3'-8'43'0,"0"3"10"16,3 0-42-16,0 0-11 0,0-1 0 0,3 4 0 16,-3 2 72-16,3-6 13 0,0 4 3 0,-3 2 0 15,3 0-44-15,3 2-8 0,0-2-1 0,0 6-1 0,-3 2-14 16,2-1-4-16,1 7 0 0,0-1 0 0,0 3-16 0,-3 2-12 0,3 4 1 0,-3-1 1 15,3-3 10-15,-3 3 0 16,0-2 0-16,0-1 0 16,-3 1 0-16,3-3 0 0,-3-3 0 0,0 0 0 0,-3 1 0 0,3-4 0 0,-3-2 0 15,0 0 0-15,3 0 0 16,-3-3 14-16,3-5-3 0,0 0-1 0,0 0-10 0,0 0 0 0,0 0 0 16,0 0 8-16,-6-5-8 0,6-3 0 0,-3 0 0 0,3-3 8 15,0 1-8-15,3-3 0 16,-3-1 0-16,3-1 0 0,0-1 8 0,0-3-8 0,3-2 8 0,-3 0-8 15,3 0 8-15,0-1-8 0,0 1 8 0,3-3-8 16,-3 6 38-16,0-1 2 0,0 4 1 0,3-1 0 16,-3 5-33-16,3 1-8 0,-3-1 0 0,-1 6 0 15,1-3 0-15,0 2 0 0,-3 4 0 0,3-1 0 16,-6 3 0-16,6 0 0 0,0 0 0 0,-6 0 0 16,6 5 0-16,-3 1 0 0,0 2 0 0,3 2 0 15,-3 3 0-15,0 1 0 0,-3 2 0 0,0-1 0 16,3 1 0-16,-3 3 0 0,-3-1 0 0,3 1 0 15,-3-1 0-15,3-2 0 0,-3-2 0 0,0 1 0 16,0-4-15-16,3 0-5 0,-3-4 0 0,0-1-1 16,3-6 33-16,0 0 8 0,0 0 0 0,0 0 1 15,0 0-21-15,0 0 0 0,-3-8 0 0,3 0 0 16,0-3 0-16,0 1-10 0,3-6 1 0,0 3 0 16,0-3 9-16,0 0 12 0,3-3-2 0,0 3-1 15,0 1-9-15,0-1 0 0,3 0 0 0,0 0 0 0,0 3 53 16,3 2 9-16,-3-2 2 0,2 2 0 0,1 3-52 0,-3-2-12 0,3 2 0 15,0 3 0-15,-3-1 0 0,0 4 0 0,3-1 0 0,-6 3 0 16,3 0 0-16,-3 3 0 0,3-1 0 16,-3 4 0-16,-3 2 0 0,3-1 0 15,-4 1 0-15,1 6 0 0,0-4 54 16,-3 6 8-16,3 3 2 0,-3-1 0 16,0 3-52-16,-3 3-12 0,3 3 0 0,-3-1 0 0,0-2 0 0,1 0 0 15,-4-1 0-15,0 1 0 0,0-3-10 0,0-2-5 16,0 0-1-16,-3-4 0 0,3 1 3 0,0-3 0 0,-3 1 0 0,3-1 0 15,0-2-66 1,3-1-13-16,0-2-2 0</inkml:trace>
  <inkml:trace contextRef="#ctx0" brushRef="#br0" timeOffset="66464.308">22485 8846 1805 0,'0'0'76'15,"3"-3"-61"1,-3 3 123-16,3 0 25 0,-3 0 5 0,6 3 0 16,-6-3-74-16,3 5-15 0,-3 0-3 0,0-2-1 15,0 2-39-15,-3 3-8 0,0-3-2 0,-3 1 0 16,0 2-15-16,-3-1-3 0,0-1-8 0,-3 2 12 16,0 0-4-16,-3-3 0 0,-3 0-8 0,3-2 12 15,-2 2-28-15,-1-2-5 0,3 2-2 0,-3-2 0 16,6-1 42-16,-3 1 8 0,3-3 1 0,0 0 1 15,3 0-46-15,4 0-10 0,-1-5-1 0,0 2-1 16,3-5 29-16,0 3 0 0,3-3 0 0,0 0 0 16,0-3 0-16,3 1 0 0,3-1 0 0,0-2 0 0,2 2 45 0,4-2 15 15,3 3 4-15,0-4 0 16,0 4-52-16,3-3-12 0,3 2 0 0,0 0 0 0,-1 3 0 0,1 3 0 16,-3 0 0-16,0 2 0 0,0 1 0 15,-6 4 0-15,3 1 0 0,-3 2 0 0,-4 3 0 0,1 0 0 0,0 0 0 16,0 3 0-16,-6-1 0 0,3 1 0 0,-3 2 0 15,0 0 0-15,-3 0 54 0,0 1 8 0,-3-1 2 0,0 0 0 16,0 0-64-16,-3 1 0 0,0-1-12 0,0 3 2 16,-3-3 10-16,-3 3 8 0,1 0-8 15,-4 2 11-15,3 1-11 0,-6 2 8 0,3 0-8 0,-3 0 8 16,0 0-8-16,0 1 0 0,1-4 0 0,-1 1 0 16,3-4-49-1,0-1-12-15,0 2-3 0,0-3 0 0,0 0-169 0,0-2-35 0</inkml:trace>
  <inkml:trace contextRef="#ctx0" brushRef="#br0" timeOffset="67843.944">21800 13267 1820 0,'-6'-3'38'0,"0"-2"8"16,3 0-37-16,-3 0-9 0,3-1 0 0,3 1 0 15,-3-3 80-15,3 3 15 0,0-1 2 0,0 1 1 16,3 2-37-16,-3-2-7 0,3 3-2 0,-3 2 0 16,0 0-12-16,6-3-4 0,-6 3 0 0,3 3 0 15,3-1-23-15,0 3-5 0,-3 1 0 0,0 2-8 16,0 2 46-16,3 4 2 0,-3-1 1 0,0 0 0 15,0 0-27-15,0 3-6 0,0-3 0 0,-3 3-1 16,3-3-15-16,-3 1 0 0,-3-1 0 0,3 0 0 16,0 0 0-16,-3-2 0 0,0 0 0 0,3-4 0 0,-3 1 0 15,0-2 0-15,3-1 0 0,0-5 0 0,0 0 0 0,0 0 0 16,0 0 0-16,0 0 0 0,0 0 0 16,-3-3 0-16,3-2 0 0,0-3 0 0,-3 0 0 0,6-2 0 15,-3-4 0-15,3 1 0 0,-3 0 0 0,3-3 0 0,3 0 0 0,-3-2 0 16,3-4 0-16,0-1 0 15,3-1 0-15,-3-3 0 0,6 1 0 0,-3 2 0 0,-1 0 0 16,1 3 0-16,3 3 32 0,-3 2 3 0,0 2 1 0,3 1 0 16,-6 5-28-16,3 0-8 0,0 3 0 15,0 2 0-15,0 3 8 0,0 0-8 16,-3 0 0-16,0 6 0 0,0 2 11 0,-1 0-11 16,1 2 10-16,0 6-10 0,-3 0 21 0,3 0-1 0,-3 5-1 0,-3 0 0 15,3 0-19-15,-3 0 0 0,-3-2 0 0,3 2 0 16,-3-5-48-1,0 0-12-15,0-3-4 0,-3-2 0 0,3-1 52 0,0-2 12 0,0-2 0 0,0-1 0 16,3-5 0-16,0 0 0 0,0 0 0 0,0 0 0 16,0 0 0-16,0 0 0 0,0-5 0 0,3-1 0 15,3-4 0-15,-3-1 0 0,3-2 0 0,0-3 0 16,3 0 0-16,-3-2 0 0,3-4 0 0,3 1 0 16,0 0 48-16,0 0 13 0,0 2 3 0,3 1 0 15,-3-1-52-15,-4 3-12 0,4 6 0 0,-3-3 0 16,0 2 0-16,0 3 0 0,0-2 0 0,0 4 0 15,-3 4 0-15,0-1 0 0,0 3 0 0,0 0 0 16,-3 3 0-16,3-1 0 0,-3 4 0 0,0 4 0 0,0 1 0 16,-3 2 0-16,3 3 0 0,-3 2 0 15,0 1 54-15,0 5 8 0,-3 5 2 0,3-3 0 16,-3 1-52-16,3-1-12 0,0-2 0 0,0 0 0 16,-3-3 0-16,3 0 0 0,-3 0 0 0,0-2 0 15,3-1-48-15,-3 4-13 0,0-4-3 0,0 1 0 16,0-1 0-16,3 1 0 0,-3-1 0 0</inkml:trace>
  <inkml:trace contextRef="#ctx0" brushRef="#br0" timeOffset="68159.141">22315 13458 2032 0,'-21'-3'42'0,"12"3"10"16,3-3-41-16,6 3-11 0,-6 0 0 0,6 0 0 15,0 0 92-15,0 0 16 0,0 0 3 0,0 0 1 16,0 0-70-16,0 0-14 0,0 0-2 0,0 0-1 16,-6 6 31-16,6-1 7 0,0 3 1 0,0 0 0 15,0 2-52-15,3 4-12 0,-3-1 0 0,3 0 0 16,0 3 0-16,0 2 0 0,3 1 0 0,-3 2 0 15,0-2 0-15,0 2 0 0,0-3 0 0,0 1 0 16,-3-3 0-16,3 0 0 0,0-3 0 0,-3 0 0 16,0-2 0-16,3-1 0 0,-3-2 0 0,0 3 0 15,0-3-161-15,3-3-29 0,0-2-6 0</inkml:trace>
  <inkml:trace contextRef="#ctx0" brushRef="#br0" timeOffset="68560.086">22595 13555 1990 0,'-3'-13'41'0,"3"8"11"0,-3 0-42 0,3-1-10 0,-3 1 0 0,0 0 0 16,3 5 100-16,0 0 19 0,-3-6 3 0,3 6 1 15,0 0-51-15,0 0-9 0,0 0-3 0,0 0 0 16,0 0-21-16,0 0-5 0,0 0-1 0,0 0 0 16,0 0-33-16,-3 8 0 0,3-2 0 0,-3 2 0 15,0 2 13-15,3 1 9 0,0 2 2 0,-3 0 0 16,3 0-39-16,0 3-7 0,0-2-2 0,0 1 0 15,0 1 44-15,-3-2 9 0,3-1 2 0,0 3 0 16,0-3-23-16,0-2-8 0,0-1 0 0,3 3 0 16,-3-5 0-16,0 3 0 0,3-3 0 0,0 0 0 15,-3-3-20-15,3 0-11 0,0 1-1 0,0-4-1 16,-3-2 49-16,3 3 11 0,3-3 1 0,0 0 1 16,-6 0-46-16,6 0-10 0,0-3-1 0,0-2-1 15,0 2 29-15,-3-2 0 0,3 0 0 0,0-3 0 16,-3 2 0-16,-1 1 0 0,4-3 0 0,-6 0 0 15,3 0 45-15,-3-2 15 0,0-1 4 0,0-2 0 16,0 0-52-16,-3-3-12 0,3 0 0 0,-6 0 0 0,4-2 40 16,-1 2 4-16,0 0 2 0,0-3 0 15,-3 6-33-15,0 3-13 0,0-4 11 0,0 6-11 16,0-2 0-16,-3 4 0 0,0-1-13 0,-3 1 4 16,-3 4-93-16,0-4-18 0,0 4-4 0</inkml:trace>
  <inkml:trace contextRef="#ctx0" brushRef="#br0" timeOffset="69600.933">21904 10685 2066 0,'0'0'43'0,"0"0"10"0,0 0-42 0,0 0-11 0,0 0 0 0,0 0 0 16,0 0 53-16,0 0 9 0,0 0 2 0,3 7 0 16,0 1 0-16,0 6 0 0,0-1 0 0,3 3 0 15,-3 2-52-15,0 3-12 0,3 1 0 0,-3-1 0 16,3 0 17-16,-3-3 1 0,0 1 0 0,0 0 0 15,0-1-18-15,-3-2 0 0,3-3 8 0,-3 3-8 16,0-3 0-16,-3-2 0 0,3-1-8 0,-3 4 8 16,0-6-8-16,0 0 8 0,-3-3 0 0,3 0-9 15,3-5 9-15,0 0 0 0,0 0 0 0,0 0-8 16,0 0 8-16,0 0 0 0,0 0 0 0,-3-5 0 16,3-3 0-16,3-3-8 0,-3 3 8 0,3-5 0 15,0 3 0-15,0-4 0 0,3 1 0 0,0-3 0 16,0 0 0-16,0 0 0 0,3 1 8 0,0-4-8 15,0 1 12-15,0-1-3 0,-1-5 0 0,1 6 0 16,0-1 2-16,0 1 0 0,0 2 0 0,3 5 0 16,-3 1-11-16,0 2 10 0,-3 2-10 0,3 4 10 15,0 2-10-15,-3 0 0 0,0 5 9 0,3 0-9 16,-3 3 8-16,-1 3-8 0,1 2 8 0,0 3-8 16,0-3 8-16,-3 3-8 0,3 0 10 0,-3 0-10 0,0 0 0 15,0-3-16-15,0 0 1 0,-3 0 1 16,3-2-1-16,-3 0 0 0,0-1 0 0,0-2 0 0,0 0 15 0,-3-3 0 15,3-5-10-15,0 0 10 0,0 0 0 0,0 0 0 0,0 0 0 16,0 0 0-16,0 0 8 0,0 0 5 0,-6-2 2 0,3-4 0 16,3-2-1-16,-3 0 0 0,3 1 0 0,0-4 0 15,3 0 1-15,-3-2 0 0,3 0 0 16,0-3 0-16,3 0 5 0,-3-2 2 16,0-1 0-16,0 1 0 0,3-1 2 0,-3 3 1 0,3 0 0 15,0 0 0-15,-3 3-4 0,3 3-1 0,0-1 0 0,3 3 0 16,-3 3-10-16,0-1-2 0,0 4-8 0,3 2 12 15,-4 0-12-15,1 2-8 0,0 4 8 0,3 4-13 16,-3 1 34-16,0 5 7 0,0 0 2 0,-3 5 0 16,0 0-19-16,0 0-11 0,0 3 12 0,0-3-12 15,-3 0 11-15,0-2-11 0,0-1 10 0,0-2-10 16,0 0 24-16,0 0 0 0,-3-3-1 0,0 3 0 16,0-3-47-16,3-2-8 0,-3 2-3 0,0-2 0 15,3-1 5-15,-3 1 1 0,3 0 0 0,0-4 0 16,0 1-164-16,3 0-33 0,-3 0-6 0</inkml:trace>
  <inkml:trace contextRef="#ctx0" brushRef="#br0" timeOffset="70052.978">22595 10880 2348 0,'0'0'49'0,"0"0"11"0,0 0-48 0,0 0-12 0,0 0 0 0,0 0 0 16,0 0 95-16,0 0 17 0,0 0 3 0,0 0 1 15,0 0-48-15,0 0-8 0,0 0-3 0,0 0 0 16,-6 3-38-16,3 2-8 0,0 1-2 0,0 2 0 16,3-1 11-16,0 1 3 0,-3 3 0 0,3 0 0 15,0-1-37-15,-3 3-7 0,3-2-2 0,0 2 0 16,-3 0 41-16,3 3 8 0,0-2 2 0,-3 4 0 15,0 1-28-15,3-1 8 0,-3 1-8 0,0 2 0 16,3-3-19-16,-3 3-9 0,3-2-1 0,-3 0-1 16,3-4 17-16,-3 1 3 0,3-3 1 0,0 1 0 15,-3-1-46-15,3-2-9 0,0-1-1 0,0 1-1 16,0-6-130-16,3 0-27 0,-3-5-5 0</inkml:trace>
  <inkml:trace contextRef="#ctx0" brushRef="#br0" timeOffset="70316.933">22717 10999 2158 0,'0'-21'45'0,"-3"16"10"0,3-3-44 0,0 0-11 15,0 3 0-15,0-1 0 0,0 1 101 0,0 0 19 0,0 5 3 0,0 0 1 16,0 0-64-16,0 0-13 0,0 0-3 0,0 0 0 16,0 0 16-16,0 0 4 0,0 0 0 0,0 0 0 15,0 0-52-15,3 5-12 0,-3 3 0 0,3 0 0 16,-3 0 54-16,0 3 8 0,-3-1 2 0,3 1 0 15,-3 2-64-15,3 0-26 0,-3 6 2 0,0-3 0 16,0 5 24-16,0-3 0 0,0 3 0 0,0 1 8 16,0-1-8-16,3-3 0 0,-3 1 0 0,0-1 0 15,0-2 0-15,3-3 0 0,-3 1 0 0,3-1 0 16,-3-2-34-16,3 2-8 0,0-5-2 16,0 2 0-16,0 1-88 0,0-3-19 0,0 2-3 0</inkml:trace>
  <inkml:trace contextRef="#ctx0" brushRef="#br0" timeOffset="71597.195">19234 6250 2240 0,'0'0'64'0,"0"0"12"0,0 0-60 0,0 0-16 0,0-5 0 0,0 5 0 15,0 0 56-15,0 0 8 0,0 0 1 0,0 0 1 16,0 0-30-16,6 5-5 0,-3 3-2 0,3 0 0 16,-3 5-11-16,0 0-2 0,0 3-1 0,0 0 0 15,-3 0-15-15,3 0 8 0,0 2-8 0,-3-2 0 16,0 0 0-16,0-3 0 0,0 0 0 0,0 1 0 16,0-4 0-16,0 1 0 0,0-3-12 0,-3 0 12 15,3 0-12-15,-3-3 12 0,3-5-12 0,0 0 12 16,0 0 0-16,0 0 0 0,0 0 0 0,0 0 0 15,0 0-29-15,0 0 1 0,0 0 0 0,0 0 0 16,0-5 36-16,0-3 7 0,0 0 1 0,3-3 1 16,-3 1-17-16,3-1 0 0,0-2 0 0,0 2 0 15,0-2 0-15,3 0 0 0,-3 0 0 0,3-3 0 16,0 0 0-16,0 0 0 0,0 0 0 0,3 0 0 16,-3 3 0-16,3-3 0 0,-4 3 12 0,1 2-12 15,0 1-10-15,0 2-9 0,0 0-1 0,0 5-1 0,0 0 68 16,0 3 13-16,0 0 4 0,0 3 0 15,0 2-77-15,0 1-15 0,0 2-4 0,0 2 0 0,0 1 52 0,0 2 9 16,-3 0 3-16,3 3 0 0,-3 0-32 0,0-3 0 0,0 0 0 16,0 3 0-16,-3-2 0 0,3-4 0 15,-3 1 0-15,0-1 0 0,0 1 0 16,-3-3 0-16,3-3 0 0,-3 3 0 16,0-3-16-16,0 1-10 0,3-6-2 0,0 0 0 0,0 0 45 0,0 0 9 15,0 0 2-15,0 0 0 0,0 0-28 0,-6-3 0 16,3 0 0-16,0-2 0 0,-3 0 0 0,6-3-9 0,-3 0 0 15,3 0 0-15,0-5 9 0,0 2 12 0,0-2-2 0,3 0-1 16,0-3-9-16,0 0 0 0,0 0 0 0,0 0 0 16,0 0 0-16,3 0 0 0,0-2 0 0,0 2 0 15,0 3 53-15,-1 0 9 0,1-1 2 0,0 4 0 16,3-1-52-16,-3 3-12 0,3 0 0 0,-3 3 0 16,0 0 9-16,3 2-1 0,0-2 0 0,-3 2 0 15,0 0-8-15,3 3-11 0,-3-2 3 0,0 4 0 16,0-2 29-16,-3 3 7 0,3 2 0 0,0 1 1 15,-4 4-15-15,4 1-3 0,-3 2-1 0,-3 3 0 16,3 3-10-16,-3 2 10 0,3 0-10 0,-3 3 10 16,0-3-10-16,0 0 0 0,-3 0 9 0,3 3-9 15,-3-5 0-15,0-1 0 0,0 1 0 0,0-1 0 16,1-2-13-16,-1 0-1 0,0-3 0 0,-3 0 0 16,3 3-18-16,3-3-3 0,-3 1-1 0,3-1 0 15,3-3-85-15,-3 1-18 0,3 0-3 0,3-1-1 16,0-5-98-16,2 1-20 0,4-4-4 0</inkml:trace>
  <inkml:trace contextRef="#ctx0" brushRef="#br0" timeOffset="71810.189">19755 6570 1958 0,'0'0'87'0,"3"-5"17"0,-3-1-83 15,0 1-21-15,0 0 0 0,0 2 0 0,0 3 105 0,0-5 17 0,0 0 3 0,0 5 1 16,0 0-43-16,0 0-9 0,0 0-2 0,0 0 0 16,0 0-21-16,0 0-5 0,0 0-1 0,0 0 0 15,0 0-24-15,0 0-5 0,0 0 0 0,0 0-1 16,0 5-15-16,0 3 9 0,0 0-9 0,0 2 8 15,3 1-8-15,-3 2 8 0,0 0-8 0,0 1 8 16,3 2-8-16,-3-1 0 0,0-1 0 0,3 1 0 16,-3 1 0-16,0-2 0 0,3-1 0 0,-3 0 0 15,0-2-24 1,3-1-8-16,-3 1 0 0,0-3-1 0,3 0-109 0,0-3-22 16,-3-2-4-16</inkml:trace>
  <inkml:trace contextRef="#ctx0" brushRef="#br0" timeOffset="72195.567">19868 6538 1824 0,'-3'-18'38'0,"0"12"8"16,3-1-37-16,0 1-9 0,0-2 0 0,0 0 0 16,3 3 104-16,0-3 20 0,0 3 3 0,0-3 1 15,3 5-52-15,0-2-9 0,0 0-3 0,0 2 0 16,0 0 0-16,3 1 0 0,0-1 0 0,-3 3 0 15,3 0 0-15,-3 0 0 0,0 3 0 0,3-1 0 0,-3 1-51 0,2 0-13 16,-2 2 0-16,0 3 0 0,0-3 0 0,-3 3 0 0,0-3 0 0,0 3 0 16,-3 3 0-16,-3-3 0 15,3 2 0-15,-3 4 0 16,-3-1 0-16,3 0 0 0,-3 3 0 0,-2 0 0 16,2 0-27-16,0 0-8 0,-3 0-1 0,3-1-1 15,0 1 8-15,0 0 1 0,0-3 1 0,3 1 0 0,0-4 48 0,3 1 10 16,0-1 1-16,3-2 1 0,0-2-1 0,0-1-1 0,3 0 0 15,3-2 0-15,0-1-31 0,0-2 0 0,2 0 0 16,4 0 0-16,-3 0 0 0,3 0 0 0,0-2 0 0,0-1 0 16,0 3 0-16,0-2 0 0,0-1 0 0,-4 3 0 15,4 0 0-15,-3-3 0 0,0 3 0 0,0 3 0 16,0-3 0-16,3 3 0 0,0-3 0 16,3 2 0-16,2 1-148 0,1-1-35 0,6-2-7 15</inkml:trace>
  <inkml:trace contextRef="#ctx0" brushRef="#br0" timeOffset="73227.353">19234 8435 1824 0,'0'0'38'0,"-6"6"8"16,6-6-37-16,0 0-9 0,-3 5 0 0,0 0 0 15,0 3 58-15,3 0 10 0,0 0 1 0,-3 3 1 16,3-1-27-16,0 4-6 0,0-1-1 0,0 0 0 16,3 3-23-16,-3 0-5 0,0 0 0 0,3 2-8 15,-3 3 19-15,0 0-3 0,0 3-1 0,-3-3 0 16,3 3-15-16,0-3 0 0,-3 1 0 0,3-4 0 15,-3-2 0-15,0 0 0 0,3-3 0 0,-3 0 0 16,3-2 22-16,-2 0 2 0,2-4 0 0,0-1 0 0,0-6-9 16,0 0-2-16,0 0 0 0,0 0 0 15,0 0-5-15,0 0 0 0,0 0-8 0,0-6 12 0,2-1 0 16,1-4-1-16,3 3 0 0,-3-8 0 16,0 0-11-16,3-2 0 0,-3-3 9 0,3-1-9 15,-3-1 12-15,0-1-1 0,3 0-1 0,-3-3 0 0,0 6 7 16,3-3 2-16,-3 3 0 0,3 0 0 0,0 3 1 0,-3-1 1 0,3 1 0 15,-3-1 0-15,3 6-1 0,0-3 0 0,0 5 0 16,0 1 0-16,-3 2-10 0,3 0-2 0,0 5-8 0,0-2 12 16,-1 5-12-16,-2 0-8 0,3 5 8 0,0-2-13 15,-3 5 13-15,3 0 0 0,-3 2 0 16,0 1 0-16,0 2 0 0,0-2 0 0,0 2 0 16,0 0 0-16,0 0 0 0,0-2 0 0,-3 2 0 0,3 1 0 15,-3-4 0-15,0 1 0 0,0-3 0 0,-3 0 0 16,3-1-54-16,0 1-8 0,0-8-2 0,0 0 0 15,0 0 52-15,0 0 12 0,0 0 0 0,0 0 0 16,0 0 0-16,0 0 0 0,0 0 0 0,-3-8 0 16,3 3 0-16,3-3 0 0,-3-2 0 0,3-1 0 15,-3 3 0-15,3-2 0 0,0-4 0 0,0 4 0 16,0-1 48-16,0 1 13 0,3-4 3 0,0 4 0 16,0-1-52-16,0 1-12 0,0-1 0 0,0 3 0 15,3 3 0-15,-3 0 0 0,2-1 0 0,-2 1 0 16,3 2 0-16,-3 1 0 0,3 2 0 0,0 0 0 15,-3 0 54-15,0 2 8 0,3 1 2 0,-3 2 0 16,0 1-64-16,0 1-8 0,0-1-4 0,0 2-1 0,-3 0 21 16,0 2 4-16,3-2 0 0,-3 5 1 0,-3-5-13 15,3 6 0-15,-3-4 0 0,0 3 0 16,0 1 0-16,0 1 9 0,0 4-9 0,-3-1 8 0,3 4-8 16,-3-1 0-16,0 0 0 0,3 3-11 0,-3 0 11 0,0-3 0 15,0-3 0-15,3 1 0 16,-3-1-53-16,3-4-9 0,-3-1-2 0,3 0 0 15,0-2-63-15,0-1-13 0,3 1-2 0</inkml:trace>
  <inkml:trace contextRef="#ctx0" brushRef="#br0" timeOffset="73499.591">19776 8727 2445 0,'0'-11'69'0,"0"0"15"15,-3 3-67-15,3 0-17 0,0 1 0 0,-3 1 0 16,3 1 68-16,0 5 11 0,0 0 1 0,0 0 1 15,0 0-8-15,0 0-1 0,0 0-1 0,0 0 0 16,0 0-63-16,0 0-8 0,0 8-9 0,0 0 9 16,0 2 0-16,3 4 0 0,-3-1 0 0,0 0 0 15,0 3 16-15,0 0 12 0,0 0 1 0,0 0 1 16,-3-1-22-16,3 1-8 0,0 0 0 0,0 3 9 16,-3-3-9-16,3 2 0 0,-3-2 0 0,0 0 0 15,3 2 0-15,-3-2 0 0,0 0 0 0,0 0 0 16,0 0-22-16,3 2 0 0,-3-2 0 0,3-2 0 15,-3 1-32-15,3-4-6 0,0 0-2 0,3-1 0 16,-3-2-159-16,3-3-32 0,-3-5-7 0</inkml:trace>
  <inkml:trace contextRef="#ctx0" brushRef="#br0" timeOffset="73955.384">19839 8938 2066 0,'0'-13'43'0,"0"2"10"0,0-2-42 0,0 3-11 0,0-4 0 0,3 4 0 16,-3-1 94-16,2-2 17 0,4 0 3 0,-3 2 1 15,0-2-38-15,3 2-7 0,3-2-2 0,-3 2 0 16,3 1 4-16,0-1 1 0,0 3 0 0,0 0 0 16,3 1-58-16,0 1-15 0,-3 1 0 0,3 0 0 15,0 2 34-15,-4 3 4 0,4-3 1 0,-3 6 0 16,0 0-22-16,-3-1-4 0,3 1-1 0,-3 2 0 16,0 1-12-16,-3 1 9 0,3 1-9 0,0 0 8 15,-3 0-8-15,-3 0 0 0,0 3 0 0,0-3 0 16,0 0-26-16,-3 2 2 0,3-2 1 0,-3 0 0 15,-3 0-9-15,3 0-3 0,-3 0 0 0,3-3 0 16,-3 3 7-16,3-3 0 0,0 1 1 0,3-6 0 16,-6 5 16-16,6-5 11 0,0 0-13 0,0 0 5 15,0 0 8-15,0 0 0 0,0 0 0 0,0 0-8 16,6 0 8-16,3 0 0 0,-3 0 0 0,3 0 0 16,3-3 0-16,-3 1 9 0,3-1-1 0,-3 0-8 15,3 3 13-15,-4 0-4 0,4 0-1 0,-3 0 0 16,-3 3 8-16,3 0 0 0,-3-1 1 0,0 4 0 15,0-1 5-15,-3 0 1 0,3 1 0 0,-3-1 0 16,0 3 2-16,-3 0 1 0,0-3 0 0,0 3 0 16,-3 0-6-16,0 2-2 0,0-2 0 0,-3 3 0 15,-3 0-8-15,0-1-2 0,-3 3 0 0,0-2 0 16,-3 5-8-16,1-3 10 0,-1 3-10 0,-3 2 10 0,0-2-10 16,0 0-12-16,0 3 2 0,0-3 1 15,4 0-93-15,-1-1-18 0,0-1-4 0</inkml:trace>
  <inkml:trace contextRef="#ctx0" brushRef="#br0" timeOffset="74960.92">19103 12984 1576 0,'0'0'32'0,"0"0"9"0,0 0-33 0,0 0-8 0,0 5 0 0,-3 3 0 15,3-3 98-15,-3 1 18 0,3-1 3 0,-3 3 1 16,3-3-38-16,-3 3-7 0,3 0-2 0,0 3 0 15,-3 2-7-15,3 3-2 0,0 0 0 0,-3 5 0 16,3 0-51-16,-3 3-13 0,3 0 0 0,-3 2 0 16,3-5 0-16,-2 3 0 0,-1-3 0 0,0 0 0 15,0-2 0-15,0-3 0 0,0 0 0 0,0-3 0 16,3 0 0-16,-3 0 0 0,0-5 0 0,3 3 0 16,-3-6 0-16,3 1 0 0,0-6 0 0,0 0 0 15,0 0 0-15,0 0 0 0,0 0 0 0,0 0 0 16,3-6 8-16,0-2-8 0,0 0 11 0,0-2-11 15,3-3 0-15,-3-1 0 0,3 1 0 0,2-5 0 16,-2-1 12-16,3-2-12 0,3-3 12 0,-3 0-12 16,3-2 18-16,3-1-3 0,-3 1-1 0,3-1 0 15,0 6 19-15,0 3 4 0,-1 2 1 0,1 3 0 16,0-1-38-16,-3 4 0 0,3 2 0 0,-6 3-8 0,3-1 8 16,-3 4 0-16,0 2 10 0,0 0-10 0,0 2 11 0,-4 1-11 0,1 2 12 15,-3 0-12-15,3 6 15 0,-3 0-4 16,0-1-1-16,0 3 0 0,0 1-2 0,-3 2-8 15,0 2 12-15,0 1-4 0,0-4-8 0,-3 4 0 16,3-3-12-16,0 0 12 0,-3-3-11 0,0 0 11 16,0-2-8-16,0-3 8 0,3 0 0 0,0-8-8 15,0 0 8-15,0 0 0 0,0 0 0 0,0 0-8 16,0 0 8-16,0 0 0 0,0-8-12 0,0-3 4 0,3 1 0 0,0-4 0 16,0 1 8-16,0-5 0 0,3-1 0 0,-3 1 0 15,3-1 13-15,0 1-1 0,0-1-1 0,3 0 0 16,0 4 16-16,0-1 3 0,3 2 1 0,0 1 0 15,-3 3-11-15,3 2-3 0,-1 0 0 0,-2 0 0 16,0 3-2-16,0 2-1 0,0 0 0 0,-3 3 0 16,0 0-1-16,-6 0 0 0,6 6 0 0,0-1 0 15,-3 0 0-15,0 3 0 0,0 0 0 0,0 3 0 16,-3 2-13-16,3 0 0 0,-3 3 8 0,-3 0-8 16,3 5 0-16,0 0 0 0,-3 0-12 0,0 3 12 15,3-3-109-15,-3 0-15 0,3 3-4 0</inkml:trace>
  <inkml:trace contextRef="#ctx0" brushRef="#br0" timeOffset="75256.274">19877 13312 2747 0,'0'0'78'0,"0"0"17"0,0 0-76 16,-3 0-19-16,-3-3 0 0,6 3 0 0,-6 0 55 0,6 0 7 0,-6 3 2 0,0 0 0 15,0-1 4 1,1 1 2-16,2 2 0 0,0 3 0 0,-3-3-34 0,3 3-8 0,0 0 0 0,0 3-1 16,0 0-9-16,0-1-2 0,0 3 0 0,3 1 0 15,-3 1-6-15,0 1-2 16,0 0 0-16,-3 5 0 0,3 3 0 16,0 3-8-16,3 2 12 0,-3 0-4 0,0 0-8 0,3 0 0 0,-3-2 0 0,0-1 0 15,3-2 0-15,-3 0 0 0,0-6 0 0,3 3 0 16,0-2 0-16,0-3 0 0,0 2 0 0,0-2 0 15,0 0-49-15,0 0-12 0,3 0-3 16,0-3 0-16,0-2-51 0,0-1-10 0,3-2-3 16</inkml:trace>
  <inkml:trace contextRef="#ctx0" brushRef="#br0" timeOffset="76041.702">20208 13463 1580 0,'0'0'67'0,"0"0"-54"16,0 0 92-16,0 0 19 0,0 0 3 0,0 0 1 15,0 0 0-15,0 0 0 0,0 0 0 16,0 0 0-16,0 0-72 0,0 0-13 0,0 0-3 0,0 0-1 15,-6 2-19-15,0 1-3 0,3 2-1 0,-6 1 0 16,3 2-5-16,-3 0-2 0,-3 0 0 0,0 2 0 16,-3 3-9-16,0 1 0 0,-3-1 0 0,1 5 0 15,-1-2 0-15,0 0 0 0,0 0 0 0,0 0 0 16,0 0 0-16,3-3 0 0,1 0 0 16,2 0 0-16,3-2-17 0,0-3-6 0,0 0-1 0,3-3 0 15,3 3 16-15,0-5 8 0,3-3-10 0,3 5 10 16,-3-5-13-16,3 3 3 0,6-1 1 0,-3 1 0 15,3 0 9-15,3-3-10 0,3 0 10 0,-4-3-10 16,4 3 10-16,0-3 0 0,0 1-9 0,3-1 9 16,0-2 0-16,0 2 0 0,0-5 0 0,-1 3 0 15,-2-3 0-15,-3 3 0 0,3-3 0 0,-3 0 0 16,0 0-21-16,0 0 3 0,-3 0 1 0,0 0 0 16,0 0-89-16,-3 0-18 0,2 0-3 0,-5 3-1 15,3-3 44-15,-3 3 9 0,-3-1 2 0,0 4 0 16,0-4 45-16,-3 4 10 0,0-4 2 0,0 1 0 15,0 3 32-15,0-1 8 0,0-2 0 0,-2-1 1 16,2 4 61-16,-3-4 12 0,3 4 2 0,0-4 1 0,0 4-19 0,0-3-4 0,0-1-1 0,3 6 0 16,0 0 1-16,0 0 0 0,0 0 0 0,0 0 0 15,0 0-49-15,0 0-9 0,0 0-3 0,0 0 0 16,-3 8 6-16,0 0 1 0,0 0 0 16,0 3 0-16,3 2-10 0,0 0-2 0,0 3 0 0,0 0 0 15,0 0-4-15,0 0-8 0,0-1 11 0,0 4-11 16,0-3 11-16,0 0-11 0,0-3 10 0,0 3-10 15,0 0 8-15,-3-3-8 0,6 0 0 0,-6 3 0 16,3-3-9-16,0-2-8 0,0-1-2 0,0 1 0 16,0 0-46-1,0-1-10-15,0-2-1 0,-3-3-1 0,3-5-159 16,0 0-31-16</inkml:trace>
  <inkml:trace contextRef="#ctx0" brushRef="#br0" timeOffset="77464.583">19347 10640 1576 0,'0'0'32'0,"0"0"9"0,0 0-33 0,0 0-8 0,0 0 0 0,0 0 0 16,0 0 114-16,0 0 21 0,0 0 4 0,0 0 1 15,0 0-28-15,0 0-4 0,0 0-2 0,0 0 0 16,0 0-45-16,0 0-9 0,0 0-1 0,0 7-1 15,-3 1-20-15,3 3-4 0,0 0-1 0,0 4 0 16,-3-1-25-16,3 4 0 0,0 1 0 0,0-1 0 16,0 1 0-16,0 2 0 0,0-3 0 0,0 1-11 15,0 0 11-15,0-4 0 0,0 1 8 0,0-2-8 16,-3-1 0-16,3 0 0 0,0-2 0 0,0-1 8 16,-3-2-33-16,3-3-7 0,0 3 0 0,0-8-1 15,0 0 1-15,0 0 1 0,0 0 0 0,0 0 0 16,0 0 31-16,0 0 0 0,0 0 0 0,-2-5 0 15,2-3-28-15,0 0 0 0,0-2 0 0,0-1 0 16,2-2-7-16,-2 2-1 0,0-2 0 0,3 2 0 0,-3-5 36 0,3 1 0 16,0-1 0-16,-3-3 0 0,3 3 28 15,0-2 13-15,0-1 3 0,0 1 0 16,3-1-20-16,-3 3-3 0,0 0-1 0,3 1 0 0,0 4-20 0,-3-2 0 16,3 2 0-16,0 3 0 0,0 3 0 0,3 0 0 0,-3 2 0 15,0 3 0-15,3 0 0 0,-3 0 0 16,0 3 0-16,0 5 0 0,0 0 0 0,2-1 0 0,-2 4 0 0,0 2 0 15,0 1 0-15,0 4 0 0,0-2 0 0,-3 0 0 16,0 0 0-16,-3 0 0 0,3-3 0 0,-6 0 0 16,3 0 24-16,0-5 0 0,-3 0 0 0,3-3 0 15,-3 1-24-15,3-6 0 0,0 0 0 0,0 0 0 16,0 0 0-16,0 0 0 0,0 0 0 0,-3-6 0 16,0-2-17-16,3 1-5 0,0-1-1 0,0-3 0 15,0 0 23-15,0-2 0 0,0 0 0 0,0-3 0 16,3 0 0-16,-3 0 0 0,3 0 0 0,0 1 0 15,0-1 47-15,3 0 13 0,-3 3 4 0,0-1 0 16,3 4-52-16,0-1-12 0,0 3 0 0,0-2 0 16,0 2 0-16,0 2 0 0,0-1 0 0,0 4 0 15,3-2 0-15,-3-1 0 0,3 4 0 0,-1-1 0 16,1 0 0-16,-3 3 0 0,3-2 0 0,0 2 0 16,0 0 0-16,0 0 0 0,0 2 0 0,-3 1 0 15,3 0 54-15,-3 2 8 0,3-2 2 0,-3 2 0 16,-3 0-52-16,3 3-12 0,-3 0 0 0,0 3 0 15,0-1 0-15,-3 1 0 0,3 2 0 0,-3 3 0 16,3 0 0-16,-3 2 0 0,0 1 0 0,0 2 0 16,0 3 0-16,0-3 0 0,0 3 0 0,0-3 0 0,0 3 0 0,-3-6 0 15,3 1 0-15,0-1 0 0,0-2 0 16,-3-3 0-16,3 3 0 0,0-2 0 0,-3-4-17 16,3 3-7-16,0-5 0 0,0 0-1 15,0 0-11-15,3 0-3 0,0-3 0 0,-3 1 0 16,3-1-98-16,2-2-20 0,-2-1-4 0</inkml:trace>
  <inkml:trace contextRef="#ctx0" brushRef="#br0" timeOffset="77733.496">19889 10827 1824 0,'-3'-13'38'0,"0"8"8"0,0 2-37 0,3-2-9 0,0 2 0 0,-3-2 0 16,3 5 124-16,0-5 22 0,0 5 5 0,0 0 1 15,0 0-39-15,0 0-7 0,0 0-2 0,0 0 0 16,0 0-83-16,0 0-21 0,3 10 0 0,-3-2 0 16,0 3 42-16,3 2 4 0,-3 0 1 0,0-2 0 15,0 2-27-15,0 3-6 0,0-3-1 0,-3 0 0 16,3 1-13-16,-3-1 9 0,0 0-9 0,3 0 8 16,-3 1-8-16,3-1 0 0,-3 0 0 0,0 3 0 15,0 0 0-15,0 2 0 0,3-2 0 0,-3 3 0 16,3-3 0-16,-3-1 0 0,3 1 0 0,0-2 0 15,0-4-157-15,0 1-34 0,3-3-6 0</inkml:trace>
  <inkml:trace contextRef="#ctx0" brushRef="#br0" timeOffset="78079.729">20154 10909 1869 0,'0'-7'79'16,"0"1"-63"-16,0 1 119 0,0 0 24 0,0 5 5 0,0 0 0 15,0 0-67-15,0 0-13 0,-3-6-4 0,3 6 0 16,0 0-13-16,0 0-3 0,0 0-1 0,0 0 0 16,-6 3-55-16,0 2-8 0,0 1 0 0,3 2-10 15,-3-3 10-15,3 3 0 0,0-3 0 0,0 3 8 16,3 3-8-16,0-4 0 0,3 1 0 0,-3 3 0 16,3-3 0-16,3 3 0 0,-3-4 0 0,3 4 0 15,0-3 0-15,-3 3 0 0,3-1 0 0,0 3-8 16,-3 1 8-16,3-1 0 0,0 0 0 0,-3 3 0 15,0 0 0-15,0-3 0 0,0 3 0 0,0 0 8 16,0-3-8-16,-3 3 0 0,0 0 0 0,0-3 0 16,0 0 0-16,0 0 0 0,0 1 0 0,-3-4 8 15,0 1-8-15,-3-1 0 0,3 1 0 0,-3 0 0 16,0-3-20-16,-3 2-6 0,0-2-1 16,-3 0 0-16,0-3 3 0,0 3 1 0,-2-5 0 0,2 2 0 15,-3-2-32-15,0 0-6 0,3-3-2 0</inkml:trace>
  <inkml:trace contextRef="#ctx0" brushRef="#br0" timeOffset="78294.096">20193 10870 2310 0,'0'0'48'0,"0"0"11"0,0 0-47 16,0-6-12-16,3 1 0 0,3 3 0 0,-3-4 97 0,0 4 18 0,3-1 3 0,3 0 1 15,-1 1-52-15,1-1-11 0,3 0-1 0,0 1-1 16,0-1-17-16,3-2-3 0,-3 2-1 0,0-2 0 16,3 2-33-16,0-2-16 0,-1 2 2 0,-2-2 0 31,3-3-40-31,0 3-8 0,0-3-2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336.48792" units="1/cm"/>
          <inkml:channelProperty channel="Y" name="resolution" value="378.5488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2-07T23:11:07.09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9873 4183 984 0,'0'0'41'15,"0"0"-33"1,0 0 71-16,0 0 13 0,0 0 4 0,0 0 0 16,-3-5 0-16,3 0 0 0,0-1 0 0,3 4 0 15,0-9-13-15,3 3-3 0,0 0 0 0,3 0 0 16,0 0-6-16,2-2-2 0,1 5 0 0,3-9 0 16,0 6-24-16,0-2-4 0,3 5-2 0,0-3 0 15,-3-6-12-15,3 6-2 0,-4 1-1 0,1-1 0 16,0-3-27-16,-3 3 0 0,3 3 0 0,-3-1 0 0,-3 1 0 15,3 3 0-15,0-4 0 0,-6 6 0 0,2 0 0 0,-5 0 0 16,-3 0 0-16,3 6 0 0,0 1 0 0,-6 1 0 16,0 3 0-16,0 2 0 0,-2 0 0 0,-4 3 0 15,0 0 0-15,0 3 0 0,-3 2 10 16,0 3-10-16,0-3 12 0,-3 3-12 16,3-1 0-16,0 1-9 0,0 0-1 0,-2 0 0 0,5-3 10 0,0 0 0 0,0 3 8 15,3-5-8-15,0-1-11 0,3-2-6 0,0 5-2 0,6-8 0 16,0 3 19-16,3-2 0 15,0-1 0-15,3 0 0 0,0 0-11 0,0-2 11 0,2-1-10 0,4-2 10 16,0-2-8-16,-3-1 8 0,3 0 0 0,3-2-9 16,0-3 9-16,3 0 0 0,-1 0 0 0,4 0 0 31,0-3-28-31,0 1-8 0,3-1 0 0,-1 0-1 0,1-2 37 0,0 2 0 0,0-2 0 16</inkml:trace>
  <inkml:trace contextRef="#ctx0" brushRef="#br0" timeOffset="312.622">11168 4025 1751 0,'0'-8'36'0,"-3"2"9"0,0 4-36 16,0-4-9-16,0 4 0 0,0-1 0 0,-3 0 96 15,3 3 18-15,-3 0 3 0,-3 0 1 0,0 0-58 0,0 3-11 0,-3 0-2 0,0 5-1 16,-3 0 1-16,-2 2 0 0,-1 1 0 0,-3 5 0 16,0 2-47-16,0 3 0 0,-3 1 0 0,-2 4-13 15,2 6 13-15,-6-3 0 0,0-3 0 0,-2 6 0 16,2-5 0-16,-3-1 0 0,3 3 0 0,0-8 0 15,4 3-48-15,2-8-8 0,3 2 0 16</inkml:trace>
  <inkml:trace contextRef="#ctx0" brushRef="#br0" timeOffset="569.067">10653 4077 1824 0,'0'-7'76'15,"0"-7"-60"1,-3 6 38-16,3 3 8 0,0-3 2 0,0 6 0 16,0 2 29-16,0 0 7 0,0 0 0 0,0 0 1 15,0 0-62-15,6 0-13 0,0 0-2 0,0 5-1 16,0 3-1-16,2 0 0 0,1 2 0 0,0 3 0 16,3 3-9-16,0 3-1 0,0 5-1 0,3 0 0 15,0-1-11-15,0 4 0 0,0-3 9 0,-1-1-9 16,1 1 30-16,0 0 2 0,0-5 0 0,0 2 0 15,-3-3-77-15,0-2-15 0,0 3-4 0,0-6 0 16,0 0-51-16,-4 0-10 0,4-2-3 0</inkml:trace>
  <inkml:trace contextRef="#ctx0" brushRef="#br0" timeOffset="1046.333">11364 3898 1824 0,'15'-27'76'0,"3"6"-60"16,-3 0 89-16,0 2 19 0,2 3 3 0,-2 3 1 15,0 3-37-15,3 2-7 0,-6 0-2 0,3 5 0 16,-3-2-29-16,0 5-5 0,0 0-2 0,-3 0 0 16,-1 5-36-16,1 0-10 0,-3 3 0 0,0 3 0 15,0 2 0-15,-3 3 0 0,0 0 0 0,0 2 0 16,-3 1 0-16,-3-3 0 0,0 2 0 0,0-2 0 15,-3 0 0-15,0-3-13 0,-3 3 3 0,1-3 1 16,-1-2-37-16,0 2-7 0,0-2-2 0,-3-1 0 16,3 4 43-16,0-6 12 0,0-3 0 0,0 3 0 15,3 0-20-15,3 0 1 0,0 0 0 0,0-6 0 16,6 3-20-16,3 1-4 16,0-1-1-16,0-2 0 0,6-1 44 0,3-2 22 0,0 6-2 0,3-6-1 15,-1 0-19-15,7 0 0 0,0-6 0 0,-3 6 0 16,0 0 13-16,-3 0-1 0,-1 0 0 0,-2 6 0 15,0-6 6-15,0 0 1 0,-3 8 0 0,0-8 0 16,-3 5-4-16,-3 0-1 0,3 6 0 0,-3-3 0 16,-3 2 40-16,0 1 8 0,-3 5 2 0,-3-3 0 15,0 3-52-15,-3 2-12 0,0 1 0 0,-3-3 0 16,0 0 0-16,0 0 0 0,-3 2 0 0,0-7 0 0,0 4 0 16,-3-1 0-16,-2-1 0 0,-1 3 0 0,0-3 0 0,0-5 0 0,-3 3 0 15,0-1 0-15,0 1 0 0,4-3 0 0,-4-3 0 0,0 3 0 31,3-3-171-31,0 1-37 0</inkml:trace>
  <inkml:trace contextRef="#ctx0" brushRef="#br0" timeOffset="5092.255">23324 3797 1789 0,'0'-13'37'0,"0"13"9"16,3-3-37-16,0-5-9 0,3 0 0 0,3 3 0 0,0 0 40 0,3-3 7 0,0 0 1 15,0 3 0-15,3-3 32 0,-4 5 8 0,7-5 0 0,0 3 1 16,-3 2-71-16,3-5-18 0,3 5 0 15,-3 1 0-15,-1-1 20 0,1 3 1 0,0 0 0 0,0 3 0 16,-6-1-21 0,0 1 0-16,0 0 0 0,-6 2 8 0,0 3-24 0,-6-5-5 15,0 2-1-15,0 0 0 0,-6 3 22 0,0 0 0 0,0 0 0 0,-6-3 0 16,3 1-18-16,-3 2 1 0,-3 2 0 0,3-7 0 31,0 5-24-31,-3-6-5 0,7 4-1 0,-4-1 0 0,6 0 60 0,-3-2 12 0,6 2 3 16,3-5 0-16,0 0-28 0,0 0-11 0,0 3 1 0,6 2 0 15,3-2-6-15,3 2-2 0,2-2 0 0,4-1 0 16,0 6 18-16,3-5 0 0,3 2 0 0,3 3 0 16,-4-5 48-16,4 2 12 0,-3 0 4 0,0 6 0 15,-3-3-52-15,-3 0-12 0,-4 0 0 0,1 2 0 16,-6 1 0-16,0 0 0 0,-3 4 0 0,-3-1 0 16,-3 2 0-16,-3-6 0 0,-3 6 0 0,0-3 0 15,-6 3 0-15,0-3 0 0,-5 1 0 0,-1-1 0 16,-3 3 22-16,-3-8 2 0,0 5 0 0,0 3 0 15,-2-8-39-15,2 5-7 0,0-3-2 0,0 4 0 16,6-4 16-16,-3 1 8 0,7-1-10 0,-1-2 10 16,3 0-156-16,3-2-24 0</inkml:trace>
  <inkml:trace contextRef="#ctx0" brushRef="#br0" timeOffset="5309.068">24592 3744 1792 0,'9'-10'51'0,"0"4"10"0,-3 4-49 16,-3-1-12-16,-3 3 0 0,0 0 0 0,0 0 105 0,0 0 19 0,0 0 3 0,-6 0 1 15,-6 0-52-15,3 0-9 0,-6 0-3 0,0 5 0 16,1 3-51-16,-7 3-13 0,3-1 0 0,-6 6 0 16,0 3 54-16,-3-1 8 0,1 3 2 0,-7 3 0 15,6-3-64-15,-3 3-24 0,1 0 0 0,-4 0 1 16,3-3 37-16,0-2 7 0,1 2 2 0,-4-3 0 15,6 1-79-15,-3-3-16 16,0-3-4-16</inkml:trace>
  <inkml:trace contextRef="#ctx0" brushRef="#br0" timeOffset="5569.473">24134 3678 1885 0,'6'-5'53'0,"0"2"12"16,-3-5-52-16,3 5-13 0,0 3 0 0,-3 0 0 16,3 3 76-16,-1 0 12 0,-2 2 2 0,3 3 1 15,3 0-30-15,-3-3-5 0,0 11-2 0,0-5 0 16,3 5-12-16,-3 2-2 0,3 1-1 0,0 4 0 16,0 1-19-16,0 0-4 0,0 0-1 0,3 2 0 0,0 3-15 0,-1-7 8 15,4 1-8-15,-3 1 0 0,0-5 29 0,-3 5 0 0,3-11 0 16,0 5 0-1,-3-2-74-15,3-3-15 0,-3 1-4 0,3-4 0 16,-4 1-153-16,4-9-31 0</inkml:trace>
  <inkml:trace contextRef="#ctx0" brushRef="#br0" timeOffset="5825.882">24914 3622 2030 0,'3'-8'57'0,"-3"0"14"0,0 8-57 16,0 0-14-16,0 0 0 0,0 0 0 0,0 0 54 0,0 0 8 0,0 0 2 0,0 0 0 16,-3 8 0-16,0 0 0 0,0 0 0 0,0 6 0 15,0-1 0-15,0 3 0 0,0 2 0 0,0 6 0 16,3 0-52-16,-3 2-12 0,0 6 0 0,3 2 0 16,-3-2 0-16,3 0 0 0,0 2 0 0,0-5 0 15,0 3 0-15,0-5 0 0,3-1 0 0,-3 1 0 16,0 2 32-16,3-6 4 0,-3 4 1 0,0-1 0 15,0 1-37-15,0-3 0 0,0-1 0 0,0-1 0 16,0-4-45-16,3 6-4 0,-3-11-1 0</inkml:trace>
  <inkml:trace contextRef="#ctx0" brushRef="#br0" timeOffset="10251.458">10117 14183 1516 0,'0'0'64'0,"-6"2"-52"16,6-2 107-16,-6 3 21 0,6-3 4 0,-6 0 0 15,6 0-64-15,0 0-12 0,-6 2-4 0,6-2 0 16,0 0 0-16,0 0 0 0,0 0 0 0,0 0 0 16,0 0-10-16,0-5-2 0,3 0-1 0,0 0 0 15,3-3-31-15,3 2-5 0,0 1-2 0,3 0 0 16,0-3-13-16,3 0 0 0,2 3 0 0,1-3 0 15,0 0 0-15,3 2 0 0,0-1 0 0,-3 1 0 16,3 1 26-16,-4 2 2 16,4-2 1-16,-6 2 0 0,0 3-46 15,-3 0-10-15,0 0-1 0,-3 3-1 0,-3 2 37 0,0 1 7 0,-3-1 1 0,0 0 1 16,-3 6-37 0,0-3-7-16,-3 0-1 0,-3 2-1 0,0 3 2 0,0-2 1 15,-3 0 0-15,0 2 0 0,-3-3 12 0,3 1 2 0,0 0 1 0,-3 2 0 16,3-5 11-16,0 2 0 0,3-2 0 0,0-2 0 15,1-1 0-15,5-5 0 0,0 0 0 0,0 0 0 16,0 0 0-16,0 0 0 0,0 0 0 0,5 3 0 16,4-3 14-16,0 0-2 0,3 0 0 0,-3 0 0 15,0-3 5-15,3 3 1 0,0-3 0 0,-3 1 0 16,3-1-3-16,0 3-1 0,0-3 0 0,-1 1 0 16,-2 2-6-16,0-3 0 0,0 3-8 0,-3 0 12 0,3 3-2 0,-6-3-1 0,3 2 0 15,-6-2 0-15,0 6-17 0,3-1-4 0,-3 0-1 0,-3 3 0 16,0 3 31-16,-3-1 6 0,-3 3 2 0,0 1 0 15,-3 2-18-15,-3 2-8 0,1 1 0 0,-4 2 8 16,0-3-8-16,-3 4 0 0,0-1 0 16,0-3 0-16,1 1-20 0,2-3 3 15,-3-1 1-15,3-1 0 0,0-1 4 16,0 0 2-16,6 0 0 0,-3-2 0 16,4 0-198-16,2-4-39 0,0 4-8 0</inkml:trace>
  <inkml:trace contextRef="#ctx0" brushRef="#br0" timeOffset="10551.487">11233 13913 1580 0,'6'-3'67'16,"0"0"-54"-1,-6 3 119-15,0 0 23 0,0 0 5 0,0 0 0 16,0 0-42-16,0 0-9 0,-6 3-1 0,-3-3-1 15,3 3-51-15,-3-1-11 0,-3 1-1 0,0 2-1 16,1 1-11-16,-1 1-3 0,-3-1 0 0,3 4 0 16,-3-2-7-16,0 6-2 0,-3-4 0 0,0 6 0 15,4-3 4-15,-4 3 0 0,3 0 0 0,-3 0 0 16,0 2-24-16,3-2-10 0,0 3 1 0,0-3 0 16,1 5 9-16,-4-3-13 0,3 3 5 0,-3 3 8 15,0-3-24-15,-3 1 2 0,3-1 1 0,-2 0 0 16,2-3-31-16,0 4-7 0,0-1-1 0,-3-3 0 15,3-2-144-15,0-3-28 0,1-2-7 0</inkml:trace>
  <inkml:trace contextRef="#ctx0" brushRef="#br0" timeOffset="10790.025">10620 14146 1941 0,'6'-35'40'0,"-3"22"10"0,3 0-40 0,-3-6-10 0,3 1 0 0,-3-1 0 15,3 3 105-15,3 3 19 0,-3 0 4 0,3 2 1 16,-1 6-61-16,4-3-13 0,-3 5-3 0,0 1 0 15,3 4-12-15,0 1-4 0,0 5 0 0,0 0 0 16,3 2-8-16,-3 6-3 0,3 0 0 0,-4 0 0 16,4 3-13-16,0 2-2 0,-3-3-1 0,3 3 0 15,-3 1-9-15,0-1 0 0,0 0 9 0,0 0-9 16,-3 0 0-16,2 0 0 0,1 1 0 0,0 1 8 16,0 1-31-16,0 0-5 0,3 0-2 0,-3 0 0 15,0-3 30-15,3-3 0 0,-3 1 8 0,2-3-8 16,-2-6-33-16,0 1-14 0,0-3-2 0</inkml:trace>
  <inkml:trace contextRef="#ctx0" brushRef="#br0" timeOffset="11346.095">11561 13873 1925 0,'-12'-3'90'0,"12"3"-80"16,0 0-10-16,-6 0 0 0,6 0 0 0,0 0 83 0,0 0 14 0,0 0 3 0,0 0 1 16,0 0-29-16,0 0-7 0,0 0-1 15,3-5 0 1,3 0 0-16,0 2 0 0,0-2 0 0,2 2 0 0,4-2-51 0,0 2-13 16,0 1 0-16,0-1 0 0,0 0 44 0,0 1 7 0,0-1 1 0,0 0 0 15,-3 3-37-15,3 0-7 0,-1 0-8 0,-2 3 11 16,0-3-11-16,0 5 12 0,-3-2-12 0,0 5 12 15,0-3-12-15,-3 3 0 0,0 0 0 0,0 3 0 16,-3-1-49-16,-3 3-12 0,0-2-3 0,-3 5 0 16,3-3 52-16,-6 3 12 0,3 3 0 0,-3-4 0 31,0 1-36-31,-2-3-4 0,2 1 0 0,-3-1-1 0,3 0 26 0,0-2 6 0,0-3 1 16,3 2 0-16,0-4 8 0,0 2 0 0,3-6-9 0,3-2 9 15,0 0-9-15,0 0 9 0,6 5-12 0,0-5 12 16,3 0 0-16,3-2 0 0,0-3 0 0,0 2 0 15,0-2 14-15,-1 2 6 0,4-2 2 0,-3-1 0 16,3 4 2-16,0-1 1 0,-3 0 0 0,3 3 0 16,-6 0-12-16,6 0-2 0,-6 3-1 0,-1 2 0 15,1 1 7-15,-3-4 2 0,0 6 0 0,-3-2 0 16,0 1-4-16,-3 4-1 0,0 0 0 0,-3-1 0 16,0 1-2-16,-3-1-1 0,-3 4 0 0,0 1 0 15,-2-1-3-15,-4-1-8 0,3 3 12 0,-3 0-4 16,0 0 0-16,0-1 0 0,0 4 0 0,0-1 0 15,-2 1-8-15,-1-3 10 0,0 5-10 0,-3-5 10 0,3 2-10 0,0-2 0 16,-3 0 9-16,7-3-9 0,-4-2 0 0,3 0 0 0,0-3 0 0,3-3 0 31,0 0-95-31,0-2-20 0,3 2-4 0</inkml:trace>
  <inkml:trace contextRef="#ctx0" brushRef="#br0" timeOffset="23384.492">23419 13095 1337 0,'3'-5'56'16,"0"-1"-44"-1,0-1 104-15,3 1 20 0,3-2 5 0,0 3 1 16,0-3-39-16,3 0-8 0,0 3-2 0,0-3 0 16,3 3-57-16,0-1-12 0,2 1-3 0,4 0 0 15,-3-1 35-15,-3 4 6 0,3-1 2 0,0 0 0 16,-3 3-64-16,-1 0-12 0,-2 0-2 0,0 3-1 16,-3 0 15-16,-3 2 0 0,0 0 0 0,-3 1 0 15,0 2 0-15,-3 2 0 0,-3 1 10 0,0-1-10 16,-6 4 0-16,0 1-9 0,0 1 0 0,-6 3 0 15,1-3-29-15,-4 2-6 0,3 1 0 0,-3 2-1 0,0-5 36 0,3 0 9 16,0 2 0-16,0-5 0 16,4 1 0-16,2-1 0 0,0-5 0 0,3 2 0 15,0-2 0-15,3 0 0 0,0 0 0 0,3-2 0 16,0-1 0-16,0-5 0 0,3 5 0 0,0 0 0 16,3-2 27-16,3 2 7 0,-3-2 2 0,3 0 0 0,-1-1-20 0,1 1-4 0,0-3-1 15,0 3 0-15,0-1 5 0,0 1 0 0,0 0 1 0,-3-1 0 16,0 1-17-16,0-1 0 0,-3 1 0 0,-3-3 0 15,3 8 0-15,-3-3 0 0,-3 3 0 0,0-2 0 16,0 2 0-16,-3-1 0 0,-3 1 0 0,0 3 0 16,-3 0 0-16,3-1 0 0,-6 1 0 0,4 2 0 15,-1 0 0-15,-3 0 0 0,3 1 0 16,-3 2 0-16,3-3-18 0,0-3-7 16,0 4-2-16,3-4 0 0,-3 1-161 15,3-1-33-15</inkml:trace>
  <inkml:trace contextRef="#ctx0" brushRef="#br0" timeOffset="23695.23">24321 13148 2169 0,'0'0'45'0,"0"0"11"0,0 0-45 0,3-5-11 0,0 2 0 0,-3 3 0 31,3-5 75-31,-3 5 13 0,0-3 2 0,0 3 1 16,0 0-24-16,0-5-5 0,0 0-1 0,0 5 0 16,0 0-38-16,-3-3-8 0,3 3-2 0,-6-5 0 15,3 5 41-15,-3 0 8 0,0 0 2 0,-3 0 0 16,4 5-52-16,-4-2-12 0,3 2 0 0,-3 3 0 0,-3 0 8 16,3 2-8-16,-3 3 11 0,0 1-11 0,-3 4 0 0,-3-2 0 15,0 3 0-15,-2 2 0 0,-1 0-8 0,0 0-9 16,0 0-2-16,-6 0 0 0,4 1-25 15,-1-1-6-15,0 0-1 0,0 0 0 16,0-2-144-16,3-1-29 0,1 1-5 0</inkml:trace>
  <inkml:trace contextRef="#ctx0" brushRef="#br0" timeOffset="23943.945">23842 13235 2131 0,'6'-13'60'0,"0"0"14"15,0 2-59-15,0 1-15 0,3 2 0 0,-3 0 0 16,0 2 32-16,3 4 4 0,-3-1 1 0,0 1 0 16,0 4 22-16,2 1 4 0,-2-1 1 0,3 6 0 15,0 0 0-15,0 3 0 0,0 2 0 0,3 3 0 16,0-3-52-16,0 3-12 0,3 0 0 0,-3 0 0 16,3 2 0-16,-1-4 0 0,1 2 0 0,3-1 0 15,-3 1 10-15,3-2-1 0,-3 1 0 0,3 1 0 16,-3-2-9-16,-4-1-12 0,4-3 2 0,-3 4 1 15,0-4-4-15,0 3-1 0,0-2 0 0,-3 0 0 16,0-4-131-16,0-1-27 0,0 2-4 0</inkml:trace>
  <inkml:trace contextRef="#ctx0" brushRef="#br0" timeOffset="24364.648">24601 13198 2072 0,'0'-8'59'0,"0"3"12"0,0 0-57 0,0-3-14 0,0 5 0 0,0-2 0 16,0 0 71-16,3-1 11 0,-3 1 2 0,0 2 1 15,0 3-42-15,3-5-9 0,-3 5-2 0,0 0 0 16,0 0 27-16,0 0 5 0,0 0 0 0,0 0 1 16,0 0-53-16,0 0-12 0,0 0 0 0,0 0 0 15,-6 5 22-15,0 1 4 0,0 2 1 0,-3-1 0 16,0 4-27-16,0 0 0 0,-2 2 0 0,-4 0 0 15,3 0 0-15,-3 3 0 0,0-3-12 16,0 3 12-16,3-2-16 0,-3 1 5 0,0-4 1 16,3 2 0-16,1 0 0 0,-1-2 0 0,0 0 0 0,3-1 0 15,3 1-6-15,0-3-2 0,0 2 0 0,3-2 0 16,0 0-22-16,3-2-5 0,0 1-1 0,0-7 0 16,3 3 37-16,3 2 9 0,0 1 0 0,0-4 0 15,6-2 0-15,0 3 0 0,0-3 0 0,2 3-8 16,1-3 8-16,3-3 0 0,-3 0 0 0,3 3 0 15,3-2 0-15,-3-4 0 0,0 4-12 0,-1-4 4 16,1 4 8-16,-3-3 0 0,0 2 8 0,0-2-8 16,-3 2 0-16,-3-2 8 0,3-1-8 0,-3 1 0 15,-4 2-46-15,4-2-14 0,-3 2-2 0,0-2-1 16,0 3-103-16,-3-4-21 0,0 1-4 0</inkml:trace>
  <inkml:trace contextRef="#ctx0" brushRef="#br0" timeOffset="24652.965">24658 13225 1806 0,'-3'-8'51'0,"0"0"12"0,0 0-51 15,0 0-12-15,3 0 0 0,0 3 0 16,0-1 93-16,0 6 16 0,0 0 3 0,0 0 1 16,0 0-30-16,0 0-7 0,0 0 0 0,0 0-1 0,0 0-9 0,0 0-2 0,3 3 0 0,3 2 0 15,0 1-51-15,-3 4-13 0,3-2 0 0,0 8 0 16,-4-3 54-16,1 3 8 0,0 0 2 0,0 0 0 15,0 2-52-15,0-2-12 0,0 3 0 0,-3-1 0 16,0-2 0-16,0 0 0 0,0 3 0 0,-3-1 0 16,3-2 0-16,0 3 0 0,-3-4 0 0,3 4 0 15,0-1 0-15,-3-2 0 0,3 3 0 0,0-1 0 16,-3-2 0-16,3 0 0 16,0-3 0-16,0 1 0 0,0-4-24 0,0 1-7 0,0-3-1 0,0 0-1 15,-3-3-165-15,3 3-33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336.48792" units="1/cm"/>
          <inkml:channelProperty channel="Y" name="resolution" value="378.5488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2-07T23:12:12.85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13412 4464 1580 0,'3'-8'67'0,"-3"0"-54"15,0-3 95-15,0 3 20 0,0-2 3 0,-3 2 1 16,3 3-7-16,-3-3-1 0,0 2 0 0,3 1 0 16,-3 0-48-16,3 5-9 0,-3-3-3 0,3 3 0 15,-6 0-51-15,6 0-13 0,-9 0 0 0,3 3 0 16,-3 2 39-16,0 6 5 0,1 2 0 0,-4 3 1 15,-3 2-34-15,0 1-11 0,-6 2 0 0,-3 5 0 16,0 6 0-16,-2 3 0 0,-4 2 0 0,-6 0 0 16,6-3 16-16,1-2 2 0,-4 0 1 0,3-1 0 15,6-2-31-15,0-2-5 0,1-3-2 0,-1 2 0 16,3-2-21-16,0-6-4 0,-3 4 0 0,3-6-1 16,4-1-128-16,-1-1-26 0,3-6-5 0</inkml:trace>
  <inkml:trace contextRef="#ctx0" brushRef="#br0" timeOffset="268.566">12867 4519 1706 0,'0'-10'72'0,"0"2"-58"16,0 0 116-16,3 5 23 0,-3-5 5 0,0 8 1 16,3-8-76-16,-3 8-15 0,3-2-4 0,-3 2 0 15,6 0-51-15,0 0-13 0,0 0 0 0,0 2 0 16,0 6 54-16,0-5 8 0,3 5 2 0,-3 0 0 15,3 2-52-15,0 6-12 0,0-2 0 0,3 7 0 16,-1-3 0-16,4 6 0 0,-3 2 0 16,3-2 0-16,0 0 0 0,0 0 0 0,0-3 0 0,3 0 0 15,-3-2 0-15,-1-1 0 0,4 1 0 0,-3-6 0 16,0 0 20-16,0 1 2 0,3-1 0 0,-3-3 0 16,-3 1-54-16,2 0-10 0,-2-4-2 0,0-1-1 15,-3-4-214-15,0-2-42 0</inkml:trace>
  <inkml:trace contextRef="#ctx0" brushRef="#br0" timeOffset="489.624">13421 4763 1824 0,'0'-29'38'0,"-3"15"8"15,3 4-37-15,0-1-9 0,-3-2 0 0,3 5 0 16,0 0 104-16,-3 3 20 0,3 0 3 0,0 5 1 0,0 0 0 0,0 0 0 0,0 0 0 0,0 0 0 16,0 0-103-16,0 8-25 0,0 2 0 0,0 3 0 15,0 1 56-15,3-1 7 0,0 3 1 0,0 0 0 16,0-1-52-16,0 1-12 0,3 3 0 0,-3-6 0 15,0 3 0-15,3 2 0 0,-3-4 0 0,3 4 0 16,-3-2 0 0,3 5-18-16,0 3 4 0,-3-5 1 0,3 2 21 0,-4-3 4 15,1 3 0-15,3-2 1 16,0-3-61-16,0 0-13 0,0-3-3 0</inkml:trace>
  <inkml:trace contextRef="#ctx0" brushRef="#br0" timeOffset="791.837">14141 4324 2066 0,'0'-16'43'0,"0"5"10"16,0 1-42-16,0-1-11 0,0 0 0 0,-3 3 0 15,3 0 156-15,0 6 28 0,-3-6 7 0,3 8 1 16,0 0-154-16,0 0-30 0,0 0-8 0,0 0 0 15,0 0 52-15,0 0 10 0,-6 8 2 0,0 0 0 16,0 2-52-16,1 6-12 0,-1 0 0 0,-3 5 0 16,0 3 0-16,-6-8 0 0,3 5 0 0,-6 0 0 15,-3 0 19-15,0 3 1 0,-2-3 0 0,-1 6 0 16,-3-1-20-16,3 1 0 0,-3 2 0 0,4 3 0 16,-1-6 0-16,3 1 0 0,3-6-11 0,0 0 11 15,0 0-40-15,3-8-2 0,1 1 0 0,-4-1 0 16,6-5-114-16,-3 0-24 0,3-3-4 0</inkml:trace>
  <inkml:trace contextRef="#ctx0" brushRef="#br0" timeOffset="1005.293">13775 4437 1516 0,'3'-21'64'16,"0"0"-52"-16,0 5 107 0,-3 0 21 0,3 6 4 0,-3-1 0 16,0 3-12-16,0 0-4 0,0 6 0 0,0 2 0 15,0 0-51-15,0 0-10 0,0 0-3 0,3 5 0 16,-3 3 0-16,3 5 0 0,3-5 0 0,-3 5 0 15,0-2-49-15,3 2-15 0,0 0 0 0,0 3 8 16,3-3-8-16,-3 6 0 0,3-3 0 0,0 2 0 16,2 3 8-16,-2 1 6 0,3 4 2 0,3 1 0 15,-3-1-16-15,3-2 0 0,-3 0 0 0,3-3 0 16,-3 0 0-16,0-3 0 0,-4-2 0 0,4 0 0 16,0-3-83-16,-3-2-19 0,3-3-4 15</inkml:trace>
  <inkml:trace contextRef="#ctx0" brushRef="#br0" timeOffset="1339.765">14159 4625 2030 0,'0'-13'57'0,"3"2"14"16,0-2-57-16,0 3-14 0,0-1 0 0,3 0 0 16,0 3 105-16,0 1 19 0,3-1 3 0,-3 2 1 0,3 1-52 0,0 2-9 0,0-2-3 15,0 5 0 1,-1 0-21-16,-2 5-5 0,3-2-1 0,-3 5 0 0,0 0-9 0,0 2-1 0,0 4-1 15,-3 2 0 1,-3 2-26-16,3 3 0 0,-3 3 8 0,-3 0-8 16,0 2 0-16,-3-4 0 0,0 1 0 0,0 4 0 15,-3-9-49-15,0 1-12 0,1 2-3 0,-4-2 0 16,3-1 52-16,3-2 12 0,-3 0 0 0,6 0 0 0,-3-3 0 16,3 0 0-16,3-2 0 0,0-1 0 0,3-2 48 0,0 0 13 0,3 0 3 15,3-5 0-15,0-1-52 0,3-2-12 0,2-2 0 16,1 2 0-16,3-3 0 0,3-5 0 0,-3 6 0 0,3-4 0 15,0-2 19-15,-4 3 1 0,4 0 0 0,-3 2 0 16,0-8-20-16,0 6-16 0,3-3 4 0,-3 3 0 16,-4-3-100-16,4 0-20 15,-3 3-4-15</inkml:trace>
  <inkml:trace contextRef="#ctx0" brushRef="#br0" timeOffset="1888.717">11861 5448 2124 0,'0'-8'44'0,"3"3"10"0,-3-6-43 0,0 6-11 0,3-3 0 0,-6 5 0 15,0-2 98-15,0 2 18 0,-3 1 3 0,0 2 1 16,-3 0-51-16,3 0-9 0,-2 2-3 0,-4 4 0 15,0 2 6-15,-3 5 1 0,3 0 0 0,-6 6 0 16,3 2-64-16,-3 3-15 0,3-1-1 0,-5 4-1 16,-4-1 17-16,0-2 0 0,-3 0-8 0,-6 2 8 15,4 1 0-15,-1-1 0 0,0 1 0 0,-3 2 0 16,7 0 12-16,2-5 5 0,0 2 2 0,0 1 0 16,6-6-67-16,-3-2-12 0,7-1-4 0,-4-5 0 15,3 0-197-15,0-5-40 0</inkml:trace>
  <inkml:trace contextRef="#ctx0" brushRef="#br0" timeOffset="2557.558">11343 5699 1956 0,'9'-26'56'0,"-3"2"11"15,0 0-54-15,0 3-13 0,-3 0 0 0,0 3 0 16,0 4 121-16,0 1 22 0,-3 2 4 0,3 4 1 0,-3 1-68 0,0 6-12 0,0 0-4 0,0 0 0 16,0 0 0-16,0 0-1 0,3 6 0 0,0 1 0 15,0 4-50-15,3 0-13 0,0-1 0 0,0 6 0 16,0-5 24-16,0 5-1 0,3-3 0 0,0 3 0 15,-1 0-37-15,4-1-7 0,0 4-2 0,0-1 0 16,0 4 35-16,0 1 8 16,3 1 0-16,0 0 1 0,-3 0-21 15,0 0 8-15,-1 0-8 0,1-3 0 0,0-3-12 0,-3-2-6 0,0-3-2 0,0 1 0 16,-3-4-36 0,3-2-8-16,-3 0-2 0,0-3 0 0,0-2-9 15,-3 0-1-15,3-3-1 0,-3 0 0 0,0-3 39 0,0 0 8 16,0 1 2-16,0-4 0 0,-3-2 28 0,3 0 0 0,-3 1 0 0,0-4 0 15,0 0 25-15,0 1 2 0,0-3 0 0,0 2 0 16,0-2 1-16,0 0 0 0,3-1 0 0,0 4 0 16,-3-4 14-16,3 4 3 0,0-3 1 0,2 2 0 15,-2 1-37-15,0-1-9 0,3 0 0 0,0 3 0 16,0 0 0-16,0 1 0 0,3-1 0 0,-3 2 0 16,3 1 0-16,0 2 0 0,-3-2 0 0,3 2 0 15,-3 3 53-15,0 0 9 0,3 0 2 0,-3 8 0 16,0-5-52-16,0 2-12 0,0 1 0 0,-1 2 0 0,-2 5 0 0,0-3 0 15,0 4 0-15,-3 1 0 0,0 1 0 0,-3 0 0 16,0 3 0-16,0-1 0 16,0-2 0-16,1 0 0 0,-1 0 0 0,0-3 0 0,-3 0-16 0,3 1-5 0,0-4-2 15,0 1 0-15,0-3 37 0,0-3 7 16,3 3 2-16,0-8 0 16,0 0-40-16,0 0-8 0,3 5-2 0,-3-5 0 0,6 0-8 15,0 0-1-15,3 0-1 0,-4-2 0 0,4-1 37 0,3 0 0 0,-3 1 0 0,3-1 0 16,0 0 0-16,0-2 0 15,0 2 0-15,0 1 0 0,0-1 0 16,-3 3 0-16,0 0 0 0,-1 0 0 0,1 0 30 0,-3 5 14 16,0-2 2-16,0 0 1 0,-3 2-25 0,0 0-5 0,0 3-1 0,-3-3 0 15,-3 3-16-15,3 0 0 0,-3 0 0 0,-3 0 0 16,0 0 19-16,-3 0-3 0,-3 0-1 0,1 0 0 16,-1 0-15-16,0 0 0 0,-3 0 0 0,0 2 0 15,0-2-9-15,3 0-5 0,-3 0-1 0,3-3 0 16,1 3 15-16,-1 0 0 0,0 0 0 0,3-2 0 15,3-1-208-15,-3 0-38 0,3-2-8 0</inkml:trace>
  <inkml:trace contextRef="#ctx0" brushRef="#br0" timeOffset="2870.632">12498 5570 1876 0,'9'-21'39'0,"-6"15"9"0,0-2-38 0,0 0-10 0,0 1 0 0,0-1 0 31,0 0 120-31,0-3 21 0,-3 3 5 0,3 0 1 0,0 0-48 16,-3 0-10-16,3 0-1 0,-3 0-1 0,3 1-18 0,-3 4-3 0,0-5-1 0,0 3 0 16,0 5-16-16,0 0-3 0,-3-6-1 0,3 6 0 15,0 0-6-15,0 0-2 0,0 0 0 0,-6 3 0 16,0 5-17-16,0 5-3 0,-3 0-1 0,0 3 0 15,-3 5-16-15,0 1 0 0,-3-1 8 0,-2 3-8 16,-4-3 0-16,-3 0 0 0,3-3 0 0,-6 4 0 16,4-1 0-1,-1 0-14-15,-3-3 2 0,3 4 1 0,3-4-33 0,0 3-6 16,4 1-2-16,-1-4 0 0,0 1-156 0,3-6-31 0,3 3-6 16</inkml:trace>
  <inkml:trace contextRef="#ctx0" brushRef="#br0" timeOffset="3106.991">12150 5676 2014 0,'6'-45'42'0,"-3"29"9"0,-3 0-41 0,3 0-10 0,-3 0 0 0,3 0 0 15,-3 3 116-15,0 2 20 0,3-2 5 0,-3 5 1 16,3 3-33-16,-3 0-6 0,0 5-2 0,0 0 0 16,0 0-59-16,0 0-12 0,6 5-2 0,-3 3-1 15,3 3 9-15,0-1 3 0,3 3 0 0,-3 1 0 16,2 4-23-16,1-7-4 0,3 2 0 0,-3 0-1 15,3 0-11-15,3 3 0 0,-3-3 0 0,3 3 0 16,0 3 0-16,0-1 0 0,-1 4 8 0,1 1-8 16,-3 1 0-16,0 0 0 0,3 2 0 0,-6 1 8 15,3-6-17-15,-3 0-4 0,-3-2-1 0,3 2 0 16,-3-5-134-16,0-3-28 0,2 0-4 0</inkml:trace>
  <inkml:trace contextRef="#ctx0" brushRef="#br0" timeOffset="3495.314">12695 5731 2486 0,'3'-2'71'0,"-3"2"14"0,3-6-68 0,-3 6-17 0,3-2 0 0,0-1 0 16,-3 3 79-16,3-3 12 0,-3 3 2 0,0 0 1 15,3 0-33-15,-3 0-6 0,0 0-2 0,0 0 0 16,0 0-18-16,0 0-4 0,3 3-1 0,-3 5 0 15,-3-3-7-15,0 3-2 0,0 0 0 0,-6 3 0 16,3-3-21-16,-3 5 0 0,-3-3 0 0,0 4 0 16,0 2 0-16,-3-3 0 0,3 3 0 0,0 2 0 15,0-5 8-15,1 3-8 0,-1-2 8 0,0-1-8 16,3-3 0-16,0 1 0 0,3-1 0 0,3 1 0 16,-3-3 0-16,3 0 0 0,3 0 0 0,0 0 0 15,0-3 0-15,0 0 0 0,3 1-11 0,0-1 11 16,3 0-8-16,0-2 8 0,0 0 0 0,3-1-9 15,3 1 9-15,-3 0 0 0,5-3 0 0,-2 0 0 16,3-3 0-16,3 3 9 0,0 0-9 0,0-3 0 16,0 1 0-16,0-1 0 0,-1 0 0 0,1 1 0 15,0-1 0-15,-3 0-17 0,3-2 1 0,-3 2 1 16,-3-2-31-16,0 0-6 0,-1-3-2 0,-2 5 0 16,0-2-174-16,-3 0-36 0</inkml:trace>
  <inkml:trace contextRef="#ctx0" brushRef="#br0" timeOffset="3754.805">12787 5771 1892 0,'-6'-3'80'0,"6"3"-64"16,-6 0 132-16,6 0 26 0,0 0 6 0,0 0 0 16,0 0-63-16,0 0-13 0,0 0-2 0,0 0-1 15,0 0-37-15,0 0-7 0,0 0-1 0,-3 8-1 16,3 0-22-16,0 3-4 0,0 2-1 0,3 0 0 15,0 3-4-15,-3 3-2 0,3 2 0 0,0 0 0 16,0-3-6-16,0 4-2 0,3-4 0 0,-3 3 0 16,-3 0-6-16,3-5 0 0,0 3-8 0,-3 2 12 15,0-2-12-15,0-1 0 0,0 3 0 0,0 0 0 16,-3 1 0-16,3 1-12 0,-3 1 1 0,0 0 0 16,3 0-84-16,0-3-17 0,0 0-3 0</inkml:trace>
  <inkml:trace contextRef="#ctx0" brushRef="#br0" timeOffset="9503.928">14984 12905 1337 0,'0'0'28'0,"0"0"6"0,0 0-34 0,0 0 0 0,0 0 0 0,0 0 0 31,0 0 105-31,0 0 15 0,0 0 2 0,0 0 1 0,0-6-43 0,0 6-9 0,0 0-2 0,0 0 0 16,0 0-4-16,0 0-1 0,0 0 0 0,0 0 0 15,0 0-1-15,0 0-1 0,0 0 0 0,0 0 0 16,0 0-14-16,0 0-2 0,0 0-1 0,0 0 0 15,0 0-19-15,0 8-4 0,0-3-1 0,0 6 0 16,0 0-3-16,0-1-1 0,-3 1 0 0,3 5 0 16,-3-3-5-16,0 3 0 15,3 0-1-15,-3 2 0 0,0 3-11 16,3 1 0-16,-3 1 0 0,0 4 8 0,3-6-8 0,-3 5 0 16,0-2 9-16,3 3-9 0,-3-6 0 0,3 3 0 0,0-3 0 0,0-3 8 15,0 1-8-15,0-1 0 0,0 1 0 0,0-1 0 16,-3-2 0-16,3 0 0 0,0-3 0 0,0 1 0 15,-3-1 0-15,3 0 0 0,0 0 0 0,0 1 0 16,0-6 0-16,0 2 0 0,0-2 0 0,0 0 0 16,0 0 0-16,0-3 0 0,0 1-8 0,0-6 8 15,0 0-27-15,0 5 0 0,0-5 0 0,0 0 0 16,0 0-29-16,0 0-5 0,0 0-2 0,0 0 0 16,0 0-55-16,3-5-11 0,0-1-3 0</inkml:trace>
  <inkml:trace contextRef="#ctx0" brushRef="#br0" timeOffset="10928.916">14900 10883 851 0,'0'0'36'16,"0"0"-36"-1,0 0 89-15,0 0 11 0,0 0 3 0,0 0 0 16,0-3-15-16,0 3-4 0,0 0 0 0,0 0 0 15,3-5-2-15,-3 5-1 0,0 0 0 0,0 0 0 16,0 0-23-16,0 0-5 0,0 0-1 0,0 0 0 0,0 0 10 16,0 0 2-16,0 0 0 0,0 0 0 15,0 0-27-15,0 0-5 0,0 0 0 0,3 8-1 16,-3-3-7-16,3 3 0 0,-3 0-1 0,0 0 0 0,3 3-11 16,-3 2-1-16,3 0-1 0,-3 0 0 0,0 3-10 0,3 0 0 15,-3 0 0-15,0 3 0 0,0 2 10 0,0-3 0 16,3 6 0-16,-3 2 0 0,0-2-10 0,3 0 0 15,-3 3 0-15,3-4 0 0,0 1 0 0,-3-3 0 0,3 1 0 16,0-1 0-16,-3 0 0 16,3-3 0-16,0 1 0 0,-3 2 0 15,0-5 0-15,3 2 0 0,-3-2 0 0,0 0 0 0,0 0 0 0,0-3 0 16,0 3 0-16,0-3 8 0,0-2-8 0,0 2 0 0,0-2 0 0,0-1 0 16,0-2 0-16,0 0 0 0,0 0 0 0,0 0 0 15,0-3 0-15,3 1-11 0,-3-6 11 0,0 0-8 16,0 5-16-1,0-5-4-15,0 0 0 0,0 0 0 0,0 0-113 0,0 0-23 16,0 0-5-16</inkml:trace>
  <inkml:trace contextRef="#ctx0" brushRef="#br0" timeOffset="13207.225">21482 9010 1824 0,'0'0'76'0,"0"0"-60"16,0 0 38-16,0 0 8 0,0 0 2 0,0 0 0 31,0 0 0-31,0 0 0 0,0 0 0 0,0 0 0 16,0 0 0-16,0 0 0 0,0 0 0 0,0 8 0 15,0 2-52-15,0-2-12 0,0 5 0 0,0 3 0 0,-3 0 54 0,3 0 8 16,0 5 2-16,-3 0 0 0,3 3-52 0,0 0-12 0,-3 2 0 0,3 1 0 16,0-3 0-16,-3 2 0 0,3-2 0 15,-3 5 0-15,3 3 0 0,0 0 0 0,-3 2 0 0,3 0 0 16,0 1-11-16,0-1-5 0,0 1 0 0,3-1-1 15,-3-5-33-15,0 3-6 16,0-3-2-16,0 0 0 0,0 0-98 16,0 3-20-16,0-3-4 0</inkml:trace>
  <inkml:trace contextRef="#ctx0" brushRef="#br0" timeOffset="13799.73">21586 10888 1580 0,'0'0'67'0,"0"0"-54"16,0 0 64-16,0 0 13 0,0 0 2 0,0 0 1 15,3 3-6-15,3 2-2 0,-3-2 0 0,0 2 0 16,0 0-25-16,3 3-6 0,-3 0-1 0,0 3 0 15,0-1-17-15,0 1-3 0,-3 2-1 0,2 3 0 16,-2 3-15-16,0 2-3 0,0 3-1 0,0 0 0 16,-2 2-5-16,2 0-8 0,-3 4 11 0,0-1-11 15,0-3 8-15,0-2-8 0,0 0 0 0,0-3 0 16,0 0 9-16,-3-2-9 0,3-1 0 0,0 1 9 16,0-1-9-16,-3 1-9 0,3-1 9 0,-3 1-13 15,3-1-1-15,-3 3 0 0,0-2 0 0,3-1 0 16,-3 1-37-16,3-3-7 0,-3 0-2 0,0 0 0 15,3-1-168-15,-3-1-33 0</inkml:trace>
  <inkml:trace contextRef="#ctx0" brushRef="#br0" timeOffset="14568.166">21458 12989 1579 0,'0'0'32'0,"0"0"10"0,0 0-34 0,0 0-8 15,0 0 0-15,0-5 0 0,0 5 53 0,0-5 9 16,0 5 2-16,3-6 0 0,-3 6 16 0,0 0 3 0,3-2 1 0,-3 2 0 16,0 0-32-1,3-6-7-15,-3 6-1 0,0 0 0 0,0 0 7 0,0 0 1 0,6 0 0 16,-6 0 0-16,6 3 19 0,0 0 4 0,-3-1 1 0,3 4 0 16,-3 2-61-16,-1-1-15 0,1 7 0 0,0-1 0 15,-3 3 0-15,3 2 0 0,-3 1 0 0,-3 5 0 16,3 2 0-16,0 1 0 0,-3 2 0 0,3 0 0 15,-3 0 0-15,1-3 0 0,2 1 0 0,-3-1 0 16,3-2 0-16,-3 0 0 0,0 0 0 0,0 2 0 16,3-2 0-16,-3-3 0 0,3 3 0 0,-3 0 0 15,3 0 0-15,-3-1 0 0,3-1 0 0,0-1 0 16,-3 0 0-16,3-3 0 0,0-2 0 0,-3 3 0 16,3-6 0-16,0-2 0 0,0 2 0 0,0-2 0 15,0-4 0-15,0-1 0 0,0-1 0 0,0 0 0 16,0-5 0-16,0 0 0 0,0 0 0 0,0 0 0 15,0 0-49-15,0 0-13 0,0 0-2 0,0 0-1 16,0 0-101-16,0 0-20 0,6-5-4 0</inkml:trace>
  <inkml:trace contextRef="#ctx0" brushRef="#br0" timeOffset="16270.97">19404 8981 1337 0,'-3'-16'28'0,"3"8"6"0,-3 2-34 0,3 1 0 0,0-3 0 0,0 3 0 0,0-3 80 0,0 3 8 15,0-1 3-15,0 6 0 16,0-5-3-16,0 5-1 0,0 0 0 0,0 0 0 16,0 0-13-16,0 0-2 0,0 0-1 0,0 0 0 15,0 0-34-15,0 0-6 0,0 0-2 0,0 0 0 0,3 8-1 0,0 0 0 0,-3 0 0 0,0 5 0 16,0 0-11-16,3 6-2 0,0-1-1 0,-3 4 0 15,3 4-14-15,-3 0 0 0,3 4 0 16,0-1 0-16,-3 0 0 0,3 0 0 0,0-3 0 16,0 1 0-16,0-3 25 0,0-1 3 15,0-1 0-15,0-1 0 0,-3 0 6 0,3 0 2 0,-3 0 0 16,0 0 0-16,0 3-36 0,0-3 0 0,0 1 0 0,0-4 0 16,-3 1 0-16,3-1 0 15,0-2 0-15,0 0 0 0,-3-3-58 16,3-2-18-16,0-1-4 0</inkml:trace>
  <inkml:trace contextRef="#ctx0" brushRef="#br0" timeOffset="17012.296">21342 7152 1735 0,'-6'-3'36'0,"0"1"9"16,0-1-36-16,6 3-9 0,0 0 0 0,-6-2 0 16,0 4 66-16,0 1 11 0,0 2 3 0,-3 0 0 15,0 6-34-15,3 2-6 0,-3 3-2 0,0 0 0 16,0 3-25-16,1-1-5 0,-1 3 0 0,-3 0-8 15,6 1 0-15,0-4 0 0,0 6 0 0,3-3 0 32,0 0-24-32,3 0-11 0,3 1-2 0,0-1-1 0,3-3 58 0,0 1 12 0,6-3 3 0,-3 0 0 15,5-6-5-15,-2 1-1 0,6-3 0 0,-3-3 0 16,0-2-41-16,3-1-9 0,0-4-2 0,-3 2 0 16,2-6 52-16,-2-2 11 0,3-2 1 0,-3-3 1 15,3-1 2-15,-3-2 1 0,0 1 0 0,0-4 0 0,-1 0 15 16,-5-2 4-16,3 0 0 0,-3 3 0 0,-3-4-52 0,-3 4-12 15,0-1 0-15,-6-2 0 0,0 3 34 0,-3-1 4 0,-3 1 1 16,0-1 0-16,-3-2-25 16,-2 5-5-16,-1-2-1 0,0-1 0 15,-3 6-8-15,-3-3 0 0,0 3 0 0,-6 5 8 0,4 0-19 16,-7 3-4-16,-3-1-1 0,0 6 0 0,-2 0-13 16,2 6-3-16,0-1-1 0,0 5 0 15,1 1-230-15,2 5-45 0</inkml:trace>
  <inkml:trace contextRef="#ctx0" brushRef="#br0" timeOffset="17522.829">19225 7155 1579 0,'3'-16'32'0,"-3"16"10"0,0-5-34 0,0 5-8 0,0 0 0 0,0 0 0 16,0 0 0-16,0 0 0 0,0 0 0 0,-6 5 0 15,-6 0 40-15,4 3 5 0,-4 0 2 0,3 3 0 16,-3-1-24-1,3 3-5-15,-3 3-1 0,3-2 0 0,0 1 22 16,3 1 4-16,0 0 1 0,0 0 0 16,3 3-32-16,3-4-12 0,0-1 8 0,0 2-8 0,3-1 11 0,3-1-3 15,0-1-8-15,3 0 12 0,3 0-12 0,3-5 0 0,0 0-9 16,3 0 9-16,-1-3 0 0,4-2 0 0,0-3 11 0,0 0-3 16,0-3 22-16,0-2 5 0,-3-3 1 0,2 0 0 15,-2-2-1-15,-3-3 0 0,3-1 0 0,0 1 0 16,-3 0 4-16,0 0 1 0,-4-3 0 0,1 0 0 15,-6-3 38-15,0 3 8 0,0-5 2 0,-3 3 0 16,-3-3-71-16,-3-1-17 0,0-1 0 0,-3-1 0 16,-3 3 33-16,-3-1 3 0,1 4 1 15,-1-3 0-15,-6 5-23 0,3 3-5 0,-3-1-1 0,-6 4 0 16,0 2-20-16,-5 0-5 0,-1 3-1 0,-6 2 0 16,0 6-7-16,1-1-2 15,-1 6 0-15,-3 3 0 0,4-1-192 0,-1 6-38 16</inkml:trace>
  <inkml:trace contextRef="#ctx0" brushRef="#br0" timeOffset="18029.006">16811 6962 1814 0,'0'0'52'0,"0"0"10"0,0 0-50 0,0 0-12 0,-3 5 0 0,-3 3 0 16,3 5 14-16,-3 3 0 0,1 0 0 0,-4 5 0 15,3 3 3-15,-3 2 1 0,3 1 0 0,0-1 0 16,0 1-18-16,3-6 10 0,-3 3-10 0,6-3 8 16,0-3-8-16,3 1 0 0,0-3 0 0,3 0 8 15,3-6-8-15,0 3 0 0,6-2 0 0,-4 0 8 16,1-3 3-16,3-3 0 0,0 0 0 0,3 0 0 16,-3-2 11-16,0-3 2 0,3-3 1 0,-3 1 0 15,-1-1 17-15,1-5 3 0,0 0 1 0,0-2 0 16,3-1 14-16,-3-2 4 0,0 0 0 0,-3-1 0 15,2-2-52-15,-2 1-12 0,-3-1 0 0,3-5 0 16,-6-1 54-16,0-1 8 0,0-4 2 0,-3-2 0 16,-6 3-22-16,0-1-4 0,-3 1-1 0,0 2 0 15,-3 3-8-15,-3 2-1 0,-3 3-1 0,1 3 0 16,-4 0-27-16,0 2 0 0,0 1-9 0,-6 2 9 16,-6 2-23-16,1 4 3 0,-7-4 0 0,-3 6 0 15,1 6-15-15,-1-4-2 0,0 6-1 0,-3 3 0 16,1 0-201-16,2 2-40 0</inkml:trace>
  <inkml:trace contextRef="#ctx0" brushRef="#br0" timeOffset="18511.612">14772 7279 2280 0,'9'-5'96'0,"-3"0"-77"16,3-1-60-16,-3 4-12 0,-3-1-3 0,-3 3 0 15,0 0 56-15,3 5 10 0,-3 1 2 0,0 4 1 16,-3 1 7-16,0 5 2 0,0-1 0 0,0 7 0 15,-3 1-22-15,3 7 0 0,-3-1 0 0,0 2 8 16,3 1-8-16,0 0 0 0,3-3 0 0,3-3-8 16,0-2-13-16,3-3-3 0,3-2 0 0,0-3 0 15,3-3 14-15,3 0 10 0,0-2-13 0,0 0 5 16,0-6 8-16,-1 3 9 0,1-6-1 0,0 1-8 16,-3-3 37-16,3 0 1 0,0-5 0 0,0-1 0 15,0-1 9-15,0-1 1 0,2-3 1 0,-2 0 0 16,-3-2-13-16,3 0-4 0,-3-3 0 0,-3-2 0 0,0-1 33 15,-3-7 7-15,-3 2 0 0,-3-5 1 16,0 5-14-16,-3-3-3 0,-3 1-1 0,-3 2 0 16,-3 3-44-16,0 2-11 0,0 4 0 0,-6 1 0 0,3 4 0 15,-2 2 0-15,-4 0 0 0,0 5 0 0,-3 1 0 16,-3 4 0-16,-5 1 0 0,-1 5 0 16,0 2-103-16,-3 6-22 0,-2 0-5 0,-1 11-1 15,3-1-85-15,1 8-18 0</inkml:trace>
  <inkml:trace contextRef="#ctx0" brushRef="#br0" timeOffset="19005.457">14975 8946 2682 0,'-3'-5'113'16,"-3"0"-90"0,6 5-46-16,-3-3-9 0,3 3-1 0,-9 3-1 0,-3-1 34 0,0 3 0 0,-3 3 0 0,-3 3 0 31,-2 0 0-31,-4 4 0 0,-3 1 0 0,-3 8 0 15,3 0 0-15,-2 8 0 0,-1-1 0 0,3 7 0 16,3-7 0-16,3 4 0 0,4-6 0 0,2 3 0 16,6-6 0-16,3 0 0 0,0-2 0 0,6-3 0 15,0-2-58-15,6-1-5 0,0-2-1 0,6-2 0 0,0-4 42 0,5-2 8 16,1 0 2-16,6-3 0 0,0-2 12 0,3-3-11 16,2 0 11-16,4-5-10 0,-3-1 30 0,0-2 5 0,-1-2 2 15,4-3 0-15,-3-3 21 0,0 3 5 0,0-6 1 16,-1 0 0-16,1 1-43 0,0-1-11 0,0-4 0 15,-4-1 0-15,1-3 58 0,-3 1 10 0,-3-6 1 0,0 0 1 16,-6 3-28-16,-4 0-6 0,-2-3 0 0,-6 3-1 16,-3 3-17-16,-6 5-3 0,-3 0-1 0,-2 2 0 15,-7 0-4-15,-3 6-1 0,-6 0 0 0,0 5 0 16,-2 3-9-16,2-1 0 0,-6 4 0 0,0 2 0 16,0 5-61-16,-2 0-15 0,2 3-2 0</inkml:trace>
  <inkml:trace contextRef="#ctx0" brushRef="#br0" timeOffset="19508.906">16978 8933 1530 0,'-15'-3'32'0,"6"3"8"0,3 3-32 16,-3-3-8-16,-3 3 0 0,1-1 0 0,-1 1 60 0,-3 2 12 0,0 0 1 0,-3 3 1 15,3 0-10-15,0 6-1 0,-3-1-1 0,3 3 0 16,4 2-37-16,-4 6-7 0,3 0-2 0,0 0 0 15,3-1-16-15,3 1 10 0,0 3-10 16,3-4 8-16,3-1-8 0,0-4 0 0,3 3 0 0,3-5-11 16,3 0 11-16,3-3-10 0,0 1 10 0,3-1-10 15,2-5-4-15,1 0-1 0,0 0 0 0,0-3 0 16,0-2 15-16,3-1 12 0,-6-2-3 0,2-2 0 16,-2-1 44-16,0-2 9 0,-3 2 2 0,0-8 0 15,0 3-4-15,-3-2 0 0,0-3 0 0,-3-1 0 16,0-1 7-16,-3-1 1 0,3 0 0 0,-6-5 0 15,3-1-55-15,-3-1-13 0,-3-4 0 0,0 1 0 16,0 2 54-16,0 3 8 16,-3-3 2-16,0 5 0 0,-3 4-56 0,0 1-8 0,-3 1 0 0,0 2-10 15,-3 6 10-15,-3 0-13 0,-2 2 5 0,-4 6 8 16,-3 5-52-16,0 2-2 0,-6 4-1 16,-2 7 0-16,2 5-158 0,-3 9-32 0</inkml:trace>
  <inkml:trace contextRef="#ctx0" brushRef="#br0" timeOffset="20014.71">17157 11089 1792 0,'-12'0'51'0,"-3"0"10"15,3 3-49-15,3 0-12 0,-3 2 0 0,0 0 0 16,3 6 54-16,-3-1 8 0,3 1 2 0,0 5 0 15,1 2-11-15,-1 4-1 0,3-1-1 0,-3 3 0 16,3-1-43-16,0 1-8 0,0 3 0 0,3-4 0 16,-3 1-10-16,6 0 1 0,0-3 0 0,3 0 0 15,3 1-32-15,-3-4-7 0,3 1 0 0,3-3-1 16,0-1 25-16,3-4 4 0,2 0 2 0,1-6 0 16,3 0 26-16,3-5 4 0,-3 0 2 0,6-3 0 15,-3-4 35-15,-1-1 7 0,4-3 2 0,0 0 0 16,-6-2 4-16,3 0 1 0,-3-3 0 0,-4 0 0 15,1 0 1-15,-3-2 0 0,0-1 0 0,-6-2 0 16,0 0-5-16,0 2-1 0,-6-2 0 0,3 0 0 16,-6 0-27-16,0 2-6 0,0-2-1 0,-3 3 0 15,-6 2-14-15,0 0-10 0,-3 3 12 0,-5 0-12 16,-4 5 0-16,-3 2 0 0,-3 1 0 0,-3 8 0 16,1-1-52-16,-1 6-12 0,-3 5-1 0,1 3-1 15,-4 6-129-15,-3 1-25 0,-2 4-6 0</inkml:trace>
  <inkml:trace contextRef="#ctx0" brushRef="#br0" timeOffset="20526.165">17064 13061 1824 0,'-12'-3'38'0,"12"3"8"16,-6 0-37-16,6 0-9 0,-5 3 0 0,-1-3 0 15,0 2 36-15,0 1 6 0,0 0 1 0,0 5 0 16,-3-3-18-16,0 5-3 0,0 1-1 0,0 5 0 15,0 0 27-15,0 2 6 0,0 3 1 0,0 6 0 16,-3-3-39-16,3 0-8 0,1 2-8 0,-1 0 11 16,0 1-11-16,3-1-11 0,0 1 3 0,0-1 0 15,6-2-36-15,0 3-8 0,0-4 0 0,6 1-1 16,0-3 45-16,3 1 8 0,0-4 0 0,3-2 0 0,-4-3 0 0,4-2 0 16,0-1-9-16,3-4 9 0,-3-4 0 0,0-2 0 0,3-2 0 15,0-4 0-15,0-4 52 0,-1-4 7 0,4-1 1 16,0-1 1-16,-3-3-9 0,0-2-1 0,3 3-1 0,-3-6 0 15,-3 3 4-15,0-1 1 0,-4-1 0 16,-2-1 0-16,-3 0-23 0,0-3-5 0,-3-2-1 16,-3 0 0-16,0 0 26 0,-6 0 4 15,1 0 2-15,-4 0 0 0,0 5-37 0,-6 3-7 16,0 5-2-16,0-3 0 0,-3 9-12 0,3-3 0 0,-2 5-12 0,-1-3 12 16,-6 6-25-16,0 0 1 0,-3-1 1 0,-2 4 0 15,-1 2-143-15,-3 2-29 16,1 1-5-16</inkml:trace>
  <inkml:trace contextRef="#ctx0" brushRef="#br0" timeOffset="21078.197">19291 11153 2142 0,'-12'-8'44'0,"3"3"12"0,0-1-45 0,0 4-11 0,0-4 0 0,-3 4 0 16,0 2 62-16,0-3 10 0,-2 3 3 0,2 3 0 16,-3-1-34-16,0 4-6 0,0-1-2 0,3 6 0 15,-3-3-33-15,0 5 0 0,3 0 0 0,1 3 0 16,2 2 20-16,0 1-2 0,0-1-1 0,3 1 0 16,0 2-17-16,3-2 0 0,0 2 0 0,0 0 0 15,3-5-9-15,3 2 1 0,0-2 0 0,3 0 0 16,3-3-7-16,3-2-1 0,0 0 0 0,2-1 0 15,4-2 7-15,3-3 1 0,0-2 0 0,3 2 0 16,3-5 8-16,-1-2 0 16,1-1 0-16,0 0 0 0,0-5 18 0,-3 0-1 0,-4 1 0 15,-2-4 0-15,0 0-17 0,0 1 0 0,-3-3 0 0,0-1 0 16,-3 1 48-16,-3 0 13 0,-3-3 3 0,0 0 0 16,-4 0 0-16,-2-2 0 0,0-1 0 0,-2-2 0 15,-4 2-52-15,0-2-12 0,-3-2 0 0,0 1 0 16,-3 4 30-16,0 2 3 0,-3 0 1 0,0 3 0 15,-6 0-26-15,0 5-8 0,-2 0 0 0,-4 2 0 16,0 6-12-16,-3 3-10 0,1 2-2 0,-1 3 0 16,0 6-92-16,6 4-20 0,-3 1-3 15</inkml:trace>
  <inkml:trace contextRef="#ctx0" brushRef="#br0" timeOffset="21651.835">19368 12799 2318 0,'-15'5'48'0,"0"0"11"15,1 3-47-15,2-2-12 0,0 1 0 0,3 4 0 16,-3 0 52-16,0-1 8 0,0 3 1 0,0 1 1 15,3 2-42-15,-3 2-9 0,0 1-2 0,1 2 0 16,2 0-9-16,0 0 0 0,0 3 0 0,0 0 0 16,6 2 0-16,0 1 0 0,-3 2 0 0,6 2 0 15,3-4-8-15,0-3-4 0,0 2-1 0,6-5 0 16,0-2-9-16,0-1-2 0,3-2 0 0,5-5 0 16,-2-1 12-16,3 1 1 0,0-3 1 0,0-3 0 15,0-5-13-15,0 0-2 0,-1 0-1 0,-2-2 0 16,3-4 72-16,-3 1 14 0,0-3 4 0,3 0 0 0,-3 0-52 15,0-5-12-15,2 0 0 0,-2-6 0 0,-3 1 54 0,0-3 8 16,0-3 2-16,0 0 0 0,-3 0 3 0,0-2 1 0,-3 2 0 16,0 0 0-16,-6 0-10 0,0 3-2 15,-3 3 0-15,0-4 0 0,-6 6-20 0,0-2-4 0,-3 2 0 16,-3-2-1-16,0 2-15 0,0 0-4 0,-5 0 0 0,-1 3 0 16,-3-1-12-16,0 4 0 0,-3 2 0 0,-2 3-10 15,-7-1-30-15,-3 4-5 16,0 2-2-16</inkml:trace>
  <inkml:trace contextRef="#ctx0" brushRef="#br0" timeOffset="28601.82">22827 10719 1869 0,'0'-5'39'0,"0"2"9"0,0-2-39 0,-3-1-9 0,3 1 0 0,-3 2 0 15,0-2 83-15,0 0 14 0,-3 0 3 0,0 2 1 32,0-2-47-32,-3 2-10 0,0-2-1 0,0 2-1 0,-2 0-6 0,2 1 0 15,-3-1-1-15,-3 0 0 0,3 3-1 0,-3-2 0 0,0 2 0 0,0 0 0 16,0-3-9-16,-2 3-1 0,-1-2-1 0,-3 2 0 16,0-3-11-16,-3 3-1 0,0-5-1 0,-2 5 0 15,-4-3-10-15,0 0 0 0,0 1 9 0,-2-1-9 16,2 3 0-16,0-3 8 0,-3 3-8 0,1 0 0 15,-1-2 0-15,-3-1 0 0,-3 0 0 0,1 1 0 16,-1-1 0-16,0 1 0 0,1 2 0 0,-1 0 0 16,0-3 0-16,4 3 0 0,-1 0 0 0,0-3 0 15,0 1 0-15,1-1 0 0,-1 0 0 0,0 1 8 16,3-1-8-16,1 3 0 0,2-3 0 0,0 3 0 16,3-2 0-16,1 2 0 0,5 0 0 0,-3 0 0 15,3 0 0-15,0 0 0 0,3-3 0 0,1 3 0 16,-1 0 0-16,3 0 0 0,0 0 0 0,3 3 0 15,0-3 0-15,3 0 0 0,-3 0 0 0,3 0 0 16,3 0 0-16,-3 2 0 0,4 1 0 0,-1 0 0 16,-3-1 0-16,3 1 0 0,3 0 0 0,-3 2-8 15,3 0 8-15,-3 0 0 0,3 1-9 0,0 2 9 16,3 0 0-16,-3 0 0 0,0-1 0 0,3 4 0 16,-3 0 0-16,3 2 0 0,0-3 0 0,0 4 8 0,-3 2-8 15,3-1 0-15,0 1 0 0,0 0-11 0,0 3 11 0,0-1 0 16,0 1 0-16,0-1 0 0,-3 1 0 0,3-1 0 0,0 4 0 15,0-4 0-15,-3 1 0 0,3-1 0 16,0 1 0-16,-3 2 8 0,3 3-8 16,-3-1 9-16,3 7-9 0,-3-1 10 0,3 0-10 0,0 0 8 0,-3 0-8 15,3 3 8-15,0-3-8 0,-3 0 0 0,3 0 9 16,0 0-9-16,-3 0 0 0,3-2 0 0,0 2 0 0,-3 3 8 16,3-1 0-16,0 4 1 0,-3-1 0 0,3 0 0 15,0 1 1-15,0-3 0 0,0-3 0 0,-3 2 0 16,3-1-2-16,0-1 0 0,0 0 0 0,-3 3 0 15,3-1 0-15,0 4-8 0,0-1 12 0,0 3-4 16,0-2 0-16,0-4-8 0,0 1 12 0,-3-3-4 16,3 0-8-16,0 0 12 0,0-5-12 0,-3 5 12 15,3 0-12-15,-3 0 0 0,3 3 0 0,-3 0 0 16,0 0 10-16,3-3 0 0,0 0 0 0,-3 3 0 16,3-6-10-16,-3 1 0 0,3-1 0 0,-3-2 0 15,3 0 8-15,-3 2-8 0,0-2 8 0,1 5-8 16,2 0 0-16,-3 0 0 0,3 0 0 0,-3 3 0 15,3-3 0-15,-3-2-19 0,3-3 3 0,0 2 1 16,0-2 34-16,-3-3 6 0,3 3 2 0,0-3 0 16,-3-3-27-16,3 4 0 0,0-1 0 0,0 0 0 15,-3-2-19-15,3 2-5 0,0 3-2 0,0-3 0 16,-3 0 45-16,3 3 9 0,0-3 1 0,0 0 1 16,0 0-48-16,0-2-10 0,0-1-1 0,0-2-1 0,-3 0 75 15,3 0 15-15,0-3 4 0,-3 3 0 0,3-3-52 0,-3 0-12 0,3 1 0 16,-3-1 0-16,3-3-16 15,0 4-7-15,0-4-1 0,-3 3 0 16,3-2 24-16,-3 2 0 0,3 1 0 0,-3-1 0 0,3 0 0 16,-3 0 0-16,3 3 0 0,0-3 0 0,-3 3 17 0,3 0 5 15,-3 0 1-15,0-3 0 0,3 3-23 0,-3 0 0 0,0-3 0 0,0 3 0 16,3 0 0-16,-3-3 0 0,0 0 0 0,-3 1 0 16,3-1-11-16,0 3-6 0,0-3-2 0,0 3 0 15,0-3 31-15,0 0 5 0,0 3 2 0,0-3 0 16,0 1-30-16,0-1-5 0,0 0-2 0,0 0 0 15,0 1 29-15,3-4 5 0,0 3 2 0,-3-2 0 16,3 2-30-16,0-2-5 0,0-1-2 0,0 1 0 16,0-1 19-16,0-2 0 0,0 0 0 15,0 0 0-15,3 0 0 0,-3 0 0 0,3 0 0 0,-3-3 0 16,3 3 0-16,0-2 0 0,0 2 0 0,-3-3 0 16,3 0 0-16,0 0 0 0,0 1 0 0,0-1 0 15,0-2 0-15,0 2 0 0,3-2 0 0,-3-1 0 16,3 1 0-16,-3 0 0 0,3-1 0 0,0 4 0 15,0-4 0-15,0 1 0 0,0-1 0 0,3 1 0 16,-3 0 0-16,3-3 0 0,0 2 0 0,-1 1 0 16,1-3 0-16,3 3 0 0,0-3 0 0,0 0 0 15,3 2 14-15,0-2 3 0,0 0 1 0,3 0 0 16,-4 0-18-16,7 0 0 0,-3 0 0 0,3 0 0 16,0 0-8-16,0 0-6 0,0 0-1 0,2 0 0 15,1 0 15-15,3 0 0 0,0 0 0 0,0 0 0 0,5-2 12 0,1 2 1 16,0-3 1-16,2 0 0 0,-2 3-14 0,3-2 0 15,0-1 0-15,-1 0 0 0,1 3 0 16,3 0 0-16,-1-2 0 0,4 2 0 0,-3-3 0 16,6 1-12-16,-1-4 3 0,1 4 0 0,-6-1 9 0,-1 0 0 0,1 3 0 15,3-2 8-15,-4-1-8 0,1 0 0 0,3 3 8 0,-1-2-8 16,-5 2 8-16,0-3-8 0,-1 0 8 16,-2 3-8-16,-3 0 0 0,0-2 0 0,-3 2 0 15,-1 0 0-15,1 0 0 0,0-3 0 0,-3 3 0 0,0-3 0 16,-4 3 13-16,1 0 2 0,-3-2 0 15,0 2 0-15,-3-3-15 0,-3 1 8 0,-3 2-8 0,0-3 0 16,-3 0 8-16,-1 1-8 0,-2 2 0 0,-3 0 0 16,3-6-10-16,-3 1-8 0,0 0-2 0,-3-1 0 15,0-2-35-15,-2-2-7 0,-4-1-2 16</inkml:trace>
  <inkml:trace contextRef="#ctx0" brushRef="#br0" timeOffset="30382.814">13555 10645 1337 0,'0'0'28'0,"0"0"6"0,-3-5-34 0,3 5 0 0,0-6 0 0,0 6 0 15,-3-5 0-15,3 5 0 0,0-5 0 0,0 5 0 16,0-3 58-16,0 3 5 0,0 0 1 0,0-5 0 31,0 5 0-31,3-6 0 0,-3 6 0 0,0 0 0 16,3-5-52-16,0 3-12 0,0-1 0 0,3 0 0 15,-3 1 53-15,3-1 8 0,3 3 2 0,-3-3 0 0,6 3-35 0,-1-2-8 0,1 2 0 16,0 0-1-16,3-3 1 0,0 3 0 16,0-3 0-16,0 1 0 0,6-1-7 0,-1 0-1 0,4 1 0 15,0-4 0-15,6 4 0 0,3-3-1 0,-1-1 0 0,7 1 0 16,-3 0-3-16,-1-1 0 0,4 1 0 0,3 0 0 15,-6-1-8-15,5 1 10 0,-2 0-10 0,6 0 10 16,-4-1-2-16,4 1-8 0,3 0 12 0,-4 2-4 16,1 0 2-16,-4 1 0 0,1-1 0 0,0 1 0 15,0-1-10-15,-4 3 10 0,4-3-10 0,-3 3 10 16,-4 0 2-16,1 0 1 0,-3 0 0 0,0 0 0 16,-7 3 3-16,1 0 1 0,-3-3 0 0,0 5 0 15,-3-5 5-15,-4 2 1 0,4 1 0 0,-6 0 0 16,3-1 2-16,-3 4 1 0,0-4 0 0,-3 1 0 15,0 2-2-15,-1-2-1 0,-2 2 0 0,0 0 0 16,0 1-5-16,-3-4-1 0,3 4 0 0,-3-1 0 16,-3 0 3-16,3-2 0 0,-3 2 0 0,0 1 0 15,0-1-1-15,0-3 0 0,-3 4 0 0,0 2 0 16,0-8-4-16,0 5-1 0,0 3 0 0,0 0 0 16,0 0 0-16,0 0 0 0,0 2 0 0,0 1 0 15,-3 2-4-15,3 0-1 0,0 1 0 0,0-1 0 16,0 3-9-16,0 2 0 0,0-2 9 0,0 5-9 0,0-2 0 0,0-1 0 15,3 1 0-15,-3-1 8 16,0 1-8-16,3-1 0 0,-3 1 0 0,0-1 0 0,0 1 0 16,0 2 0-16,0-2 0 0,0 2 0 0,0 0 0 0,0 3 9 0,-3 2-9 15,3 3 0-15,0 0 8 0,-3 3-8 0,3 0 0 0,0 0 0 16,-3-1 8-16,3-4-8 0,0 2 9 16,0 0-9-16,0 0 8 0,0-2-8 0,0 4 0 0,0 1 9 15,3 3-9-15,-3-1 0 0,0 3 0 0,3 0 8 16,-3 0-8-16,3-5 0 0,0 0 9 15,-3-1-9-15,3-1 10 0,0 1-2 16,0 1-8-16,0 5 12 0,0-3-12 16,0 1 0-16,0 5 0 0,0-1 0 0,-3-4 0 0,3-4 0 0,0 1 0 0,0 0 0 15,0 0 17-15,-3-1 1 0,0-1 0 0,3 4 0 16,-3-2-29-16,0 5-5 0,3-3-2 0,-3 3 0 16,0-2 18-16,0-4 0 0,0 1 0 0,0-3 0 15,0 0 0-15,0 0 0 0,0 0 0 0,0 1 0 16,0 1 23-16,0-2 8 0,0 3 1 0,0 3 1 15,0-4-25-15,0-2-8 0,0 3 0 0,3-3 0 16,-3 0 0-16,0-2 0 0,3-1 0 0,-3 3 0 16,0-2 8-16,0 2-8 0,2-3 0 0,-2 6 0 15,0-3 0-15,0 3 0 0,3-3 0 0,-3 0 0 16,0 0 9-16,0-2-9 0,0-1 0 0,0-2 9 16,0 0 12-16,0 0 3 0,0 0 0 0,-3-3 0 15,3 0-24-15,0 0 0 0,-2 0 0 0,2 3 0 0,-3-3 0 0,3 0-20 16,0 1 4-16,-3-1 1 0,3 0 15 0,-3-3 0 15,3 1 12-15,-3-1-12 16,3-4 14-16,-3 2-4 0,3-3-1 0,-3 0 0 16,0 0-9-16,3 0 0 0,-3-2 0 0,0 2 0 15,3-2 0-15,-3-1 0 0,0 1 0 0,0-3 0 0,0 3 0 0,0-1 0 16,0 1 0-16,0-1 0 0,0-2 0 0,0 3 0 16,0-1 0-16,0-2 0 0,0 3 0 0,0-3 0 0,3 2 0 0,-6-2 0 15,3 0 0-15,0 0 0 0,0 0 0 0,0 0 0 16,-3 0 0-16,3-3 0 0,-3 3 0 0,0 0 0 15,3-2 0-15,-3-1 0 0,0-3 0 0,0 4 0 16,1-1 0-16,-4-2 0 0,3-1 0 16,-3 1 0-16,3-3 0 0,-3 0 0 0,0 3 0 0,0-3 0 15,0 0 0-15,0 0 0 0,-3 0 0 0,3 0 0 16,-3-3 0-16,0 3 0 0,1-3 0 0,-1 3 0 16,0-2 0-16,-3-1 0 0,0 0 0 0,0 1 0 15,-3-1 0-15,-3 0 0 0,1 1 0 0,-1-1 0 16,-3 1 0-16,-3-4 0 0,0 4 0 0,-5-1 0 15,5 0 0-15,-3 1 0 0,0-1 0 0,-2 3 0 16,2-3 0-16,3 3 0 0,-3-2 0 0,-3-1 0 16,4 3 16-16,-7-3 2 0,0 1 0 0,1 2 0 15,-1-3-29-15,0 3-5 0,0 3-2 0,1-3 0 16,5 0 18-16,0 0 0 0,-3 0 0 0,4 0 0 16,-1 0 16-16,-3 0 6 0,0 0 2 0,1 0 0 15,2 2-16-15,0-2-8 0,0 3 10 0,4-3-10 16,2 3 34-16,0-1 1 0,6 1 0 0,-3 0 0 15,3-1-35-15,1-2 0 0,2 3 0 0,-3 0 0 16,3-1 0-16,3 1 0 0,-3 0 0 0,3-1 0 16,0 3 0-16,0-2 0 0,3 0 0 0,1 2 0 0,-1-2 0 0,3-1 0 15,0 1 0-15,0 2 0 0,0 1 0 0,0-4 0 0,0 4 0 0,3-4 0 32,-3 3-36-32,3-2-13 0,0 2-3 0,-3-2-1 0,0 0-179 15,-3-3-35-15</inkml:trace>
  <inkml:trace contextRef="#ctx0" brushRef="#br0" timeOffset="36258.261">19056 8750 1792 0,'-3'-8'51'0,"0"3"10"0,0 0-49 0,0 0-12 0,3 5 0 0,0 0 0 15,0 0 77-15,0 0 13 0,0 0 2 16,0 0 1 0,0 0-46-16,0 0-10 0,0 0-1 0,0 0-1 0,-3 5 5 0,-3 3 2 0,3 0 0 15,0 5 0-15,3-3-21 16,-3 4-4-16,0 2-1 0,3-1 0 0,-3 4-8 0,3-3-8 0,0 2 12 0,0 1-12 16,-3 2 0-16,3-2 0 0,0 2 0 0,-3 3 0 15,3 2 0-15,0 1 0 0,0 4 0 0,0 1 0 16,3 0 0-16,-3 0 0 0,3-1 0 0,-3 4 0 15,0-4 0-15,3 1 0 0,-3-3 0 0,0 6 0 16,0-4 0-16,0 4 0 16,0 2 0-16,-3 0 0 0,3 0 0 0,0 0 0 0,-3-3 0 0,3 1 0 15,-3-3 0-15,0-3 0 0,0-3 0 0,0 3 0 16,0-2 0-16,0-4 0 0,3 4 0 0,-3-1 0 16,3-2 0-16,0 0 0 0,0-3 0 0,0-2 0 15,0-1 35-15,0-5 0 0,3 3 0 0,-3-2 0 16,0-6-17-16,3 2-3 0,-3-2-1 0,3-3 0 15,-3 1 1-15,0-6 0 0,0 0 0 0,0 0 0 16,0 0-15-16,0 0 0 0,0 0 0 0,0 0 0 16,3 0 54-16,-3 0 8 0,3 0 2 0,3 0 0 15,-3 0-52-15,3-3-12 0,-3 0 0 0,3 1 0 16,0 2 0-16,-3-3 0 0,3 0 0 0,0 1 0 16,0 2 0-16,0-3 0 0,0 0 0 0,-1 3 0 15,4-2 0-15,0 2 0 0,0-3 0 0,0 1 0 16,0 2-13-16,3 0-6 0,0-3-1 0,0 3 0 15,0 0 20-15,3 0 0 0,0 3 0 0,-1-3 0 0,-2 0 0 16,3 0 0-16,-3 2 0 0,3 1 0 16,-3-3 0-16,3 2 0 0,-3-2 0 0,3 3 0 0,-4 0 0 0,1-3 0 15,3 0 0-15,-3 2 0 0,0 1 12 0,0 0 7 0,3-3 1 16,0 2 0-16,0 1-20 0,0-3 0 0,2 0 0 0,1 3 0 16,3-3-13-16,0 0-7 15,3 0 0-15,0 0-1 0,-4 0 21 0,4-3 0 0,3 3 0 0,-6-3 0 16,3 1 0-16,-7 2 0 0,4-3-9 0,0 0 9 15,0 1 0-15,0 2 0 0,3-3 0 16,-1 0 0-16,1 1 0 0,3-3 0 16,0 2 0-16,3 0 0 0,-4 1 0 0,4 2 0 0,-3-3 0 0,0 0 0 15,-3 1 0-15,-4 2 0 0,4 0 0 0,-3-3 0 16,0 3 0-16,-3 0 0 0,3 0 0 0,2 0 0 16,-2 0 0-16,3-3 0 0,3 3 0 0,-3 0 0 15,2 0 0-15,1 0 0 0,0 0 0 0,3-2 0 16,-6 2 0-16,2 0 8 0,-2-3-8 0,3 0 0 15,-3 1 0-15,3-1 0 0,-1 0 8 0,1 1-8 16,3-1 0-16,0 1 0 0,2-4 0 0,4 4 0 16,-3-1 0-16,-3-2 0 0,2 2 8 0,-2 0-8 15,0 1 0-15,-3-1 0 0,-3 0 8 0,-1 1-8 16,4-4 0-16,0 4 0 0,0-1 0 0,0 1 0 16,-1-1 0-16,1 0 0 0,3 3 0 0,-3-2 0 15,-4 2 0-15,1 0 0 0,0 0 0 0,-3 0 0 0,0 0 8 16,-3-3-8-16,-3 3 0 0,2-3 0 0,-2 3 8 15,0 0-8-15,3-2 0 0,-3 2 0 16,3-3 0-16,-3 3 0 0,2-3 0 0,1 3 0 16,-3 0 8-16,3 0-8 0,0 0 0 0,0 0 9 15,0 3-9-15,0-3 0 0,-4 3 0 0,4-3 0 16,-3 2 0-16,0-2 8 0,0 0-8 0,-3 3 0 0,3-3 0 16,-3 3 0-16,0-3 8 0,-4 0-8 0,4 0 0 0,-3 0 0 0,-3 0 0 15,3 0 0-15,-3 0 8 0,0 0-8 0,-3 0 8 0,3-3-8 16,0 3 12-16,-3-3-4 0,0 1 0 0,3 2 0 15,-3-3 4-15,-3 3 0 0,3-5 0 0,0 2 0 16,0-2 0-16,0 2 0 0,0-2 0 0,0 0 0 16,0-1 3-16,-3 1 1 0,3 0 0 0,0-3 0 15,0 0 0-15,0 0 0 0,0-3 0 0,0 3 0 16,0-5 0-16,-1 3 0 0,4-1 0 0,-3-2 0 16,3-3-4-16,-3 0 0 0,3 0 0 0,0-5 0 15,-3-3-3-15,3 0-1 0,0-7 0 0,3-1 0 16,-3 0-8-16,3-2 8 0,-3-3-8 0,3 2 8 15,0 3-8-15,0 6 0 0,-3-3 0 0,3 2 0 16,-3-2 0-16,2 0 0 0,1-5 8 0,-3 2-8 16,3-2 0-16,0-1 0 0,-3 4 0 0,3-4 8 15,-3 6-8-15,3 3 0 0,-3 2 0 0,0 3 8 16,-3-1-8-16,3 1 0 0,-3 3 0 0,3-1 0 16,-3 1 0-16,-3-1 0 0,3-2 8 0,-3 0-8 15,3 2 0-15,-3 1 0 0,0-3 0 0,-3 2 0 16,3 1 0-16,-3 2 0 0,0-3 8 0,0 6-8 15,0 0 0-15,-3-1 0 0,3 4 0 0,-3-1 8 16,-3 3-8-16,0 0 0 0,0 0 0 0,-3 1 0 0,0 1 0 16,0 1 0-16,-2 2 0 0,-1-2 0 0,-3 2 0 15,0 1 0-15,0-1 0 0,-3 3 0 0,0 0 0 0,4 0 0 0,-1 0 0 16,0-3 0-16,-3 3 0 0,3 0 0 0,-3 0 0 16,-3-2 0-16,1-1 0 0,-4 1 0 0,0-1 0 15,-6 0 0-15,4 3 0 0,-4-2 0 0,3 2 0 16,-6-3 0-16,10 3 0 0,-4-3 0 0,3 3 8 15,-3 0-8-15,3-2 0 0,-2 2 0 16,-4-6 0-16,0 4 0 0,0-1 0 0,-2 3 0 16,2-3 0-16,-3 3 0 0,4-2 0 0,5 2 0 0,-3 0 0 15,3 0 0-15,-3 0 0 0,4 0 0 0,-1-3 0 0,-3 3 0 16,-3 0 0-16,4-3 0 0,-4 3 0 0,-3 0 0 16,3 0 0-16,4 0 0 0,-1 3 0 0,0-3 0 15,0 0 0-15,3 0 0 0,1 0 0 0,-4 0 0 16,0 0 0-16,0-3 0 0,-2 3 0 0,-1 0 0 15,0 0 0-15,0 0 0 0,4 0 0 0,-4 3 0 16,6-3 0-16,0 3 0 0,4-1 0 0,-4-2 0 16,3 3 0-16,-3-3 0 0,0 0 0 0,-2 0 0 15,-1 0-8-15,0 0 8 0,0 3 0 0,-2-1 0 16,2-2 0-16,3 3 0 0,0 0 0 0,0-1 0 16,4 1 0-16,-1 0 0 0,3-3 0 0,-3 2 0 15,3-2 0-15,-6 0 0 0,4 0 0 0,-1 0 0 16,0 0 0-16,-3 0 0 0,0 3 0 0,4 0 0 15,-1-3 0-15,0 2 0 0,0-2 0 0,3 5 0 16,4-2 0-16,-1 0 0 0,3-1 0 0,0 1 0 16,0 0 0-16,0-1 0 0,3-2 0 0,-3 3 0 15,0 0 0-15,4-3 0 0,-4 0 0 0,0 2 0 0,0-2 0 16,0 0 0-16,0 0 0 0,-3 3 0 0,3-3 0 16,-2 3 0-16,2-3 0 0,0 2 0 0,0 1-8 0,-3-1 8 0,6 1 0 15,-3 0 0-15,0-1 0 0,3 4 0 0,1-4 0 0,-1 1 0 16,3 2-8-16,0 1 8 0,-3-1 0 0,3 0 0 15,3 0 0-15,-3 1 0 0,3 2 0 0,0-3 0 16,0 0 0-16,3 3 0 0,0-2 0 0,0-1 0 16,0 3-9-16,3-3 9 0,0 0 0 0,-3 1 0 15,3-1-8-15,0 0 8 0,0 1 0 0,0-1 0 16,0-5-14-16,0 8 4 0,3-6 1 0,-3 4 0 16,0-6-131-16,3 2-25 0,3 1-6 0</inkml:trace>
  <inkml:trace contextRef="#ctx0" brushRef="#br0" timeOffset="40741.842">21797 14273 1789 0,'0'0'76'15,"0"0"-61"1,0 0 77-16,0 0 15 0,0 0 3 0,-6 2 1 16,0 1-19-16,0-1-3 0,0 4-1 0,-3 2 0 15,3 0-26-15,-2 2-6 0,-1 1 0 0,0 2-1 16,0 6-15-16,0-1-2 0,0 6-1 0,-3 0 0 16,0 2 1-16,0 3 0 0,0-2 0 0,-3 2 0 15,3 0-30-15,-2 3-8 0,2-1 0 0,-3 4 0 16,3-1 0-16,-3 6 0 0,3 0 0 0,0 2 0 15,0-5 0-15,0-3 0 0,3 1 8 0,-2-3-8 16,2-1 0-16,0 1 0 0,3 0 0 0,-3-3 0 16,3 0 0-16,0-3 0 0,0 4 0 0,3-7 0 0,0 1-12 15,0-5-1-15,3-1 0 0,-3-2 0 16,3-3-31-16,0-2-7 0,0 0-1 0,0-6 0 16,0-5-112-16,0 0-22 0,0 0-5 0</inkml:trace>
  <inkml:trace contextRef="#ctx0" brushRef="#br0" timeOffset="41122.536">21178 15080 2269 0,'0'0'64'0,"0"0"15"16,0 0-63-16,0 0-16 0,0 0 0 0,0 0 0 15,0 0 105-15,0 0 19 0,0 0 3 0,0 0 1 16,0 0-79-16,3 2-15 0,6 1-3 0,-3 2-1 16,3-2-4-16,0 2-1 0,3 0 0 0,0 3 0 15,-1 0-13-15,1 0-4 0,3 3 0 0,0-1 0 16,0 1-8-16,0 2 0 0,3-2 0 0,-3 2 0 16,0-2 0-16,-1-1 8 0,1 1-8 0,0-1 0 15,0-2 0-15,3 0 0 0,0 0 0 0,0-3 0 16,-3 1 0-16,2-4 0 0,-2-2 0 0,3 0 0 15,-3 0 0-15,0-2 0 0,3-4 0 0,-3 1 0 16,-1-3 9-16,1 0 3 0,0 0 1 0,0-2 0 16,0-1-13-16,0-2-18 0,0 0 4 0,0-1 1 0,0 1 13 15,-1-3 0-15,-2 3 0 0,3-3 0 0,-3 3 0 16,0 0 0-16,0-3 0 0,0 3 0 16,-3-1-159-16,0 1-29 0</inkml:trace>
  <inkml:trace contextRef="#ctx0" brushRef="#br0" timeOffset="49639.254">11802 11367 1273 0,'0'0'53'15,"0"0"-42"1,0 0 92-16,0 0 18 0,0 0 4 0,0 0 1 15,0 0-43-15,0 0-9 0,0 0-2 0,0 0 0 16,0 0-48-16,0 0-11 0,0 6-1 0,0 1-1 16,3-1 29-16,0 4 5 0,0-2 2 0,0 0 0 15,3 3-32-15,-3-1-7 0,2 1 0 0,1 0-8 16,0-1 14-16,0 3-4 0,0-2-1 0,0 0 0 0,0-1-9 0,3-2-9 16,-3 0 9-16,3 3-13 0,0-6 13 0,0 0 10 15,3-2-2-15,-3-1 0 0,0 1 23 0,0-6 4 16,2 3 1-16,-2-5 0 0,6 2 7 0,-3-4 1 0,0 1 1 15,3-2 0-15,-3-2-17 0,3-1-3 16,0 1-1-16,0-4 0 0,-1 4-15 16,-2-3-9-16,0-1 10 0,3 1-10 0,0 0 8 15,-3 2-8-15,0-5 0 0,3 6 9 0,-3-3-9 16,0 2 0-16,-1 0 0 0,1 1-11 16,-3 2-27-16,0 0-6 0,0 0 0 0,0 3-1 15,-3-1-91-15,0 4-19 0,0-1-3 0</inkml:trace>
  <inkml:trace contextRef="#ctx0" brushRef="#br0" timeOffset="49993.916">12102 11465 1941 0,'0'0'55'0,"-3"-5"12"15,3 0-54-15,0-1-13 0,-3 1 0 0,3 2 0 16,0 3 88-16,0-5 16 0,0 0 2 0,0 5 1 15,0 0-50-15,0-6-9 0,0 6-3 0,0 0 0 16,0 0 15-16,0 0 4 0,0 0 0 0,0 0 0 16,0 0-64-16,0 0-16 0,0 0-2 0,3 6 0 15,3-1 18-15,-3 3 0 0,0 3 0 0,0-1 0 16,0 3 0-16,3-2 0 0,-3 2-8 0,0 0 8 16,3-2 0-16,-3 0-8 0,0-1 8 0,3 1 0 15,-3-1 0-15,0-2 0 0,0-2 0 0,3 1 0 0,-3-1 0 16,3-1 0-16,0-2 0 0,0 2 0 15,0-2 16-15,0-3 4 0,3 0 1 0,-4-3 0 16,4 0-21-16,3-2 0 0,-3 2 0 0,3-5 0 0,3 1 0 0,-3-1 0 16,3-6 0-16,0 4-12 0,0-1 12 0,2-2 0 0,-2-3 0 15,3 3 0 1,0 0-19-16,0 2-8 0,0-2-1 0,0 2-1 16,-6 3-179-16,-1-2-36 0</inkml:trace>
  <inkml:trace contextRef="#ctx0" brushRef="#br0" timeOffset="50813.671">12025 13460 1552 0,'0'0'44'0,"0"0"10"16,0 0-43-16,0 0-11 0,0 0 0 0,0 0 0 15,0 0 99-15,-3-5 17 0,3 5 4 0,0 0 1 16,0 0-40-16,0-5-8 0,0 5-1 0,0 0-1 16,0 0-26-16,0 0-5 0,0 0 0 0,0 0-1 15,0 0-16-15,0 0-3 0,0 0-1 0,0 0 0 16,0 0-7-16,0 0-2 0,6 2 0 0,0 6 0 16,0-3-10-16,0 3 0 0,0 3 9 0,0 0-9 15,0 2 0-15,0 0 0 0,0 0 0 0,-1 1 0 16,-2-4 0-16,3 1-10 0,0-1 10 0,0 1-13 0,-3-3 13 15,3 0 0-15,0-3-10 0,0 0 10 0,0 1 0 16,-3-4 0-16,3 1 0 0,0-3 0 0,0 0 0 16,0-5 0-16,3 2 0 0,-3-2 8 0,0-3 12 0,3-3 1 0,0-2 1 15,0 0 0-15,-1-3 16 0,4 0 3 16,0 0 1-16,3-2 0 16,-3 2-58-16,3-3-11 0,0 3-2 0,-3 0-1 0,3-2 30 0,-3 2 0 0,2 0 0 15,-2 0 0-15,0 3-19 0,-3 0 3 0,3 2 0 0,-3-2 0 16,-3 5-34-16,3-3-6 15,-3 6-2-15,-3-3 0 16,0 3-127-16,0 2-26 0,-3 3-5 0</inkml:trace>
  <inkml:trace contextRef="#ctx0" brushRef="#br0" timeOffset="51171.286">12209 13455 1580 0,'0'0'67'0,"0"0"-54"16,0 0 92-16,0 0 19 0,0 0 3 0,0 0 1 15,0 0-52-15,0 0-9 0,0 0-3 0,0 0 0 16,0 0-13-16,0 0-3 0,0 0-1 0,6 0 0 0,-3 3-24 16,3-1-5-16,0 1-1 0,0 2 0 15,0 3-17-15,-3 0-11 0,3 0 2 0,0 3 0 0,0-4 9 0,0 1 0 16,0 3 0-16,0-3 0 0,0 0 0 0,0 0 0 15,0-3 0-15,0 3 0 0,0-3 0 16,0-2 0-16,0 0 0 0,0 2 8 0,0-5-8 16,-1 0 11-16,4 0-11 0,0 0 12 15,0-3 30-15,0 1 6 0,0-1 2 0,3-2 0 0,0-1-18 16,0-2-4-16,3 1-1 0,-3-4 0 0,2 0 0 16,-2 1 0-16,0-1 0 0,3-2 0 0,-3 2-15 0,3-2-4 0,-3 0 0 15,3 0 0-15,-3 2 7 0,0 1 1 0,2-1 0 0,-2 0 0 31,0 3-64-31,0-2-13 0,0 2-3 0</inkml:trace>
  <inkml:trace contextRef="#ctx0" brushRef="#br0" timeOffset="60746.038">21880 15873 2026 0,'0'0'57'0,"0"0"14"0,-2-2-57 0,2 2-14 15,-6-3 0-15,6 3 0 16,-3 0 84-16,0-3 15 0,3 3 2 0,-6 0 1 0,0 0-30 0,0 0-7 16,3 0-1-16,-3 3 0 15,0-3-18-15,3 5-4 0,-3-2-1 0,0 2 0 16,0 3-21-16,0-2-4 0,-3 1 0 0,3 4-1 0,-6 2-15 0,3 3 0 0,-6 0 8 0,1 5-8 31,2 3 0-31,-3 0 0 0,-3 5 0 0,0 0 0 0,3-3 0 16,-3 1-10-16,0 2 2 0,-2-2 0 0,2-1-12 0,0 0-3 15,0 4 0-15,-3-4 0 16,6 0-48-16,0 1-9 0,-2-1-3 0,5 1 0 16,0-6-21-16,0-2-4 0,0-4 0 0</inkml:trace>
  <inkml:trace contextRef="#ctx0" brushRef="#br0" timeOffset="61030.881">21392 16170 1968 0,'0'-40'41'0,"0"24"9"15,-3 3-40-15,3-3-10 0,0 0 0 0,0 3 0 16,0 2 105-16,0 1 19 0,0 2 4 0,0 0 1 16,0 3-43-16,0-1-9 0,0 6-1 0,0 0-1 15,0 0-19-15,0 0-3 0,0 0-1 0,0 0 0 16,0 0-18-16,0 0-4 0,3 6-1 0,3-1 0 15,0 3-4-15,0 0-1 0,3 0 0 0,-3 2 0 16,3 4-12-16,3-1-4 0,-3 0 0 0,3 3 0 16,3-3-8-16,-3 0 0 0,2 3 9 0,4 0-9 15,0-5 0-15,0 2 0 0,0 0 0 0,0 0 8 0,0 1-8 0,-1-1 0 16,1 0-8-16,0 3 8 16,0-6-33-16,-3 1-2 0,3 2 0 0,-3-5 0 15,-3 3-80-15,2-3-16 0,-2 2-3 0,-3-7-1 16,0 0-106-16,-6-3-22 0</inkml:trace>
  <inkml:trace contextRef="#ctx0" brushRef="#br0" timeOffset="61370.849">21889 16307 2206 0,'0'0'63'0,"0"0"13"0,-3-2-61 0,0-4-15 0,0 4 0 0,3-4 0 16,-2 1 68-16,2 0 10 0,0 2 2 0,2-2 1 15,-2 0-13-15,3-1-4 0,0 4 0 0,3-4 0 16,-3 4 0-16,3-4 0 0,0 4 0 0,3-4 0 16,-3 4-51-16,3-1-13 0,-3 3 0 0,3-2 0 15,-3 2 0-15,3 2 0 0,-3-2 0 0,3 3 0 16,-3 2 0-16,0-2 0 0,-3 2 0 0,3 3 0 16,-6 3-48-16,3-1-13 0,-3 1-3 0,-3 5 0 15,0-3 0-15,0 5 0 0,0-2 0 0,-3 3 0 16,3-1 0-16,0 1 0 0,-3-1 0 15,3 4 0-15,-3-7 52 0,3 1 12 0,3-2 0 0,-3-1 0 16,3-3 0-16,3-2 0 0,-3 0 0 0,3-3 0 16,3 1 0-16,0-4 0 0,0-2 0 0,3 0 0 15,0-5 0-15,0 2 0 0,2-4 0 0,1-1 0 16,3 0 0-16,-3-6 13 0,6 4-2 0,-3-3-1 16,0-1-10-16,0-1-14 0,0-4 3 0</inkml:trace>
  <inkml:trace contextRef="#ctx0" brushRef="#br0" timeOffset="61991.291">21235 15815 1379 0,'0'0'58'16,"-6"3"-46"-1,6-3 93-15,-6 2 19 0,6-2 4 0,0 0 1 16,0 0-29-16,0 0-7 0,0 0-1 0,0 0 0 0,0 0-24 0,0 0-6 0,0 0-1 0,9 3 0 16,-3-3-4-16,5 0-1 0,1 0 0 0,0 0 0 15,3-3-8-15,3 3-3 0,0-5 0 0,6 5 0 16,-3-5 7-16,2 2 2 0,-2-2 0 0,9 0 0 16,-3-1-42-16,5-2-12 0,4 3 0 0,0-3 8 15,0 0-8-15,-1 0 0 0,4-2 0 0,-3 2 0 16,-6 0 0-16,2 0 0 0,-5 0 0 0,3 0 0 15,0 0 0-15,-1 3 0 0,1-1 0 16,0 1 0-16,0 0 0 0,-7 0 0 0,4-1 0 0,-3 4 0 16,-3-1 0-16,0-2 14 0,-6 2-2 0,0 3 0 15,-1-3-12-15,-5 1-13 0,0-1 2 0,0 3 1 16,-3 0-82-16,0 0-16 0,-3 0-3 0</inkml:trace>
  <inkml:trace contextRef="#ctx0" brushRef="#br0" timeOffset="71915.282">22503 16164 2370 0,'0'0'67'0,"0"0"15"0,0 0-66 0,0 0-16 0,0 0 0 0,0 0 0 16,0 0 80-16,0 0 12 0,0 0 2 0,0 0 1 15,0 0-36-15,0 0-7 0,0-5-2 0,3 0 0 16,-3 5-29-16,0-5-5 0,0 5-2 0,0-3 0 16,0 3-14-16,3-8 0 0,-3 3 8 0,0 2-8 15,3-2 0-15,-3 5-12 0,0-8 3 0,3 2 0 16,-3 4-140-16,2-3-28 15,1-3-6-15</inkml:trace>
  <inkml:trace contextRef="#ctx0" brushRef="#br0" timeOffset="72361.798">23137 15791 1824 0,'0'0'38'0,"0"0"8"15,0 0-37-15,0 0-9 0,0 0 0 0,0-5 0 0,3 0 91 0,-3 5 16 0,3-6 3 0,-3 6 1 16,3-5-24-16,-3 5-5 0,0 0-1 0,0 0 0 16,0 0-13-16,0 0-4 0,0 0 0 0,0 0 0 15,0 0 0-15,0 0 0 0,0 0 0 0,0 0 0 16,0 0-51-16,0 0-13 0,-3 0 0 0,-3 3 0 16,0-1 0-16,0 1 0 0,0 2 0 0,-3 3 0 15,0 3 0-15,0-1 0 0,0 1 0 0,-3 5 0 16,0 2 28-16,0 1 2 0,0 2 1 15,-2 6 0-15,-1-1-31 0,0 1-12 0,-3 2 1 16,0 2 0-16,3-4-5 0,-3-1 0 0,-3-2-1 0,4 0 0 16,2-3 17-16,0-2-8 0,0-3 8 0,0-1 0 15,3-1-58-15,-3 1-5 16,6-1-1-16,0-4 0 0,0-2-116 0,4 3-23 0,-4-6-5 0</inkml:trace>
  <inkml:trace contextRef="#ctx0" brushRef="#br0" timeOffset="72620.387">22773 15826 2269 0,'-3'-6'64'0,"1"1"15"0,2 5-63 0,0 0-16 0,-3-3 0 0,3 3 0 16,0 0 54-16,0 0 8 0,0 0 2 0,0 0 0 16,0 0 0-16,0 0 0 0,0 0 0 0,0 0 0 15,5 6 0-15,1 2 0 0,3-3 0 0,0 6 0 31,3-1-64-31,3 1-21 0,0-1 0 0,0 6 0 0,3-3 21 0,0 3 0 0,-1 3 0 0,1-1 0 16,0 1 0-16,0-1 0 0,-3 4 0 16,0-1 0-16,0-3 0 0,0 1 0 0,-1-3 0 0,1 2 0 31,0-2-36-31,0-5-7 0,3 2-1 0,-3 0 0 16,3-5-169-16,0 0-35 0</inkml:trace>
  <inkml:trace contextRef="#ctx0" brushRef="#br0" timeOffset="73176.114">23214 16215 2262 0,'3'-6'64'15,"0"1"14"-15,0-3-62 0,0 3-16 0,0-3 0 0,3 0 0 16,0 0 81-16,0 0 14 0,3-2 2 0,0-1 1 16,0 0-32-16,-1 1-6 0,4-1-2 0,0 1 0 15,-3 2-24-15,3 0-5 0,3-3-1 0,-3 3 0 16,-3 3-12-16,3-3-2 0,-3 3-1 0,0-1 0 16,0 4-4-16,-1-4-1 0,-2 6 0 0,3-2 0 15,-3 2 0-15,0 2-8 0,-3-2 12 0,3 6-4 16,-3-1-20-16,0 0-5 0,0 1-1 0,0 2 0 15,-3 0 9-15,0 2 9 0,0 1-13 0,-3-1 5 16,0 3-27-16,0-2-5 0,-3 2 0 0,0-2-1 16,0 2 20-16,0-2 4 0,0-1 1 0,0 1 0 0,0-3-2 0,1 2 0 15,-1-2 0-15,0-2 0 0,0 2 18 0,3-3 0 0,3-5-8 0,0 0 8 16,0 0 0-16,0 0 0 0,0 0 0 0,0 0 0 16,6 0 0-16,0 0 0 0,0-3 0 0,2 1 0 15,-2-1 0-15,3 0 11 0,0 1-2 0,-3-1 0 16,3 0-1-16,0 1 0 0,-3 2 0 0,3 0 0 15,-3 0-8-15,0 0 0 16,0 2 9-16,-3 1-9 0,3 0 0 0,-6-3 0 0,3 5 0 0,0 0 0 16,-3 3 46-16,0 0 5 0,0 0 1 0,0 3 0 15,-6-1-32-15,3 3-7 0,-3 1-1 0,0 2 0 16,0-1-12-16,0 1 0 0,-3 0 0 0,3 5 0 16,-6-5 0-16,3 5 0 0,0-2 0 0,-3-1 0 15,1 1 0-15,-1-1 0 0,-3-2 0 0,0-2 0 16,0-1-15-16,0-3-2 0,3 4-1 0,-3-6 0 15,3-3-138-15,0 0-27 0</inkml:trace>
  <inkml:trace contextRef="#ctx0" brushRef="#br0" timeOffset="75892.614">22122 8936 1482 0,'0'0'62'0,"-6"-3"-50"16,6 3 114-16,0 0 22 0,0-5 5 0,3-1 1 16,3 1-72-16,0-3-14 0,2 3-4 0,4-1 0 15,0-1 0-15,3-1 0 0,0 2 0 0,6 1 0 16,0-3 0-16,0 3 0 0,5-3 0 0,4 0 0 16,0 0-50-16,6 0-14 0,-1-3 0 0,4 1 0 15,0 2 22-15,-1 0-1 0,-2-3 0 0,9 3 0 16,-4-2-13-16,1 2-8 15,6-3 10-15,-1 3-10 0,-2 1 8 0,-3-1-8 0,-4 0 0 0,4 2 9 16,-3-2-9-16,-1 0 0 0,-2 3 0 0,3-3 0 16,-6 3 0-16,-4 0 8 0,4-1-8 0,-6 4 0 15,0-4 0-15,-6 4 0 0,-1-1 0 0,-2 0 0 16,-3 3-23-16,-3-5-3 0,0 5-1 0,-6-2 0 16,0-1-33-16,0 0-6 0,-3 3-2 0,-3 0 0 15,0 0-201-15,-3-5-41 0</inkml:trace>
  <inkml:trace contextRef="#ctx0" brushRef="#br0" timeOffset="76252.09">23274 8467 1568 0,'-15'-16'32'0,"9"11"9"0,0 0-33 0,0-1-8 0,3 1 0 0,-6 0 0 16,6 2 113-16,-3-2 21 0,0 2 4 0,3 1 1 15,3 2-41-15,-6-3-8 0,0 3-2 0,6 0 0 16,-6-3-26-16,6 3-6 0,0 0 0 0,0 0-1 15,0 0-13-15,0 0-2 16,0 0-1-16,0 0 0 0,0 0-19 0,0 0-3 0,0 0-1 0,0 8 0 16,6-2-4-16,0-1-2 0,0 0 0 0,3 3 0 15,3 0-1-15,0 0 0 0,0 0 0 0,3 0 0 16,-4 2-1-16,4-2 0 0,0 0 0 0,0 3 0 16,3-1 0-16,-6-2-8 0,0 0 12 0,-3 3-4 15,0-3-8-15,0 2 0 0,-3-2 0 0,-1 3 0 16,-2 0 9-16,0-1-9 0,-3 3 10 0,0 1-10 15,0-4 9-15,-3 1-9 0,-2 2 8 0,2-2-8 16,-3 2 10-16,-3-3-10 0,0 4 12 0,-3-1-12 16,3 0 0-16,-6-2 0 0,3 2 0 0,-3-3 0 15,0 4 0-15,0-4 0 0,4 1 0 0,-4-1 0 16,0-2 0-16,3 0 0 0,0 0 0 0,0 0 0 16,0 0-53-16,0 0-18 0,3-3-3 15</inkml:trace>
  <inkml:trace contextRef="#ctx0" brushRef="#br0" timeOffset="80064.733">19404 5019 1824 0,'-6'-10'38'0,"3"-1"8"0,-3 1-37 0,3 2-9 0,3-3 0 0,-3 1 0 15,3 4 87-15,-3-2 15 16,3 6 3-16,0 2 1 0,0 0-68 0,0 0-14 0,0 0-2 0,0 0-1 16,0 0-21-16,0 0 0 0,3 5 0 0,0 6 8 15,0-1-8-15,0 3 0 0,0 3 0 0,3 3 0 16,0-1 0-16,0 1 0 0,3-1 0 0,0 1 0 31,0-3-52-31,0 0-9 0,0-3-2 0,2 0 0 0,1-2 48 0,-3-1 15 0,3-4 0 0,-3 2-10 16,3-6 10-16,0 3-8 0,0-5 8 15,-3 0-8-15,3 0 8 0,0-5 9 0,-1 0-1 0,1 0-8 16,0-3 46-16,3 0 2 0,-3-6 1 0,3 4 0 16,0-6-23-16,0 0-5 0,-3-2-1 0,3-1 0 15,-4 3-12-15,4-8-8 0,-3 1 8 0,0 1-8 16,0 1 0-16,0 3-10 0,-3-3 1 15,3 2 0-15,-3 1-16 0,-3 7-3 16,3-8-1-16,-3 6 0 0,-3 8-107 0,-3-6-22 0</inkml:trace>
  <inkml:trace contextRef="#ctx0" brushRef="#br0" timeOffset="80381.574">19621 4988 1501 0,'0'0'63'0,"0"0"-51"32,0 0 50-32,0 0 10 0,0 0 1 0,0 0 1 0,0 5-20 0,-3 3-4 0,3 5-1 0,3-5 0 15,-3 5-30-15,3 3-7 0,-3-5 0 0,3 2-1 16,3 0-11-16,0 0 12 0,-3-2-12 0,3 0 12 16,0-1-12-16,3 1 0 0,-3-1 0 0,3-2-11 15,0-2 11-15,0-1 0 0,0-2 8 0,0 2-8 16,-1-5 56-16,1 3 6 0,3-3 2 0,-3-3 0 15,0 0-9-15,0-2-2 0,3 0 0 0,-3 2 0 16,3-5-16-16,0-3-3 0,3 4-1 16,-1-7 0-16,1 1-33 0,3-3-14 0,0 0 1 15,3-2 0-15,3-3 27 0,0-1 6 0,-1 1 0 0,1 0 1 16,3-3-21-16,3 0-15 0,-1 6 3 0,1-8 0 16,3 4-114-16,0-1-22 15,2-1-5-15</inkml:trace>
  <inkml:trace contextRef="#ctx0" brushRef="#br0" timeOffset="80994.79">21479 4911 1668 0,'-3'-5'35'0,"3"5"7"0,0 0-34 0,-3-6-8 0,3 6 0 0,0 0 0 16,0 0 63-16,0 0 10 0,0 0 3 0,0 0 0 15,0 0-38-15,0 0-7 0,0 0-2 0,0 0 0 16,0 0-29-16,0 0 0 0,3 6 0 0,0 2 0 16,0 2 0-16,3 6 0 0,-3-5 0 0,3 5 0 15,-4 2 0-15,4 1 0 0,0-1 0 0,3 1 0 16,0-1 0-16,-3-2 0 0,6 0 0 0,-6-6 0 16,6 6 29-16,-3-10 0 0,0 2 0 0,3-3 0 15,-3-2-18-15,3-1-11 0,-1 1 12 0,1-6-12 16,0 1 36-16,3-4 0 0,-3-2 0 0,3 0 0 15,0-5 3-15,0 0 1 0,0-6 0 0,2 4 0 16,1-7-19-16,0 4-3 0,0-6-1 0,0 0 0 16,0 3-17-16,3 0 0 0,-1 0 0 0,4-3 0 0,-3 0 0 15,0 3 0-15,3-3 0 0,-3 0 0 0,-4 6 0 0,1-6 0 16,-3 5 0-16,0 1 0 16,-3 5-52-16,-3-6-8 0,0 6-2 0</inkml:trace>
  <inkml:trace contextRef="#ctx0" brushRef="#br0" timeOffset="81386.988">21842 4879 1824 0,'0'0'38'0,"0"-2"8"0,-3-1-37 0,3 3-9 0,0-8 0 0,0 8 0 16,0-5 53-16,0 5 9 0,0-6 2 0,0 6 0 15,0 0 0-15,0 0 0 0,0 0 0 0,0 0 0 16,0 0-52-16,0 0-12 0,0 0 0 0,0 0 0 16,0 0 30-16,0 8 3 0,0 3 1 0,-1447 0 0 15,2894 2-34-15,-1447 3 0 0,0-1 0 0,0 7 0 16,0-6-20-16,3 2-12 0,-3 1-1 0,3-1-1 16,0-2 34-16,0 0 0 0,0-6 0 0,0 6 0 15,3-8-20-15,-3 0 2 0,3 0 1 0,-3-3 0 16,2-2 17-16,1 2 0 0,3-5 0 0,-3-5 0 15,0 2 10-15,3-2 6 0,3-3 0 0,-3 0 1 16,3 0 39-16,3-8 8 0,3 3 2 0,-3-3 0 16,2 3-27-16,1-3-6 0,3-2-1 0,0-1 0 15,0 3-20-15,0 3-4 0,-1-8 0 0,4 5-8 0,-3-2 0 16,0 2 0-16,-3-3 0 0,3 6 0 0,-1-3 0 0,-2 5 0 16,3 1-15-16,0-1 5 15,-3 3-97-15,0 0-19 0,0 6-4 0</inkml:trace>
  <inkml:trace contextRef="#ctx0" brushRef="#br0" timeOffset="87654.638">24042 8068 2030 0,'0'0'57'0,"0"0"14"15,2-6-57-15,-2 6-14 0,3-2 0 0,-3 2 0 16,0 0 105-16,0 0 19 0,0-6 3 0,0 6 1 0,0 0-52 0,0 0-9 0,-3-5-3 0,3 5 0 31,-5 0-51-31,-1 0-13 0,0 0 0 0,0 3 0 0,-3-1 0 0,-3 4 0 0,0 2 0 0,-3 0 0 16,0 2 0-16,-3 1 0 0,0-1 0 0,1 6 0 15,-4-3 0-15,0 6 0 0,-3-1 0 0,0 4 0 16,0-4 22-16,-2 3 2 0,-4 3 0 0,0-3 0 16,3 3-39-16,-2-3-7 0,2 0-2 0,0-2 0 15,3 0-134 1,0-4-27-16,7-4-6 0</inkml:trace>
  <inkml:trace contextRef="#ctx0" brushRef="#br0" timeOffset="87924.897">23634 8017 1824 0,'0'-5'76'15,"-3"0"-60"1,3 5 89-16,0 0 19 0,0 0 3 0,0 0 1 15,0 0-52-15,0 0-9 0,0 0-3 0,0 0 0 16,6 5-51-16,-3 0-13 0,3 1 0 0,-3 2 0 16,3 2 54-16,-1 1 8 0,1-1 2 0,0 4 0 0,3-1-52 15,-3 3-12-15,3-3 0 0,-3 3 0 16,3-3 0-16,0 6 0 0,0-4 0 0,0 4 0 0,0 2 0 16,0-2 0-16,0 2 0 0,0 3 0 15,0-3 0-15,-1-3 0 0,-2 1 0 0,0-3 0 0,0 0-16 16,0-3-5-16,-3 0-2 0,3-2 0 15,0-1-141-15,0-4-29 0,0 1-6 0</inkml:trace>
  <inkml:trace contextRef="#ctx0" brushRef="#br0" timeOffset="88187.726">24062 8253 1579 0,'0'0'32'0,"0"0"10"0,0 0-34 0,0 0-8 0,0 0 0 0,0 0 0 15,0 0 104-15,0 0 20 0,0 0 3 0,3 8 1 16,-3 0-52-16,0 0-9 0,3 2-3 0,0 1 0 16,-3 2 0-16,3-2 0 0,-3 2 0 0,3 0 0 15,0 0 0-15,0 3 0 0,0 0 0 0,-3-3 0 16,3 3-51-16,-3 0-13 0,3-3 0 0,-3 1 0 16,3-1 0-16,0 0 0 0,-3 0 0 0,3 0 0 15,0-2 0-15,-3 0 0 0,3-1 0 0,-3 3 0 16,0-5 22-16,3 3 2 0,-3-3 0 0,0 2 0 15,0-2-39-15,0 0-7 0,0-2-2 0,0 2 0 16,3-6-185-16,-3-2-38 0</inkml:trace>
  <inkml:trace contextRef="#ctx0" brushRef="#br0" timeOffset="91113.052">12242 9454 1907 0,'-27'-5'40'0,"19"5"8"0,-4-3-38 0,3 3-10 0,-3-2 0 0,0 2 0 16,-3 0 24-16,0 0 4 15,-3-3 0-15,-6 3 0 0,1 0 6 0,-4-3 2 0,-6 1 0 0,0 2 0 16,4 2 3-16,-4-2 1 0,-3 3 0 0,0 0 0 16,1-1-31-16,-1 1-9 0,0 0 0 0,-2-1 0 15,-1 1 58-15,-3-1 5 0,0 4 1 0,-2-1 0 16,5 0-64-16,0 1-15 15,4-1-1-15,-4 0-1 0,6 3 27 0,1-5 6 0,-1 2 0 0,0 3 1 16,3-3-29-16,1 1-7 0,-1-1-1 0,3 3 0 16,6-3-19-1,3 0-4-15,0 1-1 0,7-1 0 0,-1-2 36 0,6 2 8 0,-3-2 0 0,9-3 0 32,0 0-156-32,0 0-28 0,0 0-7 0</inkml:trace>
  <inkml:trace contextRef="#ctx0" brushRef="#br0" timeOffset="91615.319">11995 9208 1824 0,'-9'-3'38'0,"0"-2"8"0,3 2-37 15,-3-2-9-15,3 3 0 0,1-1 0 0,-1 0 87 0,6 3 15 0,-3 0 3 0,3 0 1 16,0 0-30-16,-6-2-7 0,6 2-1 0,0 0 0 16,0 0-30-16,0 0-6 0,0 0-2 0,0 0 0 15,0 0-14-15,6 2-4 0,3 1 0 0,-1 0 0 16,1 2-3-16,3-3-1 0,3 4 0 0,-3-1 0 15,3 0-8-15,0 3 0 0,3 0 0 0,-3 0 8 16,-1 3 18-16,1-1 3 0,0-2 1 0,0 6 0 16,0-4-30-16,0 1 0 0,-3-3 0 0,0 5 0 15,0-5 0-15,0 2 0 0,-4 1 0 0,1 0 0 16,-3 2 0-16,0 0 0 0,-3-2 0 0,0 4 0 16,-3-1 0-16,0 2 0 0,-3-3 0 0,-3 5 0 15,0-2 0-15,-3 0 0 0,3 0 0 0,-5 0 0 16,2 0 0-16,-3 0 0 0,3-6 0 0,-3 3 0 15,0-2 0-15,0 0 0 0,3-4 0 0,-3 4 0 16,0-3 0-16,0-3 0 0,3 3 0 0,-2-2 0 16,2-1 0-16,0 0 0 0,3-2 0 0,-3-1 0 15,3 1-45-15,6-3-15 0,-3 3-4 0,3-3 0 16,0 0-103-16,0 0-21 0,0 0-4 0</inkml:trace>
  <inkml:trace contextRef="#ctx0" brushRef="#br0" timeOffset="95024.143">24333 8282 1854 0,'0'0'39'0,"0"0"8"0,0 0-38 0,0 0-9 0,0 0 0 0,0 0 0 15,0 0 81-15,-3 3 15 0,3-3 2 0,0 0 1 16,-3 8-16-16,3-8-3 0,0 0-1 0,0 0 0 15,0 0-19-15,0 0-3 0,0 0-1 0,0 0 0 16,0 0-4-16,0 0-2 0,0 0 0 0,0 0 0 16,0 0-14-16,0 0-4 0,6-3 0 0,-6 3 0 15,3-3-16-15,3 1-3 0,0-4-1 0,-3 4 0 16,0-4-12-16,0 1 0 0,0 0 0 0,0 2 0 16,-3 3-16-16,3-5-8 0,-3 5-3 0,0 0 0 15,0-5-132-15,0 5-26 0,0 0-6 0</inkml:trace>
  <inkml:trace contextRef="#ctx0" brushRef="#br0" timeOffset="95357.217">24795 8036 1854 0,'3'-11'39'0,"-3"11"8"0,3-2-38 0,0-4-9 16,-1 1 0-16,1 0 0 0,0-1 109 0,-3 6 20 0,3-2 4 0,-3 2 1 15,0 0-53-15,0 0-10 0,0 0-3 0,0 0 0 16,0 0-20-16,0 0-4 0,0 0 0 16,0 0-1-16,0 0-19 0,-3 5-3 0,-3 0-1 0,1 6 0 15,-4 0-11-15,0-1-9 0,0 3 12 0,-3 3-12 16,0-2 8-16,0 1-8 0,-3 1 0 0,0 3 0 15,3-3 0-15,-3 2 0 0,1 1 0 0,-1 2 0 16,0-3 0-16,3 1-12 0,-6-1 3 0,3 1 1 16,3-3-30-16,0 0-6 0,0 0 0 15,-2-3-1-15,2 0-98 0,0-5-19 0,3 0-4 0</inkml:trace>
  <inkml:trace contextRef="#ctx0" brushRef="#br0" timeOffset="95605.661">24509 8126 1751 0,'6'-37'36'0,"-3"24"9"16,-3-1-36-16,3 1-9 0,0 0 0 0,0 2 0 15,0 3 133-15,0 0 25 0,0 0 5 0,0 6 1 16,-3 2-75-16,0 0-14 0,0 0-3 0,3 2-1 16,3 1-30-16,-1 2-5 0,1 1-2 0,0 2 0 15,3 2-12-15,-3 3-2 0,3 1-1 0,0-1 0 16,0 3-11-16,0 0-8 0,0-3 12 0,0 3-12 15,-3 2 8-15,3-2-8 0,0 3 0 0,0-1 0 16,0 3 0-16,-4 1-12 0,1-1 1 0,3 0 1 16,-3 0-29-16,-3 0-5 0,3-2-2 0,0-1 0 15,-3-2-31-15,3 0-7 0,-3-3 0 0,0-2-1 16,-3-1-139-16,-3 1-27 0</inkml:trace>
  <inkml:trace contextRef="#ctx0" brushRef="#br0" timeOffset="96027.998">24818 8332 2198 0,'3'-8'62'15,"0"0"14"-15,3 3-60 0,0-3-16 0,0 0 0 0,0 3 0 16,3 0 88-16,-3-1 16 0,3 1 2 0,0 0 1 16,-3 2-35-16,3 3-8 0,0 0 0 0,-3 0-1 15,0 0-34-15,0 3-6 0,3-1-2 0,-7 4 0 16,4-1-11-16,-3 0-2 0,0 3-8 0,-3 0 12 15,0 0-12-15,-3 0 0 0,3 3 0 0,-6-1-10 16,3-2-30-16,-5 3-7 0,2-1-1 0,0 1 0 16,0-3-24-16,-3 2-4 0,0-2-2 0,3 0 0 15,0-2 18-15,0-1 3 0,0 0 1 0,3 0 0 16,3-5 33-16,0 0 7 0,0 0 2 0,0 0 0 16,0 0 14-16,0 0 0 0,6 0 12 0,0-2-12 0,0-1 31 15,3 1-1-15,-3-1 0 0,3 0 0 0,0-2 0 0,0 2 0 0,0-2 0 16,-1 2 0-1,1 3 1-15,0-2 0 0,0 2 0 0,-3 0 0 16,0 0-3-16,0 2 0 0,0 1 0 0,-3 0 0 16,0 2-4-16,0 0-2 0,-3 3 0 0,0 0 0 0,-3 0-9 15,0 3-1-15,-3-1-1 0,0 3 0 16,0-2-11-16,-3 0 10 0,0-3-10 0,0 2 10 16,-3-2-22-16,-2 3-4 0,-1-3 0 0,0 0-1 15,0-1-19-15,0-1-3 0,0 2-1 0,0-3 0 0,0 0-20 16,3 1-5-16,1-1-1 0</inkml:trace>
  <inkml:trace contextRef="#ctx0" brushRef="#br0" timeOffset="96409.882">24518 7861 1789 0,'0'0'76'16,"0"0"-61"-16,0 0 95 15,0 0 19-15,0 0 4 0,0 0 1 16,0 0-53-16,0 0-10 0,0 0-3 0,0 0 0 15,0 0-24-15,0 0-6 0,6 6-1 0,-3-6 0 0,3 2-3 0,0-2-1 0,0 0 0 0,0 3 0 16,2-3-5-16,1 0 0 0,3 0-1 16,-3 0 0-16,6-3-5 0,-3 3-1 0,3-2 0 0,3-4 0 15,0 4-9-15,2-4-3 0,4 1 0 0,0 0 0 16,3 2-9-16,0 0 0 0,-1-2 9 0,4 5-9 16,-3-2-15-16,0 2-7 0,-3 2-2 0,-1-2 0 15,-2 0-154 1,-3 3-31-16,0-1-7 0</inkml:trace>
  <inkml:trace contextRef="#ctx0" brushRef="#br0" timeOffset="96800.471">24982 8166 1333 0,'0'0'28'0,"0"7"6"0,0-7-34 0,0 0 0 0,0 6 0 0,0-6 0 16,0 0 92 0,0 5 11-16,0-5 2 0,0 0 1 0,0 0 1 0,3 3 0 15,-3-3 0-15,0 0 0 16,6 5-11-16,-6-5-1 0,0 0-1 0,0 0 0 16,0 0-30-16,3 0-5 0,-3 0-2 0,0 0 0 0,0 0-29 0,6-3-5 0,-3 1-2 0,-3 2 0 15,6-3-21-15,-6 3 9 0,3-3-9 0,-3 3 0 31,3-2-24-31,-3 2-11 0,6-6-2 0</inkml:trace>
  <inkml:trace contextRef="#ctx0" brushRef="#br0" timeOffset="97218.977">25324 7980 1907 0,'0'0'40'0,"0"0"8"16,0 0-38-16,0 0-10 0,0 0 0 0,0 0 0 15,6 0 99-15,-6 0 17 0,3-2 4 0,-3 2 1 0,0 0-38 0,0 0-8 0,0 0-2 0,0 0 0 16,0 0-16-16,0 0-3 0,0 0-1 0,0 0 0 16,0 0-22-16,0 0-5 0,0 0-1 0,0 0 0 15,0 5-13-15,0 0-2 0,-3 3-1 0,0-3 0 16,0 3-9-16,-3 0 0 0,1 0 0 0,-1 0 0 16,0 3 0-16,-3-3 0 0,0 2 0 0,0 1 0 15,-3-3 0-15,3 2 0 0,-3-2 0 0,0 0 0 16,3 3 0-16,-3-3-12 15,3 0 0-15,-2 0 1 16,2 0-16-16,0 0-3 0,0 0-1 0,0-1 0 16,0 4-29-16,0-6-7 0,3 3-1 0,-3-2 0 15,3-1-141-15,0 0-29 0,0 0-6 0</inkml:trace>
  <inkml:trace contextRef="#ctx0" brushRef="#br0" timeOffset="97517.079">25068 8033 1516 0,'0'-8'64'16,"0"0"-52"-1,0 3 130-15,0 0 26 0,0-1 4 0,0 6 2 16,0-5-59-16,0 5-12 0,3-5-3 0,-3 5 0 16,0 0-34-16,0 0-7 0,3-3-2 0,-3 3 0 15,0 0-20-15,6 0-4 0,-3 3-1 0,3 2 0 16,-3 0-12-16,3 1-2 0,-3-1-1 0,3 3 0 15,0 0-9-15,0 0-8 0,0 0 12 0,0 2-12 16,0 1 8-16,0 0-8 0,0-3 0 0,0 2 0 16,0 1 8-16,0-3-8 0,0 2 0 0,0-2 0 15,0 3 0-15,-1-3 0 0,1 0 0 0,0 2 0 16,0 1-16-16,0-3-3 0,-3 0-1 0,3 2 0 16,-3-2-30-16,0 0-6 0,0 0-2 0,3-3 0 15,-3 1-149-15,3-1-29 0</inkml:trace>
  <inkml:trace contextRef="#ctx0" brushRef="#br0" timeOffset="97981.838">25375 8173 1538 0,'0'0'32'0,"0"0"8"15,0 0-32-15,0 0-8 0,0 0 0 0,0 0 0 16,0 0 110-16,0 0 21 0,0 0 4 0,0 0 1 16,0 0-56-16,0 0-10 0,0 0-2 0,-6 6-1 15,3-1-39-15,3-5-7 0,-3 5-1 0,-3 1-1 16,0-1-19-16,0 3 8 0,-3-3-8 0,3 0 0 15,-3 1 0-15,3 2 0 0,-2-3 0 0,-1 3 0 16,0-3-10-16,0 3-6 0,0 0 0 0,-3 0-1 0,3 0 4 16,0-3 1-16,3 3 0 0,-3 0 0 0,3-3 12 0,3 1-9 0,0-1 9 15,-3 3-8-15,6-8 8 0,0 5 0 16,-3-2-9-16,3-3 9 0,0 5 0 0,0-5 0 0,3 5-9 0,0 1 9 16,-3-6 0-16,6 5 0 15,-3-2-8-15,3-1 8 0,0 1 0 0,0 0 0 16,3-1 0-16,-3-2 0 0,3 3 0 0,-3-3 0 15,3 0 0-15,0 3 0 0,-3-3 0 16,3 0 0-16,0 0 0 0,-4 0 0 0,4-3 0 0,-3 3 0 0,0 0 0 16,3 0 0-1,-3-3-34-15,0 3-3 0,0 0-1 0,0-2 0 16,0-1-123-16,-3 3-25 0,3-3-5 0</inkml:trace>
  <inkml:trace contextRef="#ctx0" brushRef="#br0" timeOffset="98265.908">25384 8221 1697 0,'-3'-5'35'0,"3"5"9"16,-6-5-35-16,6 5-9 0,-3-3 0 0,3 3 0 15,0 0 96-15,0 0 16 0,0 0 4 0,0 0 1 16,0 0-39-16,0 0-8 0,0 0-2 0,0 0 0 16,0 0-25-16,0 0-6 0,0 0-1 0,-3 8 0 15,3 0 0-15,0 0 0 0,0 0 0 0,0 0 0 16,0 5 1-16,0-3 0 0,0 4 0 0,0 1 0 15,0-1-5-15,-3 2-2 0,3-1 0 0,-3 1 0 16,3 0-8-16,-3 0-2 0,0 0 0 0,0 0 0 16,3 0-10-16,-6 0-2 0,3-1-8 0,0-1 12 15,0 2-12-15,0-6 0 0,0 3 0 0,0 1 0 16,0-4 0-16,0 1 8 0,0-1-8 0,0-2 0 16,3 0-48-16,-3 3-13 0,1-3-3 0,2 0 0 15,-3 0-153-15,3-3-31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336.48792" units="1/cm"/>
          <inkml:channelProperty channel="Y" name="resolution" value="378.5488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2-07T23:14:29.418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00B050"/>
    </inkml:brush>
  </inkml:definitions>
  <inkml:trace contextRef="#ctx0" brushRef="#br0">16228 10174 1094 0,'0'0'23'0,"0"0"5"16,-3-3-28-16,3 3 0 0,-6-5 0 0,6 5 0 15,0 0 94-15,-3-3 14 0,3 3 2 0,-6-2 1 16,6 2-38-16,0 0-7 0,-6 0-2 0,6 0 0 16,-6 0-37-16,6 0-8 0,0 0-2 0,0 0 0 15,-6 0 38-15,6 0 7 0,0 0 2 0,0 0 0 16,0 0-52-16,0 0-12 0,0 0 0 0,0 0 0 15,0 0 54-15,0 0 8 0,-3 5 2 0,3-5 0 16,3 5-52-16,0 1-12 0,3-4 0 0,0 1 0 16,0-1 0-16,6-2 0 0,-3 0 0 0,6 0 0 0,0 0 0 15,2 0 0-15,1 0 0 0,3 3 0 0,0-3 22 16,3 0 2-16,3 0 0 0,-4 0 0 0,4 0-14 16,-3 0-2-16,3 0-8 0,-3 0 12 0,-1 0-4 15,4-3-8-15,0 1 11 0,0 2-11 0,0 0 17 16,5-3-3-16,1 3-1 0,3 0 0 15,0 0 3-15,-1 0 0 0,1 0 0 0,0-2 0 0,-1 2-8 0,1-3 0 16,3 0-8-16,0 1 12 16,-1-1-12-16,4 3 8 0,0 0-8 0,2-3 0 0,-2 3 8 0,-6 0-8 0,2-2 0 0,1-1 9 15,-3 3-9-15,5-3 0 0,-2 3 0 0,6-2 8 16,-7 2-8-16,1 0 0 0,3 2 9 0,-4-2-9 16,1 0 0-16,0 0 0 0,-3-2 0 0,5 2 8 15,-2 0-8-15,3 2 0 0,2-2 0 0,-2 3 8 16,0-3-8-16,-4 3 0 0,1-3 0 15,0 2 0-15,-1-2 0 0,4 0 0 0,0 0 0 0,-1 0 0 16,-2 0 0-16,3 3 0 0,-1-3 0 16,4 3 0-16,-6-3 0 0,0 0 0 0,-1 0 0 0,4 0 0 15,0 0 0-15,2 0 0 0,4 0 0 0,-1 0 0 16,-2-3 0-16,-3 3 0 0,-1-3 0 0,4 3 0 16,0-2 0-16,2 2 8 0,4-3-8 0,0 3 0 15,-4 0 0-15,1-3 0 0,-4 1 0 0,7 2 0 16,-3-3 0-16,2 3 0 0,1 0 0 0,2-3 0 15,-5 3 0-15,0-2 0 0,-4 2 0 0,4-3 0 16,0 3 0-16,-1 0 0 0,1 0 0 0,0 0 0 16,-1 0 0-16,-2 0 0 0,-1-3 0 0,4 3 0 15,-3-2 0-15,-1 2 0 0,4-3 0 0,3 3 0 16,-7 0 0-16,4-2 0 0,-3-1 0 0,2 3 0 16,-2-3 0-16,2 1 8 0,1-1-8 0,0 0 0 15,-1 1 0-15,1-1 0 0,-3 0 0 0,2 1 0 0,1-1 0 0,-6 0 0 16,2 1 0-16,4-1 0 0,-4 3 0 0,1-3 0 15,3 1 0-15,2-1 0 0,-8 1 0 0,3-1 0 0,-7 3 0 0,7-3 0 16,-3 3 0-16,-1-2 0 0,4 2 0 0,0-3 0 16,-1 3 0-16,-5-3 0 0,0 1 0 0,2-1 8 15,-2 3-8-15,3-3 0 0,-1 1 0 0,1 2 0 16,0 0 0-16,-1-3 0 0,1 3 0 0,3-3 0 16,-7 3 0-16,-2 0 0 0,0 0 0 0,3 0 0 15,-4 0 0-15,1 0 0 16,3 0 0-16,-1-2 0 15,-2 4 0-15,0-2 0 0,0 3 0 0,-4-3 0 0,-2 0 0 0,0 3 0 0,-3-1 0 16,2 1 0-16,-2-3 0 0,3 0 0 0,0 3 0 0,-1-3 0 16,1 2 0-16,0 1 0 0,-3-3 0 0,3 3 0 15,-4-3 0-15,-2 2 0 0,0 1 0 0,0-3 8 16,0 3-8-16,-1-3 0 0,1 2 0 0,0-2 0 16,0 3 0-16,3-3 0 0,-4 0 0 0,4 2 0 15,0-2 0-15,0 0 0 0,0 0 0 0,-4 0 0 16,1-2 0-16,0 2 0 0,0 0 0 0,-6 0 0 15,0-3 0-15,-1 3 0 0,-2 0 0 16,-3 0 0-16,3-2 0 0,-6 2 8 0,3-3-8 0,-3 3 0 16,-3 0 0-16,3 0 9 0,0 0-9 0,-3 0 0 15,0 0 17-15,0-3-3 0,-3 3-1 0,-3 0 0 16,5 0 1-16,1 0 0 0,0 0 0 0,-6 0 0 0,6 0 0 16,-6 0 0-16,0 0 0 0,3 3 0 0,-3-3 2 0,0 0 0 15,6 5 0-15,-3-2 0 16,-3-3-2-16,3 2 0 0,-3-2 0 0,3 6 0 15,0-1-6-15,0 3 0 0,0-3-8 0,-3 1 12 16,0-1-12-16,3 3 9 0,-3-3-9 0,0 3 8 0,3 0-8 16,-3 0 0-16,0 0 9 0,0 2-9 0,0 1 0 0,0 2 0 0,0 0 0 15,0 3 8-15,-3 0-8 0,3 3 0 0,0-1 8 0,-3 3-8 16,3-2 0-16,-3-1 0 0,3 4 0 0,-3-4 0 16,3 3 0-16,-3-2 0 0,0-1 0 0,0 1 8 15,0-1-8-15,0 1 0 0,0-3 0 0,0 2 0 16,0 1 0-16,3-1 0 15,-3 1 0-15,0-1 0 0,3 4 0 0,-3 1 0 16,3-1 0-16,0 4 0 0,0-5 0 0,0 3 0 0,0 0 0 0,0 0 0 16,3-3 0-16,-3 0 0 0,3 0 0 0,0-2 0 15,-3 2 0-15,3-3 0 0,0-2 0 0,0 5 0 16,-3-2 0-16,3-1 8 0,-3 4-8 0,3-1 0 16,-3 3 8-16,3-1-8 0,0 4 8 0,-3-1-8 15,3-2 8-15,-3 3-8 0,0-4 8 0,3 1-8 16,-3 0 0-16,0-5 8 0,3 2-8 0,-3 0 0 15,0-3 8-15,0 1-8 0,0 0 8 0,0 2-8 16,0-3 8-16,0 3-8 0,0 3 10 0,0 0-10 16,0 0 8-16,0 2-8 0,0-2 0 0,3 3 9 15,-3-4-9-15,0-1 0 0,3-1 0 0,-3 0 8 16,0-3-8-16,3 4 10 0,-3-4-10 0,0 3 10 16,3-2-2-16,-3 2 0 0,0-3 0 0,3 6 0 15,0 0 0-15,-3 0-8 0,3 2 12 0,0 1-4 16,-3-1-8-16,3 1 10 0,-3-3-10 0,3 2 10 0,0-2-10 15,-3 0 0-15,3-3 0 0,0 0 0 16,-3 0 8-16,3 0-8 0,-3 3 8 0,3-3-8 0,0 3 9 0,-3 0-9 16,3 2 10-16,0 1-10 0,-3-1 9 15,3 3-9-15,0-2 8 0,-3 2-8 16,3-5 0-16,-3-3 8 0,3 0-8 0,0 3 0 0,-3-6 0 0,3 4 0 16,0-4 8-16,-1 3-8 0,1 0 0 0,-3 1 0 15,3-1 0-15,0 0 0 0,0 3 8 0,-3-3-8 16,3 3 0-16,0 0 8 15,-3-3-8-15,3 0 0 0,0 0 9 0,-3 0-9 0,3-2 0 0,0-1 8 0,-3-2-8 16,3 3 0-16,-3-3 0 0,0-1 8 0,3 1-8 0,-3-2 0 16,0 1 0-16,3-1 9 0,-3-1-9 0,0 0 0 15,3 0 8-15,-3 1-8 0,0-1 0 0,0 0 0 16,0-2 8-16,3 2-8 0,-3 3 0 0,0-3 0 16,3-2 0-16,-3-1 0 0,0 1 0 0,0 2 0 15,0-5 8-15,0 2-8 0,3 1 0 0,-3-3 0 16,0 0 0-16,0-3 0 0,0 3 0 0,0 0 0 15,0-3 0-15,0 1 0 0,-3-1 8 0,3 0-8 16,0-5 0-16,-3 3 0 0,3-3 8 0,-3 5-8 16,3-5 0-16,-3 5 0 0,0-2 8 0,3-3-8 15,-6 5 0-15,3-2 8 0,-3-3-8 0,0 3 0 16,0-1 8-16,0-2-8 0,-2 3 0 0,-1-3 0 16,3 3 8-16,-3-3-8 0,0 0 0 0,-3 0 0 15,3 2 0-15,-3-2 0 0,0 0 0 0,0 0 0 16,-3 3 8-16,0-3-8 0,1 0 0 0,-1 0 0 15,0 0 0-15,0 0 0 0,0 0 0 0,-3 3 0 16,-3-3 0-16,1 2 0 0,-1 1 8 0,-6-3-8 16,0 3 0-16,-3-1 0 0,1-2 0 0,-4 3 0 15,3-3 8-15,0 2-8 0,1-2 0 0,-4 0 0 0,0 0 0 16,3 0 0-16,-2 0 0 0,-1 0 0 0,-3 0 8 0,-3 0-8 16,1 3 0-16,-1-3 0 0,0 0 8 0,4-3-8 0,-1 3 0 15,-3 0 0-15,3-2 0 0,-2 2 0 0,-1 0 0 16,-3-3 0-16,1 3 8 0,-1 0-8 15,0-2 0-15,-2-1 0 0,2 0 0 16,3 3 0-16,1-2 0 0,-1-1 0 0,-3 3 8 0,-2 0-8 16,2-3 0-16,-6 3 0 0,7-2 8 0,-1-1-8 0,3 0 0 15,-2 3 0-15,-4-2 0 0,3-1 0 16,-5 3 0-16,-1 0 0 0,0-3 0 0,4 1 0 16,-1-1 0-16,-5-2 0 0,2 5 0 0,-3 0 0 0,-2 0 0 0,-1 0 0 15,1-3 0-15,2 3 0 0,0 0 0 0,-5-2 0 16,5 2 0-16,-5 2 10 0,2-2-10 0,-5 3 8 15,5-3 1-15,3 0 0 0,4 0 0 0,-7 0 0 16,4 0-9-16,-4 2-12 0,0 1 2 0,-2-3 1 16,5 0 9-16,1 0 0 0,2 0 0 0,-6-3 0 15,4 3 0-15,-1 0 0 0,-2 3 0 0,-4-3 0 16,9 0 0-16,1 0 0 0,2-3 0 0,-5 3 0 16,5 0 0-16,-6 0 12 0,4 3-2 0,-4-3-1 15,3 0-9-15,4 0 0 0,-1-3 0 0,1 3 0 16,2 0 0-16,0 0 0 0,3 3 0 0,-5-3 0 15,5 0 0-15,-3 0-17 0,4 0 4 0,-1 0 1 16,3 0 12-16,4 0 16 0,-1 0-3 0,0 0-1 16,0 3-12-16,1-3 0 0,-4 2 0 0,0 1 0 15,0-3 0-15,4 0-15 0,-1 3 3 0,-3-3 1 0,7 0 11 16,-1 0 0-16,3 0 0 0,-3 0 0 16,0 2 0-16,1-2 0 0,-1 3 0 0,-3 2 0 0,0-5 0 0,4 3 0 15,-4 0 0-15,-3-1 0 0,6 1 0 0,1-3 0 16,-1 0 0-16,0 3 0 15,0-1 12-15,4 1-3 0,-4-1 0 0,0 1 0 0,-3-3-9 0,1 3 0 16,-1-1 0-16,0 1 0 0,0-3 0 0,1 0 0 0,5 3 0 16,-3-3 0-16,3 0 0 0,-3 0 0 0,7 0 0 15,-4 2 0-15,0-2 0 0,-3 3 0 0,1-3 0 0,-4 3 0 16,3-1 0-16,0 1-16 0,0-3 4 0,1 3 1 16,2-3 11-16,0 2 16 0,3-2-4 0,-2 3-1 15,-1 0-11-15,3-1 0 0,-3-2 0 0,0 3 0 16,1-1 0-16,-4-2 0 0,3 3 0 0,-6 0 0 15,6-1 0-15,-2-2-16 0,2 3 4 16,-3 0 1-16,6-1 11 0,1-2 16 0,-1 3-4 0,-3 0-1 16,3-1-11-16,0-2 0 0,-2 3 0 0,-1 0 0 15,0-1 0-15,0-2 0 0,0 0 0 0,1 3 0 16,-1 0 0-16,3-1-16 0,-3-2 4 0,3 5 1 16,4-5 11-16,-1 3 16 0,3 0-4 0,-3-1-1 15,3-2-11-15,0 3 0 0,0 0 0 0,1-3 0 16,-1 2 0-16,0-2 0 0,0 0 0 0,-3 3 0 15,6-3 0-15,-3 3 0 0,4-3 0 0,-1 0 0 0,0 0 0 0,0 0 0 16,3 0 0-16,-3 2 0 16,3-2 0-16,3 0 0 0,-3 0 0 0,3 0 0 15,3 0 0-15,-2 0 0 0,2 0 0 0,-3 0 0 16,3 0 0-16,3 0 0 0,-6 0 0 0,9 0 0 0,-6 0 0 0,3 0 0 16,3 0 0-16,-6-2 0 0,0-1 0 0,6 3 0 0,-6-3 0 15,3 1 0-15,3 2 0 0,-6-6 0 16,3 4 0-16,-3-4 0 0,3 4 0 0,0-3 0 15,0-1 0-15,0 1 0 0,-3-3 0 16,3 0 0-16,0 0 0 0,0 0 0 0,-3 0 0 0,3-2 0 16,0-1 0-16,0 0 0 0,-2 1 0 0,2-3 0 0,0-1 0 15,-3 1 0-15,3-3 0 0,0-2 0 16,-3-1 0-16,0-2 0 0,3 0 0 0,0 0 0 0,-3-3 0 0,3 0 0 16,-3 3 0-16,0-3 0 0,3 3 0 15,-3 0 0-15,0-3 0 0,3 3-12 0,-3 0 2 0,3 0 1 16,-3-3 9-16,3 0 0 0,0 0 0 0,0-5 0 15,0 3-8-15,0-4 0 0,3-1 0 16,0-1 0-16,-3 5 8 0,3-2 0 0,0 3 0 0,0 2 0 16,0 0 0-16,3 3 0 0,-3-3 0 0,3 3 0 15,0-5 0-15,-3 2 0 0,3-3 0 0,0 1 0 16,-3-1 0-16,3-2 0 0,0 3 0 0,0-3 0 16,0 2 0-16,0 1 0 0,3-1 0 0,-3 4 0 15,0-1 0-15,0 0 0 0,0 0 0 0,0 0 0 16,0-2 12-16,0-1 4 0,0 1 0 0,0-3 1 15,0 2-17-15,0 1 0 0,-3-3 0 0,3 2 0 16,0 4 0-16,0-1 0 0,0 3 0 0,0-1 0 16,0 1-10-16,0 3-6 0,0-3 0 0,0-1-1 15,-3 4 17-15,3-3 0 0,0-3 0 0,0 3 0 16,0-3 0-16,-3 0 0 0,2 0 0 0,1 0 0 16,-3 1 0-16,3 1 0 0,-3 1 0 0,3-3 0 0,0 3 0 0,-3 3 0 15,3-1 0-15,-3-2 0 0,3 5 0 16,-3-2 0-16,3-1 0 0,-3 1 0 15,0 2 0-15,3-5 0 0,0 2 0 0,-3 1 0 0,3-4 8 0,-3 1 8 0,3-3 1 16,-3 3 1-16,3 0-29 0,-3 0-5 16,3 0-2-16,0 0 0 0,0 5 29 0,-3-3 5 0,3 3 2 0,-3 0 0 15,0 1-18-15,3-1 0 0,-3 2 0 0,0 1 0 16,0-3 0-16,0 0 0 0,0 3 0 0,-3-3 0 16,3-2 0-16,0 2 0 0,-3 0 0 0,3-2 0 15,0-1 0-15,0 1 0 0,-3-1 0 0,3-2 0 16,0 2-10-16,0 1-6 0,0-1 0 0,0 3-1 15,3 0 17-15,-3 1 0 0,3-1 0 0,-3 0 0 16,3 3 0-16,0-1 0 0,-3 1 0 0,3 0 0 16,0 0 0-16,3 2 9 0,-3-2-1 0,0 2 0 15,0-2-8-15,0 0 0 0,0 0 0 0,0-1 0 16,0 1 9-16,0-3 0 0,0 3 0 0,0-3 0 16,0 0-9-16,3 0 0 0,-3 1 0 0,0 1 0 15,0-2 0-15,0 3 0 0,0 0 0 0,-3 2 0 16,3-2-12-16,0 3-4 0,-3-1 0 0,2 3-1 15,1 0-16-15,-3 0-3 0,3 3-1 0,0-3 0 16,0 5-95-16,0-2-20 0,0 0-3 0</inkml:trace>
  <inkml:trace contextRef="#ctx0" brushRef="#br1" timeOffset="11496.863">23574 8121 1356 0,'0'0'57'0,"0"0"-45"16,0 0 64-16,0 0 12 0,-6-3 4 0,0 0 0 15,-3 1-24-15,0 2-5 0,0-3-1 0,-2 3 0 16,2-3-22-16,0 3-4 0,-3 0 0 15,0-2-1-15,0 2 6 0,0 0 2 0,0 2 0 0,-3-4 0 16,3 2 1-16,-2 0 1 0,-1-3 0 0,0 0 0 16,-3 1-7-16,-3-1-2 15,3 0 0-15,-3 1 0 0,-2-1-8 0,-1-2-3 0,0 2 0 0,-3-2 0 16,3 2 1-16,1 1 0 0,-4-1 0 0,3 0 0 16,0 1-18-16,0-1-8 0,0 0 8 0,1 1-8 15,-4-1 8-15,0 0-8 0,-3 3 0 16,1-2 8-16,-4-1-8 0,3 3 0 0,0 0 9 0,-2-2-9 15,5 2 0-15,0 0 0 0,0-3 0 0,0 3 0 16,1 0 0-16,2 0 0 0,-3 0 0 0,-3 0 0 16,3 0 0-16,-2 0 0 0,-1 0 0 0,0 0 0 15,3 0 0-15,-2 0 8 0,2 0-8 0,0 0 0 16,3 0 0-16,0 0 0 0,4 0 0 0,-4 0 0 16,-3 0 0-16,0 0 0 0,0 0 0 0,-2 0 0 15,-1 0 0-15,-3 0 0 0,0 0 0 0,4 0 0 16,-1 0 0-16,0 0 0 0,0 3 0 0,3-3 0 15,-2 2 0-15,2 1 0 0,3-3 0 0,-6 2 0 16,1 1 0-16,2 0 0 0,-6-1 0 0,3 1 0 16,0 0 0-16,1-1 0 0,-1 4 0 0,3-4 0 15,0 4 0-15,4-4 0 0,-1 1 0 0,3 0 0 16,-3 2 0-16,0-3 0 0,3 1 0 0,-2 0 0 16,-1-1 0-16,0 1 0 0,-3 0 0 0,3-3 0 0,-2 2 0 0,-1 1 0 15,3 0 0-15,-3 2 0 16,3-2 0-16,1-1 0 0,-1 1 0 0,3 2 0 0,0-2 0 15,0-1 0-15,0 1 0 0,1 0 0 0,-1-3 0 0,0 2 0 0,-3-2 0 0,0 3 0 16,3-3 0-16,-2 3 0 0,-1-3 0 0,0 0 0 16,3 2 0-16,0-2 0 0,1 3 0 0,2-3 0 15,0 0 0-15,0 3 0 0,3-1 0 0,3 1 0 16,0-3 8-16,0 0-8 0,3 3 8 0,0-3-8 16,1 0 0-16,2 0 9 0,-3 0-9 0,3 0 0 15,6 0 12 1,-9 0-12-16,9 0 12 0,-6 0-12 0,0 0 12 0,6 0-12 0,-6 0 12 0,-3 2-12 15,9-2 10-15,-6 0-10 0,6 0 8 0,-6 3-8 16,0-1 0-16,0 1 8 0,0 2-8 0,3 1 0 16,-3-1 0-16,3 0 0 0,0 1 0 0,3 2 0 15,-3 2 0-15,3-2 0 0,-3 3 0 0,3 2 0 16,0 0 0-16,-3 3 0 0,3 0 0 0,0 0 0 16,0 2 0-16,0-2 0 0,0 0 0 0,0 0 0 15,3 2 0-15,-3-2 0 0,0 0-9 0,0 0 9 16,0 0 0-16,0 0 0 0,0-3 0 0,0 6 0 15,0-4 0-15,0 4 0 0,0-1 0 0,0 1 0 16,0 2 0-16,3 3 0 0,-3 0 0 0,0 2 0 16,3 1 0-16,-3-3 0 0,3 2 0 0,-3 0 0 15,3-2 8-15,0 0-8 0,-3-3 0 0,3 3 0 16,0-3 0-16,-3 3 8 0,3-3-8 0,-3 3 0 16,3 0 0-16,0 2 8 0,-3 3-8 0,3 0 0 0,0-2 9 15,-3 2-9-15,3-2 8 0,0 2-8 16,0-3 8-16,0-2-8 0,0 0 0 0,0 0 8 15,0-3-8-15,0 0 0 0,-3-3 0 0,3 4 0 16,-3 1 0-16,3-1 8 0,-3 1-8 0,3 4 0 16,-3-3 0-16,3 2 0 0,0-2 8 0,-3 2-8 0,3-2 0 0,0-3 0 15,-3 0 0-15,3 3 0 0,0-3 0 0,-3 1 0 0,0 1 0 0,3-1 0 16,-3-1 0-16,0 3 0 0,3-1 0 0,-3 1 0 16,0 0 0-16,0 3 0 0,0-1 0 0,0 0 0 15,3 1 0-15,-3-3 8 0,0 0-8 0,0-1 0 16,0-1 0-16,0-1 0 0,0 2 8 0,0-1-8 15,0-4 0-15,0 1 8 0,3-1-8 0,-3 3 8 16,0-2-8-16,0 2 0 0,0 3 9 0,0-3-9 16,0 3 0-16,0-3 0 0,0 3 0 0,0-3 8 15,0 0-8-15,3 0 0 0,-3 1 0 0,0-4 8 16,0-2-8-16,0 0 0 0,0 0 0 0,0 0 0 16,0-1 0-16,0-1 9 0,0-1-9 0,0 0 0 15,0 0 8-15,3 1-8 0,-3-1 0 0,0 0 0 16,0 3 0-16,0 0 0 0,0 0 8 0,0 0-8 15,0 2 0-15,0-2 0 0,0 0 0 0,0 2 0 16,0 1 8-16,0-3-8 0,0 0 0 0,0 2 0 16,0-2 0-16,0-3 0 0,0 3 0 0,0-3 0 15,0 3 0-15,0-3 0 0,0-2 8 0,0 2-8 16,0 0 0-16,0-2 0 0,0 0 0 0,0-1 0 16,0 3 0-16,0-2 0 0,0 0 0 0,0-1 0 15,-3 1 0-15,3 2 0 0,0-2 0 0,0-1 0 0,-3 3 0 16,3 1 0-16,0-4 0 0,-3 3 0 0,3 1 0 0,0-4 0 15,-3 1 0-15,3 2 0 0,0-2 9 0,-3-1-9 0,3 1 0 16,0-1 9-16,-3 1-9 0,3-3 0 0,0 0 0 0,-3 0 8 16,3 0-8-16,0 0 12 0,-3 0-12 0,3-3 12 15,0 3-12-15,-3-3 10 0,3 0-10 0,0 1 10 16,0-6-10-16,-3 8 10 0,3-8-10 0,0 5 10 16,0 0-10-16,0-5 0 0,-3 6 9 0,3-6-9 15,0 5 0-15,0-5 0 16,0 8 0-16,0-3 8 15,0-5-8-15,0 5 0 0,0-5 0 0,0 6 8 0,0-6-8 0,0 0 0 0,0 5 0 0,0-5 0 16,0 0 0-16,0 5 0 0,0-5 0 0,0 0 0 16,0 8 0-16,0-8 0 0,3 3 0 0,-3-3 0 15,0 5 0-15,0-5 0 0,3 5 0 0,-3-5 0 16,3 6 0-16,0-4 0 0,-3-2 0 0,6 3 0 16,-3 0 0-16,-3-3 0 0,6 2 0 0,-3 1 0 15,3-3 0-15,-3 0 0 0,2 3 8 0,1-3-8 16,-3 0 0-16,3 0 8 0,0 0-8 0,0-3 0 15,3 3 0-15,-3 0 8 0,3-3-8 0,-3 3 0 16,3 0 0-16,0 0 0 0,0 0 0 0,0 0 8 16,3 0-8-16,-3 0 0 0,0 0 0 0,2 0 0 15,1 0 0-15,0 0 0 0,0 0 0 0,3 0 0 16,-3 0 0-16,3 0 0 0,-3 0 0 0,3 0 0 16,-3 0 0-16,2 0 0 0,4 0 0 0,-3 0 0 0,0 0 0 15,-3 0 0-15,3 0 0 0,-3 0 0 16,3 0 0-16,-3-2 0 0,2 2 0 0,1-3 8 15,0 3-8-15,0 0 0 0,0-3 0 0,3 1 8 16,3 2-8-16,-3 0 0 0,5-3 0 0,-2 3 0 16,3 0 0-16,0 0 0 0,0 0 0 0,-1 3 0 15,1-3 0-15,-3 0 0 0,0 0 0 0,3 0 0 0,-3 0 0 0,-1 0 0 16,1 0 0-16,3-3 0 0,0 3 0 0,3-3 0 0,-1 1 0 0,4 2 0 16,0 0 0-16,3 0 0 0,-1 0 0 0,1 0 0 15,-3 0 0-15,0 0 0 0,-4 0 0 0,4 0 8 16,3-3-8-16,0 3 0 0,-1 0 0 15,7 0 0-15,-3 0 0 0,0 0 0 0,2 0 0 0,-2 3 0 16,0-3 0-16,-6 0 8 0,-1 0-8 0,1 0 0 16,3 0 0-16,-3 0 0 0,5-3 0 0,-2 3 0 15,0 0 0-15,2 0 0 0,1 3 0 0,-3-3 0 16,0 0 0-16,-4 0 8 0,-2 0-8 0,0-3 0 16,0 3 0-16,-3 0 0 0,2-2 0 0,-2-1 0 15,3 3 0-15,0 0 0 0,0-3 0 0,-1 3 0 16,-2 0 0-16,3 0 0 0,0 0 0 0,-3 0 0 15,-4 0 0-15,4 0 0 0,-6-2 0 0,3 2 8 16,-6-3-8-16,3 3 0 0,-3 0 0 0,2-3 0 16,-2 3 0-16,0-2 0 0,3-1 0 0,-3 3 8 15,3 0-8-15,0-3 0 0,0 1 0 0,2 2 0 16,-2 0 0-16,0-3 0 0,0 0 0 0,0 3 0 16,0-2 0-16,0 2 0 0,-4-3 0 0,1 3 0 15,3-3 0-15,-6 3 0 0,3-2 0 0,-3 2 0 16,0 0 0-16,0-3 0 0,-3 1 0 0,2-1 0 0,-2 3 0 0,0 0 0 15,3-3 0-15,-3 3 0 0,3-2 0 0,-3 2 0 16,3 0 0-16,-3 0 0 0,3-3 0 0,0 3 0 16,-3 0 0-16,3 0 0 0,-1 0 0 0,1 0 0 0,0 0 0 15,-3-3 0-15,3 3 0 0,-3 0 0 0,3 0 0 16,0 0 0-16,-3 0 0 0,0 0 0 0,3 0 0 0,-4 0 0 16,1 0 0-16,0 0 0 0,0 0 0 15,0 3 8-15,3-3-8 0,-3 0 0 16,0 0 0-16,3 0 0 0,-3 0 0 0,-3 0 0 0,6 0 0 0,-6 0 0 15,3 0 0-15,-3 0 0 0,-1 0 0 0,1 0 0 16,0 3 0-16,0-3 0 0,0 0 0 0,0 0 0 16,0 0 0-16,0 0 0 0,0 0 0 0,-3-3 0 15,3 3 0-15,0 0 0 0,0 0 0 0,-3 0 0 16,3 0 0-16,0 0 0 0,0 0 0 0,-6 0 0 16,6 0 0-16,-3 0 0 0,3-3 0 0,-3 3 0 15,3 0 0-15,0-2 0 0,-3 2 0 0,-3 0 0 16,5 0 0-16,1 0 0 0,0-3 0 0,-6 3 0 15,6 0 0-15,0 0 0 0,-3-3 0 0,3 3 0 16,-3-2 0-16,-3 2 0 0,6 0 0 0,0 0 8 16,-6 0-8-16,6-3 0 0,0 0 0 0,-6 3 0 15,3-2 0-15,-3 2 0 0,0 0 8 0,6-3-8 16,-3 0 0-16,-3 3 9 0,3-2-9 0,0-3 0 16,0-1 11-16,-3 1-11 0,0 0 10 0,3-3-10 15,-3 2 10-15,0-2-10 0,3-2 10 0,-3-1-10 16,0 1 8-16,3-6-8 0,-3 3 0 0,0-3 9 15,0-3-9-15,3 1 0 0,-3-1 0 0,3 1 0 16,0-1 8-16,-3 3-8 0,3 0 0 0,0-2 8 16,-3 5-8-16,3-3 0 0,0 0 0 0,-3 0 0 0,3 0 0 15,-3-2 0-15,0-1 8 0,0-2-8 0,0-3 0 0,0 0 0 16,0-2 0-16,-3-3 0 0,3 0 0 0,0 0 0 0,-3-1 0 16,3-1 0-16,0 7 0 0,-3 0 0 0,3 0 0 0,0 0 0 15,-3 3 0-15,3-3 0 0,0 1 8 0,0-6-8 16,0-1 0-1,3-4 0-15,-3 0 0 0,3-3 0 0,0 5 0 0,0 0 0 0,0 3 0 16,0-3 0-16,0 6 0 0,-1-1 0 0,1 1 0 0,0-3 0 16,0 0 0-16,-3-3 0 0,3-3 0 0,0 4 0 15,-3-4 0-15,3 4 0 0,0-4 0 0,-3 3 0 16,3 6 0-16,0 2 10 0,-3 0-10 0,3 3 10 16,0 0-10-16,-3 0 8 0,6-3-8 0,-6 0 8 15,3-2-8-15,-3-3 0 0,3 0 9 0,-3-3-9 16,3 3 0-16,-3 2 8 0,3 1-8 0,0 2 0 15,-3 0 0-15,0 6 0 0,3-4 0 0,-3 7 8 16,0-1-8-16,0-3 0 0,0 3 0 0,0-2 0 16,0-1 0-16,0-2 0 0,0 3 0 0,0-6 8 15,0 0-8-15,0 0 0 0,0 0 0 0,-3 0 0 16,3 1 0-16,0 1 0 0,0-1 0 0,-3 4 0 16,3 1 0-16,0 2 0 0,0 0 0 0,-3 0 0 15,3 3 0-15,0 2 0 0,0 1 0 0,-3-1 0 16,3 0 0-16,-3 1 0 0,3-3 0 0,-3 2 0 15,0 0 0-15,0 1 0 0,0-3 0 0,-3 2 0 0,3-2 0 16,0-3 0-16,0 3 0 0,0-3 0 0,0 0 0 0,0 0 0 0,-3 0 0 16,4 0 0-16,-1 0 0 0,0 3 0 0,0-3 0 15,0 0 0-15,0 3 0 0,0 3 0 0,0-4 0 16,0 1 0-16,0 5 0 0,0-2 0 0,0-1 0 0,-3 3 0 16,3 0 0-16,0 3 0 0,-3-3 0 0,3 0 0 15,0 3 0 1,-3-1 0-16,3 1 0 0,-3-3 8 0,3 3-8 0,0 0 0 0,-3-1 0 15,3-2 0-15,0 3 0 0,0-3 0 0,0 3 0 0,0-3 0 16,0 0 0-16,0 0 0 0,0 0 0 0,0 0 0 16,0 0 0-16,-3 0 0 0,3 0 0 0,0-2 0 15,1 2 0-15,-4 0 0 0,3-3 0 0,0 3 0 16,0-2 0-16,0 2 0 0,0-3 0 0,0 1 0 16,0 2 0-16,-3 0 0 0,3 0 0 0,0 0 0 15,0 0 0-15,0 0 0 0,0 0 0 0,0 3 0 16,0-3 0-16,0 0 0 0,0 3 0 0,-3-1 0 15,3 1 0-15,0 0 0 0,0 0 0 0,0-1 0 16,0 1 0-16,-3-3 0 0,0 3 0 0,3-1 0 16,-3 1 0-16,0 0 0 0,0-3 0 0,0 3 8 15,-2-1-8-15,2 1 0 0,0 0 0 0,-3-1 0 16,0 4 0-16,0-3 0 0,0 2 0 0,0-2 0 16,0 2 0-16,-3 0 0 0,0 1 0 0,3-1 0 15,-3 0 0-15,-3 3 0 0,4-2 0 0,-4 2 0 16,3 0 0-16,-3-3 0 0,3 3 0 0,0 0 0 15,-3 3-16-15,3-3 3 0,-3 2 0 0,4 1 0 16,-1 2-29-16,0 1-6 0,0-1 0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336.48792" units="1/cm"/>
          <inkml:channelProperty channel="Y" name="resolution" value="378.5488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1-02-12T23:14:07.72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16279 10012 1074 0,'-9'0'30'0,"0"0"8"0,0 0-30 0,3 0-8 0,0 0 0 0,0 0 0 32,6 0 52-32,0 0 10 0,0 0 2 0,0 0 0 0,0 0-52 0,0 0-12 0,0 0 0 0,0 0 0 15,0 0 0-15,0 0 0 0,0 0 0 0,0 0 0 16,0 0 54-16,3 6 8 0,0-4 2 0,3 4 0 15,0-4-52-15,0 4-12 0,3-4 0 0,0 1 0 16,-1 0 0-16,1-1 0 0,3 1 0 0,-3-3 0 16,0 0 9-16,3 0-9 0,0 0 8 0,0 0-8 31,0-3 0-31,0 1-14 0,0-1 2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336.48792" units="1/cm"/>
          <inkml:channelProperty channel="Y" name="resolution" value="378.5488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1-02-12T23:17:05.68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16049 14198 2229 0,'-9'0'46'0,"0"0"12"16,1 0-46-16,-1 0-12 0,3 0 0 0,-3 0 0 0,0 3 50 0,0 0 8 0,0-1 2 0,0 1 0 156,0 2-28-156,0 1-6 0,-3-1-1 0,0 3 0 0,3 0 31 0,-3 0 7 0,4 2 1 0,-4 1 0 0,0 2-52 15,0 3-12-15,0 0 0 0,0 5 0 0,0-2 0 0,0 4 0 0,0 1 0 0,-3 3 0 0,1-1-21 0,-1 1-7 0,-3-1-2 0,-3 3 0 0,3-2 16 0,-3 2 3 0,3-3 1 0,-2 3 0 0,-1-5-11 16,0 3-3-16,0-1 0 0,3-2 0 0,0-3-55 0,3 0-11 0,1-2-2 0</inkml:trace>
  <inkml:trace contextRef="#ctx0" brushRef="#br0" timeOffset="220.89">15418 14378 2108 0,'0'-26'98'16,"0"13"-87"-16,0 5-11 0,0 0 0 0,0 2 0 15,0 6 56-15,0 0 10 0,0 0 2 0,0 0 0 16,0 0-25-16,0 0-5 0,0 0-1 0,0 0 0 15,0 0-20-15,3 8-4 0,0-2-1 0,0 4 0 16,0 4-12-16,0-1 0 0,3 3 0 0,0 2 0 16,-3 1 0-16,6-1 0 0,-3 1 0 0,3 2 0 0,0 0 0 0,0-2 0 0,3-1 0 0,0 1 0 31,-4-1 8-31,4-2 0 0,0 3-8 0,0-4 12 0,0 1-22 0,0-2-5 0,0-4-1 0,0 1 0 31,3-3-122-31,-3 0-25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336.48792" units="1/cm"/>
          <inkml:channelProperty channel="Y" name="resolution" value="378.5488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2-07T23:15:24.649"/>
    </inkml:context>
    <inkml:brush xml:id="br0">
      <inkml:brushProperty name="width" value="0.05292" units="cm"/>
      <inkml:brushProperty name="height" value="0.05292" units="cm"/>
      <inkml:brushProperty name="color" value="#00B050"/>
    </inkml:brush>
  </inkml:definitions>
  <inkml:trace contextRef="#ctx0" brushRef="#br0">12266 4747 1368 0,'0'0'30'0,"0"0"6"0,0 0 2 0,0 0 0 0,0 0-30 0,0 0-8 16,0 0 0-16,0 0 0 0,-3-3 111 0,3 3 21 15,0 0 4-15,-6-2 0 0,6 2-38 0,-6-3-8 16,0 3-2-16,0 3 0 0,3-3-28 0,-3 2-5 15,0 4-2-15,0-1 0 0,0-2-17 0,1 4-3 16,-1-1-1-16,0 2 0 0,3 0-15 0,-3 5-3 16,0-5-1-16,3 2 0 0,-3 1-13 0,3 0 8 15,0-1-8-15,0 1 0 0,3 2 0 0,0-5 0 16,0 2 0-16,0-2 0 0,0 3 0 0,3-6 0 16,0 3 0-16,0 0 0 0,-3-8 0 0,6 8 0 15,0-3 0-15,3 1 0 0,0-4 0 0,-1-2 8 16,4 0-8-16,0 0 0 0,3-2 9 0,-3-4-1 15,3 1 0-15,0 0 0 0,0-1 16 0,0-1 2 16,-3-1 1-16,2 5 0 0,-2-8 13 0,-3 1 2 16,0 2 1-16,0 0 0 0,-3-5 1 0,-3-1 0 0,3 4 0 0,-6-6 0 15,3 5-20-15,-3-4-3 0,-3 1-1 0,0 4 0 16,0-3-20-16,-3 2 9 0,0 0-9 0,0 1 0 0,-3-1 0 16,0 3 0-16,0 0 0 0,-3 6 0 0,1-6-12 15,2 5-8-15,-3-2-3 0,-3 5 0 16,6-3-37-16,-3 6-8 0,3-3-2 0,-3 5 0 15,3-2-178-15</inkml:trace>
  <inkml:trace contextRef="#ctx0" brushRef="#br0" timeOffset="956.956">13311 4773 1353 0,'0'0'29'16,"0"0"7"-16,0 0 0 0,0 0 4 0,0 0-32 0,0 0-8 15,0 0 0-15,0 0 0 0,-6 0 84 0,6 0 16 0,-6-2 4 0,6 2 0 0,-3 0 19 0,3 0 4 16,-6 0 1-16,6 0 0 0,0 0-48 0,-6-6-10 16,0 6-2-16,3 6 0 0,-3-6-18 15,0 0-4-15,0 2-1 0,0 1 0 16,0 2-17-16,0 3-3 0,0-2-1 16,0 1 0-16,-2 1-24 0,2 3-9 0,-3-3 0 0,0 5 0 0,3-5 9 0,-3 3 0 15,3-3 0-15,0 2 0 0,3 1 0 0,-3-1 0 16,3 1 0-16,3 0 0 0,-3-1 0 15,3 3 0-15,0 1 0 0,3-4 0 0,-3 3 0 0,6-2 0 0,-3 0 0 16,0 2 0-16,6-5 0 0,-3 0 0 16,0 0 0-16,3-3 0 0,0 0 0 0,0-2 0 15,0 0 0-15,2-1 0 0,-2-2 0 0,0 0 0 16,3-2 0-16,-3-1 0 0,6 0 24 0,-6-2 8 16,3 0 0-16,-3-3 1 0,-3 0 1 0,3 0 0 15,-3-3 0-15,3 1 0 0,-4-4 5 0,-2 1 1 16,3 3 0-16,-3-4 0 0,0-2-8 0,0 3 0 15,0 0-1-15,-3 0 0 0,3 0-15 0,-3-1-2 16,-3 1-1-16,0 0 0 0,0-3-13 0,0 5 9 16,-3 1-9-16,0-1 8 0,1 1-28 15,-4 2-5-15,3 2-2 0,-3-1 0 0,-3 1 27 0,0 1 0 0,0 0 0 0,-3 2 0 16,0 0-108 0,-3 3-16-16,3 0-3 0,1 0-717 0,-4 3-144 0</inkml:trace>
  <inkml:trace contextRef="#ctx0" brushRef="#br0" timeOffset="2018.238">14314 4662 1117 0,'0'0'47'0,"0"0"-38"15,0 0-9-15,-3-2 0 0,3 2 108 0,0-8 20 16,0 8 4-16,-6-3 1 0,6 3-32 0,-3-5-6 0,-3 5-2 0,0-3 0 0,0 3-32 15,0 0-6 1,-3 3-2-16,3-1 0 0,-3 1-18 0,3 2-4 16,-2 1-1-16,-1-1 0 0,3 0-10 0,-3 3-3 15,3 0 0-15,0 3 0 0,0-3-8 0,0 2-1 16,3 1-8-16,-3-1 12 0,3 4-12 0,-3-1 0 16,3-3 0-16,0 4 0 0,3-1 0 0,-3 0 0 15,3 0 0-15,0 1 0 0,3-4 0 0,0 1 0 0,0 2-8 16,0-8 8-16,3 3 0 0,0 0 0 0,0 0 0 0,3 0 0 15,0-5 0-15,0 2 0 0,3-2 0 0,2-1 0 0,-2-2 0 0,3 0 0 16,0 0 8-16,0-2-8 0,0 2 0 0,0-6 11 16,0 4-11-16,3-1 10 0,-4-2 10 0,1-1 3 15,-3-2 0-15,3 3 0 0,-3-3 21 0,-3-2 4 16,0-1 0-16,0 0 1 0,-3 1 7 0,0-3 2 16,-3 2 0-16,0-2 0 15,-3 0-20-15,-3-1-4 0,3 4-1 0,-3-1 0 0,0-2-17 0,-3 8-4 16,0-9-1-16,-3 4 0 0,0 2-11 0,-3 3 0 15,0-1 0-15,0 1 0 16,-3 0-40-16,-3 2-1 0,4 3 0 0,-7 0 0 16,3 3-126-16</inkml:trace>
  <inkml:trace contextRef="#ctx0" brushRef="#br0" timeOffset="8518.775">16028 8732 1818 0,'0'0'40'0,"-3"-8"8"0,3 3 1 0,-2-3 3 0,2 0-42 0,0 2-10 0,0 1 0 0,0 0 0 16,0 0 101-16,0 5 19 0,0 0 3 0,0 0 1 16,0 0-46-16,0 0-9 0,0 0-1 0,0 0-1 15,0 0-27-15,0 0-4 0,0 0-2 0,0 0 0 16,0 0-9-16,0 7-1 0,0 4-1 0,2 2 0 16,-2 1-5-16,3 4-1 0,-3 1 0 0,0 2 0 15,0-3-5-15,0 3 0 0,0 1-1 0,-3-1 0 16,3-3-11-16,0 3 0 0,0-2 9 0,0 2-9 15,-2 0 0-15,2-2 0 0,0 2 0 0,0 0 8 16,-3 0-8-16,3 0 0 0,0 1 0 0,0-1 8 16,0-3-8-16,-3-2 0 0,3 0 0 0,0-3 0 15,0 1 0-15,-3-4 0 0,3 1 0 0,0-3 0 0,-3-3 0 16,3 0 9-16,0-5-9 0,0 0 0 16,0 0 10-16,0 0-10 0,0 0 8 0,0 0-8 15,0 0 8-15,-3-5-8 0,3-3 0 0,-3-3 8 0,3 1 0 16,0-3 0-16,-3-6 0 0,3-2 0 0,0 0 0 0,-3 0-8 15,3-3 12-15,0 3-4 0,0-1-8 16,-3 1 12-16,3 0-12 0,0 3 12 0,0 2-12 16,0-3 10-16,0 3-10 0,0 0 10 0,0 3-10 0,0 0 10 15,0 2-10-15,0 1 10 0,0 2-10 0,-3 0 10 16,3 0-10-16,0 0 10 0,0 3-10 0,-3 2 8 16,3 3-8-16,0 0 8 0,0-5-8 0,0 5 0 15,0 0 0-15,0 0 0 0,0 0 0 0,0 0 0 0,0 0 0 0,0 0 0 16,0 0 0-16,0 0-17 0,0 0 4 0,0 0 1 31,0 5-34-31,0 3-6 0,0-3-2 0,0 3-794 0,0 0-160 0</inkml:trace>
  <inkml:trace contextRef="#ctx0" brushRef="#br0" timeOffset="21158.216">18704 6395 1728 0,'0'0'38'0,"0"0"8"0,0 0 2 16,0 0 0-16,0 0-39 0,0 0-9 0,0 0 0 0,0 0 0 0,0 0 53 0,0 0 9 15,0 0 2-15,0 0 0 0,-3 3 0 0,3-3 0 16,-3 8 0-16,1-3 0 0,2 1-28 0,0 1-6 16,0 1-1-16,0 0 0 0,0 3-9 0,0-3-1 15,2 2-1-15,1 1 0 0,-3 2-8 0,3-2-2 16,-3 5 0-16,3 0 0 0,-3 2 1 0,0 3 0 16,3 0 0-16,-3 1 0 0,3-1-9 0,-3 3 0 15,0-3 0-15,0-3 0 0,0 3 0 0,0-5 0 0,0 0 0 16,0 0 0-16,0-3 0 0,0-2 0 0,0 0 0 0,0-1 0 31,0 1-49-31,0-3-12 0,0 0-3 0,0-1 0 16,0 1-102-16,-3-2-21 0,3-6-4 0,0 0-1 0</inkml:trace>
  <inkml:trace contextRef="#ctx0" brushRef="#br0" timeOffset="21472.458">18588 6848 1771 0,'0'0'39'0,"0"0"8"0,0 0 1 0,0 0 2 16,0 0-40-16,0 0-10 0,0 0 0 0,0 0 0 15,0-5 84-15,0 5 14 0,0 0 3 0,0 0 1 16,0 0-42-16,0 0-8 0,0 0-1 0,0 0-1 16,0 0-23-16,6 5-5 0,0-3-1 0,0 6 0 15,0-2-11-15,-3 2-2 0,3-3-8 0,0 3 12 16,0 0-12-16,0 0 9 0,3 0-9 0,-3 0 8 0,0 0-8 0,0-3 0 15,3 3 0-15,0 0 8 0,-3-3-8 0,2 0 0 16,1 1 0-16,0-1 0 0,0-5 8 0,0 3-8 16,3-3 0-16,-3-3 8 0,3 3 21 0,0-5 4 15,0 2 1-15,0-2 0 0,0-1-13 0,2 1-2 16,-2-3-1-16,0 0 0 0,3 0-18 0,0-2 0 16,0-4 8-16,3 1-8 15,-6-3-116-15,3 0-26 16,-1 1-6-16,-2-4 0 0</inkml:trace>
  <inkml:trace contextRef="#ctx0" brushRef="#br0" timeOffset="22218.815">20803 6496 1347 0,'0'0'38'0,"0"0"9"0,0-5-38 0,0-1-9 0,0 1 0 0,3 0 0 16,-3-1 120-16,0 6 23 0,0 0 4 0,0-5 1 16,0 5-46-16,0 0-9 0,0 0-1 0,0 0-1 15,0 0-35-15,0 0-6 0,0 0-2 0,0 0 0 16,0 0-22-16,0 0-5 0,0 0-1 0,0 0 0 16,-3 8-11-16,3-3-9 0,0 1 12 0,0 4-12 15,0-2 8-15,0 3-8 0,0 2 0 0,0 0 0 16,3 3 0-16,0 3 0 0,-3-1 0 0,3 6 0 15,0-3 0-15,-3 3 0 0,3 0 0 0,-3 0 0 0,0-6 8 16,3 1-8-16,-3-1 0 0,3 1 0 0,-3-6 8 0,0 0-8 16,0 0 0-16,0 1 0 0,0-4 0 0,0 1-11 15,-3-1 2-15,3-2 0 16,-3 0-35-16,0 0-8 16,0-3 0-16,0 3-1 0,0-2-151 0,3-6-29 15</inkml:trace>
  <inkml:trace contextRef="#ctx0" brushRef="#br0" timeOffset="22531.756">20711 6850 1458 0,'0'0'32'0,"0"0"6"0,0 0 2 0,-3-2 1 0,0-3-33 0,3 5-8 0,0 0 0 0,-3-6 0 16,3 6 97-16,0 0 18 0,-3-5 3 0,3 5 1 15,0 0-35-15,0 0-6 0,0 0-2 0,0 0 0 16,0 0-28-16,0 0-7 0,0 0-1 0,0 0 0 15,0 0-17-15,0 0-4 0,0 0-1 0,0 0 0 16,6 3-9-16,0 2-1 0,-3-2-8 0,3 4 12 16,0-1-12-16,0-1 0 0,-1 0 0 0,1 3 0 15,3-2 0-15,-3-1 0 0,0 0 0 0,3 0 0 16,0 1 8-16,0-4-8 0,0 1 0 0,0 0 0 16,0-1 8-16,3 1-8 0,-3-3 0 0,0 0 0 15,3 0 24-15,-1 0-2 0,-2-3 0 0,3 1 0 16,0-1 1-16,3 0 0 0,-3-2 0 0,0 0 0 15,0-3-13-15,-3 0-2 0,3 0-8 0,0-3 12 16,-1 3-12-16,-2-2 0 0,3-1 0 0,0 1 0 16,0-3-135-16,0 2-26 0,0 0-6 15</inkml:trace>
  <inkml:trace contextRef="#ctx0" brushRef="#br0" timeOffset="26139.169">18023 8769 1750 0,'0'0'49'0,"-3"-8"12"0,3 0-49 0,0 0-12 0,3 0 0 0,-3 3 0 0,3-3 92 0,-3 3 15 16,3-1 3-16,-3 4 1 0,0 2-8 0,0 0-2 15,0 0 0-15,0 0 0 0,0 0-32 0,0 0-6 16,3 8-2-16,-3 2 0 0,0 3-2 0,-3 6-1 16,3 2 0-16,0 0 0 0,0 3-46 0,-3 0-12 15,3 0 0-15,-3 2 0 0,3-2 0 0,0 5 0 16,-3 3 0-16,3 2 0 0,3 3 0 0,-3 3 0 16,3-3 0-16,-3 0 0 0,3-5 16 15,0 0 0-15,0-3 1 0,0-6 0 0,0 1-17 0,0-3 0 16,3 1 0-16,-3-4 0 15,3 1-33-15,-4-3-4 0,4-1-1 0,3-1 0 16,0-1-162-16,0-5-32 0</inkml:trace>
  <inkml:trace contextRef="#ctx0" brushRef="#br0" timeOffset="26581.602">20225 8689 1958 0,'0'0'43'0,"0"0"9"0,0-5 1 0,0 3 3 0,3-4-45 0,0 4-11 15,-3 2 0-15,0 0 0 0,0 0 104 0,0 0 20 16,0 0 3-16,0 0 1 0,0 0 0 0,0 0 0 16,0 0 0-16,-3 8 0 0,0 2-103 0,3 3-25 15,-2 6 0-15,-1-1 0 0,3 4 56 0,-3 1 7 0,3 1 1 16,-3 0 0-16,3 0-64 0,-3-3-8 0,0 3-4 0,3 0-1 15,-3-1 13-15,0 4 0 16,3 2 0-16,0 5 0 0,0 1 0 0,-3-1 0 0,3 1 0 0,0-1 0 16,0 0 0-16,0-2 0 0,0 0 0 0,0 0 0 31,0-3-34-31,0 2-4 0,-3-1-1 0,0 4 0 16,0-2-101-16,0 2-20 0,0-5-4 0,-3 3-970 0</inkml:trace>
  <inkml:trace contextRef="#ctx0" brushRef="#br0" timeOffset="27051.77">18231 10679 2214 0,'0'0'48'0,"0"0"11"0,0 0 1 0,0-5 3 0,3 0-51 0,-3 5-12 0,0-3 0 0,0 3 0 15,0 0 48-15,0 0 8 0,0 0 0 0,0 0 1 16,0 0-1-16,3 5-1 0,0 1 0 0,-3 4 0 16,3 3-37-16,-3 3-7 0,3 3-2 0,-3 2 0 15,3 3-9-15,0-3 0 0,0 3 0 0,0 2 0 16,3-5 0-16,-3 3 0 0,0-3 0 0,3 3 0 15,0-3 0-15,-3 3 0 0,3 0 0 16,0 2 0-16,0 1 0 0,-3 2 0 0,3 3 0 0,-1-3 0 16,-2-3 0-16,3 1-16 0,0-3 4 0,3-1 1 15,-3-4-45-15,0-1-8 0,3 1-3 16</inkml:trace>
  <inkml:trace contextRef="#ctx0" brushRef="#br0" timeOffset="27509.189">20568 10515 1958 0,'0'0'43'0,"0"0"9"0,-3-2 1 0,3 2 3 0,0-6-45 0,0 6-11 0,0-5 0 0,0 5 0 16,0 0 89-16,0 0 16 0,0 0 3 0,0 0 1 15,0 0-21-15,0 0-4 0,-3 5 0 0,0 6-1 16,3 2-15-16,-3 0-4 0,0 3 0 0,0 3 0 16,0-1-51-16,0 3-13 0,3 6 0 0,-3 2 0 15,3 0 0-15,0 3 0 0,0 0 0 0,3 2 0 16,-3-2 54-16,3-1 8 0,0-1 2 0,0 1 0 16,0-4-52-16,0 2-12 0,0-3 0 0,0 6 0 15,0-3 0-15,0 0 0 0,0 3 0 0,0-3 0 16,0-5-48-16,0 2-13 0,0-4-3 15,0-1 0-15,0-3-153 0,-3 1-31 0,-6 13-7 0,3-11-1 16</inkml:trace>
  <inkml:trace contextRef="#ctx0" brushRef="#br0" timeOffset="31440.072">16540 4837 1728 0,'0'0'38'16,"0"0"8"-16,0 0 2 0,0 0 0 0,0 0-39 0,3-8-9 0,-3 3 0 0,0 5 0 0,3-6 104 0,-3 6 20 15,0 0 3-15,0 0 1 16,0 0-21-16,0 0-4 0,0 0-1 0,0 0 0 16,0 0-52-16,0 0-10 0,0 8-3 0,3 3 0 0,-3-6-11 0,3 6-2 15,-3-1-1-15,0 1 0 0,0 0 5 0,0 2 2 16,0 3 0-16,0-1 0 0,0 1-30 0,0 0-21 15,3 0 3-15,-3 0 1 0,0 5 27 0,0-8 6 16,0 6 0-16,0-6 1 0,3 0-26 0,-3 1-6 16,0-1-1-16,3-3 0 0,-3 1-4 0,3-3 0 15,3 0-1-15,-3 0 0 16,3-6-171-16,-3 6-33 0</inkml:trace>
  <inkml:trace contextRef="#ctx0" brushRef="#br0" timeOffset="34012.641">18323 4644 1958 0,'0'0'43'0,"0"0"9"0,0 0 1 0,0 0 3 0,0 0-45 0,0 0-11 0,0 0 0 0,0 0 0 15,0 0 83-15,0 5 14 0,-3 6 3 0,0-3 1 16,3 2-59-16,-2 1-12 0,2 2-2 0,-3 0-1 16,0 6 29-16,0-9 7 0,0 9 1 0,0-3 0 15,0 5-52-15,0-5-12 0,0 5 0 0,0-5 0 16,0 5 0-16,3 0 0 0,-3 3 0 0,3 0 0 16,3 0 0-16,-3-1 0 0,3 1 0 0,0-3 0 15,0 3 0-15,0-3 0 0,0-5 0 0,3 0 0 16,-3 0 0-16,3-5 0 0,-1-1 0 0,1 1 0 15,3-6-124-15,3 0-28 16,-3-2-6-16,6 0-861 0</inkml:trace>
  <inkml:trace contextRef="#ctx0" brushRef="#br0" timeOffset="34447.461">19136 4818 1728 0,'0'0'49'0,"0"0"11"0,0 0-48 0,0 0-12 0,-3-2 0 0,0-4 0 16,0 1 118-16,3 5 22 0,0 0 4 0,-6-3 0 16,6 3-64-16,0 0-12 0,-3-2-4 0,3 2 0 15,0 0-51-15,-6 0-13 0,0 2 0 0,0 1 0 16,0 2 0-16,0 3 0 16,3-2 0-16,-3 2 0 0,4 0 54 0,-4 2 8 0,0-2 2 0,3 8 0 15,-3-8-52-15,3 5-12 0,3-2 0 0,-3 2 0 31,3 0-26-31,0 0-8 0,0 1-2 0,3-4 0 0,0 3 58 0,0-2 11 0,3 2 3 16,3-2 0-16,-1-3-36 0,1-3 0 0,0 0 0 0,3 1 0 16,0-4 0-16,3-2 0 0,-3-2 0 0,3-1 0 15,0 0 0-15,0-2-11 0,-1-3 0 0,1 0 0 16,-3 0 42-16,0-2 8 0,0-1 1 0,0-2 1 16,-3 2-4-16,0-2-1 0,-3 0 0 0,0 0 0 15,-3 2-10-15,0-5-2 0,-3 0-1 0,-3 3 0 16,3-3-11-16,-6 3-1 0,0 0-1 0,0 2 0 15,-3 0 15-15,0 1 3 0,-3-1 1 0,-3 3 0 0,0 0-29 16,-3 6 0-16,4-6 0 0,-4 3 0 16,0 2-15-16,0 0-9 0,3 3-1 0,-3 0-1 15,3 0-10-15,0 3-1 0,4 0-1 0,-1 2 0 16,3-2-94-16,3 2-20 0,0 3-3 0,3-3-969 0</inkml:trace>
  <inkml:trace contextRef="#ctx0" brushRef="#br0" timeOffset="34889.162">20181 4734 2012 0,'0'0'44'0,"0"0"10"0,6-8 2 0,-3 2 0 0,0 1-45 0,0-3-11 0,0 3 0 0,-3 0 0 16,3-1 93-16,-3 1 17 0,0 0 3 0,0 5 1 15,0-6-35-15,0 6-7 0,0 0-2 0,0 0 0 16,-3-5-26-16,3 5-6 0,-9 0-1 0,3 3 0 16,-3 2-23-16,3 0-5 0,-6 3-1 0,3 3 0 15,0 2-8-15,0 0 0 0,0 1 0 0,3 2 0 16,-3-1 0-16,3-1 0 0,3 1 0 0,-2 1 0 16,2-2 0-16,3-1 0 0,0 0 0 0,3 3 0 15,2-5 0-15,1 4 0 0,3-1 0 0,3-4 0 16,0 6 0-16,0-5 0 0,0-1 0 0,6-2 0 15,-3 0-8-15,0-3 8 0,5-2 0 0,1 0 0 16,3-3 8-16,0-6 7 0,0 4 1 0,6-1 0 16,-4-5-16-16,1 0-13 0,0 0 2 0,-3 0 1 15,0 3 10-15,-4-6 12 0,-2 1-2 0,-3 2-1 16,0-8 14-16,-6 6 2 0,0-1 1 0,-3-5 0 0,-3 0-2 16,0 0-1-16,-6 0 0 0,0-2 0 0,0-1-9 0,-3 4-2 15,-6-4 0-15,0 3 0 0,0 0-12 0,-6 0 0 16,0 3 0-16,-2 0 0 0,-4 2-10 0,-3 3-8 15,0 0-2-15,-6 3 0 16,4 5-170-16,-1 3-34 0,0-1-8 0,-6 6 0 0</inkml:trace>
  <inkml:trace contextRef="#ctx0" brushRef="#br0" timeOffset="48510.401">22449 8557 2266 0,'0'-10'64'0,"0"4"14"0,3 1-62 0,-3-3-16 0,3 3 0 15,0-1 0-15,0 1 106 0,0-3 18 0,0 3 4 16,-3 0 1-16,3 2-52 0,-3 3-10 16,0 0-3-16,0 0 0 0,0 0-51 0,0 0-13 0,3-3 0 0,-3 3 0 15,0 0 54-15,3 3 8 0,0 2 2 0,-3 3 0 16,0 0-52-16,0 5-12 0,0 3 0 0,0 8 0 15,0 3 0-15,0 4 0 0,0 4 0 16,0 2 0-16,0-3 0 0,0 1 0 0,3-6 0 0,-3 2 0 16,3-4 0-16,-3-1 0 0,0 1 0 15,0-1 0-15,0-2 0 0,0 5 0 0,0-2 0 0,0-1 0 16,0 3 0-16,0-5 0 0,0 2 0 0,-3-2 0 16,3-3 18-16,-3-5 1 0,0 3 0 15,0-3 0-15,0 0-19 0,0-6-9 0,0 1 1 0,-3-1 0 16,6 1-39-16,-3 0-7 15,-3-4-2-15,6 1 0 0,-3 0-176 0,6-2-35 0</inkml:trace>
  <inkml:trace contextRef="#ctx0" brushRef="#br0" timeOffset="49153.554">22580 10423 2376 0,'0'0'52'0,"0"0"12"0,-6-3 1 0,0 3 1 0,-3 3-53 0,0-3-13 0,0 2 0 0,0 4 0 16,0 1 60-16,1-1 8 0,-1 2 3 0,-3 2 0 15,0 4-38-15,0 1-7 0,0 1-2 0,0 3 0 16,0 2-16-16,0 3-8 0,3 2 0 0,-3 6 8 16,0 2-8-16,4 3 0 0,2-2 0 0,0 2 0 15,3-5-16-15,0-1-4 0,3-2-2 0,3-2 0 16,0-1 22-16,3-2 0 0,3-3 0 0,2 1 0 15,4-7 0-15,0 4 0 0,0-6 0 0,3 0 0 0,0 1 0 0,3-6 0 16,-1-3 12-16,-2-2-4 0,0-3-8 0,0-3 8 16,0-5-8-16,0 0 8 0,-3-3 19 0,3-2 3 15,-4-3 1-15,4 0 0 0,-3 1-7 0,0-7-2 16,0 1 0-16,-6-3 0 16,3-2-22-16,-6-3 0 0,3-3 0 0,-6-5 0 0,-3 3 56 0,0-1 6 15,-3 3 2-15,0 3 0 0,-6 3-52 0,0 2-12 0,-3 3 0 16,0 2 0-16,-6 1 0 0,3 2 0 15,0 3 0-15,-3-3 0 16,-2 5-48-16,-7 3-13 0,-6 3-3 0,-3 2 0 16,-2 1-72-16,-4 2-16 0,0 2-2 0,-8 4-1 0</inkml:trace>
  <inkml:trace contextRef="#ctx0" brushRef="#br0" timeOffset="49846.56">16201 10632 1778 0,'-6'-3'39'0,"0"0"8"0,0-2 1 0,0 2 3 0,-3-2-41 0,3 0-10 0,0 0 0 0,-2 2 0 16,2-2 108-16,-3 2 20 0,3 0 4 0,-3 1 1 16,3 2-19-16,0 0-4 0,0 0-1 0,-3 2 0 15,3 4-87-15,-3-1-22 0,3 3 0 0,-3 5 0 16,0 3 15-16,0 5-2 0,0 3 0 0,3 8 0 15,-2 2-13-15,2-2 0 0,0 0 0 16,-3 2 0-16,3-2 0 0,0-1 0 0,0 1 0 0,3 3 0 16,0 2 0-16,3 0 0 0,0 0 0 0,3 0 0 15,0-5 0-15,6-3 0 0,0-3-12 0,0-2 12 16,6-6-12-16,-1-2 12 0,4-2-12 0,0-4 12 16,-3 1-10-16,3-6 10 0,-3-2-8 0,3-3 8 15,-1 0 0-15,4-6 0 0,-3 1 0 0,6-3 0 16,-3-5 9-16,3-3-9 0,2-3 12 0,1-4-12 0,0-6 31 15,-3-1-1-15,0 1 0 0,-4-2 0 16,1 2 6-16,-6-1 2 0,3 1 0 0,-6 0 0 16,-3 3-10-16,-3-3-1 0,-3 0-1 0,-6-6 0 0,0 3-9 15,-3 3-1-15,-6-2-1 0,-3 1 0 0,-3 4-4 16,-6 5-1-16,-2 0 0 0,-7 5 0 0,3 5-10 0,-3 6 0 16,4 0 9-16,-7 5-9 15,0 0-73-15,-3 5-19 0,-8 3-4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BCD4045B-8F41-6B4E-97BD-FF08E793C303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/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Times" charset="0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9F0351C3-1740-AA4D-BDDF-BF0F4C69FD11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/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" charset="0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2" name="Rectangle 4">
            <a:extLst>
              <a:ext uri="{FF2B5EF4-FFF2-40B4-BE49-F238E27FC236}">
                <a16:creationId xmlns:a16="http://schemas.microsoft.com/office/drawing/2014/main" id="{6474A07D-2658-461F-8F83-4F740994F24C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01" name="Rectangle 5">
            <a:extLst>
              <a:ext uri="{FF2B5EF4-FFF2-40B4-BE49-F238E27FC236}">
                <a16:creationId xmlns:a16="http://schemas.microsoft.com/office/drawing/2014/main" id="{B0787F0E-99E1-EC46-8903-479D5ABA0DBF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/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102" name="Rectangle 6">
            <a:extLst>
              <a:ext uri="{FF2B5EF4-FFF2-40B4-BE49-F238E27FC236}">
                <a16:creationId xmlns:a16="http://schemas.microsoft.com/office/drawing/2014/main" id="{8261E7AE-94F1-554C-9081-C782E41C57C0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/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Times" charset="0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03" name="Rectangle 7">
            <a:extLst>
              <a:ext uri="{FF2B5EF4-FFF2-40B4-BE49-F238E27FC236}">
                <a16:creationId xmlns:a16="http://schemas.microsoft.com/office/drawing/2014/main" id="{B74AB494-A933-744C-97AB-D567B6DD35B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/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" charset="0"/>
                <a:ea typeface="ＭＳ Ｐゴシック" charset="-128"/>
              </a:defRPr>
            </a:lvl1pPr>
          </a:lstStyle>
          <a:p>
            <a:pPr>
              <a:defRPr/>
            </a:pPr>
            <a:fld id="{FF969DB7-CD90-4014-9B8D-CC33BD96DEA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charset="0"/>
        <a:ea typeface="MS PGothic" panose="020B0600070205080204" pitchFamily="34" charset="-128"/>
        <a:cs typeface="ＭＳ Ｐゴシック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charset="0"/>
        <a:ea typeface="MS PGothic" panose="020B0600070205080204" pitchFamily="34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3A225FB7-6986-41E4-8F43-F86C2C27428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5C0D8ACF-9AF7-4BE6-B2E3-865733B3F78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BA1803AE-9905-4AF8-9DA3-73789375BE1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8BAFD67-0D38-4EFF-B956-560E674B21E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109591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8914623E-7E5C-4AFD-BE24-3DB80703DAC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0C93BFD6-7F93-4733-A226-6C0EC46E768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BED5D424-E135-44CC-BA4E-A2DB770BDC8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97619F1-5350-4307-9409-443BD106766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021643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009446CB-484F-4252-BB19-9C497B0F540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73A8F4DA-9E72-49E7-9FF9-D36FD65AE1B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B7A08CB3-EAD0-4E99-8B98-C89B6DB018E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653D098-D75C-4EE5-8B40-FC63AFD0D62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907858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8600" y="914400"/>
            <a:ext cx="4267200" cy="5410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914400"/>
            <a:ext cx="4267200" cy="5410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1C54467-B79B-4B77-A3B1-44DDDE77CE3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62F25E2-A807-49CB-BC93-3D806EA7E07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5932679-2C29-4D7B-881E-4BB2B5FA51E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C11FBC1-3F18-4B9F-83D9-3A5A4B6E257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738506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5ED9B991-D00B-4804-89EB-33BB202D7AE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78015FF5-E07E-4C7A-8238-1AF9E0FFD5C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C3F5F623-7278-4A70-8A13-35C022DCEBF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4CCFC92-1B0B-4860-87FB-21B0774F2EA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607989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76200"/>
            <a:ext cx="8991600" cy="380999"/>
          </a:xfrm>
        </p:spPr>
        <p:txBody>
          <a:bodyPr/>
          <a:lstStyle>
            <a:lvl1pPr>
              <a:defRPr sz="3400">
                <a:solidFill>
                  <a:srgbClr val="FF000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1FE1E440-A8C8-43AB-B8E7-F86B3E9B4BB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582FBE08-5985-4EC5-801D-BD8B156BACB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BDCED17A-0888-409A-80D0-BD3B63CD522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97966BF-D65F-4E28-A407-653B2DF03F0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436179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31F0ED2C-B519-4F57-8672-730E3329D11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AC221C3B-499D-4477-B03B-03A7E024464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DCD4F977-FA0E-4B3A-B94F-0279441CCCC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182C1FB-A275-4CBE-B85C-63204551E73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555996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7D62850-C9F3-4ECE-848C-FF22D5C8AF2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C12A31E-209B-42A9-826C-D78F92405A2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821507E-9AE1-4B0E-B93B-7C085C52966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BC2F104-DF84-4AEF-9187-41AF5BE74E3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0806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202DB48-69AE-4AF3-868F-545FF5AF8F1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7F3E5B6-43C3-4346-B165-FDD6F1E37E9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CD27224-906E-4B0A-BE25-6FED1CA2EB3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1AFDD3B-1453-418D-980A-9289DD4C51F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02560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CB9F8C36-2FA4-465E-B8F9-3C035D0919B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6E95604D-DBCA-4814-BBC5-446C778B819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5758D9F7-727C-4D99-89FD-0C87515CC9B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670AC39-4B88-4002-B23C-3DAA2B76F34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734372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43700" y="228600"/>
            <a:ext cx="2171700" cy="6096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8600" y="228600"/>
            <a:ext cx="6362700" cy="60960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C6694072-58C3-4095-B658-E2EC7AE668D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E093BA2E-5916-442F-A773-1816573953A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69B41EDC-CE19-4648-891A-4EFB1DCC0E4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86CB7B8-7C25-401E-AFCE-7AE2AED9C12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948232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92ADB1AC-32D3-49A7-A1DC-4BB1BCC5683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28600" y="228600"/>
            <a:ext cx="86868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2CC26A9E-31B8-4391-AE6F-822CE2529FF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914400"/>
            <a:ext cx="8686800" cy="541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FD3DE5A9-11D5-4AEB-B896-6DAD1B6EEEBC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228600" y="6324600"/>
            <a:ext cx="19050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2C62297E-DDFC-4E4B-B572-4234ABFF44A5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590800" y="6324600"/>
            <a:ext cx="39624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B8CD9B8A-A795-4DB1-8964-96651783B99F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10400" y="6324600"/>
            <a:ext cx="19050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smtClean="0"/>
            </a:lvl1pPr>
          </a:lstStyle>
          <a:p>
            <a:pPr>
              <a:defRPr/>
            </a:pPr>
            <a:fld id="{6E3611C3-C128-4ADE-9736-85CD38B1067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835629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accent2"/>
          </a:solidFill>
          <a:latin typeface="+mj-lt"/>
          <a:ea typeface="MS PGothic" panose="020B0600070205080204" pitchFamily="34" charset="-128"/>
          <a:cs typeface="ＭＳ Ｐゴシック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accent2"/>
          </a:solidFill>
          <a:latin typeface="Times New Roman" pitchFamily="18" charset="0"/>
          <a:ea typeface="MS PGothic" panose="020B0600070205080204" pitchFamily="34" charset="-128"/>
          <a:cs typeface="ＭＳ Ｐゴシック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accent2"/>
          </a:solidFill>
          <a:latin typeface="Times New Roman" pitchFamily="18" charset="0"/>
          <a:ea typeface="MS PGothic" panose="020B0600070205080204" pitchFamily="34" charset="-128"/>
          <a:cs typeface="ＭＳ Ｐゴシック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accent2"/>
          </a:solidFill>
          <a:latin typeface="Times New Roman" pitchFamily="18" charset="0"/>
          <a:ea typeface="MS PGothic" panose="020B0600070205080204" pitchFamily="34" charset="-128"/>
          <a:cs typeface="ＭＳ Ｐゴシック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accent2"/>
          </a:solidFill>
          <a:latin typeface="Times New Roman" pitchFamily="18" charset="0"/>
          <a:ea typeface="MS PGothic" panose="020B0600070205080204" pitchFamily="34" charset="-128"/>
          <a:cs typeface="ＭＳ Ｐゴシック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000" b="1">
          <a:solidFill>
            <a:schemeClr val="accent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000" b="1">
          <a:solidFill>
            <a:schemeClr val="accent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000" b="1">
          <a:solidFill>
            <a:schemeClr val="accent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000" b="1">
          <a:solidFill>
            <a:schemeClr val="accent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800">
          <a:solidFill>
            <a:schemeClr val="tx1"/>
          </a:solidFill>
          <a:latin typeface="+mn-lt"/>
          <a:ea typeface="MS PGothic" panose="020B0600070205080204" pitchFamily="34" charset="-128"/>
          <a:cs typeface="ＭＳ Ｐゴシック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  <a:ea typeface="MS PGothic" panose="020B0600070205080204" pitchFamily="34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  <a:ea typeface="MS PGothic" panose="020B0600070205080204" pitchFamily="34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>
          <a:solidFill>
            <a:schemeClr val="tx1"/>
          </a:solidFill>
          <a:latin typeface="+mn-lt"/>
          <a:ea typeface="MS PGothic" panose="020B0600070205080204" pitchFamily="34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  <a:ea typeface="MS PGothic" panose="020B0600070205080204" pitchFamily="34" charset="-128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maruf@iastate.edu" TargetMode="Externa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canvas.iastate.edu/courses/89436/modules/items/4459378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1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customXml" Target="../ink/ink3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customXml" Target="../ink/ink4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customXml" Target="../ink/ink5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customXml" Target="../ink/ink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customXml" Target="../ink/ink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customXml" Target="../ink/ink8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customXml" Target="../ink/ink9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customXml" Target="../ink/ink10.xml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customXml" Target="../ink/ink11.xml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customXml" Target="../ink/ink12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customXml" Target="../ink/ink13.xml"/><Relationship Id="rId2" Type="http://schemas.openxmlformats.org/officeDocument/2006/relationships/image" Target="../media/image15.wm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wmf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wmf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wmf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wmf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customXml" Target="../ink/ink14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1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1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1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1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1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1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1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1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1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1.png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1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9.png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customXml" Target="../ink/ink15.xml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customXml" Target="../ink/ink16.xml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customXml" Target="../ink/ink17.xml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5.png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customXml" Target="../ink/ink18.xml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7.png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customXml" Target="../ink/ink19.xml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9.png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customXml" Target="../ink/ink20.xml"/><Relationship Id="rId1" Type="http://schemas.openxmlformats.org/officeDocument/2006/relationships/slideLayout" Target="../slideLayouts/slideLayout7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wmf"/><Relationship Id="rId1" Type="http://schemas.openxmlformats.org/officeDocument/2006/relationships/slideLayout" Target="../slideLayouts/slideLayout7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wmf"/><Relationship Id="rId1" Type="http://schemas.openxmlformats.org/officeDocument/2006/relationships/slideLayout" Target="../slideLayouts/slideLayout7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wmf"/><Relationship Id="rId1" Type="http://schemas.openxmlformats.org/officeDocument/2006/relationships/slideLayout" Target="../slideLayouts/slideLayout7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wmf"/><Relationship Id="rId1" Type="http://schemas.openxmlformats.org/officeDocument/2006/relationships/slideLayout" Target="../slideLayouts/slideLayout7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wmf"/><Relationship Id="rId1" Type="http://schemas.openxmlformats.org/officeDocument/2006/relationships/slideLayout" Target="../slideLayouts/slideLayout7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customXml" Target="../ink/ink21.xml"/><Relationship Id="rId2" Type="http://schemas.openxmlformats.org/officeDocument/2006/relationships/image" Target="../media/image31.wm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3.png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wmf"/><Relationship Id="rId1" Type="http://schemas.openxmlformats.org/officeDocument/2006/relationships/slideLayout" Target="../slideLayouts/slideLayout7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customXml" Target="../ink/ink22.xml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4.png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customXml" Target="../ink/ink23.xml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6.png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customXml" Target="../ink/ink24.xml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8.png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customXml" Target="../ink/ink25.xml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1.png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9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2.png"/><Relationship Id="rId4" Type="http://schemas.openxmlformats.org/officeDocument/2006/relationships/customXml" Target="../ink/ink26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wmf"/><Relationship Id="rId1" Type="http://schemas.openxmlformats.org/officeDocument/2006/relationships/slideLayout" Target="../slideLayouts/slideLayout7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gif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A0691B0-CEC6-481E-939D-D8810FDC17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182C1FB-A275-4CBE-B85C-63204551E734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4295ADE-74FF-47AD-9C8F-165D1AECFFA2}"/>
              </a:ext>
            </a:extLst>
          </p:cNvPr>
          <p:cNvSpPr/>
          <p:nvPr/>
        </p:nvSpPr>
        <p:spPr>
          <a:xfrm>
            <a:off x="0" y="2209800"/>
            <a:ext cx="9144000" cy="3454885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12700" cap="flat" cmpd="sng" algn="ctr">
            <a:solidFill>
              <a:srgbClr val="C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ACCEACF-131C-41A4-94AE-DC03953FB264}"/>
              </a:ext>
            </a:extLst>
          </p:cNvPr>
          <p:cNvSpPr/>
          <p:nvPr/>
        </p:nvSpPr>
        <p:spPr>
          <a:xfrm>
            <a:off x="8756650" y="2218752"/>
            <a:ext cx="387350" cy="3445934"/>
          </a:xfrm>
          <a:prstGeom prst="rect">
            <a:avLst/>
          </a:prstGeom>
          <a:solidFill>
            <a:srgbClr val="C0000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A2A6099-E7BC-4E0E-A993-A4A0E232DA82}"/>
              </a:ext>
            </a:extLst>
          </p:cNvPr>
          <p:cNvSpPr/>
          <p:nvPr/>
        </p:nvSpPr>
        <p:spPr>
          <a:xfrm>
            <a:off x="0" y="2218752"/>
            <a:ext cx="192024" cy="3445934"/>
          </a:xfrm>
          <a:prstGeom prst="rect">
            <a:avLst/>
          </a:prstGeom>
          <a:solidFill>
            <a:srgbClr val="C0000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AA7D032-226B-4118-91E6-7691DCD6E9C0}"/>
              </a:ext>
            </a:extLst>
          </p:cNvPr>
          <p:cNvSpPr/>
          <p:nvPr/>
        </p:nvSpPr>
        <p:spPr>
          <a:xfrm>
            <a:off x="188735" y="2218752"/>
            <a:ext cx="192024" cy="3445934"/>
          </a:xfrm>
          <a:prstGeom prst="rect">
            <a:avLst/>
          </a:prstGeom>
          <a:solidFill>
            <a:srgbClr val="FFC000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5103DEAD-D09C-405E-8E54-66750C17923C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663575"/>
            <a:ext cx="9144000" cy="1470025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accent2"/>
                </a:solidFill>
                <a:latin typeface="+mj-lt"/>
                <a:ea typeface="MS PGothic" panose="020B0600070205080204" pitchFamily="34" charset="-128"/>
                <a:cs typeface="ＭＳ Ｐゴシック" charset="0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accent2"/>
                </a:solidFill>
                <a:latin typeface="Times New Roman" pitchFamily="18" charset="0"/>
                <a:ea typeface="MS PGothic" panose="020B0600070205080204" pitchFamily="34" charset="-128"/>
                <a:cs typeface="ＭＳ Ｐゴシック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accent2"/>
                </a:solidFill>
                <a:latin typeface="Times New Roman" pitchFamily="18" charset="0"/>
                <a:ea typeface="MS PGothic" panose="020B0600070205080204" pitchFamily="34" charset="-128"/>
                <a:cs typeface="ＭＳ Ｐゴシック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accent2"/>
                </a:solidFill>
                <a:latin typeface="Times New Roman" pitchFamily="18" charset="0"/>
                <a:ea typeface="MS PGothic" panose="020B0600070205080204" pitchFamily="34" charset="-128"/>
                <a:cs typeface="ＭＳ Ｐゴシック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accent2"/>
                </a:solidFill>
                <a:latin typeface="Times New Roman" pitchFamily="18" charset="0"/>
                <a:ea typeface="MS PGothic" panose="020B0600070205080204" pitchFamily="34" charset="-128"/>
                <a:cs typeface="ＭＳ Ｐゴシック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accent2"/>
                </a:solidFill>
                <a:latin typeface="Times New Roman" pitchFamily="18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accent2"/>
                </a:solidFill>
                <a:latin typeface="Times New Roman" pitchFamily="18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accent2"/>
                </a:solidFill>
                <a:latin typeface="Times New Roman" pitchFamily="18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accent2"/>
                </a:solidFill>
                <a:latin typeface="Times New Roman" pitchFamily="18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/>
                <a:ea typeface="ＭＳ Ｐゴシック" charset="0"/>
                <a:cs typeface="+mj-cs"/>
              </a:rPr>
              <a:t>CPR E 281: Digital Logic</a:t>
            </a: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00D3868F-B461-4FA8-9F34-9EACAEC215AB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3048000"/>
            <a:ext cx="9144000" cy="220980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ＭＳ Ｐゴシック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</a:rPr>
              <a:t>Md Maruf Ahamed</a:t>
            </a:r>
            <a:br>
              <a:rPr kumimoji="0" lang="en-US" sz="3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</a:rPr>
            </a:br>
            <a:r>
              <a:rPr kumimoji="0" lang="en-US" sz="3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</a:rPr>
              <a:t>Office: 307 Durham Center</a:t>
            </a:r>
            <a:br>
              <a:rPr kumimoji="0" lang="en-US" sz="3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</a:rPr>
            </a:br>
            <a:r>
              <a:rPr kumimoji="0" lang="en-US" sz="3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</a:rPr>
              <a:t>Phone: (515) 294-6323</a:t>
            </a:r>
            <a:br>
              <a:rPr kumimoji="0" lang="en-US" sz="3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</a:rPr>
            </a:br>
            <a:r>
              <a:rPr kumimoji="0" lang="en-US" sz="3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</a:rPr>
              <a:t>Email: </a:t>
            </a:r>
            <a:r>
              <a:rPr kumimoji="0" lang="en-US" sz="3000" b="0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maruf@iastate.edu</a:t>
            </a:r>
            <a:endParaRPr kumimoji="0" lang="en-US" sz="3000" b="0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Times New Roman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0436116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874" name="Rectangle 2">
            <a:extLst>
              <a:ext uri="{FF2B5EF4-FFF2-40B4-BE49-F238E27FC236}">
                <a16:creationId xmlns:a16="http://schemas.microsoft.com/office/drawing/2014/main" id="{80F84150-23C2-2B4E-9AF3-3C96FE96ED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" y="76200"/>
            <a:ext cx="8686800" cy="457200"/>
          </a:xfrm>
        </p:spPr>
        <p:txBody>
          <a:bodyPr/>
          <a:lstStyle/>
          <a:p>
            <a:pPr eaLnBrk="1" hangingPunct="1">
              <a:defRPr/>
            </a:pPr>
            <a:r>
              <a:rPr lang="en-US" sz="3600" dirty="0">
                <a:solidFill>
                  <a:srgbClr val="FF0000"/>
                </a:solidFill>
                <a:ea typeface="+mj-ea"/>
                <a:cs typeface="+mj-cs"/>
              </a:rPr>
              <a:t>Administrative Stuff</a:t>
            </a:r>
          </a:p>
        </p:txBody>
      </p:sp>
      <p:sp>
        <p:nvSpPr>
          <p:cNvPr id="207875" name="Rectangle 3">
            <a:extLst>
              <a:ext uri="{FF2B5EF4-FFF2-40B4-BE49-F238E27FC236}">
                <a16:creationId xmlns:a16="http://schemas.microsoft.com/office/drawing/2014/main" id="{D583FDE5-0A59-BD41-A182-AC71C16B081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6200" y="609600"/>
            <a:ext cx="8991600" cy="5791200"/>
          </a:xfrm>
        </p:spPr>
        <p:txBody>
          <a:bodyPr/>
          <a:lstStyle/>
          <a:p>
            <a:pPr marL="320040" lvl="1" indent="-320040" eaLnBrk="1" hangingPunct="1">
              <a:spcAft>
                <a:spcPts val="600"/>
              </a:spcAft>
              <a:defRPr/>
            </a:pPr>
            <a:r>
              <a:rPr lang="en-US" sz="3000" dirty="0">
                <a:solidFill>
                  <a:schemeClr val="accent2"/>
                </a:solidFill>
              </a:rPr>
              <a:t>Homework: </a:t>
            </a:r>
            <a:r>
              <a:rPr lang="en-US" sz="3000" dirty="0"/>
              <a:t>HW #03 due on Sunday @ 11:59 PM </a:t>
            </a:r>
          </a:p>
          <a:p>
            <a:pPr marL="320040" lvl="1" indent="-320040" eaLnBrk="1" hangingPunct="1">
              <a:spcAft>
                <a:spcPts val="600"/>
              </a:spcAft>
              <a:defRPr/>
            </a:pPr>
            <a:r>
              <a:rPr lang="en-US" sz="3000" dirty="0">
                <a:solidFill>
                  <a:schemeClr val="accent2"/>
                </a:solidFill>
              </a:rPr>
              <a:t>Quiz: </a:t>
            </a:r>
            <a:r>
              <a:rPr lang="en-US" sz="3000" dirty="0"/>
              <a:t>Quiz #3 due on Friday @ 4:25 PM</a:t>
            </a:r>
          </a:p>
          <a:p>
            <a:pPr marL="320040" lvl="1" indent="-320040" eaLnBrk="1" hangingPunct="1">
              <a:spcAft>
                <a:spcPts val="600"/>
              </a:spcAft>
              <a:defRPr/>
            </a:pPr>
            <a:r>
              <a:rPr lang="en-US" sz="3000" dirty="0">
                <a:solidFill>
                  <a:schemeClr val="accent2"/>
                </a:solidFill>
              </a:rPr>
              <a:t>Recitation: </a:t>
            </a:r>
            <a:r>
              <a:rPr lang="en-US" sz="3000" dirty="0"/>
              <a:t>Recitation #03 this week</a:t>
            </a:r>
          </a:p>
          <a:p>
            <a:pPr marL="320040" lvl="1" indent="-320040" eaLnBrk="1" hangingPunct="1">
              <a:spcAft>
                <a:spcPts val="600"/>
              </a:spcAft>
              <a:defRPr/>
            </a:pPr>
            <a:r>
              <a:rPr lang="en-US" sz="3000" dirty="0">
                <a:solidFill>
                  <a:schemeClr val="accent2"/>
                </a:solidFill>
              </a:rPr>
              <a:t>Lab: </a:t>
            </a:r>
            <a:r>
              <a:rPr lang="en-US" sz="3000" dirty="0"/>
              <a:t>Lab # 03 this week</a:t>
            </a:r>
          </a:p>
          <a:p>
            <a:pPr marL="731520" lvl="3" indent="-182880" eaLnBrk="1" hangingPunct="1">
              <a:spcAft>
                <a:spcPts val="600"/>
              </a:spcAft>
              <a:defRPr/>
            </a:pPr>
            <a:r>
              <a:rPr lang="en-US" sz="2400" dirty="0"/>
              <a:t>Submit pre-lab prior to the lab otherwise you will lose 20% points</a:t>
            </a:r>
          </a:p>
          <a:p>
            <a:pPr marL="0" lvl="1" indent="0" eaLnBrk="1" hangingPunct="1">
              <a:spcAft>
                <a:spcPts val="600"/>
              </a:spcAft>
              <a:buNone/>
              <a:defRPr/>
            </a:pPr>
            <a:r>
              <a:rPr lang="en-US" sz="3000" dirty="0">
                <a:solidFill>
                  <a:srgbClr val="C00000"/>
                </a:solidFill>
              </a:rPr>
              <a:t>Lecture-10 Readings: </a:t>
            </a:r>
            <a:r>
              <a:rPr lang="en-US" sz="3000" dirty="0"/>
              <a:t>Section 2.12, 2.13</a:t>
            </a:r>
          </a:p>
          <a:p>
            <a:pPr marL="0" lvl="1" indent="0" eaLnBrk="1" hangingPunct="1">
              <a:spcAft>
                <a:spcPts val="600"/>
              </a:spcAft>
              <a:buNone/>
              <a:defRPr/>
            </a:pPr>
            <a:r>
              <a:rPr lang="en-US" sz="3000" dirty="0">
                <a:solidFill>
                  <a:srgbClr val="FF0000"/>
                </a:solidFill>
              </a:rPr>
              <a:t>Verilog part 2: </a:t>
            </a:r>
            <a:r>
              <a:rPr lang="en-US" sz="3000" dirty="0">
                <a:solidFill>
                  <a:srgbClr val="0066FF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Posted on Canvas under </a:t>
            </a:r>
            <a:r>
              <a:rPr lang="en-US" sz="3000" dirty="0" err="1">
                <a:solidFill>
                  <a:srgbClr val="0066FF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lec</a:t>
            </a:r>
            <a:r>
              <a:rPr lang="en-US" sz="3000" dirty="0">
                <a:solidFill>
                  <a:srgbClr val="0066FF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8</a:t>
            </a:r>
            <a:endParaRPr lang="en-US" sz="3000" dirty="0">
              <a:solidFill>
                <a:srgbClr val="0066FF"/>
              </a:solidFill>
            </a:endParaRPr>
          </a:p>
          <a:p>
            <a:pPr marL="0" lvl="1" indent="0" eaLnBrk="1" hangingPunct="1">
              <a:spcAft>
                <a:spcPts val="600"/>
              </a:spcAft>
              <a:buNone/>
              <a:defRPr/>
            </a:pPr>
            <a:r>
              <a:rPr lang="en-US" sz="3000" dirty="0">
                <a:solidFill>
                  <a:srgbClr val="0066FF"/>
                </a:solidFill>
              </a:rPr>
              <a:t>Midterm 1: </a:t>
            </a:r>
            <a:r>
              <a:rPr lang="en-US" sz="3000" dirty="0">
                <a:highlight>
                  <a:srgbClr val="FFFF00"/>
                </a:highlight>
              </a:rPr>
              <a:t>Friday, Feb 18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7480B98-CB43-4109-9B52-91BC90F254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97619F1-5350-4307-9409-443BD1067667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652815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9FC2C7-9EDE-4430-A34B-E779489E72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>
                <a:ea typeface="+mj-ea"/>
                <a:cs typeface="+mj-cs"/>
              </a:rPr>
              <a:t>09–Karnaugh Maps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F09B821-ABB0-4BC8-AF04-34B658E176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97966BF-D65F-4E28-A407-653B2DF03F01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A5AE38B-8B29-4CFD-8DC4-49E537DD3855}"/>
              </a:ext>
            </a:extLst>
          </p:cNvPr>
          <p:cNvSpPr txBox="1">
            <a:spLocks noChangeArrowheads="1"/>
          </p:cNvSpPr>
          <p:nvPr/>
        </p:nvSpPr>
        <p:spPr>
          <a:xfrm>
            <a:off x="666750" y="735329"/>
            <a:ext cx="7810500" cy="5589271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ＭＳ Ｐゴシック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</a:defRPr>
            </a:lvl9pPr>
          </a:lstStyle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tabLst/>
              <a:defRPr/>
            </a:pPr>
            <a:r>
              <a:rPr kumimoji="0" lang="en-US" sz="3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  <a:cs typeface="+mn-cs"/>
              </a:rPr>
              <a:t>Karnaugh Map (K-map)</a:t>
            </a:r>
          </a:p>
          <a:p>
            <a:pPr marL="1143000" marR="0" lvl="2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sz="2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  <a:cs typeface="+mn-cs"/>
              </a:rPr>
              <a:t>Two-Variable K-map</a:t>
            </a:r>
          </a:p>
          <a:p>
            <a:pPr marL="1143000" marR="0" lvl="2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sz="2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  <a:cs typeface="+mn-cs"/>
              </a:rPr>
              <a:t>Three-Variable K-Map</a:t>
            </a:r>
          </a:p>
          <a:p>
            <a:pPr marL="1143000" marR="0" lvl="2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sz="2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  <a:cs typeface="+mn-cs"/>
              </a:rPr>
              <a:t>Four-Variable K-Map</a:t>
            </a:r>
          </a:p>
          <a:p>
            <a:pPr marL="1143000" marR="0" lvl="2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sz="2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  <a:cs typeface="+mn-cs"/>
              </a:rPr>
              <a:t>Five-Variable K-Map</a:t>
            </a: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tabLst/>
              <a:defRPr/>
            </a:pPr>
            <a:r>
              <a:rPr kumimoji="0" lang="en-US" sz="3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  <a:cs typeface="+mn-cs"/>
              </a:rPr>
              <a:t>Gray Code</a:t>
            </a: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tabLst/>
              <a:defRPr/>
            </a:pPr>
            <a:endParaRPr kumimoji="0" lang="en-US" sz="3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MS PGothic" panose="020B0600070205080204" pitchFamily="34" charset="-128"/>
              <a:cs typeface="+mn-cs"/>
            </a:endParaRPr>
          </a:p>
          <a:p>
            <a:pPr marL="457200" marR="0" lvl="1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3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MS PGothic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13511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Rectangle 3">
            <a:extLst>
              <a:ext uri="{FF2B5EF4-FFF2-40B4-BE49-F238E27FC236}">
                <a16:creationId xmlns:a16="http://schemas.microsoft.com/office/drawing/2014/main" id="{8D84EEC1-BFE5-4883-BCE6-33AC837527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28599"/>
            <a:ext cx="9144000" cy="5713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t>Karnaugh Maps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t>Readings-2.11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36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36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+mn-c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Title 1">
            <a:extLst>
              <a:ext uri="{FF2B5EF4-FFF2-40B4-BE49-F238E27FC236}">
                <a16:creationId xmlns:a16="http://schemas.microsoft.com/office/drawing/2014/main" id="{D3E9941F-8AC0-4879-BB6F-1AC3AFA650B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" y="76200"/>
            <a:ext cx="8686800" cy="457200"/>
          </a:xfrm>
        </p:spPr>
        <p:txBody>
          <a:bodyPr/>
          <a:lstStyle/>
          <a:p>
            <a:r>
              <a:rPr lang="en-US" altLang="en-US" sz="3400" dirty="0"/>
              <a:t>Motivation</a:t>
            </a:r>
          </a:p>
        </p:txBody>
      </p:sp>
      <p:graphicFrame>
        <p:nvGraphicFramePr>
          <p:cNvPr id="30722" name="Object 3">
            <a:extLst>
              <a:ext uri="{FF2B5EF4-FFF2-40B4-BE49-F238E27FC236}">
                <a16:creationId xmlns:a16="http://schemas.microsoft.com/office/drawing/2014/main" id="{EA99754A-4682-4CB4-8A28-E7B40545D2E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9771" y="609600"/>
          <a:ext cx="1434229" cy="5591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" name="Document" r:id="rId3" imgW="0" imgH="0" progId="Word.Document.8">
                  <p:embed/>
                </p:oleObj>
              </mc:Choice>
              <mc:Fallback>
                <p:oleObj name="Document" r:id="rId3" imgW="0" imgH="0" progId="Word.Document.8">
                  <p:embed/>
                  <p:pic>
                    <p:nvPicPr>
                      <p:cNvPr id="30722" name="Object 3">
                        <a:extLst>
                          <a:ext uri="{FF2B5EF4-FFF2-40B4-BE49-F238E27FC236}">
                            <a16:creationId xmlns:a16="http://schemas.microsoft.com/office/drawing/2014/main" id="{EA99754A-4682-4CB4-8A28-E7B40545D2E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771" y="609600"/>
                        <a:ext cx="1434229" cy="5591175"/>
                      </a:xfrm>
                      <a:prstGeom prst="rect">
                        <a:avLst/>
                      </a:prstGeom>
                      <a:noFill/>
                      <a:ln>
                        <a:solidFill>
                          <a:schemeClr val="tx1"/>
                        </a:solidFill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23" name="Content Placeholder 4">
            <a:extLst>
              <a:ext uri="{FF2B5EF4-FFF2-40B4-BE49-F238E27FC236}">
                <a16:creationId xmlns:a16="http://schemas.microsoft.com/office/drawing/2014/main" id="{174808EB-1709-4E49-A739-F11E8A9D1E6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676400" y="609600"/>
            <a:ext cx="7377829" cy="5447778"/>
          </a:xfrm>
        </p:spPr>
        <p:txBody>
          <a:bodyPr/>
          <a:lstStyle/>
          <a:p>
            <a:pPr marL="182880" indent="-182880" algn="just"/>
            <a:r>
              <a:rPr lang="en-US" altLang="en-US" sz="2250" dirty="0"/>
              <a:t>We made use of the rules, theorems, and properties of Boolean algebra to find a reduced-cost implementation of a function in either sum-of-products or product-of-sums form. </a:t>
            </a:r>
          </a:p>
          <a:p>
            <a:pPr marL="182880" indent="-182880" algn="just"/>
            <a:endParaRPr lang="en-US" altLang="en-US" sz="2250" dirty="0"/>
          </a:p>
          <a:p>
            <a:pPr marL="182880" indent="-182880" algn="just"/>
            <a:r>
              <a:rPr lang="en-US" altLang="en-US" sz="2250" dirty="0"/>
              <a:t>In general, it is not obvious when to apply these theorems and properties to find a minimum-cost circuit, and it is often</a:t>
            </a:r>
          </a:p>
          <a:p>
            <a:pPr marL="182880" indent="-182880" algn="just"/>
            <a:r>
              <a:rPr lang="en-US" altLang="en-US" sz="2250" dirty="0"/>
              <a:t>tedious and impractical to do so. </a:t>
            </a:r>
          </a:p>
          <a:p>
            <a:pPr marL="182880" indent="-182880" algn="just"/>
            <a:endParaRPr lang="en-US" altLang="en-US" sz="2250" dirty="0"/>
          </a:p>
          <a:p>
            <a:pPr marL="182880" indent="-182880" algn="just"/>
            <a:r>
              <a:rPr lang="en-US" altLang="en-US" sz="2250" b="1" dirty="0"/>
              <a:t>How do we guarantee we have reached the minimum SOP/POS representation?</a:t>
            </a:r>
          </a:p>
          <a:p>
            <a:pPr marL="182880" indent="-182880" algn="just"/>
            <a:endParaRPr lang="en-US" altLang="en-US" sz="2250" dirty="0"/>
          </a:p>
          <a:p>
            <a:pPr marL="182880" indent="-182880" algn="just"/>
            <a:r>
              <a:rPr lang="en-US" altLang="en-US" sz="2250" dirty="0"/>
              <a:t>This section introduces a more manageable approach, call the </a:t>
            </a:r>
            <a:r>
              <a:rPr lang="en-US" altLang="en-US" sz="2250" dirty="0">
                <a:solidFill>
                  <a:srgbClr val="FF0000"/>
                </a:solidFill>
              </a:rPr>
              <a:t>Karnaugh map</a:t>
            </a:r>
            <a:r>
              <a:rPr lang="en-US" altLang="en-US" sz="2250" dirty="0"/>
              <a:t>, which provides a </a:t>
            </a:r>
            <a:r>
              <a:rPr lang="en-US" altLang="en-US" sz="2250" dirty="0">
                <a:solidFill>
                  <a:srgbClr val="FF0000"/>
                </a:solidFill>
              </a:rPr>
              <a:t>systematic way of producing a minimum-cost logic expression</a:t>
            </a:r>
          </a:p>
          <a:p>
            <a:pPr marL="0" indent="0" algn="just">
              <a:buFontTx/>
              <a:buNone/>
            </a:pPr>
            <a:endParaRPr lang="en-US" altLang="en-US" sz="2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Title 1">
            <a:extLst>
              <a:ext uri="{FF2B5EF4-FFF2-40B4-BE49-F238E27FC236}">
                <a16:creationId xmlns:a16="http://schemas.microsoft.com/office/drawing/2014/main" id="{AAD7963B-CD20-4256-9370-56B034B1239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295400"/>
          </a:xfrm>
        </p:spPr>
        <p:txBody>
          <a:bodyPr/>
          <a:lstStyle/>
          <a:p>
            <a:r>
              <a:rPr lang="en-US" altLang="en-US"/>
              <a:t>Do You Still Remember This </a:t>
            </a:r>
            <a:br>
              <a:rPr lang="en-US" altLang="en-US"/>
            </a:br>
            <a:r>
              <a:rPr lang="en-US" altLang="en-US"/>
              <a:t>Boolean Algebra Theorem?</a:t>
            </a:r>
          </a:p>
        </p:txBody>
      </p:sp>
      <p:pic>
        <p:nvPicPr>
          <p:cNvPr id="22530" name="Picture 3" descr="Screen shot 2014-02-03 at 2.54.34 PM.png">
            <a:extLst>
              <a:ext uri="{FF2B5EF4-FFF2-40B4-BE49-F238E27FC236}">
                <a16:creationId xmlns:a16="http://schemas.microsoft.com/office/drawing/2014/main" id="{6D1E9253-A2AB-4D63-8411-AECBEB77C7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971800"/>
            <a:ext cx="9144000" cy="966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EE8A318F-3B2F-4748-8969-9E412165343F}"/>
                  </a:ext>
                </a:extLst>
              </p14:cNvPr>
              <p14:cNvContentPartPr/>
              <p14:nvPr/>
            </p14:nvContentPartPr>
            <p14:xfrm>
              <a:off x="4744800" y="3064320"/>
              <a:ext cx="493200" cy="3063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EE8A318F-3B2F-4748-8969-9E412165343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735440" y="3054960"/>
                <a:ext cx="511920" cy="3250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Title 1">
            <a:extLst>
              <a:ext uri="{FF2B5EF4-FFF2-40B4-BE49-F238E27FC236}">
                <a16:creationId xmlns:a16="http://schemas.microsoft.com/office/drawing/2014/main" id="{DEAAE8C5-E648-4BC9-AFF1-F3C1049FCF3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2566988"/>
            <a:ext cx="9144000" cy="1219200"/>
          </a:xfrm>
        </p:spPr>
        <p:txBody>
          <a:bodyPr/>
          <a:lstStyle/>
          <a:p>
            <a:r>
              <a:rPr lang="en-US" altLang="en-US"/>
              <a:t>Two-Variable K-Map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Title 1">
            <a:extLst>
              <a:ext uri="{FF2B5EF4-FFF2-40B4-BE49-F238E27FC236}">
                <a16:creationId xmlns:a16="http://schemas.microsoft.com/office/drawing/2014/main" id="{4DF32230-3C3D-4C32-A8AB-6940C9F0ECC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" y="0"/>
            <a:ext cx="8686800" cy="452439"/>
          </a:xfrm>
        </p:spPr>
        <p:txBody>
          <a:bodyPr/>
          <a:lstStyle/>
          <a:p>
            <a:r>
              <a:rPr lang="en-US" altLang="en-US" sz="3400" dirty="0"/>
              <a:t>Karnaugh Map (K-map)</a:t>
            </a:r>
          </a:p>
        </p:txBody>
      </p:sp>
      <p:sp>
        <p:nvSpPr>
          <p:cNvPr id="32770" name="Content Placeholder 2">
            <a:extLst>
              <a:ext uri="{FF2B5EF4-FFF2-40B4-BE49-F238E27FC236}">
                <a16:creationId xmlns:a16="http://schemas.microsoft.com/office/drawing/2014/main" id="{116889CA-ACCE-42C1-8944-04AF4006216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77787" y="527050"/>
            <a:ext cx="8988426" cy="2665414"/>
          </a:xfrm>
        </p:spPr>
        <p:txBody>
          <a:bodyPr/>
          <a:lstStyle/>
          <a:p>
            <a:pPr marL="182880" indent="-182880"/>
            <a:r>
              <a:rPr lang="en-US" altLang="en-US" sz="2200" dirty="0"/>
              <a:t>View the function in a visual form. The map consists of cells that correspond to the rows of the truth table. Each of the rows is identified by a </a:t>
            </a:r>
            <a:r>
              <a:rPr lang="en-US" altLang="en-US" sz="2200" dirty="0" err="1"/>
              <a:t>minterm</a:t>
            </a:r>
            <a:r>
              <a:rPr lang="en-US" altLang="en-US" sz="2200" dirty="0"/>
              <a:t>.</a:t>
            </a:r>
          </a:p>
          <a:p>
            <a:pPr marL="182880" indent="-182880"/>
            <a:r>
              <a:rPr lang="en-US" altLang="en-US" sz="2200" b="1" dirty="0"/>
              <a:t>Two variable K-Map</a:t>
            </a:r>
          </a:p>
          <a:p>
            <a:pPr marL="582930" lvl="1" indent="-182880"/>
            <a:r>
              <a:rPr lang="en-US" altLang="en-US" sz="2200" dirty="0"/>
              <a:t>It has four cells. </a:t>
            </a:r>
          </a:p>
          <a:p>
            <a:pPr marL="582930" lvl="1" indent="-182880"/>
            <a:r>
              <a:rPr lang="en-US" altLang="en-US" sz="2200" dirty="0"/>
              <a:t>The columns of the map are labeled by the value of x</a:t>
            </a:r>
            <a:r>
              <a:rPr lang="en-US" altLang="en-US" sz="2200" baseline="-25000" dirty="0"/>
              <a:t>1</a:t>
            </a:r>
            <a:r>
              <a:rPr lang="en-US" altLang="en-US" sz="2200" dirty="0"/>
              <a:t>, and the rows are labeled by x</a:t>
            </a:r>
            <a:r>
              <a:rPr lang="en-US" altLang="en-US" sz="2200" baseline="-25000" dirty="0"/>
              <a:t>2</a:t>
            </a:r>
            <a:r>
              <a:rPr lang="en-US" altLang="en-US" sz="2200" dirty="0"/>
              <a:t>.</a:t>
            </a:r>
          </a:p>
          <a:p>
            <a:pPr marL="582930" lvl="1" indent="-182880"/>
            <a:r>
              <a:rPr lang="en-US" altLang="en-US" sz="2200" dirty="0"/>
              <a:t>This labeling leads to the location of </a:t>
            </a:r>
            <a:r>
              <a:rPr lang="en-US" altLang="en-US" sz="2200" dirty="0" err="1"/>
              <a:t>minterms</a:t>
            </a:r>
            <a:endParaRPr lang="en-US" altLang="en-US" sz="2200" dirty="0"/>
          </a:p>
        </p:txBody>
      </p:sp>
      <p:sp>
        <p:nvSpPr>
          <p:cNvPr id="32776" name="Rectangle 11">
            <a:extLst>
              <a:ext uri="{FF2B5EF4-FFF2-40B4-BE49-F238E27FC236}">
                <a16:creationId xmlns:a16="http://schemas.microsoft.com/office/drawing/2014/main" id="{82EF64C9-C393-42EF-906F-4AC8383A99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0" y="5943600"/>
            <a:ext cx="1662113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anose="020B0604020202020204" pitchFamily="34" charset="0"/>
                <a:ea typeface="MS PGothic" panose="020B0600070205080204" pitchFamily="34" charset="-128"/>
                <a:cs typeface="+mn-cs"/>
              </a:rPr>
              <a:t>(a) Truth table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32789" name="Line 24">
            <a:extLst>
              <a:ext uri="{FF2B5EF4-FFF2-40B4-BE49-F238E27FC236}">
                <a16:creationId xmlns:a16="http://schemas.microsoft.com/office/drawing/2014/main" id="{CD1BBF74-5FB1-42CB-BF03-CC346276F41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916363" y="4040188"/>
            <a:ext cx="1328737" cy="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32790" name="Line 25">
            <a:extLst>
              <a:ext uri="{FF2B5EF4-FFF2-40B4-BE49-F238E27FC236}">
                <a16:creationId xmlns:a16="http://schemas.microsoft.com/office/drawing/2014/main" id="{2DE71DF9-2B98-4472-9390-BAFD8D80D64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675188" y="3594100"/>
            <a:ext cx="1587" cy="211455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32792" name="Rectangle 27">
            <a:extLst>
              <a:ext uri="{FF2B5EF4-FFF2-40B4-BE49-F238E27FC236}">
                <a16:creationId xmlns:a16="http://schemas.microsoft.com/office/drawing/2014/main" id="{17B6F4BD-FDE4-4830-8F7F-0C3716CCC3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37000" y="3613150"/>
            <a:ext cx="166688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x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32793" name="Rectangle 28">
            <a:extLst>
              <a:ext uri="{FF2B5EF4-FFF2-40B4-BE49-F238E27FC236}">
                <a16:creationId xmlns:a16="http://schemas.microsoft.com/office/drawing/2014/main" id="{51DA658E-B376-494E-8AF7-A708F7EEA3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56063" y="3740150"/>
            <a:ext cx="161925" cy="258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7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32794" name="Rectangle 29">
            <a:extLst>
              <a:ext uri="{FF2B5EF4-FFF2-40B4-BE49-F238E27FC236}">
                <a16:creationId xmlns:a16="http://schemas.microsoft.com/office/drawing/2014/main" id="{CE2E61DD-B470-4BC7-BD1F-EA865362CD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95775" y="3613150"/>
            <a:ext cx="166688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x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32795" name="Rectangle 30">
            <a:extLst>
              <a:ext uri="{FF2B5EF4-FFF2-40B4-BE49-F238E27FC236}">
                <a16:creationId xmlns:a16="http://schemas.microsoft.com/office/drawing/2014/main" id="{E6496AE8-E567-49D6-8D25-C4FAEE3665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3250" y="3740150"/>
            <a:ext cx="161925" cy="258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7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2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32796" name="Rectangle 31">
            <a:extLst>
              <a:ext uri="{FF2B5EF4-FFF2-40B4-BE49-F238E27FC236}">
                <a16:creationId xmlns:a16="http://schemas.microsoft.com/office/drawing/2014/main" id="{3E6130E6-24E6-4CF5-B87C-62F4E41F8D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84625" y="4119563"/>
            <a:ext cx="18097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32797" name="Rectangle 32">
            <a:extLst>
              <a:ext uri="{FF2B5EF4-FFF2-40B4-BE49-F238E27FC236}">
                <a16:creationId xmlns:a16="http://schemas.microsoft.com/office/drawing/2014/main" id="{EDE8E859-ACFD-4C4A-9126-420413F8EC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46575" y="4119563"/>
            <a:ext cx="18097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 </a:t>
            </a: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32798" name="Rectangle 33">
            <a:extLst>
              <a:ext uri="{FF2B5EF4-FFF2-40B4-BE49-F238E27FC236}">
                <a16:creationId xmlns:a16="http://schemas.microsoft.com/office/drawing/2014/main" id="{CBF032A0-4E87-477D-9E90-821D9B0A20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84625" y="4503738"/>
            <a:ext cx="18097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32799" name="Rectangle 34">
            <a:extLst>
              <a:ext uri="{FF2B5EF4-FFF2-40B4-BE49-F238E27FC236}">
                <a16:creationId xmlns:a16="http://schemas.microsoft.com/office/drawing/2014/main" id="{7F967716-8024-4DAD-89DC-55F92309B0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46575" y="4503738"/>
            <a:ext cx="18097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32800" name="Rectangle 35">
            <a:extLst>
              <a:ext uri="{FF2B5EF4-FFF2-40B4-BE49-F238E27FC236}">
                <a16:creationId xmlns:a16="http://schemas.microsoft.com/office/drawing/2014/main" id="{3477D2AA-8787-4286-B01C-0C8B0006A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84625" y="4889500"/>
            <a:ext cx="18097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32801" name="Rectangle 36">
            <a:extLst>
              <a:ext uri="{FF2B5EF4-FFF2-40B4-BE49-F238E27FC236}">
                <a16:creationId xmlns:a16="http://schemas.microsoft.com/office/drawing/2014/main" id="{330BC9BA-4455-44F6-A772-696881CD38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46575" y="4889500"/>
            <a:ext cx="18097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32802" name="Rectangle 37">
            <a:extLst>
              <a:ext uri="{FF2B5EF4-FFF2-40B4-BE49-F238E27FC236}">
                <a16:creationId xmlns:a16="http://schemas.microsoft.com/office/drawing/2014/main" id="{DA0B2062-03BC-4DBA-B239-C8C4AFB3B0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84625" y="5272088"/>
            <a:ext cx="18097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32803" name="Rectangle 38">
            <a:extLst>
              <a:ext uri="{FF2B5EF4-FFF2-40B4-BE49-F238E27FC236}">
                <a16:creationId xmlns:a16="http://schemas.microsoft.com/office/drawing/2014/main" id="{54C97AD7-A129-43F2-B057-8FCF4ADD36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46575" y="5272088"/>
            <a:ext cx="18097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32804" name="Rectangle 39">
            <a:extLst>
              <a:ext uri="{FF2B5EF4-FFF2-40B4-BE49-F238E27FC236}">
                <a16:creationId xmlns:a16="http://schemas.microsoft.com/office/drawing/2014/main" id="{84729798-8F01-4F57-BF3E-64F501B457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65688" y="4116388"/>
            <a:ext cx="234950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m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32805" name="Rectangle 40">
            <a:extLst>
              <a:ext uri="{FF2B5EF4-FFF2-40B4-BE49-F238E27FC236}">
                <a16:creationId xmlns:a16="http://schemas.microsoft.com/office/drawing/2014/main" id="{41FB7298-900C-42EB-B310-D43E30303D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51425" y="4238625"/>
            <a:ext cx="142875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5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32806" name="Rectangle 41">
            <a:extLst>
              <a:ext uri="{FF2B5EF4-FFF2-40B4-BE49-F238E27FC236}">
                <a16:creationId xmlns:a16="http://schemas.microsoft.com/office/drawing/2014/main" id="{883B788C-A696-4050-B6E2-F7FEB4F8AB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65688" y="4498975"/>
            <a:ext cx="234950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m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32807" name="Rectangle 42">
            <a:extLst>
              <a:ext uri="{FF2B5EF4-FFF2-40B4-BE49-F238E27FC236}">
                <a16:creationId xmlns:a16="http://schemas.microsoft.com/office/drawing/2014/main" id="{ED3769A0-4706-4C04-AA6D-1C78CC1299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51425" y="4622800"/>
            <a:ext cx="142875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5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32808" name="Rectangle 43">
            <a:extLst>
              <a:ext uri="{FF2B5EF4-FFF2-40B4-BE49-F238E27FC236}">
                <a16:creationId xmlns:a16="http://schemas.microsoft.com/office/drawing/2014/main" id="{FBEA12E5-F3EF-4FF8-A17F-B236620B32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65688" y="5268913"/>
            <a:ext cx="234950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m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32809" name="Rectangle 44">
            <a:extLst>
              <a:ext uri="{FF2B5EF4-FFF2-40B4-BE49-F238E27FC236}">
                <a16:creationId xmlns:a16="http://schemas.microsoft.com/office/drawing/2014/main" id="{7DA61AB9-484A-4478-ACFA-CBA001A37C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51425" y="5391150"/>
            <a:ext cx="142875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5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3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32810" name="Rectangle 45">
            <a:extLst>
              <a:ext uri="{FF2B5EF4-FFF2-40B4-BE49-F238E27FC236}">
                <a16:creationId xmlns:a16="http://schemas.microsoft.com/office/drawing/2014/main" id="{94B3D1DE-4BA1-4548-B580-131FEC7A80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65688" y="4883150"/>
            <a:ext cx="234950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m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32811" name="Rectangle 46">
            <a:extLst>
              <a:ext uri="{FF2B5EF4-FFF2-40B4-BE49-F238E27FC236}">
                <a16:creationId xmlns:a16="http://schemas.microsoft.com/office/drawing/2014/main" id="{B3E9F219-018C-4392-97E3-69670F12AE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51425" y="5006975"/>
            <a:ext cx="142875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5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2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4ACFF241-F346-45C6-85C3-772EC310F3DE}"/>
                  </a:ext>
                </a:extLst>
              </p14:cNvPr>
              <p14:cNvContentPartPr/>
              <p14:nvPr/>
            </p14:nvContentPartPr>
            <p14:xfrm>
              <a:off x="4858200" y="2450160"/>
              <a:ext cx="4231080" cy="353124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4ACFF241-F346-45C6-85C3-772EC310F3D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848840" y="2440800"/>
                <a:ext cx="4249800" cy="35499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Title 1">
            <a:extLst>
              <a:ext uri="{FF2B5EF4-FFF2-40B4-BE49-F238E27FC236}">
                <a16:creationId xmlns:a16="http://schemas.microsoft.com/office/drawing/2014/main" id="{4DF32230-3C3D-4C32-A8AB-6940C9F0ECC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" y="0"/>
            <a:ext cx="8686800" cy="452439"/>
          </a:xfrm>
        </p:spPr>
        <p:txBody>
          <a:bodyPr/>
          <a:lstStyle/>
          <a:p>
            <a:r>
              <a:rPr lang="en-US" altLang="en-US" sz="3400" dirty="0"/>
              <a:t>Karnaugh Map (K-map)</a:t>
            </a:r>
          </a:p>
        </p:txBody>
      </p:sp>
      <p:sp>
        <p:nvSpPr>
          <p:cNvPr id="32770" name="Content Placeholder 2">
            <a:extLst>
              <a:ext uri="{FF2B5EF4-FFF2-40B4-BE49-F238E27FC236}">
                <a16:creationId xmlns:a16="http://schemas.microsoft.com/office/drawing/2014/main" id="{116889CA-ACCE-42C1-8944-04AF4006216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77787" y="527050"/>
            <a:ext cx="8988426" cy="2665414"/>
          </a:xfrm>
        </p:spPr>
        <p:txBody>
          <a:bodyPr/>
          <a:lstStyle/>
          <a:p>
            <a:pPr marL="182880" indent="-182880"/>
            <a:r>
              <a:rPr lang="en-US" altLang="en-US" sz="2200" dirty="0"/>
              <a:t>View the function in a visual form. The map consists of cells that correspond to the rows of the truth table. Each of the rows is identified by a </a:t>
            </a:r>
            <a:r>
              <a:rPr lang="en-US" altLang="en-US" sz="2200" dirty="0" err="1"/>
              <a:t>minterm</a:t>
            </a:r>
            <a:r>
              <a:rPr lang="en-US" altLang="en-US" sz="2200" dirty="0"/>
              <a:t>.</a:t>
            </a:r>
          </a:p>
          <a:p>
            <a:pPr marL="182880" indent="-182880"/>
            <a:r>
              <a:rPr lang="en-US" altLang="en-US" sz="2200" b="1" dirty="0"/>
              <a:t>Two variable K-Map</a:t>
            </a:r>
          </a:p>
          <a:p>
            <a:pPr marL="582930" lvl="1" indent="-182880"/>
            <a:r>
              <a:rPr lang="en-US" altLang="en-US" sz="2200" dirty="0"/>
              <a:t>It has four cells. </a:t>
            </a:r>
          </a:p>
          <a:p>
            <a:pPr marL="582930" lvl="1" indent="-182880"/>
            <a:r>
              <a:rPr lang="en-US" altLang="en-US" sz="2200" dirty="0"/>
              <a:t>The columns of the map are labeled by the value of x</a:t>
            </a:r>
            <a:r>
              <a:rPr lang="en-US" altLang="en-US" sz="2200" baseline="-25000" dirty="0"/>
              <a:t>1</a:t>
            </a:r>
            <a:r>
              <a:rPr lang="en-US" altLang="en-US" sz="2200" dirty="0"/>
              <a:t>, and the rows are labeled by x</a:t>
            </a:r>
            <a:r>
              <a:rPr lang="en-US" altLang="en-US" sz="2200" baseline="-25000" dirty="0"/>
              <a:t>2</a:t>
            </a:r>
            <a:r>
              <a:rPr lang="en-US" altLang="en-US" sz="2200" dirty="0"/>
              <a:t>.</a:t>
            </a:r>
          </a:p>
          <a:p>
            <a:pPr marL="582930" lvl="1" indent="-182880"/>
            <a:r>
              <a:rPr lang="en-US" altLang="en-US" sz="2200" dirty="0"/>
              <a:t>This labeling leads to the location of </a:t>
            </a:r>
            <a:r>
              <a:rPr lang="en-US" altLang="en-US" sz="2200" dirty="0" err="1"/>
              <a:t>minterms</a:t>
            </a:r>
            <a:endParaRPr lang="en-US" altLang="en-US" sz="2200" dirty="0"/>
          </a:p>
        </p:txBody>
      </p:sp>
      <p:sp>
        <p:nvSpPr>
          <p:cNvPr id="32776" name="Rectangle 11">
            <a:extLst>
              <a:ext uri="{FF2B5EF4-FFF2-40B4-BE49-F238E27FC236}">
                <a16:creationId xmlns:a16="http://schemas.microsoft.com/office/drawing/2014/main" id="{82EF64C9-C393-42EF-906F-4AC8383A99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0" y="5943600"/>
            <a:ext cx="1662113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anose="020B0604020202020204" pitchFamily="34" charset="0"/>
                <a:ea typeface="MS PGothic" panose="020B0600070205080204" pitchFamily="34" charset="-128"/>
                <a:cs typeface="+mn-cs"/>
              </a:rPr>
              <a:t>(a) Truth table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32777" name="Rectangle 12">
            <a:extLst>
              <a:ext uri="{FF2B5EF4-FFF2-40B4-BE49-F238E27FC236}">
                <a16:creationId xmlns:a16="http://schemas.microsoft.com/office/drawing/2014/main" id="{6DFE7FBA-28E4-4A2E-802D-6955DE631B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26250" y="6019800"/>
            <a:ext cx="20447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anose="020B0604020202020204" pitchFamily="34" charset="0"/>
                <a:ea typeface="MS PGothic" panose="020B0600070205080204" pitchFamily="34" charset="-128"/>
                <a:cs typeface="+mn-cs"/>
              </a:rPr>
              <a:t>(b) Karnaugh map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32789" name="Line 24">
            <a:extLst>
              <a:ext uri="{FF2B5EF4-FFF2-40B4-BE49-F238E27FC236}">
                <a16:creationId xmlns:a16="http://schemas.microsoft.com/office/drawing/2014/main" id="{CD1BBF74-5FB1-42CB-BF03-CC346276F41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916363" y="4040188"/>
            <a:ext cx="1328737" cy="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32790" name="Line 25">
            <a:extLst>
              <a:ext uri="{FF2B5EF4-FFF2-40B4-BE49-F238E27FC236}">
                <a16:creationId xmlns:a16="http://schemas.microsoft.com/office/drawing/2014/main" id="{2DE71DF9-2B98-4472-9390-BAFD8D80D64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675188" y="3594100"/>
            <a:ext cx="1587" cy="211455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32792" name="Rectangle 27">
            <a:extLst>
              <a:ext uri="{FF2B5EF4-FFF2-40B4-BE49-F238E27FC236}">
                <a16:creationId xmlns:a16="http://schemas.microsoft.com/office/drawing/2014/main" id="{17B6F4BD-FDE4-4830-8F7F-0C3716CCC3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37000" y="3613150"/>
            <a:ext cx="166688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x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32793" name="Rectangle 28">
            <a:extLst>
              <a:ext uri="{FF2B5EF4-FFF2-40B4-BE49-F238E27FC236}">
                <a16:creationId xmlns:a16="http://schemas.microsoft.com/office/drawing/2014/main" id="{51DA658E-B376-494E-8AF7-A708F7EEA3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56063" y="3740150"/>
            <a:ext cx="161925" cy="258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7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32794" name="Rectangle 29">
            <a:extLst>
              <a:ext uri="{FF2B5EF4-FFF2-40B4-BE49-F238E27FC236}">
                <a16:creationId xmlns:a16="http://schemas.microsoft.com/office/drawing/2014/main" id="{CE2E61DD-B470-4BC7-BD1F-EA865362CD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95775" y="3613150"/>
            <a:ext cx="166688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x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32795" name="Rectangle 30">
            <a:extLst>
              <a:ext uri="{FF2B5EF4-FFF2-40B4-BE49-F238E27FC236}">
                <a16:creationId xmlns:a16="http://schemas.microsoft.com/office/drawing/2014/main" id="{E6496AE8-E567-49D6-8D25-C4FAEE3665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3250" y="3740150"/>
            <a:ext cx="161925" cy="258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7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2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32796" name="Rectangle 31">
            <a:extLst>
              <a:ext uri="{FF2B5EF4-FFF2-40B4-BE49-F238E27FC236}">
                <a16:creationId xmlns:a16="http://schemas.microsoft.com/office/drawing/2014/main" id="{3E6130E6-24E6-4CF5-B87C-62F4E41F8D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84625" y="4119563"/>
            <a:ext cx="18097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32797" name="Rectangle 32">
            <a:extLst>
              <a:ext uri="{FF2B5EF4-FFF2-40B4-BE49-F238E27FC236}">
                <a16:creationId xmlns:a16="http://schemas.microsoft.com/office/drawing/2014/main" id="{EDE8E859-ACFD-4C4A-9126-420413F8EC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46575" y="4119563"/>
            <a:ext cx="18097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 </a:t>
            </a: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32798" name="Rectangle 33">
            <a:extLst>
              <a:ext uri="{FF2B5EF4-FFF2-40B4-BE49-F238E27FC236}">
                <a16:creationId xmlns:a16="http://schemas.microsoft.com/office/drawing/2014/main" id="{CBF032A0-4E87-477D-9E90-821D9B0A20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84625" y="4503738"/>
            <a:ext cx="18097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32799" name="Rectangle 34">
            <a:extLst>
              <a:ext uri="{FF2B5EF4-FFF2-40B4-BE49-F238E27FC236}">
                <a16:creationId xmlns:a16="http://schemas.microsoft.com/office/drawing/2014/main" id="{7F967716-8024-4DAD-89DC-55F92309B0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46575" y="4503738"/>
            <a:ext cx="18097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32800" name="Rectangle 35">
            <a:extLst>
              <a:ext uri="{FF2B5EF4-FFF2-40B4-BE49-F238E27FC236}">
                <a16:creationId xmlns:a16="http://schemas.microsoft.com/office/drawing/2014/main" id="{3477D2AA-8787-4286-B01C-0C8B0006A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84625" y="4889500"/>
            <a:ext cx="18097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32801" name="Rectangle 36">
            <a:extLst>
              <a:ext uri="{FF2B5EF4-FFF2-40B4-BE49-F238E27FC236}">
                <a16:creationId xmlns:a16="http://schemas.microsoft.com/office/drawing/2014/main" id="{330BC9BA-4455-44F6-A772-696881CD38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46575" y="4889500"/>
            <a:ext cx="18097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32802" name="Rectangle 37">
            <a:extLst>
              <a:ext uri="{FF2B5EF4-FFF2-40B4-BE49-F238E27FC236}">
                <a16:creationId xmlns:a16="http://schemas.microsoft.com/office/drawing/2014/main" id="{DA0B2062-03BC-4DBA-B239-C8C4AFB3B0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84625" y="5272088"/>
            <a:ext cx="18097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32803" name="Rectangle 38">
            <a:extLst>
              <a:ext uri="{FF2B5EF4-FFF2-40B4-BE49-F238E27FC236}">
                <a16:creationId xmlns:a16="http://schemas.microsoft.com/office/drawing/2014/main" id="{54C97AD7-A129-43F2-B057-8FCF4ADD36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46575" y="5272088"/>
            <a:ext cx="18097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32804" name="Rectangle 39">
            <a:extLst>
              <a:ext uri="{FF2B5EF4-FFF2-40B4-BE49-F238E27FC236}">
                <a16:creationId xmlns:a16="http://schemas.microsoft.com/office/drawing/2014/main" id="{84729798-8F01-4F57-BF3E-64F501B457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65688" y="4116388"/>
            <a:ext cx="234950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m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32805" name="Rectangle 40">
            <a:extLst>
              <a:ext uri="{FF2B5EF4-FFF2-40B4-BE49-F238E27FC236}">
                <a16:creationId xmlns:a16="http://schemas.microsoft.com/office/drawing/2014/main" id="{41FB7298-900C-42EB-B310-D43E30303D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51425" y="4238625"/>
            <a:ext cx="142875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5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32806" name="Rectangle 41">
            <a:extLst>
              <a:ext uri="{FF2B5EF4-FFF2-40B4-BE49-F238E27FC236}">
                <a16:creationId xmlns:a16="http://schemas.microsoft.com/office/drawing/2014/main" id="{883B788C-A696-4050-B6E2-F7FEB4F8AB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65688" y="4498975"/>
            <a:ext cx="234950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m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32807" name="Rectangle 42">
            <a:extLst>
              <a:ext uri="{FF2B5EF4-FFF2-40B4-BE49-F238E27FC236}">
                <a16:creationId xmlns:a16="http://schemas.microsoft.com/office/drawing/2014/main" id="{ED3769A0-4706-4C04-AA6D-1C78CC1299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51425" y="4622800"/>
            <a:ext cx="142875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5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32808" name="Rectangle 43">
            <a:extLst>
              <a:ext uri="{FF2B5EF4-FFF2-40B4-BE49-F238E27FC236}">
                <a16:creationId xmlns:a16="http://schemas.microsoft.com/office/drawing/2014/main" id="{FBEA12E5-F3EF-4FF8-A17F-B236620B32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65688" y="5268913"/>
            <a:ext cx="234950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m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32809" name="Rectangle 44">
            <a:extLst>
              <a:ext uri="{FF2B5EF4-FFF2-40B4-BE49-F238E27FC236}">
                <a16:creationId xmlns:a16="http://schemas.microsoft.com/office/drawing/2014/main" id="{7DA61AB9-484A-4478-ACFA-CBA001A37C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51425" y="5391150"/>
            <a:ext cx="142875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5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3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32810" name="Rectangle 45">
            <a:extLst>
              <a:ext uri="{FF2B5EF4-FFF2-40B4-BE49-F238E27FC236}">
                <a16:creationId xmlns:a16="http://schemas.microsoft.com/office/drawing/2014/main" id="{94B3D1DE-4BA1-4548-B580-131FEC7A80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65688" y="4883150"/>
            <a:ext cx="234950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m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32811" name="Rectangle 46">
            <a:extLst>
              <a:ext uri="{FF2B5EF4-FFF2-40B4-BE49-F238E27FC236}">
                <a16:creationId xmlns:a16="http://schemas.microsoft.com/office/drawing/2014/main" id="{B3E9F219-018C-4392-97E3-69670F12AE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51425" y="5006975"/>
            <a:ext cx="142875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5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2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32813" name="TextBox 125">
            <a:extLst>
              <a:ext uri="{FF2B5EF4-FFF2-40B4-BE49-F238E27FC236}">
                <a16:creationId xmlns:a16="http://schemas.microsoft.com/office/drawing/2014/main" id="{A24378A1-3E53-4448-B910-6A7492F99C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56388" y="6477000"/>
            <a:ext cx="25527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[ Figure 2.49 from the textbook ]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0C71DB46-6464-46BE-8AA5-7768131B4372}"/>
              </a:ext>
            </a:extLst>
          </p:cNvPr>
          <p:cNvGrpSpPr/>
          <p:nvPr/>
        </p:nvGrpSpPr>
        <p:grpSpPr>
          <a:xfrm>
            <a:off x="6656388" y="3703638"/>
            <a:ext cx="1828800" cy="1804988"/>
            <a:chOff x="5043488" y="2406650"/>
            <a:chExt cx="1828800" cy="1804988"/>
          </a:xfrm>
        </p:grpSpPr>
        <p:sp>
          <p:nvSpPr>
            <p:cNvPr id="40" name="Rectangle 3">
              <a:extLst>
                <a:ext uri="{FF2B5EF4-FFF2-40B4-BE49-F238E27FC236}">
                  <a16:creationId xmlns:a16="http://schemas.microsoft.com/office/drawing/2014/main" id="{BA95562C-E5EF-49FD-A819-FC489B6A50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05475" y="3071813"/>
              <a:ext cx="1166813" cy="1139825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1" name="Line 4">
              <a:extLst>
                <a:ext uri="{FF2B5EF4-FFF2-40B4-BE49-F238E27FC236}">
                  <a16:creationId xmlns:a16="http://schemas.microsoft.com/office/drawing/2014/main" id="{D184420F-9FCE-4B91-BA36-CFE616A5F99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705475" y="3641725"/>
              <a:ext cx="1166813" cy="1588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2" name="Line 5">
              <a:extLst>
                <a:ext uri="{FF2B5EF4-FFF2-40B4-BE49-F238E27FC236}">
                  <a16:creationId xmlns:a16="http://schemas.microsoft.com/office/drawing/2014/main" id="{3E0F5957-2884-48DC-BA92-3D9028835E5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275388" y="3071813"/>
              <a:ext cx="1587" cy="1139825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3" name="Line 6">
              <a:extLst>
                <a:ext uri="{FF2B5EF4-FFF2-40B4-BE49-F238E27FC236}">
                  <a16:creationId xmlns:a16="http://schemas.microsoft.com/office/drawing/2014/main" id="{4883D3D0-9C22-459B-8418-3074EFE4C2C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35563" y="2501900"/>
              <a:ext cx="569912" cy="569913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grpSp>
          <p:nvGrpSpPr>
            <p:cNvPr id="44" name="Group 47">
              <a:extLst>
                <a:ext uri="{FF2B5EF4-FFF2-40B4-BE49-F238E27FC236}">
                  <a16:creationId xmlns:a16="http://schemas.microsoft.com/office/drawing/2014/main" id="{F48E863A-BB66-4023-9720-6DEA26921BF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043488" y="2582863"/>
              <a:ext cx="279400" cy="387350"/>
              <a:chOff x="3339" y="1451"/>
              <a:chExt cx="176" cy="244"/>
            </a:xfrm>
          </p:grpSpPr>
          <p:sp>
            <p:nvSpPr>
              <p:cNvPr id="45" name="Rectangle 9">
                <a:extLst>
                  <a:ext uri="{FF2B5EF4-FFF2-40B4-BE49-F238E27FC236}">
                    <a16:creationId xmlns:a16="http://schemas.microsoft.com/office/drawing/2014/main" id="{D4A68BC1-501D-4272-A34B-A056C27EF5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39" y="1451"/>
                <a:ext cx="105" cy="18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9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-Roman" charset="0"/>
                    <a:ea typeface="MS PGothic" panose="020B0600070205080204" pitchFamily="34" charset="-128"/>
                    <a:cs typeface="+mn-cs"/>
                  </a:rPr>
                  <a:t>x </a:t>
                </a: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46" name="Rectangle 10">
                <a:extLst>
                  <a:ext uri="{FF2B5EF4-FFF2-40B4-BE49-F238E27FC236}">
                    <a16:creationId xmlns:a16="http://schemas.microsoft.com/office/drawing/2014/main" id="{C9037A9C-5B7D-488A-9043-8BD6558BBF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13" y="1532"/>
                <a:ext cx="102" cy="1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7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-Roman" charset="0"/>
                    <a:ea typeface="MS PGothic" panose="020B0600070205080204" pitchFamily="34" charset="-128"/>
                    <a:cs typeface="+mn-cs"/>
                  </a:rPr>
                  <a:t>2 </a:t>
                </a: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47" name="Rectangle 13">
              <a:extLst>
                <a:ext uri="{FF2B5EF4-FFF2-40B4-BE49-F238E27FC236}">
                  <a16:creationId xmlns:a16="http://schemas.microsoft.com/office/drawing/2014/main" id="{B4260E43-CE46-4467-BCBA-A20C01A063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34013" y="3235325"/>
              <a:ext cx="180975" cy="288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0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8" name="Rectangle 14">
              <a:extLst>
                <a:ext uri="{FF2B5EF4-FFF2-40B4-BE49-F238E27FC236}">
                  <a16:creationId xmlns:a16="http://schemas.microsoft.com/office/drawing/2014/main" id="{70999389-B730-40A2-910F-1E0567E508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9725" y="3811588"/>
              <a:ext cx="180975" cy="288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1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9" name="Rectangle 15">
              <a:extLst>
                <a:ext uri="{FF2B5EF4-FFF2-40B4-BE49-F238E27FC236}">
                  <a16:creationId xmlns:a16="http://schemas.microsoft.com/office/drawing/2014/main" id="{AE7E6D35-73F9-4C48-A184-2BBAF207B5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42013" y="2754313"/>
              <a:ext cx="180975" cy="288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0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50" name="Rectangle 16">
              <a:extLst>
                <a:ext uri="{FF2B5EF4-FFF2-40B4-BE49-F238E27FC236}">
                  <a16:creationId xmlns:a16="http://schemas.microsoft.com/office/drawing/2014/main" id="{ED424490-5B7D-4E24-A067-C54DC2F6AF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19863" y="2754313"/>
              <a:ext cx="180975" cy="288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1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51" name="Rectangle 17">
              <a:extLst>
                <a:ext uri="{FF2B5EF4-FFF2-40B4-BE49-F238E27FC236}">
                  <a16:creationId xmlns:a16="http://schemas.microsoft.com/office/drawing/2014/main" id="{0C7FC857-60DB-4015-A0BF-A5BB9EFE6B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46763" y="3190875"/>
              <a:ext cx="234950" cy="288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m </a:t>
              </a: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52" name="Rectangle 18">
              <a:extLst>
                <a:ext uri="{FF2B5EF4-FFF2-40B4-BE49-F238E27FC236}">
                  <a16:creationId xmlns:a16="http://schemas.microsoft.com/office/drawing/2014/main" id="{C71DEB6B-B50C-4F24-BA73-A4617B8A59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32500" y="3314700"/>
              <a:ext cx="142875" cy="228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5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0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53" name="Rectangle 19">
              <a:extLst>
                <a:ext uri="{FF2B5EF4-FFF2-40B4-BE49-F238E27FC236}">
                  <a16:creationId xmlns:a16="http://schemas.microsoft.com/office/drawing/2014/main" id="{99F9A7D2-61E7-4921-AEE6-DFF5B1B99E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24613" y="3190875"/>
              <a:ext cx="234950" cy="288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m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54" name="Rectangle 20">
              <a:extLst>
                <a:ext uri="{FF2B5EF4-FFF2-40B4-BE49-F238E27FC236}">
                  <a16:creationId xmlns:a16="http://schemas.microsoft.com/office/drawing/2014/main" id="{677893B6-BB77-4A8B-BEB1-97560C55CC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08763" y="3314700"/>
              <a:ext cx="142875" cy="228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5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2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55" name="Rectangle 21">
              <a:extLst>
                <a:ext uri="{FF2B5EF4-FFF2-40B4-BE49-F238E27FC236}">
                  <a16:creationId xmlns:a16="http://schemas.microsoft.com/office/drawing/2014/main" id="{49A4B5C2-7D73-46C6-B328-CBDDE776C1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24613" y="3767138"/>
              <a:ext cx="234950" cy="288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m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56" name="Rectangle 22">
              <a:extLst>
                <a:ext uri="{FF2B5EF4-FFF2-40B4-BE49-F238E27FC236}">
                  <a16:creationId xmlns:a16="http://schemas.microsoft.com/office/drawing/2014/main" id="{79FDAC0D-EF5E-45D9-94F3-2BA8F2FF39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08763" y="3889375"/>
              <a:ext cx="142875" cy="228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5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3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57" name="Rectangle 23">
              <a:extLst>
                <a:ext uri="{FF2B5EF4-FFF2-40B4-BE49-F238E27FC236}">
                  <a16:creationId xmlns:a16="http://schemas.microsoft.com/office/drawing/2014/main" id="{D79792D3-45D1-40AD-9E56-D791C6C5DA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46763" y="3767138"/>
              <a:ext cx="234950" cy="288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m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58" name="Rectangle 26">
              <a:extLst>
                <a:ext uri="{FF2B5EF4-FFF2-40B4-BE49-F238E27FC236}">
                  <a16:creationId xmlns:a16="http://schemas.microsoft.com/office/drawing/2014/main" id="{CE0782D3-B823-43FD-AA96-64B887740F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32500" y="3889375"/>
              <a:ext cx="142875" cy="228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5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1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grpSp>
          <p:nvGrpSpPr>
            <p:cNvPr id="59" name="Group 48">
              <a:extLst>
                <a:ext uri="{FF2B5EF4-FFF2-40B4-BE49-F238E27FC236}">
                  <a16:creationId xmlns:a16="http://schemas.microsoft.com/office/drawing/2014/main" id="{1EC3BC77-04C8-4BD8-805F-8FD8F2A993D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483225" y="2406650"/>
              <a:ext cx="279400" cy="387350"/>
              <a:chOff x="3339" y="1451"/>
              <a:chExt cx="176" cy="244"/>
            </a:xfrm>
          </p:grpSpPr>
          <p:sp>
            <p:nvSpPr>
              <p:cNvPr id="60" name="Rectangle 49">
                <a:extLst>
                  <a:ext uri="{FF2B5EF4-FFF2-40B4-BE49-F238E27FC236}">
                    <a16:creationId xmlns:a16="http://schemas.microsoft.com/office/drawing/2014/main" id="{F106B029-A320-4079-98D2-9FA35C2075A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39" y="1451"/>
                <a:ext cx="105" cy="18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9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-Roman" charset="0"/>
                    <a:ea typeface="MS PGothic" panose="020B0600070205080204" pitchFamily="34" charset="-128"/>
                    <a:cs typeface="+mn-cs"/>
                  </a:rPr>
                  <a:t>x </a:t>
                </a: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61" name="Rectangle 50">
                <a:extLst>
                  <a:ext uri="{FF2B5EF4-FFF2-40B4-BE49-F238E27FC236}">
                    <a16:creationId xmlns:a16="http://schemas.microsoft.com/office/drawing/2014/main" id="{6319C93E-C8C0-441A-B3F7-D652638EE1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13" y="1532"/>
                <a:ext cx="102" cy="1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7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-Roman" charset="0"/>
                    <a:ea typeface="MS PGothic" panose="020B0600070205080204" pitchFamily="34" charset="-128"/>
                    <a:cs typeface="+mn-cs"/>
                  </a:rPr>
                  <a:t>1 </a:t>
                </a: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6493624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Title 1">
            <a:extLst>
              <a:ext uri="{FF2B5EF4-FFF2-40B4-BE49-F238E27FC236}">
                <a16:creationId xmlns:a16="http://schemas.microsoft.com/office/drawing/2014/main" id="{C7A3A076-825F-4EF1-930A-AD1FFFF70F0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" y="76200"/>
            <a:ext cx="8686800" cy="609600"/>
          </a:xfrm>
        </p:spPr>
        <p:txBody>
          <a:bodyPr/>
          <a:lstStyle/>
          <a:p>
            <a:r>
              <a:rPr lang="en-US" altLang="en-US" sz="3400" dirty="0" err="1"/>
              <a:t>Minterms</a:t>
            </a:r>
            <a:endParaRPr lang="en-US" altLang="en-US" sz="3400" dirty="0"/>
          </a:p>
        </p:txBody>
      </p:sp>
      <p:sp>
        <p:nvSpPr>
          <p:cNvPr id="33794" name="Line 24">
            <a:extLst>
              <a:ext uri="{FF2B5EF4-FFF2-40B4-BE49-F238E27FC236}">
                <a16:creationId xmlns:a16="http://schemas.microsoft.com/office/drawing/2014/main" id="{02E32B6D-912E-4372-9AC7-E6D3CFCED06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24262" y="2198687"/>
            <a:ext cx="1328738" cy="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33795" name="Line 25">
            <a:extLst>
              <a:ext uri="{FF2B5EF4-FFF2-40B4-BE49-F238E27FC236}">
                <a16:creationId xmlns:a16="http://schemas.microsoft.com/office/drawing/2014/main" id="{7018B258-A74C-4B0E-AA60-4A9EDEE57C2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383087" y="1752600"/>
            <a:ext cx="1588" cy="211455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33796" name="Rectangle 27">
            <a:extLst>
              <a:ext uri="{FF2B5EF4-FFF2-40B4-BE49-F238E27FC236}">
                <a16:creationId xmlns:a16="http://schemas.microsoft.com/office/drawing/2014/main" id="{EDF69463-681A-41C8-8D11-066F2E532C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44900" y="1771650"/>
            <a:ext cx="166687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x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33797" name="Rectangle 28">
            <a:extLst>
              <a:ext uri="{FF2B5EF4-FFF2-40B4-BE49-F238E27FC236}">
                <a16:creationId xmlns:a16="http://schemas.microsoft.com/office/drawing/2014/main" id="{F3CBE1CE-4F67-46A2-A145-23D2D076CF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63962" y="1898650"/>
            <a:ext cx="161925" cy="258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7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33798" name="Rectangle 29">
            <a:extLst>
              <a:ext uri="{FF2B5EF4-FFF2-40B4-BE49-F238E27FC236}">
                <a16:creationId xmlns:a16="http://schemas.microsoft.com/office/drawing/2014/main" id="{83C44BDC-4754-4CF1-9BC2-68950B1E62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03675" y="1771650"/>
            <a:ext cx="166687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x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33799" name="Rectangle 30">
            <a:extLst>
              <a:ext uri="{FF2B5EF4-FFF2-40B4-BE49-F238E27FC236}">
                <a16:creationId xmlns:a16="http://schemas.microsoft.com/office/drawing/2014/main" id="{FDAA400A-160E-4EF2-8ADD-657338C985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21150" y="1898650"/>
            <a:ext cx="161925" cy="258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7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2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33800" name="Rectangle 31">
            <a:extLst>
              <a:ext uri="{FF2B5EF4-FFF2-40B4-BE49-F238E27FC236}">
                <a16:creationId xmlns:a16="http://schemas.microsoft.com/office/drawing/2014/main" id="{AF66989D-94AC-42BC-89AD-75985076D5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92525" y="2278062"/>
            <a:ext cx="18097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33801" name="Rectangle 32">
            <a:extLst>
              <a:ext uri="{FF2B5EF4-FFF2-40B4-BE49-F238E27FC236}">
                <a16:creationId xmlns:a16="http://schemas.microsoft.com/office/drawing/2014/main" id="{E44434C3-D441-4DA6-BA89-EEC8081DF0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54475" y="2278062"/>
            <a:ext cx="18097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33802" name="Rectangle 33">
            <a:extLst>
              <a:ext uri="{FF2B5EF4-FFF2-40B4-BE49-F238E27FC236}">
                <a16:creationId xmlns:a16="http://schemas.microsoft.com/office/drawing/2014/main" id="{B31D68D1-F90A-4A27-BA98-D0E6400F97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92525" y="2662237"/>
            <a:ext cx="18097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33803" name="Rectangle 34">
            <a:extLst>
              <a:ext uri="{FF2B5EF4-FFF2-40B4-BE49-F238E27FC236}">
                <a16:creationId xmlns:a16="http://schemas.microsoft.com/office/drawing/2014/main" id="{861597C3-B936-4D4E-8383-1C85544E13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54475" y="2662237"/>
            <a:ext cx="18097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33804" name="Rectangle 35">
            <a:extLst>
              <a:ext uri="{FF2B5EF4-FFF2-40B4-BE49-F238E27FC236}">
                <a16:creationId xmlns:a16="http://schemas.microsoft.com/office/drawing/2014/main" id="{A6688B12-6778-4736-8D17-FBE9BC54AA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92525" y="3048000"/>
            <a:ext cx="18097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33805" name="Rectangle 36">
            <a:extLst>
              <a:ext uri="{FF2B5EF4-FFF2-40B4-BE49-F238E27FC236}">
                <a16:creationId xmlns:a16="http://schemas.microsoft.com/office/drawing/2014/main" id="{4C4BB4CC-9CF7-4E44-BFFB-573FF930EF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54475" y="3048000"/>
            <a:ext cx="18097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33806" name="Rectangle 37">
            <a:extLst>
              <a:ext uri="{FF2B5EF4-FFF2-40B4-BE49-F238E27FC236}">
                <a16:creationId xmlns:a16="http://schemas.microsoft.com/office/drawing/2014/main" id="{5B0A79D4-DC99-4684-B056-FB6DEE52E5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92525" y="3430587"/>
            <a:ext cx="18097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33807" name="Rectangle 38">
            <a:extLst>
              <a:ext uri="{FF2B5EF4-FFF2-40B4-BE49-F238E27FC236}">
                <a16:creationId xmlns:a16="http://schemas.microsoft.com/office/drawing/2014/main" id="{3FC6F4F8-FDA7-4417-A5B5-D8817B8571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54475" y="3430587"/>
            <a:ext cx="18097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33808" name="Rectangle 39">
            <a:extLst>
              <a:ext uri="{FF2B5EF4-FFF2-40B4-BE49-F238E27FC236}">
                <a16:creationId xmlns:a16="http://schemas.microsoft.com/office/drawing/2014/main" id="{F155B772-613E-4036-BB40-19689D4486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3587" y="2274887"/>
            <a:ext cx="234950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m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33809" name="Rectangle 40">
            <a:extLst>
              <a:ext uri="{FF2B5EF4-FFF2-40B4-BE49-F238E27FC236}">
                <a16:creationId xmlns:a16="http://schemas.microsoft.com/office/drawing/2014/main" id="{486F54B2-9A46-474D-BCD4-EA57AE3D9F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9325" y="2397125"/>
            <a:ext cx="142875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5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33810" name="Rectangle 41">
            <a:extLst>
              <a:ext uri="{FF2B5EF4-FFF2-40B4-BE49-F238E27FC236}">
                <a16:creationId xmlns:a16="http://schemas.microsoft.com/office/drawing/2014/main" id="{5580ED57-9A81-44CA-B596-5DF4CB5C82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3587" y="2657475"/>
            <a:ext cx="234950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m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33811" name="Rectangle 42">
            <a:extLst>
              <a:ext uri="{FF2B5EF4-FFF2-40B4-BE49-F238E27FC236}">
                <a16:creationId xmlns:a16="http://schemas.microsoft.com/office/drawing/2014/main" id="{6E4C2835-03D6-4B50-91B6-8CABF498D6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9325" y="2781300"/>
            <a:ext cx="142875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5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33812" name="Rectangle 43">
            <a:extLst>
              <a:ext uri="{FF2B5EF4-FFF2-40B4-BE49-F238E27FC236}">
                <a16:creationId xmlns:a16="http://schemas.microsoft.com/office/drawing/2014/main" id="{F66BCC79-0D45-4942-82F3-609B5AC5C4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3587" y="3427412"/>
            <a:ext cx="234950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m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33813" name="Rectangle 44">
            <a:extLst>
              <a:ext uri="{FF2B5EF4-FFF2-40B4-BE49-F238E27FC236}">
                <a16:creationId xmlns:a16="http://schemas.microsoft.com/office/drawing/2014/main" id="{E0697A49-8633-4A47-A020-630F87623A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9325" y="3549650"/>
            <a:ext cx="142875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5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3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33814" name="Rectangle 45">
            <a:extLst>
              <a:ext uri="{FF2B5EF4-FFF2-40B4-BE49-F238E27FC236}">
                <a16:creationId xmlns:a16="http://schemas.microsoft.com/office/drawing/2014/main" id="{3AF23F98-DE1A-4687-8F9A-9C56C82F6A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3587" y="3041650"/>
            <a:ext cx="234950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m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33815" name="Rectangle 46">
            <a:extLst>
              <a:ext uri="{FF2B5EF4-FFF2-40B4-BE49-F238E27FC236}">
                <a16:creationId xmlns:a16="http://schemas.microsoft.com/office/drawing/2014/main" id="{464D47AA-70C8-46A2-B6AB-B604CEC309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9325" y="3165475"/>
            <a:ext cx="142875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5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2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33816" name="Line 24">
            <a:extLst>
              <a:ext uri="{FF2B5EF4-FFF2-40B4-BE49-F238E27FC236}">
                <a16:creationId xmlns:a16="http://schemas.microsoft.com/office/drawing/2014/main" id="{5EA9CCD8-0800-4D11-B8FD-91BAB2EC96A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251575" y="2217737"/>
            <a:ext cx="2740025" cy="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33817" name="Line 25">
            <a:extLst>
              <a:ext uri="{FF2B5EF4-FFF2-40B4-BE49-F238E27FC236}">
                <a16:creationId xmlns:a16="http://schemas.microsoft.com/office/drawing/2014/main" id="{436EE4CF-7A37-4BD8-B9FF-1C817B9A481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010400" y="1771650"/>
            <a:ext cx="1587" cy="211455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33818" name="Rectangle 27">
            <a:extLst>
              <a:ext uri="{FF2B5EF4-FFF2-40B4-BE49-F238E27FC236}">
                <a16:creationId xmlns:a16="http://schemas.microsoft.com/office/drawing/2014/main" id="{28EA784B-155A-45DC-B740-277C8979F7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72212" y="1790700"/>
            <a:ext cx="166688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x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33819" name="Rectangle 28">
            <a:extLst>
              <a:ext uri="{FF2B5EF4-FFF2-40B4-BE49-F238E27FC236}">
                <a16:creationId xmlns:a16="http://schemas.microsoft.com/office/drawing/2014/main" id="{58ACF5EF-8CAE-458F-A355-13DCC8D2AD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91275" y="1917700"/>
            <a:ext cx="161925" cy="258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7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33820" name="Rectangle 29">
            <a:extLst>
              <a:ext uri="{FF2B5EF4-FFF2-40B4-BE49-F238E27FC236}">
                <a16:creationId xmlns:a16="http://schemas.microsoft.com/office/drawing/2014/main" id="{DB71DD15-9083-4543-90F4-4E42341059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30987" y="1790700"/>
            <a:ext cx="166688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x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33821" name="Rectangle 30">
            <a:extLst>
              <a:ext uri="{FF2B5EF4-FFF2-40B4-BE49-F238E27FC236}">
                <a16:creationId xmlns:a16="http://schemas.microsoft.com/office/drawing/2014/main" id="{8DC7B8C3-DF66-4F0B-B09B-BC33D1D8CF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48462" y="1917700"/>
            <a:ext cx="161925" cy="258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7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2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33822" name="Rectangle 31">
            <a:extLst>
              <a:ext uri="{FF2B5EF4-FFF2-40B4-BE49-F238E27FC236}">
                <a16:creationId xmlns:a16="http://schemas.microsoft.com/office/drawing/2014/main" id="{290D7F0D-DC2F-4E44-AE22-75773D5882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19837" y="2297112"/>
            <a:ext cx="18097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33823" name="Rectangle 32">
            <a:extLst>
              <a:ext uri="{FF2B5EF4-FFF2-40B4-BE49-F238E27FC236}">
                <a16:creationId xmlns:a16="http://schemas.microsoft.com/office/drawing/2014/main" id="{D3B7EFBA-F4ED-4A2E-AB4F-79A06DD942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81787" y="2297112"/>
            <a:ext cx="18097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33824" name="Rectangle 33">
            <a:extLst>
              <a:ext uri="{FF2B5EF4-FFF2-40B4-BE49-F238E27FC236}">
                <a16:creationId xmlns:a16="http://schemas.microsoft.com/office/drawing/2014/main" id="{508DF1F9-5499-48C3-A418-54AC254CA7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19837" y="2681287"/>
            <a:ext cx="18097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33825" name="Rectangle 34">
            <a:extLst>
              <a:ext uri="{FF2B5EF4-FFF2-40B4-BE49-F238E27FC236}">
                <a16:creationId xmlns:a16="http://schemas.microsoft.com/office/drawing/2014/main" id="{7E0F0C18-E425-487C-8858-098946EA2E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81787" y="2681287"/>
            <a:ext cx="18097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33826" name="Rectangle 35">
            <a:extLst>
              <a:ext uri="{FF2B5EF4-FFF2-40B4-BE49-F238E27FC236}">
                <a16:creationId xmlns:a16="http://schemas.microsoft.com/office/drawing/2014/main" id="{C990E160-C71F-46D6-8633-44ED273D0B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19837" y="3067050"/>
            <a:ext cx="18097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33827" name="Rectangle 36">
            <a:extLst>
              <a:ext uri="{FF2B5EF4-FFF2-40B4-BE49-F238E27FC236}">
                <a16:creationId xmlns:a16="http://schemas.microsoft.com/office/drawing/2014/main" id="{06AD1920-EB21-4A92-874F-F945FE6E72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81787" y="3067050"/>
            <a:ext cx="18097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33828" name="Rectangle 37">
            <a:extLst>
              <a:ext uri="{FF2B5EF4-FFF2-40B4-BE49-F238E27FC236}">
                <a16:creationId xmlns:a16="http://schemas.microsoft.com/office/drawing/2014/main" id="{27AB27BA-5EAF-4453-8456-47A03644A1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19837" y="3449637"/>
            <a:ext cx="18097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33829" name="Rectangle 38">
            <a:extLst>
              <a:ext uri="{FF2B5EF4-FFF2-40B4-BE49-F238E27FC236}">
                <a16:creationId xmlns:a16="http://schemas.microsoft.com/office/drawing/2014/main" id="{35ED71D7-77A5-46A3-A492-6F4C1047FE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81787" y="3449637"/>
            <a:ext cx="18097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33830" name="Rectangle 39">
            <a:extLst>
              <a:ext uri="{FF2B5EF4-FFF2-40B4-BE49-F238E27FC236}">
                <a16:creationId xmlns:a16="http://schemas.microsoft.com/office/drawing/2014/main" id="{E8967029-8A7D-4F37-9656-6664C80C17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39000" y="2293937"/>
            <a:ext cx="203200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33831" name="Rectangle 41">
            <a:extLst>
              <a:ext uri="{FF2B5EF4-FFF2-40B4-BE49-F238E27FC236}">
                <a16:creationId xmlns:a16="http://schemas.microsoft.com/office/drawing/2014/main" id="{5044600E-EBB6-4BD0-BCCA-E81F88974D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39000" y="2676525"/>
            <a:ext cx="136525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33832" name="Rectangle 43">
            <a:extLst>
              <a:ext uri="{FF2B5EF4-FFF2-40B4-BE49-F238E27FC236}">
                <a16:creationId xmlns:a16="http://schemas.microsoft.com/office/drawing/2014/main" id="{40688E93-BD6B-4B8F-A98A-4CE95A44E6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39000" y="3446462"/>
            <a:ext cx="136525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33833" name="Rectangle 45">
            <a:extLst>
              <a:ext uri="{FF2B5EF4-FFF2-40B4-BE49-F238E27FC236}">
                <a16:creationId xmlns:a16="http://schemas.microsoft.com/office/drawing/2014/main" id="{53D861EF-C224-4A38-A231-C1A94E468C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39000" y="3060700"/>
            <a:ext cx="136525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33834" name="Rectangle 47">
            <a:extLst>
              <a:ext uri="{FF2B5EF4-FFF2-40B4-BE49-F238E27FC236}">
                <a16:creationId xmlns:a16="http://schemas.microsoft.com/office/drawing/2014/main" id="{FC892FED-C804-43C7-9437-316D997513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00900" y="1868487"/>
            <a:ext cx="234950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m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33835" name="Rectangle 48">
            <a:extLst>
              <a:ext uri="{FF2B5EF4-FFF2-40B4-BE49-F238E27FC236}">
                <a16:creationId xmlns:a16="http://schemas.microsoft.com/office/drawing/2014/main" id="{3DC4B452-E63A-4929-92B4-C58BA50907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88250" y="1866900"/>
            <a:ext cx="234950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m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33836" name="Rectangle 49">
            <a:extLst>
              <a:ext uri="{FF2B5EF4-FFF2-40B4-BE49-F238E27FC236}">
                <a16:creationId xmlns:a16="http://schemas.microsoft.com/office/drawing/2014/main" id="{B7170998-0820-4767-803B-3BAF1AA57F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80362" y="1870075"/>
            <a:ext cx="234950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m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33837" name="Rectangle 50">
            <a:extLst>
              <a:ext uri="{FF2B5EF4-FFF2-40B4-BE49-F238E27FC236}">
                <a16:creationId xmlns:a16="http://schemas.microsoft.com/office/drawing/2014/main" id="{B75EBFBC-71EB-4796-BDEB-8CC80384B6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67712" y="1868487"/>
            <a:ext cx="234950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m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33838" name="Rectangle 51">
            <a:extLst>
              <a:ext uri="{FF2B5EF4-FFF2-40B4-BE49-F238E27FC236}">
                <a16:creationId xmlns:a16="http://schemas.microsoft.com/office/drawing/2014/main" id="{02EC3BA8-9677-4E10-8BDC-C3E0832AC4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6350" y="2293937"/>
            <a:ext cx="136525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33839" name="Rectangle 52">
            <a:extLst>
              <a:ext uri="{FF2B5EF4-FFF2-40B4-BE49-F238E27FC236}">
                <a16:creationId xmlns:a16="http://schemas.microsoft.com/office/drawing/2014/main" id="{000780D1-0942-47D5-9C5C-AD5EDF197E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6350" y="2676525"/>
            <a:ext cx="136525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33840" name="Rectangle 53">
            <a:extLst>
              <a:ext uri="{FF2B5EF4-FFF2-40B4-BE49-F238E27FC236}">
                <a16:creationId xmlns:a16="http://schemas.microsoft.com/office/drawing/2014/main" id="{07D404F3-69FF-47D2-99AD-DCECA21FE1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6350" y="3446462"/>
            <a:ext cx="136525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33841" name="Rectangle 54">
            <a:extLst>
              <a:ext uri="{FF2B5EF4-FFF2-40B4-BE49-F238E27FC236}">
                <a16:creationId xmlns:a16="http://schemas.microsoft.com/office/drawing/2014/main" id="{D4D7A9A7-B960-4B94-9FB9-4A910829FB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6350" y="3060700"/>
            <a:ext cx="136525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33842" name="Rectangle 59">
            <a:extLst>
              <a:ext uri="{FF2B5EF4-FFF2-40B4-BE49-F238E27FC236}">
                <a16:creationId xmlns:a16="http://schemas.microsoft.com/office/drawing/2014/main" id="{2BAD13BA-13AB-491F-B5C3-F6FD58E4EA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18462" y="2293937"/>
            <a:ext cx="136525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33843" name="Rectangle 60">
            <a:extLst>
              <a:ext uri="{FF2B5EF4-FFF2-40B4-BE49-F238E27FC236}">
                <a16:creationId xmlns:a16="http://schemas.microsoft.com/office/drawing/2014/main" id="{095253F5-D386-49D8-945A-C2DD117529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18462" y="2676525"/>
            <a:ext cx="136525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33844" name="Rectangle 61">
            <a:extLst>
              <a:ext uri="{FF2B5EF4-FFF2-40B4-BE49-F238E27FC236}">
                <a16:creationId xmlns:a16="http://schemas.microsoft.com/office/drawing/2014/main" id="{32C2B5D3-A490-41EC-AC9F-5197A84909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18462" y="3446462"/>
            <a:ext cx="136525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33845" name="Rectangle 62">
            <a:extLst>
              <a:ext uri="{FF2B5EF4-FFF2-40B4-BE49-F238E27FC236}">
                <a16:creationId xmlns:a16="http://schemas.microsoft.com/office/drawing/2014/main" id="{39C3D954-0AB7-41C9-8ACD-A6DF8C4FC4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18462" y="3060700"/>
            <a:ext cx="136525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33846" name="Rectangle 63">
            <a:extLst>
              <a:ext uri="{FF2B5EF4-FFF2-40B4-BE49-F238E27FC236}">
                <a16:creationId xmlns:a16="http://schemas.microsoft.com/office/drawing/2014/main" id="{32025855-FD6D-445C-ACA2-F20B9B5983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05812" y="2293937"/>
            <a:ext cx="204788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33847" name="Rectangle 64">
            <a:extLst>
              <a:ext uri="{FF2B5EF4-FFF2-40B4-BE49-F238E27FC236}">
                <a16:creationId xmlns:a16="http://schemas.microsoft.com/office/drawing/2014/main" id="{BF8E666C-3B19-45CF-B41E-9F6741990A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05812" y="2676525"/>
            <a:ext cx="136525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33848" name="Rectangle 65">
            <a:extLst>
              <a:ext uri="{FF2B5EF4-FFF2-40B4-BE49-F238E27FC236}">
                <a16:creationId xmlns:a16="http://schemas.microsoft.com/office/drawing/2014/main" id="{CD35443D-97B1-4A67-B849-97D3E9A7E3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05812" y="3446462"/>
            <a:ext cx="136525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33849" name="Rectangle 66">
            <a:extLst>
              <a:ext uri="{FF2B5EF4-FFF2-40B4-BE49-F238E27FC236}">
                <a16:creationId xmlns:a16="http://schemas.microsoft.com/office/drawing/2014/main" id="{20607497-4495-44FC-A620-CF383683B6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05812" y="3060700"/>
            <a:ext cx="136525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33850" name="Rectangle 40">
            <a:extLst>
              <a:ext uri="{FF2B5EF4-FFF2-40B4-BE49-F238E27FC236}">
                <a16:creationId xmlns:a16="http://schemas.microsoft.com/office/drawing/2014/main" id="{BE518754-5A8E-407B-BD02-EB0E56C5A3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02512" y="1989137"/>
            <a:ext cx="142875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5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33851" name="Rectangle 40">
            <a:extLst>
              <a:ext uri="{FF2B5EF4-FFF2-40B4-BE49-F238E27FC236}">
                <a16:creationId xmlns:a16="http://schemas.microsoft.com/office/drawing/2014/main" id="{FA2ED094-BE5F-47E4-A5FA-3ACFF6D78F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81925" y="1989137"/>
            <a:ext cx="106362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5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33852" name="Rectangle 40">
            <a:extLst>
              <a:ext uri="{FF2B5EF4-FFF2-40B4-BE49-F238E27FC236}">
                <a16:creationId xmlns:a16="http://schemas.microsoft.com/office/drawing/2014/main" id="{9AF27A43-B2F9-4D90-A129-89110BA9FB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70862" y="1989137"/>
            <a:ext cx="1079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5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2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33853" name="Rectangle 40">
            <a:extLst>
              <a:ext uri="{FF2B5EF4-FFF2-40B4-BE49-F238E27FC236}">
                <a16:creationId xmlns:a16="http://schemas.microsoft.com/office/drawing/2014/main" id="{D8263693-6D12-42CD-8278-B490123B88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62975" y="1989137"/>
            <a:ext cx="1079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5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3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BFD82D9E-8248-43DA-87EB-2F9506C26CDD}"/>
                  </a:ext>
                </a:extLst>
              </p14:cNvPr>
              <p14:cNvContentPartPr/>
              <p14:nvPr/>
            </p14:nvContentPartPr>
            <p14:xfrm>
              <a:off x="7202880" y="2307240"/>
              <a:ext cx="1415880" cy="141588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BFD82D9E-8248-43DA-87EB-2F9506C26CD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193520" y="2297880"/>
                <a:ext cx="1434600" cy="14346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Title 1">
            <a:extLst>
              <a:ext uri="{FF2B5EF4-FFF2-40B4-BE49-F238E27FC236}">
                <a16:creationId xmlns:a16="http://schemas.microsoft.com/office/drawing/2014/main" id="{54367C21-C2C1-4602-9641-D13D0ECA0C0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" y="76200"/>
            <a:ext cx="8686800" cy="457200"/>
          </a:xfrm>
        </p:spPr>
        <p:txBody>
          <a:bodyPr/>
          <a:lstStyle/>
          <a:p>
            <a:r>
              <a:rPr lang="en-US" altLang="en-US" sz="3400" dirty="0" err="1"/>
              <a:t>Minterm</a:t>
            </a:r>
            <a:r>
              <a:rPr lang="en-US" altLang="en-US" sz="3400" dirty="0"/>
              <a:t> Example</a:t>
            </a:r>
          </a:p>
        </p:txBody>
      </p:sp>
      <p:sp>
        <p:nvSpPr>
          <p:cNvPr id="34818" name="Line 24">
            <a:extLst>
              <a:ext uri="{FF2B5EF4-FFF2-40B4-BE49-F238E27FC236}">
                <a16:creationId xmlns:a16="http://schemas.microsoft.com/office/drawing/2014/main" id="{0C4AB4B1-1866-478B-8CD0-5DD8631EA9C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711450" y="1741487"/>
            <a:ext cx="1328738" cy="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34819" name="Line 25">
            <a:extLst>
              <a:ext uri="{FF2B5EF4-FFF2-40B4-BE49-F238E27FC236}">
                <a16:creationId xmlns:a16="http://schemas.microsoft.com/office/drawing/2014/main" id="{C5D80CC8-6396-4C2C-B638-1D4A096DBD2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470275" y="1295400"/>
            <a:ext cx="1588" cy="211455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34820" name="Rectangle 27">
            <a:extLst>
              <a:ext uri="{FF2B5EF4-FFF2-40B4-BE49-F238E27FC236}">
                <a16:creationId xmlns:a16="http://schemas.microsoft.com/office/drawing/2014/main" id="{21E39818-8FE1-4838-880C-233FEBC362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32088" y="1314450"/>
            <a:ext cx="166687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x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34821" name="Rectangle 28">
            <a:extLst>
              <a:ext uri="{FF2B5EF4-FFF2-40B4-BE49-F238E27FC236}">
                <a16:creationId xmlns:a16="http://schemas.microsoft.com/office/drawing/2014/main" id="{1771FF70-7050-4A98-A734-381F577964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51150" y="1441450"/>
            <a:ext cx="161925" cy="258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7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34822" name="Rectangle 29">
            <a:extLst>
              <a:ext uri="{FF2B5EF4-FFF2-40B4-BE49-F238E27FC236}">
                <a16:creationId xmlns:a16="http://schemas.microsoft.com/office/drawing/2014/main" id="{D030B6ED-031B-4357-A23A-656BB34CE9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90863" y="1314450"/>
            <a:ext cx="166687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x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34823" name="Rectangle 30">
            <a:extLst>
              <a:ext uri="{FF2B5EF4-FFF2-40B4-BE49-F238E27FC236}">
                <a16:creationId xmlns:a16="http://schemas.microsoft.com/office/drawing/2014/main" id="{A24A5AFE-3043-47DE-860D-4F634B9203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8338" y="1441450"/>
            <a:ext cx="161925" cy="258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7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2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34824" name="Rectangle 31">
            <a:extLst>
              <a:ext uri="{FF2B5EF4-FFF2-40B4-BE49-F238E27FC236}">
                <a16:creationId xmlns:a16="http://schemas.microsoft.com/office/drawing/2014/main" id="{4818C7C1-C959-4E96-A773-3353FDB9F0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79713" y="1820862"/>
            <a:ext cx="18097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34825" name="Rectangle 32">
            <a:extLst>
              <a:ext uri="{FF2B5EF4-FFF2-40B4-BE49-F238E27FC236}">
                <a16:creationId xmlns:a16="http://schemas.microsoft.com/office/drawing/2014/main" id="{ABA33957-8183-451D-B389-74A2848F39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41663" y="1820862"/>
            <a:ext cx="18097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34826" name="Rectangle 33">
            <a:extLst>
              <a:ext uri="{FF2B5EF4-FFF2-40B4-BE49-F238E27FC236}">
                <a16:creationId xmlns:a16="http://schemas.microsoft.com/office/drawing/2014/main" id="{32ED0BA9-1E75-4304-9B62-8FC5B7F265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79713" y="2205037"/>
            <a:ext cx="18097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34827" name="Rectangle 34">
            <a:extLst>
              <a:ext uri="{FF2B5EF4-FFF2-40B4-BE49-F238E27FC236}">
                <a16:creationId xmlns:a16="http://schemas.microsoft.com/office/drawing/2014/main" id="{098D322E-A364-4BD2-8F18-63E94B7E3F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41663" y="2205037"/>
            <a:ext cx="18097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34828" name="Rectangle 35">
            <a:extLst>
              <a:ext uri="{FF2B5EF4-FFF2-40B4-BE49-F238E27FC236}">
                <a16:creationId xmlns:a16="http://schemas.microsoft.com/office/drawing/2014/main" id="{E384220D-E3DC-4816-93A4-79847906D9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79713" y="2590800"/>
            <a:ext cx="18097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34829" name="Rectangle 36">
            <a:extLst>
              <a:ext uri="{FF2B5EF4-FFF2-40B4-BE49-F238E27FC236}">
                <a16:creationId xmlns:a16="http://schemas.microsoft.com/office/drawing/2014/main" id="{F080D364-A62C-4A9B-8F0A-CE78177BA6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41663" y="2590800"/>
            <a:ext cx="18097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34830" name="Rectangle 37">
            <a:extLst>
              <a:ext uri="{FF2B5EF4-FFF2-40B4-BE49-F238E27FC236}">
                <a16:creationId xmlns:a16="http://schemas.microsoft.com/office/drawing/2014/main" id="{100F5AD2-D207-4141-89D8-F93006D5E2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79713" y="2973387"/>
            <a:ext cx="18097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34831" name="Rectangle 38">
            <a:extLst>
              <a:ext uri="{FF2B5EF4-FFF2-40B4-BE49-F238E27FC236}">
                <a16:creationId xmlns:a16="http://schemas.microsoft.com/office/drawing/2014/main" id="{2A57E173-A27E-4820-AC8F-2C238687BB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41663" y="2973387"/>
            <a:ext cx="18097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34832" name="Rectangle 39">
            <a:extLst>
              <a:ext uri="{FF2B5EF4-FFF2-40B4-BE49-F238E27FC236}">
                <a16:creationId xmlns:a16="http://schemas.microsoft.com/office/drawing/2014/main" id="{30346C53-7A29-4891-BF69-CEB3BEFE49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60775" y="1817687"/>
            <a:ext cx="136525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34833" name="Rectangle 41">
            <a:extLst>
              <a:ext uri="{FF2B5EF4-FFF2-40B4-BE49-F238E27FC236}">
                <a16:creationId xmlns:a16="http://schemas.microsoft.com/office/drawing/2014/main" id="{C71B8868-CA3F-40A6-A9C1-E92069BA1A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60775" y="2200275"/>
            <a:ext cx="136525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34834" name="Rectangle 43">
            <a:extLst>
              <a:ext uri="{FF2B5EF4-FFF2-40B4-BE49-F238E27FC236}">
                <a16:creationId xmlns:a16="http://schemas.microsoft.com/office/drawing/2014/main" id="{D856379A-C33B-4266-96E3-A477F9037E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60775" y="2970212"/>
            <a:ext cx="136525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34835" name="Rectangle 45">
            <a:extLst>
              <a:ext uri="{FF2B5EF4-FFF2-40B4-BE49-F238E27FC236}">
                <a16:creationId xmlns:a16="http://schemas.microsoft.com/office/drawing/2014/main" id="{9AE45A9F-2A6A-48C8-972F-CE4A3CA69D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60775" y="2584450"/>
            <a:ext cx="136525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34836" name="Line 24">
            <a:extLst>
              <a:ext uri="{FF2B5EF4-FFF2-40B4-BE49-F238E27FC236}">
                <a16:creationId xmlns:a16="http://schemas.microsoft.com/office/drawing/2014/main" id="{68164C90-22D1-473D-8E99-12B366D4382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338763" y="1760537"/>
            <a:ext cx="3468687" cy="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34837" name="Line 25">
            <a:extLst>
              <a:ext uri="{FF2B5EF4-FFF2-40B4-BE49-F238E27FC236}">
                <a16:creationId xmlns:a16="http://schemas.microsoft.com/office/drawing/2014/main" id="{A4D4236E-4A36-4528-9267-011E77FB958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097588" y="1314450"/>
            <a:ext cx="1587" cy="211455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34838" name="Rectangle 27">
            <a:extLst>
              <a:ext uri="{FF2B5EF4-FFF2-40B4-BE49-F238E27FC236}">
                <a16:creationId xmlns:a16="http://schemas.microsoft.com/office/drawing/2014/main" id="{1B6DC837-4392-40E2-9D48-6A248CC204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9400" y="1333500"/>
            <a:ext cx="166688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x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34839" name="Rectangle 28">
            <a:extLst>
              <a:ext uri="{FF2B5EF4-FFF2-40B4-BE49-F238E27FC236}">
                <a16:creationId xmlns:a16="http://schemas.microsoft.com/office/drawing/2014/main" id="{CAC2AD41-7B0D-4D58-80C4-DB6C28FCCE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78463" y="1460500"/>
            <a:ext cx="161925" cy="258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7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34840" name="Rectangle 29">
            <a:extLst>
              <a:ext uri="{FF2B5EF4-FFF2-40B4-BE49-F238E27FC236}">
                <a16:creationId xmlns:a16="http://schemas.microsoft.com/office/drawing/2014/main" id="{9C35A92F-A5D7-4351-9FBE-719A8EC034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8175" y="1333500"/>
            <a:ext cx="166688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x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34841" name="Rectangle 30">
            <a:extLst>
              <a:ext uri="{FF2B5EF4-FFF2-40B4-BE49-F238E27FC236}">
                <a16:creationId xmlns:a16="http://schemas.microsoft.com/office/drawing/2014/main" id="{DA14C27B-E7E2-4B2C-A4F4-A626993009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35650" y="1460500"/>
            <a:ext cx="161925" cy="258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7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2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34842" name="Rectangle 31">
            <a:extLst>
              <a:ext uri="{FF2B5EF4-FFF2-40B4-BE49-F238E27FC236}">
                <a16:creationId xmlns:a16="http://schemas.microsoft.com/office/drawing/2014/main" id="{BA716275-2EAA-4547-A973-62097597CA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07025" y="1839912"/>
            <a:ext cx="18097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34843" name="Rectangle 32">
            <a:extLst>
              <a:ext uri="{FF2B5EF4-FFF2-40B4-BE49-F238E27FC236}">
                <a16:creationId xmlns:a16="http://schemas.microsoft.com/office/drawing/2014/main" id="{AA745F25-EADF-49A7-A949-47526F7767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68975" y="1839912"/>
            <a:ext cx="18097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34844" name="Rectangle 33">
            <a:extLst>
              <a:ext uri="{FF2B5EF4-FFF2-40B4-BE49-F238E27FC236}">
                <a16:creationId xmlns:a16="http://schemas.microsoft.com/office/drawing/2014/main" id="{97FA2F6C-7FCD-4197-8B7A-4444A77ED4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07025" y="2224087"/>
            <a:ext cx="18097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34845" name="Rectangle 34">
            <a:extLst>
              <a:ext uri="{FF2B5EF4-FFF2-40B4-BE49-F238E27FC236}">
                <a16:creationId xmlns:a16="http://schemas.microsoft.com/office/drawing/2014/main" id="{6AED754A-88E2-4915-A52B-E4E5E7315F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68975" y="2224087"/>
            <a:ext cx="18097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34846" name="Rectangle 35">
            <a:extLst>
              <a:ext uri="{FF2B5EF4-FFF2-40B4-BE49-F238E27FC236}">
                <a16:creationId xmlns:a16="http://schemas.microsoft.com/office/drawing/2014/main" id="{794C3DF2-BADE-4AA2-B35A-B8B9874BEE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07025" y="2609850"/>
            <a:ext cx="18097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34847" name="Rectangle 36">
            <a:extLst>
              <a:ext uri="{FF2B5EF4-FFF2-40B4-BE49-F238E27FC236}">
                <a16:creationId xmlns:a16="http://schemas.microsoft.com/office/drawing/2014/main" id="{1CB34AF1-FFB7-4944-A8F1-3BD539E3F5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68975" y="2609850"/>
            <a:ext cx="18097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34848" name="Rectangle 37">
            <a:extLst>
              <a:ext uri="{FF2B5EF4-FFF2-40B4-BE49-F238E27FC236}">
                <a16:creationId xmlns:a16="http://schemas.microsoft.com/office/drawing/2014/main" id="{9CC8248A-A26C-4BD1-A7F9-074C9DC10C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07025" y="2992437"/>
            <a:ext cx="18097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34849" name="Rectangle 38">
            <a:extLst>
              <a:ext uri="{FF2B5EF4-FFF2-40B4-BE49-F238E27FC236}">
                <a16:creationId xmlns:a16="http://schemas.microsoft.com/office/drawing/2014/main" id="{0EDD1DAE-ADC4-44E5-842B-4F72E5A3DC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68975" y="2992437"/>
            <a:ext cx="18097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34850" name="Rectangle 39">
            <a:extLst>
              <a:ext uri="{FF2B5EF4-FFF2-40B4-BE49-F238E27FC236}">
                <a16:creationId xmlns:a16="http://schemas.microsoft.com/office/drawing/2014/main" id="{4C96C1F5-99E2-40CB-87BC-54C2A98DA5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26188" y="1836737"/>
            <a:ext cx="203200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BFBFBF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BFBFBF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34851" name="Rectangle 41">
            <a:extLst>
              <a:ext uri="{FF2B5EF4-FFF2-40B4-BE49-F238E27FC236}">
                <a16:creationId xmlns:a16="http://schemas.microsoft.com/office/drawing/2014/main" id="{D7AD3EDA-3438-485C-8630-340E09D680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26188" y="2219325"/>
            <a:ext cx="136525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BFBFBF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BFBFBF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34852" name="Rectangle 43">
            <a:extLst>
              <a:ext uri="{FF2B5EF4-FFF2-40B4-BE49-F238E27FC236}">
                <a16:creationId xmlns:a16="http://schemas.microsoft.com/office/drawing/2014/main" id="{CB7C44DB-C4B8-4AAF-9312-B686A7A4DB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26188" y="2989262"/>
            <a:ext cx="136525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BFBFBF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BFBFBF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34853" name="Rectangle 45">
            <a:extLst>
              <a:ext uri="{FF2B5EF4-FFF2-40B4-BE49-F238E27FC236}">
                <a16:creationId xmlns:a16="http://schemas.microsoft.com/office/drawing/2014/main" id="{9CD45E48-C718-46D8-AE20-88949678E0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26188" y="2603500"/>
            <a:ext cx="136525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BFBFBF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BFBFBF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34854" name="Rectangle 47">
            <a:extLst>
              <a:ext uri="{FF2B5EF4-FFF2-40B4-BE49-F238E27FC236}">
                <a16:creationId xmlns:a16="http://schemas.microsoft.com/office/drawing/2014/main" id="{542889D9-4BFF-4F05-9291-04D0AD4F0D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88088" y="1411287"/>
            <a:ext cx="269875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BFBFBF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m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BFBFBF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34855" name="Rectangle 48">
            <a:extLst>
              <a:ext uri="{FF2B5EF4-FFF2-40B4-BE49-F238E27FC236}">
                <a16:creationId xmlns:a16="http://schemas.microsoft.com/office/drawing/2014/main" id="{7D23BE8A-0259-42E2-BD5A-25BE34DF2A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75438" y="1409700"/>
            <a:ext cx="234950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m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34856" name="Rectangle 49">
            <a:extLst>
              <a:ext uri="{FF2B5EF4-FFF2-40B4-BE49-F238E27FC236}">
                <a16:creationId xmlns:a16="http://schemas.microsoft.com/office/drawing/2014/main" id="{3D95C01C-19D5-47DE-AEDE-826ECE8907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67550" y="1412875"/>
            <a:ext cx="269875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BFBFBF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m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BFBFBF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34857" name="Rectangle 50">
            <a:extLst>
              <a:ext uri="{FF2B5EF4-FFF2-40B4-BE49-F238E27FC236}">
                <a16:creationId xmlns:a16="http://schemas.microsoft.com/office/drawing/2014/main" id="{9FC10C94-9E8A-4036-BDB8-1193F4E75B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54900" y="1411287"/>
            <a:ext cx="234950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m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34858" name="Rectangle 51">
            <a:extLst>
              <a:ext uri="{FF2B5EF4-FFF2-40B4-BE49-F238E27FC236}">
                <a16:creationId xmlns:a16="http://schemas.microsoft.com/office/drawing/2014/main" id="{2567869B-6ECA-4D6C-B0A8-3AA52A29BF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13538" y="1836737"/>
            <a:ext cx="136525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34859" name="Rectangle 52">
            <a:extLst>
              <a:ext uri="{FF2B5EF4-FFF2-40B4-BE49-F238E27FC236}">
                <a16:creationId xmlns:a16="http://schemas.microsoft.com/office/drawing/2014/main" id="{1ED21F8F-A715-4D4F-9368-F7907503B3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13538" y="2219325"/>
            <a:ext cx="136525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34860" name="Rectangle 53">
            <a:extLst>
              <a:ext uri="{FF2B5EF4-FFF2-40B4-BE49-F238E27FC236}">
                <a16:creationId xmlns:a16="http://schemas.microsoft.com/office/drawing/2014/main" id="{18A2F14A-4BDA-475C-906F-063E1F4874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13538" y="2989262"/>
            <a:ext cx="136525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34861" name="Rectangle 54">
            <a:extLst>
              <a:ext uri="{FF2B5EF4-FFF2-40B4-BE49-F238E27FC236}">
                <a16:creationId xmlns:a16="http://schemas.microsoft.com/office/drawing/2014/main" id="{75B09E12-ADFB-4D72-B874-AEDFB13EB9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13538" y="2603500"/>
            <a:ext cx="136525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34862" name="Rectangle 59">
            <a:extLst>
              <a:ext uri="{FF2B5EF4-FFF2-40B4-BE49-F238E27FC236}">
                <a16:creationId xmlns:a16="http://schemas.microsoft.com/office/drawing/2014/main" id="{87758DBF-8158-4C34-9B79-7A3AA88FD8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05650" y="1836737"/>
            <a:ext cx="136525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BFBFBF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BFBFBF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34863" name="Rectangle 60">
            <a:extLst>
              <a:ext uri="{FF2B5EF4-FFF2-40B4-BE49-F238E27FC236}">
                <a16:creationId xmlns:a16="http://schemas.microsoft.com/office/drawing/2014/main" id="{6FEDE404-1804-4536-A57F-7B98781FE7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05650" y="2219325"/>
            <a:ext cx="136525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BFBFBF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BFBFBF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34864" name="Rectangle 61">
            <a:extLst>
              <a:ext uri="{FF2B5EF4-FFF2-40B4-BE49-F238E27FC236}">
                <a16:creationId xmlns:a16="http://schemas.microsoft.com/office/drawing/2014/main" id="{2E4830CF-A0F0-4FDF-A6F6-4CA720AA6B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05650" y="2989262"/>
            <a:ext cx="136525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BFBFBF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BFBFBF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34865" name="Rectangle 62">
            <a:extLst>
              <a:ext uri="{FF2B5EF4-FFF2-40B4-BE49-F238E27FC236}">
                <a16:creationId xmlns:a16="http://schemas.microsoft.com/office/drawing/2014/main" id="{495B1FD7-B302-47FB-A7EF-7BCB6788E1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05650" y="2603500"/>
            <a:ext cx="136525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BFBFBF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BFBFBF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34866" name="Rectangle 63">
            <a:extLst>
              <a:ext uri="{FF2B5EF4-FFF2-40B4-BE49-F238E27FC236}">
                <a16:creationId xmlns:a16="http://schemas.microsoft.com/office/drawing/2014/main" id="{32CDF085-D999-408B-94DE-B58F70EA7C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93000" y="1836737"/>
            <a:ext cx="204788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34867" name="Rectangle 64">
            <a:extLst>
              <a:ext uri="{FF2B5EF4-FFF2-40B4-BE49-F238E27FC236}">
                <a16:creationId xmlns:a16="http://schemas.microsoft.com/office/drawing/2014/main" id="{53B6DD0C-3404-4660-88E6-2E78D5AFD6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93000" y="2219325"/>
            <a:ext cx="136525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34868" name="Rectangle 65">
            <a:extLst>
              <a:ext uri="{FF2B5EF4-FFF2-40B4-BE49-F238E27FC236}">
                <a16:creationId xmlns:a16="http://schemas.microsoft.com/office/drawing/2014/main" id="{D1D88F16-6C41-4553-AEBD-2C5F587A76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93000" y="2989262"/>
            <a:ext cx="136525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34869" name="Rectangle 66">
            <a:extLst>
              <a:ext uri="{FF2B5EF4-FFF2-40B4-BE49-F238E27FC236}">
                <a16:creationId xmlns:a16="http://schemas.microsoft.com/office/drawing/2014/main" id="{86FBE7F0-C97B-418E-9F36-F9E0C619A5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93000" y="2603500"/>
            <a:ext cx="136525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34870" name="Rectangle 40">
            <a:extLst>
              <a:ext uri="{FF2B5EF4-FFF2-40B4-BE49-F238E27FC236}">
                <a16:creationId xmlns:a16="http://schemas.microsoft.com/office/drawing/2014/main" id="{79EF0235-D732-4EE8-99A9-EE7E2869FE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89700" y="1531937"/>
            <a:ext cx="160338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500" b="0" i="0" u="none" strike="noStrike" kern="1200" cap="none" spc="0" normalizeH="0" baseline="0" noProof="0">
                <a:ln>
                  <a:noFill/>
                </a:ln>
                <a:solidFill>
                  <a:srgbClr val="BFBFBF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BFBFBF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34871" name="Rectangle 40">
            <a:extLst>
              <a:ext uri="{FF2B5EF4-FFF2-40B4-BE49-F238E27FC236}">
                <a16:creationId xmlns:a16="http://schemas.microsoft.com/office/drawing/2014/main" id="{D8274357-E344-48E5-8CF9-3DDE0E4A2E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69113" y="1531937"/>
            <a:ext cx="106362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5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34872" name="Rectangle 40">
            <a:extLst>
              <a:ext uri="{FF2B5EF4-FFF2-40B4-BE49-F238E27FC236}">
                <a16:creationId xmlns:a16="http://schemas.microsoft.com/office/drawing/2014/main" id="{EF0D9DF7-7789-451C-BFB2-0595D617A9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58050" y="1531937"/>
            <a:ext cx="1079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500" b="0" i="0" u="none" strike="noStrike" kern="1200" cap="none" spc="0" normalizeH="0" baseline="0" noProof="0">
                <a:ln>
                  <a:noFill/>
                </a:ln>
                <a:solidFill>
                  <a:srgbClr val="BFBFBF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2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BFBFBF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34873" name="Rectangle 40">
            <a:extLst>
              <a:ext uri="{FF2B5EF4-FFF2-40B4-BE49-F238E27FC236}">
                <a16:creationId xmlns:a16="http://schemas.microsoft.com/office/drawing/2014/main" id="{91E8819F-4F1A-482D-A2E5-389F1FE94B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50163" y="1531937"/>
            <a:ext cx="1079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5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3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34874" name="Line 25">
            <a:extLst>
              <a:ext uri="{FF2B5EF4-FFF2-40B4-BE49-F238E27FC236}">
                <a16:creationId xmlns:a16="http://schemas.microsoft.com/office/drawing/2014/main" id="{8E2338E7-1659-4C57-B4C8-90231F49E25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074025" y="1295400"/>
            <a:ext cx="1588" cy="211455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34875" name="Rectangle 39">
            <a:extLst>
              <a:ext uri="{FF2B5EF4-FFF2-40B4-BE49-F238E27FC236}">
                <a16:creationId xmlns:a16="http://schemas.microsoft.com/office/drawing/2014/main" id="{34A56F9A-FFC8-43DF-94D0-BD7BD3E2E4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42325" y="1817687"/>
            <a:ext cx="136525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34876" name="Rectangle 41">
            <a:extLst>
              <a:ext uri="{FF2B5EF4-FFF2-40B4-BE49-F238E27FC236}">
                <a16:creationId xmlns:a16="http://schemas.microsoft.com/office/drawing/2014/main" id="{FCCC7FD2-B7C2-4D67-AE35-24AF6076A4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42325" y="2200275"/>
            <a:ext cx="136525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34877" name="Rectangle 43">
            <a:extLst>
              <a:ext uri="{FF2B5EF4-FFF2-40B4-BE49-F238E27FC236}">
                <a16:creationId xmlns:a16="http://schemas.microsoft.com/office/drawing/2014/main" id="{3A207D75-D03A-43E8-BE12-2658853FA7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42325" y="2970212"/>
            <a:ext cx="136525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34878" name="Rectangle 45">
            <a:extLst>
              <a:ext uri="{FF2B5EF4-FFF2-40B4-BE49-F238E27FC236}">
                <a16:creationId xmlns:a16="http://schemas.microsoft.com/office/drawing/2014/main" id="{A69FB439-4509-4F3C-BFE4-8F774D7475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42325" y="2584450"/>
            <a:ext cx="136525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34879" name="Rectangle 76">
            <a:extLst>
              <a:ext uri="{FF2B5EF4-FFF2-40B4-BE49-F238E27FC236}">
                <a16:creationId xmlns:a16="http://schemas.microsoft.com/office/drawing/2014/main" id="{8557E523-D133-4F07-8AD8-B294B1687D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21650" y="1420812"/>
            <a:ext cx="271463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m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34880" name="Rectangle 77">
            <a:extLst>
              <a:ext uri="{FF2B5EF4-FFF2-40B4-BE49-F238E27FC236}">
                <a16:creationId xmlns:a16="http://schemas.microsoft.com/office/drawing/2014/main" id="{F3AA2A56-6CAF-4659-BFA0-3E17564F76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89950" y="1419225"/>
            <a:ext cx="481013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+ m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34881" name="Rectangle 40">
            <a:extLst>
              <a:ext uri="{FF2B5EF4-FFF2-40B4-BE49-F238E27FC236}">
                <a16:creationId xmlns:a16="http://schemas.microsoft.com/office/drawing/2014/main" id="{E32A3258-D4C9-4D84-B8EA-3DBFA93512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12150" y="1539875"/>
            <a:ext cx="107950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5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34882" name="Rectangle 40">
            <a:extLst>
              <a:ext uri="{FF2B5EF4-FFF2-40B4-BE49-F238E27FC236}">
                <a16:creationId xmlns:a16="http://schemas.microsoft.com/office/drawing/2014/main" id="{E424DA28-6C04-433D-85A6-196CC63116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3650" y="1539875"/>
            <a:ext cx="107950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5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3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00526145-3793-449A-8FC6-11F1E4C4551F}"/>
                  </a:ext>
                </a:extLst>
              </p14:cNvPr>
              <p14:cNvContentPartPr/>
              <p14:nvPr/>
            </p14:nvContentPartPr>
            <p14:xfrm>
              <a:off x="3541320" y="1332720"/>
              <a:ext cx="5251320" cy="34884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00526145-3793-449A-8FC6-11F1E4C4551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531960" y="1323360"/>
                <a:ext cx="5270040" cy="35071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Title 1">
            <a:extLst>
              <a:ext uri="{FF2B5EF4-FFF2-40B4-BE49-F238E27FC236}">
                <a16:creationId xmlns:a16="http://schemas.microsoft.com/office/drawing/2014/main" id="{4552CB47-D7FE-4F6A-8041-1C7A4828345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" y="76200"/>
            <a:ext cx="8686800" cy="342900"/>
          </a:xfrm>
        </p:spPr>
        <p:txBody>
          <a:bodyPr/>
          <a:lstStyle/>
          <a:p>
            <a:r>
              <a:rPr lang="en-US" altLang="en-US" sz="3400" dirty="0" err="1"/>
              <a:t>Minterm</a:t>
            </a:r>
            <a:r>
              <a:rPr lang="en-US" altLang="en-US" sz="3400" dirty="0"/>
              <a:t> Example</a:t>
            </a:r>
          </a:p>
        </p:txBody>
      </p:sp>
      <p:sp>
        <p:nvSpPr>
          <p:cNvPr id="35842" name="Line 24">
            <a:extLst>
              <a:ext uri="{FF2B5EF4-FFF2-40B4-BE49-F238E27FC236}">
                <a16:creationId xmlns:a16="http://schemas.microsoft.com/office/drawing/2014/main" id="{3F93C8E7-CE78-43C3-8215-9F490384B5E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711450" y="1665287"/>
            <a:ext cx="1328738" cy="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35843" name="Line 25">
            <a:extLst>
              <a:ext uri="{FF2B5EF4-FFF2-40B4-BE49-F238E27FC236}">
                <a16:creationId xmlns:a16="http://schemas.microsoft.com/office/drawing/2014/main" id="{46A1011B-B328-4587-8605-61E3A89E3F6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470275" y="1219200"/>
            <a:ext cx="1588" cy="211455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35844" name="Rectangle 27">
            <a:extLst>
              <a:ext uri="{FF2B5EF4-FFF2-40B4-BE49-F238E27FC236}">
                <a16:creationId xmlns:a16="http://schemas.microsoft.com/office/drawing/2014/main" id="{E777007E-A9AC-44CA-B0A4-E8B05BFE9A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32088" y="1238250"/>
            <a:ext cx="166687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x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35845" name="Rectangle 28">
            <a:extLst>
              <a:ext uri="{FF2B5EF4-FFF2-40B4-BE49-F238E27FC236}">
                <a16:creationId xmlns:a16="http://schemas.microsoft.com/office/drawing/2014/main" id="{F7E6B403-1E40-467F-80C7-AFC21CF326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51150" y="1365250"/>
            <a:ext cx="161925" cy="258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7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35846" name="Rectangle 29">
            <a:extLst>
              <a:ext uri="{FF2B5EF4-FFF2-40B4-BE49-F238E27FC236}">
                <a16:creationId xmlns:a16="http://schemas.microsoft.com/office/drawing/2014/main" id="{F2371868-AE1E-46FF-A2DB-C0EBE60AD6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90863" y="1238250"/>
            <a:ext cx="166687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x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35847" name="Rectangle 30">
            <a:extLst>
              <a:ext uri="{FF2B5EF4-FFF2-40B4-BE49-F238E27FC236}">
                <a16:creationId xmlns:a16="http://schemas.microsoft.com/office/drawing/2014/main" id="{C5E87E65-6376-4D56-A0F0-7AA680F016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8338" y="1365250"/>
            <a:ext cx="161925" cy="258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7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2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35848" name="Rectangle 31">
            <a:extLst>
              <a:ext uri="{FF2B5EF4-FFF2-40B4-BE49-F238E27FC236}">
                <a16:creationId xmlns:a16="http://schemas.microsoft.com/office/drawing/2014/main" id="{502CEA25-C66C-4599-81B1-5FDFB3C26D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79713" y="1744662"/>
            <a:ext cx="18097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35849" name="Rectangle 32">
            <a:extLst>
              <a:ext uri="{FF2B5EF4-FFF2-40B4-BE49-F238E27FC236}">
                <a16:creationId xmlns:a16="http://schemas.microsoft.com/office/drawing/2014/main" id="{AAB8F5C5-DBD0-4F0B-B53E-C4BBD3219E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41663" y="1744662"/>
            <a:ext cx="18097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35850" name="Rectangle 33">
            <a:extLst>
              <a:ext uri="{FF2B5EF4-FFF2-40B4-BE49-F238E27FC236}">
                <a16:creationId xmlns:a16="http://schemas.microsoft.com/office/drawing/2014/main" id="{81203EEA-A262-40CE-B975-EDBA6CC160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79713" y="2128837"/>
            <a:ext cx="18097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35851" name="Rectangle 34">
            <a:extLst>
              <a:ext uri="{FF2B5EF4-FFF2-40B4-BE49-F238E27FC236}">
                <a16:creationId xmlns:a16="http://schemas.microsoft.com/office/drawing/2014/main" id="{7E146440-E97A-487B-92CE-0313402CFB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41663" y="2128837"/>
            <a:ext cx="18097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35852" name="Rectangle 35">
            <a:extLst>
              <a:ext uri="{FF2B5EF4-FFF2-40B4-BE49-F238E27FC236}">
                <a16:creationId xmlns:a16="http://schemas.microsoft.com/office/drawing/2014/main" id="{66B190B9-820A-461F-895B-9938C1FC01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79713" y="2514600"/>
            <a:ext cx="18097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35853" name="Rectangle 36">
            <a:extLst>
              <a:ext uri="{FF2B5EF4-FFF2-40B4-BE49-F238E27FC236}">
                <a16:creationId xmlns:a16="http://schemas.microsoft.com/office/drawing/2014/main" id="{4580499F-B11F-484D-A50A-7616542051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41663" y="2514600"/>
            <a:ext cx="18097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35854" name="Rectangle 37">
            <a:extLst>
              <a:ext uri="{FF2B5EF4-FFF2-40B4-BE49-F238E27FC236}">
                <a16:creationId xmlns:a16="http://schemas.microsoft.com/office/drawing/2014/main" id="{6625B68F-C632-4821-80E2-F41EE5C0D5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79713" y="2897187"/>
            <a:ext cx="18097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35855" name="Rectangle 38">
            <a:extLst>
              <a:ext uri="{FF2B5EF4-FFF2-40B4-BE49-F238E27FC236}">
                <a16:creationId xmlns:a16="http://schemas.microsoft.com/office/drawing/2014/main" id="{3535F1CB-1DA7-4764-B417-E6B6F49FA6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41663" y="2897187"/>
            <a:ext cx="18097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35856" name="Rectangle 39">
            <a:extLst>
              <a:ext uri="{FF2B5EF4-FFF2-40B4-BE49-F238E27FC236}">
                <a16:creationId xmlns:a16="http://schemas.microsoft.com/office/drawing/2014/main" id="{95401FD2-4579-4797-B984-47E406FA20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60775" y="1741487"/>
            <a:ext cx="136525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35857" name="Rectangle 41">
            <a:extLst>
              <a:ext uri="{FF2B5EF4-FFF2-40B4-BE49-F238E27FC236}">
                <a16:creationId xmlns:a16="http://schemas.microsoft.com/office/drawing/2014/main" id="{E7DE851A-1BD6-4500-8657-FC3A150B55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60775" y="2124075"/>
            <a:ext cx="136525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35858" name="Rectangle 43">
            <a:extLst>
              <a:ext uri="{FF2B5EF4-FFF2-40B4-BE49-F238E27FC236}">
                <a16:creationId xmlns:a16="http://schemas.microsoft.com/office/drawing/2014/main" id="{CC90225E-6EAB-4FD5-AE0C-94FA15503B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60775" y="2894012"/>
            <a:ext cx="136525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35859" name="Rectangle 45">
            <a:extLst>
              <a:ext uri="{FF2B5EF4-FFF2-40B4-BE49-F238E27FC236}">
                <a16:creationId xmlns:a16="http://schemas.microsoft.com/office/drawing/2014/main" id="{4BC0B11C-2FE4-4751-B043-9F599AA138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60775" y="2508250"/>
            <a:ext cx="136525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35860" name="Line 24">
            <a:extLst>
              <a:ext uri="{FF2B5EF4-FFF2-40B4-BE49-F238E27FC236}">
                <a16:creationId xmlns:a16="http://schemas.microsoft.com/office/drawing/2014/main" id="{59433082-1379-4B02-8D16-4BD9D3E0B41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338763" y="1684337"/>
            <a:ext cx="3468687" cy="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35861" name="Line 25">
            <a:extLst>
              <a:ext uri="{FF2B5EF4-FFF2-40B4-BE49-F238E27FC236}">
                <a16:creationId xmlns:a16="http://schemas.microsoft.com/office/drawing/2014/main" id="{37ED38F5-24B9-4BF2-AD56-0E5A87084FA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097588" y="1238250"/>
            <a:ext cx="1587" cy="211455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35862" name="Rectangle 27">
            <a:extLst>
              <a:ext uri="{FF2B5EF4-FFF2-40B4-BE49-F238E27FC236}">
                <a16:creationId xmlns:a16="http://schemas.microsoft.com/office/drawing/2014/main" id="{D7A8E90F-4630-47DD-B203-5229AB94B1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9400" y="1257300"/>
            <a:ext cx="166688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x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35863" name="Rectangle 28">
            <a:extLst>
              <a:ext uri="{FF2B5EF4-FFF2-40B4-BE49-F238E27FC236}">
                <a16:creationId xmlns:a16="http://schemas.microsoft.com/office/drawing/2014/main" id="{B7822DEB-3BF9-4E18-AD7F-4C5571AFA5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78463" y="1384300"/>
            <a:ext cx="161925" cy="258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7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35864" name="Rectangle 29">
            <a:extLst>
              <a:ext uri="{FF2B5EF4-FFF2-40B4-BE49-F238E27FC236}">
                <a16:creationId xmlns:a16="http://schemas.microsoft.com/office/drawing/2014/main" id="{959E6844-F6A4-44F6-BBE8-E0FF394BF5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8175" y="1257300"/>
            <a:ext cx="166688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x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35865" name="Rectangle 30">
            <a:extLst>
              <a:ext uri="{FF2B5EF4-FFF2-40B4-BE49-F238E27FC236}">
                <a16:creationId xmlns:a16="http://schemas.microsoft.com/office/drawing/2014/main" id="{BF7AC394-E043-42F1-A729-E782ACBE56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35650" y="1384300"/>
            <a:ext cx="161925" cy="258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7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2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35866" name="Rectangle 31">
            <a:extLst>
              <a:ext uri="{FF2B5EF4-FFF2-40B4-BE49-F238E27FC236}">
                <a16:creationId xmlns:a16="http://schemas.microsoft.com/office/drawing/2014/main" id="{7D94E2FD-4761-4389-A07C-E795622F51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07025" y="1763712"/>
            <a:ext cx="18097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35867" name="Rectangle 32">
            <a:extLst>
              <a:ext uri="{FF2B5EF4-FFF2-40B4-BE49-F238E27FC236}">
                <a16:creationId xmlns:a16="http://schemas.microsoft.com/office/drawing/2014/main" id="{1AFB2AD1-DF3F-438E-AC28-64B99C2208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68975" y="1763712"/>
            <a:ext cx="18097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35868" name="Rectangle 33">
            <a:extLst>
              <a:ext uri="{FF2B5EF4-FFF2-40B4-BE49-F238E27FC236}">
                <a16:creationId xmlns:a16="http://schemas.microsoft.com/office/drawing/2014/main" id="{F7E86428-CDA1-4006-A0CD-A687FE97BA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07025" y="2147887"/>
            <a:ext cx="18097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35869" name="Rectangle 34">
            <a:extLst>
              <a:ext uri="{FF2B5EF4-FFF2-40B4-BE49-F238E27FC236}">
                <a16:creationId xmlns:a16="http://schemas.microsoft.com/office/drawing/2014/main" id="{E75663D5-5D8B-4739-9100-02B2FDBE9F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68975" y="2147887"/>
            <a:ext cx="18097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35870" name="Rectangle 35">
            <a:extLst>
              <a:ext uri="{FF2B5EF4-FFF2-40B4-BE49-F238E27FC236}">
                <a16:creationId xmlns:a16="http://schemas.microsoft.com/office/drawing/2014/main" id="{53C6A32E-0C13-42C5-A839-55774245EE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07025" y="2533650"/>
            <a:ext cx="18097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35871" name="Rectangle 36">
            <a:extLst>
              <a:ext uri="{FF2B5EF4-FFF2-40B4-BE49-F238E27FC236}">
                <a16:creationId xmlns:a16="http://schemas.microsoft.com/office/drawing/2014/main" id="{C886B821-2301-45A9-A8B9-81B7E98906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68975" y="2533650"/>
            <a:ext cx="18097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35872" name="Rectangle 37">
            <a:extLst>
              <a:ext uri="{FF2B5EF4-FFF2-40B4-BE49-F238E27FC236}">
                <a16:creationId xmlns:a16="http://schemas.microsoft.com/office/drawing/2014/main" id="{D89B23D1-393A-449B-9C2B-6E1A35FA27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07025" y="2916237"/>
            <a:ext cx="18097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35873" name="Rectangle 38">
            <a:extLst>
              <a:ext uri="{FF2B5EF4-FFF2-40B4-BE49-F238E27FC236}">
                <a16:creationId xmlns:a16="http://schemas.microsoft.com/office/drawing/2014/main" id="{6D595FD6-8C88-4801-9F69-D57CEA5F38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68975" y="2916237"/>
            <a:ext cx="18097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35874" name="Rectangle 39">
            <a:extLst>
              <a:ext uri="{FF2B5EF4-FFF2-40B4-BE49-F238E27FC236}">
                <a16:creationId xmlns:a16="http://schemas.microsoft.com/office/drawing/2014/main" id="{38DCF168-7B1E-4F08-8306-D3C6863CA9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26188" y="1760537"/>
            <a:ext cx="203200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BFBFBF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BFBFBF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35875" name="Rectangle 41">
            <a:extLst>
              <a:ext uri="{FF2B5EF4-FFF2-40B4-BE49-F238E27FC236}">
                <a16:creationId xmlns:a16="http://schemas.microsoft.com/office/drawing/2014/main" id="{1B9150CA-57A9-4951-88B2-4BCB867756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26188" y="2143125"/>
            <a:ext cx="136525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BFBFBF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BFBFBF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35876" name="Rectangle 43">
            <a:extLst>
              <a:ext uri="{FF2B5EF4-FFF2-40B4-BE49-F238E27FC236}">
                <a16:creationId xmlns:a16="http://schemas.microsoft.com/office/drawing/2014/main" id="{CC01F52B-9A91-4434-B045-4E27246EAD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26188" y="2913062"/>
            <a:ext cx="136525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BFBFBF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BFBFBF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35877" name="Rectangle 45">
            <a:extLst>
              <a:ext uri="{FF2B5EF4-FFF2-40B4-BE49-F238E27FC236}">
                <a16:creationId xmlns:a16="http://schemas.microsoft.com/office/drawing/2014/main" id="{78C7C3FC-4AC2-46D4-95E9-AD05FAFCF6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26188" y="2527300"/>
            <a:ext cx="136525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BFBFBF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BFBFBF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35878" name="Rectangle 47">
            <a:extLst>
              <a:ext uri="{FF2B5EF4-FFF2-40B4-BE49-F238E27FC236}">
                <a16:creationId xmlns:a16="http://schemas.microsoft.com/office/drawing/2014/main" id="{AFEFED66-2CB6-4B4C-A7EC-E1D3212226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88088" y="1335087"/>
            <a:ext cx="269875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BFBFBF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m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BFBFBF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35879" name="Rectangle 48">
            <a:extLst>
              <a:ext uri="{FF2B5EF4-FFF2-40B4-BE49-F238E27FC236}">
                <a16:creationId xmlns:a16="http://schemas.microsoft.com/office/drawing/2014/main" id="{6FD5D25B-1B14-4D90-9062-15FAB44FB4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75438" y="1333500"/>
            <a:ext cx="234950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m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35880" name="Rectangle 49">
            <a:extLst>
              <a:ext uri="{FF2B5EF4-FFF2-40B4-BE49-F238E27FC236}">
                <a16:creationId xmlns:a16="http://schemas.microsoft.com/office/drawing/2014/main" id="{31CE3C10-D74A-4898-AB94-54D6ED746A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67550" y="1336675"/>
            <a:ext cx="269875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BFBFBF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m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BFBFBF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35881" name="Rectangle 50">
            <a:extLst>
              <a:ext uri="{FF2B5EF4-FFF2-40B4-BE49-F238E27FC236}">
                <a16:creationId xmlns:a16="http://schemas.microsoft.com/office/drawing/2014/main" id="{54D9FCD5-877E-470A-9CB8-03C056F37B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54900" y="1335087"/>
            <a:ext cx="234950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m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35882" name="Rectangle 51">
            <a:extLst>
              <a:ext uri="{FF2B5EF4-FFF2-40B4-BE49-F238E27FC236}">
                <a16:creationId xmlns:a16="http://schemas.microsoft.com/office/drawing/2014/main" id="{5A8E9C48-7FD7-4F3C-886A-614F8D0E4A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13538" y="1760537"/>
            <a:ext cx="136525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35883" name="Rectangle 52">
            <a:extLst>
              <a:ext uri="{FF2B5EF4-FFF2-40B4-BE49-F238E27FC236}">
                <a16:creationId xmlns:a16="http://schemas.microsoft.com/office/drawing/2014/main" id="{7391684E-1D27-49FB-9CB9-9B7803C4C8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13538" y="2143125"/>
            <a:ext cx="136525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35884" name="Rectangle 53">
            <a:extLst>
              <a:ext uri="{FF2B5EF4-FFF2-40B4-BE49-F238E27FC236}">
                <a16:creationId xmlns:a16="http://schemas.microsoft.com/office/drawing/2014/main" id="{9E468AF2-7692-40C2-AEE3-841F9668F2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13538" y="2913062"/>
            <a:ext cx="136525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35885" name="Rectangle 54">
            <a:extLst>
              <a:ext uri="{FF2B5EF4-FFF2-40B4-BE49-F238E27FC236}">
                <a16:creationId xmlns:a16="http://schemas.microsoft.com/office/drawing/2014/main" id="{05986108-61A4-46AE-87D9-5A006AB18A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13538" y="2527300"/>
            <a:ext cx="136525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35886" name="Rectangle 59">
            <a:extLst>
              <a:ext uri="{FF2B5EF4-FFF2-40B4-BE49-F238E27FC236}">
                <a16:creationId xmlns:a16="http://schemas.microsoft.com/office/drawing/2014/main" id="{C1C35FEF-F871-4C68-A118-FFDAE9ACBB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05650" y="1760537"/>
            <a:ext cx="136525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BFBFBF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BFBFBF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35887" name="Rectangle 60">
            <a:extLst>
              <a:ext uri="{FF2B5EF4-FFF2-40B4-BE49-F238E27FC236}">
                <a16:creationId xmlns:a16="http://schemas.microsoft.com/office/drawing/2014/main" id="{C486293B-050E-4C5A-9790-E11F1DD1DB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05650" y="2143125"/>
            <a:ext cx="136525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BFBFBF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BFBFBF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35888" name="Rectangle 61">
            <a:extLst>
              <a:ext uri="{FF2B5EF4-FFF2-40B4-BE49-F238E27FC236}">
                <a16:creationId xmlns:a16="http://schemas.microsoft.com/office/drawing/2014/main" id="{77999FC5-45D0-4ACC-ABF4-E48F72167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05650" y="2913062"/>
            <a:ext cx="136525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BFBFBF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BFBFBF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35889" name="Rectangle 62">
            <a:extLst>
              <a:ext uri="{FF2B5EF4-FFF2-40B4-BE49-F238E27FC236}">
                <a16:creationId xmlns:a16="http://schemas.microsoft.com/office/drawing/2014/main" id="{86E43FAB-287F-4A9B-927A-ECF6C1EEA1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05650" y="2527300"/>
            <a:ext cx="136525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BFBFBF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BFBFBF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35890" name="Rectangle 63">
            <a:extLst>
              <a:ext uri="{FF2B5EF4-FFF2-40B4-BE49-F238E27FC236}">
                <a16:creationId xmlns:a16="http://schemas.microsoft.com/office/drawing/2014/main" id="{25AF2A2D-28AF-4653-86ED-63BA5B0EF3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93000" y="1760537"/>
            <a:ext cx="204788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35891" name="Rectangle 64">
            <a:extLst>
              <a:ext uri="{FF2B5EF4-FFF2-40B4-BE49-F238E27FC236}">
                <a16:creationId xmlns:a16="http://schemas.microsoft.com/office/drawing/2014/main" id="{F2F6C4F7-718E-40FF-84AF-D45ED732D3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93000" y="2143125"/>
            <a:ext cx="136525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35892" name="Rectangle 65">
            <a:extLst>
              <a:ext uri="{FF2B5EF4-FFF2-40B4-BE49-F238E27FC236}">
                <a16:creationId xmlns:a16="http://schemas.microsoft.com/office/drawing/2014/main" id="{DA0283BC-7BEC-48E5-BEDD-071A79C6A6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93000" y="2913062"/>
            <a:ext cx="136525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35893" name="Rectangle 66">
            <a:extLst>
              <a:ext uri="{FF2B5EF4-FFF2-40B4-BE49-F238E27FC236}">
                <a16:creationId xmlns:a16="http://schemas.microsoft.com/office/drawing/2014/main" id="{FEF7D21B-964A-4D8E-99C3-E39E6ACC62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93000" y="2527300"/>
            <a:ext cx="136525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35894" name="Rectangle 40">
            <a:extLst>
              <a:ext uri="{FF2B5EF4-FFF2-40B4-BE49-F238E27FC236}">
                <a16:creationId xmlns:a16="http://schemas.microsoft.com/office/drawing/2014/main" id="{408B234E-A894-4AF7-BD5B-93AA68D8ED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89700" y="1455737"/>
            <a:ext cx="160338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500" b="0" i="0" u="none" strike="noStrike" kern="1200" cap="none" spc="0" normalizeH="0" baseline="0" noProof="0">
                <a:ln>
                  <a:noFill/>
                </a:ln>
                <a:solidFill>
                  <a:srgbClr val="BFBFBF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BFBFBF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35895" name="Rectangle 40">
            <a:extLst>
              <a:ext uri="{FF2B5EF4-FFF2-40B4-BE49-F238E27FC236}">
                <a16:creationId xmlns:a16="http://schemas.microsoft.com/office/drawing/2014/main" id="{0187D3CD-B5BE-405C-885B-9DD2C96915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69113" y="1455737"/>
            <a:ext cx="106362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5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35896" name="Rectangle 40">
            <a:extLst>
              <a:ext uri="{FF2B5EF4-FFF2-40B4-BE49-F238E27FC236}">
                <a16:creationId xmlns:a16="http://schemas.microsoft.com/office/drawing/2014/main" id="{D0474247-8388-47B3-8B99-0202148223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58050" y="1455737"/>
            <a:ext cx="1079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500" b="0" i="0" u="none" strike="noStrike" kern="1200" cap="none" spc="0" normalizeH="0" baseline="0" noProof="0">
                <a:ln>
                  <a:noFill/>
                </a:ln>
                <a:solidFill>
                  <a:srgbClr val="BFBFBF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2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BFBFBF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35897" name="Rectangle 40">
            <a:extLst>
              <a:ext uri="{FF2B5EF4-FFF2-40B4-BE49-F238E27FC236}">
                <a16:creationId xmlns:a16="http://schemas.microsoft.com/office/drawing/2014/main" id="{FFFAB948-995F-4E10-B6E9-3489DA0CD6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50163" y="1455737"/>
            <a:ext cx="1079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5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3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35898" name="Line 25">
            <a:extLst>
              <a:ext uri="{FF2B5EF4-FFF2-40B4-BE49-F238E27FC236}">
                <a16:creationId xmlns:a16="http://schemas.microsoft.com/office/drawing/2014/main" id="{8809C5B5-6B93-469C-9C33-B71BD3BC9DA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074025" y="1219200"/>
            <a:ext cx="1588" cy="211455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35899" name="Rectangle 39">
            <a:extLst>
              <a:ext uri="{FF2B5EF4-FFF2-40B4-BE49-F238E27FC236}">
                <a16:creationId xmlns:a16="http://schemas.microsoft.com/office/drawing/2014/main" id="{A2E4B976-C3DD-4A88-BB58-C57FEF7B00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42325" y="1741487"/>
            <a:ext cx="136525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35900" name="Rectangle 41">
            <a:extLst>
              <a:ext uri="{FF2B5EF4-FFF2-40B4-BE49-F238E27FC236}">
                <a16:creationId xmlns:a16="http://schemas.microsoft.com/office/drawing/2014/main" id="{CD48EE74-6F3C-46CD-8EC9-5643CDD9F1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42325" y="2124075"/>
            <a:ext cx="136525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35901" name="Rectangle 43">
            <a:extLst>
              <a:ext uri="{FF2B5EF4-FFF2-40B4-BE49-F238E27FC236}">
                <a16:creationId xmlns:a16="http://schemas.microsoft.com/office/drawing/2014/main" id="{BDD81309-CAA6-4CB9-8EFF-303BBAF3C3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42325" y="2894012"/>
            <a:ext cx="136525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35902" name="Rectangle 45">
            <a:extLst>
              <a:ext uri="{FF2B5EF4-FFF2-40B4-BE49-F238E27FC236}">
                <a16:creationId xmlns:a16="http://schemas.microsoft.com/office/drawing/2014/main" id="{6F1E1E72-263C-413F-834A-89EA96F481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42325" y="2508250"/>
            <a:ext cx="136525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35903" name="Rectangle 76">
            <a:extLst>
              <a:ext uri="{FF2B5EF4-FFF2-40B4-BE49-F238E27FC236}">
                <a16:creationId xmlns:a16="http://schemas.microsoft.com/office/drawing/2014/main" id="{216A931D-3AE7-4182-8521-F966253970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21650" y="1344612"/>
            <a:ext cx="271463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m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35904" name="Rectangle 77">
            <a:extLst>
              <a:ext uri="{FF2B5EF4-FFF2-40B4-BE49-F238E27FC236}">
                <a16:creationId xmlns:a16="http://schemas.microsoft.com/office/drawing/2014/main" id="{97838BCA-4FC2-4A91-91EF-17DBB03E73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89950" y="1343025"/>
            <a:ext cx="481013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+ m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35905" name="Rectangle 40">
            <a:extLst>
              <a:ext uri="{FF2B5EF4-FFF2-40B4-BE49-F238E27FC236}">
                <a16:creationId xmlns:a16="http://schemas.microsoft.com/office/drawing/2014/main" id="{95D31B4F-B550-43A1-9969-B8CBC789CC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12150" y="1463675"/>
            <a:ext cx="107950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5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35906" name="Rectangle 40">
            <a:extLst>
              <a:ext uri="{FF2B5EF4-FFF2-40B4-BE49-F238E27FC236}">
                <a16:creationId xmlns:a16="http://schemas.microsoft.com/office/drawing/2014/main" id="{C07DCB37-D7D0-42FF-A551-A709138445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3650" y="1463675"/>
            <a:ext cx="107950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5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3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38C3E38-F2EF-9145-8E61-C6E86E51459F}"/>
              </a:ext>
            </a:extLst>
          </p:cNvPr>
          <p:cNvSpPr txBox="1"/>
          <p:nvPr/>
        </p:nvSpPr>
        <p:spPr>
          <a:xfrm>
            <a:off x="4564063" y="3941762"/>
            <a:ext cx="2490787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  <a:cs typeface="+mn-cs"/>
              </a:rPr>
              <a:t>x</a:t>
            </a:r>
            <a:r>
              <a:rPr kumimoji="0" lang="en-US" sz="24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  <a:cs typeface="+mn-cs"/>
              </a:rPr>
              <a:t>1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  <a:cs typeface="+mn-cs"/>
              </a:rPr>
              <a:t>x</a:t>
            </a:r>
            <a:r>
              <a:rPr kumimoji="0" lang="en-US" sz="24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  <a:cs typeface="+mn-cs"/>
              </a:rPr>
              <a:t>2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  <a:cs typeface="+mn-cs"/>
              </a:rPr>
              <a:t> + x</a:t>
            </a:r>
            <a:r>
              <a:rPr kumimoji="0" lang="en-US" sz="24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  <a:cs typeface="+mn-cs"/>
              </a:rPr>
              <a:t>1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  <a:cs typeface="+mn-cs"/>
              </a:rPr>
              <a:t>x</a:t>
            </a:r>
            <a:r>
              <a:rPr kumimoji="0" lang="en-US" sz="24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  <a:cs typeface="+mn-cs"/>
              </a:rPr>
              <a:t>2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  <a:cs typeface="+mn-cs"/>
              </a:rPr>
              <a:t> = x</a:t>
            </a:r>
            <a:r>
              <a:rPr kumimoji="0" lang="en-US" sz="24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  <a:cs typeface="+mn-cs"/>
              </a:rPr>
              <a:t>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93A73E2-1FF6-BB40-9BC2-03F6B38124FF}"/>
              </a:ext>
            </a:extLst>
          </p:cNvPr>
          <p:cNvSpPr txBox="1"/>
          <p:nvPr/>
        </p:nvSpPr>
        <p:spPr>
          <a:xfrm>
            <a:off x="4564063" y="3670300"/>
            <a:ext cx="649287" cy="46196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  <a:cs typeface="+mn-cs"/>
              </a:rPr>
              <a:t>_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Title 1">
            <a:extLst>
              <a:ext uri="{FF2B5EF4-FFF2-40B4-BE49-F238E27FC236}">
                <a16:creationId xmlns:a16="http://schemas.microsoft.com/office/drawing/2014/main" id="{8A4159B8-BB0F-41EF-8127-D3509C26EDD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" y="76200"/>
            <a:ext cx="8686800" cy="511175"/>
          </a:xfrm>
        </p:spPr>
        <p:txBody>
          <a:bodyPr/>
          <a:lstStyle/>
          <a:p>
            <a:r>
              <a:rPr lang="en-US" altLang="en-US" sz="3400" dirty="0"/>
              <a:t>Grouping Example</a:t>
            </a:r>
          </a:p>
        </p:txBody>
      </p:sp>
      <p:sp>
        <p:nvSpPr>
          <p:cNvPr id="36866" name="Rectangle 3">
            <a:extLst>
              <a:ext uri="{FF2B5EF4-FFF2-40B4-BE49-F238E27FC236}">
                <a16:creationId xmlns:a16="http://schemas.microsoft.com/office/drawing/2014/main" id="{D38038B6-D1C8-4303-AD47-0B5421E74B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00588" y="1655763"/>
            <a:ext cx="1166812" cy="1139825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36867" name="Line 4">
            <a:extLst>
              <a:ext uri="{FF2B5EF4-FFF2-40B4-BE49-F238E27FC236}">
                <a16:creationId xmlns:a16="http://schemas.microsoft.com/office/drawing/2014/main" id="{0B86B0F5-FE88-4E22-901A-4E551DED32E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700588" y="2225675"/>
            <a:ext cx="1166812" cy="1588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36868" name="Line 5">
            <a:extLst>
              <a:ext uri="{FF2B5EF4-FFF2-40B4-BE49-F238E27FC236}">
                <a16:creationId xmlns:a16="http://schemas.microsoft.com/office/drawing/2014/main" id="{C16239A5-60F5-4425-941D-9AE447E66C8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270500" y="1655763"/>
            <a:ext cx="1588" cy="1139825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36869" name="Line 6">
            <a:extLst>
              <a:ext uri="{FF2B5EF4-FFF2-40B4-BE49-F238E27FC236}">
                <a16:creationId xmlns:a16="http://schemas.microsoft.com/office/drawing/2014/main" id="{074D724D-49EB-4EF0-912E-DCBF30684C1B}"/>
              </a:ext>
            </a:extLst>
          </p:cNvPr>
          <p:cNvSpPr>
            <a:spLocks noChangeShapeType="1"/>
          </p:cNvSpPr>
          <p:nvPr/>
        </p:nvSpPr>
        <p:spPr bwMode="auto">
          <a:xfrm>
            <a:off x="4130675" y="1085850"/>
            <a:ext cx="569913" cy="569913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grpSp>
        <p:nvGrpSpPr>
          <p:cNvPr id="36870" name="Group 47">
            <a:extLst>
              <a:ext uri="{FF2B5EF4-FFF2-40B4-BE49-F238E27FC236}">
                <a16:creationId xmlns:a16="http://schemas.microsoft.com/office/drawing/2014/main" id="{6C183FD3-29E3-4019-90CD-A104BEB6F882}"/>
              </a:ext>
            </a:extLst>
          </p:cNvPr>
          <p:cNvGrpSpPr>
            <a:grpSpLocks/>
          </p:cNvGrpSpPr>
          <p:nvPr/>
        </p:nvGrpSpPr>
        <p:grpSpPr bwMode="auto">
          <a:xfrm>
            <a:off x="4038600" y="1166813"/>
            <a:ext cx="279400" cy="387350"/>
            <a:chOff x="3339" y="1451"/>
            <a:chExt cx="176" cy="244"/>
          </a:xfrm>
        </p:grpSpPr>
        <p:sp>
          <p:nvSpPr>
            <p:cNvPr id="36902" name="Rectangle 9">
              <a:extLst>
                <a:ext uri="{FF2B5EF4-FFF2-40B4-BE49-F238E27FC236}">
                  <a16:creationId xmlns:a16="http://schemas.microsoft.com/office/drawing/2014/main" id="{05C9155E-8488-454D-8472-3139425C11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39" y="1451"/>
              <a:ext cx="105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x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36903" name="Rectangle 10">
              <a:extLst>
                <a:ext uri="{FF2B5EF4-FFF2-40B4-BE49-F238E27FC236}">
                  <a16:creationId xmlns:a16="http://schemas.microsoft.com/office/drawing/2014/main" id="{56C32E4C-D2A0-4854-80E8-C9FF2F2757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3" y="1532"/>
              <a:ext cx="102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7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2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</p:grpSp>
      <p:sp>
        <p:nvSpPr>
          <p:cNvPr id="36871" name="Rectangle 13">
            <a:extLst>
              <a:ext uri="{FF2B5EF4-FFF2-40B4-BE49-F238E27FC236}">
                <a16:creationId xmlns:a16="http://schemas.microsoft.com/office/drawing/2014/main" id="{832391B4-BF13-4586-B546-E5025E37DB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29125" y="1819275"/>
            <a:ext cx="18097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36872" name="Rectangle 14">
            <a:extLst>
              <a:ext uri="{FF2B5EF4-FFF2-40B4-BE49-F238E27FC236}">
                <a16:creationId xmlns:a16="http://schemas.microsoft.com/office/drawing/2014/main" id="{3B8A9DD2-65A7-4991-A62F-01FD420AEB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4838" y="2395538"/>
            <a:ext cx="18097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36873" name="Rectangle 15">
            <a:extLst>
              <a:ext uri="{FF2B5EF4-FFF2-40B4-BE49-F238E27FC236}">
                <a16:creationId xmlns:a16="http://schemas.microsoft.com/office/drawing/2014/main" id="{E57A2E32-43AC-4DAB-B84A-F8A5DB584C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37125" y="1338263"/>
            <a:ext cx="18097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36874" name="Rectangle 16">
            <a:extLst>
              <a:ext uri="{FF2B5EF4-FFF2-40B4-BE49-F238E27FC236}">
                <a16:creationId xmlns:a16="http://schemas.microsoft.com/office/drawing/2014/main" id="{4F71AF1B-88FE-4FEC-BB88-9691E2BA07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14975" y="1338263"/>
            <a:ext cx="18097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36875" name="Rectangle 17">
            <a:extLst>
              <a:ext uri="{FF2B5EF4-FFF2-40B4-BE49-F238E27FC236}">
                <a16:creationId xmlns:a16="http://schemas.microsoft.com/office/drawing/2014/main" id="{95703938-7169-434A-9A0D-F5C8FF0717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26013" y="1803400"/>
            <a:ext cx="121828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</a:t>
            </a: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36876" name="Rectangle 19">
            <a:extLst>
              <a:ext uri="{FF2B5EF4-FFF2-40B4-BE49-F238E27FC236}">
                <a16:creationId xmlns:a16="http://schemas.microsoft.com/office/drawing/2014/main" id="{4EBB6E16-3E43-4341-BBA4-6B77DCE229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14975" y="1803400"/>
            <a:ext cx="136525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36877" name="Rectangle 21">
            <a:extLst>
              <a:ext uri="{FF2B5EF4-FFF2-40B4-BE49-F238E27FC236}">
                <a16:creationId xmlns:a16="http://schemas.microsoft.com/office/drawing/2014/main" id="{7CF08BEB-7743-4AB3-A7CD-13A5C52EF0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14975" y="2351088"/>
            <a:ext cx="136525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</a:t>
            </a: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36878" name="Rectangle 23">
            <a:extLst>
              <a:ext uri="{FF2B5EF4-FFF2-40B4-BE49-F238E27FC236}">
                <a16:creationId xmlns:a16="http://schemas.microsoft.com/office/drawing/2014/main" id="{EF21CAC5-4DEF-498C-9A13-F9ADB27E2F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26013" y="2351088"/>
            <a:ext cx="121828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</a:t>
            </a: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grpSp>
        <p:nvGrpSpPr>
          <p:cNvPr id="36879" name="Group 48">
            <a:extLst>
              <a:ext uri="{FF2B5EF4-FFF2-40B4-BE49-F238E27FC236}">
                <a16:creationId xmlns:a16="http://schemas.microsoft.com/office/drawing/2014/main" id="{578F5F52-5E41-4071-96C7-15E030BECED9}"/>
              </a:ext>
            </a:extLst>
          </p:cNvPr>
          <p:cNvGrpSpPr>
            <a:grpSpLocks/>
          </p:cNvGrpSpPr>
          <p:nvPr/>
        </p:nvGrpSpPr>
        <p:grpSpPr bwMode="auto">
          <a:xfrm>
            <a:off x="4478338" y="990600"/>
            <a:ext cx="279400" cy="387350"/>
            <a:chOff x="3339" y="1451"/>
            <a:chExt cx="176" cy="244"/>
          </a:xfrm>
        </p:grpSpPr>
        <p:sp>
          <p:nvSpPr>
            <p:cNvPr id="36900" name="Rectangle 49">
              <a:extLst>
                <a:ext uri="{FF2B5EF4-FFF2-40B4-BE49-F238E27FC236}">
                  <a16:creationId xmlns:a16="http://schemas.microsoft.com/office/drawing/2014/main" id="{194B4E69-806D-45B2-84B9-3A75D68DF8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39" y="1451"/>
              <a:ext cx="105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x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36901" name="Rectangle 50">
              <a:extLst>
                <a:ext uri="{FF2B5EF4-FFF2-40B4-BE49-F238E27FC236}">
                  <a16:creationId xmlns:a16="http://schemas.microsoft.com/office/drawing/2014/main" id="{F480B910-CAE3-4F0E-B8E4-7E436F400C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3" y="1532"/>
              <a:ext cx="102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7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1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</p:grpSp>
      <p:sp>
        <p:nvSpPr>
          <p:cNvPr id="36880" name="Rectangle 21">
            <a:extLst>
              <a:ext uri="{FF2B5EF4-FFF2-40B4-BE49-F238E27FC236}">
                <a16:creationId xmlns:a16="http://schemas.microsoft.com/office/drawing/2014/main" id="{71E5218E-5729-49D4-A230-6AD7BC9C08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91400" y="1655763"/>
            <a:ext cx="1166813" cy="1139825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36881" name="Line 4">
            <a:extLst>
              <a:ext uri="{FF2B5EF4-FFF2-40B4-BE49-F238E27FC236}">
                <a16:creationId xmlns:a16="http://schemas.microsoft.com/office/drawing/2014/main" id="{25EB741B-2378-4E46-9EFC-62E9DE7A817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391400" y="2225675"/>
            <a:ext cx="1166813" cy="1588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36882" name="Line 5">
            <a:extLst>
              <a:ext uri="{FF2B5EF4-FFF2-40B4-BE49-F238E27FC236}">
                <a16:creationId xmlns:a16="http://schemas.microsoft.com/office/drawing/2014/main" id="{78BE62C8-892B-4F3C-88D3-FC1D89F54D1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961313" y="1655763"/>
            <a:ext cx="1587" cy="1139825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36883" name="Line 6">
            <a:extLst>
              <a:ext uri="{FF2B5EF4-FFF2-40B4-BE49-F238E27FC236}">
                <a16:creationId xmlns:a16="http://schemas.microsoft.com/office/drawing/2014/main" id="{9C277121-7791-42EF-A529-271BDCAD380D}"/>
              </a:ext>
            </a:extLst>
          </p:cNvPr>
          <p:cNvSpPr>
            <a:spLocks noChangeShapeType="1"/>
          </p:cNvSpPr>
          <p:nvPr/>
        </p:nvSpPr>
        <p:spPr bwMode="auto">
          <a:xfrm>
            <a:off x="6821488" y="1085850"/>
            <a:ext cx="569912" cy="569913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grpSp>
        <p:nvGrpSpPr>
          <p:cNvPr id="36884" name="Group 47">
            <a:extLst>
              <a:ext uri="{FF2B5EF4-FFF2-40B4-BE49-F238E27FC236}">
                <a16:creationId xmlns:a16="http://schemas.microsoft.com/office/drawing/2014/main" id="{8774AA15-DFF8-476D-80DE-46CA17C83B3E}"/>
              </a:ext>
            </a:extLst>
          </p:cNvPr>
          <p:cNvGrpSpPr>
            <a:grpSpLocks/>
          </p:cNvGrpSpPr>
          <p:nvPr/>
        </p:nvGrpSpPr>
        <p:grpSpPr bwMode="auto">
          <a:xfrm>
            <a:off x="6729413" y="1166813"/>
            <a:ext cx="279400" cy="387350"/>
            <a:chOff x="3339" y="1451"/>
            <a:chExt cx="176" cy="244"/>
          </a:xfrm>
        </p:grpSpPr>
        <p:sp>
          <p:nvSpPr>
            <p:cNvPr id="36898" name="Rectangle 9">
              <a:extLst>
                <a:ext uri="{FF2B5EF4-FFF2-40B4-BE49-F238E27FC236}">
                  <a16:creationId xmlns:a16="http://schemas.microsoft.com/office/drawing/2014/main" id="{D5C066DB-4CE6-4593-A004-ABDCAD8AEB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39" y="1451"/>
              <a:ext cx="105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x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36899" name="Rectangle 10">
              <a:extLst>
                <a:ext uri="{FF2B5EF4-FFF2-40B4-BE49-F238E27FC236}">
                  <a16:creationId xmlns:a16="http://schemas.microsoft.com/office/drawing/2014/main" id="{7A77B24D-3123-4A2D-A704-87F2FBEE2F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3" y="1532"/>
              <a:ext cx="102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7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2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</p:grpSp>
      <p:sp>
        <p:nvSpPr>
          <p:cNvPr id="36885" name="Rectangle 13">
            <a:extLst>
              <a:ext uri="{FF2B5EF4-FFF2-40B4-BE49-F238E27FC236}">
                <a16:creationId xmlns:a16="http://schemas.microsoft.com/office/drawing/2014/main" id="{19A89672-AB29-4708-93E7-610144C553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9938" y="1819275"/>
            <a:ext cx="18097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36886" name="Rectangle 14">
            <a:extLst>
              <a:ext uri="{FF2B5EF4-FFF2-40B4-BE49-F238E27FC236}">
                <a16:creationId xmlns:a16="http://schemas.microsoft.com/office/drawing/2014/main" id="{4BC76B73-20B3-40C7-BAA9-E21695D65E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05650" y="2395538"/>
            <a:ext cx="18097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36887" name="Rectangle 15">
            <a:extLst>
              <a:ext uri="{FF2B5EF4-FFF2-40B4-BE49-F238E27FC236}">
                <a16:creationId xmlns:a16="http://schemas.microsoft.com/office/drawing/2014/main" id="{20EC86F9-E082-4119-A40F-77805BC50F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7938" y="1338263"/>
            <a:ext cx="18097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36888" name="Rectangle 16">
            <a:extLst>
              <a:ext uri="{FF2B5EF4-FFF2-40B4-BE49-F238E27FC236}">
                <a16:creationId xmlns:a16="http://schemas.microsoft.com/office/drawing/2014/main" id="{54125EB1-8B4F-4881-9525-81AB4EA958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05788" y="1338263"/>
            <a:ext cx="18097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36889" name="Rectangle 17">
            <a:extLst>
              <a:ext uri="{FF2B5EF4-FFF2-40B4-BE49-F238E27FC236}">
                <a16:creationId xmlns:a16="http://schemas.microsoft.com/office/drawing/2014/main" id="{796FB58C-F301-4385-B1E1-FEA6FD13DA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16825" y="1803400"/>
            <a:ext cx="136525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36890" name="Rectangle 19">
            <a:extLst>
              <a:ext uri="{FF2B5EF4-FFF2-40B4-BE49-F238E27FC236}">
                <a16:creationId xmlns:a16="http://schemas.microsoft.com/office/drawing/2014/main" id="{D471F656-370C-4235-8472-49EB4503F3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05788" y="1803400"/>
            <a:ext cx="136525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36891" name="Rectangle 21">
            <a:extLst>
              <a:ext uri="{FF2B5EF4-FFF2-40B4-BE49-F238E27FC236}">
                <a16:creationId xmlns:a16="http://schemas.microsoft.com/office/drawing/2014/main" id="{FE66C601-CCF0-4971-AC30-C31020384E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05788" y="2351088"/>
            <a:ext cx="121828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</a:t>
            </a: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36892" name="Rectangle 23">
            <a:extLst>
              <a:ext uri="{FF2B5EF4-FFF2-40B4-BE49-F238E27FC236}">
                <a16:creationId xmlns:a16="http://schemas.microsoft.com/office/drawing/2014/main" id="{35F23606-72A9-4470-AA5C-72BE74CE71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16825" y="2351088"/>
            <a:ext cx="121828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</a:t>
            </a: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grpSp>
        <p:nvGrpSpPr>
          <p:cNvPr id="36893" name="Group 48">
            <a:extLst>
              <a:ext uri="{FF2B5EF4-FFF2-40B4-BE49-F238E27FC236}">
                <a16:creationId xmlns:a16="http://schemas.microsoft.com/office/drawing/2014/main" id="{DE8FC0C2-E355-4828-9114-0E7B8440833B}"/>
              </a:ext>
            </a:extLst>
          </p:cNvPr>
          <p:cNvGrpSpPr>
            <a:grpSpLocks/>
          </p:cNvGrpSpPr>
          <p:nvPr/>
        </p:nvGrpSpPr>
        <p:grpSpPr bwMode="auto">
          <a:xfrm>
            <a:off x="7169150" y="990600"/>
            <a:ext cx="279400" cy="387350"/>
            <a:chOff x="3339" y="1451"/>
            <a:chExt cx="176" cy="244"/>
          </a:xfrm>
        </p:grpSpPr>
        <p:sp>
          <p:nvSpPr>
            <p:cNvPr id="36896" name="Rectangle 49">
              <a:extLst>
                <a:ext uri="{FF2B5EF4-FFF2-40B4-BE49-F238E27FC236}">
                  <a16:creationId xmlns:a16="http://schemas.microsoft.com/office/drawing/2014/main" id="{46389BDD-EA07-4E51-9E0A-EAC74FA975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39" y="1451"/>
              <a:ext cx="105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x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36897" name="Rectangle 50">
              <a:extLst>
                <a:ext uri="{FF2B5EF4-FFF2-40B4-BE49-F238E27FC236}">
                  <a16:creationId xmlns:a16="http://schemas.microsoft.com/office/drawing/2014/main" id="{D8DD4287-FB68-4917-B6D6-23517D8051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3" y="1532"/>
              <a:ext cx="102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7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1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</p:grpSp>
      <p:sp>
        <p:nvSpPr>
          <p:cNvPr id="41" name="TextBox 40">
            <a:extLst>
              <a:ext uri="{FF2B5EF4-FFF2-40B4-BE49-F238E27FC236}">
                <a16:creationId xmlns:a16="http://schemas.microsoft.com/office/drawing/2014/main" id="{2FE43EB6-F21C-3247-82B0-2A71124E1EA2}"/>
              </a:ext>
            </a:extLst>
          </p:cNvPr>
          <p:cNvSpPr txBox="1"/>
          <p:nvPr/>
        </p:nvSpPr>
        <p:spPr>
          <a:xfrm>
            <a:off x="4508500" y="3276600"/>
            <a:ext cx="15494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  <a:cs typeface="+mn-cs"/>
              </a:rPr>
              <a:t>m</a:t>
            </a:r>
            <a:r>
              <a:rPr kumimoji="0" lang="en-US" sz="24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  <a:cs typeface="+mn-cs"/>
              </a:rPr>
              <a:t>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B14BBAA-7D93-D848-9F88-7C34A20671CA}"/>
              </a:ext>
            </a:extLst>
          </p:cNvPr>
          <p:cNvSpPr txBox="1"/>
          <p:nvPr/>
        </p:nvSpPr>
        <p:spPr>
          <a:xfrm>
            <a:off x="7213600" y="3276600"/>
            <a:ext cx="15494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  <a:cs typeface="+mn-cs"/>
              </a:rPr>
              <a:t>m</a:t>
            </a:r>
            <a:r>
              <a:rPr kumimoji="0" lang="en-US" sz="24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  <a:cs typeface="+mn-cs"/>
              </a:rPr>
              <a:t>3</a:t>
            </a:r>
          </a:p>
        </p:txBody>
      </p:sp>
      <p:sp>
        <p:nvSpPr>
          <p:cNvPr id="90" name="Line 24">
            <a:extLst>
              <a:ext uri="{FF2B5EF4-FFF2-40B4-BE49-F238E27FC236}">
                <a16:creationId xmlns:a16="http://schemas.microsoft.com/office/drawing/2014/main" id="{55CE460F-0AA8-44B7-AE26-530921CB356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57200" y="1845002"/>
            <a:ext cx="1328738" cy="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1" name="Line 25">
            <a:extLst>
              <a:ext uri="{FF2B5EF4-FFF2-40B4-BE49-F238E27FC236}">
                <a16:creationId xmlns:a16="http://schemas.microsoft.com/office/drawing/2014/main" id="{808EF200-BE03-4E6B-940A-6770702B22A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302445" y="1398915"/>
            <a:ext cx="1588" cy="211455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2" name="Rectangle 27">
            <a:extLst>
              <a:ext uri="{FF2B5EF4-FFF2-40B4-BE49-F238E27FC236}">
                <a16:creationId xmlns:a16="http://schemas.microsoft.com/office/drawing/2014/main" id="{11263BBF-E0EA-4434-8F32-022362D20F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4258" y="1417965"/>
            <a:ext cx="166687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x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3" name="Rectangle 28">
            <a:extLst>
              <a:ext uri="{FF2B5EF4-FFF2-40B4-BE49-F238E27FC236}">
                <a16:creationId xmlns:a16="http://schemas.microsoft.com/office/drawing/2014/main" id="{16E65C5B-20D2-4B83-B0F2-E5390C31C4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3320" y="1544965"/>
            <a:ext cx="161925" cy="258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7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4" name="Rectangle 29">
            <a:extLst>
              <a:ext uri="{FF2B5EF4-FFF2-40B4-BE49-F238E27FC236}">
                <a16:creationId xmlns:a16="http://schemas.microsoft.com/office/drawing/2014/main" id="{9E32FDEC-7368-4A78-8BC9-7CCBAEEDD8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3033" y="1417965"/>
            <a:ext cx="166687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x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5" name="Rectangle 30">
            <a:extLst>
              <a:ext uri="{FF2B5EF4-FFF2-40B4-BE49-F238E27FC236}">
                <a16:creationId xmlns:a16="http://schemas.microsoft.com/office/drawing/2014/main" id="{95D74DDE-6526-4D72-A922-D59F4428BA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0508" y="1544965"/>
            <a:ext cx="161925" cy="258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7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2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6" name="Rectangle 31">
            <a:extLst>
              <a:ext uri="{FF2B5EF4-FFF2-40B4-BE49-F238E27FC236}">
                <a16:creationId xmlns:a16="http://schemas.microsoft.com/office/drawing/2014/main" id="{D6B9AAFE-1547-4B63-8ADD-64D29CB389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883" y="1924377"/>
            <a:ext cx="18097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7" name="Rectangle 32">
            <a:extLst>
              <a:ext uri="{FF2B5EF4-FFF2-40B4-BE49-F238E27FC236}">
                <a16:creationId xmlns:a16="http://schemas.microsoft.com/office/drawing/2014/main" id="{BB1E4728-6D0C-4290-8490-865B2C8D38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3833" y="1924377"/>
            <a:ext cx="18097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8" name="Rectangle 33">
            <a:extLst>
              <a:ext uri="{FF2B5EF4-FFF2-40B4-BE49-F238E27FC236}">
                <a16:creationId xmlns:a16="http://schemas.microsoft.com/office/drawing/2014/main" id="{422DC19C-5663-44A1-8404-00994859D8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883" y="2308552"/>
            <a:ext cx="18097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9" name="Rectangle 34">
            <a:extLst>
              <a:ext uri="{FF2B5EF4-FFF2-40B4-BE49-F238E27FC236}">
                <a16:creationId xmlns:a16="http://schemas.microsoft.com/office/drawing/2014/main" id="{83AE6D60-0AE0-4B75-9698-693FC9966A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3833" y="2308552"/>
            <a:ext cx="18097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100" name="Rectangle 35">
            <a:extLst>
              <a:ext uri="{FF2B5EF4-FFF2-40B4-BE49-F238E27FC236}">
                <a16:creationId xmlns:a16="http://schemas.microsoft.com/office/drawing/2014/main" id="{62B083EE-A011-4E6F-B138-F6907F2D84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883" y="2694315"/>
            <a:ext cx="18097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101" name="Rectangle 36">
            <a:extLst>
              <a:ext uri="{FF2B5EF4-FFF2-40B4-BE49-F238E27FC236}">
                <a16:creationId xmlns:a16="http://schemas.microsoft.com/office/drawing/2014/main" id="{A1D76710-22F9-4AA3-B352-7AA564CD96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3833" y="2694315"/>
            <a:ext cx="18097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102" name="Rectangle 37">
            <a:extLst>
              <a:ext uri="{FF2B5EF4-FFF2-40B4-BE49-F238E27FC236}">
                <a16:creationId xmlns:a16="http://schemas.microsoft.com/office/drawing/2014/main" id="{1CB97446-4F23-4BBC-A675-7D3F9A8B72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883" y="3076902"/>
            <a:ext cx="18097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103" name="Rectangle 38">
            <a:extLst>
              <a:ext uri="{FF2B5EF4-FFF2-40B4-BE49-F238E27FC236}">
                <a16:creationId xmlns:a16="http://schemas.microsoft.com/office/drawing/2014/main" id="{7BD16681-89C5-486B-8FB4-B9E1F8CDD7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3833" y="3076902"/>
            <a:ext cx="18097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104" name="Rectangle 39">
            <a:extLst>
              <a:ext uri="{FF2B5EF4-FFF2-40B4-BE49-F238E27FC236}">
                <a16:creationId xmlns:a16="http://schemas.microsoft.com/office/drawing/2014/main" id="{12469053-91B5-459F-9920-BE181E2AAE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2945" y="1921202"/>
            <a:ext cx="136525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105" name="Rectangle 41">
            <a:extLst>
              <a:ext uri="{FF2B5EF4-FFF2-40B4-BE49-F238E27FC236}">
                <a16:creationId xmlns:a16="http://schemas.microsoft.com/office/drawing/2014/main" id="{C5B45445-D196-421D-896C-31C1368FFB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2945" y="2303790"/>
            <a:ext cx="136525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106" name="Rectangle 43">
            <a:extLst>
              <a:ext uri="{FF2B5EF4-FFF2-40B4-BE49-F238E27FC236}">
                <a16:creationId xmlns:a16="http://schemas.microsoft.com/office/drawing/2014/main" id="{B6B1E0F0-1FCE-49B6-A7FB-3973C496ED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2945" y="3073727"/>
            <a:ext cx="136525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107" name="Rectangle 45">
            <a:extLst>
              <a:ext uri="{FF2B5EF4-FFF2-40B4-BE49-F238E27FC236}">
                <a16:creationId xmlns:a16="http://schemas.microsoft.com/office/drawing/2014/main" id="{E91AD1CD-E377-4447-84BA-A26D42A754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2945" y="2687965"/>
            <a:ext cx="136525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108" name="Rectangle 39">
            <a:extLst>
              <a:ext uri="{FF2B5EF4-FFF2-40B4-BE49-F238E27FC236}">
                <a16:creationId xmlns:a16="http://schemas.microsoft.com/office/drawing/2014/main" id="{0088A6F7-46E2-4181-B30B-2E8E94D8A9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19622" y="1887537"/>
            <a:ext cx="234950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m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109" name="Rectangle 40">
            <a:extLst>
              <a:ext uri="{FF2B5EF4-FFF2-40B4-BE49-F238E27FC236}">
                <a16:creationId xmlns:a16="http://schemas.microsoft.com/office/drawing/2014/main" id="{96981D74-7DF8-4CAD-9226-3AB2C28AFD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05360" y="2009775"/>
            <a:ext cx="142875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5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110" name="Rectangle 41">
            <a:extLst>
              <a:ext uri="{FF2B5EF4-FFF2-40B4-BE49-F238E27FC236}">
                <a16:creationId xmlns:a16="http://schemas.microsoft.com/office/drawing/2014/main" id="{C5078BFE-6B04-49E4-AF12-7F512D2713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19622" y="2270125"/>
            <a:ext cx="234950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m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111" name="Rectangle 42">
            <a:extLst>
              <a:ext uri="{FF2B5EF4-FFF2-40B4-BE49-F238E27FC236}">
                <a16:creationId xmlns:a16="http://schemas.microsoft.com/office/drawing/2014/main" id="{CE8843A7-CFF3-422F-A144-8F716F5E97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05360" y="2393950"/>
            <a:ext cx="142875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5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112" name="Rectangle 43">
            <a:extLst>
              <a:ext uri="{FF2B5EF4-FFF2-40B4-BE49-F238E27FC236}">
                <a16:creationId xmlns:a16="http://schemas.microsoft.com/office/drawing/2014/main" id="{6326AE99-5E52-4D93-95A9-318F12A754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19622" y="3040062"/>
            <a:ext cx="234950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m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113" name="Rectangle 44">
            <a:extLst>
              <a:ext uri="{FF2B5EF4-FFF2-40B4-BE49-F238E27FC236}">
                <a16:creationId xmlns:a16="http://schemas.microsoft.com/office/drawing/2014/main" id="{D1150B80-9CF0-4C62-A097-6972485B2D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05360" y="3162300"/>
            <a:ext cx="142875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5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3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114" name="Rectangle 45">
            <a:extLst>
              <a:ext uri="{FF2B5EF4-FFF2-40B4-BE49-F238E27FC236}">
                <a16:creationId xmlns:a16="http://schemas.microsoft.com/office/drawing/2014/main" id="{222FFA71-AFDF-4C2D-953A-9F9622542C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19622" y="2654300"/>
            <a:ext cx="234950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m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115" name="Rectangle 46">
            <a:extLst>
              <a:ext uri="{FF2B5EF4-FFF2-40B4-BE49-F238E27FC236}">
                <a16:creationId xmlns:a16="http://schemas.microsoft.com/office/drawing/2014/main" id="{0E93F1C9-A763-4D4B-B8BA-BB83E59D91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05360" y="2778125"/>
            <a:ext cx="142875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5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2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116" name="Line 25">
            <a:extLst>
              <a:ext uri="{FF2B5EF4-FFF2-40B4-BE49-F238E27FC236}">
                <a16:creationId xmlns:a16="http://schemas.microsoft.com/office/drawing/2014/main" id="{DE1171BC-0384-4F56-B4AB-AE2005C8B02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714847" y="1845002"/>
            <a:ext cx="28398" cy="1668463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grpSp>
        <p:nvGrpSpPr>
          <p:cNvPr id="68" name="Group 67">
            <a:extLst>
              <a:ext uri="{FF2B5EF4-FFF2-40B4-BE49-F238E27FC236}">
                <a16:creationId xmlns:a16="http://schemas.microsoft.com/office/drawing/2014/main" id="{6E66051B-267A-4D2D-B3C7-5B4164BBC7CE}"/>
              </a:ext>
            </a:extLst>
          </p:cNvPr>
          <p:cNvGrpSpPr/>
          <p:nvPr/>
        </p:nvGrpSpPr>
        <p:grpSpPr>
          <a:xfrm>
            <a:off x="247997" y="4110504"/>
            <a:ext cx="1828800" cy="1804988"/>
            <a:chOff x="5043488" y="2406650"/>
            <a:chExt cx="1828800" cy="1804988"/>
          </a:xfrm>
        </p:grpSpPr>
        <p:sp>
          <p:nvSpPr>
            <p:cNvPr id="69" name="Rectangle 3">
              <a:extLst>
                <a:ext uri="{FF2B5EF4-FFF2-40B4-BE49-F238E27FC236}">
                  <a16:creationId xmlns:a16="http://schemas.microsoft.com/office/drawing/2014/main" id="{93A2FB14-AB52-46F7-B58C-D0F71F2ACB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05475" y="3071813"/>
              <a:ext cx="1166813" cy="1139825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70" name="Line 4">
              <a:extLst>
                <a:ext uri="{FF2B5EF4-FFF2-40B4-BE49-F238E27FC236}">
                  <a16:creationId xmlns:a16="http://schemas.microsoft.com/office/drawing/2014/main" id="{6B2E4F62-7E84-4CC4-8E4F-8B4F02189CD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705475" y="3641725"/>
              <a:ext cx="1166813" cy="1588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71" name="Line 5">
              <a:extLst>
                <a:ext uri="{FF2B5EF4-FFF2-40B4-BE49-F238E27FC236}">
                  <a16:creationId xmlns:a16="http://schemas.microsoft.com/office/drawing/2014/main" id="{3BA824CA-7455-4E16-BF29-6ADAEB8C403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275388" y="3071813"/>
              <a:ext cx="1587" cy="1139825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72" name="Line 6">
              <a:extLst>
                <a:ext uri="{FF2B5EF4-FFF2-40B4-BE49-F238E27FC236}">
                  <a16:creationId xmlns:a16="http://schemas.microsoft.com/office/drawing/2014/main" id="{CAA57772-9982-4E68-ADD8-0A6E2217052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35563" y="2501900"/>
              <a:ext cx="569912" cy="569913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grpSp>
          <p:nvGrpSpPr>
            <p:cNvPr id="73" name="Group 47">
              <a:extLst>
                <a:ext uri="{FF2B5EF4-FFF2-40B4-BE49-F238E27FC236}">
                  <a16:creationId xmlns:a16="http://schemas.microsoft.com/office/drawing/2014/main" id="{8851EC23-4F38-4A51-BECA-929B23BFFD7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043488" y="2582863"/>
              <a:ext cx="279400" cy="387350"/>
              <a:chOff x="3339" y="1451"/>
              <a:chExt cx="176" cy="244"/>
            </a:xfrm>
          </p:grpSpPr>
          <p:sp>
            <p:nvSpPr>
              <p:cNvPr id="89" name="Rectangle 9">
                <a:extLst>
                  <a:ext uri="{FF2B5EF4-FFF2-40B4-BE49-F238E27FC236}">
                    <a16:creationId xmlns:a16="http://schemas.microsoft.com/office/drawing/2014/main" id="{F93C262F-E911-486D-8FF8-DCEF9D2FDB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39" y="1451"/>
                <a:ext cx="105" cy="18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9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-Roman" charset="0"/>
                    <a:ea typeface="MS PGothic" panose="020B0600070205080204" pitchFamily="34" charset="-128"/>
                    <a:cs typeface="+mn-cs"/>
                  </a:rPr>
                  <a:t>x </a:t>
                </a: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117" name="Rectangle 10">
                <a:extLst>
                  <a:ext uri="{FF2B5EF4-FFF2-40B4-BE49-F238E27FC236}">
                    <a16:creationId xmlns:a16="http://schemas.microsoft.com/office/drawing/2014/main" id="{CF2687CC-0AE7-4A51-A834-972EFBD8D3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13" y="1532"/>
                <a:ext cx="102" cy="1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7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-Roman" charset="0"/>
                    <a:ea typeface="MS PGothic" panose="020B0600070205080204" pitchFamily="34" charset="-128"/>
                    <a:cs typeface="+mn-cs"/>
                  </a:rPr>
                  <a:t>2 </a:t>
                </a: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74" name="Rectangle 13">
              <a:extLst>
                <a:ext uri="{FF2B5EF4-FFF2-40B4-BE49-F238E27FC236}">
                  <a16:creationId xmlns:a16="http://schemas.microsoft.com/office/drawing/2014/main" id="{6CC77F23-1A80-43F7-AF5C-3B401CC2B9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34013" y="3235325"/>
              <a:ext cx="180975" cy="288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0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75" name="Rectangle 14">
              <a:extLst>
                <a:ext uri="{FF2B5EF4-FFF2-40B4-BE49-F238E27FC236}">
                  <a16:creationId xmlns:a16="http://schemas.microsoft.com/office/drawing/2014/main" id="{E70F0B11-76B4-4630-99DF-7C4C05A16F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9725" y="3811588"/>
              <a:ext cx="180975" cy="288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1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76" name="Rectangle 15">
              <a:extLst>
                <a:ext uri="{FF2B5EF4-FFF2-40B4-BE49-F238E27FC236}">
                  <a16:creationId xmlns:a16="http://schemas.microsoft.com/office/drawing/2014/main" id="{8B4B91DC-ED52-4723-B5C8-83BD1BA4A0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42013" y="2754313"/>
              <a:ext cx="180975" cy="288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0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77" name="Rectangle 16">
              <a:extLst>
                <a:ext uri="{FF2B5EF4-FFF2-40B4-BE49-F238E27FC236}">
                  <a16:creationId xmlns:a16="http://schemas.microsoft.com/office/drawing/2014/main" id="{78F8D19F-2777-4499-8A28-693017460E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19863" y="2754313"/>
              <a:ext cx="180975" cy="288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1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78" name="Rectangle 17">
              <a:extLst>
                <a:ext uri="{FF2B5EF4-FFF2-40B4-BE49-F238E27FC236}">
                  <a16:creationId xmlns:a16="http://schemas.microsoft.com/office/drawing/2014/main" id="{5D423E62-162A-436A-8FC8-ABFB40A7B3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46763" y="3190875"/>
              <a:ext cx="234950" cy="288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m </a:t>
              </a: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79" name="Rectangle 18">
              <a:extLst>
                <a:ext uri="{FF2B5EF4-FFF2-40B4-BE49-F238E27FC236}">
                  <a16:creationId xmlns:a16="http://schemas.microsoft.com/office/drawing/2014/main" id="{EDC017EE-4DD2-456B-88D7-5884B5E685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32500" y="3314700"/>
              <a:ext cx="142875" cy="228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5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0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80" name="Rectangle 19">
              <a:extLst>
                <a:ext uri="{FF2B5EF4-FFF2-40B4-BE49-F238E27FC236}">
                  <a16:creationId xmlns:a16="http://schemas.microsoft.com/office/drawing/2014/main" id="{1F1E2EA6-A62A-441D-A171-48D3C6D7AB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24613" y="3190875"/>
              <a:ext cx="234950" cy="288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m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81" name="Rectangle 20">
              <a:extLst>
                <a:ext uri="{FF2B5EF4-FFF2-40B4-BE49-F238E27FC236}">
                  <a16:creationId xmlns:a16="http://schemas.microsoft.com/office/drawing/2014/main" id="{29867136-4F4B-4D44-80ED-06D3629AC6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08763" y="3314700"/>
              <a:ext cx="142875" cy="228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5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2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82" name="Rectangle 21">
              <a:extLst>
                <a:ext uri="{FF2B5EF4-FFF2-40B4-BE49-F238E27FC236}">
                  <a16:creationId xmlns:a16="http://schemas.microsoft.com/office/drawing/2014/main" id="{B0FA7630-7DFD-4589-9A5B-7399ADB0E1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24613" y="3767138"/>
              <a:ext cx="234950" cy="288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m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83" name="Rectangle 22">
              <a:extLst>
                <a:ext uri="{FF2B5EF4-FFF2-40B4-BE49-F238E27FC236}">
                  <a16:creationId xmlns:a16="http://schemas.microsoft.com/office/drawing/2014/main" id="{D36CD520-B033-44FA-B5AC-EEBB64392A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08763" y="3889375"/>
              <a:ext cx="142875" cy="228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5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3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84" name="Rectangle 23">
              <a:extLst>
                <a:ext uri="{FF2B5EF4-FFF2-40B4-BE49-F238E27FC236}">
                  <a16:creationId xmlns:a16="http://schemas.microsoft.com/office/drawing/2014/main" id="{8668E8C4-9D20-4528-81EA-6B7F94E9B7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46763" y="3767138"/>
              <a:ext cx="234950" cy="288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m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85" name="Rectangle 26">
              <a:extLst>
                <a:ext uri="{FF2B5EF4-FFF2-40B4-BE49-F238E27FC236}">
                  <a16:creationId xmlns:a16="http://schemas.microsoft.com/office/drawing/2014/main" id="{04E96EAA-5E5A-4FB8-BBF1-4DF106C5E6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32500" y="3889375"/>
              <a:ext cx="142875" cy="228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5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1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grpSp>
          <p:nvGrpSpPr>
            <p:cNvPr id="86" name="Group 48">
              <a:extLst>
                <a:ext uri="{FF2B5EF4-FFF2-40B4-BE49-F238E27FC236}">
                  <a16:creationId xmlns:a16="http://schemas.microsoft.com/office/drawing/2014/main" id="{1CE3CB7B-6AC4-41E5-A158-5EA69CA56AB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483225" y="2406650"/>
              <a:ext cx="279400" cy="387350"/>
              <a:chOff x="3339" y="1451"/>
              <a:chExt cx="176" cy="244"/>
            </a:xfrm>
          </p:grpSpPr>
          <p:sp>
            <p:nvSpPr>
              <p:cNvPr id="87" name="Rectangle 49">
                <a:extLst>
                  <a:ext uri="{FF2B5EF4-FFF2-40B4-BE49-F238E27FC236}">
                    <a16:creationId xmlns:a16="http://schemas.microsoft.com/office/drawing/2014/main" id="{A57321D8-5109-4A76-B2D8-5E22D12377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39" y="1451"/>
                <a:ext cx="105" cy="18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9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-Roman" charset="0"/>
                    <a:ea typeface="MS PGothic" panose="020B0600070205080204" pitchFamily="34" charset="-128"/>
                    <a:cs typeface="+mn-cs"/>
                  </a:rPr>
                  <a:t>x </a:t>
                </a: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88" name="Rectangle 50">
                <a:extLst>
                  <a:ext uri="{FF2B5EF4-FFF2-40B4-BE49-F238E27FC236}">
                    <a16:creationId xmlns:a16="http://schemas.microsoft.com/office/drawing/2014/main" id="{A7E61147-EF7E-4987-A2A6-4E06D17941D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13" y="1532"/>
                <a:ext cx="102" cy="1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7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-Roman" charset="0"/>
                    <a:ea typeface="MS PGothic" panose="020B0600070205080204" pitchFamily="34" charset="-128"/>
                    <a:cs typeface="+mn-cs"/>
                  </a:rPr>
                  <a:t>1 </a:t>
                </a: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</p:grpSp>
      </p:grp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2F7154EF-C8BF-490A-AD7A-FE42BA9A5F42}"/>
                  </a:ext>
                </a:extLst>
              </p14:cNvPr>
              <p14:cNvContentPartPr/>
              <p14:nvPr/>
            </p14:nvContentPartPr>
            <p14:xfrm>
              <a:off x="2065680" y="2359440"/>
              <a:ext cx="450720" cy="23868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2F7154EF-C8BF-490A-AD7A-FE42BA9A5F4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056320" y="2350080"/>
                <a:ext cx="469440" cy="2574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Title 1">
            <a:extLst>
              <a:ext uri="{FF2B5EF4-FFF2-40B4-BE49-F238E27FC236}">
                <a16:creationId xmlns:a16="http://schemas.microsoft.com/office/drawing/2014/main" id="{3B317DF8-EB09-4E16-85FF-3279CAA9335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" y="76200"/>
            <a:ext cx="8686800" cy="609600"/>
          </a:xfrm>
        </p:spPr>
        <p:txBody>
          <a:bodyPr/>
          <a:lstStyle/>
          <a:p>
            <a:r>
              <a:rPr lang="en-US" altLang="en-US" sz="3400" dirty="0"/>
              <a:t>Grouping Example</a:t>
            </a:r>
          </a:p>
        </p:txBody>
      </p:sp>
      <p:sp>
        <p:nvSpPr>
          <p:cNvPr id="37890" name="Rectangle 3">
            <a:extLst>
              <a:ext uri="{FF2B5EF4-FFF2-40B4-BE49-F238E27FC236}">
                <a16:creationId xmlns:a16="http://schemas.microsoft.com/office/drawing/2014/main" id="{296AE5D0-FF37-4605-B9AA-A8700A25C6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1588" y="1579563"/>
            <a:ext cx="1166812" cy="1139825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37891" name="Line 4">
            <a:extLst>
              <a:ext uri="{FF2B5EF4-FFF2-40B4-BE49-F238E27FC236}">
                <a16:creationId xmlns:a16="http://schemas.microsoft.com/office/drawing/2014/main" id="{5914AB21-0FA4-40C8-A884-13079EB1A7E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271588" y="2149475"/>
            <a:ext cx="1166812" cy="1588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37892" name="Line 5">
            <a:extLst>
              <a:ext uri="{FF2B5EF4-FFF2-40B4-BE49-F238E27FC236}">
                <a16:creationId xmlns:a16="http://schemas.microsoft.com/office/drawing/2014/main" id="{5C6B9351-EDA1-43EE-98B3-971447E6E50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841500" y="1579563"/>
            <a:ext cx="1588" cy="1139825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37893" name="Line 6">
            <a:extLst>
              <a:ext uri="{FF2B5EF4-FFF2-40B4-BE49-F238E27FC236}">
                <a16:creationId xmlns:a16="http://schemas.microsoft.com/office/drawing/2014/main" id="{16876349-6931-435D-A227-09FA3CB6E50D}"/>
              </a:ext>
            </a:extLst>
          </p:cNvPr>
          <p:cNvSpPr>
            <a:spLocks noChangeShapeType="1"/>
          </p:cNvSpPr>
          <p:nvPr/>
        </p:nvSpPr>
        <p:spPr bwMode="auto">
          <a:xfrm>
            <a:off x="701675" y="1009650"/>
            <a:ext cx="569913" cy="569913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grpSp>
        <p:nvGrpSpPr>
          <p:cNvPr id="37894" name="Group 47">
            <a:extLst>
              <a:ext uri="{FF2B5EF4-FFF2-40B4-BE49-F238E27FC236}">
                <a16:creationId xmlns:a16="http://schemas.microsoft.com/office/drawing/2014/main" id="{5C7C5E0B-5C74-4B3D-ADCB-3D3C020F7D92}"/>
              </a:ext>
            </a:extLst>
          </p:cNvPr>
          <p:cNvGrpSpPr>
            <a:grpSpLocks/>
          </p:cNvGrpSpPr>
          <p:nvPr/>
        </p:nvGrpSpPr>
        <p:grpSpPr bwMode="auto">
          <a:xfrm>
            <a:off x="609600" y="1090613"/>
            <a:ext cx="279400" cy="387350"/>
            <a:chOff x="3339" y="1451"/>
            <a:chExt cx="176" cy="244"/>
          </a:xfrm>
        </p:grpSpPr>
        <p:sp>
          <p:nvSpPr>
            <p:cNvPr id="37949" name="Rectangle 9">
              <a:extLst>
                <a:ext uri="{FF2B5EF4-FFF2-40B4-BE49-F238E27FC236}">
                  <a16:creationId xmlns:a16="http://schemas.microsoft.com/office/drawing/2014/main" id="{0CB36073-8974-4EDA-AF80-3C38D080AE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39" y="1451"/>
              <a:ext cx="105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x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37950" name="Rectangle 10">
              <a:extLst>
                <a:ext uri="{FF2B5EF4-FFF2-40B4-BE49-F238E27FC236}">
                  <a16:creationId xmlns:a16="http://schemas.microsoft.com/office/drawing/2014/main" id="{60ADB863-3C6D-4963-9526-89595FFF42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3" y="1532"/>
              <a:ext cx="102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7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2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</p:grpSp>
      <p:sp>
        <p:nvSpPr>
          <p:cNvPr id="37895" name="Rectangle 13">
            <a:extLst>
              <a:ext uri="{FF2B5EF4-FFF2-40B4-BE49-F238E27FC236}">
                <a16:creationId xmlns:a16="http://schemas.microsoft.com/office/drawing/2014/main" id="{9AA0F3A3-863A-41AB-BD5B-6E8B09A889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0125" y="1743075"/>
            <a:ext cx="18097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37896" name="Rectangle 14">
            <a:extLst>
              <a:ext uri="{FF2B5EF4-FFF2-40B4-BE49-F238E27FC236}">
                <a16:creationId xmlns:a16="http://schemas.microsoft.com/office/drawing/2014/main" id="{701982FC-AD31-493F-9E9A-6B08500C5E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5838" y="2319338"/>
            <a:ext cx="18097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37897" name="Rectangle 15">
            <a:extLst>
              <a:ext uri="{FF2B5EF4-FFF2-40B4-BE49-F238E27FC236}">
                <a16:creationId xmlns:a16="http://schemas.microsoft.com/office/drawing/2014/main" id="{0E317C63-7CB2-4E27-82EC-3B4CCA7007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08125" y="1262063"/>
            <a:ext cx="18097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37898" name="Rectangle 16">
            <a:extLst>
              <a:ext uri="{FF2B5EF4-FFF2-40B4-BE49-F238E27FC236}">
                <a16:creationId xmlns:a16="http://schemas.microsoft.com/office/drawing/2014/main" id="{48BCFE80-73D2-4EC2-9EF0-EB1FA4E8D0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85975" y="1262063"/>
            <a:ext cx="18097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grpSp>
        <p:nvGrpSpPr>
          <p:cNvPr id="37903" name="Group 48">
            <a:extLst>
              <a:ext uri="{FF2B5EF4-FFF2-40B4-BE49-F238E27FC236}">
                <a16:creationId xmlns:a16="http://schemas.microsoft.com/office/drawing/2014/main" id="{6DE4A780-8B24-4F8B-9A04-37B79D608E4D}"/>
              </a:ext>
            </a:extLst>
          </p:cNvPr>
          <p:cNvGrpSpPr>
            <a:grpSpLocks/>
          </p:cNvGrpSpPr>
          <p:nvPr/>
        </p:nvGrpSpPr>
        <p:grpSpPr bwMode="auto">
          <a:xfrm>
            <a:off x="1049338" y="914400"/>
            <a:ext cx="279400" cy="387350"/>
            <a:chOff x="3339" y="1451"/>
            <a:chExt cx="176" cy="244"/>
          </a:xfrm>
        </p:grpSpPr>
        <p:sp>
          <p:nvSpPr>
            <p:cNvPr id="37947" name="Rectangle 49">
              <a:extLst>
                <a:ext uri="{FF2B5EF4-FFF2-40B4-BE49-F238E27FC236}">
                  <a16:creationId xmlns:a16="http://schemas.microsoft.com/office/drawing/2014/main" id="{90539FF0-2A78-4D42-B801-3633677326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39" y="1451"/>
              <a:ext cx="105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x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37948" name="Rectangle 50">
              <a:extLst>
                <a:ext uri="{FF2B5EF4-FFF2-40B4-BE49-F238E27FC236}">
                  <a16:creationId xmlns:a16="http://schemas.microsoft.com/office/drawing/2014/main" id="{4CE6BBC5-47E3-4837-B7A5-2975D0ACB5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3" y="1532"/>
              <a:ext cx="102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7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1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</p:grpSp>
      <p:sp>
        <p:nvSpPr>
          <p:cNvPr id="37904" name="Rectangle 21">
            <a:extLst>
              <a:ext uri="{FF2B5EF4-FFF2-40B4-BE49-F238E27FC236}">
                <a16:creationId xmlns:a16="http://schemas.microsoft.com/office/drawing/2014/main" id="{6B96900D-60B1-4299-A540-8F4C2B1B5D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38588" y="1579563"/>
            <a:ext cx="1166812" cy="1139825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37905" name="Line 4">
            <a:extLst>
              <a:ext uri="{FF2B5EF4-FFF2-40B4-BE49-F238E27FC236}">
                <a16:creationId xmlns:a16="http://schemas.microsoft.com/office/drawing/2014/main" id="{B2CF0159-F98F-42F9-822C-F4B155D1256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938588" y="2149475"/>
            <a:ext cx="1166812" cy="1588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37906" name="Line 5">
            <a:extLst>
              <a:ext uri="{FF2B5EF4-FFF2-40B4-BE49-F238E27FC236}">
                <a16:creationId xmlns:a16="http://schemas.microsoft.com/office/drawing/2014/main" id="{7789A7A8-9A6C-4A2A-876E-8E4ECE2233F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508500" y="1579563"/>
            <a:ext cx="1588" cy="1139825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37907" name="Line 6">
            <a:extLst>
              <a:ext uri="{FF2B5EF4-FFF2-40B4-BE49-F238E27FC236}">
                <a16:creationId xmlns:a16="http://schemas.microsoft.com/office/drawing/2014/main" id="{EAEC6241-F672-439E-8DC7-1F283C643E69}"/>
              </a:ext>
            </a:extLst>
          </p:cNvPr>
          <p:cNvSpPr>
            <a:spLocks noChangeShapeType="1"/>
          </p:cNvSpPr>
          <p:nvPr/>
        </p:nvSpPr>
        <p:spPr bwMode="auto">
          <a:xfrm>
            <a:off x="3368675" y="1009650"/>
            <a:ext cx="569913" cy="569913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grpSp>
        <p:nvGrpSpPr>
          <p:cNvPr id="37908" name="Group 47">
            <a:extLst>
              <a:ext uri="{FF2B5EF4-FFF2-40B4-BE49-F238E27FC236}">
                <a16:creationId xmlns:a16="http://schemas.microsoft.com/office/drawing/2014/main" id="{273EB87B-EF8B-4975-AC26-0F88C5584439}"/>
              </a:ext>
            </a:extLst>
          </p:cNvPr>
          <p:cNvGrpSpPr>
            <a:grpSpLocks/>
          </p:cNvGrpSpPr>
          <p:nvPr/>
        </p:nvGrpSpPr>
        <p:grpSpPr bwMode="auto">
          <a:xfrm>
            <a:off x="3276600" y="1090613"/>
            <a:ext cx="279400" cy="387350"/>
            <a:chOff x="3339" y="1451"/>
            <a:chExt cx="176" cy="244"/>
          </a:xfrm>
        </p:grpSpPr>
        <p:sp>
          <p:nvSpPr>
            <p:cNvPr id="37945" name="Rectangle 9">
              <a:extLst>
                <a:ext uri="{FF2B5EF4-FFF2-40B4-BE49-F238E27FC236}">
                  <a16:creationId xmlns:a16="http://schemas.microsoft.com/office/drawing/2014/main" id="{B519C275-89B1-473F-9FA1-F306FB1265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39" y="1451"/>
              <a:ext cx="105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x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37946" name="Rectangle 10">
              <a:extLst>
                <a:ext uri="{FF2B5EF4-FFF2-40B4-BE49-F238E27FC236}">
                  <a16:creationId xmlns:a16="http://schemas.microsoft.com/office/drawing/2014/main" id="{A8F6BC47-8AD9-4BE6-A018-20CF0E3A6B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3" y="1532"/>
              <a:ext cx="102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7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2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</p:grpSp>
      <p:sp>
        <p:nvSpPr>
          <p:cNvPr id="37909" name="Rectangle 13">
            <a:extLst>
              <a:ext uri="{FF2B5EF4-FFF2-40B4-BE49-F238E27FC236}">
                <a16:creationId xmlns:a16="http://schemas.microsoft.com/office/drawing/2014/main" id="{70F8D8C7-F018-4ABD-902B-E84956A7AD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67125" y="1743075"/>
            <a:ext cx="18097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37910" name="Rectangle 14">
            <a:extLst>
              <a:ext uri="{FF2B5EF4-FFF2-40B4-BE49-F238E27FC236}">
                <a16:creationId xmlns:a16="http://schemas.microsoft.com/office/drawing/2014/main" id="{7643C3E6-9F04-40AC-8A2B-9533D72C46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2838" y="2319338"/>
            <a:ext cx="18097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37911" name="Rectangle 15">
            <a:extLst>
              <a:ext uri="{FF2B5EF4-FFF2-40B4-BE49-F238E27FC236}">
                <a16:creationId xmlns:a16="http://schemas.microsoft.com/office/drawing/2014/main" id="{59C59BEE-1F06-4AE9-AD1E-B7F3BD9349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75125" y="1262063"/>
            <a:ext cx="18097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37912" name="Rectangle 16">
            <a:extLst>
              <a:ext uri="{FF2B5EF4-FFF2-40B4-BE49-F238E27FC236}">
                <a16:creationId xmlns:a16="http://schemas.microsoft.com/office/drawing/2014/main" id="{2D612B6B-1F60-4D59-8366-D21ACF47EA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2975" y="1262063"/>
            <a:ext cx="18097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grpSp>
        <p:nvGrpSpPr>
          <p:cNvPr id="37917" name="Group 48">
            <a:extLst>
              <a:ext uri="{FF2B5EF4-FFF2-40B4-BE49-F238E27FC236}">
                <a16:creationId xmlns:a16="http://schemas.microsoft.com/office/drawing/2014/main" id="{975C2383-8246-4765-BC77-DC023689025E}"/>
              </a:ext>
            </a:extLst>
          </p:cNvPr>
          <p:cNvGrpSpPr>
            <a:grpSpLocks/>
          </p:cNvGrpSpPr>
          <p:nvPr/>
        </p:nvGrpSpPr>
        <p:grpSpPr bwMode="auto">
          <a:xfrm>
            <a:off x="3716338" y="914400"/>
            <a:ext cx="279400" cy="387350"/>
            <a:chOff x="3339" y="1451"/>
            <a:chExt cx="176" cy="244"/>
          </a:xfrm>
        </p:grpSpPr>
        <p:sp>
          <p:nvSpPr>
            <p:cNvPr id="37943" name="Rectangle 49">
              <a:extLst>
                <a:ext uri="{FF2B5EF4-FFF2-40B4-BE49-F238E27FC236}">
                  <a16:creationId xmlns:a16="http://schemas.microsoft.com/office/drawing/2014/main" id="{4A79F2A6-4A5D-4A16-9FE4-080C80F9D1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39" y="1451"/>
              <a:ext cx="105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x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37944" name="Rectangle 50">
              <a:extLst>
                <a:ext uri="{FF2B5EF4-FFF2-40B4-BE49-F238E27FC236}">
                  <a16:creationId xmlns:a16="http://schemas.microsoft.com/office/drawing/2014/main" id="{952C4BF1-AB88-4651-B8E2-6FDFEF6AF9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3" y="1532"/>
              <a:ext cx="102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7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1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</p:grpSp>
      <p:sp>
        <p:nvSpPr>
          <p:cNvPr id="41" name="TextBox 40">
            <a:extLst>
              <a:ext uri="{FF2B5EF4-FFF2-40B4-BE49-F238E27FC236}">
                <a16:creationId xmlns:a16="http://schemas.microsoft.com/office/drawing/2014/main" id="{A581C830-7F23-A145-95AA-44A98CCE56CC}"/>
              </a:ext>
            </a:extLst>
          </p:cNvPr>
          <p:cNvSpPr txBox="1"/>
          <p:nvPr/>
        </p:nvSpPr>
        <p:spPr>
          <a:xfrm>
            <a:off x="1079500" y="3200400"/>
            <a:ext cx="15494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  <a:cs typeface="+mn-cs"/>
              </a:rPr>
              <a:t>m</a:t>
            </a:r>
            <a:r>
              <a:rPr kumimoji="0" lang="en-US" sz="24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  <a:cs typeface="+mn-cs"/>
              </a:rPr>
              <a:t>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9E7DF2E-C4CB-E649-90AC-78DEDB5A4907}"/>
              </a:ext>
            </a:extLst>
          </p:cNvPr>
          <p:cNvSpPr txBox="1"/>
          <p:nvPr/>
        </p:nvSpPr>
        <p:spPr>
          <a:xfrm>
            <a:off x="3760788" y="3200400"/>
            <a:ext cx="15494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  <a:cs typeface="+mn-cs"/>
              </a:rPr>
              <a:t>m</a:t>
            </a:r>
            <a:r>
              <a:rPr kumimoji="0" lang="en-US" sz="24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  <a:cs typeface="+mn-cs"/>
              </a:rPr>
              <a:t>3</a:t>
            </a:r>
          </a:p>
        </p:txBody>
      </p:sp>
      <p:sp>
        <p:nvSpPr>
          <p:cNvPr id="37920" name="Rectangle 42">
            <a:extLst>
              <a:ext uri="{FF2B5EF4-FFF2-40B4-BE49-F238E27FC236}">
                <a16:creationId xmlns:a16="http://schemas.microsoft.com/office/drawing/2014/main" id="{FB2F597E-1538-4417-AFB1-B7D5E877B6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15200" y="1579563"/>
            <a:ext cx="1166813" cy="1139825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37921" name="Line 4">
            <a:extLst>
              <a:ext uri="{FF2B5EF4-FFF2-40B4-BE49-F238E27FC236}">
                <a16:creationId xmlns:a16="http://schemas.microsoft.com/office/drawing/2014/main" id="{BAA7EEED-D416-48EA-BEB3-243666A08F9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315200" y="2149475"/>
            <a:ext cx="1166813" cy="1588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37922" name="Line 5">
            <a:extLst>
              <a:ext uri="{FF2B5EF4-FFF2-40B4-BE49-F238E27FC236}">
                <a16:creationId xmlns:a16="http://schemas.microsoft.com/office/drawing/2014/main" id="{B600BA53-1B00-4A9D-AC46-9343B7DE4F0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885113" y="1579563"/>
            <a:ext cx="1587" cy="1139825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37923" name="Line 6">
            <a:extLst>
              <a:ext uri="{FF2B5EF4-FFF2-40B4-BE49-F238E27FC236}">
                <a16:creationId xmlns:a16="http://schemas.microsoft.com/office/drawing/2014/main" id="{64DE31E9-D9AC-465F-99E2-AF0DBB242FC5}"/>
              </a:ext>
            </a:extLst>
          </p:cNvPr>
          <p:cNvSpPr>
            <a:spLocks noChangeShapeType="1"/>
          </p:cNvSpPr>
          <p:nvPr/>
        </p:nvSpPr>
        <p:spPr bwMode="auto">
          <a:xfrm>
            <a:off x="6745288" y="1009650"/>
            <a:ext cx="569912" cy="569913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grpSp>
        <p:nvGrpSpPr>
          <p:cNvPr id="37924" name="Group 47">
            <a:extLst>
              <a:ext uri="{FF2B5EF4-FFF2-40B4-BE49-F238E27FC236}">
                <a16:creationId xmlns:a16="http://schemas.microsoft.com/office/drawing/2014/main" id="{B19AB094-EB29-48D4-8FB9-DC44E6A617CE}"/>
              </a:ext>
            </a:extLst>
          </p:cNvPr>
          <p:cNvGrpSpPr>
            <a:grpSpLocks/>
          </p:cNvGrpSpPr>
          <p:nvPr/>
        </p:nvGrpSpPr>
        <p:grpSpPr bwMode="auto">
          <a:xfrm>
            <a:off x="6653213" y="1090613"/>
            <a:ext cx="279400" cy="387350"/>
            <a:chOff x="3339" y="1451"/>
            <a:chExt cx="176" cy="244"/>
          </a:xfrm>
        </p:grpSpPr>
        <p:sp>
          <p:nvSpPr>
            <p:cNvPr id="37941" name="Rectangle 9">
              <a:extLst>
                <a:ext uri="{FF2B5EF4-FFF2-40B4-BE49-F238E27FC236}">
                  <a16:creationId xmlns:a16="http://schemas.microsoft.com/office/drawing/2014/main" id="{4E311535-DE74-401D-9925-3C2E1ACDCB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39" y="1451"/>
              <a:ext cx="105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x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37942" name="Rectangle 10">
              <a:extLst>
                <a:ext uri="{FF2B5EF4-FFF2-40B4-BE49-F238E27FC236}">
                  <a16:creationId xmlns:a16="http://schemas.microsoft.com/office/drawing/2014/main" id="{74442627-448F-40A3-868E-1E714847FB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3" y="1532"/>
              <a:ext cx="102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7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2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</p:grpSp>
      <p:sp>
        <p:nvSpPr>
          <p:cNvPr id="37925" name="Rectangle 13">
            <a:extLst>
              <a:ext uri="{FF2B5EF4-FFF2-40B4-BE49-F238E27FC236}">
                <a16:creationId xmlns:a16="http://schemas.microsoft.com/office/drawing/2014/main" id="{95674926-500F-4710-B753-4C05A33AF7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43738" y="1743075"/>
            <a:ext cx="18097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37926" name="Rectangle 14">
            <a:extLst>
              <a:ext uri="{FF2B5EF4-FFF2-40B4-BE49-F238E27FC236}">
                <a16:creationId xmlns:a16="http://schemas.microsoft.com/office/drawing/2014/main" id="{F048D1BD-11F7-4B4E-A414-D4936CA49C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29450" y="2319338"/>
            <a:ext cx="18097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37927" name="Rectangle 15">
            <a:extLst>
              <a:ext uri="{FF2B5EF4-FFF2-40B4-BE49-F238E27FC236}">
                <a16:creationId xmlns:a16="http://schemas.microsoft.com/office/drawing/2014/main" id="{018B5972-7B9B-40B5-9628-5786E28D9A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1738" y="1262063"/>
            <a:ext cx="18097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37928" name="Rectangle 16">
            <a:extLst>
              <a:ext uri="{FF2B5EF4-FFF2-40B4-BE49-F238E27FC236}">
                <a16:creationId xmlns:a16="http://schemas.microsoft.com/office/drawing/2014/main" id="{EC2CD576-2132-44AF-8BC9-54DC19304C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29588" y="1262063"/>
            <a:ext cx="18097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37929" name="Rectangle 17">
            <a:extLst>
              <a:ext uri="{FF2B5EF4-FFF2-40B4-BE49-F238E27FC236}">
                <a16:creationId xmlns:a16="http://schemas.microsoft.com/office/drawing/2014/main" id="{54E7230D-B920-4920-B7CA-D2EB818D65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40625" y="1727200"/>
            <a:ext cx="121828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</a:t>
            </a: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37930" name="Rectangle 19">
            <a:extLst>
              <a:ext uri="{FF2B5EF4-FFF2-40B4-BE49-F238E27FC236}">
                <a16:creationId xmlns:a16="http://schemas.microsoft.com/office/drawing/2014/main" id="{B32F6E22-F8BC-4D44-97C1-C6A22DE971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29588" y="1727200"/>
            <a:ext cx="136525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37931" name="Rectangle 21">
            <a:extLst>
              <a:ext uri="{FF2B5EF4-FFF2-40B4-BE49-F238E27FC236}">
                <a16:creationId xmlns:a16="http://schemas.microsoft.com/office/drawing/2014/main" id="{AAE3C9E6-D743-4E7B-9A51-937E010C13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29588" y="2274888"/>
            <a:ext cx="121828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</a:t>
            </a: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37932" name="Rectangle 23">
            <a:extLst>
              <a:ext uri="{FF2B5EF4-FFF2-40B4-BE49-F238E27FC236}">
                <a16:creationId xmlns:a16="http://schemas.microsoft.com/office/drawing/2014/main" id="{3B92DC9A-4A08-4E8A-BFCA-99A562EE6E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40625" y="2274888"/>
            <a:ext cx="136525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grpSp>
        <p:nvGrpSpPr>
          <p:cNvPr id="37933" name="Group 48">
            <a:extLst>
              <a:ext uri="{FF2B5EF4-FFF2-40B4-BE49-F238E27FC236}">
                <a16:creationId xmlns:a16="http://schemas.microsoft.com/office/drawing/2014/main" id="{3F050684-A33D-47AE-ACFA-2CF542D45947}"/>
              </a:ext>
            </a:extLst>
          </p:cNvPr>
          <p:cNvGrpSpPr>
            <a:grpSpLocks/>
          </p:cNvGrpSpPr>
          <p:nvPr/>
        </p:nvGrpSpPr>
        <p:grpSpPr bwMode="auto">
          <a:xfrm>
            <a:off x="7092950" y="914400"/>
            <a:ext cx="279400" cy="387350"/>
            <a:chOff x="3339" y="1451"/>
            <a:chExt cx="176" cy="244"/>
          </a:xfrm>
        </p:grpSpPr>
        <p:sp>
          <p:nvSpPr>
            <p:cNvPr id="37939" name="Rectangle 49">
              <a:extLst>
                <a:ext uri="{FF2B5EF4-FFF2-40B4-BE49-F238E27FC236}">
                  <a16:creationId xmlns:a16="http://schemas.microsoft.com/office/drawing/2014/main" id="{1379D8C3-0F32-4AFF-ADEA-9156169105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39" y="1451"/>
              <a:ext cx="105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x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37940" name="Rectangle 50">
              <a:extLst>
                <a:ext uri="{FF2B5EF4-FFF2-40B4-BE49-F238E27FC236}">
                  <a16:creationId xmlns:a16="http://schemas.microsoft.com/office/drawing/2014/main" id="{83664702-4BB1-4218-87F8-7AFB9FE31F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3" y="1532"/>
              <a:ext cx="102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7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1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</p:grpSp>
      <p:sp>
        <p:nvSpPr>
          <p:cNvPr id="61" name="TextBox 60">
            <a:extLst>
              <a:ext uri="{FF2B5EF4-FFF2-40B4-BE49-F238E27FC236}">
                <a16:creationId xmlns:a16="http://schemas.microsoft.com/office/drawing/2014/main" id="{3706ADC0-CE60-884B-AC01-3709FF6E2311}"/>
              </a:ext>
            </a:extLst>
          </p:cNvPr>
          <p:cNvSpPr txBox="1"/>
          <p:nvPr/>
        </p:nvSpPr>
        <p:spPr>
          <a:xfrm>
            <a:off x="7137400" y="3200400"/>
            <a:ext cx="15494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  <a:cs typeface="+mn-cs"/>
              </a:rPr>
              <a:t>m</a:t>
            </a:r>
            <a:r>
              <a:rPr kumimoji="0" lang="en-US" sz="24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  <a:cs typeface="+mn-cs"/>
              </a:rPr>
              <a:t>1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  <a:cs typeface="+mn-cs"/>
              </a:rPr>
              <a:t>+ m</a:t>
            </a:r>
            <a:r>
              <a:rPr kumimoji="0" lang="en-US" sz="24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  <a:cs typeface="+mn-cs"/>
              </a:rPr>
              <a:t>3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763A4CA-CA79-0F42-BE74-E14B87E6B60F}"/>
              </a:ext>
            </a:extLst>
          </p:cNvPr>
          <p:cNvSpPr txBox="1"/>
          <p:nvPr/>
        </p:nvSpPr>
        <p:spPr>
          <a:xfrm>
            <a:off x="2933700" y="1919288"/>
            <a:ext cx="266700" cy="4603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  <a:cs typeface="+mn-cs"/>
              </a:rPr>
              <a:t>+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DB7BF748-35DC-864E-9D09-68B442129BE6}"/>
              </a:ext>
            </a:extLst>
          </p:cNvPr>
          <p:cNvSpPr txBox="1"/>
          <p:nvPr/>
        </p:nvSpPr>
        <p:spPr>
          <a:xfrm>
            <a:off x="2971800" y="3209925"/>
            <a:ext cx="2667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  <a:cs typeface="+mn-cs"/>
              </a:rPr>
              <a:t>+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4A51F4D6-9CA8-654B-B924-1FB6CB8712C8}"/>
              </a:ext>
            </a:extLst>
          </p:cNvPr>
          <p:cNvSpPr txBox="1"/>
          <p:nvPr/>
        </p:nvSpPr>
        <p:spPr>
          <a:xfrm>
            <a:off x="6019800" y="3209925"/>
            <a:ext cx="2667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  <a:cs typeface="+mn-cs"/>
              </a:rPr>
              <a:t>=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2E14D593-84F7-B046-B387-3ED8A4E10825}"/>
              </a:ext>
            </a:extLst>
          </p:cNvPr>
          <p:cNvSpPr txBox="1"/>
          <p:nvPr/>
        </p:nvSpPr>
        <p:spPr>
          <a:xfrm>
            <a:off x="6019800" y="1919288"/>
            <a:ext cx="266700" cy="4603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  <a:cs typeface="+mn-cs"/>
              </a:rPr>
              <a:t>=</a:t>
            </a:r>
          </a:p>
        </p:txBody>
      </p:sp>
      <p:sp>
        <p:nvSpPr>
          <p:cNvPr id="64" name="Line 4">
            <a:extLst>
              <a:ext uri="{FF2B5EF4-FFF2-40B4-BE49-F238E27FC236}">
                <a16:creationId xmlns:a16="http://schemas.microsoft.com/office/drawing/2014/main" id="{72604A44-0BCF-491E-B17A-21F50FDD72E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258888" y="2149475"/>
            <a:ext cx="1166812" cy="1588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65" name="Rectangle 17">
            <a:extLst>
              <a:ext uri="{FF2B5EF4-FFF2-40B4-BE49-F238E27FC236}">
                <a16:creationId xmlns:a16="http://schemas.microsoft.com/office/drawing/2014/main" id="{AABDC434-ED45-497E-A10B-1F7D292423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84313" y="1727200"/>
            <a:ext cx="121828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</a:t>
            </a: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68" name="Rectangle 19">
            <a:extLst>
              <a:ext uri="{FF2B5EF4-FFF2-40B4-BE49-F238E27FC236}">
                <a16:creationId xmlns:a16="http://schemas.microsoft.com/office/drawing/2014/main" id="{A724649A-7E1E-40EB-BD16-FC749C0106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73275" y="1727200"/>
            <a:ext cx="136525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69" name="Rectangle 21">
            <a:extLst>
              <a:ext uri="{FF2B5EF4-FFF2-40B4-BE49-F238E27FC236}">
                <a16:creationId xmlns:a16="http://schemas.microsoft.com/office/drawing/2014/main" id="{071B8A99-D1E7-425B-9A7A-39EF727D57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73275" y="2274888"/>
            <a:ext cx="136525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</a:t>
            </a: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70" name="Rectangle 23">
            <a:extLst>
              <a:ext uri="{FF2B5EF4-FFF2-40B4-BE49-F238E27FC236}">
                <a16:creationId xmlns:a16="http://schemas.microsoft.com/office/drawing/2014/main" id="{231982F4-B74C-427C-80BA-ADC92F7012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84313" y="2274888"/>
            <a:ext cx="121828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</a:t>
            </a: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75" name="Rectangle 17">
            <a:extLst>
              <a:ext uri="{FF2B5EF4-FFF2-40B4-BE49-F238E27FC236}">
                <a16:creationId xmlns:a16="http://schemas.microsoft.com/office/drawing/2014/main" id="{A0F6A941-5391-492C-A6EF-5FFD89EA54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48138" y="1738312"/>
            <a:ext cx="136525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76" name="Rectangle 19">
            <a:extLst>
              <a:ext uri="{FF2B5EF4-FFF2-40B4-BE49-F238E27FC236}">
                <a16:creationId xmlns:a16="http://schemas.microsoft.com/office/drawing/2014/main" id="{B8D185D4-D861-4E3D-AFE7-FEDFA905DA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37101" y="1738312"/>
            <a:ext cx="136525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77" name="Rectangle 21">
            <a:extLst>
              <a:ext uri="{FF2B5EF4-FFF2-40B4-BE49-F238E27FC236}">
                <a16:creationId xmlns:a16="http://schemas.microsoft.com/office/drawing/2014/main" id="{FFCAF5AD-B30B-44E3-A83C-587F605585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37101" y="2286000"/>
            <a:ext cx="121828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</a:t>
            </a: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78" name="Rectangle 23">
            <a:extLst>
              <a:ext uri="{FF2B5EF4-FFF2-40B4-BE49-F238E27FC236}">
                <a16:creationId xmlns:a16="http://schemas.microsoft.com/office/drawing/2014/main" id="{FB58D332-436C-49B1-9749-B90E613746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48138" y="2286000"/>
            <a:ext cx="121828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</a:t>
            </a: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40C082F8-29BA-4E38-AD8A-5786CD37BC90}"/>
              </a:ext>
            </a:extLst>
          </p:cNvPr>
          <p:cNvGrpSpPr/>
          <p:nvPr/>
        </p:nvGrpSpPr>
        <p:grpSpPr>
          <a:xfrm>
            <a:off x="264363" y="3506554"/>
            <a:ext cx="1691035" cy="2114550"/>
            <a:chOff x="457200" y="1398915"/>
            <a:chExt cx="1691035" cy="2114550"/>
          </a:xfrm>
        </p:grpSpPr>
        <p:sp>
          <p:nvSpPr>
            <p:cNvPr id="79" name="Line 24">
              <a:extLst>
                <a:ext uri="{FF2B5EF4-FFF2-40B4-BE49-F238E27FC236}">
                  <a16:creationId xmlns:a16="http://schemas.microsoft.com/office/drawing/2014/main" id="{D408B9A1-DACA-4E5A-9EEB-3682148950D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57200" y="1845002"/>
              <a:ext cx="1328738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80" name="Line 25">
              <a:extLst>
                <a:ext uri="{FF2B5EF4-FFF2-40B4-BE49-F238E27FC236}">
                  <a16:creationId xmlns:a16="http://schemas.microsoft.com/office/drawing/2014/main" id="{9979A7E2-06A5-4DC5-8B3A-AD765ACDD86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302445" y="1398915"/>
              <a:ext cx="1588" cy="211455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81" name="Rectangle 27">
              <a:extLst>
                <a:ext uri="{FF2B5EF4-FFF2-40B4-BE49-F238E27FC236}">
                  <a16:creationId xmlns:a16="http://schemas.microsoft.com/office/drawing/2014/main" id="{E70C0826-0CBF-4B03-A4CF-1EE6950D6A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4258" y="1417965"/>
              <a:ext cx="166687" cy="288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x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82" name="Rectangle 28">
              <a:extLst>
                <a:ext uri="{FF2B5EF4-FFF2-40B4-BE49-F238E27FC236}">
                  <a16:creationId xmlns:a16="http://schemas.microsoft.com/office/drawing/2014/main" id="{DB5B0C1A-35DD-46E9-A2DF-075952AC6E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3320" y="1544965"/>
              <a:ext cx="161925" cy="2587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7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1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83" name="Rectangle 29">
              <a:extLst>
                <a:ext uri="{FF2B5EF4-FFF2-40B4-BE49-F238E27FC236}">
                  <a16:creationId xmlns:a16="http://schemas.microsoft.com/office/drawing/2014/main" id="{DDFF9489-C05E-40E9-961D-10BF81F48C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3033" y="1417965"/>
              <a:ext cx="166687" cy="288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x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84" name="Rectangle 30">
              <a:extLst>
                <a:ext uri="{FF2B5EF4-FFF2-40B4-BE49-F238E27FC236}">
                  <a16:creationId xmlns:a16="http://schemas.microsoft.com/office/drawing/2014/main" id="{738E2541-6E66-4A2F-8D7C-C0E547CA04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0508" y="1544965"/>
              <a:ext cx="161925" cy="2587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7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2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85" name="Rectangle 31">
              <a:extLst>
                <a:ext uri="{FF2B5EF4-FFF2-40B4-BE49-F238E27FC236}">
                  <a16:creationId xmlns:a16="http://schemas.microsoft.com/office/drawing/2014/main" id="{91149813-841A-4571-AAF1-7445B18FBC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1883" y="1924377"/>
              <a:ext cx="180975" cy="288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0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86" name="Rectangle 32">
              <a:extLst>
                <a:ext uri="{FF2B5EF4-FFF2-40B4-BE49-F238E27FC236}">
                  <a16:creationId xmlns:a16="http://schemas.microsoft.com/office/drawing/2014/main" id="{32F65DDD-CE09-4FA1-9636-CB8F74A14D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3833" y="1924377"/>
              <a:ext cx="180975" cy="288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0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87" name="Rectangle 33">
              <a:extLst>
                <a:ext uri="{FF2B5EF4-FFF2-40B4-BE49-F238E27FC236}">
                  <a16:creationId xmlns:a16="http://schemas.microsoft.com/office/drawing/2014/main" id="{30E8FA9A-DE2F-4F71-8AF4-A2711FC06E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1883" y="2308552"/>
              <a:ext cx="180975" cy="288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0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88" name="Rectangle 34">
              <a:extLst>
                <a:ext uri="{FF2B5EF4-FFF2-40B4-BE49-F238E27FC236}">
                  <a16:creationId xmlns:a16="http://schemas.microsoft.com/office/drawing/2014/main" id="{0764FE28-F5C0-4A6A-98CA-CE813C0DA0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3833" y="2308552"/>
              <a:ext cx="180975" cy="288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1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89" name="Rectangle 35">
              <a:extLst>
                <a:ext uri="{FF2B5EF4-FFF2-40B4-BE49-F238E27FC236}">
                  <a16:creationId xmlns:a16="http://schemas.microsoft.com/office/drawing/2014/main" id="{8B792547-F8BE-4EEA-B930-F6B3C44501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1883" y="2694315"/>
              <a:ext cx="180975" cy="288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1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90" name="Rectangle 36">
              <a:extLst>
                <a:ext uri="{FF2B5EF4-FFF2-40B4-BE49-F238E27FC236}">
                  <a16:creationId xmlns:a16="http://schemas.microsoft.com/office/drawing/2014/main" id="{1BECD8AF-BFA2-48EE-90CF-1F030B4C66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3833" y="2694315"/>
              <a:ext cx="180975" cy="288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0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91" name="Rectangle 37">
              <a:extLst>
                <a:ext uri="{FF2B5EF4-FFF2-40B4-BE49-F238E27FC236}">
                  <a16:creationId xmlns:a16="http://schemas.microsoft.com/office/drawing/2014/main" id="{7AA8FCE0-FEAC-42AD-8C11-06F6E87A23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1883" y="3076902"/>
              <a:ext cx="180975" cy="288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1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92" name="Rectangle 38">
              <a:extLst>
                <a:ext uri="{FF2B5EF4-FFF2-40B4-BE49-F238E27FC236}">
                  <a16:creationId xmlns:a16="http://schemas.microsoft.com/office/drawing/2014/main" id="{E33181B2-27B4-40F5-90B4-776F4212F6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3833" y="3076902"/>
              <a:ext cx="180975" cy="288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1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93" name="Rectangle 39">
              <a:extLst>
                <a:ext uri="{FF2B5EF4-FFF2-40B4-BE49-F238E27FC236}">
                  <a16:creationId xmlns:a16="http://schemas.microsoft.com/office/drawing/2014/main" id="{3881AD79-E343-4998-9479-B294CFA988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92945" y="1921202"/>
              <a:ext cx="136525" cy="2921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0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94" name="Rectangle 41">
              <a:extLst>
                <a:ext uri="{FF2B5EF4-FFF2-40B4-BE49-F238E27FC236}">
                  <a16:creationId xmlns:a16="http://schemas.microsoft.com/office/drawing/2014/main" id="{47171047-4A3B-4708-8D38-99375CA6E7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92945" y="2303790"/>
              <a:ext cx="136525" cy="2921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1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95" name="Rectangle 43">
              <a:extLst>
                <a:ext uri="{FF2B5EF4-FFF2-40B4-BE49-F238E27FC236}">
                  <a16:creationId xmlns:a16="http://schemas.microsoft.com/office/drawing/2014/main" id="{2691AE22-4B0C-4155-A360-41AEFB7CEE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92945" y="3073727"/>
              <a:ext cx="136525" cy="2921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1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96" name="Rectangle 45">
              <a:extLst>
                <a:ext uri="{FF2B5EF4-FFF2-40B4-BE49-F238E27FC236}">
                  <a16:creationId xmlns:a16="http://schemas.microsoft.com/office/drawing/2014/main" id="{C396A0BE-ADA9-4C7C-90DB-A54C06E31C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92945" y="2687965"/>
              <a:ext cx="136525" cy="2921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0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97" name="Rectangle 39">
              <a:extLst>
                <a:ext uri="{FF2B5EF4-FFF2-40B4-BE49-F238E27FC236}">
                  <a16:creationId xmlns:a16="http://schemas.microsoft.com/office/drawing/2014/main" id="{2658A909-2B90-4FC0-986C-8BE56B8081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19622" y="1887537"/>
              <a:ext cx="234950" cy="288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m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98" name="Rectangle 40">
              <a:extLst>
                <a:ext uri="{FF2B5EF4-FFF2-40B4-BE49-F238E27FC236}">
                  <a16:creationId xmlns:a16="http://schemas.microsoft.com/office/drawing/2014/main" id="{C68E859A-4E14-412A-87ED-19BEA658A2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05360" y="2009775"/>
              <a:ext cx="142875" cy="228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5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0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99" name="Rectangle 41">
              <a:extLst>
                <a:ext uri="{FF2B5EF4-FFF2-40B4-BE49-F238E27FC236}">
                  <a16:creationId xmlns:a16="http://schemas.microsoft.com/office/drawing/2014/main" id="{BD6D4F24-2637-4C17-B6FD-D6F681C353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19622" y="2270125"/>
              <a:ext cx="234950" cy="288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m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100" name="Rectangle 42">
              <a:extLst>
                <a:ext uri="{FF2B5EF4-FFF2-40B4-BE49-F238E27FC236}">
                  <a16:creationId xmlns:a16="http://schemas.microsoft.com/office/drawing/2014/main" id="{50228F38-FFDD-48A8-8538-45E33E8B96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05360" y="2393950"/>
              <a:ext cx="142875" cy="228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5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1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101" name="Rectangle 43">
              <a:extLst>
                <a:ext uri="{FF2B5EF4-FFF2-40B4-BE49-F238E27FC236}">
                  <a16:creationId xmlns:a16="http://schemas.microsoft.com/office/drawing/2014/main" id="{060DECD6-75AB-40F3-B2D7-02F655E3CF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19622" y="3040062"/>
              <a:ext cx="234950" cy="288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m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102" name="Rectangle 44">
              <a:extLst>
                <a:ext uri="{FF2B5EF4-FFF2-40B4-BE49-F238E27FC236}">
                  <a16:creationId xmlns:a16="http://schemas.microsoft.com/office/drawing/2014/main" id="{C45A8346-E818-4BE1-BA60-63484E40E1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05360" y="3162300"/>
              <a:ext cx="142875" cy="228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5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3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103" name="Rectangle 45">
              <a:extLst>
                <a:ext uri="{FF2B5EF4-FFF2-40B4-BE49-F238E27FC236}">
                  <a16:creationId xmlns:a16="http://schemas.microsoft.com/office/drawing/2014/main" id="{4728606C-4DFC-40B3-8F85-35EBC64928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19622" y="2654300"/>
              <a:ext cx="234950" cy="288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m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104" name="Rectangle 46">
              <a:extLst>
                <a:ext uri="{FF2B5EF4-FFF2-40B4-BE49-F238E27FC236}">
                  <a16:creationId xmlns:a16="http://schemas.microsoft.com/office/drawing/2014/main" id="{C978D85D-3953-4849-B97A-D9FF98A67B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05360" y="2778125"/>
              <a:ext cx="142875" cy="228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5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2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105" name="Line 25">
              <a:extLst>
                <a:ext uri="{FF2B5EF4-FFF2-40B4-BE49-F238E27FC236}">
                  <a16:creationId xmlns:a16="http://schemas.microsoft.com/office/drawing/2014/main" id="{C8578D75-E738-4878-9D14-421745ABFE3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14847" y="1845002"/>
              <a:ext cx="28398" cy="1668463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Title 1">
            <a:extLst>
              <a:ext uri="{FF2B5EF4-FFF2-40B4-BE49-F238E27FC236}">
                <a16:creationId xmlns:a16="http://schemas.microsoft.com/office/drawing/2014/main" id="{3B317DF8-EB09-4E16-85FF-3279CAA9335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" y="76200"/>
            <a:ext cx="8686800" cy="609600"/>
          </a:xfrm>
        </p:spPr>
        <p:txBody>
          <a:bodyPr/>
          <a:lstStyle/>
          <a:p>
            <a:r>
              <a:rPr lang="en-US" altLang="en-US" sz="3400" dirty="0"/>
              <a:t>Grouping Example</a:t>
            </a:r>
          </a:p>
        </p:txBody>
      </p:sp>
      <p:sp>
        <p:nvSpPr>
          <p:cNvPr id="37890" name="Rectangle 3">
            <a:extLst>
              <a:ext uri="{FF2B5EF4-FFF2-40B4-BE49-F238E27FC236}">
                <a16:creationId xmlns:a16="http://schemas.microsoft.com/office/drawing/2014/main" id="{296AE5D0-FF37-4605-B9AA-A8700A25C6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1588" y="1503363"/>
            <a:ext cx="1166812" cy="1139825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37891" name="Line 4">
            <a:extLst>
              <a:ext uri="{FF2B5EF4-FFF2-40B4-BE49-F238E27FC236}">
                <a16:creationId xmlns:a16="http://schemas.microsoft.com/office/drawing/2014/main" id="{5914AB21-0FA4-40C8-A884-13079EB1A7E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271588" y="2073275"/>
            <a:ext cx="1166812" cy="1588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37892" name="Line 5">
            <a:extLst>
              <a:ext uri="{FF2B5EF4-FFF2-40B4-BE49-F238E27FC236}">
                <a16:creationId xmlns:a16="http://schemas.microsoft.com/office/drawing/2014/main" id="{5C6B9351-EDA1-43EE-98B3-971447E6E50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841500" y="1503363"/>
            <a:ext cx="1588" cy="1139825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37893" name="Line 6">
            <a:extLst>
              <a:ext uri="{FF2B5EF4-FFF2-40B4-BE49-F238E27FC236}">
                <a16:creationId xmlns:a16="http://schemas.microsoft.com/office/drawing/2014/main" id="{16876349-6931-435D-A227-09FA3CB6E50D}"/>
              </a:ext>
            </a:extLst>
          </p:cNvPr>
          <p:cNvSpPr>
            <a:spLocks noChangeShapeType="1"/>
          </p:cNvSpPr>
          <p:nvPr/>
        </p:nvSpPr>
        <p:spPr bwMode="auto">
          <a:xfrm>
            <a:off x="701675" y="933450"/>
            <a:ext cx="569913" cy="569913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grpSp>
        <p:nvGrpSpPr>
          <p:cNvPr id="37894" name="Group 47">
            <a:extLst>
              <a:ext uri="{FF2B5EF4-FFF2-40B4-BE49-F238E27FC236}">
                <a16:creationId xmlns:a16="http://schemas.microsoft.com/office/drawing/2014/main" id="{5C7C5E0B-5C74-4B3D-ADCB-3D3C020F7D92}"/>
              </a:ext>
            </a:extLst>
          </p:cNvPr>
          <p:cNvGrpSpPr>
            <a:grpSpLocks/>
          </p:cNvGrpSpPr>
          <p:nvPr/>
        </p:nvGrpSpPr>
        <p:grpSpPr bwMode="auto">
          <a:xfrm>
            <a:off x="609600" y="1014413"/>
            <a:ext cx="279400" cy="387350"/>
            <a:chOff x="3339" y="1451"/>
            <a:chExt cx="176" cy="244"/>
          </a:xfrm>
        </p:grpSpPr>
        <p:sp>
          <p:nvSpPr>
            <p:cNvPr id="37949" name="Rectangle 9">
              <a:extLst>
                <a:ext uri="{FF2B5EF4-FFF2-40B4-BE49-F238E27FC236}">
                  <a16:creationId xmlns:a16="http://schemas.microsoft.com/office/drawing/2014/main" id="{0CB36073-8974-4EDA-AF80-3C38D080AE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39" y="1451"/>
              <a:ext cx="105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x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37950" name="Rectangle 10">
              <a:extLst>
                <a:ext uri="{FF2B5EF4-FFF2-40B4-BE49-F238E27FC236}">
                  <a16:creationId xmlns:a16="http://schemas.microsoft.com/office/drawing/2014/main" id="{60ADB863-3C6D-4963-9526-89595FFF42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3" y="1532"/>
              <a:ext cx="102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7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2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</p:grpSp>
      <p:sp>
        <p:nvSpPr>
          <p:cNvPr id="37895" name="Rectangle 13">
            <a:extLst>
              <a:ext uri="{FF2B5EF4-FFF2-40B4-BE49-F238E27FC236}">
                <a16:creationId xmlns:a16="http://schemas.microsoft.com/office/drawing/2014/main" id="{9AA0F3A3-863A-41AB-BD5B-6E8B09A889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0125" y="1666875"/>
            <a:ext cx="18097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37896" name="Rectangle 14">
            <a:extLst>
              <a:ext uri="{FF2B5EF4-FFF2-40B4-BE49-F238E27FC236}">
                <a16:creationId xmlns:a16="http://schemas.microsoft.com/office/drawing/2014/main" id="{701982FC-AD31-493F-9E9A-6B08500C5E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5838" y="2243138"/>
            <a:ext cx="18097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37897" name="Rectangle 15">
            <a:extLst>
              <a:ext uri="{FF2B5EF4-FFF2-40B4-BE49-F238E27FC236}">
                <a16:creationId xmlns:a16="http://schemas.microsoft.com/office/drawing/2014/main" id="{0E317C63-7CB2-4E27-82EC-3B4CCA7007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08125" y="1185863"/>
            <a:ext cx="18097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37898" name="Rectangle 16">
            <a:extLst>
              <a:ext uri="{FF2B5EF4-FFF2-40B4-BE49-F238E27FC236}">
                <a16:creationId xmlns:a16="http://schemas.microsoft.com/office/drawing/2014/main" id="{48BCFE80-73D2-4EC2-9EF0-EB1FA4E8D0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85975" y="1185863"/>
            <a:ext cx="18097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grpSp>
        <p:nvGrpSpPr>
          <p:cNvPr id="37903" name="Group 48">
            <a:extLst>
              <a:ext uri="{FF2B5EF4-FFF2-40B4-BE49-F238E27FC236}">
                <a16:creationId xmlns:a16="http://schemas.microsoft.com/office/drawing/2014/main" id="{6DE4A780-8B24-4F8B-9A04-37B79D608E4D}"/>
              </a:ext>
            </a:extLst>
          </p:cNvPr>
          <p:cNvGrpSpPr>
            <a:grpSpLocks/>
          </p:cNvGrpSpPr>
          <p:nvPr/>
        </p:nvGrpSpPr>
        <p:grpSpPr bwMode="auto">
          <a:xfrm>
            <a:off x="1049338" y="838200"/>
            <a:ext cx="279400" cy="387350"/>
            <a:chOff x="3339" y="1451"/>
            <a:chExt cx="176" cy="244"/>
          </a:xfrm>
        </p:grpSpPr>
        <p:sp>
          <p:nvSpPr>
            <p:cNvPr id="37947" name="Rectangle 49">
              <a:extLst>
                <a:ext uri="{FF2B5EF4-FFF2-40B4-BE49-F238E27FC236}">
                  <a16:creationId xmlns:a16="http://schemas.microsoft.com/office/drawing/2014/main" id="{90539FF0-2A78-4D42-B801-3633677326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39" y="1451"/>
              <a:ext cx="105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x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37948" name="Rectangle 50">
              <a:extLst>
                <a:ext uri="{FF2B5EF4-FFF2-40B4-BE49-F238E27FC236}">
                  <a16:creationId xmlns:a16="http://schemas.microsoft.com/office/drawing/2014/main" id="{4CE6BBC5-47E3-4837-B7A5-2975D0ACB5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3" y="1532"/>
              <a:ext cx="102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7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1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</p:grpSp>
      <p:sp>
        <p:nvSpPr>
          <p:cNvPr id="37904" name="Rectangle 21">
            <a:extLst>
              <a:ext uri="{FF2B5EF4-FFF2-40B4-BE49-F238E27FC236}">
                <a16:creationId xmlns:a16="http://schemas.microsoft.com/office/drawing/2014/main" id="{6B96900D-60B1-4299-A540-8F4C2B1B5D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38588" y="1503363"/>
            <a:ext cx="1166812" cy="1139825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37905" name="Line 4">
            <a:extLst>
              <a:ext uri="{FF2B5EF4-FFF2-40B4-BE49-F238E27FC236}">
                <a16:creationId xmlns:a16="http://schemas.microsoft.com/office/drawing/2014/main" id="{B2CF0159-F98F-42F9-822C-F4B155D1256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938588" y="2073275"/>
            <a:ext cx="1166812" cy="1588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37906" name="Line 5">
            <a:extLst>
              <a:ext uri="{FF2B5EF4-FFF2-40B4-BE49-F238E27FC236}">
                <a16:creationId xmlns:a16="http://schemas.microsoft.com/office/drawing/2014/main" id="{7789A7A8-9A6C-4A2A-876E-8E4ECE2233F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508500" y="1503363"/>
            <a:ext cx="1588" cy="1139825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37907" name="Line 6">
            <a:extLst>
              <a:ext uri="{FF2B5EF4-FFF2-40B4-BE49-F238E27FC236}">
                <a16:creationId xmlns:a16="http://schemas.microsoft.com/office/drawing/2014/main" id="{EAEC6241-F672-439E-8DC7-1F283C643E69}"/>
              </a:ext>
            </a:extLst>
          </p:cNvPr>
          <p:cNvSpPr>
            <a:spLocks noChangeShapeType="1"/>
          </p:cNvSpPr>
          <p:nvPr/>
        </p:nvSpPr>
        <p:spPr bwMode="auto">
          <a:xfrm>
            <a:off x="3368675" y="933450"/>
            <a:ext cx="569913" cy="569913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grpSp>
        <p:nvGrpSpPr>
          <p:cNvPr id="37908" name="Group 47">
            <a:extLst>
              <a:ext uri="{FF2B5EF4-FFF2-40B4-BE49-F238E27FC236}">
                <a16:creationId xmlns:a16="http://schemas.microsoft.com/office/drawing/2014/main" id="{273EB87B-EF8B-4975-AC26-0F88C5584439}"/>
              </a:ext>
            </a:extLst>
          </p:cNvPr>
          <p:cNvGrpSpPr>
            <a:grpSpLocks/>
          </p:cNvGrpSpPr>
          <p:nvPr/>
        </p:nvGrpSpPr>
        <p:grpSpPr bwMode="auto">
          <a:xfrm>
            <a:off x="3276600" y="1014413"/>
            <a:ext cx="279400" cy="387350"/>
            <a:chOff x="3339" y="1451"/>
            <a:chExt cx="176" cy="244"/>
          </a:xfrm>
        </p:grpSpPr>
        <p:sp>
          <p:nvSpPr>
            <p:cNvPr id="37945" name="Rectangle 9">
              <a:extLst>
                <a:ext uri="{FF2B5EF4-FFF2-40B4-BE49-F238E27FC236}">
                  <a16:creationId xmlns:a16="http://schemas.microsoft.com/office/drawing/2014/main" id="{B519C275-89B1-473F-9FA1-F306FB1265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39" y="1451"/>
              <a:ext cx="105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x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37946" name="Rectangle 10">
              <a:extLst>
                <a:ext uri="{FF2B5EF4-FFF2-40B4-BE49-F238E27FC236}">
                  <a16:creationId xmlns:a16="http://schemas.microsoft.com/office/drawing/2014/main" id="{A8F6BC47-8AD9-4BE6-A018-20CF0E3A6B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3" y="1532"/>
              <a:ext cx="102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7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2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</p:grpSp>
      <p:sp>
        <p:nvSpPr>
          <p:cNvPr id="37909" name="Rectangle 13">
            <a:extLst>
              <a:ext uri="{FF2B5EF4-FFF2-40B4-BE49-F238E27FC236}">
                <a16:creationId xmlns:a16="http://schemas.microsoft.com/office/drawing/2014/main" id="{70F8D8C7-F018-4ABD-902B-E84956A7AD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67125" y="1666875"/>
            <a:ext cx="18097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37910" name="Rectangle 14">
            <a:extLst>
              <a:ext uri="{FF2B5EF4-FFF2-40B4-BE49-F238E27FC236}">
                <a16:creationId xmlns:a16="http://schemas.microsoft.com/office/drawing/2014/main" id="{7643C3E6-9F04-40AC-8A2B-9533D72C46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2838" y="2243138"/>
            <a:ext cx="18097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37911" name="Rectangle 15">
            <a:extLst>
              <a:ext uri="{FF2B5EF4-FFF2-40B4-BE49-F238E27FC236}">
                <a16:creationId xmlns:a16="http://schemas.microsoft.com/office/drawing/2014/main" id="{59C59BEE-1F06-4AE9-AD1E-B7F3BD9349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75125" y="1185863"/>
            <a:ext cx="18097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37912" name="Rectangle 16">
            <a:extLst>
              <a:ext uri="{FF2B5EF4-FFF2-40B4-BE49-F238E27FC236}">
                <a16:creationId xmlns:a16="http://schemas.microsoft.com/office/drawing/2014/main" id="{2D612B6B-1F60-4D59-8366-D21ACF47EA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2975" y="1185863"/>
            <a:ext cx="18097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grpSp>
        <p:nvGrpSpPr>
          <p:cNvPr id="37917" name="Group 48">
            <a:extLst>
              <a:ext uri="{FF2B5EF4-FFF2-40B4-BE49-F238E27FC236}">
                <a16:creationId xmlns:a16="http://schemas.microsoft.com/office/drawing/2014/main" id="{975C2383-8246-4765-BC77-DC023689025E}"/>
              </a:ext>
            </a:extLst>
          </p:cNvPr>
          <p:cNvGrpSpPr>
            <a:grpSpLocks/>
          </p:cNvGrpSpPr>
          <p:nvPr/>
        </p:nvGrpSpPr>
        <p:grpSpPr bwMode="auto">
          <a:xfrm>
            <a:off x="3716338" y="838200"/>
            <a:ext cx="279400" cy="387350"/>
            <a:chOff x="3339" y="1451"/>
            <a:chExt cx="176" cy="244"/>
          </a:xfrm>
        </p:grpSpPr>
        <p:sp>
          <p:nvSpPr>
            <p:cNvPr id="37943" name="Rectangle 49">
              <a:extLst>
                <a:ext uri="{FF2B5EF4-FFF2-40B4-BE49-F238E27FC236}">
                  <a16:creationId xmlns:a16="http://schemas.microsoft.com/office/drawing/2014/main" id="{4A79F2A6-4A5D-4A16-9FE4-080C80F9D1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39" y="1451"/>
              <a:ext cx="105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x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37944" name="Rectangle 50">
              <a:extLst>
                <a:ext uri="{FF2B5EF4-FFF2-40B4-BE49-F238E27FC236}">
                  <a16:creationId xmlns:a16="http://schemas.microsoft.com/office/drawing/2014/main" id="{952C4BF1-AB88-4651-B8E2-6FDFEF6AF9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3" y="1532"/>
              <a:ext cx="102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7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1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</p:grpSp>
      <p:sp>
        <p:nvSpPr>
          <p:cNvPr id="41" name="TextBox 40">
            <a:extLst>
              <a:ext uri="{FF2B5EF4-FFF2-40B4-BE49-F238E27FC236}">
                <a16:creationId xmlns:a16="http://schemas.microsoft.com/office/drawing/2014/main" id="{A581C830-7F23-A145-95AA-44A98CCE56CC}"/>
              </a:ext>
            </a:extLst>
          </p:cNvPr>
          <p:cNvSpPr txBox="1"/>
          <p:nvPr/>
        </p:nvSpPr>
        <p:spPr>
          <a:xfrm>
            <a:off x="1079500" y="3124200"/>
            <a:ext cx="15494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  <a:cs typeface="+mn-cs"/>
              </a:rPr>
              <a:t>m</a:t>
            </a:r>
            <a:r>
              <a:rPr kumimoji="0" lang="en-US" sz="24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  <a:cs typeface="+mn-cs"/>
              </a:rPr>
              <a:t>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9E7DF2E-C4CB-E649-90AC-78DEDB5A4907}"/>
              </a:ext>
            </a:extLst>
          </p:cNvPr>
          <p:cNvSpPr txBox="1"/>
          <p:nvPr/>
        </p:nvSpPr>
        <p:spPr>
          <a:xfrm>
            <a:off x="3760788" y="3124200"/>
            <a:ext cx="15494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  <a:cs typeface="+mn-cs"/>
              </a:rPr>
              <a:t>m</a:t>
            </a:r>
            <a:r>
              <a:rPr kumimoji="0" lang="en-US" sz="24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  <a:cs typeface="+mn-cs"/>
              </a:rPr>
              <a:t>3</a:t>
            </a:r>
          </a:p>
        </p:txBody>
      </p:sp>
      <p:sp>
        <p:nvSpPr>
          <p:cNvPr id="37920" name="Rectangle 42">
            <a:extLst>
              <a:ext uri="{FF2B5EF4-FFF2-40B4-BE49-F238E27FC236}">
                <a16:creationId xmlns:a16="http://schemas.microsoft.com/office/drawing/2014/main" id="{FB2F597E-1538-4417-AFB1-B7D5E877B6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15200" y="1503363"/>
            <a:ext cx="1166813" cy="1139825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37921" name="Line 4">
            <a:extLst>
              <a:ext uri="{FF2B5EF4-FFF2-40B4-BE49-F238E27FC236}">
                <a16:creationId xmlns:a16="http://schemas.microsoft.com/office/drawing/2014/main" id="{BAA7EEED-D416-48EA-BEB3-243666A08F9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315200" y="2073275"/>
            <a:ext cx="1166813" cy="1588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37922" name="Line 5">
            <a:extLst>
              <a:ext uri="{FF2B5EF4-FFF2-40B4-BE49-F238E27FC236}">
                <a16:creationId xmlns:a16="http://schemas.microsoft.com/office/drawing/2014/main" id="{B600BA53-1B00-4A9D-AC46-9343B7DE4F0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885113" y="1503363"/>
            <a:ext cx="1587" cy="1139825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37923" name="Line 6">
            <a:extLst>
              <a:ext uri="{FF2B5EF4-FFF2-40B4-BE49-F238E27FC236}">
                <a16:creationId xmlns:a16="http://schemas.microsoft.com/office/drawing/2014/main" id="{64DE31E9-D9AC-465F-99E2-AF0DBB242FC5}"/>
              </a:ext>
            </a:extLst>
          </p:cNvPr>
          <p:cNvSpPr>
            <a:spLocks noChangeShapeType="1"/>
          </p:cNvSpPr>
          <p:nvPr/>
        </p:nvSpPr>
        <p:spPr bwMode="auto">
          <a:xfrm>
            <a:off x="6745288" y="933450"/>
            <a:ext cx="569912" cy="569913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grpSp>
        <p:nvGrpSpPr>
          <p:cNvPr id="37924" name="Group 47">
            <a:extLst>
              <a:ext uri="{FF2B5EF4-FFF2-40B4-BE49-F238E27FC236}">
                <a16:creationId xmlns:a16="http://schemas.microsoft.com/office/drawing/2014/main" id="{B19AB094-EB29-48D4-8FB9-DC44E6A617CE}"/>
              </a:ext>
            </a:extLst>
          </p:cNvPr>
          <p:cNvGrpSpPr>
            <a:grpSpLocks/>
          </p:cNvGrpSpPr>
          <p:nvPr/>
        </p:nvGrpSpPr>
        <p:grpSpPr bwMode="auto">
          <a:xfrm>
            <a:off x="6653213" y="1014413"/>
            <a:ext cx="279400" cy="387350"/>
            <a:chOff x="3339" y="1451"/>
            <a:chExt cx="176" cy="244"/>
          </a:xfrm>
        </p:grpSpPr>
        <p:sp>
          <p:nvSpPr>
            <p:cNvPr id="37941" name="Rectangle 9">
              <a:extLst>
                <a:ext uri="{FF2B5EF4-FFF2-40B4-BE49-F238E27FC236}">
                  <a16:creationId xmlns:a16="http://schemas.microsoft.com/office/drawing/2014/main" id="{4E311535-DE74-401D-9925-3C2E1ACDCB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39" y="1451"/>
              <a:ext cx="105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x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37942" name="Rectangle 10">
              <a:extLst>
                <a:ext uri="{FF2B5EF4-FFF2-40B4-BE49-F238E27FC236}">
                  <a16:creationId xmlns:a16="http://schemas.microsoft.com/office/drawing/2014/main" id="{74442627-448F-40A3-868E-1E714847FB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3" y="1532"/>
              <a:ext cx="102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7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2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</p:grpSp>
      <p:sp>
        <p:nvSpPr>
          <p:cNvPr id="37925" name="Rectangle 13">
            <a:extLst>
              <a:ext uri="{FF2B5EF4-FFF2-40B4-BE49-F238E27FC236}">
                <a16:creationId xmlns:a16="http://schemas.microsoft.com/office/drawing/2014/main" id="{95674926-500F-4710-B753-4C05A33AF7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43738" y="1666875"/>
            <a:ext cx="18097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37926" name="Rectangle 14">
            <a:extLst>
              <a:ext uri="{FF2B5EF4-FFF2-40B4-BE49-F238E27FC236}">
                <a16:creationId xmlns:a16="http://schemas.microsoft.com/office/drawing/2014/main" id="{F048D1BD-11F7-4B4E-A414-D4936CA49C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29450" y="2243138"/>
            <a:ext cx="18097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37927" name="Rectangle 15">
            <a:extLst>
              <a:ext uri="{FF2B5EF4-FFF2-40B4-BE49-F238E27FC236}">
                <a16:creationId xmlns:a16="http://schemas.microsoft.com/office/drawing/2014/main" id="{018B5972-7B9B-40B5-9628-5786E28D9A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1738" y="1185863"/>
            <a:ext cx="18097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37928" name="Rectangle 16">
            <a:extLst>
              <a:ext uri="{FF2B5EF4-FFF2-40B4-BE49-F238E27FC236}">
                <a16:creationId xmlns:a16="http://schemas.microsoft.com/office/drawing/2014/main" id="{EC2CD576-2132-44AF-8BC9-54DC19304C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29588" y="1185863"/>
            <a:ext cx="18097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37929" name="Rectangle 17">
            <a:extLst>
              <a:ext uri="{FF2B5EF4-FFF2-40B4-BE49-F238E27FC236}">
                <a16:creationId xmlns:a16="http://schemas.microsoft.com/office/drawing/2014/main" id="{54E7230D-B920-4920-B7CA-D2EB818D65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40625" y="1651000"/>
            <a:ext cx="121828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</a:t>
            </a: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37930" name="Rectangle 19">
            <a:extLst>
              <a:ext uri="{FF2B5EF4-FFF2-40B4-BE49-F238E27FC236}">
                <a16:creationId xmlns:a16="http://schemas.microsoft.com/office/drawing/2014/main" id="{B32F6E22-F8BC-4D44-97C1-C6A22DE971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29588" y="1651000"/>
            <a:ext cx="136525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37931" name="Rectangle 21">
            <a:extLst>
              <a:ext uri="{FF2B5EF4-FFF2-40B4-BE49-F238E27FC236}">
                <a16:creationId xmlns:a16="http://schemas.microsoft.com/office/drawing/2014/main" id="{AAE3C9E6-D743-4E7B-9A51-937E010C13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29588" y="2198688"/>
            <a:ext cx="121828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</a:t>
            </a: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37932" name="Rectangle 23">
            <a:extLst>
              <a:ext uri="{FF2B5EF4-FFF2-40B4-BE49-F238E27FC236}">
                <a16:creationId xmlns:a16="http://schemas.microsoft.com/office/drawing/2014/main" id="{3B92DC9A-4A08-4E8A-BFCA-99A562EE6E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40625" y="2198688"/>
            <a:ext cx="136525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grpSp>
        <p:nvGrpSpPr>
          <p:cNvPr id="37933" name="Group 48">
            <a:extLst>
              <a:ext uri="{FF2B5EF4-FFF2-40B4-BE49-F238E27FC236}">
                <a16:creationId xmlns:a16="http://schemas.microsoft.com/office/drawing/2014/main" id="{3F050684-A33D-47AE-ACFA-2CF542D45947}"/>
              </a:ext>
            </a:extLst>
          </p:cNvPr>
          <p:cNvGrpSpPr>
            <a:grpSpLocks/>
          </p:cNvGrpSpPr>
          <p:nvPr/>
        </p:nvGrpSpPr>
        <p:grpSpPr bwMode="auto">
          <a:xfrm>
            <a:off x="7092950" y="838200"/>
            <a:ext cx="279400" cy="387350"/>
            <a:chOff x="3339" y="1451"/>
            <a:chExt cx="176" cy="244"/>
          </a:xfrm>
        </p:grpSpPr>
        <p:sp>
          <p:nvSpPr>
            <p:cNvPr id="37939" name="Rectangle 49">
              <a:extLst>
                <a:ext uri="{FF2B5EF4-FFF2-40B4-BE49-F238E27FC236}">
                  <a16:creationId xmlns:a16="http://schemas.microsoft.com/office/drawing/2014/main" id="{1379D8C3-0F32-4AFF-ADEA-9156169105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39" y="1451"/>
              <a:ext cx="105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x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37940" name="Rectangle 50">
              <a:extLst>
                <a:ext uri="{FF2B5EF4-FFF2-40B4-BE49-F238E27FC236}">
                  <a16:creationId xmlns:a16="http://schemas.microsoft.com/office/drawing/2014/main" id="{83664702-4BB1-4218-87F8-7AFB9FE31F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3" y="1532"/>
              <a:ext cx="102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7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1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</p:grpSp>
      <p:sp>
        <p:nvSpPr>
          <p:cNvPr id="61" name="TextBox 60">
            <a:extLst>
              <a:ext uri="{FF2B5EF4-FFF2-40B4-BE49-F238E27FC236}">
                <a16:creationId xmlns:a16="http://schemas.microsoft.com/office/drawing/2014/main" id="{3706ADC0-CE60-884B-AC01-3709FF6E2311}"/>
              </a:ext>
            </a:extLst>
          </p:cNvPr>
          <p:cNvSpPr txBox="1"/>
          <p:nvPr/>
        </p:nvSpPr>
        <p:spPr>
          <a:xfrm>
            <a:off x="7137400" y="3124200"/>
            <a:ext cx="15494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  <a:cs typeface="+mn-cs"/>
              </a:rPr>
              <a:t>m</a:t>
            </a:r>
            <a:r>
              <a:rPr kumimoji="0" lang="en-US" sz="24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  <a:cs typeface="+mn-cs"/>
              </a:rPr>
              <a:t>1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  <a:cs typeface="+mn-cs"/>
              </a:rPr>
              <a:t>+ m</a:t>
            </a:r>
            <a:r>
              <a:rPr kumimoji="0" lang="en-US" sz="24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  <a:cs typeface="+mn-cs"/>
              </a:rPr>
              <a:t>3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763A4CA-CA79-0F42-BE74-E14B87E6B60F}"/>
              </a:ext>
            </a:extLst>
          </p:cNvPr>
          <p:cNvSpPr txBox="1"/>
          <p:nvPr/>
        </p:nvSpPr>
        <p:spPr>
          <a:xfrm>
            <a:off x="2933700" y="1843088"/>
            <a:ext cx="266700" cy="4603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  <a:cs typeface="+mn-cs"/>
              </a:rPr>
              <a:t>+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DB7BF748-35DC-864E-9D09-68B442129BE6}"/>
              </a:ext>
            </a:extLst>
          </p:cNvPr>
          <p:cNvSpPr txBox="1"/>
          <p:nvPr/>
        </p:nvSpPr>
        <p:spPr>
          <a:xfrm>
            <a:off x="2971800" y="3133725"/>
            <a:ext cx="2667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  <a:cs typeface="+mn-cs"/>
              </a:rPr>
              <a:t>+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4A51F4D6-9CA8-654B-B924-1FB6CB8712C8}"/>
              </a:ext>
            </a:extLst>
          </p:cNvPr>
          <p:cNvSpPr txBox="1"/>
          <p:nvPr/>
        </p:nvSpPr>
        <p:spPr>
          <a:xfrm>
            <a:off x="6019800" y="3133725"/>
            <a:ext cx="2667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  <a:cs typeface="+mn-cs"/>
              </a:rPr>
              <a:t>=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2E14D593-84F7-B046-B387-3ED8A4E10825}"/>
              </a:ext>
            </a:extLst>
          </p:cNvPr>
          <p:cNvSpPr txBox="1"/>
          <p:nvPr/>
        </p:nvSpPr>
        <p:spPr>
          <a:xfrm>
            <a:off x="6019800" y="1843088"/>
            <a:ext cx="266700" cy="4603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  <a:cs typeface="+mn-cs"/>
              </a:rPr>
              <a:t>=</a:t>
            </a:r>
          </a:p>
        </p:txBody>
      </p:sp>
      <p:sp>
        <p:nvSpPr>
          <p:cNvPr id="64" name="Line 4">
            <a:extLst>
              <a:ext uri="{FF2B5EF4-FFF2-40B4-BE49-F238E27FC236}">
                <a16:creationId xmlns:a16="http://schemas.microsoft.com/office/drawing/2014/main" id="{72604A44-0BCF-491E-B17A-21F50FDD72E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258888" y="2073275"/>
            <a:ext cx="1166812" cy="1588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65" name="Rectangle 17">
            <a:extLst>
              <a:ext uri="{FF2B5EF4-FFF2-40B4-BE49-F238E27FC236}">
                <a16:creationId xmlns:a16="http://schemas.microsoft.com/office/drawing/2014/main" id="{AABDC434-ED45-497E-A10B-1F7D292423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84313" y="1651000"/>
            <a:ext cx="121828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</a:t>
            </a: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68" name="Rectangle 19">
            <a:extLst>
              <a:ext uri="{FF2B5EF4-FFF2-40B4-BE49-F238E27FC236}">
                <a16:creationId xmlns:a16="http://schemas.microsoft.com/office/drawing/2014/main" id="{A724649A-7E1E-40EB-BD16-FC749C0106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73275" y="1651000"/>
            <a:ext cx="136525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69" name="Rectangle 21">
            <a:extLst>
              <a:ext uri="{FF2B5EF4-FFF2-40B4-BE49-F238E27FC236}">
                <a16:creationId xmlns:a16="http://schemas.microsoft.com/office/drawing/2014/main" id="{071B8A99-D1E7-425B-9A7A-39EF727D57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73275" y="2198688"/>
            <a:ext cx="136525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</a:t>
            </a: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70" name="Rectangle 23">
            <a:extLst>
              <a:ext uri="{FF2B5EF4-FFF2-40B4-BE49-F238E27FC236}">
                <a16:creationId xmlns:a16="http://schemas.microsoft.com/office/drawing/2014/main" id="{231982F4-B74C-427C-80BA-ADC92F7012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84313" y="2198688"/>
            <a:ext cx="121828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</a:t>
            </a: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75" name="Rectangle 17">
            <a:extLst>
              <a:ext uri="{FF2B5EF4-FFF2-40B4-BE49-F238E27FC236}">
                <a16:creationId xmlns:a16="http://schemas.microsoft.com/office/drawing/2014/main" id="{A0F6A941-5391-492C-A6EF-5FFD89EA54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48138" y="1662112"/>
            <a:ext cx="136525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76" name="Rectangle 19">
            <a:extLst>
              <a:ext uri="{FF2B5EF4-FFF2-40B4-BE49-F238E27FC236}">
                <a16:creationId xmlns:a16="http://schemas.microsoft.com/office/drawing/2014/main" id="{B8D185D4-D861-4E3D-AFE7-FEDFA905DA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37101" y="1662112"/>
            <a:ext cx="136525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77" name="Rectangle 21">
            <a:extLst>
              <a:ext uri="{FF2B5EF4-FFF2-40B4-BE49-F238E27FC236}">
                <a16:creationId xmlns:a16="http://schemas.microsoft.com/office/drawing/2014/main" id="{FFCAF5AD-B30B-44E3-A83C-587F605585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37101" y="2209800"/>
            <a:ext cx="121828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</a:t>
            </a: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78" name="Rectangle 23">
            <a:extLst>
              <a:ext uri="{FF2B5EF4-FFF2-40B4-BE49-F238E27FC236}">
                <a16:creationId xmlns:a16="http://schemas.microsoft.com/office/drawing/2014/main" id="{FB58D332-436C-49B1-9749-B90E613746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48138" y="2209800"/>
            <a:ext cx="121828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</a:t>
            </a: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71" name="Rounded Rectangle 75">
            <a:extLst>
              <a:ext uri="{FF2B5EF4-FFF2-40B4-BE49-F238E27FC236}">
                <a16:creationId xmlns:a16="http://schemas.microsoft.com/office/drawing/2014/main" id="{1BD35023-9286-43A3-90E6-C5D9A36F4EAE}"/>
              </a:ext>
            </a:extLst>
          </p:cNvPr>
          <p:cNvSpPr/>
          <p:nvPr/>
        </p:nvSpPr>
        <p:spPr bwMode="auto">
          <a:xfrm>
            <a:off x="1323632" y="2126456"/>
            <a:ext cx="488950" cy="473075"/>
          </a:xfrm>
          <a:prstGeom prst="roundRect">
            <a:avLst/>
          </a:prstGeom>
          <a:noFill/>
          <a:ln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72" name="Rounded Rectangle 75">
            <a:extLst>
              <a:ext uri="{FF2B5EF4-FFF2-40B4-BE49-F238E27FC236}">
                <a16:creationId xmlns:a16="http://schemas.microsoft.com/office/drawing/2014/main" id="{AB37AC72-EFB5-4ADA-B54A-6FB8F72218DE}"/>
              </a:ext>
            </a:extLst>
          </p:cNvPr>
          <p:cNvSpPr/>
          <p:nvPr/>
        </p:nvSpPr>
        <p:spPr bwMode="auto">
          <a:xfrm>
            <a:off x="4572000" y="2126456"/>
            <a:ext cx="488950" cy="473075"/>
          </a:xfrm>
          <a:prstGeom prst="roundRect">
            <a:avLst/>
          </a:prstGeom>
          <a:noFill/>
          <a:ln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73" name="Rounded Rectangle 75">
            <a:extLst>
              <a:ext uri="{FF2B5EF4-FFF2-40B4-BE49-F238E27FC236}">
                <a16:creationId xmlns:a16="http://schemas.microsoft.com/office/drawing/2014/main" id="{A699CEF0-AF0D-4EEB-82FE-5A457374F07B}"/>
              </a:ext>
            </a:extLst>
          </p:cNvPr>
          <p:cNvSpPr/>
          <p:nvPr/>
        </p:nvSpPr>
        <p:spPr bwMode="auto">
          <a:xfrm>
            <a:off x="7391400" y="2134263"/>
            <a:ext cx="1009650" cy="473075"/>
          </a:xfrm>
          <a:prstGeom prst="roundRect">
            <a:avLst/>
          </a:prstGeom>
          <a:noFill/>
          <a:ln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grpSp>
        <p:nvGrpSpPr>
          <p:cNvPr id="74" name="Group 73">
            <a:extLst>
              <a:ext uri="{FF2B5EF4-FFF2-40B4-BE49-F238E27FC236}">
                <a16:creationId xmlns:a16="http://schemas.microsoft.com/office/drawing/2014/main" id="{5ED99524-C7CC-4D73-B8A9-FB52CA979D67}"/>
              </a:ext>
            </a:extLst>
          </p:cNvPr>
          <p:cNvGrpSpPr/>
          <p:nvPr/>
        </p:nvGrpSpPr>
        <p:grpSpPr>
          <a:xfrm>
            <a:off x="264363" y="3430354"/>
            <a:ext cx="1691035" cy="2114550"/>
            <a:chOff x="457200" y="1398915"/>
            <a:chExt cx="1691035" cy="2114550"/>
          </a:xfrm>
        </p:grpSpPr>
        <p:sp>
          <p:nvSpPr>
            <p:cNvPr id="79" name="Line 24">
              <a:extLst>
                <a:ext uri="{FF2B5EF4-FFF2-40B4-BE49-F238E27FC236}">
                  <a16:creationId xmlns:a16="http://schemas.microsoft.com/office/drawing/2014/main" id="{48B18A20-36DF-4459-A2E7-B333B089F60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57200" y="1845002"/>
              <a:ext cx="1328738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80" name="Line 25">
              <a:extLst>
                <a:ext uri="{FF2B5EF4-FFF2-40B4-BE49-F238E27FC236}">
                  <a16:creationId xmlns:a16="http://schemas.microsoft.com/office/drawing/2014/main" id="{2AF00EC1-A758-4086-9689-D9234AD3054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302445" y="1398915"/>
              <a:ext cx="1588" cy="211455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81" name="Rectangle 27">
              <a:extLst>
                <a:ext uri="{FF2B5EF4-FFF2-40B4-BE49-F238E27FC236}">
                  <a16:creationId xmlns:a16="http://schemas.microsoft.com/office/drawing/2014/main" id="{6664D37E-40F5-417E-8AAE-1D29957535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4258" y="1417965"/>
              <a:ext cx="166687" cy="288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x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82" name="Rectangle 28">
              <a:extLst>
                <a:ext uri="{FF2B5EF4-FFF2-40B4-BE49-F238E27FC236}">
                  <a16:creationId xmlns:a16="http://schemas.microsoft.com/office/drawing/2014/main" id="{B0A1299A-DA65-4025-8025-78138004FC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3320" y="1544965"/>
              <a:ext cx="161925" cy="2587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7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1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83" name="Rectangle 29">
              <a:extLst>
                <a:ext uri="{FF2B5EF4-FFF2-40B4-BE49-F238E27FC236}">
                  <a16:creationId xmlns:a16="http://schemas.microsoft.com/office/drawing/2014/main" id="{745672BE-9CB5-4EC3-8154-9898782A05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3033" y="1417965"/>
              <a:ext cx="166687" cy="288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x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84" name="Rectangle 30">
              <a:extLst>
                <a:ext uri="{FF2B5EF4-FFF2-40B4-BE49-F238E27FC236}">
                  <a16:creationId xmlns:a16="http://schemas.microsoft.com/office/drawing/2014/main" id="{0DD18A8D-6DA2-43DE-983A-AABAA9CCB5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0508" y="1544965"/>
              <a:ext cx="161925" cy="2587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7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2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85" name="Rectangle 31">
              <a:extLst>
                <a:ext uri="{FF2B5EF4-FFF2-40B4-BE49-F238E27FC236}">
                  <a16:creationId xmlns:a16="http://schemas.microsoft.com/office/drawing/2014/main" id="{ECBA5DD7-59FE-4DB5-A96B-C95CAE2978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1883" y="1924377"/>
              <a:ext cx="180975" cy="288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0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86" name="Rectangle 32">
              <a:extLst>
                <a:ext uri="{FF2B5EF4-FFF2-40B4-BE49-F238E27FC236}">
                  <a16:creationId xmlns:a16="http://schemas.microsoft.com/office/drawing/2014/main" id="{660B7C33-6812-41C7-899C-CAF9C72B31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3833" y="1924377"/>
              <a:ext cx="180975" cy="288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0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87" name="Rectangle 33">
              <a:extLst>
                <a:ext uri="{FF2B5EF4-FFF2-40B4-BE49-F238E27FC236}">
                  <a16:creationId xmlns:a16="http://schemas.microsoft.com/office/drawing/2014/main" id="{D5A1951B-F78C-4A0B-973A-BFA2D897D7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1883" y="2308552"/>
              <a:ext cx="180975" cy="288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0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88" name="Rectangle 34">
              <a:extLst>
                <a:ext uri="{FF2B5EF4-FFF2-40B4-BE49-F238E27FC236}">
                  <a16:creationId xmlns:a16="http://schemas.microsoft.com/office/drawing/2014/main" id="{C5149DCA-FDA5-4DDD-9BF4-0F371FF963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3833" y="2308552"/>
              <a:ext cx="180975" cy="288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1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89" name="Rectangle 35">
              <a:extLst>
                <a:ext uri="{FF2B5EF4-FFF2-40B4-BE49-F238E27FC236}">
                  <a16:creationId xmlns:a16="http://schemas.microsoft.com/office/drawing/2014/main" id="{AE283AE5-5D52-4179-9491-D6722A73E6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1883" y="2694315"/>
              <a:ext cx="180975" cy="288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1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90" name="Rectangle 36">
              <a:extLst>
                <a:ext uri="{FF2B5EF4-FFF2-40B4-BE49-F238E27FC236}">
                  <a16:creationId xmlns:a16="http://schemas.microsoft.com/office/drawing/2014/main" id="{A4442AC6-D789-4EBF-9282-C2C5144B95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3833" y="2694315"/>
              <a:ext cx="180975" cy="288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0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91" name="Rectangle 37">
              <a:extLst>
                <a:ext uri="{FF2B5EF4-FFF2-40B4-BE49-F238E27FC236}">
                  <a16:creationId xmlns:a16="http://schemas.microsoft.com/office/drawing/2014/main" id="{98996763-42B3-4159-87E4-88A1E7F3D5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1883" y="3076902"/>
              <a:ext cx="180975" cy="288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1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92" name="Rectangle 38">
              <a:extLst>
                <a:ext uri="{FF2B5EF4-FFF2-40B4-BE49-F238E27FC236}">
                  <a16:creationId xmlns:a16="http://schemas.microsoft.com/office/drawing/2014/main" id="{445374E1-12D1-4072-A575-BAB9BD464C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3833" y="3076902"/>
              <a:ext cx="180975" cy="288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1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93" name="Rectangle 39">
              <a:extLst>
                <a:ext uri="{FF2B5EF4-FFF2-40B4-BE49-F238E27FC236}">
                  <a16:creationId xmlns:a16="http://schemas.microsoft.com/office/drawing/2014/main" id="{883555AC-F989-412D-96AA-E5DDCE04B7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92945" y="1921202"/>
              <a:ext cx="136525" cy="2921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0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94" name="Rectangle 41">
              <a:extLst>
                <a:ext uri="{FF2B5EF4-FFF2-40B4-BE49-F238E27FC236}">
                  <a16:creationId xmlns:a16="http://schemas.microsoft.com/office/drawing/2014/main" id="{147567ED-D71A-418E-BA8F-E6EE8D612B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92945" y="2303790"/>
              <a:ext cx="136525" cy="2921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1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95" name="Rectangle 43">
              <a:extLst>
                <a:ext uri="{FF2B5EF4-FFF2-40B4-BE49-F238E27FC236}">
                  <a16:creationId xmlns:a16="http://schemas.microsoft.com/office/drawing/2014/main" id="{80E26785-FF3E-480A-BC51-3D9C9F4460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92945" y="3073727"/>
              <a:ext cx="136525" cy="2921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1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96" name="Rectangle 45">
              <a:extLst>
                <a:ext uri="{FF2B5EF4-FFF2-40B4-BE49-F238E27FC236}">
                  <a16:creationId xmlns:a16="http://schemas.microsoft.com/office/drawing/2014/main" id="{28345B4C-C4DB-47F6-8E22-25265370D7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92945" y="2687965"/>
              <a:ext cx="136525" cy="2921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0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97" name="Rectangle 39">
              <a:extLst>
                <a:ext uri="{FF2B5EF4-FFF2-40B4-BE49-F238E27FC236}">
                  <a16:creationId xmlns:a16="http://schemas.microsoft.com/office/drawing/2014/main" id="{63C70819-AF84-49B3-85D1-A19B606A53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19622" y="1887537"/>
              <a:ext cx="234950" cy="288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m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98" name="Rectangle 40">
              <a:extLst>
                <a:ext uri="{FF2B5EF4-FFF2-40B4-BE49-F238E27FC236}">
                  <a16:creationId xmlns:a16="http://schemas.microsoft.com/office/drawing/2014/main" id="{E7F6E84C-E146-46F7-802B-37F9242132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05360" y="2009775"/>
              <a:ext cx="142875" cy="228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5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0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99" name="Rectangle 41">
              <a:extLst>
                <a:ext uri="{FF2B5EF4-FFF2-40B4-BE49-F238E27FC236}">
                  <a16:creationId xmlns:a16="http://schemas.microsoft.com/office/drawing/2014/main" id="{9FB4D492-213E-451C-984E-CE0ECA66DE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19622" y="2270125"/>
              <a:ext cx="234950" cy="288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m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100" name="Rectangle 42">
              <a:extLst>
                <a:ext uri="{FF2B5EF4-FFF2-40B4-BE49-F238E27FC236}">
                  <a16:creationId xmlns:a16="http://schemas.microsoft.com/office/drawing/2014/main" id="{A3502927-457D-43C8-9BA7-7592E0B788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05360" y="2393950"/>
              <a:ext cx="142875" cy="228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5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1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101" name="Rectangle 43">
              <a:extLst>
                <a:ext uri="{FF2B5EF4-FFF2-40B4-BE49-F238E27FC236}">
                  <a16:creationId xmlns:a16="http://schemas.microsoft.com/office/drawing/2014/main" id="{ABF627BB-BD94-4E67-9D95-E0249E6F6A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19622" y="3040062"/>
              <a:ext cx="234950" cy="288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m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102" name="Rectangle 44">
              <a:extLst>
                <a:ext uri="{FF2B5EF4-FFF2-40B4-BE49-F238E27FC236}">
                  <a16:creationId xmlns:a16="http://schemas.microsoft.com/office/drawing/2014/main" id="{F4F5FA27-C805-4EC3-8BDA-6E31B53A42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05360" y="3162300"/>
              <a:ext cx="142875" cy="228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5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3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103" name="Rectangle 45">
              <a:extLst>
                <a:ext uri="{FF2B5EF4-FFF2-40B4-BE49-F238E27FC236}">
                  <a16:creationId xmlns:a16="http://schemas.microsoft.com/office/drawing/2014/main" id="{61EAF837-ED0A-4DFE-9F4F-89679D2160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19622" y="2654300"/>
              <a:ext cx="234950" cy="288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m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104" name="Rectangle 46">
              <a:extLst>
                <a:ext uri="{FF2B5EF4-FFF2-40B4-BE49-F238E27FC236}">
                  <a16:creationId xmlns:a16="http://schemas.microsoft.com/office/drawing/2014/main" id="{959FB18F-5061-470C-9A04-114DFEC7C0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05360" y="2778125"/>
              <a:ext cx="142875" cy="228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5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2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105" name="Line 25">
              <a:extLst>
                <a:ext uri="{FF2B5EF4-FFF2-40B4-BE49-F238E27FC236}">
                  <a16:creationId xmlns:a16="http://schemas.microsoft.com/office/drawing/2014/main" id="{33C2D04E-DEB1-44AC-A2BA-3FDF1F9A834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14847" y="1845002"/>
              <a:ext cx="28398" cy="1668463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887902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Title 1">
            <a:extLst>
              <a:ext uri="{FF2B5EF4-FFF2-40B4-BE49-F238E27FC236}">
                <a16:creationId xmlns:a16="http://schemas.microsoft.com/office/drawing/2014/main" id="{3B317DF8-EB09-4E16-85FF-3279CAA9335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" y="76200"/>
            <a:ext cx="8686800" cy="609600"/>
          </a:xfrm>
        </p:spPr>
        <p:txBody>
          <a:bodyPr/>
          <a:lstStyle/>
          <a:p>
            <a:r>
              <a:rPr lang="en-US" altLang="en-US" sz="3400" dirty="0"/>
              <a:t>Grouping Example</a:t>
            </a:r>
          </a:p>
        </p:txBody>
      </p:sp>
      <p:sp>
        <p:nvSpPr>
          <p:cNvPr id="37890" name="Rectangle 3">
            <a:extLst>
              <a:ext uri="{FF2B5EF4-FFF2-40B4-BE49-F238E27FC236}">
                <a16:creationId xmlns:a16="http://schemas.microsoft.com/office/drawing/2014/main" id="{296AE5D0-FF37-4605-B9AA-A8700A25C6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1588" y="2265363"/>
            <a:ext cx="1166812" cy="1139825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37891" name="Line 4">
            <a:extLst>
              <a:ext uri="{FF2B5EF4-FFF2-40B4-BE49-F238E27FC236}">
                <a16:creationId xmlns:a16="http://schemas.microsoft.com/office/drawing/2014/main" id="{5914AB21-0FA4-40C8-A884-13079EB1A7E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271588" y="2835275"/>
            <a:ext cx="1166812" cy="1588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37892" name="Line 5">
            <a:extLst>
              <a:ext uri="{FF2B5EF4-FFF2-40B4-BE49-F238E27FC236}">
                <a16:creationId xmlns:a16="http://schemas.microsoft.com/office/drawing/2014/main" id="{5C6B9351-EDA1-43EE-98B3-971447E6E50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841500" y="2265363"/>
            <a:ext cx="1588" cy="1139825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37893" name="Line 6">
            <a:extLst>
              <a:ext uri="{FF2B5EF4-FFF2-40B4-BE49-F238E27FC236}">
                <a16:creationId xmlns:a16="http://schemas.microsoft.com/office/drawing/2014/main" id="{16876349-6931-435D-A227-09FA3CB6E50D}"/>
              </a:ext>
            </a:extLst>
          </p:cNvPr>
          <p:cNvSpPr>
            <a:spLocks noChangeShapeType="1"/>
          </p:cNvSpPr>
          <p:nvPr/>
        </p:nvSpPr>
        <p:spPr bwMode="auto">
          <a:xfrm>
            <a:off x="701675" y="1695450"/>
            <a:ext cx="569913" cy="569913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grpSp>
        <p:nvGrpSpPr>
          <p:cNvPr id="37894" name="Group 47">
            <a:extLst>
              <a:ext uri="{FF2B5EF4-FFF2-40B4-BE49-F238E27FC236}">
                <a16:creationId xmlns:a16="http://schemas.microsoft.com/office/drawing/2014/main" id="{5C7C5E0B-5C74-4B3D-ADCB-3D3C020F7D92}"/>
              </a:ext>
            </a:extLst>
          </p:cNvPr>
          <p:cNvGrpSpPr>
            <a:grpSpLocks/>
          </p:cNvGrpSpPr>
          <p:nvPr/>
        </p:nvGrpSpPr>
        <p:grpSpPr bwMode="auto">
          <a:xfrm>
            <a:off x="609600" y="1776413"/>
            <a:ext cx="279400" cy="387350"/>
            <a:chOff x="3339" y="1451"/>
            <a:chExt cx="176" cy="244"/>
          </a:xfrm>
        </p:grpSpPr>
        <p:sp>
          <p:nvSpPr>
            <p:cNvPr id="37949" name="Rectangle 9">
              <a:extLst>
                <a:ext uri="{FF2B5EF4-FFF2-40B4-BE49-F238E27FC236}">
                  <a16:creationId xmlns:a16="http://schemas.microsoft.com/office/drawing/2014/main" id="{0CB36073-8974-4EDA-AF80-3C38D080AE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39" y="1451"/>
              <a:ext cx="105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x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37950" name="Rectangle 10">
              <a:extLst>
                <a:ext uri="{FF2B5EF4-FFF2-40B4-BE49-F238E27FC236}">
                  <a16:creationId xmlns:a16="http://schemas.microsoft.com/office/drawing/2014/main" id="{60ADB863-3C6D-4963-9526-89595FFF42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3" y="1532"/>
              <a:ext cx="102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7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2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</p:grpSp>
      <p:sp>
        <p:nvSpPr>
          <p:cNvPr id="37895" name="Rectangle 13">
            <a:extLst>
              <a:ext uri="{FF2B5EF4-FFF2-40B4-BE49-F238E27FC236}">
                <a16:creationId xmlns:a16="http://schemas.microsoft.com/office/drawing/2014/main" id="{9AA0F3A3-863A-41AB-BD5B-6E8B09A889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0125" y="2428875"/>
            <a:ext cx="18097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37896" name="Rectangle 14">
            <a:extLst>
              <a:ext uri="{FF2B5EF4-FFF2-40B4-BE49-F238E27FC236}">
                <a16:creationId xmlns:a16="http://schemas.microsoft.com/office/drawing/2014/main" id="{701982FC-AD31-493F-9E9A-6B08500C5E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5838" y="3005138"/>
            <a:ext cx="18097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37897" name="Rectangle 15">
            <a:extLst>
              <a:ext uri="{FF2B5EF4-FFF2-40B4-BE49-F238E27FC236}">
                <a16:creationId xmlns:a16="http://schemas.microsoft.com/office/drawing/2014/main" id="{0E317C63-7CB2-4E27-82EC-3B4CCA7007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08125" y="1947863"/>
            <a:ext cx="18097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37898" name="Rectangle 16">
            <a:extLst>
              <a:ext uri="{FF2B5EF4-FFF2-40B4-BE49-F238E27FC236}">
                <a16:creationId xmlns:a16="http://schemas.microsoft.com/office/drawing/2014/main" id="{48BCFE80-73D2-4EC2-9EF0-EB1FA4E8D0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85975" y="1947863"/>
            <a:ext cx="18097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grpSp>
        <p:nvGrpSpPr>
          <p:cNvPr id="37903" name="Group 48">
            <a:extLst>
              <a:ext uri="{FF2B5EF4-FFF2-40B4-BE49-F238E27FC236}">
                <a16:creationId xmlns:a16="http://schemas.microsoft.com/office/drawing/2014/main" id="{6DE4A780-8B24-4F8B-9A04-37B79D608E4D}"/>
              </a:ext>
            </a:extLst>
          </p:cNvPr>
          <p:cNvGrpSpPr>
            <a:grpSpLocks/>
          </p:cNvGrpSpPr>
          <p:nvPr/>
        </p:nvGrpSpPr>
        <p:grpSpPr bwMode="auto">
          <a:xfrm>
            <a:off x="1049338" y="1600200"/>
            <a:ext cx="279400" cy="387350"/>
            <a:chOff x="3339" y="1451"/>
            <a:chExt cx="176" cy="244"/>
          </a:xfrm>
        </p:grpSpPr>
        <p:sp>
          <p:nvSpPr>
            <p:cNvPr id="37947" name="Rectangle 49">
              <a:extLst>
                <a:ext uri="{FF2B5EF4-FFF2-40B4-BE49-F238E27FC236}">
                  <a16:creationId xmlns:a16="http://schemas.microsoft.com/office/drawing/2014/main" id="{90539FF0-2A78-4D42-B801-3633677326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39" y="1451"/>
              <a:ext cx="105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x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37948" name="Rectangle 50">
              <a:extLst>
                <a:ext uri="{FF2B5EF4-FFF2-40B4-BE49-F238E27FC236}">
                  <a16:creationId xmlns:a16="http://schemas.microsoft.com/office/drawing/2014/main" id="{4CE6BBC5-47E3-4837-B7A5-2975D0ACB5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3" y="1532"/>
              <a:ext cx="102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7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1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</p:grpSp>
      <p:sp>
        <p:nvSpPr>
          <p:cNvPr id="37904" name="Rectangle 21">
            <a:extLst>
              <a:ext uri="{FF2B5EF4-FFF2-40B4-BE49-F238E27FC236}">
                <a16:creationId xmlns:a16="http://schemas.microsoft.com/office/drawing/2014/main" id="{6B96900D-60B1-4299-A540-8F4C2B1B5D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38588" y="2265363"/>
            <a:ext cx="1166812" cy="1139825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37905" name="Line 4">
            <a:extLst>
              <a:ext uri="{FF2B5EF4-FFF2-40B4-BE49-F238E27FC236}">
                <a16:creationId xmlns:a16="http://schemas.microsoft.com/office/drawing/2014/main" id="{B2CF0159-F98F-42F9-822C-F4B155D1256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938588" y="2835275"/>
            <a:ext cx="1166812" cy="1588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37906" name="Line 5">
            <a:extLst>
              <a:ext uri="{FF2B5EF4-FFF2-40B4-BE49-F238E27FC236}">
                <a16:creationId xmlns:a16="http://schemas.microsoft.com/office/drawing/2014/main" id="{7789A7A8-9A6C-4A2A-876E-8E4ECE2233F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508500" y="2265363"/>
            <a:ext cx="1588" cy="1139825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37907" name="Line 6">
            <a:extLst>
              <a:ext uri="{FF2B5EF4-FFF2-40B4-BE49-F238E27FC236}">
                <a16:creationId xmlns:a16="http://schemas.microsoft.com/office/drawing/2014/main" id="{EAEC6241-F672-439E-8DC7-1F283C643E69}"/>
              </a:ext>
            </a:extLst>
          </p:cNvPr>
          <p:cNvSpPr>
            <a:spLocks noChangeShapeType="1"/>
          </p:cNvSpPr>
          <p:nvPr/>
        </p:nvSpPr>
        <p:spPr bwMode="auto">
          <a:xfrm>
            <a:off x="3368675" y="1695450"/>
            <a:ext cx="569913" cy="569913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grpSp>
        <p:nvGrpSpPr>
          <p:cNvPr id="37908" name="Group 47">
            <a:extLst>
              <a:ext uri="{FF2B5EF4-FFF2-40B4-BE49-F238E27FC236}">
                <a16:creationId xmlns:a16="http://schemas.microsoft.com/office/drawing/2014/main" id="{273EB87B-EF8B-4975-AC26-0F88C5584439}"/>
              </a:ext>
            </a:extLst>
          </p:cNvPr>
          <p:cNvGrpSpPr>
            <a:grpSpLocks/>
          </p:cNvGrpSpPr>
          <p:nvPr/>
        </p:nvGrpSpPr>
        <p:grpSpPr bwMode="auto">
          <a:xfrm>
            <a:off x="3276600" y="1776413"/>
            <a:ext cx="279400" cy="387350"/>
            <a:chOff x="3339" y="1451"/>
            <a:chExt cx="176" cy="244"/>
          </a:xfrm>
        </p:grpSpPr>
        <p:sp>
          <p:nvSpPr>
            <p:cNvPr id="37945" name="Rectangle 9">
              <a:extLst>
                <a:ext uri="{FF2B5EF4-FFF2-40B4-BE49-F238E27FC236}">
                  <a16:creationId xmlns:a16="http://schemas.microsoft.com/office/drawing/2014/main" id="{B519C275-89B1-473F-9FA1-F306FB1265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39" y="1451"/>
              <a:ext cx="105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x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37946" name="Rectangle 10">
              <a:extLst>
                <a:ext uri="{FF2B5EF4-FFF2-40B4-BE49-F238E27FC236}">
                  <a16:creationId xmlns:a16="http://schemas.microsoft.com/office/drawing/2014/main" id="{A8F6BC47-8AD9-4BE6-A018-20CF0E3A6B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3" y="1532"/>
              <a:ext cx="102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7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2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</p:grpSp>
      <p:sp>
        <p:nvSpPr>
          <p:cNvPr id="37909" name="Rectangle 13">
            <a:extLst>
              <a:ext uri="{FF2B5EF4-FFF2-40B4-BE49-F238E27FC236}">
                <a16:creationId xmlns:a16="http://schemas.microsoft.com/office/drawing/2014/main" id="{70F8D8C7-F018-4ABD-902B-E84956A7AD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67125" y="2428875"/>
            <a:ext cx="18097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37910" name="Rectangle 14">
            <a:extLst>
              <a:ext uri="{FF2B5EF4-FFF2-40B4-BE49-F238E27FC236}">
                <a16:creationId xmlns:a16="http://schemas.microsoft.com/office/drawing/2014/main" id="{7643C3E6-9F04-40AC-8A2B-9533D72C46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2838" y="3005138"/>
            <a:ext cx="18097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37911" name="Rectangle 15">
            <a:extLst>
              <a:ext uri="{FF2B5EF4-FFF2-40B4-BE49-F238E27FC236}">
                <a16:creationId xmlns:a16="http://schemas.microsoft.com/office/drawing/2014/main" id="{59C59BEE-1F06-4AE9-AD1E-B7F3BD9349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75125" y="1947863"/>
            <a:ext cx="18097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37912" name="Rectangle 16">
            <a:extLst>
              <a:ext uri="{FF2B5EF4-FFF2-40B4-BE49-F238E27FC236}">
                <a16:creationId xmlns:a16="http://schemas.microsoft.com/office/drawing/2014/main" id="{2D612B6B-1F60-4D59-8366-D21ACF47EA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2975" y="1947863"/>
            <a:ext cx="18097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grpSp>
        <p:nvGrpSpPr>
          <p:cNvPr id="37917" name="Group 48">
            <a:extLst>
              <a:ext uri="{FF2B5EF4-FFF2-40B4-BE49-F238E27FC236}">
                <a16:creationId xmlns:a16="http://schemas.microsoft.com/office/drawing/2014/main" id="{975C2383-8246-4765-BC77-DC023689025E}"/>
              </a:ext>
            </a:extLst>
          </p:cNvPr>
          <p:cNvGrpSpPr>
            <a:grpSpLocks/>
          </p:cNvGrpSpPr>
          <p:nvPr/>
        </p:nvGrpSpPr>
        <p:grpSpPr bwMode="auto">
          <a:xfrm>
            <a:off x="3716338" y="1600200"/>
            <a:ext cx="279400" cy="387350"/>
            <a:chOff x="3339" y="1451"/>
            <a:chExt cx="176" cy="244"/>
          </a:xfrm>
        </p:grpSpPr>
        <p:sp>
          <p:nvSpPr>
            <p:cNvPr id="37943" name="Rectangle 49">
              <a:extLst>
                <a:ext uri="{FF2B5EF4-FFF2-40B4-BE49-F238E27FC236}">
                  <a16:creationId xmlns:a16="http://schemas.microsoft.com/office/drawing/2014/main" id="{4A79F2A6-4A5D-4A16-9FE4-080C80F9D1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39" y="1451"/>
              <a:ext cx="105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x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37944" name="Rectangle 50">
              <a:extLst>
                <a:ext uri="{FF2B5EF4-FFF2-40B4-BE49-F238E27FC236}">
                  <a16:creationId xmlns:a16="http://schemas.microsoft.com/office/drawing/2014/main" id="{952C4BF1-AB88-4651-B8E2-6FDFEF6AF9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3" y="1532"/>
              <a:ext cx="102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7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1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</p:grpSp>
      <p:sp>
        <p:nvSpPr>
          <p:cNvPr id="41" name="TextBox 40">
            <a:extLst>
              <a:ext uri="{FF2B5EF4-FFF2-40B4-BE49-F238E27FC236}">
                <a16:creationId xmlns:a16="http://schemas.microsoft.com/office/drawing/2014/main" id="{A581C830-7F23-A145-95AA-44A98CCE56CC}"/>
              </a:ext>
            </a:extLst>
          </p:cNvPr>
          <p:cNvSpPr txBox="1"/>
          <p:nvPr/>
        </p:nvSpPr>
        <p:spPr>
          <a:xfrm>
            <a:off x="1079500" y="3886200"/>
            <a:ext cx="15494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  <a:cs typeface="+mn-cs"/>
              </a:rPr>
              <a:t>m</a:t>
            </a:r>
            <a:r>
              <a:rPr kumimoji="0" lang="en-US" sz="24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  <a:cs typeface="+mn-cs"/>
              </a:rPr>
              <a:t>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9E7DF2E-C4CB-E649-90AC-78DEDB5A4907}"/>
              </a:ext>
            </a:extLst>
          </p:cNvPr>
          <p:cNvSpPr txBox="1"/>
          <p:nvPr/>
        </p:nvSpPr>
        <p:spPr>
          <a:xfrm>
            <a:off x="3760788" y="3886200"/>
            <a:ext cx="15494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  <a:cs typeface="+mn-cs"/>
              </a:rPr>
              <a:t>m</a:t>
            </a:r>
            <a:r>
              <a:rPr kumimoji="0" lang="en-US" sz="24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  <a:cs typeface="+mn-cs"/>
              </a:rPr>
              <a:t>3</a:t>
            </a:r>
          </a:p>
        </p:txBody>
      </p:sp>
      <p:sp>
        <p:nvSpPr>
          <p:cNvPr id="37920" name="Rectangle 42">
            <a:extLst>
              <a:ext uri="{FF2B5EF4-FFF2-40B4-BE49-F238E27FC236}">
                <a16:creationId xmlns:a16="http://schemas.microsoft.com/office/drawing/2014/main" id="{FB2F597E-1538-4417-AFB1-B7D5E877B6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15200" y="2265363"/>
            <a:ext cx="1166813" cy="1139825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37921" name="Line 4">
            <a:extLst>
              <a:ext uri="{FF2B5EF4-FFF2-40B4-BE49-F238E27FC236}">
                <a16:creationId xmlns:a16="http://schemas.microsoft.com/office/drawing/2014/main" id="{BAA7EEED-D416-48EA-BEB3-243666A08F9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315200" y="2835275"/>
            <a:ext cx="1166813" cy="1588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37922" name="Line 5">
            <a:extLst>
              <a:ext uri="{FF2B5EF4-FFF2-40B4-BE49-F238E27FC236}">
                <a16:creationId xmlns:a16="http://schemas.microsoft.com/office/drawing/2014/main" id="{B600BA53-1B00-4A9D-AC46-9343B7DE4F0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885113" y="2265363"/>
            <a:ext cx="1587" cy="1139825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37923" name="Line 6">
            <a:extLst>
              <a:ext uri="{FF2B5EF4-FFF2-40B4-BE49-F238E27FC236}">
                <a16:creationId xmlns:a16="http://schemas.microsoft.com/office/drawing/2014/main" id="{64DE31E9-D9AC-465F-99E2-AF0DBB242FC5}"/>
              </a:ext>
            </a:extLst>
          </p:cNvPr>
          <p:cNvSpPr>
            <a:spLocks noChangeShapeType="1"/>
          </p:cNvSpPr>
          <p:nvPr/>
        </p:nvSpPr>
        <p:spPr bwMode="auto">
          <a:xfrm>
            <a:off x="6745288" y="1695450"/>
            <a:ext cx="569912" cy="569913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grpSp>
        <p:nvGrpSpPr>
          <p:cNvPr id="37924" name="Group 47">
            <a:extLst>
              <a:ext uri="{FF2B5EF4-FFF2-40B4-BE49-F238E27FC236}">
                <a16:creationId xmlns:a16="http://schemas.microsoft.com/office/drawing/2014/main" id="{B19AB094-EB29-48D4-8FB9-DC44E6A617CE}"/>
              </a:ext>
            </a:extLst>
          </p:cNvPr>
          <p:cNvGrpSpPr>
            <a:grpSpLocks/>
          </p:cNvGrpSpPr>
          <p:nvPr/>
        </p:nvGrpSpPr>
        <p:grpSpPr bwMode="auto">
          <a:xfrm>
            <a:off x="6653213" y="1776413"/>
            <a:ext cx="279400" cy="387350"/>
            <a:chOff x="3339" y="1451"/>
            <a:chExt cx="176" cy="244"/>
          </a:xfrm>
        </p:grpSpPr>
        <p:sp>
          <p:nvSpPr>
            <p:cNvPr id="37941" name="Rectangle 9">
              <a:extLst>
                <a:ext uri="{FF2B5EF4-FFF2-40B4-BE49-F238E27FC236}">
                  <a16:creationId xmlns:a16="http://schemas.microsoft.com/office/drawing/2014/main" id="{4E311535-DE74-401D-9925-3C2E1ACDCB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39" y="1451"/>
              <a:ext cx="105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x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37942" name="Rectangle 10">
              <a:extLst>
                <a:ext uri="{FF2B5EF4-FFF2-40B4-BE49-F238E27FC236}">
                  <a16:creationId xmlns:a16="http://schemas.microsoft.com/office/drawing/2014/main" id="{74442627-448F-40A3-868E-1E714847FB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3" y="1532"/>
              <a:ext cx="102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7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2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</p:grpSp>
      <p:sp>
        <p:nvSpPr>
          <p:cNvPr id="37925" name="Rectangle 13">
            <a:extLst>
              <a:ext uri="{FF2B5EF4-FFF2-40B4-BE49-F238E27FC236}">
                <a16:creationId xmlns:a16="http://schemas.microsoft.com/office/drawing/2014/main" id="{95674926-500F-4710-B753-4C05A33AF7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43738" y="2428875"/>
            <a:ext cx="18097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37926" name="Rectangle 14">
            <a:extLst>
              <a:ext uri="{FF2B5EF4-FFF2-40B4-BE49-F238E27FC236}">
                <a16:creationId xmlns:a16="http://schemas.microsoft.com/office/drawing/2014/main" id="{F048D1BD-11F7-4B4E-A414-D4936CA49C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29450" y="3005138"/>
            <a:ext cx="18097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37927" name="Rectangle 15">
            <a:extLst>
              <a:ext uri="{FF2B5EF4-FFF2-40B4-BE49-F238E27FC236}">
                <a16:creationId xmlns:a16="http://schemas.microsoft.com/office/drawing/2014/main" id="{018B5972-7B9B-40B5-9628-5786E28D9A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1738" y="1947863"/>
            <a:ext cx="18097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37928" name="Rectangle 16">
            <a:extLst>
              <a:ext uri="{FF2B5EF4-FFF2-40B4-BE49-F238E27FC236}">
                <a16:creationId xmlns:a16="http://schemas.microsoft.com/office/drawing/2014/main" id="{EC2CD576-2132-44AF-8BC9-54DC19304C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29588" y="1947863"/>
            <a:ext cx="18097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37929" name="Rectangle 17">
            <a:extLst>
              <a:ext uri="{FF2B5EF4-FFF2-40B4-BE49-F238E27FC236}">
                <a16:creationId xmlns:a16="http://schemas.microsoft.com/office/drawing/2014/main" id="{54E7230D-B920-4920-B7CA-D2EB818D65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40625" y="2413000"/>
            <a:ext cx="121828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</a:t>
            </a: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37930" name="Rectangle 19">
            <a:extLst>
              <a:ext uri="{FF2B5EF4-FFF2-40B4-BE49-F238E27FC236}">
                <a16:creationId xmlns:a16="http://schemas.microsoft.com/office/drawing/2014/main" id="{B32F6E22-F8BC-4D44-97C1-C6A22DE971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29588" y="2413000"/>
            <a:ext cx="136525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37931" name="Rectangle 21">
            <a:extLst>
              <a:ext uri="{FF2B5EF4-FFF2-40B4-BE49-F238E27FC236}">
                <a16:creationId xmlns:a16="http://schemas.microsoft.com/office/drawing/2014/main" id="{AAE3C9E6-D743-4E7B-9A51-937E010C13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29588" y="2960688"/>
            <a:ext cx="121828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</a:t>
            </a: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37932" name="Rectangle 23">
            <a:extLst>
              <a:ext uri="{FF2B5EF4-FFF2-40B4-BE49-F238E27FC236}">
                <a16:creationId xmlns:a16="http://schemas.microsoft.com/office/drawing/2014/main" id="{3B92DC9A-4A08-4E8A-BFCA-99A562EE6E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40625" y="2960688"/>
            <a:ext cx="136525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grpSp>
        <p:nvGrpSpPr>
          <p:cNvPr id="37933" name="Group 48">
            <a:extLst>
              <a:ext uri="{FF2B5EF4-FFF2-40B4-BE49-F238E27FC236}">
                <a16:creationId xmlns:a16="http://schemas.microsoft.com/office/drawing/2014/main" id="{3F050684-A33D-47AE-ACFA-2CF542D45947}"/>
              </a:ext>
            </a:extLst>
          </p:cNvPr>
          <p:cNvGrpSpPr>
            <a:grpSpLocks/>
          </p:cNvGrpSpPr>
          <p:nvPr/>
        </p:nvGrpSpPr>
        <p:grpSpPr bwMode="auto">
          <a:xfrm>
            <a:off x="7092950" y="1600200"/>
            <a:ext cx="279400" cy="387350"/>
            <a:chOff x="3339" y="1451"/>
            <a:chExt cx="176" cy="244"/>
          </a:xfrm>
        </p:grpSpPr>
        <p:sp>
          <p:nvSpPr>
            <p:cNvPr id="37939" name="Rectangle 49">
              <a:extLst>
                <a:ext uri="{FF2B5EF4-FFF2-40B4-BE49-F238E27FC236}">
                  <a16:creationId xmlns:a16="http://schemas.microsoft.com/office/drawing/2014/main" id="{1379D8C3-0F32-4AFF-ADEA-9156169105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39" y="1451"/>
              <a:ext cx="105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x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37940" name="Rectangle 50">
              <a:extLst>
                <a:ext uri="{FF2B5EF4-FFF2-40B4-BE49-F238E27FC236}">
                  <a16:creationId xmlns:a16="http://schemas.microsoft.com/office/drawing/2014/main" id="{83664702-4BB1-4218-87F8-7AFB9FE31F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3" y="1532"/>
              <a:ext cx="102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7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1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</p:grpSp>
      <p:sp>
        <p:nvSpPr>
          <p:cNvPr id="61" name="TextBox 60">
            <a:extLst>
              <a:ext uri="{FF2B5EF4-FFF2-40B4-BE49-F238E27FC236}">
                <a16:creationId xmlns:a16="http://schemas.microsoft.com/office/drawing/2014/main" id="{3706ADC0-CE60-884B-AC01-3709FF6E2311}"/>
              </a:ext>
            </a:extLst>
          </p:cNvPr>
          <p:cNvSpPr txBox="1"/>
          <p:nvPr/>
        </p:nvSpPr>
        <p:spPr>
          <a:xfrm>
            <a:off x="7137400" y="3886200"/>
            <a:ext cx="15494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  <a:cs typeface="+mn-cs"/>
              </a:rPr>
              <a:t>m</a:t>
            </a:r>
            <a:r>
              <a:rPr kumimoji="0" lang="en-US" sz="24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  <a:cs typeface="+mn-cs"/>
              </a:rPr>
              <a:t>1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  <a:cs typeface="+mn-cs"/>
              </a:rPr>
              <a:t>+ m</a:t>
            </a:r>
            <a:r>
              <a:rPr kumimoji="0" lang="en-US" sz="24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  <a:cs typeface="+mn-cs"/>
              </a:rPr>
              <a:t>3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763A4CA-CA79-0F42-BE74-E14B87E6B60F}"/>
              </a:ext>
            </a:extLst>
          </p:cNvPr>
          <p:cNvSpPr txBox="1"/>
          <p:nvPr/>
        </p:nvSpPr>
        <p:spPr>
          <a:xfrm>
            <a:off x="2933700" y="2605088"/>
            <a:ext cx="266700" cy="4603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  <a:cs typeface="+mn-cs"/>
              </a:rPr>
              <a:t>+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DB7BF748-35DC-864E-9D09-68B442129BE6}"/>
              </a:ext>
            </a:extLst>
          </p:cNvPr>
          <p:cNvSpPr txBox="1"/>
          <p:nvPr/>
        </p:nvSpPr>
        <p:spPr>
          <a:xfrm>
            <a:off x="2971800" y="3895725"/>
            <a:ext cx="2667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  <a:cs typeface="+mn-cs"/>
              </a:rPr>
              <a:t>+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4A51F4D6-9CA8-654B-B924-1FB6CB8712C8}"/>
              </a:ext>
            </a:extLst>
          </p:cNvPr>
          <p:cNvSpPr txBox="1"/>
          <p:nvPr/>
        </p:nvSpPr>
        <p:spPr>
          <a:xfrm>
            <a:off x="6019800" y="3895725"/>
            <a:ext cx="2667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  <a:cs typeface="+mn-cs"/>
              </a:rPr>
              <a:t>=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2E14D593-84F7-B046-B387-3ED8A4E10825}"/>
              </a:ext>
            </a:extLst>
          </p:cNvPr>
          <p:cNvSpPr txBox="1"/>
          <p:nvPr/>
        </p:nvSpPr>
        <p:spPr>
          <a:xfrm>
            <a:off x="6019800" y="2605088"/>
            <a:ext cx="266700" cy="4603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  <a:cs typeface="+mn-cs"/>
              </a:rPr>
              <a:t>=</a:t>
            </a:r>
          </a:p>
        </p:txBody>
      </p:sp>
      <p:sp>
        <p:nvSpPr>
          <p:cNvPr id="64" name="Line 4">
            <a:extLst>
              <a:ext uri="{FF2B5EF4-FFF2-40B4-BE49-F238E27FC236}">
                <a16:creationId xmlns:a16="http://schemas.microsoft.com/office/drawing/2014/main" id="{72604A44-0BCF-491E-B17A-21F50FDD72E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258888" y="2835275"/>
            <a:ext cx="1166812" cy="1588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65" name="Rectangle 17">
            <a:extLst>
              <a:ext uri="{FF2B5EF4-FFF2-40B4-BE49-F238E27FC236}">
                <a16:creationId xmlns:a16="http://schemas.microsoft.com/office/drawing/2014/main" id="{AABDC434-ED45-497E-A10B-1F7D292423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84313" y="2413000"/>
            <a:ext cx="121828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</a:t>
            </a: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68" name="Rectangle 19">
            <a:extLst>
              <a:ext uri="{FF2B5EF4-FFF2-40B4-BE49-F238E27FC236}">
                <a16:creationId xmlns:a16="http://schemas.microsoft.com/office/drawing/2014/main" id="{A724649A-7E1E-40EB-BD16-FC749C0106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73275" y="2413000"/>
            <a:ext cx="136525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69" name="Rectangle 21">
            <a:extLst>
              <a:ext uri="{FF2B5EF4-FFF2-40B4-BE49-F238E27FC236}">
                <a16:creationId xmlns:a16="http://schemas.microsoft.com/office/drawing/2014/main" id="{071B8A99-D1E7-425B-9A7A-39EF727D57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73275" y="2960688"/>
            <a:ext cx="136525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</a:t>
            </a: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70" name="Rectangle 23">
            <a:extLst>
              <a:ext uri="{FF2B5EF4-FFF2-40B4-BE49-F238E27FC236}">
                <a16:creationId xmlns:a16="http://schemas.microsoft.com/office/drawing/2014/main" id="{231982F4-B74C-427C-80BA-ADC92F7012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84313" y="2960688"/>
            <a:ext cx="121828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</a:t>
            </a: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75" name="Rectangle 17">
            <a:extLst>
              <a:ext uri="{FF2B5EF4-FFF2-40B4-BE49-F238E27FC236}">
                <a16:creationId xmlns:a16="http://schemas.microsoft.com/office/drawing/2014/main" id="{A0F6A941-5391-492C-A6EF-5FFD89EA54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48138" y="2424112"/>
            <a:ext cx="136525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76" name="Rectangle 19">
            <a:extLst>
              <a:ext uri="{FF2B5EF4-FFF2-40B4-BE49-F238E27FC236}">
                <a16:creationId xmlns:a16="http://schemas.microsoft.com/office/drawing/2014/main" id="{B8D185D4-D861-4E3D-AFE7-FEDFA905DA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37101" y="2424112"/>
            <a:ext cx="136525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77" name="Rectangle 21">
            <a:extLst>
              <a:ext uri="{FF2B5EF4-FFF2-40B4-BE49-F238E27FC236}">
                <a16:creationId xmlns:a16="http://schemas.microsoft.com/office/drawing/2014/main" id="{FFCAF5AD-B30B-44E3-A83C-587F605585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37101" y="2971800"/>
            <a:ext cx="121828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</a:t>
            </a: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78" name="Rectangle 23">
            <a:extLst>
              <a:ext uri="{FF2B5EF4-FFF2-40B4-BE49-F238E27FC236}">
                <a16:creationId xmlns:a16="http://schemas.microsoft.com/office/drawing/2014/main" id="{FB58D332-436C-49B1-9749-B90E613746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48138" y="2971800"/>
            <a:ext cx="121828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</a:t>
            </a: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71" name="Rounded Rectangle 75">
            <a:extLst>
              <a:ext uri="{FF2B5EF4-FFF2-40B4-BE49-F238E27FC236}">
                <a16:creationId xmlns:a16="http://schemas.microsoft.com/office/drawing/2014/main" id="{1BD35023-9286-43A3-90E6-C5D9A36F4EAE}"/>
              </a:ext>
            </a:extLst>
          </p:cNvPr>
          <p:cNvSpPr/>
          <p:nvPr/>
        </p:nvSpPr>
        <p:spPr bwMode="auto">
          <a:xfrm>
            <a:off x="1323632" y="2888456"/>
            <a:ext cx="488950" cy="473075"/>
          </a:xfrm>
          <a:prstGeom prst="roundRect">
            <a:avLst/>
          </a:prstGeom>
          <a:noFill/>
          <a:ln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72" name="Rounded Rectangle 75">
            <a:extLst>
              <a:ext uri="{FF2B5EF4-FFF2-40B4-BE49-F238E27FC236}">
                <a16:creationId xmlns:a16="http://schemas.microsoft.com/office/drawing/2014/main" id="{AB37AC72-EFB5-4ADA-B54A-6FB8F72218DE}"/>
              </a:ext>
            </a:extLst>
          </p:cNvPr>
          <p:cNvSpPr/>
          <p:nvPr/>
        </p:nvSpPr>
        <p:spPr bwMode="auto">
          <a:xfrm>
            <a:off x="4572000" y="2888456"/>
            <a:ext cx="488950" cy="473075"/>
          </a:xfrm>
          <a:prstGeom prst="roundRect">
            <a:avLst/>
          </a:prstGeom>
          <a:noFill/>
          <a:ln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73" name="Rounded Rectangle 75">
            <a:extLst>
              <a:ext uri="{FF2B5EF4-FFF2-40B4-BE49-F238E27FC236}">
                <a16:creationId xmlns:a16="http://schemas.microsoft.com/office/drawing/2014/main" id="{A699CEF0-AF0D-4EEB-82FE-5A457374F07B}"/>
              </a:ext>
            </a:extLst>
          </p:cNvPr>
          <p:cNvSpPr/>
          <p:nvPr/>
        </p:nvSpPr>
        <p:spPr bwMode="auto">
          <a:xfrm>
            <a:off x="7391400" y="2896263"/>
            <a:ext cx="1009650" cy="473075"/>
          </a:xfrm>
          <a:prstGeom prst="roundRect">
            <a:avLst/>
          </a:prstGeom>
          <a:noFill/>
          <a:ln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599F7616-8A91-437E-8713-5778B845C1BA}"/>
              </a:ext>
            </a:extLst>
          </p:cNvPr>
          <p:cNvSpPr/>
          <p:nvPr/>
        </p:nvSpPr>
        <p:spPr>
          <a:xfrm>
            <a:off x="60327" y="693003"/>
            <a:ext cx="9007473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Minterms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 in any two cells that are adjacent, either in the same row or the same column, can be combined. 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7C6AC3EA-984B-4945-A3A0-8B5B9EF655E2}"/>
              </a:ext>
            </a:extLst>
          </p:cNvPr>
          <p:cNvSpPr txBox="1"/>
          <p:nvPr/>
        </p:nvSpPr>
        <p:spPr>
          <a:xfrm>
            <a:off x="2971800" y="4953000"/>
            <a:ext cx="2667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  <a:cs typeface="+mn-cs"/>
              </a:rPr>
              <a:t>+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908E9BA8-7E40-47D8-A90A-29A27626B99A}"/>
              </a:ext>
            </a:extLst>
          </p:cNvPr>
          <p:cNvSpPr txBox="1"/>
          <p:nvPr/>
        </p:nvSpPr>
        <p:spPr>
          <a:xfrm>
            <a:off x="1103313" y="4953000"/>
            <a:ext cx="1549400" cy="4000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  <a:cs typeface="+mn-cs"/>
              </a:rPr>
              <a:t>x</a:t>
            </a:r>
            <a:r>
              <a:rPr kumimoji="0" lang="en-US" sz="20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  <a:cs typeface="+mn-cs"/>
              </a:rPr>
              <a:t>1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  <a:cs typeface="+mn-cs"/>
              </a:rPr>
              <a:t>x</a:t>
            </a:r>
            <a:r>
              <a:rPr kumimoji="0" lang="en-US" sz="20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  <a:cs typeface="+mn-cs"/>
              </a:rPr>
              <a:t>2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75354E37-CD6B-43A1-9611-CA473D175A05}"/>
              </a:ext>
            </a:extLst>
          </p:cNvPr>
          <p:cNvSpPr txBox="1"/>
          <p:nvPr/>
        </p:nvSpPr>
        <p:spPr>
          <a:xfrm>
            <a:off x="6958013" y="4983163"/>
            <a:ext cx="1549400" cy="4000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  <a:cs typeface="+mn-cs"/>
              </a:rPr>
              <a:t>x</a:t>
            </a:r>
            <a:r>
              <a:rPr kumimoji="0" lang="en-US" sz="20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  <a:cs typeface="+mn-cs"/>
              </a:rPr>
              <a:t>2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F476D484-F125-412B-93BF-A2E78C85E999}"/>
              </a:ext>
            </a:extLst>
          </p:cNvPr>
          <p:cNvSpPr txBox="1"/>
          <p:nvPr/>
        </p:nvSpPr>
        <p:spPr>
          <a:xfrm>
            <a:off x="6019800" y="4953000"/>
            <a:ext cx="2667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  <a:cs typeface="+mn-cs"/>
              </a:rPr>
              <a:t>=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5C954904-B367-4DE3-BF7A-CA14BA9C0F65}"/>
              </a:ext>
            </a:extLst>
          </p:cNvPr>
          <p:cNvSpPr txBox="1"/>
          <p:nvPr/>
        </p:nvSpPr>
        <p:spPr>
          <a:xfrm>
            <a:off x="3795713" y="4953000"/>
            <a:ext cx="1549400" cy="4000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  <a:cs typeface="+mn-cs"/>
              </a:rPr>
              <a:t>x</a:t>
            </a:r>
            <a:r>
              <a:rPr kumimoji="0" lang="en-US" sz="20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  <a:cs typeface="+mn-cs"/>
              </a:rPr>
              <a:t>1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  <a:cs typeface="+mn-cs"/>
              </a:rPr>
              <a:t>x</a:t>
            </a:r>
            <a:r>
              <a:rPr kumimoji="0" lang="en-US" sz="20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  <a:cs typeface="+mn-cs"/>
              </a:rPr>
              <a:t>2</a:t>
            </a:r>
          </a:p>
        </p:txBody>
      </p:sp>
      <p:sp>
        <p:nvSpPr>
          <p:cNvPr id="84" name="TextBox 3">
            <a:extLst>
              <a:ext uri="{FF2B5EF4-FFF2-40B4-BE49-F238E27FC236}">
                <a16:creationId xmlns:a16="http://schemas.microsoft.com/office/drawing/2014/main" id="{3011ADEA-69E7-46A8-9AA3-8717AC2495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20975" y="5616455"/>
            <a:ext cx="34321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366FF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Property 14a (Combining)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C665349F-DDDE-403B-9236-64718B7DAA89}"/>
              </a:ext>
            </a:extLst>
          </p:cNvPr>
          <p:cNvSpPr txBox="1"/>
          <p:nvPr/>
        </p:nvSpPr>
        <p:spPr>
          <a:xfrm>
            <a:off x="1578719" y="4691063"/>
            <a:ext cx="317500" cy="46196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  <a:cs typeface="+mn-cs"/>
              </a:rPr>
              <a:t>_</a:t>
            </a:r>
          </a:p>
        </p:txBody>
      </p:sp>
    </p:spTree>
    <p:extLst>
      <p:ext uri="{BB962C8B-B14F-4D97-AF65-F5344CB8AC3E}">
        <p14:creationId xmlns:p14="http://schemas.microsoft.com/office/powerpoint/2010/main" val="300702152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Title 1">
            <a:extLst>
              <a:ext uri="{FF2B5EF4-FFF2-40B4-BE49-F238E27FC236}">
                <a16:creationId xmlns:a16="http://schemas.microsoft.com/office/drawing/2014/main" id="{6B3F018F-AB88-4FF8-8E37-AA8C467CAA0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88" y="152400"/>
            <a:ext cx="9144000" cy="457200"/>
          </a:xfrm>
        </p:spPr>
        <p:txBody>
          <a:bodyPr/>
          <a:lstStyle/>
          <a:p>
            <a:r>
              <a:rPr lang="en-US" altLang="en-US" sz="3400" dirty="0"/>
              <a:t>Grouping Rules</a:t>
            </a:r>
          </a:p>
        </p:txBody>
      </p:sp>
      <p:sp>
        <p:nvSpPr>
          <p:cNvPr id="40962" name="Content Placeholder 2">
            <a:extLst>
              <a:ext uri="{FF2B5EF4-FFF2-40B4-BE49-F238E27FC236}">
                <a16:creationId xmlns:a16="http://schemas.microsoft.com/office/drawing/2014/main" id="{FD29D38E-8CFC-4DC2-AAAC-307125D5011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76200" y="685800"/>
            <a:ext cx="8991600" cy="5715000"/>
          </a:xfrm>
        </p:spPr>
        <p:txBody>
          <a:bodyPr/>
          <a:lstStyle/>
          <a:p>
            <a:r>
              <a:rPr lang="en-US" altLang="en-US" dirty="0"/>
              <a:t>Group </a:t>
            </a:r>
            <a:r>
              <a:rPr lang="ja-JP" altLang="en-US" dirty="0"/>
              <a:t>“</a:t>
            </a:r>
            <a:r>
              <a:rPr lang="en-US" altLang="ja-JP" dirty="0"/>
              <a:t>1</a:t>
            </a:r>
            <a:r>
              <a:rPr lang="ja-JP" altLang="en-US" dirty="0"/>
              <a:t>”</a:t>
            </a:r>
            <a:r>
              <a:rPr lang="en-US" altLang="ja-JP" dirty="0"/>
              <a:t>s with rectangles</a:t>
            </a:r>
          </a:p>
          <a:p>
            <a:endParaRPr lang="en-US" altLang="en-US" sz="1800" dirty="0"/>
          </a:p>
          <a:p>
            <a:r>
              <a:rPr lang="en-US" altLang="en-US" dirty="0"/>
              <a:t>Both sides a power of 2:</a:t>
            </a:r>
          </a:p>
          <a:p>
            <a:pPr lvl="1"/>
            <a:r>
              <a:rPr lang="en-US" altLang="en-US" dirty="0"/>
              <a:t>1x1, 1x2, 2x1, 2x2, 1x4, 4x1, 2x4, 4x2, 4x4</a:t>
            </a:r>
          </a:p>
          <a:p>
            <a:pPr marL="457200" lvl="1" indent="0">
              <a:buNone/>
            </a:pPr>
            <a:endParaRPr lang="en-US" altLang="en-US" sz="1800" dirty="0"/>
          </a:p>
          <a:p>
            <a:r>
              <a:rPr lang="en-US" altLang="en-US" dirty="0"/>
              <a:t>Can use the same </a:t>
            </a:r>
            <a:r>
              <a:rPr lang="en-US" altLang="en-US" dirty="0" err="1"/>
              <a:t>minterm</a:t>
            </a:r>
            <a:r>
              <a:rPr lang="en-US" altLang="en-US" dirty="0"/>
              <a:t> more than once</a:t>
            </a:r>
          </a:p>
          <a:p>
            <a:endParaRPr lang="en-US" altLang="en-US" sz="1400" dirty="0"/>
          </a:p>
          <a:p>
            <a:r>
              <a:rPr lang="en-US" altLang="en-US" dirty="0"/>
              <a:t>Can wrap around the edges of the map</a:t>
            </a:r>
          </a:p>
          <a:p>
            <a:endParaRPr lang="en-US" altLang="en-US" sz="1400" dirty="0"/>
          </a:p>
          <a:p>
            <a:r>
              <a:rPr lang="en-US" altLang="en-US" dirty="0">
                <a:solidFill>
                  <a:srgbClr val="0070C0"/>
                </a:solidFill>
              </a:rPr>
              <a:t>Some rules in selecting groups:</a:t>
            </a:r>
          </a:p>
          <a:p>
            <a:pPr lvl="1"/>
            <a:r>
              <a:rPr lang="en-US" altLang="en-US" dirty="0"/>
              <a:t>Try to use as </a:t>
            </a:r>
            <a:r>
              <a:rPr lang="en-US" altLang="en-US" dirty="0">
                <a:solidFill>
                  <a:srgbClr val="FF0000"/>
                </a:solidFill>
              </a:rPr>
              <a:t>few groups </a:t>
            </a:r>
            <a:r>
              <a:rPr lang="en-US" altLang="en-US" dirty="0"/>
              <a:t>as possible to cover all “1”s.</a:t>
            </a:r>
          </a:p>
          <a:p>
            <a:pPr lvl="1"/>
            <a:r>
              <a:rPr lang="en-US" altLang="en-US" dirty="0"/>
              <a:t>For each group, try to make it </a:t>
            </a:r>
            <a:r>
              <a:rPr lang="en-US" altLang="en-US" dirty="0">
                <a:solidFill>
                  <a:srgbClr val="FF0000"/>
                </a:solidFill>
              </a:rPr>
              <a:t>as large as you can </a:t>
            </a:r>
            <a:r>
              <a:rPr lang="en-US" altLang="en-US" dirty="0"/>
              <a:t>(i.e., if you can use a 2x2, don’t use a 2x1 even if that is enough).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01D6CDF6-5283-4EB4-8749-4A5E7BEFF186}"/>
                  </a:ext>
                </a:extLst>
              </p14:cNvPr>
              <p14:cNvContentPartPr/>
              <p14:nvPr/>
            </p14:nvContentPartPr>
            <p14:xfrm>
              <a:off x="6451920" y="38160"/>
              <a:ext cx="1649520" cy="30276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01D6CDF6-5283-4EB4-8749-4A5E7BEFF18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442560" y="28800"/>
                <a:ext cx="1668240" cy="30463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Title 1">
            <a:extLst>
              <a:ext uri="{FF2B5EF4-FFF2-40B4-BE49-F238E27FC236}">
                <a16:creationId xmlns:a16="http://schemas.microsoft.com/office/drawing/2014/main" id="{755DAB0C-5289-4CE5-8043-AA75CB627AC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Two-Variable K-map</a:t>
            </a:r>
          </a:p>
        </p:txBody>
      </p:sp>
      <p:sp>
        <p:nvSpPr>
          <p:cNvPr id="41986" name="Rectangle 3">
            <a:extLst>
              <a:ext uri="{FF2B5EF4-FFF2-40B4-BE49-F238E27FC236}">
                <a16:creationId xmlns:a16="http://schemas.microsoft.com/office/drawing/2014/main" id="{AC29EA1C-F76E-43E7-99A7-0D3711590B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86475" y="3027363"/>
            <a:ext cx="1166813" cy="1139825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1987" name="Line 4">
            <a:extLst>
              <a:ext uri="{FF2B5EF4-FFF2-40B4-BE49-F238E27FC236}">
                <a16:creationId xmlns:a16="http://schemas.microsoft.com/office/drawing/2014/main" id="{A552D32A-C4EB-4CE6-A2CE-4BDEE9B88D1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086475" y="3597275"/>
            <a:ext cx="1166813" cy="1588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1988" name="Line 5">
            <a:extLst>
              <a:ext uri="{FF2B5EF4-FFF2-40B4-BE49-F238E27FC236}">
                <a16:creationId xmlns:a16="http://schemas.microsoft.com/office/drawing/2014/main" id="{7BDEAEB3-9FC3-4B83-BAB6-A8C2861A00E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656388" y="3027363"/>
            <a:ext cx="1587" cy="1139825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1989" name="Line 6">
            <a:extLst>
              <a:ext uri="{FF2B5EF4-FFF2-40B4-BE49-F238E27FC236}">
                <a16:creationId xmlns:a16="http://schemas.microsoft.com/office/drawing/2014/main" id="{8A3467D4-416A-4DB5-9EBB-2ABA562F9A00}"/>
              </a:ext>
            </a:extLst>
          </p:cNvPr>
          <p:cNvSpPr>
            <a:spLocks noChangeShapeType="1"/>
          </p:cNvSpPr>
          <p:nvPr/>
        </p:nvSpPr>
        <p:spPr bwMode="auto">
          <a:xfrm>
            <a:off x="5516563" y="2457450"/>
            <a:ext cx="569912" cy="569913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grpSp>
        <p:nvGrpSpPr>
          <p:cNvPr id="41990" name="Group 47">
            <a:extLst>
              <a:ext uri="{FF2B5EF4-FFF2-40B4-BE49-F238E27FC236}">
                <a16:creationId xmlns:a16="http://schemas.microsoft.com/office/drawing/2014/main" id="{B681B358-761C-4DC7-A088-78DD9B846635}"/>
              </a:ext>
            </a:extLst>
          </p:cNvPr>
          <p:cNvGrpSpPr>
            <a:grpSpLocks/>
          </p:cNvGrpSpPr>
          <p:nvPr/>
        </p:nvGrpSpPr>
        <p:grpSpPr bwMode="auto">
          <a:xfrm>
            <a:off x="5424488" y="2538413"/>
            <a:ext cx="279400" cy="387350"/>
            <a:chOff x="3339" y="1451"/>
            <a:chExt cx="176" cy="244"/>
          </a:xfrm>
        </p:grpSpPr>
        <p:sp>
          <p:nvSpPr>
            <p:cNvPr id="42031" name="Rectangle 9">
              <a:extLst>
                <a:ext uri="{FF2B5EF4-FFF2-40B4-BE49-F238E27FC236}">
                  <a16:creationId xmlns:a16="http://schemas.microsoft.com/office/drawing/2014/main" id="{0B95363B-CE89-43C7-A87F-5A1FD77A77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39" y="1451"/>
              <a:ext cx="105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x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2032" name="Rectangle 10">
              <a:extLst>
                <a:ext uri="{FF2B5EF4-FFF2-40B4-BE49-F238E27FC236}">
                  <a16:creationId xmlns:a16="http://schemas.microsoft.com/office/drawing/2014/main" id="{704CC655-5616-4542-9FE2-91E12E1EEC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3" y="1532"/>
              <a:ext cx="102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7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2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</p:grpSp>
      <p:sp>
        <p:nvSpPr>
          <p:cNvPr id="41991" name="Rectangle 11">
            <a:extLst>
              <a:ext uri="{FF2B5EF4-FFF2-40B4-BE49-F238E27FC236}">
                <a16:creationId xmlns:a16="http://schemas.microsoft.com/office/drawing/2014/main" id="{B54A8809-00AB-4781-8A41-152D731F37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52650" y="4635500"/>
            <a:ext cx="1662113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anose="020B0604020202020204" pitchFamily="34" charset="0"/>
                <a:ea typeface="MS PGothic" panose="020B0600070205080204" pitchFamily="34" charset="-128"/>
                <a:cs typeface="+mn-cs"/>
              </a:rPr>
              <a:t>(a) Truth table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1992" name="Rectangle 12">
            <a:extLst>
              <a:ext uri="{FF2B5EF4-FFF2-40B4-BE49-F238E27FC236}">
                <a16:creationId xmlns:a16="http://schemas.microsoft.com/office/drawing/2014/main" id="{41D88C3A-4347-44A0-9C87-B13CCB09E5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46700" y="4591050"/>
            <a:ext cx="20447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anose="020B0604020202020204" pitchFamily="34" charset="0"/>
                <a:ea typeface="MS PGothic" panose="020B0600070205080204" pitchFamily="34" charset="-128"/>
                <a:cs typeface="+mn-cs"/>
              </a:rPr>
              <a:t>(b) Karnaugh map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1993" name="Rectangle 13">
            <a:extLst>
              <a:ext uri="{FF2B5EF4-FFF2-40B4-BE49-F238E27FC236}">
                <a16:creationId xmlns:a16="http://schemas.microsoft.com/office/drawing/2014/main" id="{9D23A9D0-4072-462B-AEAB-3BC0F6F2E0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5013" y="3190875"/>
            <a:ext cx="18097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1994" name="Rectangle 14">
            <a:extLst>
              <a:ext uri="{FF2B5EF4-FFF2-40B4-BE49-F238E27FC236}">
                <a16:creationId xmlns:a16="http://schemas.microsoft.com/office/drawing/2014/main" id="{6F63C073-6377-4525-B80A-2A99C7FCF7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00725" y="3767138"/>
            <a:ext cx="18097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1995" name="Rectangle 15">
            <a:extLst>
              <a:ext uri="{FF2B5EF4-FFF2-40B4-BE49-F238E27FC236}">
                <a16:creationId xmlns:a16="http://schemas.microsoft.com/office/drawing/2014/main" id="{0E9811A7-01F5-4D98-9CFB-83B4C21CE0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23013" y="2709863"/>
            <a:ext cx="18097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1996" name="Rectangle 16">
            <a:extLst>
              <a:ext uri="{FF2B5EF4-FFF2-40B4-BE49-F238E27FC236}">
                <a16:creationId xmlns:a16="http://schemas.microsoft.com/office/drawing/2014/main" id="{1128C5F2-C60E-4C61-AFAD-21EC49D1AF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00863" y="2709863"/>
            <a:ext cx="18097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1997" name="Rectangle 17">
            <a:extLst>
              <a:ext uri="{FF2B5EF4-FFF2-40B4-BE49-F238E27FC236}">
                <a16:creationId xmlns:a16="http://schemas.microsoft.com/office/drawing/2014/main" id="{B2CDD0AF-E6CF-4B84-ABBF-3119F6E3F4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27763" y="3146425"/>
            <a:ext cx="234950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m </a:t>
            </a: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1998" name="Rectangle 18">
            <a:extLst>
              <a:ext uri="{FF2B5EF4-FFF2-40B4-BE49-F238E27FC236}">
                <a16:creationId xmlns:a16="http://schemas.microsoft.com/office/drawing/2014/main" id="{CAE89197-3197-4CBA-ACC3-DF6C2DD5A3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13500" y="3270250"/>
            <a:ext cx="142875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5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1999" name="Rectangle 19">
            <a:extLst>
              <a:ext uri="{FF2B5EF4-FFF2-40B4-BE49-F238E27FC236}">
                <a16:creationId xmlns:a16="http://schemas.microsoft.com/office/drawing/2014/main" id="{1F2BB9FD-A410-4120-B4A1-781A74916A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05613" y="3146425"/>
            <a:ext cx="234950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m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2000" name="Rectangle 20">
            <a:extLst>
              <a:ext uri="{FF2B5EF4-FFF2-40B4-BE49-F238E27FC236}">
                <a16:creationId xmlns:a16="http://schemas.microsoft.com/office/drawing/2014/main" id="{FF63C30B-E03A-4C53-98D1-ABC28A4444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89763" y="3270250"/>
            <a:ext cx="142875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5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2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2001" name="Rectangle 21">
            <a:extLst>
              <a:ext uri="{FF2B5EF4-FFF2-40B4-BE49-F238E27FC236}">
                <a16:creationId xmlns:a16="http://schemas.microsoft.com/office/drawing/2014/main" id="{A08AE352-1F20-4887-9F04-03F83371A7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05613" y="3722688"/>
            <a:ext cx="234950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m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2002" name="Rectangle 22">
            <a:extLst>
              <a:ext uri="{FF2B5EF4-FFF2-40B4-BE49-F238E27FC236}">
                <a16:creationId xmlns:a16="http://schemas.microsoft.com/office/drawing/2014/main" id="{D3EA24F5-4D65-459F-8F84-B5D049D234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89763" y="3844925"/>
            <a:ext cx="142875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5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3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2003" name="Rectangle 23">
            <a:extLst>
              <a:ext uri="{FF2B5EF4-FFF2-40B4-BE49-F238E27FC236}">
                <a16:creationId xmlns:a16="http://schemas.microsoft.com/office/drawing/2014/main" id="{2D98586D-C205-4905-A4F0-35D6382793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27763" y="3722688"/>
            <a:ext cx="234950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m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2004" name="Line 24">
            <a:extLst>
              <a:ext uri="{FF2B5EF4-FFF2-40B4-BE49-F238E27FC236}">
                <a16:creationId xmlns:a16="http://schemas.microsoft.com/office/drawing/2014/main" id="{75CADBBA-1F9F-489B-A3D4-D5E41CB8F93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259013" y="2732088"/>
            <a:ext cx="1328737" cy="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2005" name="Line 25">
            <a:extLst>
              <a:ext uri="{FF2B5EF4-FFF2-40B4-BE49-F238E27FC236}">
                <a16:creationId xmlns:a16="http://schemas.microsoft.com/office/drawing/2014/main" id="{1DC4C448-73A6-49A3-820C-EDC17A92006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017838" y="2286000"/>
            <a:ext cx="1587" cy="211455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2006" name="Rectangle 26">
            <a:extLst>
              <a:ext uri="{FF2B5EF4-FFF2-40B4-BE49-F238E27FC236}">
                <a16:creationId xmlns:a16="http://schemas.microsoft.com/office/drawing/2014/main" id="{066845A5-92A4-4C2E-A384-89F325513C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13500" y="3844925"/>
            <a:ext cx="142875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5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2007" name="Rectangle 27">
            <a:extLst>
              <a:ext uri="{FF2B5EF4-FFF2-40B4-BE49-F238E27FC236}">
                <a16:creationId xmlns:a16="http://schemas.microsoft.com/office/drawing/2014/main" id="{457BD5F4-7D70-4744-9227-9A0184419A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79650" y="2305050"/>
            <a:ext cx="166688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x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2008" name="Rectangle 28">
            <a:extLst>
              <a:ext uri="{FF2B5EF4-FFF2-40B4-BE49-F238E27FC236}">
                <a16:creationId xmlns:a16="http://schemas.microsoft.com/office/drawing/2014/main" id="{0C650837-A986-4627-9A60-EDA36B17FD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98713" y="2432050"/>
            <a:ext cx="161925" cy="258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7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2009" name="Rectangle 29">
            <a:extLst>
              <a:ext uri="{FF2B5EF4-FFF2-40B4-BE49-F238E27FC236}">
                <a16:creationId xmlns:a16="http://schemas.microsoft.com/office/drawing/2014/main" id="{ACE2F35A-7288-4B4C-BA98-5753A2FCBD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38425" y="2305050"/>
            <a:ext cx="166688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x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2010" name="Rectangle 30">
            <a:extLst>
              <a:ext uri="{FF2B5EF4-FFF2-40B4-BE49-F238E27FC236}">
                <a16:creationId xmlns:a16="http://schemas.microsoft.com/office/drawing/2014/main" id="{E6E56DB6-83A8-40A9-892E-AF6AF337FB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55900" y="2432050"/>
            <a:ext cx="161925" cy="258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7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2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2011" name="Rectangle 31">
            <a:extLst>
              <a:ext uri="{FF2B5EF4-FFF2-40B4-BE49-F238E27FC236}">
                <a16:creationId xmlns:a16="http://schemas.microsoft.com/office/drawing/2014/main" id="{F16C07D7-2E8A-4067-A59B-8DCC1402CB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27275" y="2811463"/>
            <a:ext cx="18097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2012" name="Rectangle 32">
            <a:extLst>
              <a:ext uri="{FF2B5EF4-FFF2-40B4-BE49-F238E27FC236}">
                <a16:creationId xmlns:a16="http://schemas.microsoft.com/office/drawing/2014/main" id="{43785A4F-08D9-4077-81AC-7C87D10B92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89225" y="2811463"/>
            <a:ext cx="18097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2013" name="Rectangle 33">
            <a:extLst>
              <a:ext uri="{FF2B5EF4-FFF2-40B4-BE49-F238E27FC236}">
                <a16:creationId xmlns:a16="http://schemas.microsoft.com/office/drawing/2014/main" id="{07FF72C6-6381-4609-81D5-DD544EF3B1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27275" y="3195638"/>
            <a:ext cx="18097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2014" name="Rectangle 34">
            <a:extLst>
              <a:ext uri="{FF2B5EF4-FFF2-40B4-BE49-F238E27FC236}">
                <a16:creationId xmlns:a16="http://schemas.microsoft.com/office/drawing/2014/main" id="{C986D24E-14A8-496E-A320-1B01700E11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89225" y="3195638"/>
            <a:ext cx="18097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2015" name="Rectangle 35">
            <a:extLst>
              <a:ext uri="{FF2B5EF4-FFF2-40B4-BE49-F238E27FC236}">
                <a16:creationId xmlns:a16="http://schemas.microsoft.com/office/drawing/2014/main" id="{121D3005-C0B5-432D-A14B-181CF5754E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27275" y="3581400"/>
            <a:ext cx="18097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2016" name="Rectangle 36">
            <a:extLst>
              <a:ext uri="{FF2B5EF4-FFF2-40B4-BE49-F238E27FC236}">
                <a16:creationId xmlns:a16="http://schemas.microsoft.com/office/drawing/2014/main" id="{C78D27E8-952A-401B-A781-6B9F4AB6C3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89225" y="3581400"/>
            <a:ext cx="18097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2017" name="Rectangle 37">
            <a:extLst>
              <a:ext uri="{FF2B5EF4-FFF2-40B4-BE49-F238E27FC236}">
                <a16:creationId xmlns:a16="http://schemas.microsoft.com/office/drawing/2014/main" id="{83494E4B-03F0-4CA8-BC47-2E74F24F8F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27275" y="3963988"/>
            <a:ext cx="18097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2018" name="Rectangle 38">
            <a:extLst>
              <a:ext uri="{FF2B5EF4-FFF2-40B4-BE49-F238E27FC236}">
                <a16:creationId xmlns:a16="http://schemas.microsoft.com/office/drawing/2014/main" id="{975CA4DB-0616-4207-8FF5-71BBCA9F0F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89225" y="3963988"/>
            <a:ext cx="18097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2019" name="Rectangle 39">
            <a:extLst>
              <a:ext uri="{FF2B5EF4-FFF2-40B4-BE49-F238E27FC236}">
                <a16:creationId xmlns:a16="http://schemas.microsoft.com/office/drawing/2014/main" id="{10A1C948-4A9A-4C2F-AD31-A7C89A6EDC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8338" y="2808288"/>
            <a:ext cx="234950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m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2020" name="Rectangle 40">
            <a:extLst>
              <a:ext uri="{FF2B5EF4-FFF2-40B4-BE49-F238E27FC236}">
                <a16:creationId xmlns:a16="http://schemas.microsoft.com/office/drawing/2014/main" id="{634B2038-CEB5-4083-8057-ECE54F2430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94075" y="2930525"/>
            <a:ext cx="142875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5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2021" name="Rectangle 41">
            <a:extLst>
              <a:ext uri="{FF2B5EF4-FFF2-40B4-BE49-F238E27FC236}">
                <a16:creationId xmlns:a16="http://schemas.microsoft.com/office/drawing/2014/main" id="{69432762-BEDD-4A8A-B692-C6F9692176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8338" y="3190875"/>
            <a:ext cx="234950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m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2022" name="Rectangle 42">
            <a:extLst>
              <a:ext uri="{FF2B5EF4-FFF2-40B4-BE49-F238E27FC236}">
                <a16:creationId xmlns:a16="http://schemas.microsoft.com/office/drawing/2014/main" id="{95B7C8AD-0840-468B-A2B6-702466AED4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94075" y="3314700"/>
            <a:ext cx="142875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5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2023" name="Rectangle 43">
            <a:extLst>
              <a:ext uri="{FF2B5EF4-FFF2-40B4-BE49-F238E27FC236}">
                <a16:creationId xmlns:a16="http://schemas.microsoft.com/office/drawing/2014/main" id="{BD816726-C49E-483A-B6B5-8F9B141D14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8338" y="3960813"/>
            <a:ext cx="234950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m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2024" name="Rectangle 44">
            <a:extLst>
              <a:ext uri="{FF2B5EF4-FFF2-40B4-BE49-F238E27FC236}">
                <a16:creationId xmlns:a16="http://schemas.microsoft.com/office/drawing/2014/main" id="{4D57E4CF-CB6E-4204-B41E-ED6CAE2716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94075" y="4083050"/>
            <a:ext cx="142875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5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3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2025" name="Rectangle 45">
            <a:extLst>
              <a:ext uri="{FF2B5EF4-FFF2-40B4-BE49-F238E27FC236}">
                <a16:creationId xmlns:a16="http://schemas.microsoft.com/office/drawing/2014/main" id="{FDD22E85-3F79-44DA-A4F5-C4B9E1665C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8338" y="3575050"/>
            <a:ext cx="234950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m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2026" name="Rectangle 46">
            <a:extLst>
              <a:ext uri="{FF2B5EF4-FFF2-40B4-BE49-F238E27FC236}">
                <a16:creationId xmlns:a16="http://schemas.microsoft.com/office/drawing/2014/main" id="{9AAC2EA3-54CD-4058-8454-98EB7123CD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94075" y="3698875"/>
            <a:ext cx="142875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5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2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grpSp>
        <p:nvGrpSpPr>
          <p:cNvPr id="42027" name="Group 48">
            <a:extLst>
              <a:ext uri="{FF2B5EF4-FFF2-40B4-BE49-F238E27FC236}">
                <a16:creationId xmlns:a16="http://schemas.microsoft.com/office/drawing/2014/main" id="{62852465-639D-47E4-829A-4056FF730D59}"/>
              </a:ext>
            </a:extLst>
          </p:cNvPr>
          <p:cNvGrpSpPr>
            <a:grpSpLocks/>
          </p:cNvGrpSpPr>
          <p:nvPr/>
        </p:nvGrpSpPr>
        <p:grpSpPr bwMode="auto">
          <a:xfrm>
            <a:off x="5864225" y="2362200"/>
            <a:ext cx="279400" cy="387350"/>
            <a:chOff x="3339" y="1451"/>
            <a:chExt cx="176" cy="244"/>
          </a:xfrm>
        </p:grpSpPr>
        <p:sp>
          <p:nvSpPr>
            <p:cNvPr id="42029" name="Rectangle 49">
              <a:extLst>
                <a:ext uri="{FF2B5EF4-FFF2-40B4-BE49-F238E27FC236}">
                  <a16:creationId xmlns:a16="http://schemas.microsoft.com/office/drawing/2014/main" id="{5AD17DCB-29D2-40EB-993F-6E2FA30FA6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39" y="1451"/>
              <a:ext cx="105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x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2030" name="Rectangle 50">
              <a:extLst>
                <a:ext uri="{FF2B5EF4-FFF2-40B4-BE49-F238E27FC236}">
                  <a16:creationId xmlns:a16="http://schemas.microsoft.com/office/drawing/2014/main" id="{FA5B8974-0902-49F3-98B8-A3211E85BA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3" y="1532"/>
              <a:ext cx="102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7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1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</p:grpSp>
      <p:sp>
        <p:nvSpPr>
          <p:cNvPr id="42028" name="TextBox 125">
            <a:extLst>
              <a:ext uri="{FF2B5EF4-FFF2-40B4-BE49-F238E27FC236}">
                <a16:creationId xmlns:a16="http://schemas.microsoft.com/office/drawing/2014/main" id="{C99938CF-0E6A-4A92-9496-AB91ED66B6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56388" y="6477000"/>
            <a:ext cx="25527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[ Figure 2.49 from the textbook ]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Title 1">
            <a:extLst>
              <a:ext uri="{FF2B5EF4-FFF2-40B4-BE49-F238E27FC236}">
                <a16:creationId xmlns:a16="http://schemas.microsoft.com/office/drawing/2014/main" id="{ABB284AF-FD2D-402E-8FA0-58223423C0C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76200"/>
            <a:ext cx="9144000" cy="295275"/>
          </a:xfrm>
        </p:spPr>
        <p:txBody>
          <a:bodyPr/>
          <a:lstStyle/>
          <a:p>
            <a:r>
              <a:rPr lang="en-US" altLang="en-US" sz="3400" dirty="0"/>
              <a:t>Step-By-Step Example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491682E6-A4C9-4039-9437-82FAC58D03A6}"/>
              </a:ext>
            </a:extLst>
          </p:cNvPr>
          <p:cNvGrpSpPr/>
          <p:nvPr/>
        </p:nvGrpSpPr>
        <p:grpSpPr>
          <a:xfrm>
            <a:off x="1359686" y="1219200"/>
            <a:ext cx="1328737" cy="2114550"/>
            <a:chOff x="457200" y="1219200"/>
            <a:chExt cx="1328737" cy="2114550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758560B3-E6B0-4A8B-961B-289DABB9221A}"/>
                </a:ext>
              </a:extLst>
            </p:cNvPr>
            <p:cNvGrpSpPr/>
            <p:nvPr/>
          </p:nvGrpSpPr>
          <p:grpSpPr>
            <a:xfrm>
              <a:off x="457200" y="1219200"/>
              <a:ext cx="1328737" cy="2114550"/>
              <a:chOff x="3963988" y="2576513"/>
              <a:chExt cx="1328737" cy="2114550"/>
            </a:xfrm>
          </p:grpSpPr>
          <p:sp>
            <p:nvSpPr>
              <p:cNvPr id="43010" name="Line 24">
                <a:extLst>
                  <a:ext uri="{FF2B5EF4-FFF2-40B4-BE49-F238E27FC236}">
                    <a16:creationId xmlns:a16="http://schemas.microsoft.com/office/drawing/2014/main" id="{F2298062-E42F-4D8D-BE7E-70643A7A317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963988" y="3024188"/>
                <a:ext cx="1328737" cy="0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43011" name="Line 25">
                <a:extLst>
                  <a:ext uri="{FF2B5EF4-FFF2-40B4-BE49-F238E27FC236}">
                    <a16:creationId xmlns:a16="http://schemas.microsoft.com/office/drawing/2014/main" id="{CBB6DCEE-331F-4376-BEB7-97768C31B2B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722813" y="2576513"/>
                <a:ext cx="1587" cy="2114550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43012" name="Rectangle 27">
                <a:extLst>
                  <a:ext uri="{FF2B5EF4-FFF2-40B4-BE49-F238E27FC236}">
                    <a16:creationId xmlns:a16="http://schemas.microsoft.com/office/drawing/2014/main" id="{3678AA5A-DEF6-4BDE-88F6-96FA859404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84625" y="2595563"/>
                <a:ext cx="166688" cy="2889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9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-Roman" charset="0"/>
                    <a:ea typeface="MS PGothic" panose="020B0600070205080204" pitchFamily="34" charset="-128"/>
                    <a:cs typeface="+mn-cs"/>
                  </a:rPr>
                  <a:t>x </a:t>
                </a: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43013" name="Rectangle 28">
                <a:extLst>
                  <a:ext uri="{FF2B5EF4-FFF2-40B4-BE49-F238E27FC236}">
                    <a16:creationId xmlns:a16="http://schemas.microsoft.com/office/drawing/2014/main" id="{EA7BEB24-FFFA-4D67-8457-5CC58844DD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03688" y="2722563"/>
                <a:ext cx="161925" cy="2603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7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-Roman" charset="0"/>
                    <a:ea typeface="MS PGothic" panose="020B0600070205080204" pitchFamily="34" charset="-128"/>
                    <a:cs typeface="+mn-cs"/>
                  </a:rPr>
                  <a:t>1 </a:t>
                </a: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43014" name="Rectangle 29">
                <a:extLst>
                  <a:ext uri="{FF2B5EF4-FFF2-40B4-BE49-F238E27FC236}">
                    <a16:creationId xmlns:a16="http://schemas.microsoft.com/office/drawing/2014/main" id="{63A37437-3C1D-4B56-8662-5DED619979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43400" y="2595563"/>
                <a:ext cx="166688" cy="2889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9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-Roman" charset="0"/>
                    <a:ea typeface="MS PGothic" panose="020B0600070205080204" pitchFamily="34" charset="-128"/>
                    <a:cs typeface="+mn-cs"/>
                  </a:rPr>
                  <a:t>x </a:t>
                </a: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43015" name="Rectangle 30">
                <a:extLst>
                  <a:ext uri="{FF2B5EF4-FFF2-40B4-BE49-F238E27FC236}">
                    <a16:creationId xmlns:a16="http://schemas.microsoft.com/office/drawing/2014/main" id="{24A06A1C-9AA8-4484-9EBB-FCDF63D116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60875" y="2722563"/>
                <a:ext cx="161925" cy="2603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7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-Roman" charset="0"/>
                    <a:ea typeface="MS PGothic" panose="020B0600070205080204" pitchFamily="34" charset="-128"/>
                    <a:cs typeface="+mn-cs"/>
                  </a:rPr>
                  <a:t>2 </a:t>
                </a: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43016" name="Rectangle 31">
                <a:extLst>
                  <a:ext uri="{FF2B5EF4-FFF2-40B4-BE49-F238E27FC236}">
                    <a16:creationId xmlns:a16="http://schemas.microsoft.com/office/drawing/2014/main" id="{A0A73DF2-D4EE-4FBC-8129-69E2B0BBF8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32250" y="3103563"/>
                <a:ext cx="180975" cy="2889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9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-Roman" charset="0"/>
                    <a:ea typeface="MS PGothic" panose="020B0600070205080204" pitchFamily="34" charset="-128"/>
                    <a:cs typeface="+mn-cs"/>
                  </a:rPr>
                  <a:t>0 </a:t>
                </a: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43017" name="Rectangle 32">
                <a:extLst>
                  <a:ext uri="{FF2B5EF4-FFF2-40B4-BE49-F238E27FC236}">
                    <a16:creationId xmlns:a16="http://schemas.microsoft.com/office/drawing/2014/main" id="{72D70845-A162-4931-96F5-6925CF32BC6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94200" y="3103563"/>
                <a:ext cx="180975" cy="2889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9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-Roman" charset="0"/>
                    <a:ea typeface="MS PGothic" panose="020B0600070205080204" pitchFamily="34" charset="-128"/>
                    <a:cs typeface="+mn-cs"/>
                  </a:rPr>
                  <a:t>0 </a:t>
                </a: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43018" name="Rectangle 33">
                <a:extLst>
                  <a:ext uri="{FF2B5EF4-FFF2-40B4-BE49-F238E27FC236}">
                    <a16:creationId xmlns:a16="http://schemas.microsoft.com/office/drawing/2014/main" id="{001CEFB9-9F3A-4C0F-97AD-0C6ACB13405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32250" y="3487738"/>
                <a:ext cx="180975" cy="2889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9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-Roman" charset="0"/>
                    <a:ea typeface="MS PGothic" panose="020B0600070205080204" pitchFamily="34" charset="-128"/>
                    <a:cs typeface="+mn-cs"/>
                  </a:rPr>
                  <a:t>0 </a:t>
                </a: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43019" name="Rectangle 34">
                <a:extLst>
                  <a:ext uri="{FF2B5EF4-FFF2-40B4-BE49-F238E27FC236}">
                    <a16:creationId xmlns:a16="http://schemas.microsoft.com/office/drawing/2014/main" id="{369ABCB3-2E4B-4106-8880-2BEAFB0C6A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94200" y="3487738"/>
                <a:ext cx="180975" cy="2889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9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-Roman" charset="0"/>
                    <a:ea typeface="MS PGothic" panose="020B0600070205080204" pitchFamily="34" charset="-128"/>
                    <a:cs typeface="+mn-cs"/>
                  </a:rPr>
                  <a:t>1 </a:t>
                </a: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43020" name="Rectangle 35">
                <a:extLst>
                  <a:ext uri="{FF2B5EF4-FFF2-40B4-BE49-F238E27FC236}">
                    <a16:creationId xmlns:a16="http://schemas.microsoft.com/office/drawing/2014/main" id="{0887C753-E6BC-4A1B-A226-373D97D5C5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32250" y="3871913"/>
                <a:ext cx="180975" cy="2889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9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-Roman" charset="0"/>
                    <a:ea typeface="MS PGothic" panose="020B0600070205080204" pitchFamily="34" charset="-128"/>
                    <a:cs typeface="+mn-cs"/>
                  </a:rPr>
                  <a:t>1 </a:t>
                </a: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43021" name="Rectangle 36">
                <a:extLst>
                  <a:ext uri="{FF2B5EF4-FFF2-40B4-BE49-F238E27FC236}">
                    <a16:creationId xmlns:a16="http://schemas.microsoft.com/office/drawing/2014/main" id="{C49BBD1F-3D44-4F21-8C5E-009F78DD576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94200" y="3871913"/>
                <a:ext cx="180975" cy="2889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9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-Roman" charset="0"/>
                    <a:ea typeface="MS PGothic" panose="020B0600070205080204" pitchFamily="34" charset="-128"/>
                    <a:cs typeface="+mn-cs"/>
                  </a:rPr>
                  <a:t>0 </a:t>
                </a: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43022" name="Rectangle 37">
                <a:extLst>
                  <a:ext uri="{FF2B5EF4-FFF2-40B4-BE49-F238E27FC236}">
                    <a16:creationId xmlns:a16="http://schemas.microsoft.com/office/drawing/2014/main" id="{DDE868DF-DBB7-4BA6-91DC-1296C0721E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32250" y="4256088"/>
                <a:ext cx="180975" cy="2889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9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-Roman" charset="0"/>
                    <a:ea typeface="MS PGothic" panose="020B0600070205080204" pitchFamily="34" charset="-128"/>
                    <a:cs typeface="+mn-cs"/>
                  </a:rPr>
                  <a:t>1 </a:t>
                </a: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43023" name="Rectangle 38">
                <a:extLst>
                  <a:ext uri="{FF2B5EF4-FFF2-40B4-BE49-F238E27FC236}">
                    <a16:creationId xmlns:a16="http://schemas.microsoft.com/office/drawing/2014/main" id="{3EAF1277-F712-43F0-B20E-D560CE8137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94200" y="4256088"/>
                <a:ext cx="180975" cy="2889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9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-Roman" charset="0"/>
                    <a:ea typeface="MS PGothic" panose="020B0600070205080204" pitchFamily="34" charset="-128"/>
                    <a:cs typeface="+mn-cs"/>
                  </a:rPr>
                  <a:t>1 </a:t>
                </a: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43024" name="Rectangle 39">
                <a:extLst>
                  <a:ext uri="{FF2B5EF4-FFF2-40B4-BE49-F238E27FC236}">
                    <a16:creationId xmlns:a16="http://schemas.microsoft.com/office/drawing/2014/main" id="{2DC9A40A-E4BE-489B-95DB-CE03617AC1B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13313" y="3100388"/>
                <a:ext cx="203200" cy="2921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9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-Roman" charset="0"/>
                    <a:ea typeface="MS PGothic" panose="020B0600070205080204" pitchFamily="34" charset="-128"/>
                    <a:cs typeface="+mn-cs"/>
                  </a:rPr>
                  <a:t>1 </a:t>
                </a: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43025" name="Rectangle 41">
                <a:extLst>
                  <a:ext uri="{FF2B5EF4-FFF2-40B4-BE49-F238E27FC236}">
                    <a16:creationId xmlns:a16="http://schemas.microsoft.com/office/drawing/2014/main" id="{1FE6FD38-E6B1-47E9-827F-F9848EC0E2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13313" y="3481388"/>
                <a:ext cx="203200" cy="2936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9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-Roman" charset="0"/>
                    <a:ea typeface="MS PGothic" panose="020B0600070205080204" pitchFamily="34" charset="-128"/>
                    <a:cs typeface="+mn-cs"/>
                  </a:rPr>
                  <a:t>1 </a:t>
                </a: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43026" name="Rectangle 43">
                <a:extLst>
                  <a:ext uri="{FF2B5EF4-FFF2-40B4-BE49-F238E27FC236}">
                    <a16:creationId xmlns:a16="http://schemas.microsoft.com/office/drawing/2014/main" id="{8009F02D-5286-4F4C-9494-F40841F84DA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13313" y="4252913"/>
                <a:ext cx="203200" cy="2921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9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-Roman" charset="0"/>
                    <a:ea typeface="MS PGothic" panose="020B0600070205080204" pitchFamily="34" charset="-128"/>
                    <a:cs typeface="+mn-cs"/>
                  </a:rPr>
                  <a:t>1 </a:t>
                </a: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43027" name="Rectangle 45">
                <a:extLst>
                  <a:ext uri="{FF2B5EF4-FFF2-40B4-BE49-F238E27FC236}">
                    <a16:creationId xmlns:a16="http://schemas.microsoft.com/office/drawing/2014/main" id="{0E0F2FDA-1316-4EF6-9F0F-6D04BC30B74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13313" y="3865563"/>
                <a:ext cx="203200" cy="2936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9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-Roman" charset="0"/>
                    <a:ea typeface="MS PGothic" panose="020B0600070205080204" pitchFamily="34" charset="-128"/>
                    <a:cs typeface="+mn-cs"/>
                  </a:rPr>
                  <a:t>0 </a:t>
                </a: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22" name="Rectangle 27">
              <a:extLst>
                <a:ext uri="{FF2B5EF4-FFF2-40B4-BE49-F238E27FC236}">
                  <a16:creationId xmlns:a16="http://schemas.microsoft.com/office/drawing/2014/main" id="{A0B14E65-2EAF-457E-AD48-A11AE77DF3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06524" y="1287462"/>
              <a:ext cx="142668" cy="2923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f </a:t>
              </a: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</p:grpSp>
      <p:sp>
        <p:nvSpPr>
          <p:cNvPr id="4" name="Rectangle 3">
            <a:extLst>
              <a:ext uri="{FF2B5EF4-FFF2-40B4-BE49-F238E27FC236}">
                <a16:creationId xmlns:a16="http://schemas.microsoft.com/office/drawing/2014/main" id="{2E2108BD-54D6-45D4-9F01-7C83F1E7EB88}"/>
              </a:ext>
            </a:extLst>
          </p:cNvPr>
          <p:cNvSpPr/>
          <p:nvPr/>
        </p:nvSpPr>
        <p:spPr>
          <a:xfrm>
            <a:off x="3340886" y="716862"/>
            <a:ext cx="236718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1. Draw The Map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A2E6B36-43C3-4504-A893-8FB53DDCE6AF}"/>
              </a:ext>
            </a:extLst>
          </p:cNvPr>
          <p:cNvSpPr/>
          <p:nvPr/>
        </p:nvSpPr>
        <p:spPr>
          <a:xfrm>
            <a:off x="3397741" y="1915221"/>
            <a:ext cx="210910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2. Fill The Map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F5F91E2-08B3-4F18-9D04-E84E53C40330}"/>
              </a:ext>
            </a:extLst>
          </p:cNvPr>
          <p:cNvSpPr/>
          <p:nvPr/>
        </p:nvSpPr>
        <p:spPr>
          <a:xfrm>
            <a:off x="3462571" y="3400600"/>
            <a:ext cx="167225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3. Grouping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BDB7A32-1FD9-414D-8EA5-3FA6A8A9D56D}"/>
              </a:ext>
            </a:extLst>
          </p:cNvPr>
          <p:cNvSpPr/>
          <p:nvPr/>
        </p:nvSpPr>
        <p:spPr>
          <a:xfrm>
            <a:off x="3462571" y="4250282"/>
            <a:ext cx="316682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4. Write The Expression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771A32D5-F3A7-4195-95C3-6156861D23D0}"/>
                  </a:ext>
                </a:extLst>
              </p14:cNvPr>
              <p14:cNvContentPartPr/>
              <p14:nvPr/>
            </p14:nvContentPartPr>
            <p14:xfrm>
              <a:off x="2506320" y="303840"/>
              <a:ext cx="5735520" cy="402408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771A32D5-F3A7-4195-95C3-6156861D23D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496960" y="294480"/>
                <a:ext cx="5754240" cy="40428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Title 1">
            <a:extLst>
              <a:ext uri="{FF2B5EF4-FFF2-40B4-BE49-F238E27FC236}">
                <a16:creationId xmlns:a16="http://schemas.microsoft.com/office/drawing/2014/main" id="{ABB284AF-FD2D-402E-8FA0-58223423C0C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76200"/>
            <a:ext cx="9144000" cy="295275"/>
          </a:xfrm>
        </p:spPr>
        <p:txBody>
          <a:bodyPr/>
          <a:lstStyle/>
          <a:p>
            <a:r>
              <a:rPr lang="en-US" altLang="en-US" sz="3400" dirty="0"/>
              <a:t>Step-By-Step Example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491682E6-A4C9-4039-9437-82FAC58D03A6}"/>
              </a:ext>
            </a:extLst>
          </p:cNvPr>
          <p:cNvGrpSpPr/>
          <p:nvPr/>
        </p:nvGrpSpPr>
        <p:grpSpPr>
          <a:xfrm>
            <a:off x="457200" y="1219200"/>
            <a:ext cx="1328737" cy="2114550"/>
            <a:chOff x="457200" y="1219200"/>
            <a:chExt cx="1328737" cy="2114550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758560B3-E6B0-4A8B-961B-289DABB9221A}"/>
                </a:ext>
              </a:extLst>
            </p:cNvPr>
            <p:cNvGrpSpPr/>
            <p:nvPr/>
          </p:nvGrpSpPr>
          <p:grpSpPr>
            <a:xfrm>
              <a:off x="457200" y="1219200"/>
              <a:ext cx="1328737" cy="2114550"/>
              <a:chOff x="3963988" y="2576513"/>
              <a:chExt cx="1328737" cy="2114550"/>
            </a:xfrm>
          </p:grpSpPr>
          <p:sp>
            <p:nvSpPr>
              <p:cNvPr id="43010" name="Line 24">
                <a:extLst>
                  <a:ext uri="{FF2B5EF4-FFF2-40B4-BE49-F238E27FC236}">
                    <a16:creationId xmlns:a16="http://schemas.microsoft.com/office/drawing/2014/main" id="{F2298062-E42F-4D8D-BE7E-70643A7A317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963988" y="3024188"/>
                <a:ext cx="1328737" cy="0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43011" name="Line 25">
                <a:extLst>
                  <a:ext uri="{FF2B5EF4-FFF2-40B4-BE49-F238E27FC236}">
                    <a16:creationId xmlns:a16="http://schemas.microsoft.com/office/drawing/2014/main" id="{CBB6DCEE-331F-4376-BEB7-97768C31B2B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722813" y="2576513"/>
                <a:ext cx="1587" cy="2114550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43012" name="Rectangle 27">
                <a:extLst>
                  <a:ext uri="{FF2B5EF4-FFF2-40B4-BE49-F238E27FC236}">
                    <a16:creationId xmlns:a16="http://schemas.microsoft.com/office/drawing/2014/main" id="{3678AA5A-DEF6-4BDE-88F6-96FA859404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84625" y="2595563"/>
                <a:ext cx="166688" cy="2889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9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-Roman" charset="0"/>
                    <a:ea typeface="MS PGothic" panose="020B0600070205080204" pitchFamily="34" charset="-128"/>
                    <a:cs typeface="+mn-cs"/>
                  </a:rPr>
                  <a:t>x </a:t>
                </a: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43013" name="Rectangle 28">
                <a:extLst>
                  <a:ext uri="{FF2B5EF4-FFF2-40B4-BE49-F238E27FC236}">
                    <a16:creationId xmlns:a16="http://schemas.microsoft.com/office/drawing/2014/main" id="{EA7BEB24-FFFA-4D67-8457-5CC58844DD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03688" y="2722563"/>
                <a:ext cx="161925" cy="2603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7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-Roman" charset="0"/>
                    <a:ea typeface="MS PGothic" panose="020B0600070205080204" pitchFamily="34" charset="-128"/>
                    <a:cs typeface="+mn-cs"/>
                  </a:rPr>
                  <a:t>1 </a:t>
                </a: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43014" name="Rectangle 29">
                <a:extLst>
                  <a:ext uri="{FF2B5EF4-FFF2-40B4-BE49-F238E27FC236}">
                    <a16:creationId xmlns:a16="http://schemas.microsoft.com/office/drawing/2014/main" id="{63A37437-3C1D-4B56-8662-5DED619979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43400" y="2595563"/>
                <a:ext cx="166688" cy="2889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9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-Roman" charset="0"/>
                    <a:ea typeface="MS PGothic" panose="020B0600070205080204" pitchFamily="34" charset="-128"/>
                    <a:cs typeface="+mn-cs"/>
                  </a:rPr>
                  <a:t>x </a:t>
                </a: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43015" name="Rectangle 30">
                <a:extLst>
                  <a:ext uri="{FF2B5EF4-FFF2-40B4-BE49-F238E27FC236}">
                    <a16:creationId xmlns:a16="http://schemas.microsoft.com/office/drawing/2014/main" id="{24A06A1C-9AA8-4484-9EBB-FCDF63D116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60875" y="2722563"/>
                <a:ext cx="161925" cy="2603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7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-Roman" charset="0"/>
                    <a:ea typeface="MS PGothic" panose="020B0600070205080204" pitchFamily="34" charset="-128"/>
                    <a:cs typeface="+mn-cs"/>
                  </a:rPr>
                  <a:t>2 </a:t>
                </a: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43016" name="Rectangle 31">
                <a:extLst>
                  <a:ext uri="{FF2B5EF4-FFF2-40B4-BE49-F238E27FC236}">
                    <a16:creationId xmlns:a16="http://schemas.microsoft.com/office/drawing/2014/main" id="{A0A73DF2-D4EE-4FBC-8129-69E2B0BBF8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32250" y="3103563"/>
                <a:ext cx="180975" cy="2889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9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-Roman" charset="0"/>
                    <a:ea typeface="MS PGothic" panose="020B0600070205080204" pitchFamily="34" charset="-128"/>
                    <a:cs typeface="+mn-cs"/>
                  </a:rPr>
                  <a:t>0 </a:t>
                </a: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43017" name="Rectangle 32">
                <a:extLst>
                  <a:ext uri="{FF2B5EF4-FFF2-40B4-BE49-F238E27FC236}">
                    <a16:creationId xmlns:a16="http://schemas.microsoft.com/office/drawing/2014/main" id="{72D70845-A162-4931-96F5-6925CF32BC6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94200" y="3103563"/>
                <a:ext cx="180975" cy="2889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9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-Roman" charset="0"/>
                    <a:ea typeface="MS PGothic" panose="020B0600070205080204" pitchFamily="34" charset="-128"/>
                    <a:cs typeface="+mn-cs"/>
                  </a:rPr>
                  <a:t>0 </a:t>
                </a: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43018" name="Rectangle 33">
                <a:extLst>
                  <a:ext uri="{FF2B5EF4-FFF2-40B4-BE49-F238E27FC236}">
                    <a16:creationId xmlns:a16="http://schemas.microsoft.com/office/drawing/2014/main" id="{001CEFB9-9F3A-4C0F-97AD-0C6ACB13405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32250" y="3487738"/>
                <a:ext cx="180975" cy="2889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9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-Roman" charset="0"/>
                    <a:ea typeface="MS PGothic" panose="020B0600070205080204" pitchFamily="34" charset="-128"/>
                    <a:cs typeface="+mn-cs"/>
                  </a:rPr>
                  <a:t>0 </a:t>
                </a: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43019" name="Rectangle 34">
                <a:extLst>
                  <a:ext uri="{FF2B5EF4-FFF2-40B4-BE49-F238E27FC236}">
                    <a16:creationId xmlns:a16="http://schemas.microsoft.com/office/drawing/2014/main" id="{369ABCB3-2E4B-4106-8880-2BEAFB0C6A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94200" y="3487738"/>
                <a:ext cx="180975" cy="2889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9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-Roman" charset="0"/>
                    <a:ea typeface="MS PGothic" panose="020B0600070205080204" pitchFamily="34" charset="-128"/>
                    <a:cs typeface="+mn-cs"/>
                  </a:rPr>
                  <a:t>1 </a:t>
                </a: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43020" name="Rectangle 35">
                <a:extLst>
                  <a:ext uri="{FF2B5EF4-FFF2-40B4-BE49-F238E27FC236}">
                    <a16:creationId xmlns:a16="http://schemas.microsoft.com/office/drawing/2014/main" id="{0887C753-E6BC-4A1B-A226-373D97D5C5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32250" y="3871913"/>
                <a:ext cx="180975" cy="2889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9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-Roman" charset="0"/>
                    <a:ea typeface="MS PGothic" panose="020B0600070205080204" pitchFamily="34" charset="-128"/>
                    <a:cs typeface="+mn-cs"/>
                  </a:rPr>
                  <a:t>1 </a:t>
                </a: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43021" name="Rectangle 36">
                <a:extLst>
                  <a:ext uri="{FF2B5EF4-FFF2-40B4-BE49-F238E27FC236}">
                    <a16:creationId xmlns:a16="http://schemas.microsoft.com/office/drawing/2014/main" id="{C49BBD1F-3D44-4F21-8C5E-009F78DD576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94200" y="3871913"/>
                <a:ext cx="180975" cy="2889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9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-Roman" charset="0"/>
                    <a:ea typeface="MS PGothic" panose="020B0600070205080204" pitchFamily="34" charset="-128"/>
                    <a:cs typeface="+mn-cs"/>
                  </a:rPr>
                  <a:t>0 </a:t>
                </a: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43022" name="Rectangle 37">
                <a:extLst>
                  <a:ext uri="{FF2B5EF4-FFF2-40B4-BE49-F238E27FC236}">
                    <a16:creationId xmlns:a16="http://schemas.microsoft.com/office/drawing/2014/main" id="{DDE868DF-DBB7-4BA6-91DC-1296C0721E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32250" y="4256088"/>
                <a:ext cx="180975" cy="2889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9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-Roman" charset="0"/>
                    <a:ea typeface="MS PGothic" panose="020B0600070205080204" pitchFamily="34" charset="-128"/>
                    <a:cs typeface="+mn-cs"/>
                  </a:rPr>
                  <a:t>1 </a:t>
                </a: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43023" name="Rectangle 38">
                <a:extLst>
                  <a:ext uri="{FF2B5EF4-FFF2-40B4-BE49-F238E27FC236}">
                    <a16:creationId xmlns:a16="http://schemas.microsoft.com/office/drawing/2014/main" id="{3EAF1277-F712-43F0-B20E-D560CE8137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94200" y="4256088"/>
                <a:ext cx="180975" cy="2889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9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-Roman" charset="0"/>
                    <a:ea typeface="MS PGothic" panose="020B0600070205080204" pitchFamily="34" charset="-128"/>
                    <a:cs typeface="+mn-cs"/>
                  </a:rPr>
                  <a:t>1 </a:t>
                </a: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43024" name="Rectangle 39">
                <a:extLst>
                  <a:ext uri="{FF2B5EF4-FFF2-40B4-BE49-F238E27FC236}">
                    <a16:creationId xmlns:a16="http://schemas.microsoft.com/office/drawing/2014/main" id="{2DC9A40A-E4BE-489B-95DB-CE03617AC1B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13313" y="3100388"/>
                <a:ext cx="203200" cy="2921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9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-Roman" charset="0"/>
                    <a:ea typeface="MS PGothic" panose="020B0600070205080204" pitchFamily="34" charset="-128"/>
                    <a:cs typeface="+mn-cs"/>
                  </a:rPr>
                  <a:t>1 </a:t>
                </a: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43025" name="Rectangle 41">
                <a:extLst>
                  <a:ext uri="{FF2B5EF4-FFF2-40B4-BE49-F238E27FC236}">
                    <a16:creationId xmlns:a16="http://schemas.microsoft.com/office/drawing/2014/main" id="{1FE6FD38-E6B1-47E9-827F-F9848EC0E2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13313" y="3481388"/>
                <a:ext cx="203200" cy="2936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9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-Roman" charset="0"/>
                    <a:ea typeface="MS PGothic" panose="020B0600070205080204" pitchFamily="34" charset="-128"/>
                    <a:cs typeface="+mn-cs"/>
                  </a:rPr>
                  <a:t>1 </a:t>
                </a: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43026" name="Rectangle 43">
                <a:extLst>
                  <a:ext uri="{FF2B5EF4-FFF2-40B4-BE49-F238E27FC236}">
                    <a16:creationId xmlns:a16="http://schemas.microsoft.com/office/drawing/2014/main" id="{8009F02D-5286-4F4C-9494-F40841F84DA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13313" y="4252913"/>
                <a:ext cx="203200" cy="2921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9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-Roman" charset="0"/>
                    <a:ea typeface="MS PGothic" panose="020B0600070205080204" pitchFamily="34" charset="-128"/>
                    <a:cs typeface="+mn-cs"/>
                  </a:rPr>
                  <a:t>1 </a:t>
                </a: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43027" name="Rectangle 45">
                <a:extLst>
                  <a:ext uri="{FF2B5EF4-FFF2-40B4-BE49-F238E27FC236}">
                    <a16:creationId xmlns:a16="http://schemas.microsoft.com/office/drawing/2014/main" id="{0E0F2FDA-1316-4EF6-9F0F-6D04BC30B74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13313" y="3865563"/>
                <a:ext cx="203200" cy="2936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9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-Roman" charset="0"/>
                    <a:ea typeface="MS PGothic" panose="020B0600070205080204" pitchFamily="34" charset="-128"/>
                    <a:cs typeface="+mn-cs"/>
                  </a:rPr>
                  <a:t>0 </a:t>
                </a: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22" name="Rectangle 27">
              <a:extLst>
                <a:ext uri="{FF2B5EF4-FFF2-40B4-BE49-F238E27FC236}">
                  <a16:creationId xmlns:a16="http://schemas.microsoft.com/office/drawing/2014/main" id="{A0B14E65-2EAF-457E-AD48-A11AE77DF3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06524" y="1287462"/>
              <a:ext cx="142668" cy="2923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f </a:t>
              </a: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</p:grpSp>
      <p:sp>
        <p:nvSpPr>
          <p:cNvPr id="4" name="Rectangle 3">
            <a:extLst>
              <a:ext uri="{FF2B5EF4-FFF2-40B4-BE49-F238E27FC236}">
                <a16:creationId xmlns:a16="http://schemas.microsoft.com/office/drawing/2014/main" id="{2E2108BD-54D6-45D4-9F01-7C83F1E7EB88}"/>
              </a:ext>
            </a:extLst>
          </p:cNvPr>
          <p:cNvSpPr/>
          <p:nvPr/>
        </p:nvSpPr>
        <p:spPr>
          <a:xfrm>
            <a:off x="2438400" y="716862"/>
            <a:ext cx="236718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1. Draw The Map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A2E6B36-43C3-4504-A893-8FB53DDCE6AF}"/>
              </a:ext>
            </a:extLst>
          </p:cNvPr>
          <p:cNvSpPr/>
          <p:nvPr/>
        </p:nvSpPr>
        <p:spPr>
          <a:xfrm>
            <a:off x="2567441" y="3213229"/>
            <a:ext cx="210910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2. Fill The Map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F5F91E2-08B3-4F18-9D04-E84E53C40330}"/>
              </a:ext>
            </a:extLst>
          </p:cNvPr>
          <p:cNvSpPr/>
          <p:nvPr/>
        </p:nvSpPr>
        <p:spPr>
          <a:xfrm>
            <a:off x="2567441" y="4475262"/>
            <a:ext cx="167225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3. Grouping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BDB7A32-1FD9-414D-8EA5-3FA6A8A9D56D}"/>
              </a:ext>
            </a:extLst>
          </p:cNvPr>
          <p:cNvSpPr/>
          <p:nvPr/>
        </p:nvSpPr>
        <p:spPr>
          <a:xfrm>
            <a:off x="2567441" y="5506462"/>
            <a:ext cx="316682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4. Write The Expression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0B1394F8-AACF-4B5C-B473-DFBF324C0E1B}"/>
              </a:ext>
            </a:extLst>
          </p:cNvPr>
          <p:cNvGrpSpPr/>
          <p:nvPr/>
        </p:nvGrpSpPr>
        <p:grpSpPr>
          <a:xfrm>
            <a:off x="6400800" y="532587"/>
            <a:ext cx="1828800" cy="1804988"/>
            <a:chOff x="5216525" y="813271"/>
            <a:chExt cx="1828800" cy="1804988"/>
          </a:xfrm>
        </p:grpSpPr>
        <p:sp>
          <p:nvSpPr>
            <p:cNvPr id="28" name="Rectangle 3">
              <a:extLst>
                <a:ext uri="{FF2B5EF4-FFF2-40B4-BE49-F238E27FC236}">
                  <a16:creationId xmlns:a16="http://schemas.microsoft.com/office/drawing/2014/main" id="{A908AD6D-E0D2-4E6A-8FCE-E732093D56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78512" y="1478434"/>
              <a:ext cx="1166813" cy="1139825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29" name="Line 4">
              <a:extLst>
                <a:ext uri="{FF2B5EF4-FFF2-40B4-BE49-F238E27FC236}">
                  <a16:creationId xmlns:a16="http://schemas.microsoft.com/office/drawing/2014/main" id="{B886B4CD-12EE-434C-9FEF-08F2478EB8A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878512" y="2048346"/>
              <a:ext cx="1166813" cy="1588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30" name="Line 5">
              <a:extLst>
                <a:ext uri="{FF2B5EF4-FFF2-40B4-BE49-F238E27FC236}">
                  <a16:creationId xmlns:a16="http://schemas.microsoft.com/office/drawing/2014/main" id="{CDD5F766-E2D3-474A-B683-3EBCE21C713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448425" y="1478434"/>
              <a:ext cx="1587" cy="1139825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31" name="Line 6">
              <a:extLst>
                <a:ext uri="{FF2B5EF4-FFF2-40B4-BE49-F238E27FC236}">
                  <a16:creationId xmlns:a16="http://schemas.microsoft.com/office/drawing/2014/main" id="{481D5D2D-500B-4A2A-B839-65B4700E2C9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08600" y="908521"/>
              <a:ext cx="569912" cy="569913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grpSp>
          <p:nvGrpSpPr>
            <p:cNvPr id="32" name="Group 47">
              <a:extLst>
                <a:ext uri="{FF2B5EF4-FFF2-40B4-BE49-F238E27FC236}">
                  <a16:creationId xmlns:a16="http://schemas.microsoft.com/office/drawing/2014/main" id="{8B3DCE9D-9FC5-4736-BDF9-CB9CA4FC667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216525" y="989484"/>
              <a:ext cx="279400" cy="387350"/>
              <a:chOff x="3339" y="1451"/>
              <a:chExt cx="176" cy="244"/>
            </a:xfrm>
          </p:grpSpPr>
          <p:sp>
            <p:nvSpPr>
              <p:cNvPr id="33" name="Rectangle 9">
                <a:extLst>
                  <a:ext uri="{FF2B5EF4-FFF2-40B4-BE49-F238E27FC236}">
                    <a16:creationId xmlns:a16="http://schemas.microsoft.com/office/drawing/2014/main" id="{8CD3CBDF-F90A-4341-8584-3D23F209B67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39" y="1451"/>
                <a:ext cx="105" cy="18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9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-Roman" charset="0"/>
                    <a:ea typeface="MS PGothic" panose="020B0600070205080204" pitchFamily="34" charset="-128"/>
                    <a:cs typeface="+mn-cs"/>
                  </a:rPr>
                  <a:t>x </a:t>
                </a: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34" name="Rectangle 10">
                <a:extLst>
                  <a:ext uri="{FF2B5EF4-FFF2-40B4-BE49-F238E27FC236}">
                    <a16:creationId xmlns:a16="http://schemas.microsoft.com/office/drawing/2014/main" id="{7DF1E922-DF00-4608-8926-9D97196DFD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13" y="1532"/>
                <a:ext cx="102" cy="1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7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-Roman" charset="0"/>
                    <a:ea typeface="MS PGothic" panose="020B0600070205080204" pitchFamily="34" charset="-128"/>
                    <a:cs typeface="+mn-cs"/>
                  </a:rPr>
                  <a:t>2 </a:t>
                </a: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35" name="Rectangle 13">
              <a:extLst>
                <a:ext uri="{FF2B5EF4-FFF2-40B4-BE49-F238E27FC236}">
                  <a16:creationId xmlns:a16="http://schemas.microsoft.com/office/drawing/2014/main" id="{95A2BD6C-CCAD-41B4-9AD9-071738406E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37212" y="1530516"/>
              <a:ext cx="180975" cy="288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0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36" name="Rectangle 14">
              <a:extLst>
                <a:ext uri="{FF2B5EF4-FFF2-40B4-BE49-F238E27FC236}">
                  <a16:creationId xmlns:a16="http://schemas.microsoft.com/office/drawing/2014/main" id="{A56D4CBB-027E-41DF-B48C-2844A570E1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22924" y="2106779"/>
              <a:ext cx="180975" cy="288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1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37" name="Rectangle 15">
              <a:extLst>
                <a:ext uri="{FF2B5EF4-FFF2-40B4-BE49-F238E27FC236}">
                  <a16:creationId xmlns:a16="http://schemas.microsoft.com/office/drawing/2014/main" id="{D85A6337-0A91-4821-AE14-B1FE5D1688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15050" y="1160934"/>
              <a:ext cx="180975" cy="288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0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38" name="Rectangle 16">
              <a:extLst>
                <a:ext uri="{FF2B5EF4-FFF2-40B4-BE49-F238E27FC236}">
                  <a16:creationId xmlns:a16="http://schemas.microsoft.com/office/drawing/2014/main" id="{A7050D96-1A50-40AB-8A27-3BE03C616A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92900" y="1160934"/>
              <a:ext cx="180975" cy="288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1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39" name="Rectangle 17">
              <a:extLst>
                <a:ext uri="{FF2B5EF4-FFF2-40B4-BE49-F238E27FC236}">
                  <a16:creationId xmlns:a16="http://schemas.microsoft.com/office/drawing/2014/main" id="{A2F63335-86E2-434C-B9D4-7790CC1232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19800" y="1597496"/>
              <a:ext cx="271462" cy="2921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0" i="0" u="none" strike="noStrike" kern="1200" cap="none" spc="0" normalizeH="0" baseline="0" noProof="0">
                  <a:ln>
                    <a:noFill/>
                  </a:ln>
                  <a:solidFill>
                    <a:srgbClr val="80808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m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0" name="Rectangle 18">
              <a:extLst>
                <a:ext uri="{FF2B5EF4-FFF2-40B4-BE49-F238E27FC236}">
                  <a16:creationId xmlns:a16="http://schemas.microsoft.com/office/drawing/2014/main" id="{17E6028E-A470-4889-ABF8-F020B8C2E3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05537" y="1721321"/>
              <a:ext cx="160338" cy="2301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500" b="0" i="0" u="none" strike="noStrike" kern="1200" cap="none" spc="0" normalizeH="0" baseline="0" noProof="0">
                  <a:ln>
                    <a:noFill/>
                  </a:ln>
                  <a:solidFill>
                    <a:srgbClr val="80808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0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1" name="Rectangle 19">
              <a:extLst>
                <a:ext uri="{FF2B5EF4-FFF2-40B4-BE49-F238E27FC236}">
                  <a16:creationId xmlns:a16="http://schemas.microsoft.com/office/drawing/2014/main" id="{D020A1B2-F3B8-4E0E-95A3-6B18D40B6C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97650" y="1597496"/>
              <a:ext cx="271462" cy="2921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0" i="0" u="none" strike="noStrike" kern="1200" cap="none" spc="0" normalizeH="0" baseline="0" noProof="0">
                  <a:ln>
                    <a:noFill/>
                  </a:ln>
                  <a:solidFill>
                    <a:srgbClr val="80808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m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2" name="Rectangle 20">
              <a:extLst>
                <a:ext uri="{FF2B5EF4-FFF2-40B4-BE49-F238E27FC236}">
                  <a16:creationId xmlns:a16="http://schemas.microsoft.com/office/drawing/2014/main" id="{6A984944-B89D-4103-857B-F7077F5FAD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81800" y="1721321"/>
              <a:ext cx="160337" cy="2301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500" b="0" i="0" u="none" strike="noStrike" kern="1200" cap="none" spc="0" normalizeH="0" baseline="0" noProof="0">
                  <a:ln>
                    <a:noFill/>
                  </a:ln>
                  <a:solidFill>
                    <a:srgbClr val="80808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2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3" name="Rectangle 21">
              <a:extLst>
                <a:ext uri="{FF2B5EF4-FFF2-40B4-BE49-F238E27FC236}">
                  <a16:creationId xmlns:a16="http://schemas.microsoft.com/office/drawing/2014/main" id="{93865143-109F-4235-8BAC-754E501AA7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97650" y="2173759"/>
              <a:ext cx="271462" cy="2921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0" i="0" u="none" strike="noStrike" kern="1200" cap="none" spc="0" normalizeH="0" baseline="0" noProof="0">
                  <a:ln>
                    <a:noFill/>
                  </a:ln>
                  <a:solidFill>
                    <a:srgbClr val="80808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m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4" name="Rectangle 22">
              <a:extLst>
                <a:ext uri="{FF2B5EF4-FFF2-40B4-BE49-F238E27FC236}">
                  <a16:creationId xmlns:a16="http://schemas.microsoft.com/office/drawing/2014/main" id="{22E46E9E-0A84-4446-983D-9E21F46166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81800" y="2295996"/>
              <a:ext cx="160337" cy="2301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500" b="0" i="0" u="none" strike="noStrike" kern="1200" cap="none" spc="0" normalizeH="0" baseline="0" noProof="0">
                  <a:ln>
                    <a:noFill/>
                  </a:ln>
                  <a:solidFill>
                    <a:srgbClr val="80808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3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5" name="Rectangle 23">
              <a:extLst>
                <a:ext uri="{FF2B5EF4-FFF2-40B4-BE49-F238E27FC236}">
                  <a16:creationId xmlns:a16="http://schemas.microsoft.com/office/drawing/2014/main" id="{B80F5D6F-B93F-4DB0-8BB7-B6B2D75824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19800" y="2173759"/>
              <a:ext cx="271462" cy="2921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0" i="0" u="none" strike="noStrike" kern="1200" cap="none" spc="0" normalizeH="0" baseline="0" noProof="0">
                  <a:ln>
                    <a:noFill/>
                  </a:ln>
                  <a:solidFill>
                    <a:srgbClr val="80808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m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6" name="Rectangle 26">
              <a:extLst>
                <a:ext uri="{FF2B5EF4-FFF2-40B4-BE49-F238E27FC236}">
                  <a16:creationId xmlns:a16="http://schemas.microsoft.com/office/drawing/2014/main" id="{A14976C4-4013-4CF8-9B18-50F8C0252B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05537" y="2295996"/>
              <a:ext cx="160338" cy="2301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500" b="0" i="0" u="none" strike="noStrike" kern="1200" cap="none" spc="0" normalizeH="0" baseline="0" noProof="0">
                  <a:ln>
                    <a:noFill/>
                  </a:ln>
                  <a:solidFill>
                    <a:srgbClr val="80808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1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grpSp>
          <p:nvGrpSpPr>
            <p:cNvPr id="47" name="Group 48">
              <a:extLst>
                <a:ext uri="{FF2B5EF4-FFF2-40B4-BE49-F238E27FC236}">
                  <a16:creationId xmlns:a16="http://schemas.microsoft.com/office/drawing/2014/main" id="{A962565E-9D80-4E5E-8A95-B4CB1346428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656262" y="813271"/>
              <a:ext cx="279400" cy="387350"/>
              <a:chOff x="3339" y="1451"/>
              <a:chExt cx="176" cy="244"/>
            </a:xfrm>
          </p:grpSpPr>
          <p:sp>
            <p:nvSpPr>
              <p:cNvPr id="48" name="Rectangle 49">
                <a:extLst>
                  <a:ext uri="{FF2B5EF4-FFF2-40B4-BE49-F238E27FC236}">
                    <a16:creationId xmlns:a16="http://schemas.microsoft.com/office/drawing/2014/main" id="{B1B3D27C-F5B0-4FE1-8408-9F4DDE9D45D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39" y="1451"/>
                <a:ext cx="105" cy="18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9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-Roman" charset="0"/>
                    <a:ea typeface="MS PGothic" panose="020B0600070205080204" pitchFamily="34" charset="-128"/>
                    <a:cs typeface="+mn-cs"/>
                  </a:rPr>
                  <a:t>x </a:t>
                </a: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49" name="Rectangle 50">
                <a:extLst>
                  <a:ext uri="{FF2B5EF4-FFF2-40B4-BE49-F238E27FC236}">
                    <a16:creationId xmlns:a16="http://schemas.microsoft.com/office/drawing/2014/main" id="{9B17121A-568A-4D98-B1CB-16970FAA375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13" y="1532"/>
                <a:ext cx="102" cy="1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7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-Roman" charset="0"/>
                    <a:ea typeface="MS PGothic" panose="020B0600070205080204" pitchFamily="34" charset="-128"/>
                    <a:cs typeface="+mn-cs"/>
                  </a:rPr>
                  <a:t>1 </a:t>
                </a: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</p:grp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479315DE-9F5A-4584-8148-6297A8F972B4}"/>
              </a:ext>
            </a:extLst>
          </p:cNvPr>
          <p:cNvGrpSpPr/>
          <p:nvPr/>
        </p:nvGrpSpPr>
        <p:grpSpPr>
          <a:xfrm>
            <a:off x="6384925" y="2615387"/>
            <a:ext cx="1828800" cy="1804988"/>
            <a:chOff x="5168900" y="3031312"/>
            <a:chExt cx="1828800" cy="1804988"/>
          </a:xfrm>
        </p:grpSpPr>
        <p:sp>
          <p:nvSpPr>
            <p:cNvPr id="50" name="Rectangle 3">
              <a:extLst>
                <a:ext uri="{FF2B5EF4-FFF2-40B4-BE49-F238E27FC236}">
                  <a16:creationId xmlns:a16="http://schemas.microsoft.com/office/drawing/2014/main" id="{69B45BBB-B23F-48C1-A68B-771EF36695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30887" y="3696475"/>
              <a:ext cx="1166813" cy="1139825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51" name="Line 4">
              <a:extLst>
                <a:ext uri="{FF2B5EF4-FFF2-40B4-BE49-F238E27FC236}">
                  <a16:creationId xmlns:a16="http://schemas.microsoft.com/office/drawing/2014/main" id="{1CB34381-44C7-4D14-B709-8CC04E15DAB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830887" y="4266387"/>
              <a:ext cx="1166813" cy="1588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52" name="Line 5">
              <a:extLst>
                <a:ext uri="{FF2B5EF4-FFF2-40B4-BE49-F238E27FC236}">
                  <a16:creationId xmlns:a16="http://schemas.microsoft.com/office/drawing/2014/main" id="{20822A95-D040-4B53-A95A-7D7DDC70D66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400800" y="3696475"/>
              <a:ext cx="1587" cy="1139825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53" name="Line 6">
              <a:extLst>
                <a:ext uri="{FF2B5EF4-FFF2-40B4-BE49-F238E27FC236}">
                  <a16:creationId xmlns:a16="http://schemas.microsoft.com/office/drawing/2014/main" id="{783A9540-0FFB-44C7-A015-B65386FB64A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60975" y="3126562"/>
              <a:ext cx="569912" cy="569913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grpSp>
          <p:nvGrpSpPr>
            <p:cNvPr id="54" name="Group 47">
              <a:extLst>
                <a:ext uri="{FF2B5EF4-FFF2-40B4-BE49-F238E27FC236}">
                  <a16:creationId xmlns:a16="http://schemas.microsoft.com/office/drawing/2014/main" id="{47AE58C4-9B0B-4DCB-951F-77EE2891CD8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168900" y="3207525"/>
              <a:ext cx="279400" cy="387350"/>
              <a:chOff x="3339" y="1451"/>
              <a:chExt cx="176" cy="244"/>
            </a:xfrm>
          </p:grpSpPr>
          <p:sp>
            <p:nvSpPr>
              <p:cNvPr id="55" name="Rectangle 9">
                <a:extLst>
                  <a:ext uri="{FF2B5EF4-FFF2-40B4-BE49-F238E27FC236}">
                    <a16:creationId xmlns:a16="http://schemas.microsoft.com/office/drawing/2014/main" id="{D71102C6-C886-4AED-92B2-B5128F4263C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39" y="1451"/>
                <a:ext cx="105" cy="18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9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-Roman" charset="0"/>
                    <a:ea typeface="MS PGothic" panose="020B0600070205080204" pitchFamily="34" charset="-128"/>
                    <a:cs typeface="+mn-cs"/>
                  </a:rPr>
                  <a:t>x </a:t>
                </a: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56" name="Rectangle 10">
                <a:extLst>
                  <a:ext uri="{FF2B5EF4-FFF2-40B4-BE49-F238E27FC236}">
                    <a16:creationId xmlns:a16="http://schemas.microsoft.com/office/drawing/2014/main" id="{143F9992-5E94-4D92-8915-6154CD4C15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13" y="1532"/>
                <a:ext cx="102" cy="1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7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-Roman" charset="0"/>
                    <a:ea typeface="MS PGothic" panose="020B0600070205080204" pitchFamily="34" charset="-128"/>
                    <a:cs typeface="+mn-cs"/>
                  </a:rPr>
                  <a:t>2 </a:t>
                </a: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57" name="Rectangle 13">
              <a:extLst>
                <a:ext uri="{FF2B5EF4-FFF2-40B4-BE49-F238E27FC236}">
                  <a16:creationId xmlns:a16="http://schemas.microsoft.com/office/drawing/2014/main" id="{F53BA347-09CC-4FC7-90CB-89CAE090C2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59425" y="3859987"/>
              <a:ext cx="180975" cy="288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0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58" name="Rectangle 14">
              <a:extLst>
                <a:ext uri="{FF2B5EF4-FFF2-40B4-BE49-F238E27FC236}">
                  <a16:creationId xmlns:a16="http://schemas.microsoft.com/office/drawing/2014/main" id="{C8FEC37E-A90E-4839-8275-F354FB8ABF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45137" y="4436250"/>
              <a:ext cx="180975" cy="288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1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59" name="Rectangle 15">
              <a:extLst>
                <a:ext uri="{FF2B5EF4-FFF2-40B4-BE49-F238E27FC236}">
                  <a16:creationId xmlns:a16="http://schemas.microsoft.com/office/drawing/2014/main" id="{861DBBCE-B786-48B7-B9E2-C3FBA33E0D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67425" y="3378975"/>
              <a:ext cx="180975" cy="288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0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60" name="Rectangle 16">
              <a:extLst>
                <a:ext uri="{FF2B5EF4-FFF2-40B4-BE49-F238E27FC236}">
                  <a16:creationId xmlns:a16="http://schemas.microsoft.com/office/drawing/2014/main" id="{99B193AD-7098-45EF-9303-DBA39A8781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45275" y="3378975"/>
              <a:ext cx="180975" cy="288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1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61" name="Rectangle 17">
              <a:extLst>
                <a:ext uri="{FF2B5EF4-FFF2-40B4-BE49-F238E27FC236}">
                  <a16:creationId xmlns:a16="http://schemas.microsoft.com/office/drawing/2014/main" id="{04BCAB44-4ABB-4FE1-95DF-1A47F35407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56312" y="3844112"/>
              <a:ext cx="136525" cy="2921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1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62" name="Rectangle 19">
              <a:extLst>
                <a:ext uri="{FF2B5EF4-FFF2-40B4-BE49-F238E27FC236}">
                  <a16:creationId xmlns:a16="http://schemas.microsoft.com/office/drawing/2014/main" id="{E9E8A9F5-269C-436A-BE3A-69579CF01F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45275" y="3844112"/>
              <a:ext cx="136525" cy="2921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0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63" name="Rectangle 21">
              <a:extLst>
                <a:ext uri="{FF2B5EF4-FFF2-40B4-BE49-F238E27FC236}">
                  <a16:creationId xmlns:a16="http://schemas.microsoft.com/office/drawing/2014/main" id="{28AFC3A3-D3BB-4021-86DC-7442B50A5F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45275" y="4391800"/>
              <a:ext cx="136525" cy="2921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1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64" name="Rectangle 23">
              <a:extLst>
                <a:ext uri="{FF2B5EF4-FFF2-40B4-BE49-F238E27FC236}">
                  <a16:creationId xmlns:a16="http://schemas.microsoft.com/office/drawing/2014/main" id="{AA44A8F9-944B-40F5-9565-45019C2544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56312" y="4391800"/>
              <a:ext cx="136525" cy="2921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1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grpSp>
          <p:nvGrpSpPr>
            <p:cNvPr id="65" name="Group 48">
              <a:extLst>
                <a:ext uri="{FF2B5EF4-FFF2-40B4-BE49-F238E27FC236}">
                  <a16:creationId xmlns:a16="http://schemas.microsoft.com/office/drawing/2014/main" id="{07910745-2E51-4C6A-BA37-2CC62A84471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608637" y="3031312"/>
              <a:ext cx="279400" cy="387350"/>
              <a:chOff x="3339" y="1451"/>
              <a:chExt cx="176" cy="244"/>
            </a:xfrm>
          </p:grpSpPr>
          <p:sp>
            <p:nvSpPr>
              <p:cNvPr id="66" name="Rectangle 49">
                <a:extLst>
                  <a:ext uri="{FF2B5EF4-FFF2-40B4-BE49-F238E27FC236}">
                    <a16:creationId xmlns:a16="http://schemas.microsoft.com/office/drawing/2014/main" id="{C1214232-C144-4958-A1F0-4DD3E231EB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39" y="1451"/>
                <a:ext cx="105" cy="18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9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-Roman" charset="0"/>
                    <a:ea typeface="MS PGothic" panose="020B0600070205080204" pitchFamily="34" charset="-128"/>
                    <a:cs typeface="+mn-cs"/>
                  </a:rPr>
                  <a:t>x </a:t>
                </a: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67" name="Rectangle 50">
                <a:extLst>
                  <a:ext uri="{FF2B5EF4-FFF2-40B4-BE49-F238E27FC236}">
                    <a16:creationId xmlns:a16="http://schemas.microsoft.com/office/drawing/2014/main" id="{1A2FD6DC-97EA-4EBD-836A-B02A4947844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13" y="1532"/>
                <a:ext cx="102" cy="1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7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-Roman" charset="0"/>
                    <a:ea typeface="MS PGothic" panose="020B0600070205080204" pitchFamily="34" charset="-128"/>
                    <a:cs typeface="+mn-cs"/>
                  </a:rPr>
                  <a:t>1 </a:t>
                </a: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</p:grpSp>
      </p:grpSp>
      <p:sp>
        <p:nvSpPr>
          <p:cNvPr id="70" name="Rounded Rectangle 2">
            <a:extLst>
              <a:ext uri="{FF2B5EF4-FFF2-40B4-BE49-F238E27FC236}">
                <a16:creationId xmlns:a16="http://schemas.microsoft.com/office/drawing/2014/main" id="{ED7810DB-AD00-48A7-976E-E48087CD858D}"/>
              </a:ext>
            </a:extLst>
          </p:cNvPr>
          <p:cNvSpPr/>
          <p:nvPr/>
        </p:nvSpPr>
        <p:spPr bwMode="auto">
          <a:xfrm>
            <a:off x="7101681" y="3332236"/>
            <a:ext cx="457200" cy="1020762"/>
          </a:xfrm>
          <a:prstGeom prst="roundRect">
            <a:avLst/>
          </a:prstGeom>
          <a:noFill/>
          <a:ln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71" name="Rounded Rectangle 10">
            <a:extLst>
              <a:ext uri="{FF2B5EF4-FFF2-40B4-BE49-F238E27FC236}">
                <a16:creationId xmlns:a16="http://schemas.microsoft.com/office/drawing/2014/main" id="{A9A76C40-62A3-41ED-BEFE-4F318770D63E}"/>
              </a:ext>
            </a:extLst>
          </p:cNvPr>
          <p:cNvSpPr/>
          <p:nvPr/>
        </p:nvSpPr>
        <p:spPr bwMode="auto">
          <a:xfrm>
            <a:off x="7122318" y="3914848"/>
            <a:ext cx="1050925" cy="457200"/>
          </a:xfrm>
          <a:prstGeom prst="roundRect">
            <a:avLst/>
          </a:prstGeom>
          <a:noFill/>
          <a:ln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BA98163E-387C-44C5-B021-6EC17453A5D0}"/>
              </a:ext>
            </a:extLst>
          </p:cNvPr>
          <p:cNvGrpSpPr/>
          <p:nvPr/>
        </p:nvGrpSpPr>
        <p:grpSpPr>
          <a:xfrm>
            <a:off x="6654006" y="4640243"/>
            <a:ext cx="1957387" cy="727168"/>
            <a:chOff x="6654006" y="4640243"/>
            <a:chExt cx="1957387" cy="727168"/>
          </a:xfrm>
        </p:grpSpPr>
        <p:sp>
          <p:nvSpPr>
            <p:cNvPr id="72" name="TextBox 11">
              <a:extLst>
                <a:ext uri="{FF2B5EF4-FFF2-40B4-BE49-F238E27FC236}">
                  <a16:creationId xmlns:a16="http://schemas.microsoft.com/office/drawing/2014/main" id="{67077FA6-87FC-446D-9D77-8438A7502BB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654006" y="4905448"/>
              <a:ext cx="1957387" cy="4619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x</a:t>
              </a:r>
              <a:r>
                <a:rPr kumimoji="0" lang="en-US" altLang="en-US" sz="2400" b="1" i="0" u="none" strike="noStrike" kern="1200" cap="none" spc="0" normalizeH="0" baseline="-2500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1</a:t>
              </a:r>
              <a:r>
                <a:rPr kumimoji="0" lang="en-US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 + </a:t>
              </a:r>
              <a:r>
                <a:rPr kumimoji="0" lang="en-US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8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x</a:t>
              </a:r>
              <a:r>
                <a:rPr kumimoji="0" lang="en-US" altLang="en-US" sz="2400" b="1" i="0" u="none" strike="noStrike" kern="1200" cap="none" spc="0" normalizeH="0" baseline="-25000" noProof="0" dirty="0">
                  <a:ln>
                    <a:noFill/>
                  </a:ln>
                  <a:solidFill>
                    <a:srgbClr val="008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2</a:t>
              </a:r>
            </a:p>
          </p:txBody>
        </p:sp>
        <p:sp>
          <p:nvSpPr>
            <p:cNvPr id="73" name="TextBox 17">
              <a:extLst>
                <a:ext uri="{FF2B5EF4-FFF2-40B4-BE49-F238E27FC236}">
                  <a16:creationId xmlns:a16="http://schemas.microsoft.com/office/drawing/2014/main" id="{4B97E956-629B-4F17-910B-F772B510AA1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119937" y="4640243"/>
              <a:ext cx="304800" cy="4619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_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9032566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Title 1">
            <a:extLst>
              <a:ext uri="{FF2B5EF4-FFF2-40B4-BE49-F238E27FC236}">
                <a16:creationId xmlns:a16="http://schemas.microsoft.com/office/drawing/2014/main" id="{1306C66E-7450-452A-8497-9CB5726DD36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1. Draw The Map</a:t>
            </a:r>
          </a:p>
        </p:txBody>
      </p:sp>
      <p:sp>
        <p:nvSpPr>
          <p:cNvPr id="44034" name="Rectangle 3">
            <a:extLst>
              <a:ext uri="{FF2B5EF4-FFF2-40B4-BE49-F238E27FC236}">
                <a16:creationId xmlns:a16="http://schemas.microsoft.com/office/drawing/2014/main" id="{41E563DB-CA80-4902-912D-45414151A3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05475" y="3395663"/>
            <a:ext cx="1166813" cy="1139825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4035" name="Line 4">
            <a:extLst>
              <a:ext uri="{FF2B5EF4-FFF2-40B4-BE49-F238E27FC236}">
                <a16:creationId xmlns:a16="http://schemas.microsoft.com/office/drawing/2014/main" id="{1966824E-1B9C-46F2-83FB-5051B5EF0CB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705475" y="3965575"/>
            <a:ext cx="1166813" cy="1588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4036" name="Line 5">
            <a:extLst>
              <a:ext uri="{FF2B5EF4-FFF2-40B4-BE49-F238E27FC236}">
                <a16:creationId xmlns:a16="http://schemas.microsoft.com/office/drawing/2014/main" id="{81C4F689-CB16-4A2D-9792-D95B0A3A478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275388" y="3395663"/>
            <a:ext cx="1587" cy="1139825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4037" name="Line 6">
            <a:extLst>
              <a:ext uri="{FF2B5EF4-FFF2-40B4-BE49-F238E27FC236}">
                <a16:creationId xmlns:a16="http://schemas.microsoft.com/office/drawing/2014/main" id="{6DA1699B-DBD4-4988-B65A-7840FDBDD01D}"/>
              </a:ext>
            </a:extLst>
          </p:cNvPr>
          <p:cNvSpPr>
            <a:spLocks noChangeShapeType="1"/>
          </p:cNvSpPr>
          <p:nvPr/>
        </p:nvSpPr>
        <p:spPr bwMode="auto">
          <a:xfrm>
            <a:off x="5135563" y="2825750"/>
            <a:ext cx="569912" cy="569913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grpSp>
        <p:nvGrpSpPr>
          <p:cNvPr id="44038" name="Group 47">
            <a:extLst>
              <a:ext uri="{FF2B5EF4-FFF2-40B4-BE49-F238E27FC236}">
                <a16:creationId xmlns:a16="http://schemas.microsoft.com/office/drawing/2014/main" id="{B3BC4958-73B3-4A05-BB10-EAF3B4EABE37}"/>
              </a:ext>
            </a:extLst>
          </p:cNvPr>
          <p:cNvGrpSpPr>
            <a:grpSpLocks/>
          </p:cNvGrpSpPr>
          <p:nvPr/>
        </p:nvGrpSpPr>
        <p:grpSpPr bwMode="auto">
          <a:xfrm>
            <a:off x="5043488" y="2906713"/>
            <a:ext cx="279400" cy="387350"/>
            <a:chOff x="3339" y="1451"/>
            <a:chExt cx="176" cy="244"/>
          </a:xfrm>
        </p:grpSpPr>
        <p:sp>
          <p:nvSpPr>
            <p:cNvPr id="44064" name="Rectangle 9">
              <a:extLst>
                <a:ext uri="{FF2B5EF4-FFF2-40B4-BE49-F238E27FC236}">
                  <a16:creationId xmlns:a16="http://schemas.microsoft.com/office/drawing/2014/main" id="{301CE478-BDE8-4C03-8F8A-32964D703F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39" y="1451"/>
              <a:ext cx="105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x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4065" name="Rectangle 10">
              <a:extLst>
                <a:ext uri="{FF2B5EF4-FFF2-40B4-BE49-F238E27FC236}">
                  <a16:creationId xmlns:a16="http://schemas.microsoft.com/office/drawing/2014/main" id="{5CB66BA1-2AB3-45EE-A095-B2A05609DF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3" y="1532"/>
              <a:ext cx="102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7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2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</p:grpSp>
      <p:sp>
        <p:nvSpPr>
          <p:cNvPr id="44039" name="Rectangle 13">
            <a:extLst>
              <a:ext uri="{FF2B5EF4-FFF2-40B4-BE49-F238E27FC236}">
                <a16:creationId xmlns:a16="http://schemas.microsoft.com/office/drawing/2014/main" id="{4EDEA54F-5C0A-4B3B-9BF2-7BF9B9D386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34013" y="3559175"/>
            <a:ext cx="18097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4040" name="Rectangle 14">
            <a:extLst>
              <a:ext uri="{FF2B5EF4-FFF2-40B4-BE49-F238E27FC236}">
                <a16:creationId xmlns:a16="http://schemas.microsoft.com/office/drawing/2014/main" id="{49789E36-871E-41AB-9F3E-12A7ED299F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9725" y="4135438"/>
            <a:ext cx="18097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4041" name="Rectangle 15">
            <a:extLst>
              <a:ext uri="{FF2B5EF4-FFF2-40B4-BE49-F238E27FC236}">
                <a16:creationId xmlns:a16="http://schemas.microsoft.com/office/drawing/2014/main" id="{3B36BAF7-127D-4905-9C8A-26390FC0EE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42013" y="3078163"/>
            <a:ext cx="18097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4042" name="Rectangle 16">
            <a:extLst>
              <a:ext uri="{FF2B5EF4-FFF2-40B4-BE49-F238E27FC236}">
                <a16:creationId xmlns:a16="http://schemas.microsoft.com/office/drawing/2014/main" id="{70AC8C5C-9BC2-4C4A-BDDE-74533993FA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19863" y="3078163"/>
            <a:ext cx="18097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4043" name="Line 24">
            <a:extLst>
              <a:ext uri="{FF2B5EF4-FFF2-40B4-BE49-F238E27FC236}">
                <a16:creationId xmlns:a16="http://schemas.microsoft.com/office/drawing/2014/main" id="{565F3843-6A68-46B0-BF84-DFCDDF129A9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259013" y="3055938"/>
            <a:ext cx="1328737" cy="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4044" name="Line 25">
            <a:extLst>
              <a:ext uri="{FF2B5EF4-FFF2-40B4-BE49-F238E27FC236}">
                <a16:creationId xmlns:a16="http://schemas.microsoft.com/office/drawing/2014/main" id="{5C97656F-B5C5-4CAE-9F43-05D5A5AFFE5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017838" y="2609850"/>
            <a:ext cx="1587" cy="211455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4045" name="Rectangle 27">
            <a:extLst>
              <a:ext uri="{FF2B5EF4-FFF2-40B4-BE49-F238E27FC236}">
                <a16:creationId xmlns:a16="http://schemas.microsoft.com/office/drawing/2014/main" id="{9889F311-F1A0-429C-B3AD-3B3BAF8269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79650" y="2628900"/>
            <a:ext cx="166688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x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4046" name="Rectangle 28">
            <a:extLst>
              <a:ext uri="{FF2B5EF4-FFF2-40B4-BE49-F238E27FC236}">
                <a16:creationId xmlns:a16="http://schemas.microsoft.com/office/drawing/2014/main" id="{EE4E6688-AA03-491E-895D-45982E15ED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98713" y="2755900"/>
            <a:ext cx="161925" cy="258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7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4047" name="Rectangle 29">
            <a:extLst>
              <a:ext uri="{FF2B5EF4-FFF2-40B4-BE49-F238E27FC236}">
                <a16:creationId xmlns:a16="http://schemas.microsoft.com/office/drawing/2014/main" id="{873059A8-A92B-4215-A13F-9E9A941712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38425" y="2628900"/>
            <a:ext cx="166688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x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4048" name="Rectangle 30">
            <a:extLst>
              <a:ext uri="{FF2B5EF4-FFF2-40B4-BE49-F238E27FC236}">
                <a16:creationId xmlns:a16="http://schemas.microsoft.com/office/drawing/2014/main" id="{5052E1CD-FDDB-4D02-BEE9-861A0735B6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55900" y="2755900"/>
            <a:ext cx="161925" cy="258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7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2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4049" name="Rectangle 31">
            <a:extLst>
              <a:ext uri="{FF2B5EF4-FFF2-40B4-BE49-F238E27FC236}">
                <a16:creationId xmlns:a16="http://schemas.microsoft.com/office/drawing/2014/main" id="{16905E52-C7D1-43B9-9531-5BFA432AD6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27275" y="3135313"/>
            <a:ext cx="18097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4050" name="Rectangle 32">
            <a:extLst>
              <a:ext uri="{FF2B5EF4-FFF2-40B4-BE49-F238E27FC236}">
                <a16:creationId xmlns:a16="http://schemas.microsoft.com/office/drawing/2014/main" id="{771FBB47-F878-450C-8485-49CF89DE9C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89225" y="3135313"/>
            <a:ext cx="18097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4051" name="Rectangle 33">
            <a:extLst>
              <a:ext uri="{FF2B5EF4-FFF2-40B4-BE49-F238E27FC236}">
                <a16:creationId xmlns:a16="http://schemas.microsoft.com/office/drawing/2014/main" id="{39E58D87-799C-41BE-9003-2F57935F45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27275" y="3519488"/>
            <a:ext cx="18097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4052" name="Rectangle 34">
            <a:extLst>
              <a:ext uri="{FF2B5EF4-FFF2-40B4-BE49-F238E27FC236}">
                <a16:creationId xmlns:a16="http://schemas.microsoft.com/office/drawing/2014/main" id="{FCBD5616-38C8-44C9-BAA3-119674F548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89225" y="3519488"/>
            <a:ext cx="18097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4053" name="Rectangle 35">
            <a:extLst>
              <a:ext uri="{FF2B5EF4-FFF2-40B4-BE49-F238E27FC236}">
                <a16:creationId xmlns:a16="http://schemas.microsoft.com/office/drawing/2014/main" id="{54E8FCB8-EEC8-4FEF-A1C0-8EB996C6AA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27275" y="3905250"/>
            <a:ext cx="18097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4054" name="Rectangle 36">
            <a:extLst>
              <a:ext uri="{FF2B5EF4-FFF2-40B4-BE49-F238E27FC236}">
                <a16:creationId xmlns:a16="http://schemas.microsoft.com/office/drawing/2014/main" id="{4CE62AA3-9738-4EE9-81B3-BB23F4586A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89225" y="3905250"/>
            <a:ext cx="18097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4055" name="Rectangle 37">
            <a:extLst>
              <a:ext uri="{FF2B5EF4-FFF2-40B4-BE49-F238E27FC236}">
                <a16:creationId xmlns:a16="http://schemas.microsoft.com/office/drawing/2014/main" id="{49009AC0-3E09-499D-9BD3-5DB84A34FA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27275" y="4287838"/>
            <a:ext cx="18097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4056" name="Rectangle 38">
            <a:extLst>
              <a:ext uri="{FF2B5EF4-FFF2-40B4-BE49-F238E27FC236}">
                <a16:creationId xmlns:a16="http://schemas.microsoft.com/office/drawing/2014/main" id="{5449C07D-2B1F-4328-9EE5-A9B422AE1B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89225" y="4287838"/>
            <a:ext cx="18097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4057" name="Rectangle 39">
            <a:extLst>
              <a:ext uri="{FF2B5EF4-FFF2-40B4-BE49-F238E27FC236}">
                <a16:creationId xmlns:a16="http://schemas.microsoft.com/office/drawing/2014/main" id="{C2271990-4D6C-4CDC-B07F-2076E0C44A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8338" y="3132138"/>
            <a:ext cx="203200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4058" name="Rectangle 41">
            <a:extLst>
              <a:ext uri="{FF2B5EF4-FFF2-40B4-BE49-F238E27FC236}">
                <a16:creationId xmlns:a16="http://schemas.microsoft.com/office/drawing/2014/main" id="{3B492192-B559-464C-96EF-21A1C9104C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8338" y="3514725"/>
            <a:ext cx="203200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4059" name="Rectangle 43">
            <a:extLst>
              <a:ext uri="{FF2B5EF4-FFF2-40B4-BE49-F238E27FC236}">
                <a16:creationId xmlns:a16="http://schemas.microsoft.com/office/drawing/2014/main" id="{44FE9500-EEB2-4994-8284-988A68CBFB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8338" y="4284663"/>
            <a:ext cx="203200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4060" name="Rectangle 45">
            <a:extLst>
              <a:ext uri="{FF2B5EF4-FFF2-40B4-BE49-F238E27FC236}">
                <a16:creationId xmlns:a16="http://schemas.microsoft.com/office/drawing/2014/main" id="{4635E714-EF71-4189-B201-C9ED56D503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8338" y="3898900"/>
            <a:ext cx="203200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grpSp>
        <p:nvGrpSpPr>
          <p:cNvPr id="44061" name="Group 48">
            <a:extLst>
              <a:ext uri="{FF2B5EF4-FFF2-40B4-BE49-F238E27FC236}">
                <a16:creationId xmlns:a16="http://schemas.microsoft.com/office/drawing/2014/main" id="{06A89B53-8C85-43EC-88B9-12372AF80DBD}"/>
              </a:ext>
            </a:extLst>
          </p:cNvPr>
          <p:cNvGrpSpPr>
            <a:grpSpLocks/>
          </p:cNvGrpSpPr>
          <p:nvPr/>
        </p:nvGrpSpPr>
        <p:grpSpPr bwMode="auto">
          <a:xfrm>
            <a:off x="5483225" y="2730500"/>
            <a:ext cx="279400" cy="387350"/>
            <a:chOff x="3339" y="1451"/>
            <a:chExt cx="176" cy="244"/>
          </a:xfrm>
        </p:grpSpPr>
        <p:sp>
          <p:nvSpPr>
            <p:cNvPr id="44062" name="Rectangle 49">
              <a:extLst>
                <a:ext uri="{FF2B5EF4-FFF2-40B4-BE49-F238E27FC236}">
                  <a16:creationId xmlns:a16="http://schemas.microsoft.com/office/drawing/2014/main" id="{2478C062-7763-4441-9B8E-2B2D436FB1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39" y="1451"/>
              <a:ext cx="105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x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4063" name="Rectangle 50">
              <a:extLst>
                <a:ext uri="{FF2B5EF4-FFF2-40B4-BE49-F238E27FC236}">
                  <a16:creationId xmlns:a16="http://schemas.microsoft.com/office/drawing/2014/main" id="{FD0626FE-4B0F-4A17-94D1-D61D7777C8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3" y="1532"/>
              <a:ext cx="102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7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1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</p:grp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FE487B6F-0701-424E-9885-118480BEDD16}"/>
                  </a:ext>
                </a:extLst>
              </p14:cNvPr>
              <p14:cNvContentPartPr/>
              <p14:nvPr/>
            </p14:nvContentPartPr>
            <p14:xfrm>
              <a:off x="3153600" y="2639520"/>
              <a:ext cx="186840" cy="3279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FE487B6F-0701-424E-9885-118480BEDD1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144240" y="2630160"/>
                <a:ext cx="205560" cy="3466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Title 1">
            <a:extLst>
              <a:ext uri="{FF2B5EF4-FFF2-40B4-BE49-F238E27FC236}">
                <a16:creationId xmlns:a16="http://schemas.microsoft.com/office/drawing/2014/main" id="{2FF0F425-364C-440A-95AC-BF2892C4AA0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2. Fill The Map</a:t>
            </a:r>
          </a:p>
        </p:txBody>
      </p:sp>
      <p:sp>
        <p:nvSpPr>
          <p:cNvPr id="45058" name="Rectangle 3">
            <a:extLst>
              <a:ext uri="{FF2B5EF4-FFF2-40B4-BE49-F238E27FC236}">
                <a16:creationId xmlns:a16="http://schemas.microsoft.com/office/drawing/2014/main" id="{BEF60276-85A1-47B8-ABE0-609F968D27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24387" y="3395663"/>
            <a:ext cx="1166813" cy="1139825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5059" name="Line 4">
            <a:extLst>
              <a:ext uri="{FF2B5EF4-FFF2-40B4-BE49-F238E27FC236}">
                <a16:creationId xmlns:a16="http://schemas.microsoft.com/office/drawing/2014/main" id="{67B16515-B977-4444-BC24-76E1BA948C2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624387" y="3965575"/>
            <a:ext cx="1166813" cy="1588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5060" name="Line 5">
            <a:extLst>
              <a:ext uri="{FF2B5EF4-FFF2-40B4-BE49-F238E27FC236}">
                <a16:creationId xmlns:a16="http://schemas.microsoft.com/office/drawing/2014/main" id="{C10A3130-DBFE-49A3-AD59-18CAE259A09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194300" y="3395663"/>
            <a:ext cx="1587" cy="1139825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5061" name="Line 6">
            <a:extLst>
              <a:ext uri="{FF2B5EF4-FFF2-40B4-BE49-F238E27FC236}">
                <a16:creationId xmlns:a16="http://schemas.microsoft.com/office/drawing/2014/main" id="{93A91125-0800-42A3-ADA1-B21726C53369}"/>
              </a:ext>
            </a:extLst>
          </p:cNvPr>
          <p:cNvSpPr>
            <a:spLocks noChangeShapeType="1"/>
          </p:cNvSpPr>
          <p:nvPr/>
        </p:nvSpPr>
        <p:spPr bwMode="auto">
          <a:xfrm>
            <a:off x="4054475" y="2825750"/>
            <a:ext cx="569912" cy="569913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grpSp>
        <p:nvGrpSpPr>
          <p:cNvPr id="45062" name="Group 47">
            <a:extLst>
              <a:ext uri="{FF2B5EF4-FFF2-40B4-BE49-F238E27FC236}">
                <a16:creationId xmlns:a16="http://schemas.microsoft.com/office/drawing/2014/main" id="{550C512E-5CE1-474A-B0BE-97369D1042FD}"/>
              </a:ext>
            </a:extLst>
          </p:cNvPr>
          <p:cNvGrpSpPr>
            <a:grpSpLocks/>
          </p:cNvGrpSpPr>
          <p:nvPr/>
        </p:nvGrpSpPr>
        <p:grpSpPr bwMode="auto">
          <a:xfrm>
            <a:off x="3962400" y="2906713"/>
            <a:ext cx="279400" cy="387350"/>
            <a:chOff x="3339" y="1451"/>
            <a:chExt cx="176" cy="244"/>
          </a:xfrm>
        </p:grpSpPr>
        <p:sp>
          <p:nvSpPr>
            <p:cNvPr id="45105" name="Rectangle 9">
              <a:extLst>
                <a:ext uri="{FF2B5EF4-FFF2-40B4-BE49-F238E27FC236}">
                  <a16:creationId xmlns:a16="http://schemas.microsoft.com/office/drawing/2014/main" id="{7613F6ED-82DD-475F-93A3-70E42D39D7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39" y="1451"/>
              <a:ext cx="105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x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5106" name="Rectangle 10">
              <a:extLst>
                <a:ext uri="{FF2B5EF4-FFF2-40B4-BE49-F238E27FC236}">
                  <a16:creationId xmlns:a16="http://schemas.microsoft.com/office/drawing/2014/main" id="{9ED254C2-3537-424F-8E34-968AE6985C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3" y="1532"/>
              <a:ext cx="102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7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2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</p:grpSp>
      <p:sp>
        <p:nvSpPr>
          <p:cNvPr id="45063" name="Rectangle 13">
            <a:extLst>
              <a:ext uri="{FF2B5EF4-FFF2-40B4-BE49-F238E27FC236}">
                <a16:creationId xmlns:a16="http://schemas.microsoft.com/office/drawing/2014/main" id="{5F693723-DCDF-446E-BA92-F8C509702C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52925" y="3559175"/>
            <a:ext cx="18097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5064" name="Rectangle 14">
            <a:extLst>
              <a:ext uri="{FF2B5EF4-FFF2-40B4-BE49-F238E27FC236}">
                <a16:creationId xmlns:a16="http://schemas.microsoft.com/office/drawing/2014/main" id="{2A9DF450-10F7-41C6-8F32-6FA2FC6755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38637" y="4135438"/>
            <a:ext cx="18097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5065" name="Rectangle 15">
            <a:extLst>
              <a:ext uri="{FF2B5EF4-FFF2-40B4-BE49-F238E27FC236}">
                <a16:creationId xmlns:a16="http://schemas.microsoft.com/office/drawing/2014/main" id="{A6F043E7-EE71-4A9D-94C6-95FB1B9F50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60925" y="3078163"/>
            <a:ext cx="18097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5066" name="Rectangle 16">
            <a:extLst>
              <a:ext uri="{FF2B5EF4-FFF2-40B4-BE49-F238E27FC236}">
                <a16:creationId xmlns:a16="http://schemas.microsoft.com/office/drawing/2014/main" id="{00678365-3CB8-4C0E-8EC9-D3756718EF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38775" y="3078163"/>
            <a:ext cx="18097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5067" name="Rectangle 17">
            <a:extLst>
              <a:ext uri="{FF2B5EF4-FFF2-40B4-BE49-F238E27FC236}">
                <a16:creationId xmlns:a16="http://schemas.microsoft.com/office/drawing/2014/main" id="{44C1B509-427F-4980-A1E6-4C9CB6B3F3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65675" y="3514725"/>
            <a:ext cx="271462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m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80808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5068" name="Rectangle 18">
            <a:extLst>
              <a:ext uri="{FF2B5EF4-FFF2-40B4-BE49-F238E27FC236}">
                <a16:creationId xmlns:a16="http://schemas.microsoft.com/office/drawing/2014/main" id="{C0CAD732-953C-4050-9045-B1CEB089F2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1412" y="3638550"/>
            <a:ext cx="160338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500" b="0" i="0" u="none" strike="noStrike" kern="1200" cap="none" spc="0" normalizeH="0" baseline="0" noProof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80808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5069" name="Rectangle 19">
            <a:extLst>
              <a:ext uri="{FF2B5EF4-FFF2-40B4-BE49-F238E27FC236}">
                <a16:creationId xmlns:a16="http://schemas.microsoft.com/office/drawing/2014/main" id="{EFC383F8-9010-4CF5-A115-18DAD51FF4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43525" y="3514725"/>
            <a:ext cx="271462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m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80808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5070" name="Rectangle 20">
            <a:extLst>
              <a:ext uri="{FF2B5EF4-FFF2-40B4-BE49-F238E27FC236}">
                <a16:creationId xmlns:a16="http://schemas.microsoft.com/office/drawing/2014/main" id="{5D8BF0D0-9C87-46CE-A195-ECDB36D554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27675" y="3638550"/>
            <a:ext cx="160337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500" b="0" i="0" u="none" strike="noStrike" kern="1200" cap="none" spc="0" normalizeH="0" baseline="0" noProof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2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80808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5071" name="Rectangle 21">
            <a:extLst>
              <a:ext uri="{FF2B5EF4-FFF2-40B4-BE49-F238E27FC236}">
                <a16:creationId xmlns:a16="http://schemas.microsoft.com/office/drawing/2014/main" id="{566C7D1E-C92E-41A5-8D3D-5B370E10F0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43525" y="4090988"/>
            <a:ext cx="271462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m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80808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5072" name="Rectangle 22">
            <a:extLst>
              <a:ext uri="{FF2B5EF4-FFF2-40B4-BE49-F238E27FC236}">
                <a16:creationId xmlns:a16="http://schemas.microsoft.com/office/drawing/2014/main" id="{F440DF84-C917-4932-8DB0-C071D236A6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27675" y="4213225"/>
            <a:ext cx="160337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500" b="0" i="0" u="none" strike="noStrike" kern="1200" cap="none" spc="0" normalizeH="0" baseline="0" noProof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3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80808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5073" name="Rectangle 23">
            <a:extLst>
              <a:ext uri="{FF2B5EF4-FFF2-40B4-BE49-F238E27FC236}">
                <a16:creationId xmlns:a16="http://schemas.microsoft.com/office/drawing/2014/main" id="{8B40069E-E932-4640-B943-51D4D068CE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65675" y="4090988"/>
            <a:ext cx="271462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m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80808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5074" name="Line 24">
            <a:extLst>
              <a:ext uri="{FF2B5EF4-FFF2-40B4-BE49-F238E27FC236}">
                <a16:creationId xmlns:a16="http://schemas.microsoft.com/office/drawing/2014/main" id="{ECE0176F-8F29-4CC7-9868-DC236D3AF99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649413" y="3055938"/>
            <a:ext cx="1328737" cy="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5075" name="Line 25">
            <a:extLst>
              <a:ext uri="{FF2B5EF4-FFF2-40B4-BE49-F238E27FC236}">
                <a16:creationId xmlns:a16="http://schemas.microsoft.com/office/drawing/2014/main" id="{E0B3545D-3176-4586-AD02-BAF092B8D46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408238" y="2609850"/>
            <a:ext cx="1587" cy="211455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5076" name="Rectangle 26">
            <a:extLst>
              <a:ext uri="{FF2B5EF4-FFF2-40B4-BE49-F238E27FC236}">
                <a16:creationId xmlns:a16="http://schemas.microsoft.com/office/drawing/2014/main" id="{BFB6C648-9191-41B9-9A3F-171ABB1623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1412" y="4213225"/>
            <a:ext cx="160338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500" b="0" i="0" u="none" strike="noStrike" kern="1200" cap="none" spc="0" normalizeH="0" baseline="0" noProof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80808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5077" name="Rectangle 27">
            <a:extLst>
              <a:ext uri="{FF2B5EF4-FFF2-40B4-BE49-F238E27FC236}">
                <a16:creationId xmlns:a16="http://schemas.microsoft.com/office/drawing/2014/main" id="{8407E4AC-6441-4B43-A179-14BD5587A5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0050" y="2628900"/>
            <a:ext cx="166688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x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5078" name="Rectangle 28">
            <a:extLst>
              <a:ext uri="{FF2B5EF4-FFF2-40B4-BE49-F238E27FC236}">
                <a16:creationId xmlns:a16="http://schemas.microsoft.com/office/drawing/2014/main" id="{DBD76C75-0370-41BC-AFA9-DFCF14250B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89113" y="2755900"/>
            <a:ext cx="161925" cy="258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7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5079" name="Rectangle 29">
            <a:extLst>
              <a:ext uri="{FF2B5EF4-FFF2-40B4-BE49-F238E27FC236}">
                <a16:creationId xmlns:a16="http://schemas.microsoft.com/office/drawing/2014/main" id="{C64F5B2F-18EF-4CCF-9ED2-45455A8D32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28825" y="2628900"/>
            <a:ext cx="166688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x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5080" name="Rectangle 30">
            <a:extLst>
              <a:ext uri="{FF2B5EF4-FFF2-40B4-BE49-F238E27FC236}">
                <a16:creationId xmlns:a16="http://schemas.microsoft.com/office/drawing/2014/main" id="{9DC3BCA4-DF44-4658-AF7A-2431B140CF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46300" y="2755900"/>
            <a:ext cx="161925" cy="258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7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2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5081" name="Rectangle 31">
            <a:extLst>
              <a:ext uri="{FF2B5EF4-FFF2-40B4-BE49-F238E27FC236}">
                <a16:creationId xmlns:a16="http://schemas.microsoft.com/office/drawing/2014/main" id="{5E88B30C-A71F-4A09-B117-77AEE826B4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7675" y="3135313"/>
            <a:ext cx="18097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5082" name="Rectangle 32">
            <a:extLst>
              <a:ext uri="{FF2B5EF4-FFF2-40B4-BE49-F238E27FC236}">
                <a16:creationId xmlns:a16="http://schemas.microsoft.com/office/drawing/2014/main" id="{CF82A234-AA76-407D-BB24-ECA7CF0D01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79625" y="3135313"/>
            <a:ext cx="18097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5083" name="Rectangle 33">
            <a:extLst>
              <a:ext uri="{FF2B5EF4-FFF2-40B4-BE49-F238E27FC236}">
                <a16:creationId xmlns:a16="http://schemas.microsoft.com/office/drawing/2014/main" id="{91F4DF45-A0E8-46C6-8915-36BC9EF702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7675" y="3519488"/>
            <a:ext cx="18097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5084" name="Rectangle 34">
            <a:extLst>
              <a:ext uri="{FF2B5EF4-FFF2-40B4-BE49-F238E27FC236}">
                <a16:creationId xmlns:a16="http://schemas.microsoft.com/office/drawing/2014/main" id="{695B26D2-2369-4404-98DF-1CE792F74A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79625" y="3519488"/>
            <a:ext cx="18097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5085" name="Rectangle 35">
            <a:extLst>
              <a:ext uri="{FF2B5EF4-FFF2-40B4-BE49-F238E27FC236}">
                <a16:creationId xmlns:a16="http://schemas.microsoft.com/office/drawing/2014/main" id="{1BD51D31-FA34-4404-AFE3-3ED9F54369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7675" y="3905250"/>
            <a:ext cx="18097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5086" name="Rectangle 36">
            <a:extLst>
              <a:ext uri="{FF2B5EF4-FFF2-40B4-BE49-F238E27FC236}">
                <a16:creationId xmlns:a16="http://schemas.microsoft.com/office/drawing/2014/main" id="{CE837C05-6904-496A-B59D-A55ED99711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79625" y="3905250"/>
            <a:ext cx="18097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5087" name="Rectangle 37">
            <a:extLst>
              <a:ext uri="{FF2B5EF4-FFF2-40B4-BE49-F238E27FC236}">
                <a16:creationId xmlns:a16="http://schemas.microsoft.com/office/drawing/2014/main" id="{2036D3C1-55F9-4C0D-90EE-2BB4CDEA79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7675" y="4287838"/>
            <a:ext cx="18097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5088" name="Rectangle 38">
            <a:extLst>
              <a:ext uri="{FF2B5EF4-FFF2-40B4-BE49-F238E27FC236}">
                <a16:creationId xmlns:a16="http://schemas.microsoft.com/office/drawing/2014/main" id="{705C138C-7897-4F88-A09B-E0A48F7673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79625" y="4287838"/>
            <a:ext cx="18097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5089" name="Rectangle 39">
            <a:extLst>
              <a:ext uri="{FF2B5EF4-FFF2-40B4-BE49-F238E27FC236}">
                <a16:creationId xmlns:a16="http://schemas.microsoft.com/office/drawing/2014/main" id="{06F29B46-6390-4C0D-9521-1B5A514BA4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98738" y="3132138"/>
            <a:ext cx="203200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5090" name="Rectangle 41">
            <a:extLst>
              <a:ext uri="{FF2B5EF4-FFF2-40B4-BE49-F238E27FC236}">
                <a16:creationId xmlns:a16="http://schemas.microsoft.com/office/drawing/2014/main" id="{6737BBC0-C3B8-47E4-A531-D2E109FD92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98738" y="3514725"/>
            <a:ext cx="203200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5091" name="Rectangle 43">
            <a:extLst>
              <a:ext uri="{FF2B5EF4-FFF2-40B4-BE49-F238E27FC236}">
                <a16:creationId xmlns:a16="http://schemas.microsoft.com/office/drawing/2014/main" id="{888AB16B-E573-4F5B-85A6-D06A390B2F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98738" y="4284663"/>
            <a:ext cx="203200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5092" name="Rectangle 45">
            <a:extLst>
              <a:ext uri="{FF2B5EF4-FFF2-40B4-BE49-F238E27FC236}">
                <a16:creationId xmlns:a16="http://schemas.microsoft.com/office/drawing/2014/main" id="{55D44A14-ED08-4CB5-90F6-2D8D4E110A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98738" y="3898900"/>
            <a:ext cx="203200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grpSp>
        <p:nvGrpSpPr>
          <p:cNvPr id="45093" name="Group 48">
            <a:extLst>
              <a:ext uri="{FF2B5EF4-FFF2-40B4-BE49-F238E27FC236}">
                <a16:creationId xmlns:a16="http://schemas.microsoft.com/office/drawing/2014/main" id="{88314736-3316-46B9-8392-D77FE5BEE39A}"/>
              </a:ext>
            </a:extLst>
          </p:cNvPr>
          <p:cNvGrpSpPr>
            <a:grpSpLocks/>
          </p:cNvGrpSpPr>
          <p:nvPr/>
        </p:nvGrpSpPr>
        <p:grpSpPr bwMode="auto">
          <a:xfrm>
            <a:off x="4402137" y="2730500"/>
            <a:ext cx="279400" cy="387350"/>
            <a:chOff x="3339" y="1451"/>
            <a:chExt cx="176" cy="244"/>
          </a:xfrm>
        </p:grpSpPr>
        <p:sp>
          <p:nvSpPr>
            <p:cNvPr id="45103" name="Rectangle 49">
              <a:extLst>
                <a:ext uri="{FF2B5EF4-FFF2-40B4-BE49-F238E27FC236}">
                  <a16:creationId xmlns:a16="http://schemas.microsoft.com/office/drawing/2014/main" id="{54C2DCE9-CAD4-4A4B-B38E-B0A0758CE3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39" y="1451"/>
              <a:ext cx="105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x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5104" name="Rectangle 50">
              <a:extLst>
                <a:ext uri="{FF2B5EF4-FFF2-40B4-BE49-F238E27FC236}">
                  <a16:creationId xmlns:a16="http://schemas.microsoft.com/office/drawing/2014/main" id="{3DBCE551-52DF-4B7D-89D1-EB888F1C56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3" y="1532"/>
              <a:ext cx="102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7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1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</p:grpSp>
      <p:grpSp>
        <p:nvGrpSpPr>
          <p:cNvPr id="45094" name="Group 42">
            <a:extLst>
              <a:ext uri="{FF2B5EF4-FFF2-40B4-BE49-F238E27FC236}">
                <a16:creationId xmlns:a16="http://schemas.microsoft.com/office/drawing/2014/main" id="{E977F7EC-65C3-437A-A267-893A560E169B}"/>
              </a:ext>
            </a:extLst>
          </p:cNvPr>
          <p:cNvGrpSpPr>
            <a:grpSpLocks/>
          </p:cNvGrpSpPr>
          <p:nvPr/>
        </p:nvGrpSpPr>
        <p:grpSpPr bwMode="auto">
          <a:xfrm>
            <a:off x="1066800" y="3048000"/>
            <a:ext cx="328613" cy="1503363"/>
            <a:chOff x="533400" y="2973388"/>
            <a:chExt cx="328613" cy="1503362"/>
          </a:xfrm>
        </p:grpSpPr>
        <p:sp>
          <p:nvSpPr>
            <p:cNvPr id="45095" name="Rectangle 39">
              <a:extLst>
                <a:ext uri="{FF2B5EF4-FFF2-40B4-BE49-F238E27FC236}">
                  <a16:creationId xmlns:a16="http://schemas.microsoft.com/office/drawing/2014/main" id="{1D630038-AFD4-4BB6-BC16-2F29B76DCA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3400" y="2973388"/>
              <a:ext cx="234950" cy="288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m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5096" name="Rectangle 40">
              <a:extLst>
                <a:ext uri="{FF2B5EF4-FFF2-40B4-BE49-F238E27FC236}">
                  <a16:creationId xmlns:a16="http://schemas.microsoft.com/office/drawing/2014/main" id="{9D6D7C44-D12A-4866-814B-9F12B15304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9138" y="3095626"/>
              <a:ext cx="142875" cy="228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5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0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5097" name="Rectangle 41">
              <a:extLst>
                <a:ext uri="{FF2B5EF4-FFF2-40B4-BE49-F238E27FC236}">
                  <a16:creationId xmlns:a16="http://schemas.microsoft.com/office/drawing/2014/main" id="{668B6068-592B-48FA-A49F-16C3E4E0E7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3400" y="3355976"/>
              <a:ext cx="234950" cy="288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m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5098" name="Rectangle 42">
              <a:extLst>
                <a:ext uri="{FF2B5EF4-FFF2-40B4-BE49-F238E27FC236}">
                  <a16:creationId xmlns:a16="http://schemas.microsoft.com/office/drawing/2014/main" id="{2C2BFF8D-011B-45F2-803B-C8B80ACE4C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9138" y="3479801"/>
              <a:ext cx="142875" cy="228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5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1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5099" name="Rectangle 43">
              <a:extLst>
                <a:ext uri="{FF2B5EF4-FFF2-40B4-BE49-F238E27FC236}">
                  <a16:creationId xmlns:a16="http://schemas.microsoft.com/office/drawing/2014/main" id="{9A14F472-7174-45E2-A569-357F8EEFCC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3400" y="4125912"/>
              <a:ext cx="234950" cy="288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m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5100" name="Rectangle 44">
              <a:extLst>
                <a:ext uri="{FF2B5EF4-FFF2-40B4-BE49-F238E27FC236}">
                  <a16:creationId xmlns:a16="http://schemas.microsoft.com/office/drawing/2014/main" id="{35357D06-8500-4A2D-BB9E-A69C997FC9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9138" y="4248150"/>
              <a:ext cx="142875" cy="228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5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3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5101" name="Rectangle 45">
              <a:extLst>
                <a:ext uri="{FF2B5EF4-FFF2-40B4-BE49-F238E27FC236}">
                  <a16:creationId xmlns:a16="http://schemas.microsoft.com/office/drawing/2014/main" id="{C05933FF-DC69-4DA4-B62A-0BEC137523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3400" y="3740150"/>
              <a:ext cx="234950" cy="288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m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5102" name="Rectangle 46">
              <a:extLst>
                <a:ext uri="{FF2B5EF4-FFF2-40B4-BE49-F238E27FC236}">
                  <a16:creationId xmlns:a16="http://schemas.microsoft.com/office/drawing/2014/main" id="{42D3699C-889F-4242-9377-E33EEF6243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9138" y="3863975"/>
              <a:ext cx="142875" cy="228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5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2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</p:grpSp>
      <p:sp>
        <p:nvSpPr>
          <p:cNvPr id="52" name="Rectangle 3">
            <a:extLst>
              <a:ext uri="{FF2B5EF4-FFF2-40B4-BE49-F238E27FC236}">
                <a16:creationId xmlns:a16="http://schemas.microsoft.com/office/drawing/2014/main" id="{6322B430-BF47-48AD-AC6A-57AAACD0AE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89401" y="3408363"/>
            <a:ext cx="1166813" cy="1139825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3" name="Line 4">
            <a:extLst>
              <a:ext uri="{FF2B5EF4-FFF2-40B4-BE49-F238E27FC236}">
                <a16:creationId xmlns:a16="http://schemas.microsoft.com/office/drawing/2014/main" id="{DABCE749-7661-4100-A3C0-B05255E2B49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589401" y="3978275"/>
            <a:ext cx="1166813" cy="1588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4" name="Line 5">
            <a:extLst>
              <a:ext uri="{FF2B5EF4-FFF2-40B4-BE49-F238E27FC236}">
                <a16:creationId xmlns:a16="http://schemas.microsoft.com/office/drawing/2014/main" id="{20E663A0-6B44-4819-8DF1-AEC7E031930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159314" y="3408363"/>
            <a:ext cx="1587" cy="1139825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5" name="Line 6">
            <a:extLst>
              <a:ext uri="{FF2B5EF4-FFF2-40B4-BE49-F238E27FC236}">
                <a16:creationId xmlns:a16="http://schemas.microsoft.com/office/drawing/2014/main" id="{FB038662-88CA-4D14-ACDB-248ACDCA1579}"/>
              </a:ext>
            </a:extLst>
          </p:cNvPr>
          <p:cNvSpPr>
            <a:spLocks noChangeShapeType="1"/>
          </p:cNvSpPr>
          <p:nvPr/>
        </p:nvSpPr>
        <p:spPr bwMode="auto">
          <a:xfrm>
            <a:off x="7019489" y="2838450"/>
            <a:ext cx="569912" cy="569913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grpSp>
        <p:nvGrpSpPr>
          <p:cNvPr id="56" name="Group 47">
            <a:extLst>
              <a:ext uri="{FF2B5EF4-FFF2-40B4-BE49-F238E27FC236}">
                <a16:creationId xmlns:a16="http://schemas.microsoft.com/office/drawing/2014/main" id="{FEC1C3D7-9ADA-4EB7-936D-2DF25D12FB0B}"/>
              </a:ext>
            </a:extLst>
          </p:cNvPr>
          <p:cNvGrpSpPr>
            <a:grpSpLocks/>
          </p:cNvGrpSpPr>
          <p:nvPr/>
        </p:nvGrpSpPr>
        <p:grpSpPr bwMode="auto">
          <a:xfrm>
            <a:off x="6927414" y="2919413"/>
            <a:ext cx="279400" cy="387350"/>
            <a:chOff x="3339" y="1451"/>
            <a:chExt cx="176" cy="244"/>
          </a:xfrm>
        </p:grpSpPr>
        <p:sp>
          <p:nvSpPr>
            <p:cNvPr id="57" name="Rectangle 9">
              <a:extLst>
                <a:ext uri="{FF2B5EF4-FFF2-40B4-BE49-F238E27FC236}">
                  <a16:creationId xmlns:a16="http://schemas.microsoft.com/office/drawing/2014/main" id="{7D9917FC-F242-4AD4-B5D3-AF8A98587D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39" y="1451"/>
              <a:ext cx="105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x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58" name="Rectangle 10">
              <a:extLst>
                <a:ext uri="{FF2B5EF4-FFF2-40B4-BE49-F238E27FC236}">
                  <a16:creationId xmlns:a16="http://schemas.microsoft.com/office/drawing/2014/main" id="{89F68A81-DC5B-4FA3-ABE9-5BA33DB02F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3" y="1532"/>
              <a:ext cx="102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7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2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</p:grpSp>
      <p:sp>
        <p:nvSpPr>
          <p:cNvPr id="59" name="Rectangle 13">
            <a:extLst>
              <a:ext uri="{FF2B5EF4-FFF2-40B4-BE49-F238E27FC236}">
                <a16:creationId xmlns:a16="http://schemas.microsoft.com/office/drawing/2014/main" id="{FDAF0788-8547-4499-8FE8-D2859C5BC2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17939" y="3571875"/>
            <a:ext cx="18097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60" name="Rectangle 14">
            <a:extLst>
              <a:ext uri="{FF2B5EF4-FFF2-40B4-BE49-F238E27FC236}">
                <a16:creationId xmlns:a16="http://schemas.microsoft.com/office/drawing/2014/main" id="{1848FEF1-6F36-4591-910D-26D44BE813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03651" y="4148138"/>
            <a:ext cx="18097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61" name="Rectangle 15">
            <a:extLst>
              <a:ext uri="{FF2B5EF4-FFF2-40B4-BE49-F238E27FC236}">
                <a16:creationId xmlns:a16="http://schemas.microsoft.com/office/drawing/2014/main" id="{E9C830A2-A645-47A0-8F27-EA0DC78F9C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25939" y="3090863"/>
            <a:ext cx="18097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62" name="Rectangle 16">
            <a:extLst>
              <a:ext uri="{FF2B5EF4-FFF2-40B4-BE49-F238E27FC236}">
                <a16:creationId xmlns:a16="http://schemas.microsoft.com/office/drawing/2014/main" id="{9A645C8B-4A5F-4A51-8F75-3BABB88845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03789" y="3090863"/>
            <a:ext cx="18097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63" name="Rectangle 17">
            <a:extLst>
              <a:ext uri="{FF2B5EF4-FFF2-40B4-BE49-F238E27FC236}">
                <a16:creationId xmlns:a16="http://schemas.microsoft.com/office/drawing/2014/main" id="{39D464F7-F5EC-4582-955B-B0673ADA25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14826" y="3556000"/>
            <a:ext cx="136525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64" name="Rectangle 19">
            <a:extLst>
              <a:ext uri="{FF2B5EF4-FFF2-40B4-BE49-F238E27FC236}">
                <a16:creationId xmlns:a16="http://schemas.microsoft.com/office/drawing/2014/main" id="{B0699818-F1AF-48F6-B74A-9CB24BDCCA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03789" y="3556000"/>
            <a:ext cx="136525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65" name="Rectangle 21">
            <a:extLst>
              <a:ext uri="{FF2B5EF4-FFF2-40B4-BE49-F238E27FC236}">
                <a16:creationId xmlns:a16="http://schemas.microsoft.com/office/drawing/2014/main" id="{A272452E-2BD4-4E6C-94D7-061C7CA5F8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03789" y="4103688"/>
            <a:ext cx="136525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66" name="Rectangle 23">
            <a:extLst>
              <a:ext uri="{FF2B5EF4-FFF2-40B4-BE49-F238E27FC236}">
                <a16:creationId xmlns:a16="http://schemas.microsoft.com/office/drawing/2014/main" id="{D869A09B-A6D6-4166-991D-D4A053EB8A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14826" y="4103688"/>
            <a:ext cx="136525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grpSp>
        <p:nvGrpSpPr>
          <p:cNvPr id="67" name="Group 48">
            <a:extLst>
              <a:ext uri="{FF2B5EF4-FFF2-40B4-BE49-F238E27FC236}">
                <a16:creationId xmlns:a16="http://schemas.microsoft.com/office/drawing/2014/main" id="{EB66A0EA-8A90-4E6A-ACDE-E3CF47130EF9}"/>
              </a:ext>
            </a:extLst>
          </p:cNvPr>
          <p:cNvGrpSpPr>
            <a:grpSpLocks/>
          </p:cNvGrpSpPr>
          <p:nvPr/>
        </p:nvGrpSpPr>
        <p:grpSpPr bwMode="auto">
          <a:xfrm>
            <a:off x="7367151" y="2743200"/>
            <a:ext cx="279400" cy="387350"/>
            <a:chOff x="3339" y="1451"/>
            <a:chExt cx="176" cy="244"/>
          </a:xfrm>
        </p:grpSpPr>
        <p:sp>
          <p:nvSpPr>
            <p:cNvPr id="68" name="Rectangle 49">
              <a:extLst>
                <a:ext uri="{FF2B5EF4-FFF2-40B4-BE49-F238E27FC236}">
                  <a16:creationId xmlns:a16="http://schemas.microsoft.com/office/drawing/2014/main" id="{878F91E4-D352-4FA4-8FEA-707EFFFBF4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39" y="1451"/>
              <a:ext cx="105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x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69" name="Rectangle 50">
              <a:extLst>
                <a:ext uri="{FF2B5EF4-FFF2-40B4-BE49-F238E27FC236}">
                  <a16:creationId xmlns:a16="http://schemas.microsoft.com/office/drawing/2014/main" id="{26CDDFBF-2608-4A08-8ACB-406964E8E6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3" y="1532"/>
              <a:ext cx="102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7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1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</p:grpSp>
      <p:sp>
        <p:nvSpPr>
          <p:cNvPr id="2" name="Arrow: Right 1">
            <a:extLst>
              <a:ext uri="{FF2B5EF4-FFF2-40B4-BE49-F238E27FC236}">
                <a16:creationId xmlns:a16="http://schemas.microsoft.com/office/drawing/2014/main" id="{68D308D3-5812-422D-85BC-8AD6AD2BBA7C}"/>
              </a:ext>
            </a:extLst>
          </p:cNvPr>
          <p:cNvSpPr/>
          <p:nvPr/>
        </p:nvSpPr>
        <p:spPr>
          <a:xfrm>
            <a:off x="6096000" y="3638550"/>
            <a:ext cx="948889" cy="43020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Title 1">
            <a:extLst>
              <a:ext uri="{FF2B5EF4-FFF2-40B4-BE49-F238E27FC236}">
                <a16:creationId xmlns:a16="http://schemas.microsoft.com/office/drawing/2014/main" id="{3833E56C-FBC8-4B01-A599-0879FDB53F3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" y="67664"/>
            <a:ext cx="8686800" cy="466126"/>
          </a:xfrm>
        </p:spPr>
        <p:txBody>
          <a:bodyPr/>
          <a:lstStyle/>
          <a:p>
            <a:r>
              <a:rPr lang="en-US" altLang="en-US" sz="3400" dirty="0"/>
              <a:t>3. Group</a:t>
            </a:r>
          </a:p>
        </p:txBody>
      </p:sp>
      <p:sp>
        <p:nvSpPr>
          <p:cNvPr id="47106" name="Rectangle 3">
            <a:extLst>
              <a:ext uri="{FF2B5EF4-FFF2-40B4-BE49-F238E27FC236}">
                <a16:creationId xmlns:a16="http://schemas.microsoft.com/office/drawing/2014/main" id="{2DBD521C-3F01-4A0B-891F-2B6FE98B1A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05475" y="1319213"/>
            <a:ext cx="1166813" cy="1139825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7107" name="Line 4">
            <a:extLst>
              <a:ext uri="{FF2B5EF4-FFF2-40B4-BE49-F238E27FC236}">
                <a16:creationId xmlns:a16="http://schemas.microsoft.com/office/drawing/2014/main" id="{C45AA350-26E8-43B8-856E-DCE9D84FDEB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705475" y="1889125"/>
            <a:ext cx="1166813" cy="1588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7108" name="Line 5">
            <a:extLst>
              <a:ext uri="{FF2B5EF4-FFF2-40B4-BE49-F238E27FC236}">
                <a16:creationId xmlns:a16="http://schemas.microsoft.com/office/drawing/2014/main" id="{B1278A82-3D85-4A05-972C-020482F5818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275388" y="1319213"/>
            <a:ext cx="1587" cy="1139825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7109" name="Line 6">
            <a:extLst>
              <a:ext uri="{FF2B5EF4-FFF2-40B4-BE49-F238E27FC236}">
                <a16:creationId xmlns:a16="http://schemas.microsoft.com/office/drawing/2014/main" id="{F615D235-EAF8-4AF2-B22F-ADEBABA92B36}"/>
              </a:ext>
            </a:extLst>
          </p:cNvPr>
          <p:cNvSpPr>
            <a:spLocks noChangeShapeType="1"/>
          </p:cNvSpPr>
          <p:nvPr/>
        </p:nvSpPr>
        <p:spPr bwMode="auto">
          <a:xfrm>
            <a:off x="5135563" y="749300"/>
            <a:ext cx="569912" cy="569913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grpSp>
        <p:nvGrpSpPr>
          <p:cNvPr id="47110" name="Group 47">
            <a:extLst>
              <a:ext uri="{FF2B5EF4-FFF2-40B4-BE49-F238E27FC236}">
                <a16:creationId xmlns:a16="http://schemas.microsoft.com/office/drawing/2014/main" id="{7277CA85-B229-449B-BB77-68862E9330C2}"/>
              </a:ext>
            </a:extLst>
          </p:cNvPr>
          <p:cNvGrpSpPr>
            <a:grpSpLocks/>
          </p:cNvGrpSpPr>
          <p:nvPr/>
        </p:nvGrpSpPr>
        <p:grpSpPr bwMode="auto">
          <a:xfrm>
            <a:off x="5043488" y="830263"/>
            <a:ext cx="279400" cy="387350"/>
            <a:chOff x="3339" y="1451"/>
            <a:chExt cx="176" cy="244"/>
          </a:xfrm>
        </p:grpSpPr>
        <p:sp>
          <p:nvSpPr>
            <p:cNvPr id="47149" name="Rectangle 9">
              <a:extLst>
                <a:ext uri="{FF2B5EF4-FFF2-40B4-BE49-F238E27FC236}">
                  <a16:creationId xmlns:a16="http://schemas.microsoft.com/office/drawing/2014/main" id="{775DAF5E-1A5F-4915-B3AE-2EADCAB769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39" y="1451"/>
              <a:ext cx="105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x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7150" name="Rectangle 10">
              <a:extLst>
                <a:ext uri="{FF2B5EF4-FFF2-40B4-BE49-F238E27FC236}">
                  <a16:creationId xmlns:a16="http://schemas.microsoft.com/office/drawing/2014/main" id="{60AC658E-2F50-4A6B-AF68-58145EA5BD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3" y="1532"/>
              <a:ext cx="102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7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2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</p:grpSp>
      <p:sp>
        <p:nvSpPr>
          <p:cNvPr id="47111" name="Rectangle 13">
            <a:extLst>
              <a:ext uri="{FF2B5EF4-FFF2-40B4-BE49-F238E27FC236}">
                <a16:creationId xmlns:a16="http://schemas.microsoft.com/office/drawing/2014/main" id="{F8F64F16-4A8E-40A2-807B-B3DC5C6422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34013" y="1482725"/>
            <a:ext cx="18097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7112" name="Rectangle 14">
            <a:extLst>
              <a:ext uri="{FF2B5EF4-FFF2-40B4-BE49-F238E27FC236}">
                <a16:creationId xmlns:a16="http://schemas.microsoft.com/office/drawing/2014/main" id="{7A3DFDCB-E51C-429B-B276-B517B4A4B3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9725" y="2058988"/>
            <a:ext cx="18097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7113" name="Rectangle 15">
            <a:extLst>
              <a:ext uri="{FF2B5EF4-FFF2-40B4-BE49-F238E27FC236}">
                <a16:creationId xmlns:a16="http://schemas.microsoft.com/office/drawing/2014/main" id="{86DA560A-0345-467D-BA4C-7C7E3AF832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42013" y="1001713"/>
            <a:ext cx="18097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7114" name="Rectangle 16">
            <a:extLst>
              <a:ext uri="{FF2B5EF4-FFF2-40B4-BE49-F238E27FC236}">
                <a16:creationId xmlns:a16="http://schemas.microsoft.com/office/drawing/2014/main" id="{857CFDA0-C6E7-4C29-82F5-FC1423A018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19863" y="1001713"/>
            <a:ext cx="18097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7115" name="Rectangle 17">
            <a:extLst>
              <a:ext uri="{FF2B5EF4-FFF2-40B4-BE49-F238E27FC236}">
                <a16:creationId xmlns:a16="http://schemas.microsoft.com/office/drawing/2014/main" id="{5A0C2345-F8E4-461C-8F0D-BB53F2D46C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30900" y="1466850"/>
            <a:ext cx="136525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7116" name="Rectangle 19">
            <a:extLst>
              <a:ext uri="{FF2B5EF4-FFF2-40B4-BE49-F238E27FC236}">
                <a16:creationId xmlns:a16="http://schemas.microsoft.com/office/drawing/2014/main" id="{6A4D842A-B437-4431-8B3B-D2169463EE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19863" y="1466850"/>
            <a:ext cx="136525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7117" name="Rectangle 21">
            <a:extLst>
              <a:ext uri="{FF2B5EF4-FFF2-40B4-BE49-F238E27FC236}">
                <a16:creationId xmlns:a16="http://schemas.microsoft.com/office/drawing/2014/main" id="{2D24D0C1-0DBE-4A79-AAD1-2D57E6AA44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19863" y="2014538"/>
            <a:ext cx="136525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7118" name="Rectangle 23">
            <a:extLst>
              <a:ext uri="{FF2B5EF4-FFF2-40B4-BE49-F238E27FC236}">
                <a16:creationId xmlns:a16="http://schemas.microsoft.com/office/drawing/2014/main" id="{08F6E9AA-026F-4F1B-A31E-C1D85A2841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30900" y="2014538"/>
            <a:ext cx="136525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7119" name="Line 24">
            <a:extLst>
              <a:ext uri="{FF2B5EF4-FFF2-40B4-BE49-F238E27FC236}">
                <a16:creationId xmlns:a16="http://schemas.microsoft.com/office/drawing/2014/main" id="{1AD200B2-E79C-4D91-BE11-73EDBC61088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259013" y="979488"/>
            <a:ext cx="1328737" cy="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7120" name="Line 25">
            <a:extLst>
              <a:ext uri="{FF2B5EF4-FFF2-40B4-BE49-F238E27FC236}">
                <a16:creationId xmlns:a16="http://schemas.microsoft.com/office/drawing/2014/main" id="{D04E13A0-C0BE-4E9F-824D-F28681D181C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017838" y="533400"/>
            <a:ext cx="1587" cy="211455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7121" name="Rectangle 27">
            <a:extLst>
              <a:ext uri="{FF2B5EF4-FFF2-40B4-BE49-F238E27FC236}">
                <a16:creationId xmlns:a16="http://schemas.microsoft.com/office/drawing/2014/main" id="{6DEE3167-CB62-4A14-9AFF-4B2958B5C0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79650" y="552450"/>
            <a:ext cx="166688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x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7122" name="Rectangle 28">
            <a:extLst>
              <a:ext uri="{FF2B5EF4-FFF2-40B4-BE49-F238E27FC236}">
                <a16:creationId xmlns:a16="http://schemas.microsoft.com/office/drawing/2014/main" id="{BC2319EE-1F80-4E2E-BA10-9A72E99C7E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98713" y="679450"/>
            <a:ext cx="161925" cy="258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7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7123" name="Rectangle 29">
            <a:extLst>
              <a:ext uri="{FF2B5EF4-FFF2-40B4-BE49-F238E27FC236}">
                <a16:creationId xmlns:a16="http://schemas.microsoft.com/office/drawing/2014/main" id="{CEDA1FD1-EA12-4497-9045-F484EB1D02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38425" y="552450"/>
            <a:ext cx="166688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x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7124" name="Rectangle 30">
            <a:extLst>
              <a:ext uri="{FF2B5EF4-FFF2-40B4-BE49-F238E27FC236}">
                <a16:creationId xmlns:a16="http://schemas.microsoft.com/office/drawing/2014/main" id="{B40E07A9-BD5F-4EEC-B9B9-39EC1339C6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55900" y="679450"/>
            <a:ext cx="161925" cy="258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7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2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7125" name="Rectangle 31">
            <a:extLst>
              <a:ext uri="{FF2B5EF4-FFF2-40B4-BE49-F238E27FC236}">
                <a16:creationId xmlns:a16="http://schemas.microsoft.com/office/drawing/2014/main" id="{B1A7EA8B-1C43-4951-91A8-B0A0F7F4BA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27275" y="1058863"/>
            <a:ext cx="18097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7126" name="Rectangle 32">
            <a:extLst>
              <a:ext uri="{FF2B5EF4-FFF2-40B4-BE49-F238E27FC236}">
                <a16:creationId xmlns:a16="http://schemas.microsoft.com/office/drawing/2014/main" id="{18D25B10-E1C4-41B7-94BF-D5F2303B50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89225" y="1058863"/>
            <a:ext cx="18097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7127" name="Rectangle 33">
            <a:extLst>
              <a:ext uri="{FF2B5EF4-FFF2-40B4-BE49-F238E27FC236}">
                <a16:creationId xmlns:a16="http://schemas.microsoft.com/office/drawing/2014/main" id="{36BC3F24-CFE1-4C78-B227-16CDEAE9F7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27275" y="1443038"/>
            <a:ext cx="18097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7128" name="Rectangle 34">
            <a:extLst>
              <a:ext uri="{FF2B5EF4-FFF2-40B4-BE49-F238E27FC236}">
                <a16:creationId xmlns:a16="http://schemas.microsoft.com/office/drawing/2014/main" id="{F9AA0A42-FE83-4B2E-BD67-716AE345CE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89225" y="1443038"/>
            <a:ext cx="18097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7129" name="Rectangle 35">
            <a:extLst>
              <a:ext uri="{FF2B5EF4-FFF2-40B4-BE49-F238E27FC236}">
                <a16:creationId xmlns:a16="http://schemas.microsoft.com/office/drawing/2014/main" id="{DB534A70-EBF8-44F7-8D10-FE14DDC379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27275" y="1828800"/>
            <a:ext cx="18097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7130" name="Rectangle 36">
            <a:extLst>
              <a:ext uri="{FF2B5EF4-FFF2-40B4-BE49-F238E27FC236}">
                <a16:creationId xmlns:a16="http://schemas.microsoft.com/office/drawing/2014/main" id="{ED2D87D0-6758-4B3A-93DF-EFBC20E026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89225" y="1828800"/>
            <a:ext cx="18097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7131" name="Rectangle 37">
            <a:extLst>
              <a:ext uri="{FF2B5EF4-FFF2-40B4-BE49-F238E27FC236}">
                <a16:creationId xmlns:a16="http://schemas.microsoft.com/office/drawing/2014/main" id="{2C8D12AC-5B61-47E8-B81E-EF409BCA51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27275" y="2211388"/>
            <a:ext cx="18097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7132" name="Rectangle 38">
            <a:extLst>
              <a:ext uri="{FF2B5EF4-FFF2-40B4-BE49-F238E27FC236}">
                <a16:creationId xmlns:a16="http://schemas.microsoft.com/office/drawing/2014/main" id="{50FC9E08-D734-4860-8BE8-8CEA4A7332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89225" y="2211388"/>
            <a:ext cx="18097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7133" name="Rectangle 39">
            <a:extLst>
              <a:ext uri="{FF2B5EF4-FFF2-40B4-BE49-F238E27FC236}">
                <a16:creationId xmlns:a16="http://schemas.microsoft.com/office/drawing/2014/main" id="{63ECF62E-101F-4E50-B12E-76667EF29E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8338" y="1055688"/>
            <a:ext cx="203200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7134" name="Rectangle 41">
            <a:extLst>
              <a:ext uri="{FF2B5EF4-FFF2-40B4-BE49-F238E27FC236}">
                <a16:creationId xmlns:a16="http://schemas.microsoft.com/office/drawing/2014/main" id="{C242103F-EDCE-434F-AFCA-8FFAFF5E61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8338" y="1438275"/>
            <a:ext cx="203200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7135" name="Rectangle 43">
            <a:extLst>
              <a:ext uri="{FF2B5EF4-FFF2-40B4-BE49-F238E27FC236}">
                <a16:creationId xmlns:a16="http://schemas.microsoft.com/office/drawing/2014/main" id="{3EDE8C97-F399-4BE1-A63B-3256F2082F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8338" y="2208213"/>
            <a:ext cx="203200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7136" name="Rectangle 45">
            <a:extLst>
              <a:ext uri="{FF2B5EF4-FFF2-40B4-BE49-F238E27FC236}">
                <a16:creationId xmlns:a16="http://schemas.microsoft.com/office/drawing/2014/main" id="{CD71A4FB-3570-4804-98AD-C9B9EC1493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8338" y="1822450"/>
            <a:ext cx="203200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grpSp>
        <p:nvGrpSpPr>
          <p:cNvPr id="47137" name="Group 48">
            <a:extLst>
              <a:ext uri="{FF2B5EF4-FFF2-40B4-BE49-F238E27FC236}">
                <a16:creationId xmlns:a16="http://schemas.microsoft.com/office/drawing/2014/main" id="{9ACF15F9-2607-43D7-9E68-F98C61618A57}"/>
              </a:ext>
            </a:extLst>
          </p:cNvPr>
          <p:cNvGrpSpPr>
            <a:grpSpLocks/>
          </p:cNvGrpSpPr>
          <p:nvPr/>
        </p:nvGrpSpPr>
        <p:grpSpPr bwMode="auto">
          <a:xfrm>
            <a:off x="5483225" y="654050"/>
            <a:ext cx="279400" cy="387350"/>
            <a:chOff x="3339" y="1451"/>
            <a:chExt cx="176" cy="244"/>
          </a:xfrm>
        </p:grpSpPr>
        <p:sp>
          <p:nvSpPr>
            <p:cNvPr id="47147" name="Rectangle 49">
              <a:extLst>
                <a:ext uri="{FF2B5EF4-FFF2-40B4-BE49-F238E27FC236}">
                  <a16:creationId xmlns:a16="http://schemas.microsoft.com/office/drawing/2014/main" id="{43F6AAE8-1909-4AF3-9702-C06B305225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39" y="1451"/>
              <a:ext cx="105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x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7148" name="Rectangle 50">
              <a:extLst>
                <a:ext uri="{FF2B5EF4-FFF2-40B4-BE49-F238E27FC236}">
                  <a16:creationId xmlns:a16="http://schemas.microsoft.com/office/drawing/2014/main" id="{204FF851-C264-4FDD-A73C-0FF5FE15AC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3" y="1532"/>
              <a:ext cx="102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7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1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</p:grpSp>
      <p:grpSp>
        <p:nvGrpSpPr>
          <p:cNvPr id="47138" name="Group 38">
            <a:extLst>
              <a:ext uri="{FF2B5EF4-FFF2-40B4-BE49-F238E27FC236}">
                <a16:creationId xmlns:a16="http://schemas.microsoft.com/office/drawing/2014/main" id="{9E8CEC7F-36AF-4BF5-BFA0-35AD1035C89E}"/>
              </a:ext>
            </a:extLst>
          </p:cNvPr>
          <p:cNvGrpSpPr>
            <a:grpSpLocks/>
          </p:cNvGrpSpPr>
          <p:nvPr/>
        </p:nvGrpSpPr>
        <p:grpSpPr bwMode="auto">
          <a:xfrm>
            <a:off x="1676400" y="971550"/>
            <a:ext cx="328613" cy="1503363"/>
            <a:chOff x="533400" y="2973388"/>
            <a:chExt cx="328613" cy="1503362"/>
          </a:xfrm>
        </p:grpSpPr>
        <p:sp>
          <p:nvSpPr>
            <p:cNvPr id="47139" name="Rectangle 39">
              <a:extLst>
                <a:ext uri="{FF2B5EF4-FFF2-40B4-BE49-F238E27FC236}">
                  <a16:creationId xmlns:a16="http://schemas.microsoft.com/office/drawing/2014/main" id="{67956CCE-F961-4158-83A0-9B95CA795C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3400" y="2973388"/>
              <a:ext cx="234950" cy="288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m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7140" name="Rectangle 40">
              <a:extLst>
                <a:ext uri="{FF2B5EF4-FFF2-40B4-BE49-F238E27FC236}">
                  <a16:creationId xmlns:a16="http://schemas.microsoft.com/office/drawing/2014/main" id="{79FC07AA-A5FA-497D-857A-7357E0B1B7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9138" y="3095626"/>
              <a:ext cx="142875" cy="228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5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0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7141" name="Rectangle 41">
              <a:extLst>
                <a:ext uri="{FF2B5EF4-FFF2-40B4-BE49-F238E27FC236}">
                  <a16:creationId xmlns:a16="http://schemas.microsoft.com/office/drawing/2014/main" id="{0F4EC741-3519-4CF2-B589-DBE59D02EE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3400" y="3355976"/>
              <a:ext cx="234950" cy="288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m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7142" name="Rectangle 42">
              <a:extLst>
                <a:ext uri="{FF2B5EF4-FFF2-40B4-BE49-F238E27FC236}">
                  <a16:creationId xmlns:a16="http://schemas.microsoft.com/office/drawing/2014/main" id="{76834F07-B3C4-47EF-930D-558BB8449D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9138" y="3479801"/>
              <a:ext cx="142875" cy="228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5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1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7143" name="Rectangle 43">
              <a:extLst>
                <a:ext uri="{FF2B5EF4-FFF2-40B4-BE49-F238E27FC236}">
                  <a16:creationId xmlns:a16="http://schemas.microsoft.com/office/drawing/2014/main" id="{9D60F9EB-4DCE-4AB9-B2FC-A68ACC446A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3400" y="4125912"/>
              <a:ext cx="234950" cy="288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m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7144" name="Rectangle 44">
              <a:extLst>
                <a:ext uri="{FF2B5EF4-FFF2-40B4-BE49-F238E27FC236}">
                  <a16:creationId xmlns:a16="http://schemas.microsoft.com/office/drawing/2014/main" id="{5B3C0064-C6D2-4EEE-9CE1-B9702CBDC2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9138" y="4248150"/>
              <a:ext cx="142875" cy="228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5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3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7145" name="Rectangle 45">
              <a:extLst>
                <a:ext uri="{FF2B5EF4-FFF2-40B4-BE49-F238E27FC236}">
                  <a16:creationId xmlns:a16="http://schemas.microsoft.com/office/drawing/2014/main" id="{B0C73EA4-2F76-4D84-9FDE-ECF36FBF65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3400" y="3740150"/>
              <a:ext cx="234950" cy="288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m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7146" name="Rectangle 46">
              <a:extLst>
                <a:ext uri="{FF2B5EF4-FFF2-40B4-BE49-F238E27FC236}">
                  <a16:creationId xmlns:a16="http://schemas.microsoft.com/office/drawing/2014/main" id="{85C27B97-93B2-4F04-ACF1-B895A4F0C2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9138" y="3863975"/>
              <a:ext cx="142875" cy="228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5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2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54FEEE89-92C7-437B-ADAE-FA859FE9EA93}"/>
              </a:ext>
            </a:extLst>
          </p:cNvPr>
          <p:cNvSpPr/>
          <p:nvPr/>
        </p:nvSpPr>
        <p:spPr>
          <a:xfrm>
            <a:off x="228600" y="2819400"/>
            <a:ext cx="8761413" cy="28684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en-US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  <a:cs typeface="+mn-cs"/>
              </a:rPr>
              <a:t>Group </a:t>
            </a:r>
            <a:r>
              <a:rPr kumimoji="0" lang="ja-JP" altLang="en-US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  <a:cs typeface="+mn-cs"/>
              </a:rPr>
              <a:t>“</a:t>
            </a:r>
            <a:r>
              <a:rPr kumimoji="0" lang="en-US" altLang="ja-JP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  <a:cs typeface="+mn-cs"/>
              </a:rPr>
              <a:t>1</a:t>
            </a:r>
            <a:r>
              <a:rPr kumimoji="0" lang="ja-JP" altLang="en-US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  <a:cs typeface="+mn-cs"/>
              </a:rPr>
              <a:t>”</a:t>
            </a:r>
            <a:r>
              <a:rPr kumimoji="0" lang="en-US" altLang="ja-JP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  <a:cs typeface="+mn-cs"/>
              </a:rPr>
              <a:t>s with rectangles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en-US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  <a:cs typeface="+mn-cs"/>
              </a:rPr>
              <a:t>Both sides a power of 2: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tabLst/>
              <a:defRPr/>
            </a:pPr>
            <a:r>
              <a:rPr kumimoji="0" lang="en-US" altLang="en-US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  <a:cs typeface="+mn-cs"/>
              </a:rPr>
              <a:t>1x1, 1x2, 2x1, 2x2, 1x4, 4x1, 2x4, 4x2, 4x4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en-US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  <a:cs typeface="+mn-cs"/>
              </a:rPr>
              <a:t>Can use the same </a:t>
            </a:r>
            <a:r>
              <a:rPr kumimoji="0" lang="en-US" altLang="en-US" sz="2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  <a:cs typeface="+mn-cs"/>
              </a:rPr>
              <a:t>minterm</a:t>
            </a:r>
            <a:r>
              <a:rPr kumimoji="0" lang="en-US" altLang="en-US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  <a:cs typeface="+mn-cs"/>
              </a:rPr>
              <a:t> more than once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en-US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  <a:cs typeface="+mn-cs"/>
              </a:rPr>
              <a:t>Can wrap around the edges of the map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en-US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  <a:cs typeface="+mn-cs"/>
              </a:rPr>
              <a:t>Try to use as </a:t>
            </a:r>
            <a:r>
              <a:rPr kumimoji="0" lang="en-US" altLang="en-US" sz="22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  <a:cs typeface="+mn-cs"/>
              </a:rPr>
              <a:t>few groups </a:t>
            </a:r>
            <a:r>
              <a:rPr kumimoji="0" lang="en-US" altLang="en-US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  <a:cs typeface="+mn-cs"/>
              </a:rPr>
              <a:t>as possible to cover all “1”s.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en-US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  <a:cs typeface="+mn-cs"/>
              </a:rPr>
              <a:t>For each group, try to make it </a:t>
            </a:r>
            <a:r>
              <a:rPr kumimoji="0" lang="en-US" altLang="en-US" sz="22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  <a:cs typeface="+mn-cs"/>
              </a:rPr>
              <a:t>as large as you can</a:t>
            </a:r>
            <a:endParaRPr kumimoji="0" lang="en-US" altLang="en-US" sz="2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MS PGothic" panose="020B0600070205080204" pitchFamily="34" charset="-128"/>
              <a:cs typeface="+mn-cs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Title 1">
            <a:extLst>
              <a:ext uri="{FF2B5EF4-FFF2-40B4-BE49-F238E27FC236}">
                <a16:creationId xmlns:a16="http://schemas.microsoft.com/office/drawing/2014/main" id="{77863BF4-1826-4C88-B9E6-9B43F3EAE56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3. Group</a:t>
            </a:r>
          </a:p>
        </p:txBody>
      </p:sp>
      <p:sp>
        <p:nvSpPr>
          <p:cNvPr id="48130" name="Rectangle 3">
            <a:extLst>
              <a:ext uri="{FF2B5EF4-FFF2-40B4-BE49-F238E27FC236}">
                <a16:creationId xmlns:a16="http://schemas.microsoft.com/office/drawing/2014/main" id="{EA755840-6A0E-4A87-AC56-D37960C432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05475" y="3395663"/>
            <a:ext cx="1166813" cy="1139825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8131" name="Line 4">
            <a:extLst>
              <a:ext uri="{FF2B5EF4-FFF2-40B4-BE49-F238E27FC236}">
                <a16:creationId xmlns:a16="http://schemas.microsoft.com/office/drawing/2014/main" id="{3F26C1C0-8B54-43C3-BEF3-6D1DA85C7A4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705475" y="3965575"/>
            <a:ext cx="1166813" cy="1588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8132" name="Line 5">
            <a:extLst>
              <a:ext uri="{FF2B5EF4-FFF2-40B4-BE49-F238E27FC236}">
                <a16:creationId xmlns:a16="http://schemas.microsoft.com/office/drawing/2014/main" id="{989A92FC-678F-4FE6-881B-7CC093B8361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275388" y="3395663"/>
            <a:ext cx="1587" cy="1139825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8133" name="Line 6">
            <a:extLst>
              <a:ext uri="{FF2B5EF4-FFF2-40B4-BE49-F238E27FC236}">
                <a16:creationId xmlns:a16="http://schemas.microsoft.com/office/drawing/2014/main" id="{20780948-0D5D-4CCD-9280-6702F6F0EF68}"/>
              </a:ext>
            </a:extLst>
          </p:cNvPr>
          <p:cNvSpPr>
            <a:spLocks noChangeShapeType="1"/>
          </p:cNvSpPr>
          <p:nvPr/>
        </p:nvSpPr>
        <p:spPr bwMode="auto">
          <a:xfrm>
            <a:off x="5135563" y="2825750"/>
            <a:ext cx="569912" cy="569913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grpSp>
        <p:nvGrpSpPr>
          <p:cNvPr id="48134" name="Group 47">
            <a:extLst>
              <a:ext uri="{FF2B5EF4-FFF2-40B4-BE49-F238E27FC236}">
                <a16:creationId xmlns:a16="http://schemas.microsoft.com/office/drawing/2014/main" id="{14831E4E-9FF9-4485-BA03-01B1D4BF8B80}"/>
              </a:ext>
            </a:extLst>
          </p:cNvPr>
          <p:cNvGrpSpPr>
            <a:grpSpLocks/>
          </p:cNvGrpSpPr>
          <p:nvPr/>
        </p:nvGrpSpPr>
        <p:grpSpPr bwMode="auto">
          <a:xfrm>
            <a:off x="5043488" y="2906713"/>
            <a:ext cx="279400" cy="387350"/>
            <a:chOff x="3339" y="1451"/>
            <a:chExt cx="176" cy="244"/>
          </a:xfrm>
        </p:grpSpPr>
        <p:sp>
          <p:nvSpPr>
            <p:cNvPr id="48174" name="Rectangle 9">
              <a:extLst>
                <a:ext uri="{FF2B5EF4-FFF2-40B4-BE49-F238E27FC236}">
                  <a16:creationId xmlns:a16="http://schemas.microsoft.com/office/drawing/2014/main" id="{62E8367A-5F0E-4189-BC23-5C8DCE59F4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39" y="1451"/>
              <a:ext cx="105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x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8175" name="Rectangle 10">
              <a:extLst>
                <a:ext uri="{FF2B5EF4-FFF2-40B4-BE49-F238E27FC236}">
                  <a16:creationId xmlns:a16="http://schemas.microsoft.com/office/drawing/2014/main" id="{00322AD9-3F29-40B8-A50A-8C6E889E2C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3" y="1532"/>
              <a:ext cx="102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7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2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</p:grpSp>
      <p:sp>
        <p:nvSpPr>
          <p:cNvPr id="48135" name="Rectangle 13">
            <a:extLst>
              <a:ext uri="{FF2B5EF4-FFF2-40B4-BE49-F238E27FC236}">
                <a16:creationId xmlns:a16="http://schemas.microsoft.com/office/drawing/2014/main" id="{B67D4FF8-A2E7-46EF-9694-A04A47C2F5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34013" y="3559175"/>
            <a:ext cx="18097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8136" name="Rectangle 14">
            <a:extLst>
              <a:ext uri="{FF2B5EF4-FFF2-40B4-BE49-F238E27FC236}">
                <a16:creationId xmlns:a16="http://schemas.microsoft.com/office/drawing/2014/main" id="{26ECC8D2-10E9-495C-8578-0490F1F7A9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9725" y="4135438"/>
            <a:ext cx="18097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8137" name="Rectangle 15">
            <a:extLst>
              <a:ext uri="{FF2B5EF4-FFF2-40B4-BE49-F238E27FC236}">
                <a16:creationId xmlns:a16="http://schemas.microsoft.com/office/drawing/2014/main" id="{EDED0617-759B-45BC-A9E3-0A6D8D5C9F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42013" y="3078163"/>
            <a:ext cx="18097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8138" name="Rectangle 16">
            <a:extLst>
              <a:ext uri="{FF2B5EF4-FFF2-40B4-BE49-F238E27FC236}">
                <a16:creationId xmlns:a16="http://schemas.microsoft.com/office/drawing/2014/main" id="{E4546300-1D0C-4C31-BEEB-DC41F709A8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19863" y="3078163"/>
            <a:ext cx="18097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8139" name="Rectangle 17">
            <a:extLst>
              <a:ext uri="{FF2B5EF4-FFF2-40B4-BE49-F238E27FC236}">
                <a16:creationId xmlns:a16="http://schemas.microsoft.com/office/drawing/2014/main" id="{A1FE849E-0D2F-49A7-991A-F03157D190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30900" y="3543300"/>
            <a:ext cx="136525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8140" name="Rectangle 19">
            <a:extLst>
              <a:ext uri="{FF2B5EF4-FFF2-40B4-BE49-F238E27FC236}">
                <a16:creationId xmlns:a16="http://schemas.microsoft.com/office/drawing/2014/main" id="{BAFD7B51-AEFE-4E58-8839-D3214AA50A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19863" y="3543300"/>
            <a:ext cx="136525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8141" name="Rectangle 21">
            <a:extLst>
              <a:ext uri="{FF2B5EF4-FFF2-40B4-BE49-F238E27FC236}">
                <a16:creationId xmlns:a16="http://schemas.microsoft.com/office/drawing/2014/main" id="{8D09663E-2887-40BC-8444-ACE86F3C3E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19863" y="4090988"/>
            <a:ext cx="136525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8142" name="Rectangle 23">
            <a:extLst>
              <a:ext uri="{FF2B5EF4-FFF2-40B4-BE49-F238E27FC236}">
                <a16:creationId xmlns:a16="http://schemas.microsoft.com/office/drawing/2014/main" id="{F94D8AC3-EF72-4B68-8DE8-57E1534D14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30900" y="4090988"/>
            <a:ext cx="136525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8143" name="Line 24">
            <a:extLst>
              <a:ext uri="{FF2B5EF4-FFF2-40B4-BE49-F238E27FC236}">
                <a16:creationId xmlns:a16="http://schemas.microsoft.com/office/drawing/2014/main" id="{DE9B2209-60D2-40B0-8AAD-482792780E0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259013" y="3055938"/>
            <a:ext cx="1328737" cy="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8144" name="Line 25">
            <a:extLst>
              <a:ext uri="{FF2B5EF4-FFF2-40B4-BE49-F238E27FC236}">
                <a16:creationId xmlns:a16="http://schemas.microsoft.com/office/drawing/2014/main" id="{A7A7885C-9A72-473C-87E6-05EF1B29055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017838" y="2609850"/>
            <a:ext cx="1587" cy="211455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8145" name="Rectangle 27">
            <a:extLst>
              <a:ext uri="{FF2B5EF4-FFF2-40B4-BE49-F238E27FC236}">
                <a16:creationId xmlns:a16="http://schemas.microsoft.com/office/drawing/2014/main" id="{63C231D9-CA2B-4AC7-BCA0-69BEEFAD01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79650" y="2628900"/>
            <a:ext cx="166688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x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8146" name="Rectangle 28">
            <a:extLst>
              <a:ext uri="{FF2B5EF4-FFF2-40B4-BE49-F238E27FC236}">
                <a16:creationId xmlns:a16="http://schemas.microsoft.com/office/drawing/2014/main" id="{F83B01CF-2A83-4D14-A683-3CEFE4D053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98713" y="2755900"/>
            <a:ext cx="161925" cy="258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7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8147" name="Rectangle 29">
            <a:extLst>
              <a:ext uri="{FF2B5EF4-FFF2-40B4-BE49-F238E27FC236}">
                <a16:creationId xmlns:a16="http://schemas.microsoft.com/office/drawing/2014/main" id="{291B36DD-3C97-41BC-AD44-BB2C7ACE19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38425" y="2628900"/>
            <a:ext cx="166688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x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8148" name="Rectangle 30">
            <a:extLst>
              <a:ext uri="{FF2B5EF4-FFF2-40B4-BE49-F238E27FC236}">
                <a16:creationId xmlns:a16="http://schemas.microsoft.com/office/drawing/2014/main" id="{DC64A634-4802-4D65-86DA-CDDBCFAD0E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55900" y="2755900"/>
            <a:ext cx="161925" cy="258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7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2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8149" name="Rectangle 31">
            <a:extLst>
              <a:ext uri="{FF2B5EF4-FFF2-40B4-BE49-F238E27FC236}">
                <a16:creationId xmlns:a16="http://schemas.microsoft.com/office/drawing/2014/main" id="{8BDF6CB0-3467-4431-BE7A-9995EC5177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27275" y="3135313"/>
            <a:ext cx="18097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8150" name="Rectangle 32">
            <a:extLst>
              <a:ext uri="{FF2B5EF4-FFF2-40B4-BE49-F238E27FC236}">
                <a16:creationId xmlns:a16="http://schemas.microsoft.com/office/drawing/2014/main" id="{E7ABC315-8AB4-4639-A866-0F35C161B7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89225" y="3135313"/>
            <a:ext cx="18097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8151" name="Rectangle 33">
            <a:extLst>
              <a:ext uri="{FF2B5EF4-FFF2-40B4-BE49-F238E27FC236}">
                <a16:creationId xmlns:a16="http://schemas.microsoft.com/office/drawing/2014/main" id="{21B5853B-8476-41A0-8F82-0A66DB42FB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27275" y="3519488"/>
            <a:ext cx="18097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8152" name="Rectangle 34">
            <a:extLst>
              <a:ext uri="{FF2B5EF4-FFF2-40B4-BE49-F238E27FC236}">
                <a16:creationId xmlns:a16="http://schemas.microsoft.com/office/drawing/2014/main" id="{A19B5759-6C8E-47DA-B63B-3BEEA949C1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89225" y="3519488"/>
            <a:ext cx="18097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8153" name="Rectangle 35">
            <a:extLst>
              <a:ext uri="{FF2B5EF4-FFF2-40B4-BE49-F238E27FC236}">
                <a16:creationId xmlns:a16="http://schemas.microsoft.com/office/drawing/2014/main" id="{F8D73E68-81B0-42C0-BCF2-BF9C4AF391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27275" y="3905250"/>
            <a:ext cx="18097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8154" name="Rectangle 36">
            <a:extLst>
              <a:ext uri="{FF2B5EF4-FFF2-40B4-BE49-F238E27FC236}">
                <a16:creationId xmlns:a16="http://schemas.microsoft.com/office/drawing/2014/main" id="{E30820C5-B87C-4E67-B07A-478E02089B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89225" y="3905250"/>
            <a:ext cx="18097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8155" name="Rectangle 37">
            <a:extLst>
              <a:ext uri="{FF2B5EF4-FFF2-40B4-BE49-F238E27FC236}">
                <a16:creationId xmlns:a16="http://schemas.microsoft.com/office/drawing/2014/main" id="{725FB791-46DD-47F2-9679-91C9F9815D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27275" y="4287838"/>
            <a:ext cx="18097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8156" name="Rectangle 38">
            <a:extLst>
              <a:ext uri="{FF2B5EF4-FFF2-40B4-BE49-F238E27FC236}">
                <a16:creationId xmlns:a16="http://schemas.microsoft.com/office/drawing/2014/main" id="{AFD7B3B2-2ABF-47EE-8D26-838C491FF2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89225" y="4287838"/>
            <a:ext cx="18097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8157" name="Rectangle 39">
            <a:extLst>
              <a:ext uri="{FF2B5EF4-FFF2-40B4-BE49-F238E27FC236}">
                <a16:creationId xmlns:a16="http://schemas.microsoft.com/office/drawing/2014/main" id="{BADE60F0-884A-455B-B4AD-6D9EBB90DD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8338" y="3132138"/>
            <a:ext cx="203200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8158" name="Rectangle 41">
            <a:extLst>
              <a:ext uri="{FF2B5EF4-FFF2-40B4-BE49-F238E27FC236}">
                <a16:creationId xmlns:a16="http://schemas.microsoft.com/office/drawing/2014/main" id="{BD0FB59A-075D-4A6D-8E95-90A34DAC3C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8338" y="3514725"/>
            <a:ext cx="203200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8159" name="Rectangle 43">
            <a:extLst>
              <a:ext uri="{FF2B5EF4-FFF2-40B4-BE49-F238E27FC236}">
                <a16:creationId xmlns:a16="http://schemas.microsoft.com/office/drawing/2014/main" id="{0C205473-4C2D-42FA-A385-DFAA1D1B3F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8338" y="4284663"/>
            <a:ext cx="203200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8160" name="Rectangle 45">
            <a:extLst>
              <a:ext uri="{FF2B5EF4-FFF2-40B4-BE49-F238E27FC236}">
                <a16:creationId xmlns:a16="http://schemas.microsoft.com/office/drawing/2014/main" id="{8BEBAEBB-49B0-4707-AC8E-4264FA707C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8338" y="3898900"/>
            <a:ext cx="203200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grpSp>
        <p:nvGrpSpPr>
          <p:cNvPr id="48161" name="Group 48">
            <a:extLst>
              <a:ext uri="{FF2B5EF4-FFF2-40B4-BE49-F238E27FC236}">
                <a16:creationId xmlns:a16="http://schemas.microsoft.com/office/drawing/2014/main" id="{DC41EC0D-2EDE-4AEF-8D85-DE66BBB5A4A5}"/>
              </a:ext>
            </a:extLst>
          </p:cNvPr>
          <p:cNvGrpSpPr>
            <a:grpSpLocks/>
          </p:cNvGrpSpPr>
          <p:nvPr/>
        </p:nvGrpSpPr>
        <p:grpSpPr bwMode="auto">
          <a:xfrm>
            <a:off x="5483225" y="2730500"/>
            <a:ext cx="279400" cy="387350"/>
            <a:chOff x="3339" y="1451"/>
            <a:chExt cx="176" cy="244"/>
          </a:xfrm>
        </p:grpSpPr>
        <p:sp>
          <p:nvSpPr>
            <p:cNvPr id="48172" name="Rectangle 49">
              <a:extLst>
                <a:ext uri="{FF2B5EF4-FFF2-40B4-BE49-F238E27FC236}">
                  <a16:creationId xmlns:a16="http://schemas.microsoft.com/office/drawing/2014/main" id="{BB0C31EF-FA38-46EE-A946-F274140A4B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39" y="1451"/>
              <a:ext cx="105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x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8173" name="Rectangle 50">
              <a:extLst>
                <a:ext uri="{FF2B5EF4-FFF2-40B4-BE49-F238E27FC236}">
                  <a16:creationId xmlns:a16="http://schemas.microsoft.com/office/drawing/2014/main" id="{543965B6-BF10-444C-88F2-B610C77F34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3" y="1532"/>
              <a:ext cx="102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7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1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</p:grp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718CC4F7-B5C6-B743-8676-B213BE179347}"/>
              </a:ext>
            </a:extLst>
          </p:cNvPr>
          <p:cNvSpPr/>
          <p:nvPr/>
        </p:nvSpPr>
        <p:spPr bwMode="auto">
          <a:xfrm>
            <a:off x="5770563" y="3455988"/>
            <a:ext cx="457200" cy="1020762"/>
          </a:xfrm>
          <a:prstGeom prst="roundRect">
            <a:avLst/>
          </a:prstGeom>
          <a:noFill/>
          <a:ln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grpSp>
        <p:nvGrpSpPr>
          <p:cNvPr id="48163" name="Group 39">
            <a:extLst>
              <a:ext uri="{FF2B5EF4-FFF2-40B4-BE49-F238E27FC236}">
                <a16:creationId xmlns:a16="http://schemas.microsoft.com/office/drawing/2014/main" id="{9C46345E-80E4-4697-945D-522ADF1A006C}"/>
              </a:ext>
            </a:extLst>
          </p:cNvPr>
          <p:cNvGrpSpPr>
            <a:grpSpLocks/>
          </p:cNvGrpSpPr>
          <p:nvPr/>
        </p:nvGrpSpPr>
        <p:grpSpPr bwMode="auto">
          <a:xfrm>
            <a:off x="1676400" y="3048000"/>
            <a:ext cx="328613" cy="1503363"/>
            <a:chOff x="533400" y="2973388"/>
            <a:chExt cx="328613" cy="1503362"/>
          </a:xfrm>
        </p:grpSpPr>
        <p:sp>
          <p:nvSpPr>
            <p:cNvPr id="48164" name="Rectangle 39">
              <a:extLst>
                <a:ext uri="{FF2B5EF4-FFF2-40B4-BE49-F238E27FC236}">
                  <a16:creationId xmlns:a16="http://schemas.microsoft.com/office/drawing/2014/main" id="{21D872FD-8B6D-48E3-8CB3-46D814AE1D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3400" y="2973388"/>
              <a:ext cx="234950" cy="288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m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8165" name="Rectangle 40">
              <a:extLst>
                <a:ext uri="{FF2B5EF4-FFF2-40B4-BE49-F238E27FC236}">
                  <a16:creationId xmlns:a16="http://schemas.microsoft.com/office/drawing/2014/main" id="{C667DB54-BCC7-4315-B51D-2D490EAF95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9138" y="3095626"/>
              <a:ext cx="142875" cy="228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5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0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8166" name="Rectangle 41">
              <a:extLst>
                <a:ext uri="{FF2B5EF4-FFF2-40B4-BE49-F238E27FC236}">
                  <a16:creationId xmlns:a16="http://schemas.microsoft.com/office/drawing/2014/main" id="{5D72D5B3-2942-41D4-8FD7-583D4FCC44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3400" y="3355976"/>
              <a:ext cx="234950" cy="288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m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8167" name="Rectangle 42">
              <a:extLst>
                <a:ext uri="{FF2B5EF4-FFF2-40B4-BE49-F238E27FC236}">
                  <a16:creationId xmlns:a16="http://schemas.microsoft.com/office/drawing/2014/main" id="{F387C864-CEB8-45D4-82FE-05B549253A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9138" y="3479801"/>
              <a:ext cx="142875" cy="228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5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1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8168" name="Rectangle 43">
              <a:extLst>
                <a:ext uri="{FF2B5EF4-FFF2-40B4-BE49-F238E27FC236}">
                  <a16:creationId xmlns:a16="http://schemas.microsoft.com/office/drawing/2014/main" id="{67491555-AF86-4FA9-872F-C6B02F51A6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3400" y="4125912"/>
              <a:ext cx="234950" cy="288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m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8169" name="Rectangle 44">
              <a:extLst>
                <a:ext uri="{FF2B5EF4-FFF2-40B4-BE49-F238E27FC236}">
                  <a16:creationId xmlns:a16="http://schemas.microsoft.com/office/drawing/2014/main" id="{42A04401-576C-4F4F-8736-3C0BF073A7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9138" y="4248150"/>
              <a:ext cx="142875" cy="228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5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3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8170" name="Rectangle 45">
              <a:extLst>
                <a:ext uri="{FF2B5EF4-FFF2-40B4-BE49-F238E27FC236}">
                  <a16:creationId xmlns:a16="http://schemas.microsoft.com/office/drawing/2014/main" id="{D789459A-3E1A-44AD-B1F4-0D642B6A6A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3400" y="3740150"/>
              <a:ext cx="234950" cy="288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m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8171" name="Rectangle 46">
              <a:extLst>
                <a:ext uri="{FF2B5EF4-FFF2-40B4-BE49-F238E27FC236}">
                  <a16:creationId xmlns:a16="http://schemas.microsoft.com/office/drawing/2014/main" id="{10B95A59-A45F-4AF8-B5C4-C23075956D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9138" y="3863975"/>
              <a:ext cx="142875" cy="228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5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2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</p:grp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2F4C1729-56D7-4959-8F6C-497F9E8C9431}"/>
                  </a:ext>
                </a:extLst>
              </p14:cNvPr>
              <p14:cNvContentPartPr/>
              <p14:nvPr/>
            </p14:nvContentPartPr>
            <p14:xfrm>
              <a:off x="6702480" y="4224600"/>
              <a:ext cx="302760" cy="20124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2F4C1729-56D7-4959-8F6C-497F9E8C943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693120" y="4215240"/>
                <a:ext cx="321480" cy="2199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Title 1">
            <a:extLst>
              <a:ext uri="{FF2B5EF4-FFF2-40B4-BE49-F238E27FC236}">
                <a16:creationId xmlns:a16="http://schemas.microsoft.com/office/drawing/2014/main" id="{9EE50427-BBC9-4865-9D4A-36DBF48A7F9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3. Group</a:t>
            </a:r>
          </a:p>
        </p:txBody>
      </p:sp>
      <p:sp>
        <p:nvSpPr>
          <p:cNvPr id="49154" name="Rectangle 3">
            <a:extLst>
              <a:ext uri="{FF2B5EF4-FFF2-40B4-BE49-F238E27FC236}">
                <a16:creationId xmlns:a16="http://schemas.microsoft.com/office/drawing/2014/main" id="{003E30DF-0898-4DE9-82CC-395033DBBB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05475" y="3395663"/>
            <a:ext cx="1166813" cy="1139825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9155" name="Line 4">
            <a:extLst>
              <a:ext uri="{FF2B5EF4-FFF2-40B4-BE49-F238E27FC236}">
                <a16:creationId xmlns:a16="http://schemas.microsoft.com/office/drawing/2014/main" id="{8E9CBEFD-0063-4D3F-9003-404771AC110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705475" y="3965575"/>
            <a:ext cx="1166813" cy="1588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9156" name="Line 5">
            <a:extLst>
              <a:ext uri="{FF2B5EF4-FFF2-40B4-BE49-F238E27FC236}">
                <a16:creationId xmlns:a16="http://schemas.microsoft.com/office/drawing/2014/main" id="{2882CCFA-BA7C-4D6F-B951-F96045EA911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275388" y="3395663"/>
            <a:ext cx="1587" cy="1139825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9157" name="Line 6">
            <a:extLst>
              <a:ext uri="{FF2B5EF4-FFF2-40B4-BE49-F238E27FC236}">
                <a16:creationId xmlns:a16="http://schemas.microsoft.com/office/drawing/2014/main" id="{8631E3A6-8EF0-43B8-BD2C-FE16633BC345}"/>
              </a:ext>
            </a:extLst>
          </p:cNvPr>
          <p:cNvSpPr>
            <a:spLocks noChangeShapeType="1"/>
          </p:cNvSpPr>
          <p:nvPr/>
        </p:nvSpPr>
        <p:spPr bwMode="auto">
          <a:xfrm>
            <a:off x="5135563" y="2825750"/>
            <a:ext cx="569912" cy="569913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grpSp>
        <p:nvGrpSpPr>
          <p:cNvPr id="49158" name="Group 47">
            <a:extLst>
              <a:ext uri="{FF2B5EF4-FFF2-40B4-BE49-F238E27FC236}">
                <a16:creationId xmlns:a16="http://schemas.microsoft.com/office/drawing/2014/main" id="{C6A76E4E-3D3E-474C-9FC6-33E16D83FA1E}"/>
              </a:ext>
            </a:extLst>
          </p:cNvPr>
          <p:cNvGrpSpPr>
            <a:grpSpLocks/>
          </p:cNvGrpSpPr>
          <p:nvPr/>
        </p:nvGrpSpPr>
        <p:grpSpPr bwMode="auto">
          <a:xfrm>
            <a:off x="5043488" y="2906713"/>
            <a:ext cx="279400" cy="387350"/>
            <a:chOff x="3339" y="1451"/>
            <a:chExt cx="176" cy="244"/>
          </a:xfrm>
        </p:grpSpPr>
        <p:sp>
          <p:nvSpPr>
            <p:cNvPr id="49199" name="Rectangle 9">
              <a:extLst>
                <a:ext uri="{FF2B5EF4-FFF2-40B4-BE49-F238E27FC236}">
                  <a16:creationId xmlns:a16="http://schemas.microsoft.com/office/drawing/2014/main" id="{814FDC6D-1246-40D2-A761-AD3B8A5F82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39" y="1451"/>
              <a:ext cx="105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x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9200" name="Rectangle 10">
              <a:extLst>
                <a:ext uri="{FF2B5EF4-FFF2-40B4-BE49-F238E27FC236}">
                  <a16:creationId xmlns:a16="http://schemas.microsoft.com/office/drawing/2014/main" id="{CAAC6A90-970E-4EBA-B39D-4A5869D174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3" y="1532"/>
              <a:ext cx="102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7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2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</p:grpSp>
      <p:sp>
        <p:nvSpPr>
          <p:cNvPr id="49159" name="Rectangle 13">
            <a:extLst>
              <a:ext uri="{FF2B5EF4-FFF2-40B4-BE49-F238E27FC236}">
                <a16:creationId xmlns:a16="http://schemas.microsoft.com/office/drawing/2014/main" id="{F993EBAC-276B-4BF4-A644-6E249249C6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34013" y="3559175"/>
            <a:ext cx="18097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9160" name="Rectangle 14">
            <a:extLst>
              <a:ext uri="{FF2B5EF4-FFF2-40B4-BE49-F238E27FC236}">
                <a16:creationId xmlns:a16="http://schemas.microsoft.com/office/drawing/2014/main" id="{20DEEE79-A056-4573-B108-FA56CA2A9B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9725" y="4135438"/>
            <a:ext cx="18097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9161" name="Rectangle 15">
            <a:extLst>
              <a:ext uri="{FF2B5EF4-FFF2-40B4-BE49-F238E27FC236}">
                <a16:creationId xmlns:a16="http://schemas.microsoft.com/office/drawing/2014/main" id="{A7F6A469-3DA3-4A6C-8A3E-17B4087086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42013" y="3078163"/>
            <a:ext cx="18097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9162" name="Rectangle 16">
            <a:extLst>
              <a:ext uri="{FF2B5EF4-FFF2-40B4-BE49-F238E27FC236}">
                <a16:creationId xmlns:a16="http://schemas.microsoft.com/office/drawing/2014/main" id="{EB4E24F1-C067-4D88-8061-D6AA85BE98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19863" y="3078163"/>
            <a:ext cx="18097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9163" name="Rectangle 17">
            <a:extLst>
              <a:ext uri="{FF2B5EF4-FFF2-40B4-BE49-F238E27FC236}">
                <a16:creationId xmlns:a16="http://schemas.microsoft.com/office/drawing/2014/main" id="{F723C98D-8ABF-4CEF-BFF8-7DF42ACD4D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30900" y="3543300"/>
            <a:ext cx="136525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9164" name="Rectangle 19">
            <a:extLst>
              <a:ext uri="{FF2B5EF4-FFF2-40B4-BE49-F238E27FC236}">
                <a16:creationId xmlns:a16="http://schemas.microsoft.com/office/drawing/2014/main" id="{1D1D146B-B99D-4691-B83C-1B199A6B69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19863" y="3543300"/>
            <a:ext cx="136525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9165" name="Rectangle 21">
            <a:extLst>
              <a:ext uri="{FF2B5EF4-FFF2-40B4-BE49-F238E27FC236}">
                <a16:creationId xmlns:a16="http://schemas.microsoft.com/office/drawing/2014/main" id="{F38F62B7-A0F6-4184-8E5C-DE766F1649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19863" y="4090988"/>
            <a:ext cx="136525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9166" name="Rectangle 23">
            <a:extLst>
              <a:ext uri="{FF2B5EF4-FFF2-40B4-BE49-F238E27FC236}">
                <a16:creationId xmlns:a16="http://schemas.microsoft.com/office/drawing/2014/main" id="{D4DF6841-B254-4830-AB38-8422C753C4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30900" y="4090988"/>
            <a:ext cx="136525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9167" name="Line 24">
            <a:extLst>
              <a:ext uri="{FF2B5EF4-FFF2-40B4-BE49-F238E27FC236}">
                <a16:creationId xmlns:a16="http://schemas.microsoft.com/office/drawing/2014/main" id="{55F2779B-B02A-455F-BCAC-7648B78146B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259013" y="3055938"/>
            <a:ext cx="1328737" cy="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9168" name="Line 25">
            <a:extLst>
              <a:ext uri="{FF2B5EF4-FFF2-40B4-BE49-F238E27FC236}">
                <a16:creationId xmlns:a16="http://schemas.microsoft.com/office/drawing/2014/main" id="{1362BF82-EF85-4F93-A851-BCA10C80F77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017838" y="2609850"/>
            <a:ext cx="1587" cy="211455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9169" name="Rectangle 27">
            <a:extLst>
              <a:ext uri="{FF2B5EF4-FFF2-40B4-BE49-F238E27FC236}">
                <a16:creationId xmlns:a16="http://schemas.microsoft.com/office/drawing/2014/main" id="{C61BAF98-81E7-475E-AA2D-9AD9505C05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79650" y="2628900"/>
            <a:ext cx="166688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x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9170" name="Rectangle 28">
            <a:extLst>
              <a:ext uri="{FF2B5EF4-FFF2-40B4-BE49-F238E27FC236}">
                <a16:creationId xmlns:a16="http://schemas.microsoft.com/office/drawing/2014/main" id="{3CB0EF8F-5575-45D0-9900-8EBF3EA297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98713" y="2755900"/>
            <a:ext cx="161925" cy="258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7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9171" name="Rectangle 29">
            <a:extLst>
              <a:ext uri="{FF2B5EF4-FFF2-40B4-BE49-F238E27FC236}">
                <a16:creationId xmlns:a16="http://schemas.microsoft.com/office/drawing/2014/main" id="{6E00DA93-57C1-4CA9-8E91-03C59CB4D9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38425" y="2628900"/>
            <a:ext cx="166688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x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9172" name="Rectangle 30">
            <a:extLst>
              <a:ext uri="{FF2B5EF4-FFF2-40B4-BE49-F238E27FC236}">
                <a16:creationId xmlns:a16="http://schemas.microsoft.com/office/drawing/2014/main" id="{915D105D-C748-4A5B-A9A3-ED3F41F4E2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55900" y="2755900"/>
            <a:ext cx="161925" cy="258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7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2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9173" name="Rectangle 31">
            <a:extLst>
              <a:ext uri="{FF2B5EF4-FFF2-40B4-BE49-F238E27FC236}">
                <a16:creationId xmlns:a16="http://schemas.microsoft.com/office/drawing/2014/main" id="{66DEFAD9-B94C-4FE6-BF7A-77F6ED6A67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27275" y="3135313"/>
            <a:ext cx="18097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9174" name="Rectangle 32">
            <a:extLst>
              <a:ext uri="{FF2B5EF4-FFF2-40B4-BE49-F238E27FC236}">
                <a16:creationId xmlns:a16="http://schemas.microsoft.com/office/drawing/2014/main" id="{FCDB7EB3-0F82-4706-8A78-98EF9CE626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89225" y="3135313"/>
            <a:ext cx="18097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9175" name="Rectangle 33">
            <a:extLst>
              <a:ext uri="{FF2B5EF4-FFF2-40B4-BE49-F238E27FC236}">
                <a16:creationId xmlns:a16="http://schemas.microsoft.com/office/drawing/2014/main" id="{FEC46970-3EE3-412A-8A61-84BE0E579F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27275" y="3519488"/>
            <a:ext cx="18097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9176" name="Rectangle 34">
            <a:extLst>
              <a:ext uri="{FF2B5EF4-FFF2-40B4-BE49-F238E27FC236}">
                <a16:creationId xmlns:a16="http://schemas.microsoft.com/office/drawing/2014/main" id="{5A863989-F6EE-4657-AEEB-4498F606F0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89225" y="3519488"/>
            <a:ext cx="18097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9177" name="Rectangle 35">
            <a:extLst>
              <a:ext uri="{FF2B5EF4-FFF2-40B4-BE49-F238E27FC236}">
                <a16:creationId xmlns:a16="http://schemas.microsoft.com/office/drawing/2014/main" id="{A5537053-5561-47DF-90F5-68CAE23730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27275" y="3905250"/>
            <a:ext cx="18097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9178" name="Rectangle 36">
            <a:extLst>
              <a:ext uri="{FF2B5EF4-FFF2-40B4-BE49-F238E27FC236}">
                <a16:creationId xmlns:a16="http://schemas.microsoft.com/office/drawing/2014/main" id="{F83EA96E-659B-422F-BF92-0A9C2C2352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89225" y="3905250"/>
            <a:ext cx="18097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9179" name="Rectangle 37">
            <a:extLst>
              <a:ext uri="{FF2B5EF4-FFF2-40B4-BE49-F238E27FC236}">
                <a16:creationId xmlns:a16="http://schemas.microsoft.com/office/drawing/2014/main" id="{D58C5BD0-1C81-47F0-A231-5AD68D8955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27275" y="4287838"/>
            <a:ext cx="18097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9180" name="Rectangle 38">
            <a:extLst>
              <a:ext uri="{FF2B5EF4-FFF2-40B4-BE49-F238E27FC236}">
                <a16:creationId xmlns:a16="http://schemas.microsoft.com/office/drawing/2014/main" id="{8DDBFABF-7702-46F5-9778-EFFA49A63D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89225" y="4287838"/>
            <a:ext cx="18097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9181" name="Rectangle 39">
            <a:extLst>
              <a:ext uri="{FF2B5EF4-FFF2-40B4-BE49-F238E27FC236}">
                <a16:creationId xmlns:a16="http://schemas.microsoft.com/office/drawing/2014/main" id="{660D763C-E652-4677-A859-B3EFE58592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8338" y="3132138"/>
            <a:ext cx="203200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9182" name="Rectangle 41">
            <a:extLst>
              <a:ext uri="{FF2B5EF4-FFF2-40B4-BE49-F238E27FC236}">
                <a16:creationId xmlns:a16="http://schemas.microsoft.com/office/drawing/2014/main" id="{22DEB473-CA5C-4547-9260-3CCCCFEA79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8338" y="3514725"/>
            <a:ext cx="203200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9183" name="Rectangle 43">
            <a:extLst>
              <a:ext uri="{FF2B5EF4-FFF2-40B4-BE49-F238E27FC236}">
                <a16:creationId xmlns:a16="http://schemas.microsoft.com/office/drawing/2014/main" id="{DBC73C37-EE84-41E8-AE3A-43E51C83FC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8338" y="4284663"/>
            <a:ext cx="203200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9184" name="Rectangle 45">
            <a:extLst>
              <a:ext uri="{FF2B5EF4-FFF2-40B4-BE49-F238E27FC236}">
                <a16:creationId xmlns:a16="http://schemas.microsoft.com/office/drawing/2014/main" id="{677146FC-C708-42D7-8BDA-8635DF5B07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8338" y="3898900"/>
            <a:ext cx="203200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grpSp>
        <p:nvGrpSpPr>
          <p:cNvPr id="49185" name="Group 48">
            <a:extLst>
              <a:ext uri="{FF2B5EF4-FFF2-40B4-BE49-F238E27FC236}">
                <a16:creationId xmlns:a16="http://schemas.microsoft.com/office/drawing/2014/main" id="{E674C760-AAD7-479B-B312-8D84BFE128F8}"/>
              </a:ext>
            </a:extLst>
          </p:cNvPr>
          <p:cNvGrpSpPr>
            <a:grpSpLocks/>
          </p:cNvGrpSpPr>
          <p:nvPr/>
        </p:nvGrpSpPr>
        <p:grpSpPr bwMode="auto">
          <a:xfrm>
            <a:off x="5483225" y="2730500"/>
            <a:ext cx="279400" cy="387350"/>
            <a:chOff x="3339" y="1451"/>
            <a:chExt cx="176" cy="244"/>
          </a:xfrm>
        </p:grpSpPr>
        <p:sp>
          <p:nvSpPr>
            <p:cNvPr id="49197" name="Rectangle 49">
              <a:extLst>
                <a:ext uri="{FF2B5EF4-FFF2-40B4-BE49-F238E27FC236}">
                  <a16:creationId xmlns:a16="http://schemas.microsoft.com/office/drawing/2014/main" id="{7159822C-EFD0-4A83-BCEF-3D3AFEA7EA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39" y="1451"/>
              <a:ext cx="105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x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9198" name="Rectangle 50">
              <a:extLst>
                <a:ext uri="{FF2B5EF4-FFF2-40B4-BE49-F238E27FC236}">
                  <a16:creationId xmlns:a16="http://schemas.microsoft.com/office/drawing/2014/main" id="{EFA36307-FA7B-4AD5-BBA6-8C82857317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3" y="1532"/>
              <a:ext cx="102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7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1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</p:grp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5EEEC7C4-0A67-AA4D-9E55-EF16040EA1A7}"/>
              </a:ext>
            </a:extLst>
          </p:cNvPr>
          <p:cNvSpPr/>
          <p:nvPr/>
        </p:nvSpPr>
        <p:spPr bwMode="auto">
          <a:xfrm>
            <a:off x="5770563" y="3455988"/>
            <a:ext cx="457200" cy="1020762"/>
          </a:xfrm>
          <a:prstGeom prst="roundRect">
            <a:avLst/>
          </a:prstGeom>
          <a:noFill/>
          <a:ln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9A18C749-C2B3-4348-9F45-9B2854E8697E}"/>
              </a:ext>
            </a:extLst>
          </p:cNvPr>
          <p:cNvSpPr/>
          <p:nvPr/>
        </p:nvSpPr>
        <p:spPr bwMode="auto">
          <a:xfrm>
            <a:off x="5791200" y="4038600"/>
            <a:ext cx="1050925" cy="457200"/>
          </a:xfrm>
          <a:prstGeom prst="roundRect">
            <a:avLst/>
          </a:prstGeom>
          <a:noFill/>
          <a:ln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grpSp>
        <p:nvGrpSpPr>
          <p:cNvPr id="49188" name="Group 40">
            <a:extLst>
              <a:ext uri="{FF2B5EF4-FFF2-40B4-BE49-F238E27FC236}">
                <a16:creationId xmlns:a16="http://schemas.microsoft.com/office/drawing/2014/main" id="{9B40C2C1-8D8A-484A-ADFA-18CD258888B5}"/>
              </a:ext>
            </a:extLst>
          </p:cNvPr>
          <p:cNvGrpSpPr>
            <a:grpSpLocks/>
          </p:cNvGrpSpPr>
          <p:nvPr/>
        </p:nvGrpSpPr>
        <p:grpSpPr bwMode="auto">
          <a:xfrm>
            <a:off x="1676400" y="3048000"/>
            <a:ext cx="328613" cy="1503363"/>
            <a:chOff x="533400" y="2973388"/>
            <a:chExt cx="328613" cy="1503362"/>
          </a:xfrm>
        </p:grpSpPr>
        <p:sp>
          <p:nvSpPr>
            <p:cNvPr id="49189" name="Rectangle 39">
              <a:extLst>
                <a:ext uri="{FF2B5EF4-FFF2-40B4-BE49-F238E27FC236}">
                  <a16:creationId xmlns:a16="http://schemas.microsoft.com/office/drawing/2014/main" id="{B78AD47D-6998-479C-89CE-DB05594090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3400" y="2973388"/>
              <a:ext cx="234950" cy="288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m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9190" name="Rectangle 40">
              <a:extLst>
                <a:ext uri="{FF2B5EF4-FFF2-40B4-BE49-F238E27FC236}">
                  <a16:creationId xmlns:a16="http://schemas.microsoft.com/office/drawing/2014/main" id="{F88B57C0-D0F3-4789-BD51-14A636B081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9138" y="3095626"/>
              <a:ext cx="142875" cy="228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5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0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9191" name="Rectangle 41">
              <a:extLst>
                <a:ext uri="{FF2B5EF4-FFF2-40B4-BE49-F238E27FC236}">
                  <a16:creationId xmlns:a16="http://schemas.microsoft.com/office/drawing/2014/main" id="{22CAA18F-9E92-43A2-A2B4-793E6E4775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3400" y="3355976"/>
              <a:ext cx="234950" cy="288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m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9192" name="Rectangle 42">
              <a:extLst>
                <a:ext uri="{FF2B5EF4-FFF2-40B4-BE49-F238E27FC236}">
                  <a16:creationId xmlns:a16="http://schemas.microsoft.com/office/drawing/2014/main" id="{0FF4834A-5824-4775-8987-56B76F5489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9138" y="3479801"/>
              <a:ext cx="142875" cy="228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5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1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9193" name="Rectangle 43">
              <a:extLst>
                <a:ext uri="{FF2B5EF4-FFF2-40B4-BE49-F238E27FC236}">
                  <a16:creationId xmlns:a16="http://schemas.microsoft.com/office/drawing/2014/main" id="{E2E562A0-8587-4D7A-8C81-5910C2FA7C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3400" y="4125912"/>
              <a:ext cx="234950" cy="288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m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9194" name="Rectangle 44">
              <a:extLst>
                <a:ext uri="{FF2B5EF4-FFF2-40B4-BE49-F238E27FC236}">
                  <a16:creationId xmlns:a16="http://schemas.microsoft.com/office/drawing/2014/main" id="{61346E10-A0D6-473A-9711-B5F8D84E8C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9138" y="4248150"/>
              <a:ext cx="142875" cy="228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5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3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9195" name="Rectangle 45">
              <a:extLst>
                <a:ext uri="{FF2B5EF4-FFF2-40B4-BE49-F238E27FC236}">
                  <a16:creationId xmlns:a16="http://schemas.microsoft.com/office/drawing/2014/main" id="{3C260583-86AC-4179-BB62-9A5491FB87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3400" y="3740150"/>
              <a:ext cx="234950" cy="288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m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9196" name="Rectangle 46">
              <a:extLst>
                <a:ext uri="{FF2B5EF4-FFF2-40B4-BE49-F238E27FC236}">
                  <a16:creationId xmlns:a16="http://schemas.microsoft.com/office/drawing/2014/main" id="{5D1A339C-3668-4AB8-8454-1FFE2E81BC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9138" y="3863975"/>
              <a:ext cx="142875" cy="228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5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2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Title 1">
            <a:extLst>
              <a:ext uri="{FF2B5EF4-FFF2-40B4-BE49-F238E27FC236}">
                <a16:creationId xmlns:a16="http://schemas.microsoft.com/office/drawing/2014/main" id="{0130F64B-3527-4BF8-A231-845694B928E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" y="76200"/>
            <a:ext cx="8686800" cy="413816"/>
          </a:xfrm>
        </p:spPr>
        <p:txBody>
          <a:bodyPr/>
          <a:lstStyle/>
          <a:p>
            <a:r>
              <a:rPr lang="en-US" altLang="en-US" sz="3400" dirty="0"/>
              <a:t>4. Write The Expression</a:t>
            </a:r>
          </a:p>
        </p:txBody>
      </p:sp>
      <p:sp>
        <p:nvSpPr>
          <p:cNvPr id="51202" name="Rectangle 3">
            <a:extLst>
              <a:ext uri="{FF2B5EF4-FFF2-40B4-BE49-F238E27FC236}">
                <a16:creationId xmlns:a16="http://schemas.microsoft.com/office/drawing/2014/main" id="{4B7E0784-B6B3-440F-9E5A-4BE4B18DC5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05475" y="3395663"/>
            <a:ext cx="1166813" cy="1139825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1203" name="Line 4">
            <a:extLst>
              <a:ext uri="{FF2B5EF4-FFF2-40B4-BE49-F238E27FC236}">
                <a16:creationId xmlns:a16="http://schemas.microsoft.com/office/drawing/2014/main" id="{0B20CB9C-CD12-4A93-A9B2-D68B9AC3CCF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705475" y="3965575"/>
            <a:ext cx="1166813" cy="1588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1204" name="Line 5">
            <a:extLst>
              <a:ext uri="{FF2B5EF4-FFF2-40B4-BE49-F238E27FC236}">
                <a16:creationId xmlns:a16="http://schemas.microsoft.com/office/drawing/2014/main" id="{7B2E5C1C-B13F-40FF-8B1F-49908B810FA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275388" y="3395663"/>
            <a:ext cx="1587" cy="1139825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1205" name="Line 6">
            <a:extLst>
              <a:ext uri="{FF2B5EF4-FFF2-40B4-BE49-F238E27FC236}">
                <a16:creationId xmlns:a16="http://schemas.microsoft.com/office/drawing/2014/main" id="{62BA3799-FBB1-4554-B94C-5DB8716AAB9B}"/>
              </a:ext>
            </a:extLst>
          </p:cNvPr>
          <p:cNvSpPr>
            <a:spLocks noChangeShapeType="1"/>
          </p:cNvSpPr>
          <p:nvPr/>
        </p:nvSpPr>
        <p:spPr bwMode="auto">
          <a:xfrm>
            <a:off x="5135563" y="2825750"/>
            <a:ext cx="569912" cy="569913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grpSp>
        <p:nvGrpSpPr>
          <p:cNvPr id="51206" name="Group 47">
            <a:extLst>
              <a:ext uri="{FF2B5EF4-FFF2-40B4-BE49-F238E27FC236}">
                <a16:creationId xmlns:a16="http://schemas.microsoft.com/office/drawing/2014/main" id="{F255F83F-7791-4D8C-825B-0837DCFEB896}"/>
              </a:ext>
            </a:extLst>
          </p:cNvPr>
          <p:cNvGrpSpPr>
            <a:grpSpLocks/>
          </p:cNvGrpSpPr>
          <p:nvPr/>
        </p:nvGrpSpPr>
        <p:grpSpPr bwMode="auto">
          <a:xfrm>
            <a:off x="5043488" y="2906713"/>
            <a:ext cx="279400" cy="387350"/>
            <a:chOff x="3339" y="1451"/>
            <a:chExt cx="176" cy="244"/>
          </a:xfrm>
        </p:grpSpPr>
        <p:sp>
          <p:nvSpPr>
            <p:cNvPr id="51240" name="Rectangle 9">
              <a:extLst>
                <a:ext uri="{FF2B5EF4-FFF2-40B4-BE49-F238E27FC236}">
                  <a16:creationId xmlns:a16="http://schemas.microsoft.com/office/drawing/2014/main" id="{C3E0D862-9B3D-44DD-804D-4274893B79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39" y="1451"/>
              <a:ext cx="105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x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51241" name="Rectangle 10">
              <a:extLst>
                <a:ext uri="{FF2B5EF4-FFF2-40B4-BE49-F238E27FC236}">
                  <a16:creationId xmlns:a16="http://schemas.microsoft.com/office/drawing/2014/main" id="{FBC0D1BC-D70C-44BB-AC7C-118CF3A140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3" y="1532"/>
              <a:ext cx="102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7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2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</p:grpSp>
      <p:sp>
        <p:nvSpPr>
          <p:cNvPr id="51207" name="Rectangle 13">
            <a:extLst>
              <a:ext uri="{FF2B5EF4-FFF2-40B4-BE49-F238E27FC236}">
                <a16:creationId xmlns:a16="http://schemas.microsoft.com/office/drawing/2014/main" id="{5C8DA424-D551-494C-80F6-96AF26282A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34013" y="3559175"/>
            <a:ext cx="18097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1208" name="Rectangle 14">
            <a:extLst>
              <a:ext uri="{FF2B5EF4-FFF2-40B4-BE49-F238E27FC236}">
                <a16:creationId xmlns:a16="http://schemas.microsoft.com/office/drawing/2014/main" id="{3E1DE4BC-1DEA-4CD0-AC96-4850A917E0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9725" y="4135438"/>
            <a:ext cx="18097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1209" name="Rectangle 15">
            <a:extLst>
              <a:ext uri="{FF2B5EF4-FFF2-40B4-BE49-F238E27FC236}">
                <a16:creationId xmlns:a16="http://schemas.microsoft.com/office/drawing/2014/main" id="{110D9FE5-3D4A-46A0-A057-71643286B9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42013" y="3078163"/>
            <a:ext cx="18097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1210" name="Rectangle 16">
            <a:extLst>
              <a:ext uri="{FF2B5EF4-FFF2-40B4-BE49-F238E27FC236}">
                <a16:creationId xmlns:a16="http://schemas.microsoft.com/office/drawing/2014/main" id="{F77870E5-3ADA-4C57-99A6-DA953D2354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19863" y="3078163"/>
            <a:ext cx="18097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1211" name="Rectangle 17">
            <a:extLst>
              <a:ext uri="{FF2B5EF4-FFF2-40B4-BE49-F238E27FC236}">
                <a16:creationId xmlns:a16="http://schemas.microsoft.com/office/drawing/2014/main" id="{9C804337-C9D9-4C05-825F-A467348B56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30900" y="3543300"/>
            <a:ext cx="136525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1212" name="Rectangle 19">
            <a:extLst>
              <a:ext uri="{FF2B5EF4-FFF2-40B4-BE49-F238E27FC236}">
                <a16:creationId xmlns:a16="http://schemas.microsoft.com/office/drawing/2014/main" id="{8DB61C8B-1972-4A26-9CA6-ABFA155AD9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19863" y="3543300"/>
            <a:ext cx="136525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1213" name="Rectangle 21">
            <a:extLst>
              <a:ext uri="{FF2B5EF4-FFF2-40B4-BE49-F238E27FC236}">
                <a16:creationId xmlns:a16="http://schemas.microsoft.com/office/drawing/2014/main" id="{5561DE20-F13E-4363-B08A-6E48058181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19863" y="4090988"/>
            <a:ext cx="136525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1214" name="Rectangle 23">
            <a:extLst>
              <a:ext uri="{FF2B5EF4-FFF2-40B4-BE49-F238E27FC236}">
                <a16:creationId xmlns:a16="http://schemas.microsoft.com/office/drawing/2014/main" id="{D0505BF8-7F6B-4924-9E0A-45DAE849B4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30900" y="4090988"/>
            <a:ext cx="136525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1215" name="Line 24">
            <a:extLst>
              <a:ext uri="{FF2B5EF4-FFF2-40B4-BE49-F238E27FC236}">
                <a16:creationId xmlns:a16="http://schemas.microsoft.com/office/drawing/2014/main" id="{BFC27D2F-37F5-4CF7-A543-67C8A05F61B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259013" y="3055938"/>
            <a:ext cx="1328737" cy="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1216" name="Line 25">
            <a:extLst>
              <a:ext uri="{FF2B5EF4-FFF2-40B4-BE49-F238E27FC236}">
                <a16:creationId xmlns:a16="http://schemas.microsoft.com/office/drawing/2014/main" id="{42B46E76-E36F-45DE-A777-0FB2D04116D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017838" y="2609850"/>
            <a:ext cx="1587" cy="211455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1217" name="Rectangle 27">
            <a:extLst>
              <a:ext uri="{FF2B5EF4-FFF2-40B4-BE49-F238E27FC236}">
                <a16:creationId xmlns:a16="http://schemas.microsoft.com/office/drawing/2014/main" id="{4E7D9447-B5FD-4A1A-B4C6-D2BC180A74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79650" y="2628900"/>
            <a:ext cx="166688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x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1218" name="Rectangle 28">
            <a:extLst>
              <a:ext uri="{FF2B5EF4-FFF2-40B4-BE49-F238E27FC236}">
                <a16:creationId xmlns:a16="http://schemas.microsoft.com/office/drawing/2014/main" id="{822960CD-DF29-4332-9941-608A8CAFEF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98713" y="2755900"/>
            <a:ext cx="161925" cy="258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7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1219" name="Rectangle 29">
            <a:extLst>
              <a:ext uri="{FF2B5EF4-FFF2-40B4-BE49-F238E27FC236}">
                <a16:creationId xmlns:a16="http://schemas.microsoft.com/office/drawing/2014/main" id="{FA44BD0A-026D-4242-92C2-52B0CA5753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38425" y="2628900"/>
            <a:ext cx="166688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x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1220" name="Rectangle 30">
            <a:extLst>
              <a:ext uri="{FF2B5EF4-FFF2-40B4-BE49-F238E27FC236}">
                <a16:creationId xmlns:a16="http://schemas.microsoft.com/office/drawing/2014/main" id="{A90C4322-0CF5-4601-A484-65723F3600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55900" y="2755900"/>
            <a:ext cx="161925" cy="258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7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2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1221" name="Rectangle 31">
            <a:extLst>
              <a:ext uri="{FF2B5EF4-FFF2-40B4-BE49-F238E27FC236}">
                <a16:creationId xmlns:a16="http://schemas.microsoft.com/office/drawing/2014/main" id="{523C23F3-6C8A-4BA8-B680-9F1B7BFC7C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27275" y="3135313"/>
            <a:ext cx="18097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1222" name="Rectangle 32">
            <a:extLst>
              <a:ext uri="{FF2B5EF4-FFF2-40B4-BE49-F238E27FC236}">
                <a16:creationId xmlns:a16="http://schemas.microsoft.com/office/drawing/2014/main" id="{1910093E-0F95-4BDE-B949-5AA3E740FA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89225" y="3135313"/>
            <a:ext cx="18097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1223" name="Rectangle 33">
            <a:extLst>
              <a:ext uri="{FF2B5EF4-FFF2-40B4-BE49-F238E27FC236}">
                <a16:creationId xmlns:a16="http://schemas.microsoft.com/office/drawing/2014/main" id="{19BB015A-1C9F-4647-9357-D701770629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27275" y="3519488"/>
            <a:ext cx="18097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1224" name="Rectangle 34">
            <a:extLst>
              <a:ext uri="{FF2B5EF4-FFF2-40B4-BE49-F238E27FC236}">
                <a16:creationId xmlns:a16="http://schemas.microsoft.com/office/drawing/2014/main" id="{D022DD3A-269A-4D9A-B2F0-A06027768A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89225" y="3519488"/>
            <a:ext cx="18097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1225" name="Rectangle 35">
            <a:extLst>
              <a:ext uri="{FF2B5EF4-FFF2-40B4-BE49-F238E27FC236}">
                <a16:creationId xmlns:a16="http://schemas.microsoft.com/office/drawing/2014/main" id="{3F78AFB7-2939-4111-A0D2-F60C14F7D6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27275" y="3905250"/>
            <a:ext cx="18097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1226" name="Rectangle 36">
            <a:extLst>
              <a:ext uri="{FF2B5EF4-FFF2-40B4-BE49-F238E27FC236}">
                <a16:creationId xmlns:a16="http://schemas.microsoft.com/office/drawing/2014/main" id="{5D857E10-810D-49EA-828E-6F001139D2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89225" y="3905250"/>
            <a:ext cx="18097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1227" name="Rectangle 37">
            <a:extLst>
              <a:ext uri="{FF2B5EF4-FFF2-40B4-BE49-F238E27FC236}">
                <a16:creationId xmlns:a16="http://schemas.microsoft.com/office/drawing/2014/main" id="{83643B53-18A4-4BBF-8C4D-9BC0E8BA98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27275" y="4287838"/>
            <a:ext cx="18097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1228" name="Rectangle 38">
            <a:extLst>
              <a:ext uri="{FF2B5EF4-FFF2-40B4-BE49-F238E27FC236}">
                <a16:creationId xmlns:a16="http://schemas.microsoft.com/office/drawing/2014/main" id="{93FD913E-19F3-4CB9-A055-F7446325EA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89225" y="4287838"/>
            <a:ext cx="18097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1229" name="Rectangle 39">
            <a:extLst>
              <a:ext uri="{FF2B5EF4-FFF2-40B4-BE49-F238E27FC236}">
                <a16:creationId xmlns:a16="http://schemas.microsoft.com/office/drawing/2014/main" id="{F40F2DD3-ED62-473A-A872-A17536EB61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8338" y="3132138"/>
            <a:ext cx="203200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1230" name="Rectangle 41">
            <a:extLst>
              <a:ext uri="{FF2B5EF4-FFF2-40B4-BE49-F238E27FC236}">
                <a16:creationId xmlns:a16="http://schemas.microsoft.com/office/drawing/2014/main" id="{CAB5144D-33C2-4439-B473-C1F4A1CED0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8338" y="3514725"/>
            <a:ext cx="203200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1231" name="Rectangle 43">
            <a:extLst>
              <a:ext uri="{FF2B5EF4-FFF2-40B4-BE49-F238E27FC236}">
                <a16:creationId xmlns:a16="http://schemas.microsoft.com/office/drawing/2014/main" id="{8677B452-90C1-4481-80A2-D2B58DDA2B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8338" y="4284663"/>
            <a:ext cx="203200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1232" name="Rectangle 45">
            <a:extLst>
              <a:ext uri="{FF2B5EF4-FFF2-40B4-BE49-F238E27FC236}">
                <a16:creationId xmlns:a16="http://schemas.microsoft.com/office/drawing/2014/main" id="{F050924E-E700-4944-AA59-351A23B903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8338" y="3898900"/>
            <a:ext cx="203200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grpSp>
        <p:nvGrpSpPr>
          <p:cNvPr id="51233" name="Group 48">
            <a:extLst>
              <a:ext uri="{FF2B5EF4-FFF2-40B4-BE49-F238E27FC236}">
                <a16:creationId xmlns:a16="http://schemas.microsoft.com/office/drawing/2014/main" id="{BF9B4138-F348-42B5-8DC0-4AF1DBBE1902}"/>
              </a:ext>
            </a:extLst>
          </p:cNvPr>
          <p:cNvGrpSpPr>
            <a:grpSpLocks/>
          </p:cNvGrpSpPr>
          <p:nvPr/>
        </p:nvGrpSpPr>
        <p:grpSpPr bwMode="auto">
          <a:xfrm>
            <a:off x="5483225" y="2730500"/>
            <a:ext cx="279400" cy="387350"/>
            <a:chOff x="3339" y="1451"/>
            <a:chExt cx="176" cy="244"/>
          </a:xfrm>
        </p:grpSpPr>
        <p:sp>
          <p:nvSpPr>
            <p:cNvPr id="51238" name="Rectangle 49">
              <a:extLst>
                <a:ext uri="{FF2B5EF4-FFF2-40B4-BE49-F238E27FC236}">
                  <a16:creationId xmlns:a16="http://schemas.microsoft.com/office/drawing/2014/main" id="{C36C5188-DFE1-42AC-B72D-0722C0F6D9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39" y="1451"/>
              <a:ext cx="105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x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51239" name="Rectangle 50">
              <a:extLst>
                <a:ext uri="{FF2B5EF4-FFF2-40B4-BE49-F238E27FC236}">
                  <a16:creationId xmlns:a16="http://schemas.microsoft.com/office/drawing/2014/main" id="{11FA71EE-AE0D-4679-AB81-C494173BC3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3" y="1532"/>
              <a:ext cx="102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7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1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</p:grp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A5DB69E5-5195-AB4F-A330-850E049A9930}"/>
              </a:ext>
            </a:extLst>
          </p:cNvPr>
          <p:cNvSpPr/>
          <p:nvPr/>
        </p:nvSpPr>
        <p:spPr bwMode="auto">
          <a:xfrm>
            <a:off x="5770563" y="3455988"/>
            <a:ext cx="457200" cy="1020762"/>
          </a:xfrm>
          <a:prstGeom prst="roundRect">
            <a:avLst/>
          </a:prstGeom>
          <a:noFill/>
          <a:ln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311D7CF2-BCD6-D347-B862-05BE6980D0E1}"/>
              </a:ext>
            </a:extLst>
          </p:cNvPr>
          <p:cNvSpPr/>
          <p:nvPr/>
        </p:nvSpPr>
        <p:spPr bwMode="auto">
          <a:xfrm>
            <a:off x="5791200" y="4038600"/>
            <a:ext cx="1050925" cy="457200"/>
          </a:xfrm>
          <a:prstGeom prst="roundRect">
            <a:avLst/>
          </a:prstGeom>
          <a:noFill/>
          <a:ln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51236" name="TextBox 11">
            <a:extLst>
              <a:ext uri="{FF2B5EF4-FFF2-40B4-BE49-F238E27FC236}">
                <a16:creationId xmlns:a16="http://schemas.microsoft.com/office/drawing/2014/main" id="{56B590F8-548C-4846-8B36-1A4AE7A42F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22888" y="5029200"/>
            <a:ext cx="1957387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x</a:t>
            </a:r>
            <a:r>
              <a:rPr kumimoji="0" lang="en-US" altLang="en-US" sz="2400" b="1" i="0" u="none" strike="noStrike" kern="1200" cap="none" spc="0" normalizeH="0" baseline="-2500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1</a:t>
            </a:r>
            <a:r>
              <a:rPr kumimoji="0" lang="en-US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 + </a:t>
            </a:r>
            <a:r>
              <a:rPr kumimoji="0" lang="en-US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x</a:t>
            </a:r>
            <a:r>
              <a:rPr kumimoji="0" lang="en-US" altLang="en-US" sz="2400" b="1" i="0" u="none" strike="noStrike" kern="1200" cap="none" spc="0" normalizeH="0" baseline="-2500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2</a:t>
            </a:r>
          </a:p>
        </p:txBody>
      </p:sp>
      <p:sp>
        <p:nvSpPr>
          <p:cNvPr id="51237" name="TextBox 17">
            <a:extLst>
              <a:ext uri="{FF2B5EF4-FFF2-40B4-BE49-F238E27FC236}">
                <a16:creationId xmlns:a16="http://schemas.microsoft.com/office/drawing/2014/main" id="{DEA26E57-5941-46F7-8FB1-DB0F2A3B87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1200" y="4783138"/>
            <a:ext cx="3048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_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8068D11-E115-4BA5-8BFA-EE483EC8AC54}"/>
              </a:ext>
            </a:extLst>
          </p:cNvPr>
          <p:cNvSpPr/>
          <p:nvPr/>
        </p:nvSpPr>
        <p:spPr>
          <a:xfrm>
            <a:off x="1792320" y="1018654"/>
            <a:ext cx="402706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Find which variable is constant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Title 1">
            <a:extLst>
              <a:ext uri="{FF2B5EF4-FFF2-40B4-BE49-F238E27FC236}">
                <a16:creationId xmlns:a16="http://schemas.microsoft.com/office/drawing/2014/main" id="{CD9C162D-F92E-4619-943D-26CC96B1863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" y="76200"/>
            <a:ext cx="8686800" cy="457200"/>
          </a:xfrm>
        </p:spPr>
        <p:txBody>
          <a:bodyPr/>
          <a:lstStyle/>
          <a:p>
            <a:r>
              <a:rPr lang="en-US" altLang="en-US" sz="3400" dirty="0"/>
              <a:t>Writing The Expression</a:t>
            </a:r>
          </a:p>
        </p:txBody>
      </p:sp>
      <p:sp>
        <p:nvSpPr>
          <p:cNvPr id="52226" name="Content Placeholder 2">
            <a:extLst>
              <a:ext uri="{FF2B5EF4-FFF2-40B4-BE49-F238E27FC236}">
                <a16:creationId xmlns:a16="http://schemas.microsoft.com/office/drawing/2014/main" id="{D7A7CA8D-8ADB-4C5D-86DA-31225005754F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Find which variable is constant</a:t>
            </a:r>
          </a:p>
        </p:txBody>
      </p:sp>
      <p:sp>
        <p:nvSpPr>
          <p:cNvPr id="52227" name="Rectangle 3">
            <a:extLst>
              <a:ext uri="{FF2B5EF4-FFF2-40B4-BE49-F238E27FC236}">
                <a16:creationId xmlns:a16="http://schemas.microsoft.com/office/drawing/2014/main" id="{F1D99752-85B9-4C63-835E-42CE4D9FC7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54288" y="3887788"/>
            <a:ext cx="1166812" cy="1139825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2228" name="Line 4">
            <a:extLst>
              <a:ext uri="{FF2B5EF4-FFF2-40B4-BE49-F238E27FC236}">
                <a16:creationId xmlns:a16="http://schemas.microsoft.com/office/drawing/2014/main" id="{EFAF8803-980C-4E7C-B8FB-C7491C9B9D4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554288" y="4457700"/>
            <a:ext cx="1166812" cy="1588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2229" name="Line 5">
            <a:extLst>
              <a:ext uri="{FF2B5EF4-FFF2-40B4-BE49-F238E27FC236}">
                <a16:creationId xmlns:a16="http://schemas.microsoft.com/office/drawing/2014/main" id="{958DB02F-E843-46CE-ABF4-6FC40EBFFA4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124200" y="3887788"/>
            <a:ext cx="1588" cy="1139825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2230" name="Line 6">
            <a:extLst>
              <a:ext uri="{FF2B5EF4-FFF2-40B4-BE49-F238E27FC236}">
                <a16:creationId xmlns:a16="http://schemas.microsoft.com/office/drawing/2014/main" id="{E2ADF374-4F85-4966-A1C3-D0ACB5106E0B}"/>
              </a:ext>
            </a:extLst>
          </p:cNvPr>
          <p:cNvSpPr>
            <a:spLocks noChangeShapeType="1"/>
          </p:cNvSpPr>
          <p:nvPr/>
        </p:nvSpPr>
        <p:spPr bwMode="auto">
          <a:xfrm>
            <a:off x="1984375" y="3317875"/>
            <a:ext cx="569913" cy="569913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grpSp>
        <p:nvGrpSpPr>
          <p:cNvPr id="52231" name="Group 47">
            <a:extLst>
              <a:ext uri="{FF2B5EF4-FFF2-40B4-BE49-F238E27FC236}">
                <a16:creationId xmlns:a16="http://schemas.microsoft.com/office/drawing/2014/main" id="{188FE3F3-2143-449C-BE15-8B7550082D96}"/>
              </a:ext>
            </a:extLst>
          </p:cNvPr>
          <p:cNvGrpSpPr>
            <a:grpSpLocks/>
          </p:cNvGrpSpPr>
          <p:nvPr/>
        </p:nvGrpSpPr>
        <p:grpSpPr bwMode="auto">
          <a:xfrm>
            <a:off x="1892300" y="3398838"/>
            <a:ext cx="279400" cy="387350"/>
            <a:chOff x="3339" y="1451"/>
            <a:chExt cx="176" cy="244"/>
          </a:xfrm>
        </p:grpSpPr>
        <p:sp>
          <p:nvSpPr>
            <p:cNvPr id="52246" name="Rectangle 9">
              <a:extLst>
                <a:ext uri="{FF2B5EF4-FFF2-40B4-BE49-F238E27FC236}">
                  <a16:creationId xmlns:a16="http://schemas.microsoft.com/office/drawing/2014/main" id="{C8F8BEE3-1FA7-42FF-AEE8-5DA99FEB79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39" y="1451"/>
              <a:ext cx="105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x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52247" name="Rectangle 10">
              <a:extLst>
                <a:ext uri="{FF2B5EF4-FFF2-40B4-BE49-F238E27FC236}">
                  <a16:creationId xmlns:a16="http://schemas.microsoft.com/office/drawing/2014/main" id="{988E7A9D-9E97-42B0-A877-BDC73B48DF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3" y="1532"/>
              <a:ext cx="102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7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2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</p:grpSp>
      <p:sp>
        <p:nvSpPr>
          <p:cNvPr id="52232" name="Rectangle 13">
            <a:extLst>
              <a:ext uri="{FF2B5EF4-FFF2-40B4-BE49-F238E27FC236}">
                <a16:creationId xmlns:a16="http://schemas.microsoft.com/office/drawing/2014/main" id="{DE63CE51-EDAE-4A8A-84E5-18B60F2612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2825" y="4051300"/>
            <a:ext cx="18097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2233" name="Rectangle 14">
            <a:extLst>
              <a:ext uri="{FF2B5EF4-FFF2-40B4-BE49-F238E27FC236}">
                <a16:creationId xmlns:a16="http://schemas.microsoft.com/office/drawing/2014/main" id="{E2F23641-3EEE-4565-8BEB-CEF1952EBE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68538" y="4627563"/>
            <a:ext cx="18097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2234" name="Rectangle 15">
            <a:extLst>
              <a:ext uri="{FF2B5EF4-FFF2-40B4-BE49-F238E27FC236}">
                <a16:creationId xmlns:a16="http://schemas.microsoft.com/office/drawing/2014/main" id="{3A1BB5A0-B9C1-4EEF-A420-B60AC7CCF4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90825" y="3570288"/>
            <a:ext cx="18097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2235" name="Rectangle 16">
            <a:extLst>
              <a:ext uri="{FF2B5EF4-FFF2-40B4-BE49-F238E27FC236}">
                <a16:creationId xmlns:a16="http://schemas.microsoft.com/office/drawing/2014/main" id="{D0ABE4FC-ED97-417E-9514-A3312A42A0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68675" y="3570288"/>
            <a:ext cx="18097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2236" name="Rectangle 17">
            <a:extLst>
              <a:ext uri="{FF2B5EF4-FFF2-40B4-BE49-F238E27FC236}">
                <a16:creationId xmlns:a16="http://schemas.microsoft.com/office/drawing/2014/main" id="{F2F59553-BC82-45D4-8A0D-7D61907A5E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79713" y="4035425"/>
            <a:ext cx="136525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2237" name="Rectangle 19">
            <a:extLst>
              <a:ext uri="{FF2B5EF4-FFF2-40B4-BE49-F238E27FC236}">
                <a16:creationId xmlns:a16="http://schemas.microsoft.com/office/drawing/2014/main" id="{8321FDCA-D5AE-4AEF-8045-226DB94904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68675" y="4035425"/>
            <a:ext cx="136525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2238" name="Rectangle 21">
            <a:extLst>
              <a:ext uri="{FF2B5EF4-FFF2-40B4-BE49-F238E27FC236}">
                <a16:creationId xmlns:a16="http://schemas.microsoft.com/office/drawing/2014/main" id="{8556D51F-AB90-4C21-AC07-FABCF1B4A0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68675" y="4583113"/>
            <a:ext cx="136525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2239" name="Rectangle 23">
            <a:extLst>
              <a:ext uri="{FF2B5EF4-FFF2-40B4-BE49-F238E27FC236}">
                <a16:creationId xmlns:a16="http://schemas.microsoft.com/office/drawing/2014/main" id="{49836654-403F-448D-8D95-59F98F08CA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79713" y="4583113"/>
            <a:ext cx="136525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grpSp>
        <p:nvGrpSpPr>
          <p:cNvPr id="52240" name="Group 48">
            <a:extLst>
              <a:ext uri="{FF2B5EF4-FFF2-40B4-BE49-F238E27FC236}">
                <a16:creationId xmlns:a16="http://schemas.microsoft.com/office/drawing/2014/main" id="{76D8769F-1CF2-4821-9F45-C3D41D47014B}"/>
              </a:ext>
            </a:extLst>
          </p:cNvPr>
          <p:cNvGrpSpPr>
            <a:grpSpLocks/>
          </p:cNvGrpSpPr>
          <p:nvPr/>
        </p:nvGrpSpPr>
        <p:grpSpPr bwMode="auto">
          <a:xfrm>
            <a:off x="2332038" y="3222625"/>
            <a:ext cx="279400" cy="387350"/>
            <a:chOff x="3339" y="1451"/>
            <a:chExt cx="176" cy="244"/>
          </a:xfrm>
        </p:grpSpPr>
        <p:sp>
          <p:nvSpPr>
            <p:cNvPr id="52244" name="Rectangle 49">
              <a:extLst>
                <a:ext uri="{FF2B5EF4-FFF2-40B4-BE49-F238E27FC236}">
                  <a16:creationId xmlns:a16="http://schemas.microsoft.com/office/drawing/2014/main" id="{AFB4AA21-2720-4DBC-819A-E4CFB664F4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39" y="1451"/>
              <a:ext cx="105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x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52245" name="Rectangle 50">
              <a:extLst>
                <a:ext uri="{FF2B5EF4-FFF2-40B4-BE49-F238E27FC236}">
                  <a16:creationId xmlns:a16="http://schemas.microsoft.com/office/drawing/2014/main" id="{7CAB6037-3A81-440F-9782-74EFCF9BC5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3" y="1532"/>
              <a:ext cx="102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7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1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</p:grp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179D9646-F2C6-BA40-A11C-9BDC4593CBF5}"/>
              </a:ext>
            </a:extLst>
          </p:cNvPr>
          <p:cNvSpPr/>
          <p:nvPr/>
        </p:nvSpPr>
        <p:spPr bwMode="auto">
          <a:xfrm>
            <a:off x="2619375" y="3948113"/>
            <a:ext cx="457200" cy="1020762"/>
          </a:xfrm>
          <a:prstGeom prst="roundRect">
            <a:avLst/>
          </a:prstGeom>
          <a:noFill/>
          <a:ln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52242" name="TextBox 22">
            <a:extLst>
              <a:ext uri="{FF2B5EF4-FFF2-40B4-BE49-F238E27FC236}">
                <a16:creationId xmlns:a16="http://schemas.microsoft.com/office/drawing/2014/main" id="{21982CB5-B590-45EA-B8AC-E64C199E74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10200" y="3686175"/>
            <a:ext cx="21336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x</a:t>
            </a:r>
            <a:r>
              <a:rPr kumimoji="0" lang="en-US" altLang="en-US" sz="24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1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 is constant</a:t>
            </a:r>
          </a:p>
        </p:txBody>
      </p:sp>
      <p:sp>
        <p:nvSpPr>
          <p:cNvPr id="52243" name="TextBox 23">
            <a:extLst>
              <a:ext uri="{FF2B5EF4-FFF2-40B4-BE49-F238E27FC236}">
                <a16:creationId xmlns:a16="http://schemas.microsoft.com/office/drawing/2014/main" id="{51E75A86-4374-4FEB-BE1B-4598FE8BA4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10200" y="3429000"/>
            <a:ext cx="33813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_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242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9" name="Title 1">
            <a:extLst>
              <a:ext uri="{FF2B5EF4-FFF2-40B4-BE49-F238E27FC236}">
                <a16:creationId xmlns:a16="http://schemas.microsoft.com/office/drawing/2014/main" id="{169C7839-6223-4939-ABC9-9D9C797DF31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" y="76200"/>
            <a:ext cx="8686800" cy="407988"/>
          </a:xfrm>
        </p:spPr>
        <p:txBody>
          <a:bodyPr/>
          <a:lstStyle/>
          <a:p>
            <a:r>
              <a:rPr lang="en-US" altLang="en-US" sz="3400" dirty="0"/>
              <a:t>Writing The Expression</a:t>
            </a:r>
          </a:p>
        </p:txBody>
      </p:sp>
      <p:sp>
        <p:nvSpPr>
          <p:cNvPr id="53250" name="Content Placeholder 2">
            <a:extLst>
              <a:ext uri="{FF2B5EF4-FFF2-40B4-BE49-F238E27FC236}">
                <a16:creationId xmlns:a16="http://schemas.microsoft.com/office/drawing/2014/main" id="{2D24376C-1242-4E39-B3C3-F29288D9FE31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Find which variable is constant</a:t>
            </a:r>
          </a:p>
        </p:txBody>
      </p:sp>
      <p:sp>
        <p:nvSpPr>
          <p:cNvPr id="53251" name="Rectangle 3">
            <a:extLst>
              <a:ext uri="{FF2B5EF4-FFF2-40B4-BE49-F238E27FC236}">
                <a16:creationId xmlns:a16="http://schemas.microsoft.com/office/drawing/2014/main" id="{EC3955AA-244F-440E-8CD2-7B45E76CD1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54288" y="3887788"/>
            <a:ext cx="1166812" cy="1139825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3252" name="Line 4">
            <a:extLst>
              <a:ext uri="{FF2B5EF4-FFF2-40B4-BE49-F238E27FC236}">
                <a16:creationId xmlns:a16="http://schemas.microsoft.com/office/drawing/2014/main" id="{EC02C546-EFCB-4081-9810-96A96790D66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554288" y="4457700"/>
            <a:ext cx="1166812" cy="1588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3253" name="Line 5">
            <a:extLst>
              <a:ext uri="{FF2B5EF4-FFF2-40B4-BE49-F238E27FC236}">
                <a16:creationId xmlns:a16="http://schemas.microsoft.com/office/drawing/2014/main" id="{036B81E4-2BE2-4A46-9E54-D9F46108976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124200" y="3887788"/>
            <a:ext cx="1588" cy="1139825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3254" name="Line 6">
            <a:extLst>
              <a:ext uri="{FF2B5EF4-FFF2-40B4-BE49-F238E27FC236}">
                <a16:creationId xmlns:a16="http://schemas.microsoft.com/office/drawing/2014/main" id="{7002C1C5-6DD2-44AA-A437-325D700EB8C9}"/>
              </a:ext>
            </a:extLst>
          </p:cNvPr>
          <p:cNvSpPr>
            <a:spLocks noChangeShapeType="1"/>
          </p:cNvSpPr>
          <p:nvPr/>
        </p:nvSpPr>
        <p:spPr bwMode="auto">
          <a:xfrm>
            <a:off x="1984375" y="3317875"/>
            <a:ext cx="569913" cy="569913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grpSp>
        <p:nvGrpSpPr>
          <p:cNvPr id="53255" name="Group 47">
            <a:extLst>
              <a:ext uri="{FF2B5EF4-FFF2-40B4-BE49-F238E27FC236}">
                <a16:creationId xmlns:a16="http://schemas.microsoft.com/office/drawing/2014/main" id="{25409BE8-34EB-49B8-AE03-CA411CEA47A0}"/>
              </a:ext>
            </a:extLst>
          </p:cNvPr>
          <p:cNvGrpSpPr>
            <a:grpSpLocks/>
          </p:cNvGrpSpPr>
          <p:nvPr/>
        </p:nvGrpSpPr>
        <p:grpSpPr bwMode="auto">
          <a:xfrm>
            <a:off x="1892300" y="3398838"/>
            <a:ext cx="279400" cy="387350"/>
            <a:chOff x="3339" y="1451"/>
            <a:chExt cx="176" cy="244"/>
          </a:xfrm>
        </p:grpSpPr>
        <p:sp>
          <p:nvSpPr>
            <p:cNvPr id="53269" name="Rectangle 9">
              <a:extLst>
                <a:ext uri="{FF2B5EF4-FFF2-40B4-BE49-F238E27FC236}">
                  <a16:creationId xmlns:a16="http://schemas.microsoft.com/office/drawing/2014/main" id="{B0E4B31E-BCB5-4A66-B64B-50334653B0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39" y="1451"/>
              <a:ext cx="105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x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53270" name="Rectangle 10">
              <a:extLst>
                <a:ext uri="{FF2B5EF4-FFF2-40B4-BE49-F238E27FC236}">
                  <a16:creationId xmlns:a16="http://schemas.microsoft.com/office/drawing/2014/main" id="{339D4D42-D9F7-4FE5-A310-69142FF434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3" y="1532"/>
              <a:ext cx="102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7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2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</p:grpSp>
      <p:sp>
        <p:nvSpPr>
          <p:cNvPr id="53256" name="Rectangle 13">
            <a:extLst>
              <a:ext uri="{FF2B5EF4-FFF2-40B4-BE49-F238E27FC236}">
                <a16:creationId xmlns:a16="http://schemas.microsoft.com/office/drawing/2014/main" id="{717E8767-77B5-4B2D-9891-9E181C8D0A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2825" y="4051300"/>
            <a:ext cx="18097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3257" name="Rectangle 14">
            <a:extLst>
              <a:ext uri="{FF2B5EF4-FFF2-40B4-BE49-F238E27FC236}">
                <a16:creationId xmlns:a16="http://schemas.microsoft.com/office/drawing/2014/main" id="{D5449CBD-94E3-4659-8096-D577EC947C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68538" y="4627563"/>
            <a:ext cx="18097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3258" name="Rectangle 15">
            <a:extLst>
              <a:ext uri="{FF2B5EF4-FFF2-40B4-BE49-F238E27FC236}">
                <a16:creationId xmlns:a16="http://schemas.microsoft.com/office/drawing/2014/main" id="{842280C5-1EE6-4590-832A-DA8EF49F6F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90825" y="3570288"/>
            <a:ext cx="18097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3259" name="Rectangle 16">
            <a:extLst>
              <a:ext uri="{FF2B5EF4-FFF2-40B4-BE49-F238E27FC236}">
                <a16:creationId xmlns:a16="http://schemas.microsoft.com/office/drawing/2014/main" id="{72FA2E9E-A3F6-4F14-9B25-902D00799B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68675" y="3570288"/>
            <a:ext cx="18097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3260" name="Rectangle 17">
            <a:extLst>
              <a:ext uri="{FF2B5EF4-FFF2-40B4-BE49-F238E27FC236}">
                <a16:creationId xmlns:a16="http://schemas.microsoft.com/office/drawing/2014/main" id="{49CE978D-92C9-413C-BB4F-8DF50D8DFD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79713" y="4035425"/>
            <a:ext cx="15398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0</a:t>
            </a:r>
          </a:p>
        </p:txBody>
      </p:sp>
      <p:sp>
        <p:nvSpPr>
          <p:cNvPr id="53261" name="Rectangle 19">
            <a:extLst>
              <a:ext uri="{FF2B5EF4-FFF2-40B4-BE49-F238E27FC236}">
                <a16:creationId xmlns:a16="http://schemas.microsoft.com/office/drawing/2014/main" id="{D80008FA-10B5-418F-B25A-053A1C558A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68675" y="4035425"/>
            <a:ext cx="15398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1</a:t>
            </a:r>
          </a:p>
        </p:txBody>
      </p:sp>
      <p:sp>
        <p:nvSpPr>
          <p:cNvPr id="53262" name="Rectangle 21">
            <a:extLst>
              <a:ext uri="{FF2B5EF4-FFF2-40B4-BE49-F238E27FC236}">
                <a16:creationId xmlns:a16="http://schemas.microsoft.com/office/drawing/2014/main" id="{A07744C5-0B2D-447A-ADE2-A865F22C06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68675" y="4583113"/>
            <a:ext cx="122238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3263" name="Rectangle 23">
            <a:extLst>
              <a:ext uri="{FF2B5EF4-FFF2-40B4-BE49-F238E27FC236}">
                <a16:creationId xmlns:a16="http://schemas.microsoft.com/office/drawing/2014/main" id="{EAADF733-EEEC-48DE-9D8C-250F64D215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79713" y="4583113"/>
            <a:ext cx="15398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0</a:t>
            </a:r>
          </a:p>
        </p:txBody>
      </p:sp>
      <p:grpSp>
        <p:nvGrpSpPr>
          <p:cNvPr id="53264" name="Group 48">
            <a:extLst>
              <a:ext uri="{FF2B5EF4-FFF2-40B4-BE49-F238E27FC236}">
                <a16:creationId xmlns:a16="http://schemas.microsoft.com/office/drawing/2014/main" id="{F0FF820A-0853-488E-9798-3381150C4770}"/>
              </a:ext>
            </a:extLst>
          </p:cNvPr>
          <p:cNvGrpSpPr>
            <a:grpSpLocks/>
          </p:cNvGrpSpPr>
          <p:nvPr/>
        </p:nvGrpSpPr>
        <p:grpSpPr bwMode="auto">
          <a:xfrm>
            <a:off x="2332038" y="3222625"/>
            <a:ext cx="279400" cy="387350"/>
            <a:chOff x="3339" y="1451"/>
            <a:chExt cx="176" cy="244"/>
          </a:xfrm>
        </p:grpSpPr>
        <p:sp>
          <p:nvSpPr>
            <p:cNvPr id="53267" name="Rectangle 49">
              <a:extLst>
                <a:ext uri="{FF2B5EF4-FFF2-40B4-BE49-F238E27FC236}">
                  <a16:creationId xmlns:a16="http://schemas.microsoft.com/office/drawing/2014/main" id="{0DDC7676-8B5B-446E-B7C4-9A514B14D0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39" y="1451"/>
              <a:ext cx="105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x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53268" name="Rectangle 50">
              <a:extLst>
                <a:ext uri="{FF2B5EF4-FFF2-40B4-BE49-F238E27FC236}">
                  <a16:creationId xmlns:a16="http://schemas.microsoft.com/office/drawing/2014/main" id="{BA9F8E6D-F998-4D4F-AE1A-22A0856B07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3" y="1532"/>
              <a:ext cx="102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7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1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</p:grp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A1F31549-C540-A346-9352-82E6D8383E58}"/>
              </a:ext>
            </a:extLst>
          </p:cNvPr>
          <p:cNvSpPr/>
          <p:nvPr/>
        </p:nvSpPr>
        <p:spPr bwMode="auto">
          <a:xfrm>
            <a:off x="3200400" y="3948113"/>
            <a:ext cx="457200" cy="1020762"/>
          </a:xfrm>
          <a:prstGeom prst="roundRect">
            <a:avLst/>
          </a:prstGeom>
          <a:noFill/>
          <a:ln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53266" name="TextBox 22">
            <a:extLst>
              <a:ext uri="{FF2B5EF4-FFF2-40B4-BE49-F238E27FC236}">
                <a16:creationId xmlns:a16="http://schemas.microsoft.com/office/drawing/2014/main" id="{A926AA96-2EDF-4990-815A-F5B093C45F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10200" y="3686175"/>
            <a:ext cx="21336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x</a:t>
            </a:r>
            <a:r>
              <a:rPr kumimoji="0" lang="en-US" altLang="en-US" sz="24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1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 is constant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266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7" name="Title 1">
            <a:extLst>
              <a:ext uri="{FF2B5EF4-FFF2-40B4-BE49-F238E27FC236}">
                <a16:creationId xmlns:a16="http://schemas.microsoft.com/office/drawing/2014/main" id="{91B3C912-6868-4571-BDD4-8406A34F79D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20638"/>
            <a:ext cx="9144000" cy="498475"/>
          </a:xfrm>
        </p:spPr>
        <p:txBody>
          <a:bodyPr/>
          <a:lstStyle/>
          <a:p>
            <a:r>
              <a:rPr lang="en-US" altLang="en-US" sz="3400" dirty="0"/>
              <a:t>These are all valid groupings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89A0D897-A6E0-4DB9-BBFB-B2DE51821021}"/>
              </a:ext>
            </a:extLst>
          </p:cNvPr>
          <p:cNvGrpSpPr/>
          <p:nvPr/>
        </p:nvGrpSpPr>
        <p:grpSpPr>
          <a:xfrm>
            <a:off x="228600" y="609600"/>
            <a:ext cx="8458200" cy="1905000"/>
            <a:chOff x="304800" y="838200"/>
            <a:chExt cx="8458200" cy="1905000"/>
          </a:xfrm>
        </p:grpSpPr>
        <p:pic>
          <p:nvPicPr>
            <p:cNvPr id="55298" name="Picture 28" descr="Screen shot 2013-09-23 at 3.19.19 PM.png">
              <a:extLst>
                <a:ext uri="{FF2B5EF4-FFF2-40B4-BE49-F238E27FC236}">
                  <a16:creationId xmlns:a16="http://schemas.microsoft.com/office/drawing/2014/main" id="{1673666A-BB9D-4100-8509-8B327AD53C7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4800" y="838200"/>
              <a:ext cx="1943100" cy="1905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55299" name="Picture 29" descr="Screen shot 2013-09-23 at 3.19.19 PM.png">
              <a:extLst>
                <a:ext uri="{FF2B5EF4-FFF2-40B4-BE49-F238E27FC236}">
                  <a16:creationId xmlns:a16="http://schemas.microsoft.com/office/drawing/2014/main" id="{21273D17-6714-4482-91DB-F7C7C230AB9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38400" y="838200"/>
              <a:ext cx="1943100" cy="1905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55300" name="Picture 30" descr="Screen shot 2013-09-23 at 3.19.19 PM.png">
              <a:extLst>
                <a:ext uri="{FF2B5EF4-FFF2-40B4-BE49-F238E27FC236}">
                  <a16:creationId xmlns:a16="http://schemas.microsoft.com/office/drawing/2014/main" id="{A9F2740A-51A2-4E32-B9AF-B64AE00D965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686300" y="838200"/>
              <a:ext cx="1943100" cy="1905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55301" name="Picture 31" descr="Screen shot 2013-09-23 at 3.19.19 PM.png">
              <a:extLst>
                <a:ext uri="{FF2B5EF4-FFF2-40B4-BE49-F238E27FC236}">
                  <a16:creationId xmlns:a16="http://schemas.microsoft.com/office/drawing/2014/main" id="{7F495A48-0D8D-4031-AF8F-6C6C5844C22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819900" y="838200"/>
              <a:ext cx="1943100" cy="1905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7" name="Rounded Rectangle 36">
              <a:extLst>
                <a:ext uri="{FF2B5EF4-FFF2-40B4-BE49-F238E27FC236}">
                  <a16:creationId xmlns:a16="http://schemas.microsoft.com/office/drawing/2014/main" id="{D3F13B3F-9132-4346-A1C2-A78C99082FDA}"/>
                </a:ext>
              </a:extLst>
            </p:cNvPr>
            <p:cNvSpPr/>
            <p:nvPr/>
          </p:nvSpPr>
          <p:spPr bwMode="auto">
            <a:xfrm>
              <a:off x="1074738" y="1506538"/>
              <a:ext cx="354012" cy="942975"/>
            </a:xfrm>
            <a:prstGeom prst="roundRect">
              <a:avLst/>
            </a:prstGeom>
            <a:noFill/>
            <a:ln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charset="0"/>
                <a:ea typeface="+mn-ea"/>
                <a:cs typeface="+mn-cs"/>
              </a:endParaRPr>
            </a:p>
          </p:txBody>
        </p:sp>
        <p:sp>
          <p:nvSpPr>
            <p:cNvPr id="38" name="Rounded Rectangle 37">
              <a:extLst>
                <a:ext uri="{FF2B5EF4-FFF2-40B4-BE49-F238E27FC236}">
                  <a16:creationId xmlns:a16="http://schemas.microsoft.com/office/drawing/2014/main" id="{41B12FDF-8149-E74A-9FE6-C996DBF110EA}"/>
                </a:ext>
              </a:extLst>
            </p:cNvPr>
            <p:cNvSpPr/>
            <p:nvPr/>
          </p:nvSpPr>
          <p:spPr bwMode="auto">
            <a:xfrm>
              <a:off x="3735388" y="1504950"/>
              <a:ext cx="354012" cy="941388"/>
            </a:xfrm>
            <a:prstGeom prst="roundRect">
              <a:avLst/>
            </a:prstGeom>
            <a:noFill/>
            <a:ln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charset="0"/>
                <a:ea typeface="+mn-ea"/>
                <a:cs typeface="+mn-cs"/>
              </a:endParaRPr>
            </a:p>
          </p:txBody>
        </p:sp>
        <p:sp>
          <p:nvSpPr>
            <p:cNvPr id="39" name="Rounded Rectangle 38">
              <a:extLst>
                <a:ext uri="{FF2B5EF4-FFF2-40B4-BE49-F238E27FC236}">
                  <a16:creationId xmlns:a16="http://schemas.microsoft.com/office/drawing/2014/main" id="{BDF62FD1-0866-874F-AF23-EC43C75D7745}"/>
                </a:ext>
              </a:extLst>
            </p:cNvPr>
            <p:cNvSpPr/>
            <p:nvPr/>
          </p:nvSpPr>
          <p:spPr bwMode="auto">
            <a:xfrm rot="16200000">
              <a:off x="5726906" y="1254919"/>
              <a:ext cx="354013" cy="942975"/>
            </a:xfrm>
            <a:prstGeom prst="roundRect">
              <a:avLst/>
            </a:prstGeom>
            <a:noFill/>
            <a:ln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charset="0"/>
                <a:ea typeface="+mn-ea"/>
                <a:cs typeface="+mn-cs"/>
              </a:endParaRPr>
            </a:p>
          </p:txBody>
        </p:sp>
        <p:sp>
          <p:nvSpPr>
            <p:cNvPr id="40" name="Rounded Rectangle 39">
              <a:extLst>
                <a:ext uri="{FF2B5EF4-FFF2-40B4-BE49-F238E27FC236}">
                  <a16:creationId xmlns:a16="http://schemas.microsoft.com/office/drawing/2014/main" id="{F9783620-B5F5-8348-90A7-5DDC155EDFDA}"/>
                </a:ext>
              </a:extLst>
            </p:cNvPr>
            <p:cNvSpPr/>
            <p:nvPr/>
          </p:nvSpPr>
          <p:spPr bwMode="auto">
            <a:xfrm rot="16200000">
              <a:off x="7850981" y="1775619"/>
              <a:ext cx="354013" cy="942975"/>
            </a:xfrm>
            <a:prstGeom prst="roundRect">
              <a:avLst/>
            </a:prstGeom>
            <a:noFill/>
            <a:ln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charset="0"/>
                <a:ea typeface="+mn-ea"/>
                <a:cs typeface="+mn-cs"/>
              </a:endParaRP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1905CD4F-38AF-4525-A2B4-9C8D906F48B9}"/>
              </a:ext>
            </a:extLst>
          </p:cNvPr>
          <p:cNvGrpSpPr/>
          <p:nvPr/>
        </p:nvGrpSpPr>
        <p:grpSpPr>
          <a:xfrm>
            <a:off x="232775" y="2533390"/>
            <a:ext cx="8458200" cy="1905000"/>
            <a:chOff x="304800" y="2057400"/>
            <a:chExt cx="8458200" cy="1905000"/>
          </a:xfrm>
        </p:grpSpPr>
        <p:pic>
          <p:nvPicPr>
            <p:cNvPr id="13" name="Picture 32" descr="Screen shot 2013-09-23 at 3.19.19 PM.png">
              <a:extLst>
                <a:ext uri="{FF2B5EF4-FFF2-40B4-BE49-F238E27FC236}">
                  <a16:creationId xmlns:a16="http://schemas.microsoft.com/office/drawing/2014/main" id="{647545AB-0174-40B5-85AA-07013CDBBBF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4800" y="2057400"/>
              <a:ext cx="1943100" cy="1905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4" name="Picture 33" descr="Screen shot 2013-09-23 at 3.19.19 PM.png">
              <a:extLst>
                <a:ext uri="{FF2B5EF4-FFF2-40B4-BE49-F238E27FC236}">
                  <a16:creationId xmlns:a16="http://schemas.microsoft.com/office/drawing/2014/main" id="{A494E027-CC90-4412-BAB5-12A28E22779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38400" y="2057400"/>
              <a:ext cx="1943100" cy="1905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5" name="Picture 34" descr="Screen shot 2013-09-23 at 3.19.19 PM.png">
              <a:extLst>
                <a:ext uri="{FF2B5EF4-FFF2-40B4-BE49-F238E27FC236}">
                  <a16:creationId xmlns:a16="http://schemas.microsoft.com/office/drawing/2014/main" id="{57D29AD4-C3EE-4735-AEB5-690D357D5FE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686300" y="2057400"/>
              <a:ext cx="1943100" cy="1905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6" name="Picture 35" descr="Screen shot 2013-09-23 at 3.19.19 PM.png">
              <a:extLst>
                <a:ext uri="{FF2B5EF4-FFF2-40B4-BE49-F238E27FC236}">
                  <a16:creationId xmlns:a16="http://schemas.microsoft.com/office/drawing/2014/main" id="{0C37408F-2BA6-4876-A230-C0890B3B87F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819900" y="2057400"/>
              <a:ext cx="1943100" cy="1905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7" name="Rounded Rectangle 40">
              <a:extLst>
                <a:ext uri="{FF2B5EF4-FFF2-40B4-BE49-F238E27FC236}">
                  <a16:creationId xmlns:a16="http://schemas.microsoft.com/office/drawing/2014/main" id="{B7DBD66C-EAAC-4770-B1EA-0C2F7C875DBD}"/>
                </a:ext>
              </a:extLst>
            </p:cNvPr>
            <p:cNvSpPr/>
            <p:nvPr/>
          </p:nvSpPr>
          <p:spPr bwMode="auto">
            <a:xfrm rot="16200000">
              <a:off x="1066801" y="2744787"/>
              <a:ext cx="354012" cy="404813"/>
            </a:xfrm>
            <a:prstGeom prst="roundRect">
              <a:avLst/>
            </a:prstGeom>
            <a:noFill/>
            <a:ln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charset="0"/>
                <a:ea typeface="+mn-ea"/>
                <a:cs typeface="+mn-cs"/>
              </a:endParaRPr>
            </a:p>
          </p:txBody>
        </p:sp>
        <p:sp>
          <p:nvSpPr>
            <p:cNvPr id="18" name="Rounded Rectangle 41">
              <a:extLst>
                <a:ext uri="{FF2B5EF4-FFF2-40B4-BE49-F238E27FC236}">
                  <a16:creationId xmlns:a16="http://schemas.microsoft.com/office/drawing/2014/main" id="{B6E443A4-281B-45AC-B1EB-7D694BAAF030}"/>
                </a:ext>
              </a:extLst>
            </p:cNvPr>
            <p:cNvSpPr/>
            <p:nvPr/>
          </p:nvSpPr>
          <p:spPr bwMode="auto">
            <a:xfrm rot="16200000">
              <a:off x="3207545" y="3266281"/>
              <a:ext cx="354012" cy="403225"/>
            </a:xfrm>
            <a:prstGeom prst="roundRect">
              <a:avLst/>
            </a:prstGeom>
            <a:noFill/>
            <a:ln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charset="0"/>
                <a:ea typeface="+mn-ea"/>
                <a:cs typeface="+mn-cs"/>
              </a:endParaRPr>
            </a:p>
          </p:txBody>
        </p:sp>
        <p:sp>
          <p:nvSpPr>
            <p:cNvPr id="19" name="Rounded Rectangle 42">
              <a:extLst>
                <a:ext uri="{FF2B5EF4-FFF2-40B4-BE49-F238E27FC236}">
                  <a16:creationId xmlns:a16="http://schemas.microsoft.com/office/drawing/2014/main" id="{1C5DE959-C321-45BF-9C08-66B559030D92}"/>
                </a:ext>
              </a:extLst>
            </p:cNvPr>
            <p:cNvSpPr/>
            <p:nvPr/>
          </p:nvSpPr>
          <p:spPr bwMode="auto">
            <a:xfrm rot="16200000">
              <a:off x="5975350" y="2749550"/>
              <a:ext cx="354013" cy="404813"/>
            </a:xfrm>
            <a:prstGeom prst="roundRect">
              <a:avLst/>
            </a:prstGeom>
            <a:noFill/>
            <a:ln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charset="0"/>
                <a:ea typeface="+mn-ea"/>
                <a:cs typeface="+mn-cs"/>
              </a:endParaRPr>
            </a:p>
          </p:txBody>
        </p:sp>
        <p:sp>
          <p:nvSpPr>
            <p:cNvPr id="20" name="Rounded Rectangle 43">
              <a:extLst>
                <a:ext uri="{FF2B5EF4-FFF2-40B4-BE49-F238E27FC236}">
                  <a16:creationId xmlns:a16="http://schemas.microsoft.com/office/drawing/2014/main" id="{C53639B8-473B-46C4-BA9D-0BF777A4C5EE}"/>
                </a:ext>
              </a:extLst>
            </p:cNvPr>
            <p:cNvSpPr/>
            <p:nvPr/>
          </p:nvSpPr>
          <p:spPr bwMode="auto">
            <a:xfrm rot="16200000">
              <a:off x="8124825" y="3260725"/>
              <a:ext cx="354013" cy="404813"/>
            </a:xfrm>
            <a:prstGeom prst="roundRect">
              <a:avLst/>
            </a:prstGeom>
            <a:noFill/>
            <a:ln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charset="0"/>
                <a:ea typeface="+mn-ea"/>
                <a:cs typeface="+mn-cs"/>
              </a:endParaRP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CB2C7ABC-9961-457F-B0C7-5218A237DB87}"/>
              </a:ext>
            </a:extLst>
          </p:cNvPr>
          <p:cNvGrpSpPr/>
          <p:nvPr/>
        </p:nvGrpSpPr>
        <p:grpSpPr>
          <a:xfrm>
            <a:off x="1143000" y="4501022"/>
            <a:ext cx="1943100" cy="1905000"/>
            <a:chOff x="3543300" y="2057400"/>
            <a:chExt cx="1943100" cy="1905000"/>
          </a:xfrm>
        </p:grpSpPr>
        <p:pic>
          <p:nvPicPr>
            <p:cNvPr id="22" name="Picture 32" descr="Screen shot 2013-09-23 at 3.19.19 PM.png">
              <a:extLst>
                <a:ext uri="{FF2B5EF4-FFF2-40B4-BE49-F238E27FC236}">
                  <a16:creationId xmlns:a16="http://schemas.microsoft.com/office/drawing/2014/main" id="{C40CEE04-68E0-45BA-9D69-E06591B5CBB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543300" y="2057400"/>
              <a:ext cx="1943100" cy="1905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3" name="Rounded Rectangle 40">
              <a:extLst>
                <a:ext uri="{FF2B5EF4-FFF2-40B4-BE49-F238E27FC236}">
                  <a16:creationId xmlns:a16="http://schemas.microsoft.com/office/drawing/2014/main" id="{BF5E1106-1422-4CE5-A4EB-9B13F89A88C4}"/>
                </a:ext>
              </a:extLst>
            </p:cNvPr>
            <p:cNvSpPr/>
            <p:nvPr/>
          </p:nvSpPr>
          <p:spPr bwMode="auto">
            <a:xfrm rot="16200000">
              <a:off x="4306094" y="2743994"/>
              <a:ext cx="887412" cy="939800"/>
            </a:xfrm>
            <a:prstGeom prst="roundRect">
              <a:avLst/>
            </a:prstGeom>
            <a:noFill/>
            <a:ln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charset="0"/>
                <a:ea typeface="+mn-ea"/>
                <a:cs typeface="+mn-cs"/>
              </a:endParaRPr>
            </a:p>
          </p:txBody>
        </p:sp>
      </p:grpSp>
      <p:sp>
        <p:nvSpPr>
          <p:cNvPr id="24" name="TextBox 2">
            <a:extLst>
              <a:ext uri="{FF2B5EF4-FFF2-40B4-BE49-F238E27FC236}">
                <a16:creationId xmlns:a16="http://schemas.microsoft.com/office/drawing/2014/main" id="{12982CA0-4D6E-4F8F-8BA5-A68082A8C4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86100" y="5560218"/>
            <a:ext cx="603091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In this case the result is the constant function 1.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DBFE0038-B6E7-4428-A71D-4CCF64133940}"/>
                  </a:ext>
                </a:extLst>
              </p14:cNvPr>
              <p14:cNvContentPartPr/>
              <p14:nvPr/>
            </p14:nvContentPartPr>
            <p14:xfrm>
              <a:off x="2202840" y="4820760"/>
              <a:ext cx="3359880" cy="110088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DBFE0038-B6E7-4428-A71D-4CCF6413394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193480" y="4811400"/>
                <a:ext cx="3378600" cy="11196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Title 1">
            <a:extLst>
              <a:ext uri="{FF2B5EF4-FFF2-40B4-BE49-F238E27FC236}">
                <a16:creationId xmlns:a16="http://schemas.microsoft.com/office/drawing/2014/main" id="{AA9A0F17-72FE-4EAF-87AB-78B9F9DB7E5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20638"/>
            <a:ext cx="9144000" cy="685800"/>
          </a:xfrm>
        </p:spPr>
        <p:txBody>
          <a:bodyPr/>
          <a:lstStyle/>
          <a:p>
            <a:r>
              <a:rPr lang="en-US" altLang="en-US"/>
              <a:t>Why are these two not valid?</a:t>
            </a:r>
          </a:p>
        </p:txBody>
      </p:sp>
      <p:pic>
        <p:nvPicPr>
          <p:cNvPr id="58370" name="Picture 28" descr="Screen shot 2013-09-23 at 3.19.19 PM.png">
            <a:extLst>
              <a:ext uri="{FF2B5EF4-FFF2-40B4-BE49-F238E27FC236}">
                <a16:creationId xmlns:a16="http://schemas.microsoft.com/office/drawing/2014/main" id="{145C748D-9CBA-467D-8F69-72C367C197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0700" y="2286000"/>
            <a:ext cx="1943100" cy="190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8371" name="Picture 29" descr="Screen shot 2013-09-23 at 3.19.19 PM.png">
            <a:extLst>
              <a:ext uri="{FF2B5EF4-FFF2-40B4-BE49-F238E27FC236}">
                <a16:creationId xmlns:a16="http://schemas.microsoft.com/office/drawing/2014/main" id="{B7556AC1-86DA-4B3A-8F19-8C6468EA41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91100" y="2286000"/>
            <a:ext cx="1943100" cy="190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EB8EA636-4BAD-D341-B6B3-02D12583BA50}"/>
              </a:ext>
            </a:extLst>
          </p:cNvPr>
          <p:cNvSpPr/>
          <p:nvPr/>
        </p:nvSpPr>
        <p:spPr bwMode="auto">
          <a:xfrm rot="18900000">
            <a:off x="2822575" y="2859088"/>
            <a:ext cx="354013" cy="1136650"/>
          </a:xfrm>
          <a:prstGeom prst="roundRect">
            <a:avLst/>
          </a:prstGeom>
          <a:noFill/>
          <a:ln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1F2846B3-40B4-8B41-B03A-8C06EC9D1043}"/>
              </a:ext>
            </a:extLst>
          </p:cNvPr>
          <p:cNvSpPr/>
          <p:nvPr/>
        </p:nvSpPr>
        <p:spPr bwMode="auto">
          <a:xfrm rot="2700000">
            <a:off x="6022182" y="2864644"/>
            <a:ext cx="354012" cy="1136650"/>
          </a:xfrm>
          <a:prstGeom prst="roundRect">
            <a:avLst/>
          </a:prstGeom>
          <a:noFill/>
          <a:ln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E1F4512C-098E-4E84-AAD5-69C864206B0B}"/>
                  </a:ext>
                </a:extLst>
              </p14:cNvPr>
              <p14:cNvContentPartPr/>
              <p14:nvPr/>
            </p14:nvContentPartPr>
            <p14:xfrm>
              <a:off x="4088880" y="5608800"/>
              <a:ext cx="1440" cy="108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E1F4512C-098E-4E84-AAD5-69C864206B0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079520" y="5599440"/>
                <a:ext cx="20160" cy="198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Title 1">
            <a:extLst>
              <a:ext uri="{FF2B5EF4-FFF2-40B4-BE49-F238E27FC236}">
                <a16:creationId xmlns:a16="http://schemas.microsoft.com/office/drawing/2014/main" id="{EA52D09B-DD66-4C15-AB33-5AC70CF6FF2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Let’s Find Out</a:t>
            </a:r>
          </a:p>
        </p:txBody>
      </p:sp>
      <p:sp>
        <p:nvSpPr>
          <p:cNvPr id="59394" name="Rectangle 3">
            <a:extLst>
              <a:ext uri="{FF2B5EF4-FFF2-40B4-BE49-F238E27FC236}">
                <a16:creationId xmlns:a16="http://schemas.microsoft.com/office/drawing/2014/main" id="{3E943479-E8C7-4A0C-987A-A9A2A5F386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30488" y="3027363"/>
            <a:ext cx="1166812" cy="1139825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9395" name="Line 4">
            <a:extLst>
              <a:ext uri="{FF2B5EF4-FFF2-40B4-BE49-F238E27FC236}">
                <a16:creationId xmlns:a16="http://schemas.microsoft.com/office/drawing/2014/main" id="{9E57C8E3-679A-49FA-B88D-2BE83280136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630488" y="3597275"/>
            <a:ext cx="1166812" cy="1588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9396" name="Line 5">
            <a:extLst>
              <a:ext uri="{FF2B5EF4-FFF2-40B4-BE49-F238E27FC236}">
                <a16:creationId xmlns:a16="http://schemas.microsoft.com/office/drawing/2014/main" id="{CC48B35A-2D49-4323-8078-BE56B2129F4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200400" y="3027363"/>
            <a:ext cx="1588" cy="1139825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9397" name="Line 6">
            <a:extLst>
              <a:ext uri="{FF2B5EF4-FFF2-40B4-BE49-F238E27FC236}">
                <a16:creationId xmlns:a16="http://schemas.microsoft.com/office/drawing/2014/main" id="{CA09B81D-65F6-4C46-9ECD-073FCD599ED1}"/>
              </a:ext>
            </a:extLst>
          </p:cNvPr>
          <p:cNvSpPr>
            <a:spLocks noChangeShapeType="1"/>
          </p:cNvSpPr>
          <p:nvPr/>
        </p:nvSpPr>
        <p:spPr bwMode="auto">
          <a:xfrm>
            <a:off x="2060575" y="2457450"/>
            <a:ext cx="569913" cy="569913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grpSp>
        <p:nvGrpSpPr>
          <p:cNvPr id="59398" name="Group 47">
            <a:extLst>
              <a:ext uri="{FF2B5EF4-FFF2-40B4-BE49-F238E27FC236}">
                <a16:creationId xmlns:a16="http://schemas.microsoft.com/office/drawing/2014/main" id="{651D0A91-0BE2-480D-A681-D7A105CA4F27}"/>
              </a:ext>
            </a:extLst>
          </p:cNvPr>
          <p:cNvGrpSpPr>
            <a:grpSpLocks/>
          </p:cNvGrpSpPr>
          <p:nvPr/>
        </p:nvGrpSpPr>
        <p:grpSpPr bwMode="auto">
          <a:xfrm>
            <a:off x="1968500" y="2538413"/>
            <a:ext cx="279400" cy="387350"/>
            <a:chOff x="3339" y="1451"/>
            <a:chExt cx="176" cy="244"/>
          </a:xfrm>
        </p:grpSpPr>
        <p:sp>
          <p:nvSpPr>
            <p:cNvPr id="59430" name="Rectangle 9">
              <a:extLst>
                <a:ext uri="{FF2B5EF4-FFF2-40B4-BE49-F238E27FC236}">
                  <a16:creationId xmlns:a16="http://schemas.microsoft.com/office/drawing/2014/main" id="{23640226-DDD6-4FDE-887C-7647F13EBE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39" y="1451"/>
              <a:ext cx="105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x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59431" name="Rectangle 10">
              <a:extLst>
                <a:ext uri="{FF2B5EF4-FFF2-40B4-BE49-F238E27FC236}">
                  <a16:creationId xmlns:a16="http://schemas.microsoft.com/office/drawing/2014/main" id="{62386AE0-DA47-449B-88B0-2CFE6B59FD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3" y="1532"/>
              <a:ext cx="102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7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2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</p:grpSp>
      <p:sp>
        <p:nvSpPr>
          <p:cNvPr id="59399" name="Rectangle 13">
            <a:extLst>
              <a:ext uri="{FF2B5EF4-FFF2-40B4-BE49-F238E27FC236}">
                <a16:creationId xmlns:a16="http://schemas.microsoft.com/office/drawing/2014/main" id="{3E3C7256-46F9-4DBD-AC40-525798F89E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59025" y="3190875"/>
            <a:ext cx="18097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9400" name="Rectangle 14">
            <a:extLst>
              <a:ext uri="{FF2B5EF4-FFF2-40B4-BE49-F238E27FC236}">
                <a16:creationId xmlns:a16="http://schemas.microsoft.com/office/drawing/2014/main" id="{76E975AF-794E-4F2E-B20A-AFE94989FB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44738" y="3767138"/>
            <a:ext cx="18097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9401" name="Rectangle 15">
            <a:extLst>
              <a:ext uri="{FF2B5EF4-FFF2-40B4-BE49-F238E27FC236}">
                <a16:creationId xmlns:a16="http://schemas.microsoft.com/office/drawing/2014/main" id="{929A1B52-681A-4B86-8F8A-BCE727707A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7025" y="2709863"/>
            <a:ext cx="18097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9402" name="Rectangle 16">
            <a:extLst>
              <a:ext uri="{FF2B5EF4-FFF2-40B4-BE49-F238E27FC236}">
                <a16:creationId xmlns:a16="http://schemas.microsoft.com/office/drawing/2014/main" id="{AE88856B-BB4F-4CB8-A48A-63C3781E5F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44875" y="2709863"/>
            <a:ext cx="18097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9403" name="Rectangle 17">
            <a:extLst>
              <a:ext uri="{FF2B5EF4-FFF2-40B4-BE49-F238E27FC236}">
                <a16:creationId xmlns:a16="http://schemas.microsoft.com/office/drawing/2014/main" id="{90BA5DDD-B096-4430-B19C-2054EDD7D4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55913" y="3175000"/>
            <a:ext cx="136525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9404" name="Rectangle 19">
            <a:extLst>
              <a:ext uri="{FF2B5EF4-FFF2-40B4-BE49-F238E27FC236}">
                <a16:creationId xmlns:a16="http://schemas.microsoft.com/office/drawing/2014/main" id="{58BDA7C8-EE9B-4C5D-A67D-2850CDF533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44875" y="3175000"/>
            <a:ext cx="136525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9405" name="Rectangle 21">
            <a:extLst>
              <a:ext uri="{FF2B5EF4-FFF2-40B4-BE49-F238E27FC236}">
                <a16:creationId xmlns:a16="http://schemas.microsoft.com/office/drawing/2014/main" id="{FB97CB6F-D9B0-49AE-9C4E-656956A97A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44875" y="3722688"/>
            <a:ext cx="136525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9406" name="Rectangle 23">
            <a:extLst>
              <a:ext uri="{FF2B5EF4-FFF2-40B4-BE49-F238E27FC236}">
                <a16:creationId xmlns:a16="http://schemas.microsoft.com/office/drawing/2014/main" id="{D4C847A0-76FA-492D-BC7F-2540383EB3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55913" y="3722688"/>
            <a:ext cx="136525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grpSp>
        <p:nvGrpSpPr>
          <p:cNvPr id="59407" name="Group 48">
            <a:extLst>
              <a:ext uri="{FF2B5EF4-FFF2-40B4-BE49-F238E27FC236}">
                <a16:creationId xmlns:a16="http://schemas.microsoft.com/office/drawing/2014/main" id="{0199ACA8-B7C8-487E-B99D-F584B58FB22F}"/>
              </a:ext>
            </a:extLst>
          </p:cNvPr>
          <p:cNvGrpSpPr>
            <a:grpSpLocks/>
          </p:cNvGrpSpPr>
          <p:nvPr/>
        </p:nvGrpSpPr>
        <p:grpSpPr bwMode="auto">
          <a:xfrm>
            <a:off x="2408238" y="2362200"/>
            <a:ext cx="279400" cy="387350"/>
            <a:chOff x="3339" y="1451"/>
            <a:chExt cx="176" cy="244"/>
          </a:xfrm>
        </p:grpSpPr>
        <p:sp>
          <p:nvSpPr>
            <p:cNvPr id="59428" name="Rectangle 49">
              <a:extLst>
                <a:ext uri="{FF2B5EF4-FFF2-40B4-BE49-F238E27FC236}">
                  <a16:creationId xmlns:a16="http://schemas.microsoft.com/office/drawing/2014/main" id="{62302ED3-230E-4AD5-97F9-3885C3ABF9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39" y="1451"/>
              <a:ext cx="105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x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59429" name="Rectangle 50">
              <a:extLst>
                <a:ext uri="{FF2B5EF4-FFF2-40B4-BE49-F238E27FC236}">
                  <a16:creationId xmlns:a16="http://schemas.microsoft.com/office/drawing/2014/main" id="{77A22136-0EB0-43C2-9AC9-E974186895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3" y="1532"/>
              <a:ext cx="102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7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1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</p:grpSp>
      <p:sp>
        <p:nvSpPr>
          <p:cNvPr id="59408" name="Rectangle 21">
            <a:extLst>
              <a:ext uri="{FF2B5EF4-FFF2-40B4-BE49-F238E27FC236}">
                <a16:creationId xmlns:a16="http://schemas.microsoft.com/office/drawing/2014/main" id="{DA3E78DF-085D-4A0E-B406-73B16F7C51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1200" y="3027363"/>
            <a:ext cx="1166813" cy="1139825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9409" name="Line 4">
            <a:extLst>
              <a:ext uri="{FF2B5EF4-FFF2-40B4-BE49-F238E27FC236}">
                <a16:creationId xmlns:a16="http://schemas.microsoft.com/office/drawing/2014/main" id="{556E4F18-BE76-4A2B-B1F2-D56C8A28A57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791200" y="3597275"/>
            <a:ext cx="1166813" cy="1588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9410" name="Line 5">
            <a:extLst>
              <a:ext uri="{FF2B5EF4-FFF2-40B4-BE49-F238E27FC236}">
                <a16:creationId xmlns:a16="http://schemas.microsoft.com/office/drawing/2014/main" id="{6BCBBAA4-5AD4-4EC8-B357-8BB21512F99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361113" y="3027363"/>
            <a:ext cx="1587" cy="1139825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9411" name="Line 6">
            <a:extLst>
              <a:ext uri="{FF2B5EF4-FFF2-40B4-BE49-F238E27FC236}">
                <a16:creationId xmlns:a16="http://schemas.microsoft.com/office/drawing/2014/main" id="{53FD909D-97CF-4590-BDEC-1EFD6750292D}"/>
              </a:ext>
            </a:extLst>
          </p:cNvPr>
          <p:cNvSpPr>
            <a:spLocks noChangeShapeType="1"/>
          </p:cNvSpPr>
          <p:nvPr/>
        </p:nvSpPr>
        <p:spPr bwMode="auto">
          <a:xfrm>
            <a:off x="5221288" y="2457450"/>
            <a:ext cx="569912" cy="569913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grpSp>
        <p:nvGrpSpPr>
          <p:cNvPr id="59412" name="Group 47">
            <a:extLst>
              <a:ext uri="{FF2B5EF4-FFF2-40B4-BE49-F238E27FC236}">
                <a16:creationId xmlns:a16="http://schemas.microsoft.com/office/drawing/2014/main" id="{74555B00-873D-4F54-BE14-30EBC2AEA052}"/>
              </a:ext>
            </a:extLst>
          </p:cNvPr>
          <p:cNvGrpSpPr>
            <a:grpSpLocks/>
          </p:cNvGrpSpPr>
          <p:nvPr/>
        </p:nvGrpSpPr>
        <p:grpSpPr bwMode="auto">
          <a:xfrm>
            <a:off x="5129213" y="2538413"/>
            <a:ext cx="279400" cy="387350"/>
            <a:chOff x="3339" y="1451"/>
            <a:chExt cx="176" cy="244"/>
          </a:xfrm>
        </p:grpSpPr>
        <p:sp>
          <p:nvSpPr>
            <p:cNvPr id="59426" name="Rectangle 9">
              <a:extLst>
                <a:ext uri="{FF2B5EF4-FFF2-40B4-BE49-F238E27FC236}">
                  <a16:creationId xmlns:a16="http://schemas.microsoft.com/office/drawing/2014/main" id="{C81A6522-C22B-43BF-844D-D5238C197D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39" y="1451"/>
              <a:ext cx="105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x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59427" name="Rectangle 10">
              <a:extLst>
                <a:ext uri="{FF2B5EF4-FFF2-40B4-BE49-F238E27FC236}">
                  <a16:creationId xmlns:a16="http://schemas.microsoft.com/office/drawing/2014/main" id="{C33F9042-E902-4E48-A6B7-5F1E538D73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3" y="1532"/>
              <a:ext cx="102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7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2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</p:grpSp>
      <p:sp>
        <p:nvSpPr>
          <p:cNvPr id="59413" name="Rectangle 13">
            <a:extLst>
              <a:ext uri="{FF2B5EF4-FFF2-40B4-BE49-F238E27FC236}">
                <a16:creationId xmlns:a16="http://schemas.microsoft.com/office/drawing/2014/main" id="{37F8CC65-6D7B-4E19-9AA0-5687C30C58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19738" y="3190875"/>
            <a:ext cx="18097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9414" name="Rectangle 14">
            <a:extLst>
              <a:ext uri="{FF2B5EF4-FFF2-40B4-BE49-F238E27FC236}">
                <a16:creationId xmlns:a16="http://schemas.microsoft.com/office/drawing/2014/main" id="{3CDAD4ED-73A8-4C32-A191-0BC4ABEE23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05450" y="3767138"/>
            <a:ext cx="18097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9415" name="Rectangle 15">
            <a:extLst>
              <a:ext uri="{FF2B5EF4-FFF2-40B4-BE49-F238E27FC236}">
                <a16:creationId xmlns:a16="http://schemas.microsoft.com/office/drawing/2014/main" id="{36B775AE-FB56-432E-A7C7-2516EC68DD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27738" y="2709863"/>
            <a:ext cx="18097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9416" name="Rectangle 16">
            <a:extLst>
              <a:ext uri="{FF2B5EF4-FFF2-40B4-BE49-F238E27FC236}">
                <a16:creationId xmlns:a16="http://schemas.microsoft.com/office/drawing/2014/main" id="{295B68C4-5675-40E0-9836-969C27EC74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05588" y="2709863"/>
            <a:ext cx="18097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9417" name="Rectangle 17">
            <a:extLst>
              <a:ext uri="{FF2B5EF4-FFF2-40B4-BE49-F238E27FC236}">
                <a16:creationId xmlns:a16="http://schemas.microsoft.com/office/drawing/2014/main" id="{CCF0C498-9AA9-421E-931F-F0B7BF7771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6625" y="3175000"/>
            <a:ext cx="136525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9418" name="Rectangle 19">
            <a:extLst>
              <a:ext uri="{FF2B5EF4-FFF2-40B4-BE49-F238E27FC236}">
                <a16:creationId xmlns:a16="http://schemas.microsoft.com/office/drawing/2014/main" id="{A2303147-8435-42AF-8D4D-6CDD023B98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05588" y="3175000"/>
            <a:ext cx="136525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9419" name="Rectangle 21">
            <a:extLst>
              <a:ext uri="{FF2B5EF4-FFF2-40B4-BE49-F238E27FC236}">
                <a16:creationId xmlns:a16="http://schemas.microsoft.com/office/drawing/2014/main" id="{F42095FB-1CC9-4F27-A7DD-7BF5BCF43A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05588" y="3722688"/>
            <a:ext cx="122237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9420" name="Rectangle 23">
            <a:extLst>
              <a:ext uri="{FF2B5EF4-FFF2-40B4-BE49-F238E27FC236}">
                <a16:creationId xmlns:a16="http://schemas.microsoft.com/office/drawing/2014/main" id="{8B323B42-B2E3-4B0F-BED6-57B1ABC3BD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6625" y="3722688"/>
            <a:ext cx="122238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grpSp>
        <p:nvGrpSpPr>
          <p:cNvPr id="59421" name="Group 48">
            <a:extLst>
              <a:ext uri="{FF2B5EF4-FFF2-40B4-BE49-F238E27FC236}">
                <a16:creationId xmlns:a16="http://schemas.microsoft.com/office/drawing/2014/main" id="{1768F11F-2371-48AC-825E-027FF3CB90E6}"/>
              </a:ext>
            </a:extLst>
          </p:cNvPr>
          <p:cNvGrpSpPr>
            <a:grpSpLocks/>
          </p:cNvGrpSpPr>
          <p:nvPr/>
        </p:nvGrpSpPr>
        <p:grpSpPr bwMode="auto">
          <a:xfrm>
            <a:off x="5568950" y="2362200"/>
            <a:ext cx="279400" cy="387350"/>
            <a:chOff x="3339" y="1451"/>
            <a:chExt cx="176" cy="244"/>
          </a:xfrm>
        </p:grpSpPr>
        <p:sp>
          <p:nvSpPr>
            <p:cNvPr id="59424" name="Rectangle 49">
              <a:extLst>
                <a:ext uri="{FF2B5EF4-FFF2-40B4-BE49-F238E27FC236}">
                  <a16:creationId xmlns:a16="http://schemas.microsoft.com/office/drawing/2014/main" id="{E1684ACF-2DDC-4D91-AEFD-21A17BA537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39" y="1451"/>
              <a:ext cx="105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x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59425" name="Rectangle 50">
              <a:extLst>
                <a:ext uri="{FF2B5EF4-FFF2-40B4-BE49-F238E27FC236}">
                  <a16:creationId xmlns:a16="http://schemas.microsoft.com/office/drawing/2014/main" id="{1FE59A7B-7290-4B13-A640-997225DB0C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3" y="1532"/>
              <a:ext cx="102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7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1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</p:grpSp>
      <p:sp>
        <p:nvSpPr>
          <p:cNvPr id="41" name="TextBox 40">
            <a:extLst>
              <a:ext uri="{FF2B5EF4-FFF2-40B4-BE49-F238E27FC236}">
                <a16:creationId xmlns:a16="http://schemas.microsoft.com/office/drawing/2014/main" id="{094131B5-5ABD-414C-9A5F-3765434922F4}"/>
              </a:ext>
            </a:extLst>
          </p:cNvPr>
          <p:cNvSpPr txBox="1"/>
          <p:nvPr/>
        </p:nvSpPr>
        <p:spPr>
          <a:xfrm>
            <a:off x="2438400" y="4648200"/>
            <a:ext cx="15494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  <a:cs typeface="+mn-cs"/>
              </a:rPr>
              <a:t>m</a:t>
            </a:r>
            <a:r>
              <a:rPr kumimoji="0" lang="en-US" sz="24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  <a:cs typeface="+mn-cs"/>
              </a:rPr>
              <a:t>0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09AAEA4-8216-254F-97C3-7BA3C1F130FA}"/>
              </a:ext>
            </a:extLst>
          </p:cNvPr>
          <p:cNvSpPr txBox="1"/>
          <p:nvPr/>
        </p:nvSpPr>
        <p:spPr>
          <a:xfrm>
            <a:off x="5613400" y="4648200"/>
            <a:ext cx="15494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  <a:cs typeface="+mn-cs"/>
              </a:rPr>
              <a:t>m</a:t>
            </a:r>
            <a:r>
              <a:rPr kumimoji="0" lang="en-US" sz="24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  <a:cs typeface="+mn-cs"/>
              </a:rPr>
              <a:t>3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7" name="Rectangle 3">
            <a:extLst>
              <a:ext uri="{FF2B5EF4-FFF2-40B4-BE49-F238E27FC236}">
                <a16:creationId xmlns:a16="http://schemas.microsoft.com/office/drawing/2014/main" id="{04B9AB8F-3F18-486A-AE87-7FA002ECEE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1588" y="2722563"/>
            <a:ext cx="1166812" cy="1139825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60418" name="Line 4">
            <a:extLst>
              <a:ext uri="{FF2B5EF4-FFF2-40B4-BE49-F238E27FC236}">
                <a16:creationId xmlns:a16="http://schemas.microsoft.com/office/drawing/2014/main" id="{39D57F25-0B2A-4B14-84EF-F0EF9B34980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271588" y="3292475"/>
            <a:ext cx="1166812" cy="1588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60419" name="Line 5">
            <a:extLst>
              <a:ext uri="{FF2B5EF4-FFF2-40B4-BE49-F238E27FC236}">
                <a16:creationId xmlns:a16="http://schemas.microsoft.com/office/drawing/2014/main" id="{074536A2-B696-46F8-8904-38BC8FD411F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841500" y="2722563"/>
            <a:ext cx="1588" cy="1139825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60420" name="Line 6">
            <a:extLst>
              <a:ext uri="{FF2B5EF4-FFF2-40B4-BE49-F238E27FC236}">
                <a16:creationId xmlns:a16="http://schemas.microsoft.com/office/drawing/2014/main" id="{A13056C5-7858-401F-B9AB-33435B537702}"/>
              </a:ext>
            </a:extLst>
          </p:cNvPr>
          <p:cNvSpPr>
            <a:spLocks noChangeShapeType="1"/>
          </p:cNvSpPr>
          <p:nvPr/>
        </p:nvSpPr>
        <p:spPr bwMode="auto">
          <a:xfrm>
            <a:off x="701675" y="2152650"/>
            <a:ext cx="569913" cy="569913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grpSp>
        <p:nvGrpSpPr>
          <p:cNvPr id="60421" name="Group 47">
            <a:extLst>
              <a:ext uri="{FF2B5EF4-FFF2-40B4-BE49-F238E27FC236}">
                <a16:creationId xmlns:a16="http://schemas.microsoft.com/office/drawing/2014/main" id="{BB8C048D-BB8B-4AA9-A4B3-C0866C9D754B}"/>
              </a:ext>
            </a:extLst>
          </p:cNvPr>
          <p:cNvGrpSpPr>
            <a:grpSpLocks/>
          </p:cNvGrpSpPr>
          <p:nvPr/>
        </p:nvGrpSpPr>
        <p:grpSpPr bwMode="auto">
          <a:xfrm>
            <a:off x="609600" y="2233613"/>
            <a:ext cx="279400" cy="387350"/>
            <a:chOff x="3339" y="1451"/>
            <a:chExt cx="176" cy="244"/>
          </a:xfrm>
        </p:grpSpPr>
        <p:sp>
          <p:nvSpPr>
            <p:cNvPr id="60477" name="Rectangle 9">
              <a:extLst>
                <a:ext uri="{FF2B5EF4-FFF2-40B4-BE49-F238E27FC236}">
                  <a16:creationId xmlns:a16="http://schemas.microsoft.com/office/drawing/2014/main" id="{5CDC0C82-82B5-4436-BC88-C5D688509A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39" y="1451"/>
              <a:ext cx="105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x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60478" name="Rectangle 10">
              <a:extLst>
                <a:ext uri="{FF2B5EF4-FFF2-40B4-BE49-F238E27FC236}">
                  <a16:creationId xmlns:a16="http://schemas.microsoft.com/office/drawing/2014/main" id="{A18F2226-56E4-406F-B65B-28A90748CD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3" y="1532"/>
              <a:ext cx="102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7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2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</p:grpSp>
      <p:sp>
        <p:nvSpPr>
          <p:cNvPr id="60422" name="Rectangle 13">
            <a:extLst>
              <a:ext uri="{FF2B5EF4-FFF2-40B4-BE49-F238E27FC236}">
                <a16:creationId xmlns:a16="http://schemas.microsoft.com/office/drawing/2014/main" id="{5512994E-82A0-45FF-8FFE-23200F95DB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0125" y="2886075"/>
            <a:ext cx="18097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60423" name="Rectangle 14">
            <a:extLst>
              <a:ext uri="{FF2B5EF4-FFF2-40B4-BE49-F238E27FC236}">
                <a16:creationId xmlns:a16="http://schemas.microsoft.com/office/drawing/2014/main" id="{0945E484-06D3-4EA6-B16D-FC29C52B7A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5838" y="3462338"/>
            <a:ext cx="18097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60424" name="Rectangle 15">
            <a:extLst>
              <a:ext uri="{FF2B5EF4-FFF2-40B4-BE49-F238E27FC236}">
                <a16:creationId xmlns:a16="http://schemas.microsoft.com/office/drawing/2014/main" id="{11213BB7-3F25-41FF-B612-19ED65ED0B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08125" y="2405063"/>
            <a:ext cx="18097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60425" name="Rectangle 16">
            <a:extLst>
              <a:ext uri="{FF2B5EF4-FFF2-40B4-BE49-F238E27FC236}">
                <a16:creationId xmlns:a16="http://schemas.microsoft.com/office/drawing/2014/main" id="{C3B97878-EFAD-4F35-A820-B4F88265F3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85975" y="2405063"/>
            <a:ext cx="18097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60426" name="Rectangle 17">
            <a:extLst>
              <a:ext uri="{FF2B5EF4-FFF2-40B4-BE49-F238E27FC236}">
                <a16:creationId xmlns:a16="http://schemas.microsoft.com/office/drawing/2014/main" id="{52FF7EBE-D89E-48D5-A639-F49C68F5B2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7013" y="2870200"/>
            <a:ext cx="136525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60427" name="Rectangle 19">
            <a:extLst>
              <a:ext uri="{FF2B5EF4-FFF2-40B4-BE49-F238E27FC236}">
                <a16:creationId xmlns:a16="http://schemas.microsoft.com/office/drawing/2014/main" id="{E8AC9FE5-ECF6-4EE2-8B9A-D399AD8EB2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85975" y="2870200"/>
            <a:ext cx="136525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60428" name="Rectangle 21">
            <a:extLst>
              <a:ext uri="{FF2B5EF4-FFF2-40B4-BE49-F238E27FC236}">
                <a16:creationId xmlns:a16="http://schemas.microsoft.com/office/drawing/2014/main" id="{20F2BBE4-082F-4612-B8F8-7C8A1980C9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85975" y="3417888"/>
            <a:ext cx="136525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60429" name="Rectangle 23">
            <a:extLst>
              <a:ext uri="{FF2B5EF4-FFF2-40B4-BE49-F238E27FC236}">
                <a16:creationId xmlns:a16="http://schemas.microsoft.com/office/drawing/2014/main" id="{855B920F-4C29-4D66-ADA0-95D0279609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7013" y="3417888"/>
            <a:ext cx="136525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grpSp>
        <p:nvGrpSpPr>
          <p:cNvPr id="60430" name="Group 48">
            <a:extLst>
              <a:ext uri="{FF2B5EF4-FFF2-40B4-BE49-F238E27FC236}">
                <a16:creationId xmlns:a16="http://schemas.microsoft.com/office/drawing/2014/main" id="{E07A4ECF-94B8-45C4-A456-CD42775E583F}"/>
              </a:ext>
            </a:extLst>
          </p:cNvPr>
          <p:cNvGrpSpPr>
            <a:grpSpLocks/>
          </p:cNvGrpSpPr>
          <p:nvPr/>
        </p:nvGrpSpPr>
        <p:grpSpPr bwMode="auto">
          <a:xfrm>
            <a:off x="1049338" y="2057400"/>
            <a:ext cx="279400" cy="387350"/>
            <a:chOff x="3339" y="1451"/>
            <a:chExt cx="176" cy="244"/>
          </a:xfrm>
        </p:grpSpPr>
        <p:sp>
          <p:nvSpPr>
            <p:cNvPr id="60475" name="Rectangle 49">
              <a:extLst>
                <a:ext uri="{FF2B5EF4-FFF2-40B4-BE49-F238E27FC236}">
                  <a16:creationId xmlns:a16="http://schemas.microsoft.com/office/drawing/2014/main" id="{4CCDA1CE-0594-47D5-9E86-89C9B44198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39" y="1451"/>
              <a:ext cx="105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x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60476" name="Rectangle 50">
              <a:extLst>
                <a:ext uri="{FF2B5EF4-FFF2-40B4-BE49-F238E27FC236}">
                  <a16:creationId xmlns:a16="http://schemas.microsoft.com/office/drawing/2014/main" id="{87016BF2-02F2-4777-8A29-6E0F19E920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3" y="1532"/>
              <a:ext cx="102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7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1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</p:grpSp>
      <p:sp>
        <p:nvSpPr>
          <p:cNvPr id="60431" name="Rectangle 21">
            <a:extLst>
              <a:ext uri="{FF2B5EF4-FFF2-40B4-BE49-F238E27FC236}">
                <a16:creationId xmlns:a16="http://schemas.microsoft.com/office/drawing/2014/main" id="{F58205E0-87ED-4F9D-8F00-9204715D8C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38588" y="2722563"/>
            <a:ext cx="1166812" cy="1139825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60432" name="Line 4">
            <a:extLst>
              <a:ext uri="{FF2B5EF4-FFF2-40B4-BE49-F238E27FC236}">
                <a16:creationId xmlns:a16="http://schemas.microsoft.com/office/drawing/2014/main" id="{17CBECE9-438D-4F88-BA9F-CA52FBC8969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938588" y="3292475"/>
            <a:ext cx="1166812" cy="1588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60433" name="Line 5">
            <a:extLst>
              <a:ext uri="{FF2B5EF4-FFF2-40B4-BE49-F238E27FC236}">
                <a16:creationId xmlns:a16="http://schemas.microsoft.com/office/drawing/2014/main" id="{D077C53C-8A75-49EB-A6BB-0379B0AE643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508500" y="2722563"/>
            <a:ext cx="1588" cy="1139825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60434" name="Line 6">
            <a:extLst>
              <a:ext uri="{FF2B5EF4-FFF2-40B4-BE49-F238E27FC236}">
                <a16:creationId xmlns:a16="http://schemas.microsoft.com/office/drawing/2014/main" id="{F74A0F8D-C4F0-4594-8A51-A9FBB24250AF}"/>
              </a:ext>
            </a:extLst>
          </p:cNvPr>
          <p:cNvSpPr>
            <a:spLocks noChangeShapeType="1"/>
          </p:cNvSpPr>
          <p:nvPr/>
        </p:nvSpPr>
        <p:spPr bwMode="auto">
          <a:xfrm>
            <a:off x="3368675" y="2152650"/>
            <a:ext cx="569913" cy="569913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grpSp>
        <p:nvGrpSpPr>
          <p:cNvPr id="60435" name="Group 47">
            <a:extLst>
              <a:ext uri="{FF2B5EF4-FFF2-40B4-BE49-F238E27FC236}">
                <a16:creationId xmlns:a16="http://schemas.microsoft.com/office/drawing/2014/main" id="{44DB5FE4-7E21-4375-8942-E35DBD047C61}"/>
              </a:ext>
            </a:extLst>
          </p:cNvPr>
          <p:cNvGrpSpPr>
            <a:grpSpLocks/>
          </p:cNvGrpSpPr>
          <p:nvPr/>
        </p:nvGrpSpPr>
        <p:grpSpPr bwMode="auto">
          <a:xfrm>
            <a:off x="3276600" y="2233613"/>
            <a:ext cx="279400" cy="387350"/>
            <a:chOff x="3339" y="1451"/>
            <a:chExt cx="176" cy="244"/>
          </a:xfrm>
        </p:grpSpPr>
        <p:sp>
          <p:nvSpPr>
            <p:cNvPr id="60473" name="Rectangle 9">
              <a:extLst>
                <a:ext uri="{FF2B5EF4-FFF2-40B4-BE49-F238E27FC236}">
                  <a16:creationId xmlns:a16="http://schemas.microsoft.com/office/drawing/2014/main" id="{AF053D81-D535-4067-BFA3-6B77FE8AC9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39" y="1451"/>
              <a:ext cx="105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x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60474" name="Rectangle 10">
              <a:extLst>
                <a:ext uri="{FF2B5EF4-FFF2-40B4-BE49-F238E27FC236}">
                  <a16:creationId xmlns:a16="http://schemas.microsoft.com/office/drawing/2014/main" id="{8E9A0A17-D969-49D9-8807-BAB6453B6C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3" y="1532"/>
              <a:ext cx="102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7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2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</p:grpSp>
      <p:sp>
        <p:nvSpPr>
          <p:cNvPr id="60436" name="Rectangle 13">
            <a:extLst>
              <a:ext uri="{FF2B5EF4-FFF2-40B4-BE49-F238E27FC236}">
                <a16:creationId xmlns:a16="http://schemas.microsoft.com/office/drawing/2014/main" id="{ED364067-42EC-4400-AE98-FE9E296123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67125" y="2886075"/>
            <a:ext cx="18097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60437" name="Rectangle 14">
            <a:extLst>
              <a:ext uri="{FF2B5EF4-FFF2-40B4-BE49-F238E27FC236}">
                <a16:creationId xmlns:a16="http://schemas.microsoft.com/office/drawing/2014/main" id="{A1ED2686-1EE1-485F-AF2C-AF54F3DAC2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2838" y="3462338"/>
            <a:ext cx="18097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60438" name="Rectangle 15">
            <a:extLst>
              <a:ext uri="{FF2B5EF4-FFF2-40B4-BE49-F238E27FC236}">
                <a16:creationId xmlns:a16="http://schemas.microsoft.com/office/drawing/2014/main" id="{B120AD70-1069-41F5-82D8-C1ADE01B11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75125" y="2405063"/>
            <a:ext cx="18097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60439" name="Rectangle 16">
            <a:extLst>
              <a:ext uri="{FF2B5EF4-FFF2-40B4-BE49-F238E27FC236}">
                <a16:creationId xmlns:a16="http://schemas.microsoft.com/office/drawing/2014/main" id="{6A7B7DBC-0B95-4D11-AC76-92599D9DC8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2975" y="2405063"/>
            <a:ext cx="18097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60440" name="Rectangle 17">
            <a:extLst>
              <a:ext uri="{FF2B5EF4-FFF2-40B4-BE49-F238E27FC236}">
                <a16:creationId xmlns:a16="http://schemas.microsoft.com/office/drawing/2014/main" id="{9FBA3412-C3BB-4210-97E1-B037DB94D0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64013" y="2870200"/>
            <a:ext cx="136525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60441" name="Rectangle 19">
            <a:extLst>
              <a:ext uri="{FF2B5EF4-FFF2-40B4-BE49-F238E27FC236}">
                <a16:creationId xmlns:a16="http://schemas.microsoft.com/office/drawing/2014/main" id="{0DC7F12E-7B1C-4F87-A9DA-EA035A6A7B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2975" y="2870200"/>
            <a:ext cx="136525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60442" name="Rectangle 21">
            <a:extLst>
              <a:ext uri="{FF2B5EF4-FFF2-40B4-BE49-F238E27FC236}">
                <a16:creationId xmlns:a16="http://schemas.microsoft.com/office/drawing/2014/main" id="{754A802C-D7B7-4689-8224-12CBAB4C2D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2975" y="3417888"/>
            <a:ext cx="122238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60443" name="Rectangle 23">
            <a:extLst>
              <a:ext uri="{FF2B5EF4-FFF2-40B4-BE49-F238E27FC236}">
                <a16:creationId xmlns:a16="http://schemas.microsoft.com/office/drawing/2014/main" id="{3F232B77-EA6F-46E0-B082-ABC08D16DF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64013" y="3417888"/>
            <a:ext cx="122237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grpSp>
        <p:nvGrpSpPr>
          <p:cNvPr id="60444" name="Group 48">
            <a:extLst>
              <a:ext uri="{FF2B5EF4-FFF2-40B4-BE49-F238E27FC236}">
                <a16:creationId xmlns:a16="http://schemas.microsoft.com/office/drawing/2014/main" id="{258296C3-C5AD-4CCD-A7C6-CFE200AC2542}"/>
              </a:ext>
            </a:extLst>
          </p:cNvPr>
          <p:cNvGrpSpPr>
            <a:grpSpLocks/>
          </p:cNvGrpSpPr>
          <p:nvPr/>
        </p:nvGrpSpPr>
        <p:grpSpPr bwMode="auto">
          <a:xfrm>
            <a:off x="3716338" y="2057400"/>
            <a:ext cx="279400" cy="387350"/>
            <a:chOff x="3339" y="1451"/>
            <a:chExt cx="176" cy="244"/>
          </a:xfrm>
        </p:grpSpPr>
        <p:sp>
          <p:nvSpPr>
            <p:cNvPr id="60471" name="Rectangle 49">
              <a:extLst>
                <a:ext uri="{FF2B5EF4-FFF2-40B4-BE49-F238E27FC236}">
                  <a16:creationId xmlns:a16="http://schemas.microsoft.com/office/drawing/2014/main" id="{81AF1B4F-7192-439A-A1EA-CAC812831E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39" y="1451"/>
              <a:ext cx="105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x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60472" name="Rectangle 50">
              <a:extLst>
                <a:ext uri="{FF2B5EF4-FFF2-40B4-BE49-F238E27FC236}">
                  <a16:creationId xmlns:a16="http://schemas.microsoft.com/office/drawing/2014/main" id="{92F286D8-7FD8-47D1-9F97-AAE56EEFCA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3" y="1532"/>
              <a:ext cx="102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7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1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</p:grpSp>
      <p:sp>
        <p:nvSpPr>
          <p:cNvPr id="41" name="TextBox 40">
            <a:extLst>
              <a:ext uri="{FF2B5EF4-FFF2-40B4-BE49-F238E27FC236}">
                <a16:creationId xmlns:a16="http://schemas.microsoft.com/office/drawing/2014/main" id="{32A648F7-1ACE-DD42-8D3E-E97FFA909B4F}"/>
              </a:ext>
            </a:extLst>
          </p:cNvPr>
          <p:cNvSpPr txBox="1"/>
          <p:nvPr/>
        </p:nvSpPr>
        <p:spPr>
          <a:xfrm>
            <a:off x="1079500" y="4343400"/>
            <a:ext cx="15494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  <a:cs typeface="+mn-cs"/>
              </a:rPr>
              <a:t>m</a:t>
            </a:r>
            <a:r>
              <a:rPr kumimoji="0" lang="en-US" sz="24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  <a:cs typeface="+mn-cs"/>
              </a:rPr>
              <a:t>0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F0E87BF-0D09-8040-A737-4DA1AB1D0566}"/>
              </a:ext>
            </a:extLst>
          </p:cNvPr>
          <p:cNvSpPr txBox="1"/>
          <p:nvPr/>
        </p:nvSpPr>
        <p:spPr>
          <a:xfrm>
            <a:off x="3760788" y="4343400"/>
            <a:ext cx="15494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  <a:cs typeface="+mn-cs"/>
              </a:rPr>
              <a:t>m</a:t>
            </a:r>
            <a:r>
              <a:rPr kumimoji="0" lang="en-US" sz="24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  <a:cs typeface="+mn-cs"/>
              </a:rPr>
              <a:t>3</a:t>
            </a:r>
          </a:p>
        </p:txBody>
      </p:sp>
      <p:sp>
        <p:nvSpPr>
          <p:cNvPr id="60447" name="Rectangle 42">
            <a:extLst>
              <a:ext uri="{FF2B5EF4-FFF2-40B4-BE49-F238E27FC236}">
                <a16:creationId xmlns:a16="http://schemas.microsoft.com/office/drawing/2014/main" id="{BC069210-0049-4272-B395-FA84C9AFD0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15200" y="2722563"/>
            <a:ext cx="1166813" cy="1139825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60448" name="Line 4">
            <a:extLst>
              <a:ext uri="{FF2B5EF4-FFF2-40B4-BE49-F238E27FC236}">
                <a16:creationId xmlns:a16="http://schemas.microsoft.com/office/drawing/2014/main" id="{E1036961-D57C-465F-A991-95072FA4306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315200" y="3292475"/>
            <a:ext cx="1166813" cy="1588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60449" name="Line 5">
            <a:extLst>
              <a:ext uri="{FF2B5EF4-FFF2-40B4-BE49-F238E27FC236}">
                <a16:creationId xmlns:a16="http://schemas.microsoft.com/office/drawing/2014/main" id="{9B3DFC02-6B9E-469C-BCAE-720A648D2C0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885113" y="2722563"/>
            <a:ext cx="1587" cy="1139825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60450" name="Line 6">
            <a:extLst>
              <a:ext uri="{FF2B5EF4-FFF2-40B4-BE49-F238E27FC236}">
                <a16:creationId xmlns:a16="http://schemas.microsoft.com/office/drawing/2014/main" id="{29DAAE77-9FAB-4ED8-98DB-E03C2994F196}"/>
              </a:ext>
            </a:extLst>
          </p:cNvPr>
          <p:cNvSpPr>
            <a:spLocks noChangeShapeType="1"/>
          </p:cNvSpPr>
          <p:nvPr/>
        </p:nvSpPr>
        <p:spPr bwMode="auto">
          <a:xfrm>
            <a:off x="6745288" y="2152650"/>
            <a:ext cx="569912" cy="569913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grpSp>
        <p:nvGrpSpPr>
          <p:cNvPr id="60451" name="Group 47">
            <a:extLst>
              <a:ext uri="{FF2B5EF4-FFF2-40B4-BE49-F238E27FC236}">
                <a16:creationId xmlns:a16="http://schemas.microsoft.com/office/drawing/2014/main" id="{E87D9A5C-7DC1-4BB8-B1A2-86DAB7A4CA92}"/>
              </a:ext>
            </a:extLst>
          </p:cNvPr>
          <p:cNvGrpSpPr>
            <a:grpSpLocks/>
          </p:cNvGrpSpPr>
          <p:nvPr/>
        </p:nvGrpSpPr>
        <p:grpSpPr bwMode="auto">
          <a:xfrm>
            <a:off x="6653213" y="2233613"/>
            <a:ext cx="279400" cy="387350"/>
            <a:chOff x="3339" y="1451"/>
            <a:chExt cx="176" cy="244"/>
          </a:xfrm>
        </p:grpSpPr>
        <p:sp>
          <p:nvSpPr>
            <p:cNvPr id="60469" name="Rectangle 9">
              <a:extLst>
                <a:ext uri="{FF2B5EF4-FFF2-40B4-BE49-F238E27FC236}">
                  <a16:creationId xmlns:a16="http://schemas.microsoft.com/office/drawing/2014/main" id="{F84B180A-C9D8-404F-AAE4-0117188E6B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39" y="1451"/>
              <a:ext cx="105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x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60470" name="Rectangle 10">
              <a:extLst>
                <a:ext uri="{FF2B5EF4-FFF2-40B4-BE49-F238E27FC236}">
                  <a16:creationId xmlns:a16="http://schemas.microsoft.com/office/drawing/2014/main" id="{9AA98FD6-FB04-45CE-B427-1D1A9EDBDB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3" y="1532"/>
              <a:ext cx="102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7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2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</p:grpSp>
      <p:sp>
        <p:nvSpPr>
          <p:cNvPr id="60452" name="Rectangle 13">
            <a:extLst>
              <a:ext uri="{FF2B5EF4-FFF2-40B4-BE49-F238E27FC236}">
                <a16:creationId xmlns:a16="http://schemas.microsoft.com/office/drawing/2014/main" id="{CD1DCD39-1A36-4609-8212-055B9FA38D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43738" y="2886075"/>
            <a:ext cx="18097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60453" name="Rectangle 14">
            <a:extLst>
              <a:ext uri="{FF2B5EF4-FFF2-40B4-BE49-F238E27FC236}">
                <a16:creationId xmlns:a16="http://schemas.microsoft.com/office/drawing/2014/main" id="{BF707943-D8BD-4A1F-98CB-37262686DA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29450" y="3462338"/>
            <a:ext cx="18097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60454" name="Rectangle 15">
            <a:extLst>
              <a:ext uri="{FF2B5EF4-FFF2-40B4-BE49-F238E27FC236}">
                <a16:creationId xmlns:a16="http://schemas.microsoft.com/office/drawing/2014/main" id="{78CD4FDA-0447-4306-9A93-7086C628FC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1738" y="2405063"/>
            <a:ext cx="18097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60455" name="Rectangle 16">
            <a:extLst>
              <a:ext uri="{FF2B5EF4-FFF2-40B4-BE49-F238E27FC236}">
                <a16:creationId xmlns:a16="http://schemas.microsoft.com/office/drawing/2014/main" id="{5960043E-208C-4AD0-8916-C5BE6FABB0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29588" y="2405063"/>
            <a:ext cx="18097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60456" name="Rectangle 17">
            <a:extLst>
              <a:ext uri="{FF2B5EF4-FFF2-40B4-BE49-F238E27FC236}">
                <a16:creationId xmlns:a16="http://schemas.microsoft.com/office/drawing/2014/main" id="{9B41A338-FA6C-46AD-9A6C-F0C118459C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40625" y="2870200"/>
            <a:ext cx="136525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60457" name="Rectangle 19">
            <a:extLst>
              <a:ext uri="{FF2B5EF4-FFF2-40B4-BE49-F238E27FC236}">
                <a16:creationId xmlns:a16="http://schemas.microsoft.com/office/drawing/2014/main" id="{F3D27B37-F6FA-4719-B6FE-CC092178E1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29588" y="2870200"/>
            <a:ext cx="136525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60458" name="Rectangle 21">
            <a:extLst>
              <a:ext uri="{FF2B5EF4-FFF2-40B4-BE49-F238E27FC236}">
                <a16:creationId xmlns:a16="http://schemas.microsoft.com/office/drawing/2014/main" id="{F4132CC9-57B9-4721-9E2F-FC72997F41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29588" y="3417888"/>
            <a:ext cx="122237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60459" name="Rectangle 23">
            <a:extLst>
              <a:ext uri="{FF2B5EF4-FFF2-40B4-BE49-F238E27FC236}">
                <a16:creationId xmlns:a16="http://schemas.microsoft.com/office/drawing/2014/main" id="{6FB39E07-E190-4640-8FC1-BF16763315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40625" y="3417888"/>
            <a:ext cx="122238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grpSp>
        <p:nvGrpSpPr>
          <p:cNvPr id="60460" name="Group 48">
            <a:extLst>
              <a:ext uri="{FF2B5EF4-FFF2-40B4-BE49-F238E27FC236}">
                <a16:creationId xmlns:a16="http://schemas.microsoft.com/office/drawing/2014/main" id="{CBF365B3-5AE0-4C5F-BF77-96F9A7A54C1D}"/>
              </a:ext>
            </a:extLst>
          </p:cNvPr>
          <p:cNvGrpSpPr>
            <a:grpSpLocks/>
          </p:cNvGrpSpPr>
          <p:nvPr/>
        </p:nvGrpSpPr>
        <p:grpSpPr bwMode="auto">
          <a:xfrm>
            <a:off x="7092950" y="2057400"/>
            <a:ext cx="279400" cy="387350"/>
            <a:chOff x="3339" y="1451"/>
            <a:chExt cx="176" cy="244"/>
          </a:xfrm>
        </p:grpSpPr>
        <p:sp>
          <p:nvSpPr>
            <p:cNvPr id="60467" name="Rectangle 49">
              <a:extLst>
                <a:ext uri="{FF2B5EF4-FFF2-40B4-BE49-F238E27FC236}">
                  <a16:creationId xmlns:a16="http://schemas.microsoft.com/office/drawing/2014/main" id="{A12C88C4-D3F8-47F6-AFBE-C89BC1F590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39" y="1451"/>
              <a:ext cx="105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x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60468" name="Rectangle 50">
              <a:extLst>
                <a:ext uri="{FF2B5EF4-FFF2-40B4-BE49-F238E27FC236}">
                  <a16:creationId xmlns:a16="http://schemas.microsoft.com/office/drawing/2014/main" id="{5695F5FF-6110-47BA-BF33-44E743C5D2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3" y="1532"/>
              <a:ext cx="102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7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1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</p:grpSp>
      <p:sp>
        <p:nvSpPr>
          <p:cNvPr id="61" name="TextBox 60">
            <a:extLst>
              <a:ext uri="{FF2B5EF4-FFF2-40B4-BE49-F238E27FC236}">
                <a16:creationId xmlns:a16="http://schemas.microsoft.com/office/drawing/2014/main" id="{7F4D7B71-8E71-1A48-AC18-2EB13FFB854C}"/>
              </a:ext>
            </a:extLst>
          </p:cNvPr>
          <p:cNvSpPr txBox="1"/>
          <p:nvPr/>
        </p:nvSpPr>
        <p:spPr>
          <a:xfrm>
            <a:off x="7137400" y="4343400"/>
            <a:ext cx="15494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  <a:cs typeface="+mn-cs"/>
              </a:rPr>
              <a:t>m</a:t>
            </a:r>
            <a:r>
              <a:rPr kumimoji="0" lang="en-US" sz="24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  <a:cs typeface="+mn-cs"/>
              </a:rPr>
              <a:t>0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  <a:cs typeface="+mn-cs"/>
              </a:rPr>
              <a:t>+ m</a:t>
            </a:r>
            <a:r>
              <a:rPr kumimoji="0" lang="en-US" sz="24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  <a:cs typeface="+mn-cs"/>
              </a:rPr>
              <a:t>3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D4357D3-25AE-514B-A99E-C49694832699}"/>
              </a:ext>
            </a:extLst>
          </p:cNvPr>
          <p:cNvSpPr txBox="1"/>
          <p:nvPr/>
        </p:nvSpPr>
        <p:spPr>
          <a:xfrm>
            <a:off x="2933700" y="3062288"/>
            <a:ext cx="266700" cy="4603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  <a:cs typeface="+mn-cs"/>
              </a:rPr>
              <a:t>+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B5FB2838-907D-C04D-AC4E-CCFE1D2DED7E}"/>
              </a:ext>
            </a:extLst>
          </p:cNvPr>
          <p:cNvSpPr txBox="1"/>
          <p:nvPr/>
        </p:nvSpPr>
        <p:spPr>
          <a:xfrm>
            <a:off x="2971800" y="4352925"/>
            <a:ext cx="2667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  <a:cs typeface="+mn-cs"/>
              </a:rPr>
              <a:t>+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AC92288F-1209-0D44-9D70-7B1347E9E119}"/>
              </a:ext>
            </a:extLst>
          </p:cNvPr>
          <p:cNvSpPr txBox="1"/>
          <p:nvPr/>
        </p:nvSpPr>
        <p:spPr>
          <a:xfrm>
            <a:off x="6019800" y="4352925"/>
            <a:ext cx="2667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  <a:cs typeface="+mn-cs"/>
              </a:rPr>
              <a:t>=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6E3C2132-0D30-B646-8DA3-987FEB660D98}"/>
              </a:ext>
            </a:extLst>
          </p:cNvPr>
          <p:cNvSpPr txBox="1"/>
          <p:nvPr/>
        </p:nvSpPr>
        <p:spPr>
          <a:xfrm>
            <a:off x="6019800" y="3062288"/>
            <a:ext cx="266700" cy="4603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  <a:cs typeface="+mn-cs"/>
              </a:rPr>
              <a:t>=</a:t>
            </a:r>
          </a:p>
        </p:txBody>
      </p:sp>
      <p:sp>
        <p:nvSpPr>
          <p:cNvPr id="60466" name="Title 1">
            <a:extLst>
              <a:ext uri="{FF2B5EF4-FFF2-40B4-BE49-F238E27FC236}">
                <a16:creationId xmlns:a16="http://schemas.microsoft.com/office/drawing/2014/main" id="{4A678B3D-811E-431E-812D-73855C99903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Let’s Find Out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1" name="Rectangle 3">
            <a:extLst>
              <a:ext uri="{FF2B5EF4-FFF2-40B4-BE49-F238E27FC236}">
                <a16:creationId xmlns:a16="http://schemas.microsoft.com/office/drawing/2014/main" id="{8CCE2DF5-C2A5-4F87-9A8C-72BBC233B8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1588" y="1808163"/>
            <a:ext cx="1166812" cy="1139825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61442" name="Line 4">
            <a:extLst>
              <a:ext uri="{FF2B5EF4-FFF2-40B4-BE49-F238E27FC236}">
                <a16:creationId xmlns:a16="http://schemas.microsoft.com/office/drawing/2014/main" id="{4361E688-B425-4F8B-B87F-8BE39FD12B4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271588" y="2378075"/>
            <a:ext cx="1166812" cy="1588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61443" name="Line 5">
            <a:extLst>
              <a:ext uri="{FF2B5EF4-FFF2-40B4-BE49-F238E27FC236}">
                <a16:creationId xmlns:a16="http://schemas.microsoft.com/office/drawing/2014/main" id="{59034878-AE8A-4F59-ADE8-B98F951B696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841500" y="1808163"/>
            <a:ext cx="1588" cy="1139825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61444" name="Line 6">
            <a:extLst>
              <a:ext uri="{FF2B5EF4-FFF2-40B4-BE49-F238E27FC236}">
                <a16:creationId xmlns:a16="http://schemas.microsoft.com/office/drawing/2014/main" id="{347BE0EB-0A3B-4B0B-877A-3C77E581C1A6}"/>
              </a:ext>
            </a:extLst>
          </p:cNvPr>
          <p:cNvSpPr>
            <a:spLocks noChangeShapeType="1"/>
          </p:cNvSpPr>
          <p:nvPr/>
        </p:nvSpPr>
        <p:spPr bwMode="auto">
          <a:xfrm>
            <a:off x="701675" y="1238250"/>
            <a:ext cx="569913" cy="569913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grpSp>
        <p:nvGrpSpPr>
          <p:cNvPr id="61445" name="Group 47">
            <a:extLst>
              <a:ext uri="{FF2B5EF4-FFF2-40B4-BE49-F238E27FC236}">
                <a16:creationId xmlns:a16="http://schemas.microsoft.com/office/drawing/2014/main" id="{64BF97D9-494F-465F-BC52-C6250762DDE7}"/>
              </a:ext>
            </a:extLst>
          </p:cNvPr>
          <p:cNvGrpSpPr>
            <a:grpSpLocks/>
          </p:cNvGrpSpPr>
          <p:nvPr/>
        </p:nvGrpSpPr>
        <p:grpSpPr bwMode="auto">
          <a:xfrm>
            <a:off x="609600" y="1319213"/>
            <a:ext cx="279400" cy="387350"/>
            <a:chOff x="3339" y="1451"/>
            <a:chExt cx="176" cy="244"/>
          </a:xfrm>
        </p:grpSpPr>
        <p:sp>
          <p:nvSpPr>
            <p:cNvPr id="61505" name="Rectangle 9">
              <a:extLst>
                <a:ext uri="{FF2B5EF4-FFF2-40B4-BE49-F238E27FC236}">
                  <a16:creationId xmlns:a16="http://schemas.microsoft.com/office/drawing/2014/main" id="{FF9687E8-CD36-42C5-B461-2A57A33F32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39" y="1451"/>
              <a:ext cx="105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x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61506" name="Rectangle 10">
              <a:extLst>
                <a:ext uri="{FF2B5EF4-FFF2-40B4-BE49-F238E27FC236}">
                  <a16:creationId xmlns:a16="http://schemas.microsoft.com/office/drawing/2014/main" id="{E54B27BA-DF12-44AE-BCB0-270B6798B4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3" y="1532"/>
              <a:ext cx="102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7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2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</p:grpSp>
      <p:sp>
        <p:nvSpPr>
          <p:cNvPr id="61446" name="Rectangle 13">
            <a:extLst>
              <a:ext uri="{FF2B5EF4-FFF2-40B4-BE49-F238E27FC236}">
                <a16:creationId xmlns:a16="http://schemas.microsoft.com/office/drawing/2014/main" id="{2A554814-2D20-4F04-A18B-97F7B76227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0125" y="1971675"/>
            <a:ext cx="18097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61447" name="Rectangle 14">
            <a:extLst>
              <a:ext uri="{FF2B5EF4-FFF2-40B4-BE49-F238E27FC236}">
                <a16:creationId xmlns:a16="http://schemas.microsoft.com/office/drawing/2014/main" id="{AE928D24-5DF2-44F0-B414-2988881E17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5838" y="2547938"/>
            <a:ext cx="18097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61448" name="Rectangle 15">
            <a:extLst>
              <a:ext uri="{FF2B5EF4-FFF2-40B4-BE49-F238E27FC236}">
                <a16:creationId xmlns:a16="http://schemas.microsoft.com/office/drawing/2014/main" id="{0765465B-84F8-4C42-ABBB-C4DDE45DDB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08125" y="1490663"/>
            <a:ext cx="18097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61449" name="Rectangle 16">
            <a:extLst>
              <a:ext uri="{FF2B5EF4-FFF2-40B4-BE49-F238E27FC236}">
                <a16:creationId xmlns:a16="http://schemas.microsoft.com/office/drawing/2014/main" id="{84E34EBB-52DA-4810-A43A-5DAE45958D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85975" y="1490663"/>
            <a:ext cx="18097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61450" name="Rectangle 17">
            <a:extLst>
              <a:ext uri="{FF2B5EF4-FFF2-40B4-BE49-F238E27FC236}">
                <a16:creationId xmlns:a16="http://schemas.microsoft.com/office/drawing/2014/main" id="{BFD31333-A65A-459F-A93C-BFE453C9DF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7013" y="1955800"/>
            <a:ext cx="136525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61451" name="Rectangle 19">
            <a:extLst>
              <a:ext uri="{FF2B5EF4-FFF2-40B4-BE49-F238E27FC236}">
                <a16:creationId xmlns:a16="http://schemas.microsoft.com/office/drawing/2014/main" id="{EA4EC7DB-2780-4140-AE0E-3C92589A96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85975" y="1955800"/>
            <a:ext cx="136525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61452" name="Rectangle 21">
            <a:extLst>
              <a:ext uri="{FF2B5EF4-FFF2-40B4-BE49-F238E27FC236}">
                <a16:creationId xmlns:a16="http://schemas.microsoft.com/office/drawing/2014/main" id="{4940CE94-E85D-4C4F-ABC5-1C215F16E2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85975" y="2503488"/>
            <a:ext cx="136525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61453" name="Rectangle 23">
            <a:extLst>
              <a:ext uri="{FF2B5EF4-FFF2-40B4-BE49-F238E27FC236}">
                <a16:creationId xmlns:a16="http://schemas.microsoft.com/office/drawing/2014/main" id="{BDCF5C3B-BFA7-425D-925D-7D378F3650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7013" y="2503488"/>
            <a:ext cx="136525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grpSp>
        <p:nvGrpSpPr>
          <p:cNvPr id="61454" name="Group 48">
            <a:extLst>
              <a:ext uri="{FF2B5EF4-FFF2-40B4-BE49-F238E27FC236}">
                <a16:creationId xmlns:a16="http://schemas.microsoft.com/office/drawing/2014/main" id="{4B86B5C4-AF3A-42F0-8259-0AEB7A471DE2}"/>
              </a:ext>
            </a:extLst>
          </p:cNvPr>
          <p:cNvGrpSpPr>
            <a:grpSpLocks/>
          </p:cNvGrpSpPr>
          <p:nvPr/>
        </p:nvGrpSpPr>
        <p:grpSpPr bwMode="auto">
          <a:xfrm>
            <a:off x="1049338" y="1143000"/>
            <a:ext cx="279400" cy="387350"/>
            <a:chOff x="3339" y="1451"/>
            <a:chExt cx="176" cy="244"/>
          </a:xfrm>
        </p:grpSpPr>
        <p:sp>
          <p:nvSpPr>
            <p:cNvPr id="61503" name="Rectangle 49">
              <a:extLst>
                <a:ext uri="{FF2B5EF4-FFF2-40B4-BE49-F238E27FC236}">
                  <a16:creationId xmlns:a16="http://schemas.microsoft.com/office/drawing/2014/main" id="{7061BEC3-028E-417E-B31A-70FD56C0DB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39" y="1451"/>
              <a:ext cx="105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x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61504" name="Rectangle 50">
              <a:extLst>
                <a:ext uri="{FF2B5EF4-FFF2-40B4-BE49-F238E27FC236}">
                  <a16:creationId xmlns:a16="http://schemas.microsoft.com/office/drawing/2014/main" id="{736C0FD2-F20E-4001-8094-1254A87770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3" y="1532"/>
              <a:ext cx="102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7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1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</p:grpSp>
      <p:sp>
        <p:nvSpPr>
          <p:cNvPr id="61455" name="Rectangle 21">
            <a:extLst>
              <a:ext uri="{FF2B5EF4-FFF2-40B4-BE49-F238E27FC236}">
                <a16:creationId xmlns:a16="http://schemas.microsoft.com/office/drawing/2014/main" id="{5968D1A1-11F9-4CAF-B7D6-C0C425BA67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38588" y="1808163"/>
            <a:ext cx="1166812" cy="1139825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61456" name="Line 4">
            <a:extLst>
              <a:ext uri="{FF2B5EF4-FFF2-40B4-BE49-F238E27FC236}">
                <a16:creationId xmlns:a16="http://schemas.microsoft.com/office/drawing/2014/main" id="{04CE63CE-FCC5-4221-9D18-D0DFF94E244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938588" y="2378075"/>
            <a:ext cx="1166812" cy="1588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61457" name="Line 5">
            <a:extLst>
              <a:ext uri="{FF2B5EF4-FFF2-40B4-BE49-F238E27FC236}">
                <a16:creationId xmlns:a16="http://schemas.microsoft.com/office/drawing/2014/main" id="{1CDB8ECD-F532-4603-8EB9-DE1BC763045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508500" y="1808163"/>
            <a:ext cx="1588" cy="1139825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61458" name="Line 6">
            <a:extLst>
              <a:ext uri="{FF2B5EF4-FFF2-40B4-BE49-F238E27FC236}">
                <a16:creationId xmlns:a16="http://schemas.microsoft.com/office/drawing/2014/main" id="{44E3687C-DBDD-43B2-BDED-9AAA182CD881}"/>
              </a:ext>
            </a:extLst>
          </p:cNvPr>
          <p:cNvSpPr>
            <a:spLocks noChangeShapeType="1"/>
          </p:cNvSpPr>
          <p:nvPr/>
        </p:nvSpPr>
        <p:spPr bwMode="auto">
          <a:xfrm>
            <a:off x="3368675" y="1238250"/>
            <a:ext cx="569913" cy="569913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grpSp>
        <p:nvGrpSpPr>
          <p:cNvPr id="61459" name="Group 47">
            <a:extLst>
              <a:ext uri="{FF2B5EF4-FFF2-40B4-BE49-F238E27FC236}">
                <a16:creationId xmlns:a16="http://schemas.microsoft.com/office/drawing/2014/main" id="{C6CD891A-1DB5-453F-95E2-2B7534817134}"/>
              </a:ext>
            </a:extLst>
          </p:cNvPr>
          <p:cNvGrpSpPr>
            <a:grpSpLocks/>
          </p:cNvGrpSpPr>
          <p:nvPr/>
        </p:nvGrpSpPr>
        <p:grpSpPr bwMode="auto">
          <a:xfrm>
            <a:off x="3276600" y="1319213"/>
            <a:ext cx="279400" cy="387350"/>
            <a:chOff x="3339" y="1451"/>
            <a:chExt cx="176" cy="244"/>
          </a:xfrm>
        </p:grpSpPr>
        <p:sp>
          <p:nvSpPr>
            <p:cNvPr id="61501" name="Rectangle 9">
              <a:extLst>
                <a:ext uri="{FF2B5EF4-FFF2-40B4-BE49-F238E27FC236}">
                  <a16:creationId xmlns:a16="http://schemas.microsoft.com/office/drawing/2014/main" id="{B061B539-8F09-4DC2-89FE-CDA7417AAD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39" y="1451"/>
              <a:ext cx="105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x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61502" name="Rectangle 10">
              <a:extLst>
                <a:ext uri="{FF2B5EF4-FFF2-40B4-BE49-F238E27FC236}">
                  <a16:creationId xmlns:a16="http://schemas.microsoft.com/office/drawing/2014/main" id="{964B33B7-45EF-47FB-ADAC-8CF4A0BA62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3" y="1532"/>
              <a:ext cx="102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7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2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</p:grpSp>
      <p:sp>
        <p:nvSpPr>
          <p:cNvPr id="61460" name="Rectangle 13">
            <a:extLst>
              <a:ext uri="{FF2B5EF4-FFF2-40B4-BE49-F238E27FC236}">
                <a16:creationId xmlns:a16="http://schemas.microsoft.com/office/drawing/2014/main" id="{038CA7E4-E881-4F4D-ADDA-B569C77F9C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67125" y="1971675"/>
            <a:ext cx="18097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61461" name="Rectangle 14">
            <a:extLst>
              <a:ext uri="{FF2B5EF4-FFF2-40B4-BE49-F238E27FC236}">
                <a16:creationId xmlns:a16="http://schemas.microsoft.com/office/drawing/2014/main" id="{B037BACB-73F8-4248-A05B-BCEC35AC78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2838" y="2547938"/>
            <a:ext cx="18097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61462" name="Rectangle 15">
            <a:extLst>
              <a:ext uri="{FF2B5EF4-FFF2-40B4-BE49-F238E27FC236}">
                <a16:creationId xmlns:a16="http://schemas.microsoft.com/office/drawing/2014/main" id="{5279FEF6-CEE9-4272-97E0-7FB91102BA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75125" y="1490663"/>
            <a:ext cx="18097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61463" name="Rectangle 16">
            <a:extLst>
              <a:ext uri="{FF2B5EF4-FFF2-40B4-BE49-F238E27FC236}">
                <a16:creationId xmlns:a16="http://schemas.microsoft.com/office/drawing/2014/main" id="{57B175C2-B2C3-4934-9C7E-C4F91D619B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2975" y="1490663"/>
            <a:ext cx="18097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61464" name="Rectangle 17">
            <a:extLst>
              <a:ext uri="{FF2B5EF4-FFF2-40B4-BE49-F238E27FC236}">
                <a16:creationId xmlns:a16="http://schemas.microsoft.com/office/drawing/2014/main" id="{CF862490-F096-476D-B854-C3F8B4E357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64013" y="1955800"/>
            <a:ext cx="136525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61465" name="Rectangle 19">
            <a:extLst>
              <a:ext uri="{FF2B5EF4-FFF2-40B4-BE49-F238E27FC236}">
                <a16:creationId xmlns:a16="http://schemas.microsoft.com/office/drawing/2014/main" id="{468D1ED8-FF99-457F-81C0-D5BCC31B3D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2975" y="1955800"/>
            <a:ext cx="136525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61466" name="Rectangle 21">
            <a:extLst>
              <a:ext uri="{FF2B5EF4-FFF2-40B4-BE49-F238E27FC236}">
                <a16:creationId xmlns:a16="http://schemas.microsoft.com/office/drawing/2014/main" id="{E697519B-9887-4D0B-B9D8-AADDC85ACE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2975" y="2503488"/>
            <a:ext cx="122238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61467" name="Rectangle 23">
            <a:extLst>
              <a:ext uri="{FF2B5EF4-FFF2-40B4-BE49-F238E27FC236}">
                <a16:creationId xmlns:a16="http://schemas.microsoft.com/office/drawing/2014/main" id="{3656D103-754D-4885-9803-E75992FA52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64013" y="2503488"/>
            <a:ext cx="122237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grpSp>
        <p:nvGrpSpPr>
          <p:cNvPr id="61468" name="Group 48">
            <a:extLst>
              <a:ext uri="{FF2B5EF4-FFF2-40B4-BE49-F238E27FC236}">
                <a16:creationId xmlns:a16="http://schemas.microsoft.com/office/drawing/2014/main" id="{1994F806-1962-40AA-802B-F4D3C0FA07C4}"/>
              </a:ext>
            </a:extLst>
          </p:cNvPr>
          <p:cNvGrpSpPr>
            <a:grpSpLocks/>
          </p:cNvGrpSpPr>
          <p:nvPr/>
        </p:nvGrpSpPr>
        <p:grpSpPr bwMode="auto">
          <a:xfrm>
            <a:off x="3716338" y="1143000"/>
            <a:ext cx="279400" cy="387350"/>
            <a:chOff x="3339" y="1451"/>
            <a:chExt cx="176" cy="244"/>
          </a:xfrm>
        </p:grpSpPr>
        <p:sp>
          <p:nvSpPr>
            <p:cNvPr id="61499" name="Rectangle 49">
              <a:extLst>
                <a:ext uri="{FF2B5EF4-FFF2-40B4-BE49-F238E27FC236}">
                  <a16:creationId xmlns:a16="http://schemas.microsoft.com/office/drawing/2014/main" id="{8F20D94B-82B7-4C61-9984-F386AA815C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39" y="1451"/>
              <a:ext cx="105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x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61500" name="Rectangle 50">
              <a:extLst>
                <a:ext uri="{FF2B5EF4-FFF2-40B4-BE49-F238E27FC236}">
                  <a16:creationId xmlns:a16="http://schemas.microsoft.com/office/drawing/2014/main" id="{DF12E358-2AB5-4FBF-AFE8-90FADA85EF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3" y="1532"/>
              <a:ext cx="102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7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1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</p:grpSp>
      <p:sp>
        <p:nvSpPr>
          <p:cNvPr id="41" name="TextBox 40">
            <a:extLst>
              <a:ext uri="{FF2B5EF4-FFF2-40B4-BE49-F238E27FC236}">
                <a16:creationId xmlns:a16="http://schemas.microsoft.com/office/drawing/2014/main" id="{CFD56F64-78F8-4640-AA3F-82D0580122AE}"/>
              </a:ext>
            </a:extLst>
          </p:cNvPr>
          <p:cNvSpPr txBox="1"/>
          <p:nvPr/>
        </p:nvSpPr>
        <p:spPr>
          <a:xfrm>
            <a:off x="1079500" y="3429000"/>
            <a:ext cx="15494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  <a:cs typeface="+mn-cs"/>
              </a:rPr>
              <a:t>m</a:t>
            </a:r>
            <a:r>
              <a:rPr kumimoji="0" lang="en-US" sz="24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  <a:cs typeface="+mn-cs"/>
              </a:rPr>
              <a:t>0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4E57360-BF27-4846-B43A-53CF2671D09A}"/>
              </a:ext>
            </a:extLst>
          </p:cNvPr>
          <p:cNvSpPr txBox="1"/>
          <p:nvPr/>
        </p:nvSpPr>
        <p:spPr>
          <a:xfrm>
            <a:off x="3760788" y="3429000"/>
            <a:ext cx="15494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  <a:cs typeface="+mn-cs"/>
              </a:rPr>
              <a:t>m</a:t>
            </a:r>
            <a:r>
              <a:rPr kumimoji="0" lang="en-US" sz="24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  <a:cs typeface="+mn-cs"/>
              </a:rPr>
              <a:t>3</a:t>
            </a:r>
          </a:p>
        </p:txBody>
      </p:sp>
      <p:sp>
        <p:nvSpPr>
          <p:cNvPr id="61471" name="Rectangle 42">
            <a:extLst>
              <a:ext uri="{FF2B5EF4-FFF2-40B4-BE49-F238E27FC236}">
                <a16:creationId xmlns:a16="http://schemas.microsoft.com/office/drawing/2014/main" id="{A7EFBDAE-5EDF-4C40-A9E8-FF23561457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15200" y="1808163"/>
            <a:ext cx="1166813" cy="1139825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61472" name="Line 4">
            <a:extLst>
              <a:ext uri="{FF2B5EF4-FFF2-40B4-BE49-F238E27FC236}">
                <a16:creationId xmlns:a16="http://schemas.microsoft.com/office/drawing/2014/main" id="{A5FCEDC2-5C4F-467D-95CD-3DB6C333C97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315200" y="2378075"/>
            <a:ext cx="1166813" cy="1588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61473" name="Line 5">
            <a:extLst>
              <a:ext uri="{FF2B5EF4-FFF2-40B4-BE49-F238E27FC236}">
                <a16:creationId xmlns:a16="http://schemas.microsoft.com/office/drawing/2014/main" id="{DD9EBBD9-2374-4CBA-97D7-668CD865433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885113" y="1808163"/>
            <a:ext cx="1587" cy="1139825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61474" name="Line 6">
            <a:extLst>
              <a:ext uri="{FF2B5EF4-FFF2-40B4-BE49-F238E27FC236}">
                <a16:creationId xmlns:a16="http://schemas.microsoft.com/office/drawing/2014/main" id="{F75325E8-5B3B-402C-AF45-BCCC40979841}"/>
              </a:ext>
            </a:extLst>
          </p:cNvPr>
          <p:cNvSpPr>
            <a:spLocks noChangeShapeType="1"/>
          </p:cNvSpPr>
          <p:nvPr/>
        </p:nvSpPr>
        <p:spPr bwMode="auto">
          <a:xfrm>
            <a:off x="6745288" y="1238250"/>
            <a:ext cx="569912" cy="569913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grpSp>
        <p:nvGrpSpPr>
          <p:cNvPr id="61475" name="Group 47">
            <a:extLst>
              <a:ext uri="{FF2B5EF4-FFF2-40B4-BE49-F238E27FC236}">
                <a16:creationId xmlns:a16="http://schemas.microsoft.com/office/drawing/2014/main" id="{6C9E4849-4C4A-4C53-838E-A940054C1C0A}"/>
              </a:ext>
            </a:extLst>
          </p:cNvPr>
          <p:cNvGrpSpPr>
            <a:grpSpLocks/>
          </p:cNvGrpSpPr>
          <p:nvPr/>
        </p:nvGrpSpPr>
        <p:grpSpPr bwMode="auto">
          <a:xfrm>
            <a:off x="6653213" y="1319213"/>
            <a:ext cx="279400" cy="387350"/>
            <a:chOff x="3339" y="1451"/>
            <a:chExt cx="176" cy="244"/>
          </a:xfrm>
        </p:grpSpPr>
        <p:sp>
          <p:nvSpPr>
            <p:cNvPr id="61497" name="Rectangle 9">
              <a:extLst>
                <a:ext uri="{FF2B5EF4-FFF2-40B4-BE49-F238E27FC236}">
                  <a16:creationId xmlns:a16="http://schemas.microsoft.com/office/drawing/2014/main" id="{610580C4-6A67-4ABF-A16E-90D982EC4B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39" y="1451"/>
              <a:ext cx="105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x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61498" name="Rectangle 10">
              <a:extLst>
                <a:ext uri="{FF2B5EF4-FFF2-40B4-BE49-F238E27FC236}">
                  <a16:creationId xmlns:a16="http://schemas.microsoft.com/office/drawing/2014/main" id="{D493E610-FCD7-4BFD-864F-8A662F3096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3" y="1532"/>
              <a:ext cx="102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7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2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</p:grpSp>
      <p:sp>
        <p:nvSpPr>
          <p:cNvPr id="61476" name="Rectangle 13">
            <a:extLst>
              <a:ext uri="{FF2B5EF4-FFF2-40B4-BE49-F238E27FC236}">
                <a16:creationId xmlns:a16="http://schemas.microsoft.com/office/drawing/2014/main" id="{C95917E8-C164-410E-AE35-4EA222890F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43738" y="1971675"/>
            <a:ext cx="18097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61477" name="Rectangle 14">
            <a:extLst>
              <a:ext uri="{FF2B5EF4-FFF2-40B4-BE49-F238E27FC236}">
                <a16:creationId xmlns:a16="http://schemas.microsoft.com/office/drawing/2014/main" id="{FBA2E2AF-A6BE-40C2-9A96-AE20A3E012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29450" y="2547938"/>
            <a:ext cx="18097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61478" name="Rectangle 15">
            <a:extLst>
              <a:ext uri="{FF2B5EF4-FFF2-40B4-BE49-F238E27FC236}">
                <a16:creationId xmlns:a16="http://schemas.microsoft.com/office/drawing/2014/main" id="{43CEBB5D-FD19-47BF-AB93-3CF5658170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1738" y="1490663"/>
            <a:ext cx="18097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61479" name="Rectangle 16">
            <a:extLst>
              <a:ext uri="{FF2B5EF4-FFF2-40B4-BE49-F238E27FC236}">
                <a16:creationId xmlns:a16="http://schemas.microsoft.com/office/drawing/2014/main" id="{02D07B5A-AD07-46D6-8739-82961F34D2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29588" y="1490663"/>
            <a:ext cx="18097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61480" name="Rectangle 17">
            <a:extLst>
              <a:ext uri="{FF2B5EF4-FFF2-40B4-BE49-F238E27FC236}">
                <a16:creationId xmlns:a16="http://schemas.microsoft.com/office/drawing/2014/main" id="{F43050D0-D827-4887-ACEA-10A3635D81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40625" y="1955800"/>
            <a:ext cx="136525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61481" name="Rectangle 19">
            <a:extLst>
              <a:ext uri="{FF2B5EF4-FFF2-40B4-BE49-F238E27FC236}">
                <a16:creationId xmlns:a16="http://schemas.microsoft.com/office/drawing/2014/main" id="{4109FD37-9F31-4ADE-A5DD-930269C80B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29588" y="1955800"/>
            <a:ext cx="136525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61482" name="Rectangle 21">
            <a:extLst>
              <a:ext uri="{FF2B5EF4-FFF2-40B4-BE49-F238E27FC236}">
                <a16:creationId xmlns:a16="http://schemas.microsoft.com/office/drawing/2014/main" id="{D33D1261-EAC2-4C30-A453-63ACF438B2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29588" y="2503488"/>
            <a:ext cx="122237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61483" name="Rectangle 23">
            <a:extLst>
              <a:ext uri="{FF2B5EF4-FFF2-40B4-BE49-F238E27FC236}">
                <a16:creationId xmlns:a16="http://schemas.microsoft.com/office/drawing/2014/main" id="{43C4589E-C92D-40C1-A790-7B3EAD68B7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40625" y="2503488"/>
            <a:ext cx="122238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grpSp>
        <p:nvGrpSpPr>
          <p:cNvPr id="61484" name="Group 48">
            <a:extLst>
              <a:ext uri="{FF2B5EF4-FFF2-40B4-BE49-F238E27FC236}">
                <a16:creationId xmlns:a16="http://schemas.microsoft.com/office/drawing/2014/main" id="{96628082-D750-4464-843D-85DC8F87AF0F}"/>
              </a:ext>
            </a:extLst>
          </p:cNvPr>
          <p:cNvGrpSpPr>
            <a:grpSpLocks/>
          </p:cNvGrpSpPr>
          <p:nvPr/>
        </p:nvGrpSpPr>
        <p:grpSpPr bwMode="auto">
          <a:xfrm>
            <a:off x="7092950" y="1143000"/>
            <a:ext cx="279400" cy="387350"/>
            <a:chOff x="3339" y="1451"/>
            <a:chExt cx="176" cy="244"/>
          </a:xfrm>
        </p:grpSpPr>
        <p:sp>
          <p:nvSpPr>
            <p:cNvPr id="61495" name="Rectangle 49">
              <a:extLst>
                <a:ext uri="{FF2B5EF4-FFF2-40B4-BE49-F238E27FC236}">
                  <a16:creationId xmlns:a16="http://schemas.microsoft.com/office/drawing/2014/main" id="{F7443A97-D17C-4679-82FA-6BEC67F035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39" y="1451"/>
              <a:ext cx="105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x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61496" name="Rectangle 50">
              <a:extLst>
                <a:ext uri="{FF2B5EF4-FFF2-40B4-BE49-F238E27FC236}">
                  <a16:creationId xmlns:a16="http://schemas.microsoft.com/office/drawing/2014/main" id="{05580276-BEAE-4D7E-B597-2E6F385EDF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3" y="1532"/>
              <a:ext cx="102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7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1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</p:grpSp>
      <p:sp>
        <p:nvSpPr>
          <p:cNvPr id="61" name="TextBox 60">
            <a:extLst>
              <a:ext uri="{FF2B5EF4-FFF2-40B4-BE49-F238E27FC236}">
                <a16:creationId xmlns:a16="http://schemas.microsoft.com/office/drawing/2014/main" id="{0F9453B8-353B-2744-8116-BF642C1E6472}"/>
              </a:ext>
            </a:extLst>
          </p:cNvPr>
          <p:cNvSpPr txBox="1"/>
          <p:nvPr/>
        </p:nvSpPr>
        <p:spPr>
          <a:xfrm>
            <a:off x="7137400" y="3429000"/>
            <a:ext cx="15494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  <a:cs typeface="+mn-cs"/>
              </a:rPr>
              <a:t>m</a:t>
            </a:r>
            <a:r>
              <a:rPr kumimoji="0" lang="en-US" sz="24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  <a:cs typeface="+mn-cs"/>
              </a:rPr>
              <a:t>0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  <a:cs typeface="+mn-cs"/>
              </a:rPr>
              <a:t>+ m</a:t>
            </a:r>
            <a:r>
              <a:rPr kumimoji="0" lang="en-US" sz="24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  <a:cs typeface="+mn-cs"/>
              </a:rPr>
              <a:t>3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075C4D3-8D25-D243-A8C8-E49AB6F3ACB8}"/>
              </a:ext>
            </a:extLst>
          </p:cNvPr>
          <p:cNvSpPr txBox="1"/>
          <p:nvPr/>
        </p:nvSpPr>
        <p:spPr>
          <a:xfrm>
            <a:off x="2933700" y="2147888"/>
            <a:ext cx="266700" cy="4603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  <a:cs typeface="+mn-cs"/>
              </a:rPr>
              <a:t>+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71167310-786E-3C4E-9B06-3674DE97B587}"/>
              </a:ext>
            </a:extLst>
          </p:cNvPr>
          <p:cNvSpPr txBox="1"/>
          <p:nvPr/>
        </p:nvSpPr>
        <p:spPr>
          <a:xfrm>
            <a:off x="2971800" y="3438525"/>
            <a:ext cx="2667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  <a:cs typeface="+mn-cs"/>
              </a:rPr>
              <a:t>+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A8E131D2-856B-C249-B877-FB02274077BF}"/>
              </a:ext>
            </a:extLst>
          </p:cNvPr>
          <p:cNvSpPr txBox="1"/>
          <p:nvPr/>
        </p:nvSpPr>
        <p:spPr>
          <a:xfrm>
            <a:off x="6019800" y="3438525"/>
            <a:ext cx="2667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  <a:cs typeface="+mn-cs"/>
              </a:rPr>
              <a:t>=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E7049D3B-8F46-3D40-BD07-C95A24D80506}"/>
              </a:ext>
            </a:extLst>
          </p:cNvPr>
          <p:cNvSpPr txBox="1"/>
          <p:nvPr/>
        </p:nvSpPr>
        <p:spPr>
          <a:xfrm>
            <a:off x="6019800" y="2147888"/>
            <a:ext cx="266700" cy="4603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  <a:cs typeface="+mn-cs"/>
              </a:rPr>
              <a:t>=</a:t>
            </a:r>
          </a:p>
        </p:txBody>
      </p:sp>
      <p:sp>
        <p:nvSpPr>
          <p:cNvPr id="72" name="Rounded Rectangle 71">
            <a:extLst>
              <a:ext uri="{FF2B5EF4-FFF2-40B4-BE49-F238E27FC236}">
                <a16:creationId xmlns:a16="http://schemas.microsoft.com/office/drawing/2014/main" id="{9E1DC069-A60A-4E47-9AE5-0B2584026218}"/>
              </a:ext>
            </a:extLst>
          </p:cNvPr>
          <p:cNvSpPr/>
          <p:nvPr/>
        </p:nvSpPr>
        <p:spPr bwMode="auto">
          <a:xfrm>
            <a:off x="1314450" y="1862138"/>
            <a:ext cx="488950" cy="473075"/>
          </a:xfrm>
          <a:prstGeom prst="roundRect">
            <a:avLst/>
          </a:prstGeom>
          <a:noFill/>
          <a:ln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76" name="Rounded Rectangle 75">
            <a:extLst>
              <a:ext uri="{FF2B5EF4-FFF2-40B4-BE49-F238E27FC236}">
                <a16:creationId xmlns:a16="http://schemas.microsoft.com/office/drawing/2014/main" id="{1E30617A-765F-FE47-93E7-AE368EA21D36}"/>
              </a:ext>
            </a:extLst>
          </p:cNvPr>
          <p:cNvSpPr/>
          <p:nvPr/>
        </p:nvSpPr>
        <p:spPr bwMode="auto">
          <a:xfrm>
            <a:off x="4565650" y="2438400"/>
            <a:ext cx="488950" cy="473075"/>
          </a:xfrm>
          <a:prstGeom prst="roundRect">
            <a:avLst/>
          </a:prstGeom>
          <a:noFill/>
          <a:ln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61492" name="Title 1">
            <a:extLst>
              <a:ext uri="{FF2B5EF4-FFF2-40B4-BE49-F238E27FC236}">
                <a16:creationId xmlns:a16="http://schemas.microsoft.com/office/drawing/2014/main" id="{4B89381A-6B52-49F6-922D-80B096C203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Let’s Find Out</a:t>
            </a:r>
          </a:p>
        </p:txBody>
      </p:sp>
      <p:sp>
        <p:nvSpPr>
          <p:cNvPr id="69" name="Rounded Rectangle 68">
            <a:extLst>
              <a:ext uri="{FF2B5EF4-FFF2-40B4-BE49-F238E27FC236}">
                <a16:creationId xmlns:a16="http://schemas.microsoft.com/office/drawing/2014/main" id="{0874460D-F69D-1246-8420-56C2DE02BE12}"/>
              </a:ext>
            </a:extLst>
          </p:cNvPr>
          <p:cNvSpPr/>
          <p:nvPr/>
        </p:nvSpPr>
        <p:spPr bwMode="auto">
          <a:xfrm>
            <a:off x="7354888" y="1860550"/>
            <a:ext cx="488950" cy="473075"/>
          </a:xfrm>
          <a:prstGeom prst="roundRect">
            <a:avLst/>
          </a:prstGeom>
          <a:noFill/>
          <a:ln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70" name="Rounded Rectangle 69">
            <a:extLst>
              <a:ext uri="{FF2B5EF4-FFF2-40B4-BE49-F238E27FC236}">
                <a16:creationId xmlns:a16="http://schemas.microsoft.com/office/drawing/2014/main" id="{31EF7DFD-603D-3E49-A719-D07C77B4EC75}"/>
              </a:ext>
            </a:extLst>
          </p:cNvPr>
          <p:cNvSpPr/>
          <p:nvPr/>
        </p:nvSpPr>
        <p:spPr bwMode="auto">
          <a:xfrm>
            <a:off x="7937500" y="2436813"/>
            <a:ext cx="488950" cy="473075"/>
          </a:xfrm>
          <a:prstGeom prst="roundRect">
            <a:avLst/>
          </a:prstGeom>
          <a:noFill/>
          <a:ln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5" name="Rectangle 3">
            <a:extLst>
              <a:ext uri="{FF2B5EF4-FFF2-40B4-BE49-F238E27FC236}">
                <a16:creationId xmlns:a16="http://schemas.microsoft.com/office/drawing/2014/main" id="{9B4E9617-97AF-45B7-B7AE-7CC15614F5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1588" y="1503363"/>
            <a:ext cx="1166812" cy="1139825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62466" name="Line 4">
            <a:extLst>
              <a:ext uri="{FF2B5EF4-FFF2-40B4-BE49-F238E27FC236}">
                <a16:creationId xmlns:a16="http://schemas.microsoft.com/office/drawing/2014/main" id="{47E59532-31A8-4F4E-8930-01EABF8B6E4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271588" y="2073275"/>
            <a:ext cx="1166812" cy="1588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62467" name="Line 5">
            <a:extLst>
              <a:ext uri="{FF2B5EF4-FFF2-40B4-BE49-F238E27FC236}">
                <a16:creationId xmlns:a16="http://schemas.microsoft.com/office/drawing/2014/main" id="{B894D55B-6932-4B8D-AE5F-AF4FE95A21E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841500" y="1503363"/>
            <a:ext cx="1588" cy="1139825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62468" name="Line 6">
            <a:extLst>
              <a:ext uri="{FF2B5EF4-FFF2-40B4-BE49-F238E27FC236}">
                <a16:creationId xmlns:a16="http://schemas.microsoft.com/office/drawing/2014/main" id="{4BD21D66-0651-4CB3-BD34-2879A9810622}"/>
              </a:ext>
            </a:extLst>
          </p:cNvPr>
          <p:cNvSpPr>
            <a:spLocks noChangeShapeType="1"/>
          </p:cNvSpPr>
          <p:nvPr/>
        </p:nvSpPr>
        <p:spPr bwMode="auto">
          <a:xfrm>
            <a:off x="701675" y="933450"/>
            <a:ext cx="569913" cy="569913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grpSp>
        <p:nvGrpSpPr>
          <p:cNvPr id="62469" name="Group 47">
            <a:extLst>
              <a:ext uri="{FF2B5EF4-FFF2-40B4-BE49-F238E27FC236}">
                <a16:creationId xmlns:a16="http://schemas.microsoft.com/office/drawing/2014/main" id="{918B61CD-3452-4696-A5C4-5975774501EC}"/>
              </a:ext>
            </a:extLst>
          </p:cNvPr>
          <p:cNvGrpSpPr>
            <a:grpSpLocks/>
          </p:cNvGrpSpPr>
          <p:nvPr/>
        </p:nvGrpSpPr>
        <p:grpSpPr bwMode="auto">
          <a:xfrm>
            <a:off x="609600" y="1014413"/>
            <a:ext cx="279400" cy="387350"/>
            <a:chOff x="3339" y="1451"/>
            <a:chExt cx="176" cy="244"/>
          </a:xfrm>
        </p:grpSpPr>
        <p:sp>
          <p:nvSpPr>
            <p:cNvPr id="62542" name="Rectangle 9">
              <a:extLst>
                <a:ext uri="{FF2B5EF4-FFF2-40B4-BE49-F238E27FC236}">
                  <a16:creationId xmlns:a16="http://schemas.microsoft.com/office/drawing/2014/main" id="{0AB0B527-B7A7-4DD9-870F-8F98DAA03C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39" y="1451"/>
              <a:ext cx="105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x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62543" name="Rectangle 10">
              <a:extLst>
                <a:ext uri="{FF2B5EF4-FFF2-40B4-BE49-F238E27FC236}">
                  <a16:creationId xmlns:a16="http://schemas.microsoft.com/office/drawing/2014/main" id="{96D4032D-35DE-452F-BEAB-B66BB8B5F9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3" y="1532"/>
              <a:ext cx="102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7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2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</p:grpSp>
      <p:sp>
        <p:nvSpPr>
          <p:cNvPr id="62470" name="Rectangle 13">
            <a:extLst>
              <a:ext uri="{FF2B5EF4-FFF2-40B4-BE49-F238E27FC236}">
                <a16:creationId xmlns:a16="http://schemas.microsoft.com/office/drawing/2014/main" id="{3AC85586-F480-463A-8EFA-1376FDA7B9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0125" y="1666875"/>
            <a:ext cx="18097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62471" name="Rectangle 14">
            <a:extLst>
              <a:ext uri="{FF2B5EF4-FFF2-40B4-BE49-F238E27FC236}">
                <a16:creationId xmlns:a16="http://schemas.microsoft.com/office/drawing/2014/main" id="{7E021FB7-C7D3-4D70-8CCD-C828C44102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5838" y="2243138"/>
            <a:ext cx="18097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62472" name="Rectangle 15">
            <a:extLst>
              <a:ext uri="{FF2B5EF4-FFF2-40B4-BE49-F238E27FC236}">
                <a16:creationId xmlns:a16="http://schemas.microsoft.com/office/drawing/2014/main" id="{0CD05E0A-CE91-43F9-AD8C-D5A219D34E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08125" y="1185863"/>
            <a:ext cx="18097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62473" name="Rectangle 16">
            <a:extLst>
              <a:ext uri="{FF2B5EF4-FFF2-40B4-BE49-F238E27FC236}">
                <a16:creationId xmlns:a16="http://schemas.microsoft.com/office/drawing/2014/main" id="{F08A3543-637E-48BF-AD2A-0E5AA2B16E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85975" y="1185863"/>
            <a:ext cx="18097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62474" name="Rectangle 17">
            <a:extLst>
              <a:ext uri="{FF2B5EF4-FFF2-40B4-BE49-F238E27FC236}">
                <a16:creationId xmlns:a16="http://schemas.microsoft.com/office/drawing/2014/main" id="{F44D539B-96D8-491C-A9A5-483B0F9743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7013" y="1651000"/>
            <a:ext cx="136525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62475" name="Rectangle 19">
            <a:extLst>
              <a:ext uri="{FF2B5EF4-FFF2-40B4-BE49-F238E27FC236}">
                <a16:creationId xmlns:a16="http://schemas.microsoft.com/office/drawing/2014/main" id="{F4C6DEB9-8EEF-4E31-B230-777E9F0E85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85975" y="1651000"/>
            <a:ext cx="136525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62476" name="Rectangle 21">
            <a:extLst>
              <a:ext uri="{FF2B5EF4-FFF2-40B4-BE49-F238E27FC236}">
                <a16:creationId xmlns:a16="http://schemas.microsoft.com/office/drawing/2014/main" id="{81FE558D-2F39-4044-9F24-51C8B691DE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85975" y="2198688"/>
            <a:ext cx="136525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62477" name="Rectangle 23">
            <a:extLst>
              <a:ext uri="{FF2B5EF4-FFF2-40B4-BE49-F238E27FC236}">
                <a16:creationId xmlns:a16="http://schemas.microsoft.com/office/drawing/2014/main" id="{7C5E94B3-31F7-428C-80E8-289AED496F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7013" y="2198688"/>
            <a:ext cx="136525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grpSp>
        <p:nvGrpSpPr>
          <p:cNvPr id="62478" name="Group 48">
            <a:extLst>
              <a:ext uri="{FF2B5EF4-FFF2-40B4-BE49-F238E27FC236}">
                <a16:creationId xmlns:a16="http://schemas.microsoft.com/office/drawing/2014/main" id="{1835FCAF-5944-49AF-88D4-ECD5130CE391}"/>
              </a:ext>
            </a:extLst>
          </p:cNvPr>
          <p:cNvGrpSpPr>
            <a:grpSpLocks/>
          </p:cNvGrpSpPr>
          <p:nvPr/>
        </p:nvGrpSpPr>
        <p:grpSpPr bwMode="auto">
          <a:xfrm>
            <a:off x="1049338" y="838200"/>
            <a:ext cx="279400" cy="387350"/>
            <a:chOff x="3339" y="1451"/>
            <a:chExt cx="176" cy="244"/>
          </a:xfrm>
        </p:grpSpPr>
        <p:sp>
          <p:nvSpPr>
            <p:cNvPr id="62540" name="Rectangle 49">
              <a:extLst>
                <a:ext uri="{FF2B5EF4-FFF2-40B4-BE49-F238E27FC236}">
                  <a16:creationId xmlns:a16="http://schemas.microsoft.com/office/drawing/2014/main" id="{10D6CE6A-33BF-4B21-8371-EE04C2C831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39" y="1451"/>
              <a:ext cx="105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x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62541" name="Rectangle 50">
              <a:extLst>
                <a:ext uri="{FF2B5EF4-FFF2-40B4-BE49-F238E27FC236}">
                  <a16:creationId xmlns:a16="http://schemas.microsoft.com/office/drawing/2014/main" id="{4D8C5028-07AC-4B12-95D7-4C332DC518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3" y="1532"/>
              <a:ext cx="102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7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1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</p:grpSp>
      <p:sp>
        <p:nvSpPr>
          <p:cNvPr id="62479" name="Rectangle 21">
            <a:extLst>
              <a:ext uri="{FF2B5EF4-FFF2-40B4-BE49-F238E27FC236}">
                <a16:creationId xmlns:a16="http://schemas.microsoft.com/office/drawing/2014/main" id="{B28DD4AB-3FCB-4979-84B8-F0C75E6D1E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38588" y="1503363"/>
            <a:ext cx="1166812" cy="1139825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62480" name="Line 4">
            <a:extLst>
              <a:ext uri="{FF2B5EF4-FFF2-40B4-BE49-F238E27FC236}">
                <a16:creationId xmlns:a16="http://schemas.microsoft.com/office/drawing/2014/main" id="{0D04AF0E-FB3B-4132-90CD-228F47833A9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938588" y="2073275"/>
            <a:ext cx="1166812" cy="1588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62481" name="Line 5">
            <a:extLst>
              <a:ext uri="{FF2B5EF4-FFF2-40B4-BE49-F238E27FC236}">
                <a16:creationId xmlns:a16="http://schemas.microsoft.com/office/drawing/2014/main" id="{B8773415-7ED3-4A1B-8B22-63A7344FBB7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508500" y="1503363"/>
            <a:ext cx="1588" cy="1139825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62482" name="Line 6">
            <a:extLst>
              <a:ext uri="{FF2B5EF4-FFF2-40B4-BE49-F238E27FC236}">
                <a16:creationId xmlns:a16="http://schemas.microsoft.com/office/drawing/2014/main" id="{129BB20F-BB8D-4F3A-93B4-3DDE098949FF}"/>
              </a:ext>
            </a:extLst>
          </p:cNvPr>
          <p:cNvSpPr>
            <a:spLocks noChangeShapeType="1"/>
          </p:cNvSpPr>
          <p:nvPr/>
        </p:nvSpPr>
        <p:spPr bwMode="auto">
          <a:xfrm>
            <a:off x="3368675" y="933450"/>
            <a:ext cx="569913" cy="569913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grpSp>
        <p:nvGrpSpPr>
          <p:cNvPr id="62483" name="Group 47">
            <a:extLst>
              <a:ext uri="{FF2B5EF4-FFF2-40B4-BE49-F238E27FC236}">
                <a16:creationId xmlns:a16="http://schemas.microsoft.com/office/drawing/2014/main" id="{0201EDA6-8044-436F-8A3B-337CE3D341F1}"/>
              </a:ext>
            </a:extLst>
          </p:cNvPr>
          <p:cNvGrpSpPr>
            <a:grpSpLocks/>
          </p:cNvGrpSpPr>
          <p:nvPr/>
        </p:nvGrpSpPr>
        <p:grpSpPr bwMode="auto">
          <a:xfrm>
            <a:off x="3276600" y="1014413"/>
            <a:ext cx="279400" cy="387350"/>
            <a:chOff x="3339" y="1451"/>
            <a:chExt cx="176" cy="244"/>
          </a:xfrm>
        </p:grpSpPr>
        <p:sp>
          <p:nvSpPr>
            <p:cNvPr id="62538" name="Rectangle 9">
              <a:extLst>
                <a:ext uri="{FF2B5EF4-FFF2-40B4-BE49-F238E27FC236}">
                  <a16:creationId xmlns:a16="http://schemas.microsoft.com/office/drawing/2014/main" id="{9CC23898-9F2A-4684-B039-02E7327811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39" y="1451"/>
              <a:ext cx="105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x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62539" name="Rectangle 10">
              <a:extLst>
                <a:ext uri="{FF2B5EF4-FFF2-40B4-BE49-F238E27FC236}">
                  <a16:creationId xmlns:a16="http://schemas.microsoft.com/office/drawing/2014/main" id="{7CB030D3-2A54-4E9A-B92E-139FFB3245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3" y="1532"/>
              <a:ext cx="102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7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2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</p:grpSp>
      <p:sp>
        <p:nvSpPr>
          <p:cNvPr id="62484" name="Rectangle 13">
            <a:extLst>
              <a:ext uri="{FF2B5EF4-FFF2-40B4-BE49-F238E27FC236}">
                <a16:creationId xmlns:a16="http://schemas.microsoft.com/office/drawing/2014/main" id="{5CF70160-6E5E-42E5-8451-BEDACBD973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67125" y="1666875"/>
            <a:ext cx="18097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62485" name="Rectangle 14">
            <a:extLst>
              <a:ext uri="{FF2B5EF4-FFF2-40B4-BE49-F238E27FC236}">
                <a16:creationId xmlns:a16="http://schemas.microsoft.com/office/drawing/2014/main" id="{76517406-7D4A-497A-810E-31056E68DB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2838" y="2243138"/>
            <a:ext cx="18097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62486" name="Rectangle 15">
            <a:extLst>
              <a:ext uri="{FF2B5EF4-FFF2-40B4-BE49-F238E27FC236}">
                <a16:creationId xmlns:a16="http://schemas.microsoft.com/office/drawing/2014/main" id="{BA2A8FA4-1EB3-4C83-A071-6BA11361B0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75125" y="1185863"/>
            <a:ext cx="18097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62487" name="Rectangle 16">
            <a:extLst>
              <a:ext uri="{FF2B5EF4-FFF2-40B4-BE49-F238E27FC236}">
                <a16:creationId xmlns:a16="http://schemas.microsoft.com/office/drawing/2014/main" id="{5A2B36CB-99DC-4607-9C73-4CEA9FC6DE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2975" y="1185863"/>
            <a:ext cx="18097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62488" name="Rectangle 17">
            <a:extLst>
              <a:ext uri="{FF2B5EF4-FFF2-40B4-BE49-F238E27FC236}">
                <a16:creationId xmlns:a16="http://schemas.microsoft.com/office/drawing/2014/main" id="{41C58B8A-8DB5-403A-8700-267856B4D0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64013" y="1651000"/>
            <a:ext cx="136525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62489" name="Rectangle 19">
            <a:extLst>
              <a:ext uri="{FF2B5EF4-FFF2-40B4-BE49-F238E27FC236}">
                <a16:creationId xmlns:a16="http://schemas.microsoft.com/office/drawing/2014/main" id="{FBDA2A65-ACE0-4BC0-8FA2-74DC370ECD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2975" y="1651000"/>
            <a:ext cx="136525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62490" name="Rectangle 21">
            <a:extLst>
              <a:ext uri="{FF2B5EF4-FFF2-40B4-BE49-F238E27FC236}">
                <a16:creationId xmlns:a16="http://schemas.microsoft.com/office/drawing/2014/main" id="{9F1E0E20-A961-4617-AE1D-5DA4B6AC9B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2975" y="2198688"/>
            <a:ext cx="122238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62491" name="Rectangle 23">
            <a:extLst>
              <a:ext uri="{FF2B5EF4-FFF2-40B4-BE49-F238E27FC236}">
                <a16:creationId xmlns:a16="http://schemas.microsoft.com/office/drawing/2014/main" id="{D4BFFBAD-2256-4840-90D4-B5A2226E1B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64013" y="2198688"/>
            <a:ext cx="122237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grpSp>
        <p:nvGrpSpPr>
          <p:cNvPr id="62492" name="Group 48">
            <a:extLst>
              <a:ext uri="{FF2B5EF4-FFF2-40B4-BE49-F238E27FC236}">
                <a16:creationId xmlns:a16="http://schemas.microsoft.com/office/drawing/2014/main" id="{51401052-603A-48BF-9E8F-7B0720447B62}"/>
              </a:ext>
            </a:extLst>
          </p:cNvPr>
          <p:cNvGrpSpPr>
            <a:grpSpLocks/>
          </p:cNvGrpSpPr>
          <p:nvPr/>
        </p:nvGrpSpPr>
        <p:grpSpPr bwMode="auto">
          <a:xfrm>
            <a:off x="3716338" y="838200"/>
            <a:ext cx="279400" cy="387350"/>
            <a:chOff x="3339" y="1451"/>
            <a:chExt cx="176" cy="244"/>
          </a:xfrm>
        </p:grpSpPr>
        <p:sp>
          <p:nvSpPr>
            <p:cNvPr id="62536" name="Rectangle 49">
              <a:extLst>
                <a:ext uri="{FF2B5EF4-FFF2-40B4-BE49-F238E27FC236}">
                  <a16:creationId xmlns:a16="http://schemas.microsoft.com/office/drawing/2014/main" id="{222EB2DC-91CF-4111-B8FC-016E951933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39" y="1451"/>
              <a:ext cx="105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x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62537" name="Rectangle 50">
              <a:extLst>
                <a:ext uri="{FF2B5EF4-FFF2-40B4-BE49-F238E27FC236}">
                  <a16:creationId xmlns:a16="http://schemas.microsoft.com/office/drawing/2014/main" id="{DBC2FC28-95FF-4C80-ABF2-014281DBD0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3" y="1532"/>
              <a:ext cx="102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7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1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</p:grpSp>
      <p:sp>
        <p:nvSpPr>
          <p:cNvPr id="41" name="TextBox 40">
            <a:extLst>
              <a:ext uri="{FF2B5EF4-FFF2-40B4-BE49-F238E27FC236}">
                <a16:creationId xmlns:a16="http://schemas.microsoft.com/office/drawing/2014/main" id="{8AB56982-779F-6540-996E-BEB67C45DF4A}"/>
              </a:ext>
            </a:extLst>
          </p:cNvPr>
          <p:cNvSpPr txBox="1"/>
          <p:nvPr/>
        </p:nvSpPr>
        <p:spPr>
          <a:xfrm>
            <a:off x="1079500" y="3124200"/>
            <a:ext cx="15494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  <a:cs typeface="+mn-cs"/>
              </a:rPr>
              <a:t>m</a:t>
            </a:r>
            <a:r>
              <a:rPr kumimoji="0" lang="en-US" sz="24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  <a:cs typeface="+mn-cs"/>
              </a:rPr>
              <a:t>0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B92C3A2-8909-3746-B5AC-722757EA774C}"/>
              </a:ext>
            </a:extLst>
          </p:cNvPr>
          <p:cNvSpPr txBox="1"/>
          <p:nvPr/>
        </p:nvSpPr>
        <p:spPr>
          <a:xfrm>
            <a:off x="3760788" y="3124200"/>
            <a:ext cx="15494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  <a:cs typeface="+mn-cs"/>
              </a:rPr>
              <a:t>m</a:t>
            </a:r>
            <a:r>
              <a:rPr kumimoji="0" lang="en-US" sz="24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  <a:cs typeface="+mn-cs"/>
              </a:rPr>
              <a:t>3</a:t>
            </a:r>
          </a:p>
        </p:txBody>
      </p:sp>
      <p:sp>
        <p:nvSpPr>
          <p:cNvPr id="62495" name="Rectangle 42">
            <a:extLst>
              <a:ext uri="{FF2B5EF4-FFF2-40B4-BE49-F238E27FC236}">
                <a16:creationId xmlns:a16="http://schemas.microsoft.com/office/drawing/2014/main" id="{11EDE25F-43D7-4CAB-A13A-16FA609816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15200" y="1503363"/>
            <a:ext cx="1166813" cy="1139825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62496" name="Line 4">
            <a:extLst>
              <a:ext uri="{FF2B5EF4-FFF2-40B4-BE49-F238E27FC236}">
                <a16:creationId xmlns:a16="http://schemas.microsoft.com/office/drawing/2014/main" id="{D19839E7-DB6E-4A4C-BD9A-6191E2CB281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315200" y="2073275"/>
            <a:ext cx="1166813" cy="1588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62497" name="Line 5">
            <a:extLst>
              <a:ext uri="{FF2B5EF4-FFF2-40B4-BE49-F238E27FC236}">
                <a16:creationId xmlns:a16="http://schemas.microsoft.com/office/drawing/2014/main" id="{53743C6A-EC72-4FA2-949D-F1F53EA5E88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885113" y="1503363"/>
            <a:ext cx="1587" cy="1139825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62498" name="Line 6">
            <a:extLst>
              <a:ext uri="{FF2B5EF4-FFF2-40B4-BE49-F238E27FC236}">
                <a16:creationId xmlns:a16="http://schemas.microsoft.com/office/drawing/2014/main" id="{F84B0EEC-BE6B-4A30-9036-CFA7C3B1C10D}"/>
              </a:ext>
            </a:extLst>
          </p:cNvPr>
          <p:cNvSpPr>
            <a:spLocks noChangeShapeType="1"/>
          </p:cNvSpPr>
          <p:nvPr/>
        </p:nvSpPr>
        <p:spPr bwMode="auto">
          <a:xfrm>
            <a:off x="6745288" y="933450"/>
            <a:ext cx="569912" cy="569913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grpSp>
        <p:nvGrpSpPr>
          <p:cNvPr id="62499" name="Group 47">
            <a:extLst>
              <a:ext uri="{FF2B5EF4-FFF2-40B4-BE49-F238E27FC236}">
                <a16:creationId xmlns:a16="http://schemas.microsoft.com/office/drawing/2014/main" id="{F295E107-61BA-4087-AC98-7B049C93B068}"/>
              </a:ext>
            </a:extLst>
          </p:cNvPr>
          <p:cNvGrpSpPr>
            <a:grpSpLocks/>
          </p:cNvGrpSpPr>
          <p:nvPr/>
        </p:nvGrpSpPr>
        <p:grpSpPr bwMode="auto">
          <a:xfrm>
            <a:off x="6653213" y="1014413"/>
            <a:ext cx="279400" cy="387350"/>
            <a:chOff x="3339" y="1451"/>
            <a:chExt cx="176" cy="244"/>
          </a:xfrm>
        </p:grpSpPr>
        <p:sp>
          <p:nvSpPr>
            <p:cNvPr id="62534" name="Rectangle 9">
              <a:extLst>
                <a:ext uri="{FF2B5EF4-FFF2-40B4-BE49-F238E27FC236}">
                  <a16:creationId xmlns:a16="http://schemas.microsoft.com/office/drawing/2014/main" id="{C9A1BC99-86A0-4A7F-BBA2-4956FC6E3E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39" y="1451"/>
              <a:ext cx="105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x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62535" name="Rectangle 10">
              <a:extLst>
                <a:ext uri="{FF2B5EF4-FFF2-40B4-BE49-F238E27FC236}">
                  <a16:creationId xmlns:a16="http://schemas.microsoft.com/office/drawing/2014/main" id="{47120625-C9F1-42B4-B453-91C66B65EF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3" y="1532"/>
              <a:ext cx="102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7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2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</p:grpSp>
      <p:sp>
        <p:nvSpPr>
          <p:cNvPr id="62500" name="Rectangle 13">
            <a:extLst>
              <a:ext uri="{FF2B5EF4-FFF2-40B4-BE49-F238E27FC236}">
                <a16:creationId xmlns:a16="http://schemas.microsoft.com/office/drawing/2014/main" id="{57F5D9D6-29CF-4879-AA2E-A75E6A8458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43738" y="1666875"/>
            <a:ext cx="18097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62501" name="Rectangle 14">
            <a:extLst>
              <a:ext uri="{FF2B5EF4-FFF2-40B4-BE49-F238E27FC236}">
                <a16:creationId xmlns:a16="http://schemas.microsoft.com/office/drawing/2014/main" id="{AEC250F7-2424-448A-B6D0-B92BC6A262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29450" y="2243138"/>
            <a:ext cx="18097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62502" name="Rectangle 15">
            <a:extLst>
              <a:ext uri="{FF2B5EF4-FFF2-40B4-BE49-F238E27FC236}">
                <a16:creationId xmlns:a16="http://schemas.microsoft.com/office/drawing/2014/main" id="{2CC36399-E766-437A-8B96-4D4AB214F1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1738" y="1185863"/>
            <a:ext cx="18097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62503" name="Rectangle 16">
            <a:extLst>
              <a:ext uri="{FF2B5EF4-FFF2-40B4-BE49-F238E27FC236}">
                <a16:creationId xmlns:a16="http://schemas.microsoft.com/office/drawing/2014/main" id="{E878E211-C4E0-4E4B-9E10-F1A690612A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29588" y="1185863"/>
            <a:ext cx="18097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62504" name="Rectangle 17">
            <a:extLst>
              <a:ext uri="{FF2B5EF4-FFF2-40B4-BE49-F238E27FC236}">
                <a16:creationId xmlns:a16="http://schemas.microsoft.com/office/drawing/2014/main" id="{D2D12586-4492-494B-B918-1A01503FC3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40625" y="1651000"/>
            <a:ext cx="136525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62505" name="Rectangle 19">
            <a:extLst>
              <a:ext uri="{FF2B5EF4-FFF2-40B4-BE49-F238E27FC236}">
                <a16:creationId xmlns:a16="http://schemas.microsoft.com/office/drawing/2014/main" id="{A8F4CA5C-4F21-4715-853D-7F9FFB00A2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29588" y="1651000"/>
            <a:ext cx="136525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62506" name="Rectangle 21">
            <a:extLst>
              <a:ext uri="{FF2B5EF4-FFF2-40B4-BE49-F238E27FC236}">
                <a16:creationId xmlns:a16="http://schemas.microsoft.com/office/drawing/2014/main" id="{80003605-7A76-40FD-B508-D8F07AAD1C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29588" y="2198688"/>
            <a:ext cx="122237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62507" name="Rectangle 23">
            <a:extLst>
              <a:ext uri="{FF2B5EF4-FFF2-40B4-BE49-F238E27FC236}">
                <a16:creationId xmlns:a16="http://schemas.microsoft.com/office/drawing/2014/main" id="{9CBF0CAE-5FD9-4536-B88C-BAFCE8E62D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40625" y="2198688"/>
            <a:ext cx="122238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0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grpSp>
        <p:nvGrpSpPr>
          <p:cNvPr id="62508" name="Group 48">
            <a:extLst>
              <a:ext uri="{FF2B5EF4-FFF2-40B4-BE49-F238E27FC236}">
                <a16:creationId xmlns:a16="http://schemas.microsoft.com/office/drawing/2014/main" id="{4B1AF44B-688A-49C3-8B86-223B30F3F647}"/>
              </a:ext>
            </a:extLst>
          </p:cNvPr>
          <p:cNvGrpSpPr>
            <a:grpSpLocks/>
          </p:cNvGrpSpPr>
          <p:nvPr/>
        </p:nvGrpSpPr>
        <p:grpSpPr bwMode="auto">
          <a:xfrm>
            <a:off x="7092950" y="838200"/>
            <a:ext cx="279400" cy="387350"/>
            <a:chOff x="3339" y="1451"/>
            <a:chExt cx="176" cy="244"/>
          </a:xfrm>
        </p:grpSpPr>
        <p:sp>
          <p:nvSpPr>
            <p:cNvPr id="62532" name="Rectangle 49">
              <a:extLst>
                <a:ext uri="{FF2B5EF4-FFF2-40B4-BE49-F238E27FC236}">
                  <a16:creationId xmlns:a16="http://schemas.microsoft.com/office/drawing/2014/main" id="{71A03629-9D4F-40C7-9637-0F8D0F7A6E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39" y="1451"/>
              <a:ext cx="105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9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x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62533" name="Rectangle 50">
              <a:extLst>
                <a:ext uri="{FF2B5EF4-FFF2-40B4-BE49-F238E27FC236}">
                  <a16:creationId xmlns:a16="http://schemas.microsoft.com/office/drawing/2014/main" id="{D6E21542-8A1A-4814-ADCC-77F06E1531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3" y="1532"/>
              <a:ext cx="102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7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1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</p:grpSp>
      <p:sp>
        <p:nvSpPr>
          <p:cNvPr id="61" name="TextBox 60">
            <a:extLst>
              <a:ext uri="{FF2B5EF4-FFF2-40B4-BE49-F238E27FC236}">
                <a16:creationId xmlns:a16="http://schemas.microsoft.com/office/drawing/2014/main" id="{1C93DB19-D0CD-D649-83CE-B874B5189852}"/>
              </a:ext>
            </a:extLst>
          </p:cNvPr>
          <p:cNvSpPr txBox="1"/>
          <p:nvPr/>
        </p:nvSpPr>
        <p:spPr>
          <a:xfrm>
            <a:off x="7137400" y="3124200"/>
            <a:ext cx="15494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  <a:cs typeface="+mn-cs"/>
              </a:rPr>
              <a:t>m</a:t>
            </a:r>
            <a:r>
              <a:rPr kumimoji="0" lang="en-US" sz="24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  <a:cs typeface="+mn-cs"/>
              </a:rPr>
              <a:t>0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  <a:cs typeface="+mn-cs"/>
              </a:rPr>
              <a:t>+ m</a:t>
            </a:r>
            <a:r>
              <a:rPr kumimoji="0" lang="en-US" sz="24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  <a:cs typeface="+mn-cs"/>
              </a:rPr>
              <a:t>3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EA23D89-98F1-4347-9A8E-881710F6156D}"/>
              </a:ext>
            </a:extLst>
          </p:cNvPr>
          <p:cNvSpPr txBox="1"/>
          <p:nvPr/>
        </p:nvSpPr>
        <p:spPr>
          <a:xfrm>
            <a:off x="2933700" y="1843088"/>
            <a:ext cx="266700" cy="4603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  <a:cs typeface="+mn-cs"/>
              </a:rPr>
              <a:t>+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70C52A7B-93D9-9443-BCBD-340E0E010C8B}"/>
              </a:ext>
            </a:extLst>
          </p:cNvPr>
          <p:cNvSpPr txBox="1"/>
          <p:nvPr/>
        </p:nvSpPr>
        <p:spPr>
          <a:xfrm>
            <a:off x="2971800" y="3133725"/>
            <a:ext cx="2667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  <a:cs typeface="+mn-cs"/>
              </a:rPr>
              <a:t>+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4648DD41-1FAB-5D43-9B6B-745A6C895D5F}"/>
              </a:ext>
            </a:extLst>
          </p:cNvPr>
          <p:cNvSpPr txBox="1"/>
          <p:nvPr/>
        </p:nvSpPr>
        <p:spPr>
          <a:xfrm>
            <a:off x="6019800" y="3133725"/>
            <a:ext cx="2667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  <a:cs typeface="+mn-cs"/>
              </a:rPr>
              <a:t>=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1E743287-C52C-0B44-A47A-731852C4930C}"/>
              </a:ext>
            </a:extLst>
          </p:cNvPr>
          <p:cNvSpPr txBox="1"/>
          <p:nvPr/>
        </p:nvSpPr>
        <p:spPr>
          <a:xfrm>
            <a:off x="6019800" y="1843088"/>
            <a:ext cx="266700" cy="4603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  <a:cs typeface="+mn-cs"/>
              </a:rPr>
              <a:t>=</a:t>
            </a:r>
          </a:p>
        </p:txBody>
      </p:sp>
      <p:sp>
        <p:nvSpPr>
          <p:cNvPr id="72" name="Rounded Rectangle 71">
            <a:extLst>
              <a:ext uri="{FF2B5EF4-FFF2-40B4-BE49-F238E27FC236}">
                <a16:creationId xmlns:a16="http://schemas.microsoft.com/office/drawing/2014/main" id="{D71EAE7A-3E7A-B944-A672-EADAA61BEF23}"/>
              </a:ext>
            </a:extLst>
          </p:cNvPr>
          <p:cNvSpPr/>
          <p:nvPr/>
        </p:nvSpPr>
        <p:spPr bwMode="auto">
          <a:xfrm>
            <a:off x="1314450" y="1557338"/>
            <a:ext cx="488950" cy="473075"/>
          </a:xfrm>
          <a:prstGeom prst="roundRect">
            <a:avLst/>
          </a:prstGeom>
          <a:noFill/>
          <a:ln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76" name="Rounded Rectangle 75">
            <a:extLst>
              <a:ext uri="{FF2B5EF4-FFF2-40B4-BE49-F238E27FC236}">
                <a16:creationId xmlns:a16="http://schemas.microsoft.com/office/drawing/2014/main" id="{94B5B3CF-A5F7-254A-B74A-D60EE2031F01}"/>
              </a:ext>
            </a:extLst>
          </p:cNvPr>
          <p:cNvSpPr/>
          <p:nvPr/>
        </p:nvSpPr>
        <p:spPr bwMode="auto">
          <a:xfrm>
            <a:off x="4565650" y="2133600"/>
            <a:ext cx="488950" cy="473075"/>
          </a:xfrm>
          <a:prstGeom prst="roundRect">
            <a:avLst/>
          </a:prstGeom>
          <a:noFill/>
          <a:ln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62516" name="Title 1">
            <a:extLst>
              <a:ext uri="{FF2B5EF4-FFF2-40B4-BE49-F238E27FC236}">
                <a16:creationId xmlns:a16="http://schemas.microsoft.com/office/drawing/2014/main" id="{E1BE0AA9-50C0-4A04-836A-659CDB0F197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" y="76200"/>
            <a:ext cx="8686800" cy="609600"/>
          </a:xfrm>
        </p:spPr>
        <p:txBody>
          <a:bodyPr/>
          <a:lstStyle/>
          <a:p>
            <a:r>
              <a:rPr lang="en-US" altLang="en-US" dirty="0"/>
              <a:t>Let’s Find Out</a:t>
            </a:r>
          </a:p>
        </p:txBody>
      </p:sp>
      <p:sp>
        <p:nvSpPr>
          <p:cNvPr id="69" name="Rounded Rectangle 68">
            <a:extLst>
              <a:ext uri="{FF2B5EF4-FFF2-40B4-BE49-F238E27FC236}">
                <a16:creationId xmlns:a16="http://schemas.microsoft.com/office/drawing/2014/main" id="{EEDA6F22-FD7A-954B-966B-BA054AEF3B48}"/>
              </a:ext>
            </a:extLst>
          </p:cNvPr>
          <p:cNvSpPr/>
          <p:nvPr/>
        </p:nvSpPr>
        <p:spPr bwMode="auto">
          <a:xfrm>
            <a:off x="7354888" y="1555750"/>
            <a:ext cx="488950" cy="473075"/>
          </a:xfrm>
          <a:prstGeom prst="roundRect">
            <a:avLst/>
          </a:prstGeom>
          <a:noFill/>
          <a:ln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70" name="Rounded Rectangle 69">
            <a:extLst>
              <a:ext uri="{FF2B5EF4-FFF2-40B4-BE49-F238E27FC236}">
                <a16:creationId xmlns:a16="http://schemas.microsoft.com/office/drawing/2014/main" id="{2EF05F61-6DED-7D47-AFFB-098E7D9D4380}"/>
              </a:ext>
            </a:extLst>
          </p:cNvPr>
          <p:cNvSpPr/>
          <p:nvPr/>
        </p:nvSpPr>
        <p:spPr bwMode="auto">
          <a:xfrm>
            <a:off x="7937500" y="2132013"/>
            <a:ext cx="488950" cy="473075"/>
          </a:xfrm>
          <a:prstGeom prst="roundRect">
            <a:avLst/>
          </a:prstGeom>
          <a:noFill/>
          <a:ln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62615767-C9CE-184D-9FED-E8500B79123F}"/>
              </a:ext>
            </a:extLst>
          </p:cNvPr>
          <p:cNvSpPr txBox="1"/>
          <p:nvPr/>
        </p:nvSpPr>
        <p:spPr>
          <a:xfrm>
            <a:off x="2971800" y="4191000"/>
            <a:ext cx="2667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  <a:cs typeface="+mn-cs"/>
              </a:rPr>
              <a:t>+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6E8B8FC4-5A3E-5648-AC92-82AA841C5940}"/>
              </a:ext>
            </a:extLst>
          </p:cNvPr>
          <p:cNvSpPr txBox="1"/>
          <p:nvPr/>
        </p:nvSpPr>
        <p:spPr>
          <a:xfrm>
            <a:off x="1103313" y="4191000"/>
            <a:ext cx="1549400" cy="4000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  <a:cs typeface="+mn-cs"/>
              </a:rPr>
              <a:t>x</a:t>
            </a:r>
            <a:r>
              <a:rPr kumimoji="0" lang="en-US" sz="20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  <a:cs typeface="+mn-cs"/>
              </a:rPr>
              <a:t>1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  <a:cs typeface="+mn-cs"/>
              </a:rPr>
              <a:t>x</a:t>
            </a:r>
            <a:r>
              <a:rPr kumimoji="0" lang="en-US" sz="20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  <a:cs typeface="+mn-cs"/>
              </a:rPr>
              <a:t>2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41C648A5-4951-4948-9F2A-5E33449F513F}"/>
              </a:ext>
            </a:extLst>
          </p:cNvPr>
          <p:cNvSpPr txBox="1"/>
          <p:nvPr/>
        </p:nvSpPr>
        <p:spPr>
          <a:xfrm>
            <a:off x="3795713" y="4191000"/>
            <a:ext cx="1549400" cy="4000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  <a:cs typeface="+mn-cs"/>
              </a:rPr>
              <a:t>x</a:t>
            </a:r>
            <a:r>
              <a:rPr kumimoji="0" lang="en-US" sz="20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  <a:cs typeface="+mn-cs"/>
              </a:rPr>
              <a:t>1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  <a:cs typeface="+mn-cs"/>
              </a:rPr>
              <a:t>x</a:t>
            </a:r>
            <a:r>
              <a:rPr kumimoji="0" lang="en-US" sz="20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  <a:cs typeface="+mn-cs"/>
              </a:rPr>
              <a:t>2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72D754CE-1C14-EC43-880C-E9B08F57D259}"/>
              </a:ext>
            </a:extLst>
          </p:cNvPr>
          <p:cNvSpPr txBox="1"/>
          <p:nvPr/>
        </p:nvSpPr>
        <p:spPr>
          <a:xfrm>
            <a:off x="1524000" y="3890963"/>
            <a:ext cx="317500" cy="46196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  <a:cs typeface="+mn-cs"/>
              </a:rPr>
              <a:t>_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7898922D-E186-B349-AFE3-F264322B5323}"/>
              </a:ext>
            </a:extLst>
          </p:cNvPr>
          <p:cNvSpPr txBox="1"/>
          <p:nvPr/>
        </p:nvSpPr>
        <p:spPr>
          <a:xfrm>
            <a:off x="1817688" y="3890963"/>
            <a:ext cx="317500" cy="46196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  <a:cs typeface="+mn-cs"/>
              </a:rPr>
              <a:t>_</a:t>
            </a:r>
          </a:p>
        </p:txBody>
      </p:sp>
      <p:grpSp>
        <p:nvGrpSpPr>
          <p:cNvPr id="62524" name="Group 1">
            <a:extLst>
              <a:ext uri="{FF2B5EF4-FFF2-40B4-BE49-F238E27FC236}">
                <a16:creationId xmlns:a16="http://schemas.microsoft.com/office/drawing/2014/main" id="{15708067-A731-4044-9145-0FAEA1949616}"/>
              </a:ext>
            </a:extLst>
          </p:cNvPr>
          <p:cNvGrpSpPr>
            <a:grpSpLocks/>
          </p:cNvGrpSpPr>
          <p:nvPr/>
        </p:nvGrpSpPr>
        <p:grpSpPr bwMode="auto">
          <a:xfrm>
            <a:off x="6019800" y="3835400"/>
            <a:ext cx="2616200" cy="817563"/>
            <a:chOff x="6019800" y="5054856"/>
            <a:chExt cx="2616200" cy="817307"/>
          </a:xfrm>
        </p:grpSpPr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19767B57-B797-B442-990F-5E4AA48ACC13}"/>
                </a:ext>
              </a:extLst>
            </p:cNvPr>
            <p:cNvSpPr txBox="1"/>
            <p:nvPr/>
          </p:nvSpPr>
          <p:spPr>
            <a:xfrm>
              <a:off x="6019800" y="5410345"/>
              <a:ext cx="266700" cy="461818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/>
                  <a:ea typeface="MS PGothic" panose="020B0600070205080204" pitchFamily="34" charset="-128"/>
                  <a:cs typeface="+mn-cs"/>
                </a:rPr>
                <a:t>=</a:t>
              </a:r>
            </a:p>
          </p:txBody>
        </p: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60138A7E-4695-864F-9643-C71BEB787ACD}"/>
                </a:ext>
              </a:extLst>
            </p:cNvPr>
            <p:cNvSpPr txBox="1"/>
            <p:nvPr/>
          </p:nvSpPr>
          <p:spPr>
            <a:xfrm>
              <a:off x="6019800" y="5410345"/>
              <a:ext cx="1549400" cy="399925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/>
                  <a:ea typeface="MS PGothic" panose="020B0600070205080204" pitchFamily="34" charset="-128"/>
                  <a:cs typeface="+mn-cs"/>
                </a:rPr>
                <a:t>x</a:t>
              </a:r>
              <a:r>
                <a:rPr kumimoji="0" lang="en-US" sz="2000" b="1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/>
                  <a:ea typeface="MS PGothic" panose="020B0600070205080204" pitchFamily="34" charset="-128"/>
                  <a:cs typeface="+mn-cs"/>
                </a:rPr>
                <a:t>1</a:t>
              </a: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/>
                  <a:ea typeface="MS PGothic" panose="020B0600070205080204" pitchFamily="34" charset="-128"/>
                  <a:cs typeface="+mn-cs"/>
                </a:rPr>
                <a:t>x</a:t>
              </a:r>
              <a:r>
                <a:rPr kumimoji="0" lang="en-US" sz="2000" b="1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/>
                  <a:ea typeface="MS PGothic" panose="020B0600070205080204" pitchFamily="34" charset="-128"/>
                  <a:cs typeface="+mn-cs"/>
                </a:rPr>
                <a:t>2</a:t>
              </a:r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0E90FC36-17E4-184A-B96E-73539440CB01}"/>
                </a:ext>
              </a:extLst>
            </p:cNvPr>
            <p:cNvSpPr txBox="1"/>
            <p:nvPr/>
          </p:nvSpPr>
          <p:spPr>
            <a:xfrm>
              <a:off x="7153275" y="5396062"/>
              <a:ext cx="266700" cy="461817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/>
                  <a:ea typeface="MS PGothic" panose="020B0600070205080204" pitchFamily="34" charset="-128"/>
                  <a:cs typeface="+mn-cs"/>
                </a:rPr>
                <a:t>+</a:t>
              </a:r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C63389DB-F33E-F248-B4D8-456A5590FEFD}"/>
                </a:ext>
              </a:extLst>
            </p:cNvPr>
            <p:cNvSpPr txBox="1"/>
            <p:nvPr/>
          </p:nvSpPr>
          <p:spPr>
            <a:xfrm>
              <a:off x="7086600" y="5410345"/>
              <a:ext cx="1549400" cy="399925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/>
                  <a:ea typeface="MS PGothic" panose="020B0600070205080204" pitchFamily="34" charset="-128"/>
                  <a:cs typeface="+mn-cs"/>
                </a:rPr>
                <a:t>x</a:t>
              </a:r>
              <a:r>
                <a:rPr kumimoji="0" lang="en-US" sz="2000" b="1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/>
                  <a:ea typeface="MS PGothic" panose="020B0600070205080204" pitchFamily="34" charset="-128"/>
                  <a:cs typeface="+mn-cs"/>
                </a:rPr>
                <a:t>1</a:t>
              </a: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/>
                  <a:ea typeface="MS PGothic" panose="020B0600070205080204" pitchFamily="34" charset="-128"/>
                  <a:cs typeface="+mn-cs"/>
                </a:rPr>
                <a:t>x</a:t>
              </a:r>
              <a:r>
                <a:rPr kumimoji="0" lang="en-US" sz="2000" b="1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/>
                  <a:ea typeface="MS PGothic" panose="020B0600070205080204" pitchFamily="34" charset="-128"/>
                  <a:cs typeface="+mn-cs"/>
                </a:rPr>
                <a:t>2</a:t>
              </a:r>
            </a:p>
          </p:txBody>
        </p: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0E61313A-C299-194B-BF7C-7AB85DE3BF33}"/>
                </a:ext>
              </a:extLst>
            </p:cNvPr>
            <p:cNvSpPr txBox="1"/>
            <p:nvPr/>
          </p:nvSpPr>
          <p:spPr>
            <a:xfrm>
              <a:off x="6451600" y="5054856"/>
              <a:ext cx="317500" cy="461818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/>
                  <a:ea typeface="MS PGothic" panose="020B0600070205080204" pitchFamily="34" charset="-128"/>
                  <a:cs typeface="+mn-cs"/>
                </a:rPr>
                <a:t>_</a:t>
              </a:r>
            </a:p>
          </p:txBody>
        </p:sp>
      </p:grpSp>
      <p:sp>
        <p:nvSpPr>
          <p:cNvPr id="86" name="TextBox 85">
            <a:extLst>
              <a:ext uri="{FF2B5EF4-FFF2-40B4-BE49-F238E27FC236}">
                <a16:creationId xmlns:a16="http://schemas.microsoft.com/office/drawing/2014/main" id="{DEEC219C-F00A-E748-A000-02D27164842A}"/>
              </a:ext>
            </a:extLst>
          </p:cNvPr>
          <p:cNvSpPr txBox="1"/>
          <p:nvPr/>
        </p:nvSpPr>
        <p:spPr>
          <a:xfrm>
            <a:off x="6692900" y="3833813"/>
            <a:ext cx="317500" cy="46196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  <a:cs typeface="+mn-cs"/>
              </a:rPr>
              <a:t>_</a:t>
            </a:r>
          </a:p>
        </p:txBody>
      </p:sp>
      <p:sp>
        <p:nvSpPr>
          <p:cNvPr id="62526" name="TextBox 3">
            <a:extLst>
              <a:ext uri="{FF2B5EF4-FFF2-40B4-BE49-F238E27FC236}">
                <a16:creationId xmlns:a16="http://schemas.microsoft.com/office/drawing/2014/main" id="{87588FCA-B9A2-4046-8557-E55D06680C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1600" y="5138738"/>
            <a:ext cx="712628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3366FF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We can’t use Property 14a here. This can’t be simplified.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5921EAFC-7C45-4526-A35C-323B1B0D60DE}"/>
                  </a:ext>
                </a:extLst>
              </p14:cNvPr>
              <p14:cNvContentPartPr/>
              <p14:nvPr/>
            </p14:nvContentPartPr>
            <p14:xfrm>
              <a:off x="6336000" y="3935880"/>
              <a:ext cx="2146680" cy="96552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5921EAFC-7C45-4526-A35C-323B1B0D60D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326640" y="3926520"/>
                <a:ext cx="2165400" cy="9842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89" name="Title 1">
            <a:extLst>
              <a:ext uri="{FF2B5EF4-FFF2-40B4-BE49-F238E27FC236}">
                <a16:creationId xmlns:a16="http://schemas.microsoft.com/office/drawing/2014/main" id="{1E4C290E-A892-4AF2-B2C6-F5108FDE88C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2566988"/>
            <a:ext cx="9144000" cy="1219200"/>
          </a:xfrm>
        </p:spPr>
        <p:txBody>
          <a:bodyPr/>
          <a:lstStyle/>
          <a:p>
            <a:r>
              <a:rPr lang="en-US" altLang="en-US"/>
              <a:t>Three-Variable K-Map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513" name="Picture 4" descr="F:\LogicBook\PowerPoint\chapter4\figure4.4.wmf">
            <a:extLst>
              <a:ext uri="{FF2B5EF4-FFF2-40B4-BE49-F238E27FC236}">
                <a16:creationId xmlns:a16="http://schemas.microsoft.com/office/drawing/2014/main" id="{A5BB156A-848E-4D86-A0A5-9C1B004AF6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1371600"/>
            <a:ext cx="6297613" cy="4479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4514" name="Rectangle 2">
            <a:extLst>
              <a:ext uri="{FF2B5EF4-FFF2-40B4-BE49-F238E27FC236}">
                <a16:creationId xmlns:a16="http://schemas.microsoft.com/office/drawing/2014/main" id="{57677F2C-6D01-4CD1-82D8-DDE4BD46E5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45308"/>
            <a:ext cx="91440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  <a:cs typeface="+mn-cs"/>
              </a:rPr>
              <a:t>Location of three-variable </a:t>
            </a:r>
            <a:r>
              <a:rPr kumimoji="0" lang="en-US" altLang="en-US" sz="34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  <a:cs typeface="+mn-cs"/>
              </a:rPr>
              <a:t>minterms</a:t>
            </a:r>
            <a:endParaRPr kumimoji="0" lang="en-US" altLang="en-US" sz="3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64515" name="TextBox 125">
            <a:extLst>
              <a:ext uri="{FF2B5EF4-FFF2-40B4-BE49-F238E27FC236}">
                <a16:creationId xmlns:a16="http://schemas.microsoft.com/office/drawing/2014/main" id="{8B7C3E67-5498-4AA4-AE01-819314ECC2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56388" y="6477000"/>
            <a:ext cx="25527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[ Figure 2.51 from the textbook ]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7CDC9F6-78C2-4E13-9F53-47A8AEC98E63}"/>
              </a:ext>
            </a:extLst>
          </p:cNvPr>
          <p:cNvSpPr/>
          <p:nvPr/>
        </p:nvSpPr>
        <p:spPr>
          <a:xfrm>
            <a:off x="4419600" y="1447800"/>
            <a:ext cx="3657600" cy="2971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495380CD-70E3-48B3-A08B-CB7F8B6D5164}"/>
                  </a:ext>
                </a:extLst>
              </p14:cNvPr>
              <p14:cNvContentPartPr/>
              <p14:nvPr/>
            </p14:nvContentPartPr>
            <p14:xfrm>
              <a:off x="4622760" y="596160"/>
              <a:ext cx="4027320" cy="393660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495380CD-70E3-48B3-A08B-CB7F8B6D516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613400" y="586800"/>
                <a:ext cx="4046040" cy="39553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29EB7B3-CB07-4490-8D39-5C6D725B23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182C1FB-A275-4CBE-B85C-63204551E734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37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pic>
        <p:nvPicPr>
          <p:cNvPr id="4" name="Picture 4" descr="F:\LogicBook\PowerPoint\chapter4\figure4.4.wmf">
            <a:extLst>
              <a:ext uri="{FF2B5EF4-FFF2-40B4-BE49-F238E27FC236}">
                <a16:creationId xmlns:a16="http://schemas.microsoft.com/office/drawing/2014/main" id="{71B48BE7-76FD-4459-9FF3-B05CD2A1EA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1371600"/>
            <a:ext cx="6297613" cy="4479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2">
            <a:extLst>
              <a:ext uri="{FF2B5EF4-FFF2-40B4-BE49-F238E27FC236}">
                <a16:creationId xmlns:a16="http://schemas.microsoft.com/office/drawing/2014/main" id="{E11E0A0A-489B-4E42-99A3-6134D2434D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76200"/>
            <a:ext cx="91440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  <a:cs typeface="+mn-cs"/>
              </a:rPr>
              <a:t>Location of three-variable </a:t>
            </a:r>
            <a:r>
              <a:rPr kumimoji="0" lang="en-US" altLang="en-US" sz="34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  <a:cs typeface="+mn-cs"/>
              </a:rPr>
              <a:t>minterms</a:t>
            </a:r>
            <a:endParaRPr kumimoji="0" lang="en-US" altLang="en-US" sz="3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MS PGothic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5773111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B230DD0-3A67-4CFF-B725-718B7995E5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182C1FB-A275-4CBE-B85C-63204551E734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38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pic>
        <p:nvPicPr>
          <p:cNvPr id="3" name="Picture 3" descr="Table&#10;&#10;Description automatically generated">
            <a:extLst>
              <a:ext uri="{FF2B5EF4-FFF2-40B4-BE49-F238E27FC236}">
                <a16:creationId xmlns:a16="http://schemas.microsoft.com/office/drawing/2014/main" id="{2F2A9491-7609-4CF3-A090-BC0DBB73E6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7063" y="1067232"/>
            <a:ext cx="2363179" cy="4114800"/>
          </a:xfrm>
          <a:prstGeom prst="rect">
            <a:avLst/>
          </a:prstGeom>
        </p:spPr>
      </p:pic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C3C70EFE-678D-439B-BF9A-7042E9DF158E}"/>
              </a:ext>
            </a:extLst>
          </p:cNvPr>
          <p:cNvGraphicFramePr>
            <a:graphicFrameLocks noGrp="1"/>
          </p:cNvGraphicFramePr>
          <p:nvPr/>
        </p:nvGraphicFramePr>
        <p:xfrm>
          <a:off x="5025313" y="1295183"/>
          <a:ext cx="3326964" cy="132550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31741">
                  <a:extLst>
                    <a:ext uri="{9D8B030D-6E8A-4147-A177-3AD203B41FA5}">
                      <a16:colId xmlns:a16="http://schemas.microsoft.com/office/drawing/2014/main" val="838437557"/>
                    </a:ext>
                  </a:extLst>
                </a:gridCol>
                <a:gridCol w="831741">
                  <a:extLst>
                    <a:ext uri="{9D8B030D-6E8A-4147-A177-3AD203B41FA5}">
                      <a16:colId xmlns:a16="http://schemas.microsoft.com/office/drawing/2014/main" val="3381527964"/>
                    </a:ext>
                  </a:extLst>
                </a:gridCol>
                <a:gridCol w="831741">
                  <a:extLst>
                    <a:ext uri="{9D8B030D-6E8A-4147-A177-3AD203B41FA5}">
                      <a16:colId xmlns:a16="http://schemas.microsoft.com/office/drawing/2014/main" val="3444317587"/>
                    </a:ext>
                  </a:extLst>
                </a:gridCol>
                <a:gridCol w="831741">
                  <a:extLst>
                    <a:ext uri="{9D8B030D-6E8A-4147-A177-3AD203B41FA5}">
                      <a16:colId xmlns:a16="http://schemas.microsoft.com/office/drawing/2014/main" val="1755442163"/>
                    </a:ext>
                  </a:extLst>
                </a:gridCol>
              </a:tblGrid>
              <a:tr h="662753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459662"/>
                  </a:ext>
                </a:extLst>
              </a:tr>
              <a:tr h="662753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4133232"/>
                  </a:ext>
                </a:extLst>
              </a:tr>
            </a:tbl>
          </a:graphicData>
        </a:graphic>
      </p:graphicFrame>
      <p:sp>
        <p:nvSpPr>
          <p:cNvPr id="5" name="Rectangle 2">
            <a:extLst>
              <a:ext uri="{FF2B5EF4-FFF2-40B4-BE49-F238E27FC236}">
                <a16:creationId xmlns:a16="http://schemas.microsoft.com/office/drawing/2014/main" id="{C2A4FCDA-58EA-4D38-85E0-587E2A5C36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45308"/>
            <a:ext cx="91440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  <a:cs typeface="+mn-cs"/>
              </a:rPr>
              <a:t>Location of three-variable </a:t>
            </a:r>
            <a:r>
              <a:rPr kumimoji="0" lang="en-US" altLang="en-US" sz="34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  <a:cs typeface="+mn-cs"/>
              </a:rPr>
              <a:t>minterms</a:t>
            </a:r>
            <a:endParaRPr kumimoji="0" lang="en-US" altLang="en-US" sz="3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MS PGothic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7453962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537" name="Picture 4" descr="F:\LogicBook\PowerPoint\chapter4\figure4.4.wmf">
            <a:extLst>
              <a:ext uri="{FF2B5EF4-FFF2-40B4-BE49-F238E27FC236}">
                <a16:creationId xmlns:a16="http://schemas.microsoft.com/office/drawing/2014/main" id="{8777A1F8-A43C-497E-8813-8A71528F6A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685800"/>
            <a:ext cx="6297613" cy="4479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5538" name="Rectangle 2">
            <a:extLst>
              <a:ext uri="{FF2B5EF4-FFF2-40B4-BE49-F238E27FC236}">
                <a16:creationId xmlns:a16="http://schemas.microsoft.com/office/drawing/2014/main" id="{031EB2AB-4636-4905-806B-452BA98EA3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7620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t>Location of three-variable </a:t>
            </a:r>
            <a:r>
              <a:rPr kumimoji="0" lang="en-US" altLang="en-US" sz="34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t>minterms</a:t>
            </a:r>
            <a:endParaRPr kumimoji="0" lang="en-US" altLang="en-US" sz="3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53AC001C-4BBD-B74B-ACDB-7D26B686A4C1}"/>
              </a:ext>
            </a:extLst>
          </p:cNvPr>
          <p:cNvSpPr txBox="1">
            <a:spLocks/>
          </p:cNvSpPr>
          <p:nvPr/>
        </p:nvSpPr>
        <p:spPr bwMode="auto">
          <a:xfrm>
            <a:off x="4876800" y="4114800"/>
            <a:ext cx="3733800" cy="1828800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/>
            <a:ext uri="{909E8E84-426E-40dd-AFC4-6F175D3DCCD1}"/>
            <a:ext uri="{91240B29-F687-4f45-9708-019B960494DF}"/>
            <a:ext uri="{AF507438-7753-43e0-B8FC-AC1667EBCBE1}"/>
          </a:ex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chemeClr val="tx1"/>
                </a:solidFill>
                <a:latin typeface="+mn-lt"/>
                <a:ea typeface="MS PGothic" pitchFamily="34" charset="-128"/>
                <a:cs typeface="MS PGothic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charset="0"/>
              <a:buChar char="§"/>
              <a:defRPr sz="2000" b="1">
                <a:solidFill>
                  <a:schemeClr val="tx1"/>
                </a:solidFill>
                <a:latin typeface="+mn-lt"/>
                <a:ea typeface="MS PGothic" pitchFamily="34" charset="-128"/>
                <a:cs typeface="MS PGothic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b="1">
                <a:solidFill>
                  <a:schemeClr val="tx1"/>
                </a:solidFill>
                <a:latin typeface="+mn-lt"/>
                <a:ea typeface="MS PGothic" pitchFamily="34" charset="-128"/>
                <a:cs typeface="MS PGothic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b="1">
                <a:solidFill>
                  <a:schemeClr val="tx1"/>
                </a:solidFill>
                <a:latin typeface="+mn-lt"/>
                <a:ea typeface="MS PGothic" pitchFamily="34" charset="-128"/>
                <a:cs typeface="MS PGothic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+mn-lt"/>
                <a:ea typeface="MS PGothic" pitchFamily="34" charset="-128"/>
                <a:cs typeface="MS PGothic" charset="0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S PGothic" pitchFamily="34" charset="-128"/>
                <a:cs typeface="ＭＳ Ｐゴシック" charset="0"/>
              </a:rPr>
              <a:t>Notice the placement of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S PGothic" pitchFamily="34" charset="-128"/>
              </a:rPr>
              <a:t>Variables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S PGothic" pitchFamily="34" charset="-128"/>
              </a:rPr>
              <a:t>Binary pair values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20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S PGothic" pitchFamily="34" charset="-128"/>
              </a:rPr>
              <a:t>Minterms</a:t>
            </a:r>
            <a:endParaRPr kumimoji="0" lang="en-US" sz="2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MS PGothic" pitchFamily="34" charset="-128"/>
            </a:endParaRPr>
          </a:p>
        </p:txBody>
      </p:sp>
      <p:cxnSp>
        <p:nvCxnSpPr>
          <p:cNvPr id="65540" name="Straight Connector 6">
            <a:extLst>
              <a:ext uri="{FF2B5EF4-FFF2-40B4-BE49-F238E27FC236}">
                <a16:creationId xmlns:a16="http://schemas.microsoft.com/office/drawing/2014/main" id="{62A4D405-88E3-4B8A-AECC-5EAB5438E230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473200" y="2057400"/>
            <a:ext cx="1905000" cy="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5541" name="Straight Connector 7">
            <a:extLst>
              <a:ext uri="{FF2B5EF4-FFF2-40B4-BE49-F238E27FC236}">
                <a16:creationId xmlns:a16="http://schemas.microsoft.com/office/drawing/2014/main" id="{8F8FEBB7-831E-4E27-A85A-2EE45E367C4A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447800" y="2895600"/>
            <a:ext cx="1905000" cy="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5542" name="Straight Connector 8">
            <a:extLst>
              <a:ext uri="{FF2B5EF4-FFF2-40B4-BE49-F238E27FC236}">
                <a16:creationId xmlns:a16="http://schemas.microsoft.com/office/drawing/2014/main" id="{9B7AF923-68E1-42B3-89AA-B41C7AE05A04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447800" y="3733800"/>
            <a:ext cx="1905000" cy="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7B5085B4-8E12-4092-B37C-EB469CCEFA18}"/>
              </a:ext>
            </a:extLst>
          </p:cNvPr>
          <p:cNvSpPr/>
          <p:nvPr/>
        </p:nvSpPr>
        <p:spPr>
          <a:xfrm>
            <a:off x="76200" y="5845314"/>
            <a:ext cx="89916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  <a:cs typeface="+mn-cs"/>
              </a:rPr>
              <a:t>To ensure that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  <a:cs typeface="+mn-cs"/>
              </a:rPr>
              <a:t>minterms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  <a:cs typeface="+mn-cs"/>
              </a:rPr>
              <a:t> in the adjacent cells in the map can always be combined into a single product term, the adjacent cells must differ in the value of only one variable.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561" name="Picture 4" descr="F:\LogicBook\PowerPoint\chapter4\figure4.4.wmf">
            <a:extLst>
              <a:ext uri="{FF2B5EF4-FFF2-40B4-BE49-F238E27FC236}">
                <a16:creationId xmlns:a16="http://schemas.microsoft.com/office/drawing/2014/main" id="{3EBB99D9-F582-4871-91D7-0E172DF837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1371600"/>
            <a:ext cx="6297613" cy="4479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6562" name="Rectangle 2">
            <a:extLst>
              <a:ext uri="{FF2B5EF4-FFF2-40B4-BE49-F238E27FC236}">
                <a16:creationId xmlns:a16="http://schemas.microsoft.com/office/drawing/2014/main" id="{C77080EA-829B-41FB-9A6D-805B9A1EEE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76200"/>
            <a:ext cx="91440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t>Location of three-variable </a:t>
            </a:r>
            <a:r>
              <a:rPr kumimoji="0" lang="en-US" altLang="en-US" sz="34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t>minterms</a:t>
            </a:r>
            <a:endParaRPr kumimoji="0" lang="en-US" altLang="en-US" sz="3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53AC001C-4BBD-B74B-ACDB-7D26B686A4C1}"/>
              </a:ext>
            </a:extLst>
          </p:cNvPr>
          <p:cNvSpPr txBox="1">
            <a:spLocks/>
          </p:cNvSpPr>
          <p:nvPr/>
        </p:nvSpPr>
        <p:spPr bwMode="auto">
          <a:xfrm>
            <a:off x="5181600" y="4953000"/>
            <a:ext cx="3733800" cy="1828800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/>
            <a:ext uri="{909E8E84-426E-40dd-AFC4-6F175D3DCCD1}"/>
            <a:ext uri="{91240B29-F687-4f45-9708-019B960494DF}"/>
            <a:ext uri="{AF507438-7753-43e0-B8FC-AC1667EBCBE1}"/>
          </a:ex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chemeClr val="tx1"/>
                </a:solidFill>
                <a:latin typeface="+mn-lt"/>
                <a:ea typeface="MS PGothic" pitchFamily="34" charset="-128"/>
                <a:cs typeface="MS PGothic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charset="0"/>
              <a:buChar char="§"/>
              <a:defRPr sz="2000" b="1">
                <a:solidFill>
                  <a:schemeClr val="tx1"/>
                </a:solidFill>
                <a:latin typeface="+mn-lt"/>
                <a:ea typeface="MS PGothic" pitchFamily="34" charset="-128"/>
                <a:cs typeface="MS PGothic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b="1">
                <a:solidFill>
                  <a:schemeClr val="tx1"/>
                </a:solidFill>
                <a:latin typeface="+mn-lt"/>
                <a:ea typeface="MS PGothic" pitchFamily="34" charset="-128"/>
                <a:cs typeface="MS PGothic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b="1">
                <a:solidFill>
                  <a:schemeClr val="tx1"/>
                </a:solidFill>
                <a:latin typeface="+mn-lt"/>
                <a:ea typeface="MS PGothic" pitchFamily="34" charset="-128"/>
                <a:cs typeface="MS PGothic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+mn-lt"/>
                <a:ea typeface="MS PGothic" pitchFamily="34" charset="-128"/>
                <a:cs typeface="MS PGothic" charset="0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S PGothic" pitchFamily="34" charset="-128"/>
                <a:cs typeface="ＭＳ Ｐゴシック" charset="0"/>
              </a:rPr>
              <a:t>Notice the placement of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S PGothic" pitchFamily="34" charset="-128"/>
              </a:rPr>
              <a:t>Variables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S PGothic" pitchFamily="34" charset="-128"/>
              </a:rPr>
              <a:t>Binary pair values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20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S PGothic" pitchFamily="34" charset="-128"/>
              </a:rPr>
              <a:t>Minterms</a:t>
            </a:r>
            <a:endParaRPr kumimoji="0" lang="en-US" sz="2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MS PGothic" pitchFamily="34" charset="-128"/>
            </a:endParaRPr>
          </a:p>
        </p:txBody>
      </p:sp>
      <p:cxnSp>
        <p:nvCxnSpPr>
          <p:cNvPr id="66564" name="Straight Connector 6">
            <a:extLst>
              <a:ext uri="{FF2B5EF4-FFF2-40B4-BE49-F238E27FC236}">
                <a16:creationId xmlns:a16="http://schemas.microsoft.com/office/drawing/2014/main" id="{1CBC263C-4E63-4850-BE24-3186FF3D773D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473200" y="2743200"/>
            <a:ext cx="1905000" cy="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6565" name="Straight Connector 7">
            <a:extLst>
              <a:ext uri="{FF2B5EF4-FFF2-40B4-BE49-F238E27FC236}">
                <a16:creationId xmlns:a16="http://schemas.microsoft.com/office/drawing/2014/main" id="{4DFB7A88-461E-4E2B-8D81-48B0F77B4E43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447800" y="3581400"/>
            <a:ext cx="1905000" cy="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6566" name="Straight Connector 8">
            <a:extLst>
              <a:ext uri="{FF2B5EF4-FFF2-40B4-BE49-F238E27FC236}">
                <a16:creationId xmlns:a16="http://schemas.microsoft.com/office/drawing/2014/main" id="{FC4D87F5-78BA-42C6-8FE2-28E6D2E0823D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447800" y="4419600"/>
            <a:ext cx="1905000" cy="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66567" name="Group 8">
            <a:extLst>
              <a:ext uri="{FF2B5EF4-FFF2-40B4-BE49-F238E27FC236}">
                <a16:creationId xmlns:a16="http://schemas.microsoft.com/office/drawing/2014/main" id="{EEA8F5C2-6D5C-4A67-B6D1-2D87C5BB4AA9}"/>
              </a:ext>
            </a:extLst>
          </p:cNvPr>
          <p:cNvGrpSpPr>
            <a:grpSpLocks/>
          </p:cNvGrpSpPr>
          <p:nvPr/>
        </p:nvGrpSpPr>
        <p:grpSpPr bwMode="auto">
          <a:xfrm>
            <a:off x="5621338" y="2463800"/>
            <a:ext cx="609600" cy="1211263"/>
            <a:chOff x="5621867" y="2463800"/>
            <a:chExt cx="609600" cy="1210733"/>
          </a:xfrm>
        </p:grpSpPr>
        <p:cxnSp>
          <p:nvCxnSpPr>
            <p:cNvPr id="3" name="Straight Connector 2">
              <a:extLst>
                <a:ext uri="{FF2B5EF4-FFF2-40B4-BE49-F238E27FC236}">
                  <a16:creationId xmlns:a16="http://schemas.microsoft.com/office/drawing/2014/main" id="{16646238-429A-5647-BD46-C9C9CBBE85A8}"/>
                </a:ext>
              </a:extLst>
            </p:cNvPr>
            <p:cNvCxnSpPr>
              <a:cxnSpLocks/>
            </p:cNvCxnSpPr>
            <p:nvPr/>
          </p:nvCxnSpPr>
          <p:spPr>
            <a:xfrm>
              <a:off x="5621867" y="2463800"/>
              <a:ext cx="0" cy="1033011"/>
            </a:xfrm>
            <a:prstGeom prst="line">
              <a:avLst/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684579F4-1FD0-3C44-B5B8-90924E9EF260}"/>
                </a:ext>
              </a:extLst>
            </p:cNvPr>
            <p:cNvCxnSpPr>
              <a:cxnSpLocks/>
            </p:cNvCxnSpPr>
            <p:nvPr/>
          </p:nvCxnSpPr>
          <p:spPr>
            <a:xfrm>
              <a:off x="6231467" y="2658978"/>
              <a:ext cx="0" cy="1015555"/>
            </a:xfrm>
            <a:prstGeom prst="line">
              <a:avLst/>
            </a:prstGeom>
            <a:ln w="254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0E15492E-3A19-F34C-A784-45E2AFD8F3B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629804" y="2666911"/>
              <a:ext cx="601663" cy="829900"/>
            </a:xfrm>
            <a:prstGeom prst="line">
              <a:avLst/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585" name="Picture 4" descr="F:\LogicBook\PowerPoint\chapter4\figure4.4.wmf">
            <a:extLst>
              <a:ext uri="{FF2B5EF4-FFF2-40B4-BE49-F238E27FC236}">
                <a16:creationId xmlns:a16="http://schemas.microsoft.com/office/drawing/2014/main" id="{912AF819-4C2A-45E4-B409-EE5BC8E486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1371600"/>
            <a:ext cx="6297613" cy="4479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7586" name="Rectangle 2">
            <a:extLst>
              <a:ext uri="{FF2B5EF4-FFF2-40B4-BE49-F238E27FC236}">
                <a16:creationId xmlns:a16="http://schemas.microsoft.com/office/drawing/2014/main" id="{E3D7E4E0-AAB3-47EF-B7BB-10A741EC8A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304800"/>
            <a:ext cx="91440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t>Location of three-variable minterms</a:t>
            </a:r>
            <a:endParaRPr kumimoji="0" lang="en-US" altLang="en-US" sz="2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53AC001C-4BBD-B74B-ACDB-7D26B686A4C1}"/>
              </a:ext>
            </a:extLst>
          </p:cNvPr>
          <p:cNvSpPr txBox="1">
            <a:spLocks/>
          </p:cNvSpPr>
          <p:nvPr/>
        </p:nvSpPr>
        <p:spPr bwMode="auto">
          <a:xfrm>
            <a:off x="5181600" y="4953000"/>
            <a:ext cx="3733800" cy="1828800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/>
            <a:ext uri="{909E8E84-426E-40dd-AFC4-6F175D3DCCD1}"/>
            <a:ext uri="{91240B29-F687-4f45-9708-019B960494DF}"/>
            <a:ext uri="{AF507438-7753-43e0-B8FC-AC1667EBCBE1}"/>
          </a:ex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chemeClr val="tx1"/>
                </a:solidFill>
                <a:latin typeface="+mn-lt"/>
                <a:ea typeface="MS PGothic" pitchFamily="34" charset="-128"/>
                <a:cs typeface="MS PGothic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charset="0"/>
              <a:buChar char="§"/>
              <a:defRPr sz="2000" b="1">
                <a:solidFill>
                  <a:schemeClr val="tx1"/>
                </a:solidFill>
                <a:latin typeface="+mn-lt"/>
                <a:ea typeface="MS PGothic" pitchFamily="34" charset="-128"/>
                <a:cs typeface="MS PGothic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b="1">
                <a:solidFill>
                  <a:schemeClr val="tx1"/>
                </a:solidFill>
                <a:latin typeface="+mn-lt"/>
                <a:ea typeface="MS PGothic" pitchFamily="34" charset="-128"/>
                <a:cs typeface="MS PGothic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b="1">
                <a:solidFill>
                  <a:schemeClr val="tx1"/>
                </a:solidFill>
                <a:latin typeface="+mn-lt"/>
                <a:ea typeface="MS PGothic" pitchFamily="34" charset="-128"/>
                <a:cs typeface="MS PGothic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+mn-lt"/>
                <a:ea typeface="MS PGothic" pitchFamily="34" charset="-128"/>
                <a:cs typeface="MS PGothic" charset="0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S PGothic" pitchFamily="34" charset="-128"/>
                <a:cs typeface="ＭＳ Ｐゴシック" charset="0"/>
              </a:rPr>
              <a:t>Notice the placement of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S PGothic" pitchFamily="34" charset="-128"/>
              </a:rPr>
              <a:t>Variables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S PGothic" pitchFamily="34" charset="-128"/>
              </a:rPr>
              <a:t>Binary pair values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20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S PGothic" pitchFamily="34" charset="-128"/>
              </a:rPr>
              <a:t>Minterms</a:t>
            </a:r>
            <a:endParaRPr kumimoji="0" lang="en-US" sz="2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MS PGothic" pitchFamily="34" charset="-128"/>
            </a:endParaRPr>
          </a:p>
        </p:txBody>
      </p:sp>
      <p:cxnSp>
        <p:nvCxnSpPr>
          <p:cNvPr id="67588" name="Straight Connector 6">
            <a:extLst>
              <a:ext uri="{FF2B5EF4-FFF2-40B4-BE49-F238E27FC236}">
                <a16:creationId xmlns:a16="http://schemas.microsoft.com/office/drawing/2014/main" id="{F4E3F996-1360-405D-B70A-610F5647ED67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473200" y="2743200"/>
            <a:ext cx="1905000" cy="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7589" name="Straight Connector 7">
            <a:extLst>
              <a:ext uri="{FF2B5EF4-FFF2-40B4-BE49-F238E27FC236}">
                <a16:creationId xmlns:a16="http://schemas.microsoft.com/office/drawing/2014/main" id="{A9CD1896-D89E-4259-AFD8-1B7DEF82B234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447800" y="3581400"/>
            <a:ext cx="1905000" cy="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7590" name="Straight Connector 8">
            <a:extLst>
              <a:ext uri="{FF2B5EF4-FFF2-40B4-BE49-F238E27FC236}">
                <a16:creationId xmlns:a16="http://schemas.microsoft.com/office/drawing/2014/main" id="{859C12E6-A84C-4522-B6E0-668EA34B4E30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447800" y="4419600"/>
            <a:ext cx="1905000" cy="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67591" name="Group 8">
            <a:extLst>
              <a:ext uri="{FF2B5EF4-FFF2-40B4-BE49-F238E27FC236}">
                <a16:creationId xmlns:a16="http://schemas.microsoft.com/office/drawing/2014/main" id="{1002D3A0-6EE7-48B3-BCD0-61426CA53B93}"/>
              </a:ext>
            </a:extLst>
          </p:cNvPr>
          <p:cNvGrpSpPr>
            <a:grpSpLocks/>
          </p:cNvGrpSpPr>
          <p:nvPr/>
        </p:nvGrpSpPr>
        <p:grpSpPr bwMode="auto">
          <a:xfrm>
            <a:off x="5621338" y="2463800"/>
            <a:ext cx="609600" cy="1211263"/>
            <a:chOff x="5621867" y="2463800"/>
            <a:chExt cx="609600" cy="1210733"/>
          </a:xfrm>
        </p:grpSpPr>
        <p:cxnSp>
          <p:nvCxnSpPr>
            <p:cNvPr id="3" name="Straight Connector 2">
              <a:extLst>
                <a:ext uri="{FF2B5EF4-FFF2-40B4-BE49-F238E27FC236}">
                  <a16:creationId xmlns:a16="http://schemas.microsoft.com/office/drawing/2014/main" id="{16646238-429A-5647-BD46-C9C9CBBE85A8}"/>
                </a:ext>
              </a:extLst>
            </p:cNvPr>
            <p:cNvCxnSpPr>
              <a:cxnSpLocks/>
            </p:cNvCxnSpPr>
            <p:nvPr/>
          </p:nvCxnSpPr>
          <p:spPr>
            <a:xfrm>
              <a:off x="5621867" y="2463800"/>
              <a:ext cx="0" cy="1033011"/>
            </a:xfrm>
            <a:prstGeom prst="line">
              <a:avLst/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684579F4-1FD0-3C44-B5B8-90924E9EF260}"/>
                </a:ext>
              </a:extLst>
            </p:cNvPr>
            <p:cNvCxnSpPr>
              <a:cxnSpLocks/>
            </p:cNvCxnSpPr>
            <p:nvPr/>
          </p:nvCxnSpPr>
          <p:spPr>
            <a:xfrm>
              <a:off x="6231467" y="2658978"/>
              <a:ext cx="0" cy="1015555"/>
            </a:xfrm>
            <a:prstGeom prst="line">
              <a:avLst/>
            </a:prstGeom>
            <a:ln w="254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0E15492E-3A19-F34C-A784-45E2AFD8F3B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629804" y="2666911"/>
              <a:ext cx="601663" cy="829900"/>
            </a:xfrm>
            <a:prstGeom prst="line">
              <a:avLst/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7592" name="Group 21">
            <a:extLst>
              <a:ext uri="{FF2B5EF4-FFF2-40B4-BE49-F238E27FC236}">
                <a16:creationId xmlns:a16="http://schemas.microsoft.com/office/drawing/2014/main" id="{E67BB9E5-B6EC-4BC7-9F12-D42137911C08}"/>
              </a:ext>
            </a:extLst>
          </p:cNvPr>
          <p:cNvGrpSpPr>
            <a:grpSpLocks/>
          </p:cNvGrpSpPr>
          <p:nvPr/>
        </p:nvGrpSpPr>
        <p:grpSpPr bwMode="auto">
          <a:xfrm>
            <a:off x="6891338" y="2489200"/>
            <a:ext cx="609600" cy="1168400"/>
            <a:chOff x="6891866" y="2489200"/>
            <a:chExt cx="609601" cy="1168400"/>
          </a:xfrm>
        </p:grpSpPr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9D96C18E-9C69-FF41-9DA3-C409F0C550B4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7501467" y="2489200"/>
              <a:ext cx="0" cy="1033463"/>
            </a:xfrm>
            <a:prstGeom prst="line">
              <a:avLst/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4D27791A-5457-9440-AAA1-49D46359D511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6891866" y="2641600"/>
              <a:ext cx="0" cy="1016000"/>
            </a:xfrm>
            <a:prstGeom prst="line">
              <a:avLst/>
            </a:prstGeom>
            <a:ln w="25400">
              <a:solidFill>
                <a:srgbClr val="FF0000"/>
              </a:solidFill>
              <a:headEnd type="triangle" w="med" len="med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7BA4D352-7EBE-764B-8988-B7D7C40F5C24}"/>
                </a:ext>
              </a:extLst>
            </p:cNvPr>
            <p:cNvCxnSpPr>
              <a:cxnSpLocks/>
            </p:cNvCxnSpPr>
            <p:nvPr/>
          </p:nvCxnSpPr>
          <p:spPr>
            <a:xfrm>
              <a:off x="6891866" y="2641600"/>
              <a:ext cx="609601" cy="871538"/>
            </a:xfrm>
            <a:prstGeom prst="line">
              <a:avLst/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09" name="Title 1">
            <a:extLst>
              <a:ext uri="{FF2B5EF4-FFF2-40B4-BE49-F238E27FC236}">
                <a16:creationId xmlns:a16="http://schemas.microsoft.com/office/drawing/2014/main" id="{AD4C34D5-7234-4554-8741-780A541A08E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" y="76200"/>
            <a:ext cx="8686800" cy="609600"/>
          </a:xfrm>
        </p:spPr>
        <p:txBody>
          <a:bodyPr/>
          <a:lstStyle/>
          <a:p>
            <a:r>
              <a:rPr lang="en-US" altLang="en-US" sz="3400" dirty="0"/>
              <a:t>Gray Code</a:t>
            </a:r>
          </a:p>
        </p:txBody>
      </p:sp>
      <p:sp>
        <p:nvSpPr>
          <p:cNvPr id="68610" name="Content Placeholder 2">
            <a:extLst>
              <a:ext uri="{FF2B5EF4-FFF2-40B4-BE49-F238E27FC236}">
                <a16:creationId xmlns:a16="http://schemas.microsoft.com/office/drawing/2014/main" id="{CCAEDF84-664E-4CE6-BEF7-43897379A781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09600" y="1219200"/>
            <a:ext cx="7924800" cy="1066800"/>
          </a:xfrm>
        </p:spPr>
        <p:txBody>
          <a:bodyPr/>
          <a:lstStyle/>
          <a:p>
            <a:r>
              <a:rPr lang="en-US" altLang="en-US"/>
              <a:t>Sequence of binary codes</a:t>
            </a:r>
          </a:p>
          <a:p>
            <a:r>
              <a:rPr lang="en-US" altLang="en-US"/>
              <a:t>Two neighboring lines vary by only 1 bit</a:t>
            </a:r>
          </a:p>
        </p:txBody>
      </p:sp>
      <p:sp>
        <p:nvSpPr>
          <p:cNvPr id="68611" name="TextBox 3">
            <a:extLst>
              <a:ext uri="{FF2B5EF4-FFF2-40B4-BE49-F238E27FC236}">
                <a16:creationId xmlns:a16="http://schemas.microsoft.com/office/drawing/2014/main" id="{494E6A7F-A09B-4230-8DDD-199E6C5BC8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57500" y="3482975"/>
            <a:ext cx="1600200" cy="1570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MS PGothic" panose="020B0600070205080204" pitchFamily="34" charset="-128"/>
                <a:cs typeface="+mn-cs"/>
              </a:rPr>
              <a:t>00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MS PGothic" panose="020B0600070205080204" pitchFamily="34" charset="-128"/>
                <a:cs typeface="+mn-cs"/>
              </a:rPr>
              <a:t>01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MS PGothic" panose="020B0600070205080204" pitchFamily="34" charset="-128"/>
                <a:cs typeface="+mn-cs"/>
              </a:rPr>
              <a:t>11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MS PGothic" panose="020B0600070205080204" pitchFamily="34" charset="-128"/>
                <a:cs typeface="+mn-cs"/>
              </a:rPr>
              <a:t>10</a:t>
            </a:r>
          </a:p>
        </p:txBody>
      </p:sp>
      <p:sp>
        <p:nvSpPr>
          <p:cNvPr id="68612" name="TextBox 4">
            <a:extLst>
              <a:ext uri="{FF2B5EF4-FFF2-40B4-BE49-F238E27FC236}">
                <a16:creationId xmlns:a16="http://schemas.microsoft.com/office/drawing/2014/main" id="{DA1E3026-644D-4C77-B08D-5C078B4C08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10200" y="2744788"/>
            <a:ext cx="1600200" cy="3046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MS PGothic" panose="020B0600070205080204" pitchFamily="34" charset="-128"/>
                <a:cs typeface="+mn-cs"/>
              </a:rPr>
              <a:t>000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MS PGothic" panose="020B0600070205080204" pitchFamily="34" charset="-128"/>
                <a:cs typeface="+mn-cs"/>
              </a:rPr>
              <a:t>001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MS PGothic" panose="020B0600070205080204" pitchFamily="34" charset="-128"/>
                <a:cs typeface="+mn-cs"/>
              </a:rPr>
              <a:t>011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MS PGothic" panose="020B0600070205080204" pitchFamily="34" charset="-128"/>
                <a:cs typeface="+mn-cs"/>
              </a:rPr>
              <a:t>010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MS PGothic" panose="020B0600070205080204" pitchFamily="34" charset="-128"/>
                <a:cs typeface="+mn-cs"/>
              </a:rPr>
              <a:t>110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MS PGothic" panose="020B0600070205080204" pitchFamily="34" charset="-128"/>
                <a:cs typeface="+mn-cs"/>
              </a:rPr>
              <a:t>111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MS PGothic" panose="020B0600070205080204" pitchFamily="34" charset="-128"/>
                <a:cs typeface="+mn-cs"/>
              </a:rPr>
              <a:t>101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MS PGothic" panose="020B0600070205080204" pitchFamily="34" charset="-128"/>
                <a:cs typeface="+mn-cs"/>
              </a:rPr>
              <a:t>100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2A4604EE-2BDD-4ED9-A397-3C14D173F969}"/>
                  </a:ext>
                </a:extLst>
              </p14:cNvPr>
              <p14:cNvContentPartPr/>
              <p14:nvPr/>
            </p14:nvContentPartPr>
            <p14:xfrm>
              <a:off x="2625120" y="2967120"/>
              <a:ext cx="4001760" cy="25743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2A4604EE-2BDD-4ED9-A397-3C14D173F96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615760" y="2957760"/>
                <a:ext cx="4020480" cy="25930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3" name="Title 1">
            <a:extLst>
              <a:ext uri="{FF2B5EF4-FFF2-40B4-BE49-F238E27FC236}">
                <a16:creationId xmlns:a16="http://schemas.microsoft.com/office/drawing/2014/main" id="{868A02CA-661A-47CF-9D31-4F06AB5D1A5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Gray Code &amp; K-map </a:t>
            </a:r>
          </a:p>
        </p:txBody>
      </p:sp>
      <p:grpSp>
        <p:nvGrpSpPr>
          <p:cNvPr id="69634" name="Group 11">
            <a:extLst>
              <a:ext uri="{FF2B5EF4-FFF2-40B4-BE49-F238E27FC236}">
                <a16:creationId xmlns:a16="http://schemas.microsoft.com/office/drawing/2014/main" id="{61818D61-0D83-4ADD-96F4-6C2AD32BCFAB}"/>
              </a:ext>
            </a:extLst>
          </p:cNvPr>
          <p:cNvGrpSpPr>
            <a:grpSpLocks/>
          </p:cNvGrpSpPr>
          <p:nvPr/>
        </p:nvGrpSpPr>
        <p:grpSpPr bwMode="auto">
          <a:xfrm>
            <a:off x="4343400" y="2133600"/>
            <a:ext cx="4592638" cy="2895600"/>
            <a:chOff x="4343399" y="2133600"/>
            <a:chExt cx="4592783" cy="2895600"/>
          </a:xfrm>
        </p:grpSpPr>
        <p:pic>
          <p:nvPicPr>
            <p:cNvPr id="69639" name="Picture 2" descr="Screen shot 2014-02-03 at 1.55.42 PM.png">
              <a:extLst>
                <a:ext uri="{FF2B5EF4-FFF2-40B4-BE49-F238E27FC236}">
                  <a16:creationId xmlns:a16="http://schemas.microsoft.com/office/drawing/2014/main" id="{B0801F9E-2C93-47B7-8E47-6BACCA3495C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72000" y="2133600"/>
              <a:ext cx="4364182" cy="2895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9640" name="Rectangle 7">
              <a:extLst>
                <a:ext uri="{FF2B5EF4-FFF2-40B4-BE49-F238E27FC236}">
                  <a16:creationId xmlns:a16="http://schemas.microsoft.com/office/drawing/2014/main" id="{A6FD4660-86DD-43E0-A898-A9A5DB1D15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74784" y="2234834"/>
              <a:ext cx="1066800" cy="48377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69641" name="Rectangle 12">
              <a:extLst>
                <a:ext uri="{FF2B5EF4-FFF2-40B4-BE49-F238E27FC236}">
                  <a16:creationId xmlns:a16="http://schemas.microsoft.com/office/drawing/2014/main" id="{CD46EF94-AFEF-4853-8208-584752C310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43399" y="2753696"/>
              <a:ext cx="717285" cy="48377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69642" name="TextBox 41">
              <a:extLst>
                <a:ext uri="{FF2B5EF4-FFF2-40B4-BE49-F238E27FC236}">
                  <a16:creationId xmlns:a16="http://schemas.microsoft.com/office/drawing/2014/main" id="{0A4BF1E6-146F-4E94-AEAE-74727162F8F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39620" y="2157320"/>
              <a:ext cx="851830" cy="5847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32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s x</a:t>
              </a:r>
              <a:r>
                <a:rPr kumimoji="0" lang="en-US" altLang="en-US" sz="3200" b="0" i="1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1</a:t>
              </a:r>
            </a:p>
          </p:txBody>
        </p:sp>
        <p:sp>
          <p:nvSpPr>
            <p:cNvPr id="69643" name="TextBox 41">
              <a:extLst>
                <a:ext uri="{FF2B5EF4-FFF2-40B4-BE49-F238E27FC236}">
                  <a16:creationId xmlns:a16="http://schemas.microsoft.com/office/drawing/2014/main" id="{3005ECDE-43C5-4A54-B69E-AE13C883C84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37780" y="2619976"/>
              <a:ext cx="692131" cy="5847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32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 x</a:t>
              </a:r>
              <a:r>
                <a:rPr kumimoji="0" lang="en-US" altLang="en-US" sz="3200" b="0" i="1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2</a:t>
              </a:r>
            </a:p>
          </p:txBody>
        </p:sp>
      </p:grpSp>
      <p:grpSp>
        <p:nvGrpSpPr>
          <p:cNvPr id="69635" name="Group 3">
            <a:extLst>
              <a:ext uri="{FF2B5EF4-FFF2-40B4-BE49-F238E27FC236}">
                <a16:creationId xmlns:a16="http://schemas.microsoft.com/office/drawing/2014/main" id="{F69A46CA-0661-4353-A23A-EC854CF4D45C}"/>
              </a:ext>
            </a:extLst>
          </p:cNvPr>
          <p:cNvGrpSpPr>
            <a:grpSpLocks/>
          </p:cNvGrpSpPr>
          <p:nvPr/>
        </p:nvGrpSpPr>
        <p:grpSpPr bwMode="auto">
          <a:xfrm>
            <a:off x="962025" y="1143000"/>
            <a:ext cx="3762375" cy="5334000"/>
            <a:chOff x="230188" y="1143000"/>
            <a:chExt cx="3763052" cy="5334000"/>
          </a:xfrm>
        </p:grpSpPr>
        <p:pic>
          <p:nvPicPr>
            <p:cNvPr id="69636" name="Picture 3" descr="Screen shot 2013-09-11 at 1.53.58 PM.png">
              <a:extLst>
                <a:ext uri="{FF2B5EF4-FFF2-40B4-BE49-F238E27FC236}">
                  <a16:creationId xmlns:a16="http://schemas.microsoft.com/office/drawing/2014/main" id="{7F630587-9ADA-4CCC-9262-6B93FB64EED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85800" y="1219200"/>
              <a:ext cx="3086100" cy="5029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9637" name="Picture 5" descr="Screen shot 2014-02-03 at 1.56.59 PM.png">
              <a:extLst>
                <a:ext uri="{FF2B5EF4-FFF2-40B4-BE49-F238E27FC236}">
                  <a16:creationId xmlns:a16="http://schemas.microsoft.com/office/drawing/2014/main" id="{6369E5FD-312E-4FDE-849C-C92C7B0EA9F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0188" y="2012950"/>
              <a:ext cx="534987" cy="4114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9638" name="Rectangle 2">
              <a:extLst>
                <a:ext uri="{FF2B5EF4-FFF2-40B4-BE49-F238E27FC236}">
                  <a16:creationId xmlns:a16="http://schemas.microsoft.com/office/drawing/2014/main" id="{5ACE7729-CC70-4125-A63E-1FF633F4BE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2040" y="1143000"/>
              <a:ext cx="1981200" cy="5334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</p:grp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7" name="Title 1">
            <a:extLst>
              <a:ext uri="{FF2B5EF4-FFF2-40B4-BE49-F238E27FC236}">
                <a16:creationId xmlns:a16="http://schemas.microsoft.com/office/drawing/2014/main" id="{2BFBA8CF-4386-4367-947E-9CC9C3039C7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Gray Code &amp; K-map </a:t>
            </a:r>
          </a:p>
        </p:txBody>
      </p:sp>
      <p:grpSp>
        <p:nvGrpSpPr>
          <p:cNvPr id="70658" name="Group 11">
            <a:extLst>
              <a:ext uri="{FF2B5EF4-FFF2-40B4-BE49-F238E27FC236}">
                <a16:creationId xmlns:a16="http://schemas.microsoft.com/office/drawing/2014/main" id="{4DDDB5CA-2563-4786-83A2-2C7F502C0EDF}"/>
              </a:ext>
            </a:extLst>
          </p:cNvPr>
          <p:cNvGrpSpPr>
            <a:grpSpLocks/>
          </p:cNvGrpSpPr>
          <p:nvPr/>
        </p:nvGrpSpPr>
        <p:grpSpPr bwMode="auto">
          <a:xfrm>
            <a:off x="4343400" y="2133600"/>
            <a:ext cx="4592638" cy="2895600"/>
            <a:chOff x="4343399" y="2133600"/>
            <a:chExt cx="4592783" cy="2895600"/>
          </a:xfrm>
        </p:grpSpPr>
        <p:pic>
          <p:nvPicPr>
            <p:cNvPr id="70671" name="Picture 2" descr="Screen shot 2014-02-03 at 1.55.42 PM.png">
              <a:extLst>
                <a:ext uri="{FF2B5EF4-FFF2-40B4-BE49-F238E27FC236}">
                  <a16:creationId xmlns:a16="http://schemas.microsoft.com/office/drawing/2014/main" id="{4214408E-1238-47AA-A5F0-C79FA3CE963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72000" y="2133600"/>
              <a:ext cx="4364182" cy="2895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0672" name="Rectangle 7">
              <a:extLst>
                <a:ext uri="{FF2B5EF4-FFF2-40B4-BE49-F238E27FC236}">
                  <a16:creationId xmlns:a16="http://schemas.microsoft.com/office/drawing/2014/main" id="{26FD4EB5-A06B-47E6-B076-A759E35A1E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84410" y="2234833"/>
              <a:ext cx="1066800" cy="48377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70673" name="Rectangle 12">
              <a:extLst>
                <a:ext uri="{FF2B5EF4-FFF2-40B4-BE49-F238E27FC236}">
                  <a16:creationId xmlns:a16="http://schemas.microsoft.com/office/drawing/2014/main" id="{4A86E658-4AA2-446D-91D8-3D894530D7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43399" y="2753696"/>
              <a:ext cx="717285" cy="48377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70674" name="TextBox 41">
              <a:extLst>
                <a:ext uri="{FF2B5EF4-FFF2-40B4-BE49-F238E27FC236}">
                  <a16:creationId xmlns:a16="http://schemas.microsoft.com/office/drawing/2014/main" id="{CA50C9D7-C7EE-455B-AAE0-856D19B415B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39620" y="2157320"/>
              <a:ext cx="851830" cy="5847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32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s x</a:t>
              </a:r>
              <a:r>
                <a:rPr kumimoji="0" lang="en-US" altLang="en-US" sz="3200" b="0" i="1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1</a:t>
              </a:r>
            </a:p>
          </p:txBody>
        </p:sp>
        <p:sp>
          <p:nvSpPr>
            <p:cNvPr id="70675" name="TextBox 41">
              <a:extLst>
                <a:ext uri="{FF2B5EF4-FFF2-40B4-BE49-F238E27FC236}">
                  <a16:creationId xmlns:a16="http://schemas.microsoft.com/office/drawing/2014/main" id="{EEAF0F15-8AA6-4F49-ADDA-B1318A432F3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37780" y="2619976"/>
              <a:ext cx="692131" cy="5847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32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 x</a:t>
              </a:r>
              <a:r>
                <a:rPr kumimoji="0" lang="en-US" altLang="en-US" sz="3200" b="0" i="1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2</a:t>
              </a:r>
            </a:p>
          </p:txBody>
        </p:sp>
      </p:grpSp>
      <p:sp>
        <p:nvSpPr>
          <p:cNvPr id="70659" name="TextBox 13">
            <a:extLst>
              <a:ext uri="{FF2B5EF4-FFF2-40B4-BE49-F238E27FC236}">
                <a16:creationId xmlns:a16="http://schemas.microsoft.com/office/drawing/2014/main" id="{A8B78A35-E9A5-4E29-A674-E15E7294A2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89600" y="3394075"/>
            <a:ext cx="677863" cy="52228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 000</a:t>
            </a:r>
            <a:r>
              <a:rPr kumimoji="0" lang="en-US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 </a:t>
            </a:r>
          </a:p>
        </p:txBody>
      </p:sp>
      <p:sp>
        <p:nvSpPr>
          <p:cNvPr id="70660" name="TextBox 13">
            <a:extLst>
              <a:ext uri="{FF2B5EF4-FFF2-40B4-BE49-F238E27FC236}">
                <a16:creationId xmlns:a16="http://schemas.microsoft.com/office/drawing/2014/main" id="{E7C3F740-6035-459C-8A42-DB5C9A4A6D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84938" y="3398838"/>
            <a:ext cx="677862" cy="52228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 010</a:t>
            </a:r>
            <a:r>
              <a:rPr kumimoji="0" lang="en-US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 </a:t>
            </a:r>
          </a:p>
        </p:txBody>
      </p:sp>
      <p:sp>
        <p:nvSpPr>
          <p:cNvPr id="70661" name="TextBox 13">
            <a:extLst>
              <a:ext uri="{FF2B5EF4-FFF2-40B4-BE49-F238E27FC236}">
                <a16:creationId xmlns:a16="http://schemas.microsoft.com/office/drawing/2014/main" id="{B3A676DB-8B96-44FF-8A5E-9A69C813EE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85038" y="3405188"/>
            <a:ext cx="676275" cy="5238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 110</a:t>
            </a:r>
            <a:r>
              <a:rPr kumimoji="0" lang="en-US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 </a:t>
            </a:r>
          </a:p>
        </p:txBody>
      </p:sp>
      <p:sp>
        <p:nvSpPr>
          <p:cNvPr id="70662" name="TextBox 13">
            <a:extLst>
              <a:ext uri="{FF2B5EF4-FFF2-40B4-BE49-F238E27FC236}">
                <a16:creationId xmlns:a16="http://schemas.microsoft.com/office/drawing/2014/main" id="{46F4DD10-B6C5-411E-B674-782A41ED27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62913" y="3395663"/>
            <a:ext cx="677862" cy="52228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 100</a:t>
            </a:r>
            <a:r>
              <a:rPr kumimoji="0" lang="en-US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 </a:t>
            </a:r>
          </a:p>
        </p:txBody>
      </p:sp>
      <p:sp>
        <p:nvSpPr>
          <p:cNvPr id="70663" name="TextBox 13">
            <a:extLst>
              <a:ext uri="{FF2B5EF4-FFF2-40B4-BE49-F238E27FC236}">
                <a16:creationId xmlns:a16="http://schemas.microsoft.com/office/drawing/2014/main" id="{8263ABA4-F31B-4C8A-8C9A-9E8D98B68C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81663" y="4189413"/>
            <a:ext cx="676275" cy="5238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 001</a:t>
            </a:r>
            <a:r>
              <a:rPr kumimoji="0" lang="en-US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 </a:t>
            </a:r>
          </a:p>
        </p:txBody>
      </p:sp>
      <p:sp>
        <p:nvSpPr>
          <p:cNvPr id="70664" name="TextBox 13">
            <a:extLst>
              <a:ext uri="{FF2B5EF4-FFF2-40B4-BE49-F238E27FC236}">
                <a16:creationId xmlns:a16="http://schemas.microsoft.com/office/drawing/2014/main" id="{77E15AAA-F521-449D-853C-69DE05DB02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77000" y="4194175"/>
            <a:ext cx="677863" cy="5238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 011</a:t>
            </a:r>
            <a:r>
              <a:rPr kumimoji="0" lang="en-US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 </a:t>
            </a:r>
          </a:p>
        </p:txBody>
      </p:sp>
      <p:sp>
        <p:nvSpPr>
          <p:cNvPr id="70665" name="TextBox 13">
            <a:extLst>
              <a:ext uri="{FF2B5EF4-FFF2-40B4-BE49-F238E27FC236}">
                <a16:creationId xmlns:a16="http://schemas.microsoft.com/office/drawing/2014/main" id="{AF82D7F4-7784-4BFE-976E-7710E31BE0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75513" y="4200525"/>
            <a:ext cx="677862" cy="5238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 111</a:t>
            </a:r>
            <a:r>
              <a:rPr kumimoji="0" lang="en-US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 </a:t>
            </a:r>
          </a:p>
        </p:txBody>
      </p:sp>
      <p:sp>
        <p:nvSpPr>
          <p:cNvPr id="70666" name="TextBox 13">
            <a:extLst>
              <a:ext uri="{FF2B5EF4-FFF2-40B4-BE49-F238E27FC236}">
                <a16:creationId xmlns:a16="http://schemas.microsoft.com/office/drawing/2014/main" id="{945B5C19-4910-41CF-94F1-1289281FB1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54975" y="4191000"/>
            <a:ext cx="676275" cy="5238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 101</a:t>
            </a:r>
            <a:r>
              <a:rPr kumimoji="0" lang="en-US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 </a:t>
            </a:r>
          </a:p>
        </p:txBody>
      </p:sp>
      <p:grpSp>
        <p:nvGrpSpPr>
          <p:cNvPr id="70667" name="Group 3">
            <a:extLst>
              <a:ext uri="{FF2B5EF4-FFF2-40B4-BE49-F238E27FC236}">
                <a16:creationId xmlns:a16="http://schemas.microsoft.com/office/drawing/2014/main" id="{DEE1D811-D9E8-405F-A0FA-41C6AE169595}"/>
              </a:ext>
            </a:extLst>
          </p:cNvPr>
          <p:cNvGrpSpPr>
            <a:grpSpLocks/>
          </p:cNvGrpSpPr>
          <p:nvPr/>
        </p:nvGrpSpPr>
        <p:grpSpPr bwMode="auto">
          <a:xfrm>
            <a:off x="962025" y="1143000"/>
            <a:ext cx="3762375" cy="5334000"/>
            <a:chOff x="230188" y="1143000"/>
            <a:chExt cx="3763052" cy="5334000"/>
          </a:xfrm>
        </p:grpSpPr>
        <p:pic>
          <p:nvPicPr>
            <p:cNvPr id="70668" name="Picture 3" descr="Screen shot 2013-09-11 at 1.53.58 PM.png">
              <a:extLst>
                <a:ext uri="{FF2B5EF4-FFF2-40B4-BE49-F238E27FC236}">
                  <a16:creationId xmlns:a16="http://schemas.microsoft.com/office/drawing/2014/main" id="{83B37881-DA4A-4579-A38D-DC1139B1A36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85800" y="1219200"/>
              <a:ext cx="3086100" cy="5029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0669" name="Picture 5" descr="Screen shot 2014-02-03 at 1.56.59 PM.png">
              <a:extLst>
                <a:ext uri="{FF2B5EF4-FFF2-40B4-BE49-F238E27FC236}">
                  <a16:creationId xmlns:a16="http://schemas.microsoft.com/office/drawing/2014/main" id="{408152BE-EAC6-4195-B073-E3423EE55D5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0188" y="2012950"/>
              <a:ext cx="534987" cy="4114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0670" name="Rectangle 2">
              <a:extLst>
                <a:ext uri="{FF2B5EF4-FFF2-40B4-BE49-F238E27FC236}">
                  <a16:creationId xmlns:a16="http://schemas.microsoft.com/office/drawing/2014/main" id="{A4F6D356-45D1-4EDF-96F7-C90DBD39F9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2040" y="1143000"/>
              <a:ext cx="1981200" cy="5334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</p:grp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1" name="Title 1">
            <a:extLst>
              <a:ext uri="{FF2B5EF4-FFF2-40B4-BE49-F238E27FC236}">
                <a16:creationId xmlns:a16="http://schemas.microsoft.com/office/drawing/2014/main" id="{06024CE6-4244-4B5E-979B-13289779506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Gray Code &amp; K-map </a:t>
            </a:r>
          </a:p>
        </p:txBody>
      </p:sp>
      <p:grpSp>
        <p:nvGrpSpPr>
          <p:cNvPr id="71682" name="Group 11">
            <a:extLst>
              <a:ext uri="{FF2B5EF4-FFF2-40B4-BE49-F238E27FC236}">
                <a16:creationId xmlns:a16="http://schemas.microsoft.com/office/drawing/2014/main" id="{9C17158E-AEA6-408E-BA75-BA32BDC2CE34}"/>
              </a:ext>
            </a:extLst>
          </p:cNvPr>
          <p:cNvGrpSpPr>
            <a:grpSpLocks/>
          </p:cNvGrpSpPr>
          <p:nvPr/>
        </p:nvGrpSpPr>
        <p:grpSpPr bwMode="auto">
          <a:xfrm>
            <a:off x="4343400" y="2133600"/>
            <a:ext cx="4592638" cy="2895600"/>
            <a:chOff x="4343399" y="2133600"/>
            <a:chExt cx="4592783" cy="2895600"/>
          </a:xfrm>
        </p:grpSpPr>
        <p:pic>
          <p:nvPicPr>
            <p:cNvPr id="71699" name="Picture 2" descr="Screen shot 2014-02-03 at 1.55.42 PM.png">
              <a:extLst>
                <a:ext uri="{FF2B5EF4-FFF2-40B4-BE49-F238E27FC236}">
                  <a16:creationId xmlns:a16="http://schemas.microsoft.com/office/drawing/2014/main" id="{E00FA7C3-8CEF-4238-A803-88712C8C0CD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72000" y="2133600"/>
              <a:ext cx="4364182" cy="2895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1700" name="Rectangle 7">
              <a:extLst>
                <a:ext uri="{FF2B5EF4-FFF2-40B4-BE49-F238E27FC236}">
                  <a16:creationId xmlns:a16="http://schemas.microsoft.com/office/drawing/2014/main" id="{2A151F33-43B6-4338-A626-BC78ABD9C0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84410" y="2234833"/>
              <a:ext cx="1066800" cy="48377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71701" name="Rectangle 12">
              <a:extLst>
                <a:ext uri="{FF2B5EF4-FFF2-40B4-BE49-F238E27FC236}">
                  <a16:creationId xmlns:a16="http://schemas.microsoft.com/office/drawing/2014/main" id="{14A8B006-6BCD-45A3-9145-A58F2703BA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43399" y="2753696"/>
              <a:ext cx="717285" cy="48377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71702" name="TextBox 41">
              <a:extLst>
                <a:ext uri="{FF2B5EF4-FFF2-40B4-BE49-F238E27FC236}">
                  <a16:creationId xmlns:a16="http://schemas.microsoft.com/office/drawing/2014/main" id="{CF2F46DC-016E-4B05-BADB-360DD57A410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39620" y="2157320"/>
              <a:ext cx="851830" cy="5847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32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s x</a:t>
              </a:r>
              <a:r>
                <a:rPr kumimoji="0" lang="en-US" altLang="en-US" sz="3200" b="0" i="1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1</a:t>
              </a:r>
            </a:p>
          </p:txBody>
        </p:sp>
        <p:sp>
          <p:nvSpPr>
            <p:cNvPr id="71703" name="TextBox 41">
              <a:extLst>
                <a:ext uri="{FF2B5EF4-FFF2-40B4-BE49-F238E27FC236}">
                  <a16:creationId xmlns:a16="http://schemas.microsoft.com/office/drawing/2014/main" id="{194212AA-16C7-4BD0-8A7F-8ED1156A1A5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37780" y="2619976"/>
              <a:ext cx="692131" cy="5847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32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 x</a:t>
              </a:r>
              <a:r>
                <a:rPr kumimoji="0" lang="en-US" altLang="en-US" sz="3200" b="0" i="1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2</a:t>
              </a:r>
            </a:p>
          </p:txBody>
        </p:sp>
      </p:grpSp>
      <p:sp>
        <p:nvSpPr>
          <p:cNvPr id="71683" name="TextBox 13">
            <a:extLst>
              <a:ext uri="{FF2B5EF4-FFF2-40B4-BE49-F238E27FC236}">
                <a16:creationId xmlns:a16="http://schemas.microsoft.com/office/drawing/2014/main" id="{4782C72A-6B51-4CC2-9BE3-AC585BEF77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89600" y="3394075"/>
            <a:ext cx="677863" cy="52228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 000</a:t>
            </a:r>
            <a:r>
              <a:rPr kumimoji="0" lang="en-US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 </a:t>
            </a:r>
          </a:p>
        </p:txBody>
      </p:sp>
      <p:sp>
        <p:nvSpPr>
          <p:cNvPr id="71684" name="TextBox 13">
            <a:extLst>
              <a:ext uri="{FF2B5EF4-FFF2-40B4-BE49-F238E27FC236}">
                <a16:creationId xmlns:a16="http://schemas.microsoft.com/office/drawing/2014/main" id="{A779D29A-6CB4-407F-8248-E4E907F3A6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84938" y="3398838"/>
            <a:ext cx="677862" cy="52228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 010</a:t>
            </a:r>
            <a:r>
              <a:rPr kumimoji="0" lang="en-US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 </a:t>
            </a:r>
          </a:p>
        </p:txBody>
      </p:sp>
      <p:sp>
        <p:nvSpPr>
          <p:cNvPr id="71685" name="TextBox 13">
            <a:extLst>
              <a:ext uri="{FF2B5EF4-FFF2-40B4-BE49-F238E27FC236}">
                <a16:creationId xmlns:a16="http://schemas.microsoft.com/office/drawing/2014/main" id="{3C5FA3BC-0557-452F-B73B-89032F109B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85038" y="3405188"/>
            <a:ext cx="676275" cy="5238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 110</a:t>
            </a:r>
            <a:r>
              <a:rPr kumimoji="0" lang="en-US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 </a:t>
            </a:r>
          </a:p>
        </p:txBody>
      </p:sp>
      <p:sp>
        <p:nvSpPr>
          <p:cNvPr id="71686" name="TextBox 13">
            <a:extLst>
              <a:ext uri="{FF2B5EF4-FFF2-40B4-BE49-F238E27FC236}">
                <a16:creationId xmlns:a16="http://schemas.microsoft.com/office/drawing/2014/main" id="{1D184979-5C6D-49B0-BF53-8B1A6C085E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62913" y="3395663"/>
            <a:ext cx="677862" cy="52228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 100</a:t>
            </a:r>
            <a:r>
              <a:rPr kumimoji="0" lang="en-US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 </a:t>
            </a:r>
          </a:p>
        </p:txBody>
      </p:sp>
      <p:sp>
        <p:nvSpPr>
          <p:cNvPr id="71687" name="TextBox 13">
            <a:extLst>
              <a:ext uri="{FF2B5EF4-FFF2-40B4-BE49-F238E27FC236}">
                <a16:creationId xmlns:a16="http://schemas.microsoft.com/office/drawing/2014/main" id="{2B6A6D94-E788-42A9-82DA-C944184248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81663" y="4189413"/>
            <a:ext cx="676275" cy="5238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 001</a:t>
            </a:r>
            <a:r>
              <a:rPr kumimoji="0" lang="en-US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 </a:t>
            </a:r>
          </a:p>
        </p:txBody>
      </p:sp>
      <p:sp>
        <p:nvSpPr>
          <p:cNvPr id="71688" name="TextBox 13">
            <a:extLst>
              <a:ext uri="{FF2B5EF4-FFF2-40B4-BE49-F238E27FC236}">
                <a16:creationId xmlns:a16="http://schemas.microsoft.com/office/drawing/2014/main" id="{45247A61-1690-4F19-9F8D-B50C670611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77000" y="4194175"/>
            <a:ext cx="677863" cy="5238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 011</a:t>
            </a:r>
            <a:r>
              <a:rPr kumimoji="0" lang="en-US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 </a:t>
            </a:r>
          </a:p>
        </p:txBody>
      </p:sp>
      <p:sp>
        <p:nvSpPr>
          <p:cNvPr id="71689" name="TextBox 13">
            <a:extLst>
              <a:ext uri="{FF2B5EF4-FFF2-40B4-BE49-F238E27FC236}">
                <a16:creationId xmlns:a16="http://schemas.microsoft.com/office/drawing/2014/main" id="{792F59A1-0078-439B-8AC5-E9F8E9656E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75513" y="4200525"/>
            <a:ext cx="677862" cy="5238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 111</a:t>
            </a:r>
            <a:r>
              <a:rPr kumimoji="0" lang="en-US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 </a:t>
            </a:r>
          </a:p>
        </p:txBody>
      </p:sp>
      <p:sp>
        <p:nvSpPr>
          <p:cNvPr id="71690" name="TextBox 13">
            <a:extLst>
              <a:ext uri="{FF2B5EF4-FFF2-40B4-BE49-F238E27FC236}">
                <a16:creationId xmlns:a16="http://schemas.microsoft.com/office/drawing/2014/main" id="{CB882B93-A2E6-4523-A701-E2F30FF77B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54975" y="4191000"/>
            <a:ext cx="676275" cy="5238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 101</a:t>
            </a:r>
            <a:r>
              <a:rPr kumimoji="0" lang="en-US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 </a:t>
            </a:r>
          </a:p>
        </p:txBody>
      </p:sp>
      <p:grpSp>
        <p:nvGrpSpPr>
          <p:cNvPr id="71691" name="Group 3">
            <a:extLst>
              <a:ext uri="{FF2B5EF4-FFF2-40B4-BE49-F238E27FC236}">
                <a16:creationId xmlns:a16="http://schemas.microsoft.com/office/drawing/2014/main" id="{D1CB73FB-3E05-4A53-8EA8-F8E21E966240}"/>
              </a:ext>
            </a:extLst>
          </p:cNvPr>
          <p:cNvGrpSpPr>
            <a:grpSpLocks/>
          </p:cNvGrpSpPr>
          <p:nvPr/>
        </p:nvGrpSpPr>
        <p:grpSpPr bwMode="auto">
          <a:xfrm>
            <a:off x="962025" y="1143000"/>
            <a:ext cx="3762375" cy="5334000"/>
            <a:chOff x="230188" y="1143000"/>
            <a:chExt cx="3763052" cy="5334000"/>
          </a:xfrm>
        </p:grpSpPr>
        <p:pic>
          <p:nvPicPr>
            <p:cNvPr id="71696" name="Picture 3" descr="Screen shot 2013-09-11 at 1.53.58 PM.png">
              <a:extLst>
                <a:ext uri="{FF2B5EF4-FFF2-40B4-BE49-F238E27FC236}">
                  <a16:creationId xmlns:a16="http://schemas.microsoft.com/office/drawing/2014/main" id="{1289B1AF-1D05-449E-9BC9-D142E3D6D80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85800" y="1219200"/>
              <a:ext cx="3086100" cy="5029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1697" name="Picture 5" descr="Screen shot 2014-02-03 at 1.56.59 PM.png">
              <a:extLst>
                <a:ext uri="{FF2B5EF4-FFF2-40B4-BE49-F238E27FC236}">
                  <a16:creationId xmlns:a16="http://schemas.microsoft.com/office/drawing/2014/main" id="{EDAD58F2-F682-4657-A8DF-84CAE2F5CAA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0188" y="2012950"/>
              <a:ext cx="534987" cy="4114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1698" name="Rectangle 2">
              <a:extLst>
                <a:ext uri="{FF2B5EF4-FFF2-40B4-BE49-F238E27FC236}">
                  <a16:creationId xmlns:a16="http://schemas.microsoft.com/office/drawing/2014/main" id="{073CD562-96B7-4E63-B124-6A8F8EE144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2040" y="1143000"/>
              <a:ext cx="1981200" cy="5334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</p:grpSp>
      <p:sp>
        <p:nvSpPr>
          <p:cNvPr id="71692" name="Rectangle 1">
            <a:extLst>
              <a:ext uri="{FF2B5EF4-FFF2-40B4-BE49-F238E27FC236}">
                <a16:creationId xmlns:a16="http://schemas.microsoft.com/office/drawing/2014/main" id="{AC01B6BF-7677-4ADB-B2AF-348815B4B4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83263" y="2825750"/>
            <a:ext cx="482600" cy="357188"/>
          </a:xfrm>
          <a:prstGeom prst="rect">
            <a:avLst/>
          </a:prstGeom>
          <a:solidFill>
            <a:srgbClr val="0070C0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71693" name="Rectangle 21">
            <a:extLst>
              <a:ext uri="{FF2B5EF4-FFF2-40B4-BE49-F238E27FC236}">
                <a16:creationId xmlns:a16="http://schemas.microsoft.com/office/drawing/2014/main" id="{2C3E4B79-424B-44C1-B600-EB299E9F4B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9138" y="3522663"/>
            <a:ext cx="288925" cy="304800"/>
          </a:xfrm>
          <a:prstGeom prst="rect">
            <a:avLst/>
          </a:prstGeom>
          <a:solidFill>
            <a:srgbClr val="0070C0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71694" name="Rectangle 22">
            <a:extLst>
              <a:ext uri="{FF2B5EF4-FFF2-40B4-BE49-F238E27FC236}">
                <a16:creationId xmlns:a16="http://schemas.microsoft.com/office/drawing/2014/main" id="{66E1127F-0723-4BCF-983D-D183638072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1600" y="3522663"/>
            <a:ext cx="287338" cy="304800"/>
          </a:xfrm>
          <a:prstGeom prst="rect">
            <a:avLst/>
          </a:prstGeom>
          <a:solidFill>
            <a:srgbClr val="FF0000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71695" name="Rectangle 23">
            <a:extLst>
              <a:ext uri="{FF2B5EF4-FFF2-40B4-BE49-F238E27FC236}">
                <a16:creationId xmlns:a16="http://schemas.microsoft.com/office/drawing/2014/main" id="{6BA69704-990E-49F0-A85A-CD733273F6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88063" y="3522663"/>
            <a:ext cx="152400" cy="304800"/>
          </a:xfrm>
          <a:prstGeom prst="rect">
            <a:avLst/>
          </a:prstGeom>
          <a:solidFill>
            <a:srgbClr val="FF0000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5" name="Title 1">
            <a:extLst>
              <a:ext uri="{FF2B5EF4-FFF2-40B4-BE49-F238E27FC236}">
                <a16:creationId xmlns:a16="http://schemas.microsoft.com/office/drawing/2014/main" id="{07F4980E-7E9E-45B8-BFDC-1AA09E77F8A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Gray Code &amp; K-map </a:t>
            </a:r>
          </a:p>
        </p:txBody>
      </p:sp>
      <p:grpSp>
        <p:nvGrpSpPr>
          <p:cNvPr id="72706" name="Group 11">
            <a:extLst>
              <a:ext uri="{FF2B5EF4-FFF2-40B4-BE49-F238E27FC236}">
                <a16:creationId xmlns:a16="http://schemas.microsoft.com/office/drawing/2014/main" id="{14CEC3C5-B7A9-43DF-9B82-B5E8E33109AB}"/>
              </a:ext>
            </a:extLst>
          </p:cNvPr>
          <p:cNvGrpSpPr>
            <a:grpSpLocks/>
          </p:cNvGrpSpPr>
          <p:nvPr/>
        </p:nvGrpSpPr>
        <p:grpSpPr bwMode="auto">
          <a:xfrm>
            <a:off x="4343400" y="2133600"/>
            <a:ext cx="4592638" cy="2895600"/>
            <a:chOff x="4343399" y="2133600"/>
            <a:chExt cx="4592783" cy="2895600"/>
          </a:xfrm>
        </p:grpSpPr>
        <p:pic>
          <p:nvPicPr>
            <p:cNvPr id="72723" name="Picture 2" descr="Screen shot 2014-02-03 at 1.55.42 PM.png">
              <a:extLst>
                <a:ext uri="{FF2B5EF4-FFF2-40B4-BE49-F238E27FC236}">
                  <a16:creationId xmlns:a16="http://schemas.microsoft.com/office/drawing/2014/main" id="{D5BC3E69-A76D-47D6-8571-45DDEC82CEA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72000" y="2133600"/>
              <a:ext cx="4364182" cy="2895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2724" name="Rectangle 7">
              <a:extLst>
                <a:ext uri="{FF2B5EF4-FFF2-40B4-BE49-F238E27FC236}">
                  <a16:creationId xmlns:a16="http://schemas.microsoft.com/office/drawing/2014/main" id="{8241D20E-5F6F-46EE-B6C8-A1F6D99314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84410" y="2234833"/>
              <a:ext cx="1066800" cy="48377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72725" name="Rectangle 12">
              <a:extLst>
                <a:ext uri="{FF2B5EF4-FFF2-40B4-BE49-F238E27FC236}">
                  <a16:creationId xmlns:a16="http://schemas.microsoft.com/office/drawing/2014/main" id="{E8F5521D-4484-4896-B5D0-32622931DD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43399" y="2753696"/>
              <a:ext cx="717285" cy="48377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72726" name="TextBox 41">
              <a:extLst>
                <a:ext uri="{FF2B5EF4-FFF2-40B4-BE49-F238E27FC236}">
                  <a16:creationId xmlns:a16="http://schemas.microsoft.com/office/drawing/2014/main" id="{5041BEA0-7405-4423-9FA7-F59D4667AC0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39620" y="2157320"/>
              <a:ext cx="851830" cy="5847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32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s x</a:t>
              </a:r>
              <a:r>
                <a:rPr kumimoji="0" lang="en-US" altLang="en-US" sz="3200" b="0" i="1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1</a:t>
              </a:r>
            </a:p>
          </p:txBody>
        </p:sp>
        <p:sp>
          <p:nvSpPr>
            <p:cNvPr id="72727" name="TextBox 41">
              <a:extLst>
                <a:ext uri="{FF2B5EF4-FFF2-40B4-BE49-F238E27FC236}">
                  <a16:creationId xmlns:a16="http://schemas.microsoft.com/office/drawing/2014/main" id="{F07AED3F-1425-427D-B5FF-6A26C652848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37780" y="2619976"/>
              <a:ext cx="692131" cy="5847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32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 x</a:t>
              </a:r>
              <a:r>
                <a:rPr kumimoji="0" lang="en-US" altLang="en-US" sz="3200" b="0" i="1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2</a:t>
              </a:r>
            </a:p>
          </p:txBody>
        </p:sp>
      </p:grpSp>
      <p:sp>
        <p:nvSpPr>
          <p:cNvPr id="72707" name="TextBox 13">
            <a:extLst>
              <a:ext uri="{FF2B5EF4-FFF2-40B4-BE49-F238E27FC236}">
                <a16:creationId xmlns:a16="http://schemas.microsoft.com/office/drawing/2014/main" id="{05072D48-715D-46BC-BF38-6E006EEF57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89600" y="3394075"/>
            <a:ext cx="677863" cy="52228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 000</a:t>
            </a:r>
            <a:r>
              <a:rPr kumimoji="0" lang="en-US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 </a:t>
            </a:r>
          </a:p>
        </p:txBody>
      </p:sp>
      <p:sp>
        <p:nvSpPr>
          <p:cNvPr id="72708" name="TextBox 13">
            <a:extLst>
              <a:ext uri="{FF2B5EF4-FFF2-40B4-BE49-F238E27FC236}">
                <a16:creationId xmlns:a16="http://schemas.microsoft.com/office/drawing/2014/main" id="{ABA2CAE7-3146-4CEA-BEE3-AB172F15B9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84938" y="3398838"/>
            <a:ext cx="677862" cy="52228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 010</a:t>
            </a:r>
            <a:r>
              <a:rPr kumimoji="0" lang="en-US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 </a:t>
            </a:r>
          </a:p>
        </p:txBody>
      </p:sp>
      <p:sp>
        <p:nvSpPr>
          <p:cNvPr id="72709" name="TextBox 13">
            <a:extLst>
              <a:ext uri="{FF2B5EF4-FFF2-40B4-BE49-F238E27FC236}">
                <a16:creationId xmlns:a16="http://schemas.microsoft.com/office/drawing/2014/main" id="{FA91742A-B1E2-45F5-BE10-524CE29882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85038" y="3405188"/>
            <a:ext cx="676275" cy="5238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 110</a:t>
            </a:r>
            <a:r>
              <a:rPr kumimoji="0" lang="en-US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 </a:t>
            </a:r>
          </a:p>
        </p:txBody>
      </p:sp>
      <p:sp>
        <p:nvSpPr>
          <p:cNvPr id="72710" name="TextBox 13">
            <a:extLst>
              <a:ext uri="{FF2B5EF4-FFF2-40B4-BE49-F238E27FC236}">
                <a16:creationId xmlns:a16="http://schemas.microsoft.com/office/drawing/2014/main" id="{D355696F-BD82-46B3-84F0-0DB45E4750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62913" y="3395663"/>
            <a:ext cx="677862" cy="52228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 100</a:t>
            </a:r>
            <a:r>
              <a:rPr kumimoji="0" lang="en-US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 </a:t>
            </a:r>
          </a:p>
        </p:txBody>
      </p:sp>
      <p:sp>
        <p:nvSpPr>
          <p:cNvPr id="72711" name="TextBox 13">
            <a:extLst>
              <a:ext uri="{FF2B5EF4-FFF2-40B4-BE49-F238E27FC236}">
                <a16:creationId xmlns:a16="http://schemas.microsoft.com/office/drawing/2014/main" id="{82C6BA90-2489-4D67-A1B0-F85D699C86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81663" y="4189413"/>
            <a:ext cx="676275" cy="5238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 001</a:t>
            </a:r>
            <a:r>
              <a:rPr kumimoji="0" lang="en-US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 </a:t>
            </a:r>
          </a:p>
        </p:txBody>
      </p:sp>
      <p:sp>
        <p:nvSpPr>
          <p:cNvPr id="72712" name="TextBox 13">
            <a:extLst>
              <a:ext uri="{FF2B5EF4-FFF2-40B4-BE49-F238E27FC236}">
                <a16:creationId xmlns:a16="http://schemas.microsoft.com/office/drawing/2014/main" id="{815E3C1F-0F68-49BA-82A5-892CF6BF79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77000" y="4194175"/>
            <a:ext cx="677863" cy="5238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 011</a:t>
            </a:r>
            <a:r>
              <a:rPr kumimoji="0" lang="en-US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 </a:t>
            </a:r>
          </a:p>
        </p:txBody>
      </p:sp>
      <p:sp>
        <p:nvSpPr>
          <p:cNvPr id="72713" name="TextBox 13">
            <a:extLst>
              <a:ext uri="{FF2B5EF4-FFF2-40B4-BE49-F238E27FC236}">
                <a16:creationId xmlns:a16="http://schemas.microsoft.com/office/drawing/2014/main" id="{0A824697-C15F-496E-B64C-2C76C071B9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75513" y="4200525"/>
            <a:ext cx="677862" cy="5238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 111</a:t>
            </a:r>
            <a:r>
              <a:rPr kumimoji="0" lang="en-US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 </a:t>
            </a:r>
          </a:p>
        </p:txBody>
      </p:sp>
      <p:sp>
        <p:nvSpPr>
          <p:cNvPr id="72714" name="TextBox 13">
            <a:extLst>
              <a:ext uri="{FF2B5EF4-FFF2-40B4-BE49-F238E27FC236}">
                <a16:creationId xmlns:a16="http://schemas.microsoft.com/office/drawing/2014/main" id="{2EA9A2E7-97C0-4F70-BCB3-B867358A41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54975" y="4191000"/>
            <a:ext cx="676275" cy="5238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 101</a:t>
            </a:r>
            <a:r>
              <a:rPr kumimoji="0" lang="en-US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 </a:t>
            </a:r>
          </a:p>
        </p:txBody>
      </p:sp>
      <p:grpSp>
        <p:nvGrpSpPr>
          <p:cNvPr id="72715" name="Group 3">
            <a:extLst>
              <a:ext uri="{FF2B5EF4-FFF2-40B4-BE49-F238E27FC236}">
                <a16:creationId xmlns:a16="http://schemas.microsoft.com/office/drawing/2014/main" id="{408ABCE5-E23C-4467-807B-F28D3205D9A1}"/>
              </a:ext>
            </a:extLst>
          </p:cNvPr>
          <p:cNvGrpSpPr>
            <a:grpSpLocks/>
          </p:cNvGrpSpPr>
          <p:nvPr/>
        </p:nvGrpSpPr>
        <p:grpSpPr bwMode="auto">
          <a:xfrm>
            <a:off x="962025" y="1143000"/>
            <a:ext cx="3762375" cy="5334000"/>
            <a:chOff x="230188" y="1143000"/>
            <a:chExt cx="3763052" cy="5334000"/>
          </a:xfrm>
        </p:grpSpPr>
        <p:pic>
          <p:nvPicPr>
            <p:cNvPr id="72720" name="Picture 3" descr="Screen shot 2013-09-11 at 1.53.58 PM.png">
              <a:extLst>
                <a:ext uri="{FF2B5EF4-FFF2-40B4-BE49-F238E27FC236}">
                  <a16:creationId xmlns:a16="http://schemas.microsoft.com/office/drawing/2014/main" id="{B775BD71-776C-4EBF-B13F-6525AB27943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85800" y="1219200"/>
              <a:ext cx="3086100" cy="5029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2721" name="Picture 5" descr="Screen shot 2014-02-03 at 1.56.59 PM.png">
              <a:extLst>
                <a:ext uri="{FF2B5EF4-FFF2-40B4-BE49-F238E27FC236}">
                  <a16:creationId xmlns:a16="http://schemas.microsoft.com/office/drawing/2014/main" id="{C96481DF-413B-4E0D-A4E0-B7151C73670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0188" y="2012950"/>
              <a:ext cx="534987" cy="4114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2722" name="Rectangle 2">
              <a:extLst>
                <a:ext uri="{FF2B5EF4-FFF2-40B4-BE49-F238E27FC236}">
                  <a16:creationId xmlns:a16="http://schemas.microsoft.com/office/drawing/2014/main" id="{8B0BE9FD-48D1-4459-A56A-509FCBDD78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2040" y="1143000"/>
              <a:ext cx="1981200" cy="5334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</p:grpSp>
      <p:sp>
        <p:nvSpPr>
          <p:cNvPr id="72716" name="Rectangle 1">
            <a:extLst>
              <a:ext uri="{FF2B5EF4-FFF2-40B4-BE49-F238E27FC236}">
                <a16:creationId xmlns:a16="http://schemas.microsoft.com/office/drawing/2014/main" id="{6CD08D13-1D20-49F6-A9A5-D789C18880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83263" y="2825750"/>
            <a:ext cx="482600" cy="357188"/>
          </a:xfrm>
          <a:prstGeom prst="rect">
            <a:avLst/>
          </a:prstGeom>
          <a:solidFill>
            <a:srgbClr val="0070C0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72717" name="Rectangle 21">
            <a:extLst>
              <a:ext uri="{FF2B5EF4-FFF2-40B4-BE49-F238E27FC236}">
                <a16:creationId xmlns:a16="http://schemas.microsoft.com/office/drawing/2014/main" id="{5D5CED41-ABBF-49D3-BF90-543E5A516D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08663" y="4300538"/>
            <a:ext cx="287337" cy="304800"/>
          </a:xfrm>
          <a:prstGeom prst="rect">
            <a:avLst/>
          </a:prstGeom>
          <a:solidFill>
            <a:srgbClr val="0070C0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72718" name="Rectangle 22">
            <a:extLst>
              <a:ext uri="{FF2B5EF4-FFF2-40B4-BE49-F238E27FC236}">
                <a16:creationId xmlns:a16="http://schemas.microsoft.com/office/drawing/2014/main" id="{558608B8-E1B6-4A25-985E-55ACD513BA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1600" y="4300538"/>
            <a:ext cx="287338" cy="304800"/>
          </a:xfrm>
          <a:prstGeom prst="rect">
            <a:avLst/>
          </a:prstGeom>
          <a:solidFill>
            <a:srgbClr val="FF0000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72719" name="Rectangle 23">
            <a:extLst>
              <a:ext uri="{FF2B5EF4-FFF2-40B4-BE49-F238E27FC236}">
                <a16:creationId xmlns:a16="http://schemas.microsoft.com/office/drawing/2014/main" id="{2A49D862-86FE-4AC9-9F64-5D2354B6F1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4300538"/>
            <a:ext cx="152400" cy="304800"/>
          </a:xfrm>
          <a:prstGeom prst="rect">
            <a:avLst/>
          </a:prstGeom>
          <a:solidFill>
            <a:srgbClr val="FF0000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29" name="Title 1">
            <a:extLst>
              <a:ext uri="{FF2B5EF4-FFF2-40B4-BE49-F238E27FC236}">
                <a16:creationId xmlns:a16="http://schemas.microsoft.com/office/drawing/2014/main" id="{B8D593F7-D1B3-4F09-8F01-24065711F6A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Gray Code &amp; K-map </a:t>
            </a:r>
          </a:p>
        </p:txBody>
      </p:sp>
      <p:grpSp>
        <p:nvGrpSpPr>
          <p:cNvPr id="73730" name="Group 11">
            <a:extLst>
              <a:ext uri="{FF2B5EF4-FFF2-40B4-BE49-F238E27FC236}">
                <a16:creationId xmlns:a16="http://schemas.microsoft.com/office/drawing/2014/main" id="{53D94A38-EB46-416B-8558-4C1DFA045456}"/>
              </a:ext>
            </a:extLst>
          </p:cNvPr>
          <p:cNvGrpSpPr>
            <a:grpSpLocks/>
          </p:cNvGrpSpPr>
          <p:nvPr/>
        </p:nvGrpSpPr>
        <p:grpSpPr bwMode="auto">
          <a:xfrm>
            <a:off x="4343400" y="2133600"/>
            <a:ext cx="4592638" cy="2895600"/>
            <a:chOff x="4343399" y="2133600"/>
            <a:chExt cx="4592783" cy="2895600"/>
          </a:xfrm>
        </p:grpSpPr>
        <p:pic>
          <p:nvPicPr>
            <p:cNvPr id="73747" name="Picture 2" descr="Screen shot 2014-02-03 at 1.55.42 PM.png">
              <a:extLst>
                <a:ext uri="{FF2B5EF4-FFF2-40B4-BE49-F238E27FC236}">
                  <a16:creationId xmlns:a16="http://schemas.microsoft.com/office/drawing/2014/main" id="{98E74951-C823-4364-A384-5630574FDB2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72000" y="2133600"/>
              <a:ext cx="4364182" cy="2895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3748" name="Rectangle 7">
              <a:extLst>
                <a:ext uri="{FF2B5EF4-FFF2-40B4-BE49-F238E27FC236}">
                  <a16:creationId xmlns:a16="http://schemas.microsoft.com/office/drawing/2014/main" id="{D9501EF3-50BC-492B-ADFA-90E899813A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84410" y="2234833"/>
              <a:ext cx="1066800" cy="48377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73749" name="Rectangle 12">
              <a:extLst>
                <a:ext uri="{FF2B5EF4-FFF2-40B4-BE49-F238E27FC236}">
                  <a16:creationId xmlns:a16="http://schemas.microsoft.com/office/drawing/2014/main" id="{2A78CEAC-55AA-4CA3-A96C-D2E845563E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43399" y="2753696"/>
              <a:ext cx="717285" cy="48377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73750" name="TextBox 41">
              <a:extLst>
                <a:ext uri="{FF2B5EF4-FFF2-40B4-BE49-F238E27FC236}">
                  <a16:creationId xmlns:a16="http://schemas.microsoft.com/office/drawing/2014/main" id="{8D6B760C-6D1D-46F4-948C-3FC89206434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39620" y="2157320"/>
              <a:ext cx="851830" cy="5847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32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s x</a:t>
              </a:r>
              <a:r>
                <a:rPr kumimoji="0" lang="en-US" altLang="en-US" sz="3200" b="0" i="1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1</a:t>
              </a:r>
            </a:p>
          </p:txBody>
        </p:sp>
        <p:sp>
          <p:nvSpPr>
            <p:cNvPr id="73751" name="TextBox 41">
              <a:extLst>
                <a:ext uri="{FF2B5EF4-FFF2-40B4-BE49-F238E27FC236}">
                  <a16:creationId xmlns:a16="http://schemas.microsoft.com/office/drawing/2014/main" id="{703C5404-F235-452F-84DB-7154D94769A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37780" y="2619976"/>
              <a:ext cx="692131" cy="5847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32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 x</a:t>
              </a:r>
              <a:r>
                <a:rPr kumimoji="0" lang="en-US" altLang="en-US" sz="3200" b="0" i="1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2</a:t>
              </a:r>
            </a:p>
          </p:txBody>
        </p:sp>
      </p:grpSp>
      <p:sp>
        <p:nvSpPr>
          <p:cNvPr id="73731" name="TextBox 13">
            <a:extLst>
              <a:ext uri="{FF2B5EF4-FFF2-40B4-BE49-F238E27FC236}">
                <a16:creationId xmlns:a16="http://schemas.microsoft.com/office/drawing/2014/main" id="{2260F929-BC8E-4644-9302-EF2C75B698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89600" y="3394075"/>
            <a:ext cx="677863" cy="52228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 000</a:t>
            </a:r>
            <a:r>
              <a:rPr kumimoji="0" lang="en-US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 </a:t>
            </a:r>
          </a:p>
        </p:txBody>
      </p:sp>
      <p:sp>
        <p:nvSpPr>
          <p:cNvPr id="73732" name="TextBox 13">
            <a:extLst>
              <a:ext uri="{FF2B5EF4-FFF2-40B4-BE49-F238E27FC236}">
                <a16:creationId xmlns:a16="http://schemas.microsoft.com/office/drawing/2014/main" id="{950A1704-53FB-4475-8239-1D3889B29E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84938" y="3398838"/>
            <a:ext cx="677862" cy="52228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 010</a:t>
            </a:r>
            <a:r>
              <a:rPr kumimoji="0" lang="en-US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 </a:t>
            </a:r>
          </a:p>
        </p:txBody>
      </p:sp>
      <p:sp>
        <p:nvSpPr>
          <p:cNvPr id="73733" name="TextBox 13">
            <a:extLst>
              <a:ext uri="{FF2B5EF4-FFF2-40B4-BE49-F238E27FC236}">
                <a16:creationId xmlns:a16="http://schemas.microsoft.com/office/drawing/2014/main" id="{C7032130-9CDD-4F40-AB79-D389E3BF3B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85038" y="3405188"/>
            <a:ext cx="676275" cy="5238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 110</a:t>
            </a:r>
            <a:r>
              <a:rPr kumimoji="0" lang="en-US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 </a:t>
            </a:r>
          </a:p>
        </p:txBody>
      </p:sp>
      <p:sp>
        <p:nvSpPr>
          <p:cNvPr id="73734" name="TextBox 13">
            <a:extLst>
              <a:ext uri="{FF2B5EF4-FFF2-40B4-BE49-F238E27FC236}">
                <a16:creationId xmlns:a16="http://schemas.microsoft.com/office/drawing/2014/main" id="{C66AE99D-F572-4EAD-A84A-6535BA9AC1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62913" y="3395663"/>
            <a:ext cx="677862" cy="52228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 100</a:t>
            </a:r>
            <a:r>
              <a:rPr kumimoji="0" lang="en-US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 </a:t>
            </a:r>
          </a:p>
        </p:txBody>
      </p:sp>
      <p:sp>
        <p:nvSpPr>
          <p:cNvPr id="73735" name="TextBox 13">
            <a:extLst>
              <a:ext uri="{FF2B5EF4-FFF2-40B4-BE49-F238E27FC236}">
                <a16:creationId xmlns:a16="http://schemas.microsoft.com/office/drawing/2014/main" id="{2A5084D1-6E68-4B15-83ED-FAA72965E7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81663" y="4189413"/>
            <a:ext cx="676275" cy="5238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 001</a:t>
            </a:r>
            <a:r>
              <a:rPr kumimoji="0" lang="en-US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 </a:t>
            </a:r>
          </a:p>
        </p:txBody>
      </p:sp>
      <p:sp>
        <p:nvSpPr>
          <p:cNvPr id="73736" name="TextBox 13">
            <a:extLst>
              <a:ext uri="{FF2B5EF4-FFF2-40B4-BE49-F238E27FC236}">
                <a16:creationId xmlns:a16="http://schemas.microsoft.com/office/drawing/2014/main" id="{0CD92E34-B9E0-449F-A910-05835A0950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77000" y="4194175"/>
            <a:ext cx="677863" cy="5238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 011</a:t>
            </a:r>
            <a:r>
              <a:rPr kumimoji="0" lang="en-US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 </a:t>
            </a:r>
          </a:p>
        </p:txBody>
      </p:sp>
      <p:sp>
        <p:nvSpPr>
          <p:cNvPr id="73737" name="TextBox 13">
            <a:extLst>
              <a:ext uri="{FF2B5EF4-FFF2-40B4-BE49-F238E27FC236}">
                <a16:creationId xmlns:a16="http://schemas.microsoft.com/office/drawing/2014/main" id="{E88CCB15-E252-46E9-A004-27879DCAC7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75513" y="4200525"/>
            <a:ext cx="677862" cy="5238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 111</a:t>
            </a:r>
            <a:r>
              <a:rPr kumimoji="0" lang="en-US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 </a:t>
            </a:r>
          </a:p>
        </p:txBody>
      </p:sp>
      <p:sp>
        <p:nvSpPr>
          <p:cNvPr id="73738" name="TextBox 13">
            <a:extLst>
              <a:ext uri="{FF2B5EF4-FFF2-40B4-BE49-F238E27FC236}">
                <a16:creationId xmlns:a16="http://schemas.microsoft.com/office/drawing/2014/main" id="{0F2CB100-A240-4924-969C-D602D45B4A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54975" y="4191000"/>
            <a:ext cx="676275" cy="5238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 101</a:t>
            </a:r>
            <a:r>
              <a:rPr kumimoji="0" lang="en-US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 </a:t>
            </a:r>
          </a:p>
        </p:txBody>
      </p:sp>
      <p:grpSp>
        <p:nvGrpSpPr>
          <p:cNvPr id="73739" name="Group 3">
            <a:extLst>
              <a:ext uri="{FF2B5EF4-FFF2-40B4-BE49-F238E27FC236}">
                <a16:creationId xmlns:a16="http://schemas.microsoft.com/office/drawing/2014/main" id="{BE403243-CCCD-4139-874F-8AD0AEE4DBC2}"/>
              </a:ext>
            </a:extLst>
          </p:cNvPr>
          <p:cNvGrpSpPr>
            <a:grpSpLocks/>
          </p:cNvGrpSpPr>
          <p:nvPr/>
        </p:nvGrpSpPr>
        <p:grpSpPr bwMode="auto">
          <a:xfrm>
            <a:off x="962025" y="1143000"/>
            <a:ext cx="3762375" cy="5334000"/>
            <a:chOff x="230188" y="1143000"/>
            <a:chExt cx="3763052" cy="5334000"/>
          </a:xfrm>
        </p:grpSpPr>
        <p:pic>
          <p:nvPicPr>
            <p:cNvPr id="73744" name="Picture 3" descr="Screen shot 2013-09-11 at 1.53.58 PM.png">
              <a:extLst>
                <a:ext uri="{FF2B5EF4-FFF2-40B4-BE49-F238E27FC236}">
                  <a16:creationId xmlns:a16="http://schemas.microsoft.com/office/drawing/2014/main" id="{BCCBAA2A-CB6B-4172-B30F-A451D0032F3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85800" y="1219200"/>
              <a:ext cx="3086100" cy="5029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3745" name="Picture 5" descr="Screen shot 2014-02-03 at 1.56.59 PM.png">
              <a:extLst>
                <a:ext uri="{FF2B5EF4-FFF2-40B4-BE49-F238E27FC236}">
                  <a16:creationId xmlns:a16="http://schemas.microsoft.com/office/drawing/2014/main" id="{90DB6182-9B3F-4931-B444-05523C76323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0188" y="2012950"/>
              <a:ext cx="534987" cy="4114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3746" name="Rectangle 2">
              <a:extLst>
                <a:ext uri="{FF2B5EF4-FFF2-40B4-BE49-F238E27FC236}">
                  <a16:creationId xmlns:a16="http://schemas.microsoft.com/office/drawing/2014/main" id="{82B12038-BBC4-4E8E-B2DF-2A9A6E61C3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2040" y="1143000"/>
              <a:ext cx="1981200" cy="5334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</p:grpSp>
      <p:sp>
        <p:nvSpPr>
          <p:cNvPr id="73740" name="Rectangle 1">
            <a:extLst>
              <a:ext uri="{FF2B5EF4-FFF2-40B4-BE49-F238E27FC236}">
                <a16:creationId xmlns:a16="http://schemas.microsoft.com/office/drawing/2014/main" id="{D11CD359-C142-40E7-B701-58CED6D1EE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61138" y="2835275"/>
            <a:ext cx="482600" cy="357188"/>
          </a:xfrm>
          <a:prstGeom prst="rect">
            <a:avLst/>
          </a:prstGeom>
          <a:solidFill>
            <a:srgbClr val="0070C0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73741" name="Rectangle 21">
            <a:extLst>
              <a:ext uri="{FF2B5EF4-FFF2-40B4-BE49-F238E27FC236}">
                <a16:creationId xmlns:a16="http://schemas.microsoft.com/office/drawing/2014/main" id="{5281475C-5699-4FC6-9548-BB2D4D7963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96063" y="3522663"/>
            <a:ext cx="287337" cy="304800"/>
          </a:xfrm>
          <a:prstGeom prst="rect">
            <a:avLst/>
          </a:prstGeom>
          <a:solidFill>
            <a:srgbClr val="0070C0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73742" name="Rectangle 22">
            <a:extLst>
              <a:ext uri="{FF2B5EF4-FFF2-40B4-BE49-F238E27FC236}">
                <a16:creationId xmlns:a16="http://schemas.microsoft.com/office/drawing/2014/main" id="{FFDE5A00-F61D-47A6-A4A3-E72A8380EB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1600" y="3522663"/>
            <a:ext cx="287338" cy="304800"/>
          </a:xfrm>
          <a:prstGeom prst="rect">
            <a:avLst/>
          </a:prstGeom>
          <a:solidFill>
            <a:srgbClr val="FF0000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73743" name="Rectangle 23">
            <a:extLst>
              <a:ext uri="{FF2B5EF4-FFF2-40B4-BE49-F238E27FC236}">
                <a16:creationId xmlns:a16="http://schemas.microsoft.com/office/drawing/2014/main" id="{38E52403-A722-4245-8E32-4C431C5621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83400" y="3522663"/>
            <a:ext cx="152400" cy="304800"/>
          </a:xfrm>
          <a:prstGeom prst="rect">
            <a:avLst/>
          </a:prstGeom>
          <a:solidFill>
            <a:srgbClr val="FF0000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3" name="Title 1">
            <a:extLst>
              <a:ext uri="{FF2B5EF4-FFF2-40B4-BE49-F238E27FC236}">
                <a16:creationId xmlns:a16="http://schemas.microsoft.com/office/drawing/2014/main" id="{3D6ABBC5-FE22-4343-AA1B-089B379D28F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Gray Code &amp; K-map </a:t>
            </a:r>
          </a:p>
        </p:txBody>
      </p:sp>
      <p:grpSp>
        <p:nvGrpSpPr>
          <p:cNvPr id="74754" name="Group 11">
            <a:extLst>
              <a:ext uri="{FF2B5EF4-FFF2-40B4-BE49-F238E27FC236}">
                <a16:creationId xmlns:a16="http://schemas.microsoft.com/office/drawing/2014/main" id="{D89C96CA-776D-46B1-BB38-E422EBCB989E}"/>
              </a:ext>
            </a:extLst>
          </p:cNvPr>
          <p:cNvGrpSpPr>
            <a:grpSpLocks/>
          </p:cNvGrpSpPr>
          <p:nvPr/>
        </p:nvGrpSpPr>
        <p:grpSpPr bwMode="auto">
          <a:xfrm>
            <a:off x="4343400" y="2133600"/>
            <a:ext cx="4592638" cy="2895600"/>
            <a:chOff x="4343399" y="2133600"/>
            <a:chExt cx="4592783" cy="2895600"/>
          </a:xfrm>
        </p:grpSpPr>
        <p:pic>
          <p:nvPicPr>
            <p:cNvPr id="74771" name="Picture 2" descr="Screen shot 2014-02-03 at 1.55.42 PM.png">
              <a:extLst>
                <a:ext uri="{FF2B5EF4-FFF2-40B4-BE49-F238E27FC236}">
                  <a16:creationId xmlns:a16="http://schemas.microsoft.com/office/drawing/2014/main" id="{7B8E8500-3347-459B-AF14-AF18B1D0891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72000" y="2133600"/>
              <a:ext cx="4364182" cy="2895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4772" name="Rectangle 7">
              <a:extLst>
                <a:ext uri="{FF2B5EF4-FFF2-40B4-BE49-F238E27FC236}">
                  <a16:creationId xmlns:a16="http://schemas.microsoft.com/office/drawing/2014/main" id="{E407AD15-1159-4D1B-AD94-1413AFA6B5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84410" y="2234833"/>
              <a:ext cx="1066800" cy="48377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74773" name="Rectangle 12">
              <a:extLst>
                <a:ext uri="{FF2B5EF4-FFF2-40B4-BE49-F238E27FC236}">
                  <a16:creationId xmlns:a16="http://schemas.microsoft.com/office/drawing/2014/main" id="{BCFE6B7F-4918-4926-9123-1A60C5D1A9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43399" y="2753696"/>
              <a:ext cx="717285" cy="48377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74774" name="TextBox 41">
              <a:extLst>
                <a:ext uri="{FF2B5EF4-FFF2-40B4-BE49-F238E27FC236}">
                  <a16:creationId xmlns:a16="http://schemas.microsoft.com/office/drawing/2014/main" id="{AE4AA901-D6CF-4B13-B551-D4500983B25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39620" y="2157320"/>
              <a:ext cx="851830" cy="5847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32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s x</a:t>
              </a:r>
              <a:r>
                <a:rPr kumimoji="0" lang="en-US" altLang="en-US" sz="3200" b="0" i="1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1</a:t>
              </a:r>
            </a:p>
          </p:txBody>
        </p:sp>
        <p:sp>
          <p:nvSpPr>
            <p:cNvPr id="74775" name="TextBox 41">
              <a:extLst>
                <a:ext uri="{FF2B5EF4-FFF2-40B4-BE49-F238E27FC236}">
                  <a16:creationId xmlns:a16="http://schemas.microsoft.com/office/drawing/2014/main" id="{D900DD11-C1F2-406B-89EB-B67436B2473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37780" y="2619976"/>
              <a:ext cx="692131" cy="5847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32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 x</a:t>
              </a:r>
              <a:r>
                <a:rPr kumimoji="0" lang="en-US" altLang="en-US" sz="3200" b="0" i="1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2</a:t>
              </a:r>
            </a:p>
          </p:txBody>
        </p:sp>
      </p:grpSp>
      <p:sp>
        <p:nvSpPr>
          <p:cNvPr id="74755" name="TextBox 13">
            <a:extLst>
              <a:ext uri="{FF2B5EF4-FFF2-40B4-BE49-F238E27FC236}">
                <a16:creationId xmlns:a16="http://schemas.microsoft.com/office/drawing/2014/main" id="{8761CBF4-DE3B-443E-87BD-4C2C8B1CEE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89600" y="3394075"/>
            <a:ext cx="677863" cy="52228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 000</a:t>
            </a:r>
            <a:r>
              <a:rPr kumimoji="0" lang="en-US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 </a:t>
            </a:r>
          </a:p>
        </p:txBody>
      </p:sp>
      <p:sp>
        <p:nvSpPr>
          <p:cNvPr id="74756" name="TextBox 13">
            <a:extLst>
              <a:ext uri="{FF2B5EF4-FFF2-40B4-BE49-F238E27FC236}">
                <a16:creationId xmlns:a16="http://schemas.microsoft.com/office/drawing/2014/main" id="{903E306D-121D-423F-91D6-7E014EA05D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84938" y="3398838"/>
            <a:ext cx="677862" cy="52228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 010</a:t>
            </a:r>
            <a:r>
              <a:rPr kumimoji="0" lang="en-US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 </a:t>
            </a:r>
          </a:p>
        </p:txBody>
      </p:sp>
      <p:sp>
        <p:nvSpPr>
          <p:cNvPr id="74757" name="TextBox 13">
            <a:extLst>
              <a:ext uri="{FF2B5EF4-FFF2-40B4-BE49-F238E27FC236}">
                <a16:creationId xmlns:a16="http://schemas.microsoft.com/office/drawing/2014/main" id="{0635C69C-FE3F-4CCB-BAC5-4BBCBD7D73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85038" y="3405188"/>
            <a:ext cx="676275" cy="5238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 110</a:t>
            </a:r>
            <a:r>
              <a:rPr kumimoji="0" lang="en-US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 </a:t>
            </a:r>
          </a:p>
        </p:txBody>
      </p:sp>
      <p:sp>
        <p:nvSpPr>
          <p:cNvPr id="74758" name="TextBox 13">
            <a:extLst>
              <a:ext uri="{FF2B5EF4-FFF2-40B4-BE49-F238E27FC236}">
                <a16:creationId xmlns:a16="http://schemas.microsoft.com/office/drawing/2014/main" id="{C6BAF6AE-3EC4-4CEE-A28F-09BA26B7B0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62913" y="3395663"/>
            <a:ext cx="677862" cy="52228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 100</a:t>
            </a:r>
            <a:r>
              <a:rPr kumimoji="0" lang="en-US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 </a:t>
            </a:r>
          </a:p>
        </p:txBody>
      </p:sp>
      <p:sp>
        <p:nvSpPr>
          <p:cNvPr id="74759" name="TextBox 13">
            <a:extLst>
              <a:ext uri="{FF2B5EF4-FFF2-40B4-BE49-F238E27FC236}">
                <a16:creationId xmlns:a16="http://schemas.microsoft.com/office/drawing/2014/main" id="{B4E4A58C-4BBC-4EF8-BF8D-8983B0C318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81663" y="4189413"/>
            <a:ext cx="676275" cy="5238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 001</a:t>
            </a:r>
            <a:r>
              <a:rPr kumimoji="0" lang="en-US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 </a:t>
            </a:r>
          </a:p>
        </p:txBody>
      </p:sp>
      <p:sp>
        <p:nvSpPr>
          <p:cNvPr id="74760" name="TextBox 13">
            <a:extLst>
              <a:ext uri="{FF2B5EF4-FFF2-40B4-BE49-F238E27FC236}">
                <a16:creationId xmlns:a16="http://schemas.microsoft.com/office/drawing/2014/main" id="{77B2B128-6699-4E4F-BF9C-189AD5A05D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77000" y="4194175"/>
            <a:ext cx="677863" cy="5238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 011</a:t>
            </a:r>
            <a:r>
              <a:rPr kumimoji="0" lang="en-US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 </a:t>
            </a:r>
          </a:p>
        </p:txBody>
      </p:sp>
      <p:sp>
        <p:nvSpPr>
          <p:cNvPr id="74761" name="TextBox 13">
            <a:extLst>
              <a:ext uri="{FF2B5EF4-FFF2-40B4-BE49-F238E27FC236}">
                <a16:creationId xmlns:a16="http://schemas.microsoft.com/office/drawing/2014/main" id="{FCBEA086-987F-4901-9FB0-353974410D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75513" y="4200525"/>
            <a:ext cx="677862" cy="5238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 111</a:t>
            </a:r>
            <a:r>
              <a:rPr kumimoji="0" lang="en-US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 </a:t>
            </a:r>
          </a:p>
        </p:txBody>
      </p:sp>
      <p:sp>
        <p:nvSpPr>
          <p:cNvPr id="74762" name="TextBox 13">
            <a:extLst>
              <a:ext uri="{FF2B5EF4-FFF2-40B4-BE49-F238E27FC236}">
                <a16:creationId xmlns:a16="http://schemas.microsoft.com/office/drawing/2014/main" id="{72B6342C-6436-4E56-ABCB-6880967B6C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54975" y="4191000"/>
            <a:ext cx="676275" cy="5238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 101</a:t>
            </a:r>
            <a:r>
              <a:rPr kumimoji="0" lang="en-US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 </a:t>
            </a:r>
          </a:p>
        </p:txBody>
      </p:sp>
      <p:grpSp>
        <p:nvGrpSpPr>
          <p:cNvPr id="74763" name="Group 3">
            <a:extLst>
              <a:ext uri="{FF2B5EF4-FFF2-40B4-BE49-F238E27FC236}">
                <a16:creationId xmlns:a16="http://schemas.microsoft.com/office/drawing/2014/main" id="{5C36E948-9477-4E59-BA35-4512AFD84B2A}"/>
              </a:ext>
            </a:extLst>
          </p:cNvPr>
          <p:cNvGrpSpPr>
            <a:grpSpLocks/>
          </p:cNvGrpSpPr>
          <p:nvPr/>
        </p:nvGrpSpPr>
        <p:grpSpPr bwMode="auto">
          <a:xfrm>
            <a:off x="962025" y="1143000"/>
            <a:ext cx="3762375" cy="5334000"/>
            <a:chOff x="230188" y="1143000"/>
            <a:chExt cx="3763052" cy="5334000"/>
          </a:xfrm>
        </p:grpSpPr>
        <p:pic>
          <p:nvPicPr>
            <p:cNvPr id="74768" name="Picture 3" descr="Screen shot 2013-09-11 at 1.53.58 PM.png">
              <a:extLst>
                <a:ext uri="{FF2B5EF4-FFF2-40B4-BE49-F238E27FC236}">
                  <a16:creationId xmlns:a16="http://schemas.microsoft.com/office/drawing/2014/main" id="{A2A08BD4-90CC-4740-8D50-75D942D9669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85800" y="1219200"/>
              <a:ext cx="3086100" cy="5029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4769" name="Picture 5" descr="Screen shot 2014-02-03 at 1.56.59 PM.png">
              <a:extLst>
                <a:ext uri="{FF2B5EF4-FFF2-40B4-BE49-F238E27FC236}">
                  <a16:creationId xmlns:a16="http://schemas.microsoft.com/office/drawing/2014/main" id="{C1CF48BE-2E48-4288-9652-DE3C96B21D5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0188" y="2012950"/>
              <a:ext cx="534987" cy="4114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4770" name="Rectangle 2">
              <a:extLst>
                <a:ext uri="{FF2B5EF4-FFF2-40B4-BE49-F238E27FC236}">
                  <a16:creationId xmlns:a16="http://schemas.microsoft.com/office/drawing/2014/main" id="{8470C117-F442-46CA-B9F2-95E27BEFB1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2040" y="1143000"/>
              <a:ext cx="1981200" cy="5334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</p:grpSp>
      <p:sp>
        <p:nvSpPr>
          <p:cNvPr id="74764" name="Rectangle 21">
            <a:extLst>
              <a:ext uri="{FF2B5EF4-FFF2-40B4-BE49-F238E27FC236}">
                <a16:creationId xmlns:a16="http://schemas.microsoft.com/office/drawing/2014/main" id="{5BE16D1F-156A-4431-B197-FBEDEE37BE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96063" y="4300538"/>
            <a:ext cx="287337" cy="304800"/>
          </a:xfrm>
          <a:prstGeom prst="rect">
            <a:avLst/>
          </a:prstGeom>
          <a:solidFill>
            <a:srgbClr val="0070C0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74765" name="Rectangle 22">
            <a:extLst>
              <a:ext uri="{FF2B5EF4-FFF2-40B4-BE49-F238E27FC236}">
                <a16:creationId xmlns:a16="http://schemas.microsoft.com/office/drawing/2014/main" id="{CDA5B8D7-D81F-4E80-8C3C-B1A01E6199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1600" y="4300538"/>
            <a:ext cx="287338" cy="304800"/>
          </a:xfrm>
          <a:prstGeom prst="rect">
            <a:avLst/>
          </a:prstGeom>
          <a:solidFill>
            <a:srgbClr val="FF0000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74766" name="Rectangle 23">
            <a:extLst>
              <a:ext uri="{FF2B5EF4-FFF2-40B4-BE49-F238E27FC236}">
                <a16:creationId xmlns:a16="http://schemas.microsoft.com/office/drawing/2014/main" id="{D2CC8C96-9DCA-45AE-A458-E93AE2464F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83400" y="4300538"/>
            <a:ext cx="152400" cy="304800"/>
          </a:xfrm>
          <a:prstGeom prst="rect">
            <a:avLst/>
          </a:prstGeom>
          <a:solidFill>
            <a:srgbClr val="FF0000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74767" name="Rectangle 24">
            <a:extLst>
              <a:ext uri="{FF2B5EF4-FFF2-40B4-BE49-F238E27FC236}">
                <a16:creationId xmlns:a16="http://schemas.microsoft.com/office/drawing/2014/main" id="{5993E7D2-E6D6-478C-A6F7-95DE7DF08C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61138" y="2835275"/>
            <a:ext cx="482600" cy="357188"/>
          </a:xfrm>
          <a:prstGeom prst="rect">
            <a:avLst/>
          </a:prstGeom>
          <a:solidFill>
            <a:srgbClr val="0070C0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7" name="Title 1">
            <a:extLst>
              <a:ext uri="{FF2B5EF4-FFF2-40B4-BE49-F238E27FC236}">
                <a16:creationId xmlns:a16="http://schemas.microsoft.com/office/drawing/2014/main" id="{56C074E7-D9E9-47D1-A5A7-CE61471C656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Gray Code &amp; K-map </a:t>
            </a:r>
          </a:p>
        </p:txBody>
      </p:sp>
      <p:grpSp>
        <p:nvGrpSpPr>
          <p:cNvPr id="75778" name="Group 11">
            <a:extLst>
              <a:ext uri="{FF2B5EF4-FFF2-40B4-BE49-F238E27FC236}">
                <a16:creationId xmlns:a16="http://schemas.microsoft.com/office/drawing/2014/main" id="{85A9DEB3-C759-40F7-937E-FBD81D52373D}"/>
              </a:ext>
            </a:extLst>
          </p:cNvPr>
          <p:cNvGrpSpPr>
            <a:grpSpLocks/>
          </p:cNvGrpSpPr>
          <p:nvPr/>
        </p:nvGrpSpPr>
        <p:grpSpPr bwMode="auto">
          <a:xfrm>
            <a:off x="4343400" y="2133600"/>
            <a:ext cx="4592638" cy="2895600"/>
            <a:chOff x="4343399" y="2133600"/>
            <a:chExt cx="4592783" cy="2895600"/>
          </a:xfrm>
        </p:grpSpPr>
        <p:pic>
          <p:nvPicPr>
            <p:cNvPr id="75793" name="Picture 2" descr="Screen shot 2014-02-03 at 1.55.42 PM.png">
              <a:extLst>
                <a:ext uri="{FF2B5EF4-FFF2-40B4-BE49-F238E27FC236}">
                  <a16:creationId xmlns:a16="http://schemas.microsoft.com/office/drawing/2014/main" id="{42EAD6A5-6F9A-4656-B7D4-44C0D71E7ED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72000" y="2133600"/>
              <a:ext cx="4364182" cy="2895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5794" name="Rectangle 7">
              <a:extLst>
                <a:ext uri="{FF2B5EF4-FFF2-40B4-BE49-F238E27FC236}">
                  <a16:creationId xmlns:a16="http://schemas.microsoft.com/office/drawing/2014/main" id="{990521A3-E15E-44C3-B078-D38226EB27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84410" y="2234833"/>
              <a:ext cx="1066800" cy="48377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75795" name="Rectangle 12">
              <a:extLst>
                <a:ext uri="{FF2B5EF4-FFF2-40B4-BE49-F238E27FC236}">
                  <a16:creationId xmlns:a16="http://schemas.microsoft.com/office/drawing/2014/main" id="{7CD85451-866A-4FD5-8E0A-520B6EBDCE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43399" y="2753696"/>
              <a:ext cx="717285" cy="48377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75796" name="TextBox 41">
              <a:extLst>
                <a:ext uri="{FF2B5EF4-FFF2-40B4-BE49-F238E27FC236}">
                  <a16:creationId xmlns:a16="http://schemas.microsoft.com/office/drawing/2014/main" id="{10CEE8CF-C988-4E50-9F15-1CA736AE762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39620" y="2157320"/>
              <a:ext cx="851830" cy="5847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32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s x</a:t>
              </a:r>
              <a:r>
                <a:rPr kumimoji="0" lang="en-US" altLang="en-US" sz="3200" b="0" i="1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1</a:t>
              </a:r>
            </a:p>
          </p:txBody>
        </p:sp>
        <p:sp>
          <p:nvSpPr>
            <p:cNvPr id="75797" name="TextBox 41">
              <a:extLst>
                <a:ext uri="{FF2B5EF4-FFF2-40B4-BE49-F238E27FC236}">
                  <a16:creationId xmlns:a16="http://schemas.microsoft.com/office/drawing/2014/main" id="{09D69C8B-C556-4358-8EFB-740F5FA101D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37780" y="2619976"/>
              <a:ext cx="692131" cy="5847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32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 x</a:t>
              </a:r>
              <a:r>
                <a:rPr kumimoji="0" lang="en-US" altLang="en-US" sz="3200" b="0" i="1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2</a:t>
              </a:r>
            </a:p>
          </p:txBody>
        </p:sp>
      </p:grpSp>
      <p:sp>
        <p:nvSpPr>
          <p:cNvPr id="75779" name="TextBox 13">
            <a:extLst>
              <a:ext uri="{FF2B5EF4-FFF2-40B4-BE49-F238E27FC236}">
                <a16:creationId xmlns:a16="http://schemas.microsoft.com/office/drawing/2014/main" id="{19F88428-410C-44A7-9474-650D64BFBB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89600" y="3394075"/>
            <a:ext cx="677863" cy="52228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 000</a:t>
            </a:r>
            <a:r>
              <a:rPr kumimoji="0" lang="en-US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 </a:t>
            </a:r>
          </a:p>
        </p:txBody>
      </p:sp>
      <p:sp>
        <p:nvSpPr>
          <p:cNvPr id="75780" name="TextBox 13">
            <a:extLst>
              <a:ext uri="{FF2B5EF4-FFF2-40B4-BE49-F238E27FC236}">
                <a16:creationId xmlns:a16="http://schemas.microsoft.com/office/drawing/2014/main" id="{854599B7-F048-4045-B3A0-FE88488D71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84938" y="3398838"/>
            <a:ext cx="677862" cy="52228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 010</a:t>
            </a:r>
            <a:r>
              <a:rPr kumimoji="0" lang="en-US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 </a:t>
            </a:r>
          </a:p>
        </p:txBody>
      </p:sp>
      <p:sp>
        <p:nvSpPr>
          <p:cNvPr id="75781" name="TextBox 13">
            <a:extLst>
              <a:ext uri="{FF2B5EF4-FFF2-40B4-BE49-F238E27FC236}">
                <a16:creationId xmlns:a16="http://schemas.microsoft.com/office/drawing/2014/main" id="{551F151D-A6DB-4131-90F4-5EA9A2F15A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85038" y="3405188"/>
            <a:ext cx="676275" cy="5238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 110</a:t>
            </a:r>
            <a:r>
              <a:rPr kumimoji="0" lang="en-US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 </a:t>
            </a:r>
          </a:p>
        </p:txBody>
      </p:sp>
      <p:sp>
        <p:nvSpPr>
          <p:cNvPr id="75782" name="TextBox 13">
            <a:extLst>
              <a:ext uri="{FF2B5EF4-FFF2-40B4-BE49-F238E27FC236}">
                <a16:creationId xmlns:a16="http://schemas.microsoft.com/office/drawing/2014/main" id="{EC772BB7-E439-4479-A076-46383AADED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62913" y="3395663"/>
            <a:ext cx="677862" cy="52228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 100</a:t>
            </a:r>
            <a:r>
              <a:rPr kumimoji="0" lang="en-US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 </a:t>
            </a:r>
          </a:p>
        </p:txBody>
      </p:sp>
      <p:sp>
        <p:nvSpPr>
          <p:cNvPr id="75783" name="TextBox 13">
            <a:extLst>
              <a:ext uri="{FF2B5EF4-FFF2-40B4-BE49-F238E27FC236}">
                <a16:creationId xmlns:a16="http://schemas.microsoft.com/office/drawing/2014/main" id="{DE59FEEE-F747-48CC-9B42-F8AA987FA1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81663" y="4189413"/>
            <a:ext cx="676275" cy="5238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 001</a:t>
            </a:r>
            <a:r>
              <a:rPr kumimoji="0" lang="en-US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 </a:t>
            </a:r>
          </a:p>
        </p:txBody>
      </p:sp>
      <p:sp>
        <p:nvSpPr>
          <p:cNvPr id="75784" name="TextBox 13">
            <a:extLst>
              <a:ext uri="{FF2B5EF4-FFF2-40B4-BE49-F238E27FC236}">
                <a16:creationId xmlns:a16="http://schemas.microsoft.com/office/drawing/2014/main" id="{81DCDCC7-F537-47D0-97A3-BC11BC7815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77000" y="4194175"/>
            <a:ext cx="677863" cy="5238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 011</a:t>
            </a:r>
            <a:r>
              <a:rPr kumimoji="0" lang="en-US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 </a:t>
            </a:r>
          </a:p>
        </p:txBody>
      </p:sp>
      <p:sp>
        <p:nvSpPr>
          <p:cNvPr id="75785" name="TextBox 13">
            <a:extLst>
              <a:ext uri="{FF2B5EF4-FFF2-40B4-BE49-F238E27FC236}">
                <a16:creationId xmlns:a16="http://schemas.microsoft.com/office/drawing/2014/main" id="{7D07BE30-2ACD-41B8-AB36-3ED1DA3070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75513" y="4200525"/>
            <a:ext cx="677862" cy="5238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 111</a:t>
            </a:r>
            <a:r>
              <a:rPr kumimoji="0" lang="en-US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 </a:t>
            </a:r>
          </a:p>
        </p:txBody>
      </p:sp>
      <p:sp>
        <p:nvSpPr>
          <p:cNvPr id="75786" name="TextBox 13">
            <a:extLst>
              <a:ext uri="{FF2B5EF4-FFF2-40B4-BE49-F238E27FC236}">
                <a16:creationId xmlns:a16="http://schemas.microsoft.com/office/drawing/2014/main" id="{0C9DD4C7-E188-4337-BBE6-77484FF596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54975" y="4191000"/>
            <a:ext cx="676275" cy="5238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 101</a:t>
            </a:r>
            <a:r>
              <a:rPr kumimoji="0" lang="en-US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 </a:t>
            </a:r>
          </a:p>
        </p:txBody>
      </p:sp>
      <p:grpSp>
        <p:nvGrpSpPr>
          <p:cNvPr id="75787" name="Group 3">
            <a:extLst>
              <a:ext uri="{FF2B5EF4-FFF2-40B4-BE49-F238E27FC236}">
                <a16:creationId xmlns:a16="http://schemas.microsoft.com/office/drawing/2014/main" id="{97A369C1-8806-419F-908A-D96488FE3178}"/>
              </a:ext>
            </a:extLst>
          </p:cNvPr>
          <p:cNvGrpSpPr>
            <a:grpSpLocks/>
          </p:cNvGrpSpPr>
          <p:nvPr/>
        </p:nvGrpSpPr>
        <p:grpSpPr bwMode="auto">
          <a:xfrm>
            <a:off x="962025" y="1143000"/>
            <a:ext cx="3762375" cy="5334000"/>
            <a:chOff x="230188" y="1143000"/>
            <a:chExt cx="3763052" cy="5334000"/>
          </a:xfrm>
        </p:grpSpPr>
        <p:pic>
          <p:nvPicPr>
            <p:cNvPr id="75790" name="Picture 3" descr="Screen shot 2013-09-11 at 1.53.58 PM.png">
              <a:extLst>
                <a:ext uri="{FF2B5EF4-FFF2-40B4-BE49-F238E27FC236}">
                  <a16:creationId xmlns:a16="http://schemas.microsoft.com/office/drawing/2014/main" id="{BA017C62-2FC7-4855-B04B-F86660A00E4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85800" y="1219200"/>
              <a:ext cx="3086100" cy="5029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5791" name="Picture 5" descr="Screen shot 2014-02-03 at 1.56.59 PM.png">
              <a:extLst>
                <a:ext uri="{FF2B5EF4-FFF2-40B4-BE49-F238E27FC236}">
                  <a16:creationId xmlns:a16="http://schemas.microsoft.com/office/drawing/2014/main" id="{2F1CA58A-7592-4133-AB33-CD4206B765F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0188" y="2012950"/>
              <a:ext cx="534987" cy="4114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5792" name="Rectangle 2">
              <a:extLst>
                <a:ext uri="{FF2B5EF4-FFF2-40B4-BE49-F238E27FC236}">
                  <a16:creationId xmlns:a16="http://schemas.microsoft.com/office/drawing/2014/main" id="{4A8E9C7C-A896-4D94-A104-B618F9D2FA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2040" y="1143000"/>
              <a:ext cx="1981200" cy="5334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</p:grpSp>
      <p:sp>
        <p:nvSpPr>
          <p:cNvPr id="75788" name="Freeform 50">
            <a:extLst>
              <a:ext uri="{FF2B5EF4-FFF2-40B4-BE49-F238E27FC236}">
                <a16:creationId xmlns:a16="http://schemas.microsoft.com/office/drawing/2014/main" id="{80BB824B-9B21-4EB0-B605-5B4467418273}"/>
              </a:ext>
            </a:extLst>
          </p:cNvPr>
          <p:cNvSpPr>
            <a:spLocks/>
          </p:cNvSpPr>
          <p:nvPr/>
        </p:nvSpPr>
        <p:spPr bwMode="auto">
          <a:xfrm rot="-5400000">
            <a:off x="5372100" y="3771900"/>
            <a:ext cx="1295400" cy="609600"/>
          </a:xfrm>
          <a:custGeom>
            <a:avLst/>
            <a:gdLst>
              <a:gd name="T0" fmla="*/ 0 w 1249"/>
              <a:gd name="T1" fmla="*/ 2147483646 h 545"/>
              <a:gd name="T2" fmla="*/ 2147483646 w 1249"/>
              <a:gd name="T3" fmla="*/ 2147483646 h 545"/>
              <a:gd name="T4" fmla="*/ 2147483646 w 1249"/>
              <a:gd name="T5" fmla="*/ 2147483646 h 545"/>
              <a:gd name="T6" fmla="*/ 2147483646 w 1249"/>
              <a:gd name="T7" fmla="*/ 2147483646 h 545"/>
              <a:gd name="T8" fmla="*/ 2147483646 w 1249"/>
              <a:gd name="T9" fmla="*/ 2147483646 h 545"/>
              <a:gd name="T10" fmla="*/ 2147483646 w 1249"/>
              <a:gd name="T11" fmla="*/ 2147483646 h 545"/>
              <a:gd name="T12" fmla="*/ 2147483646 w 1249"/>
              <a:gd name="T13" fmla="*/ 2147483646 h 545"/>
              <a:gd name="T14" fmla="*/ 2147483646 w 1249"/>
              <a:gd name="T15" fmla="*/ 2147483646 h 545"/>
              <a:gd name="T16" fmla="*/ 2147483646 w 1249"/>
              <a:gd name="T17" fmla="*/ 2147483646 h 545"/>
              <a:gd name="T18" fmla="*/ 2147483646 w 1249"/>
              <a:gd name="T19" fmla="*/ 2147483646 h 545"/>
              <a:gd name="T20" fmla="*/ 2147483646 w 1249"/>
              <a:gd name="T21" fmla="*/ 0 h 545"/>
              <a:gd name="T22" fmla="*/ 2147483646 w 1249"/>
              <a:gd name="T23" fmla="*/ 0 h 545"/>
              <a:gd name="T24" fmla="*/ 2147483646 w 1249"/>
              <a:gd name="T25" fmla="*/ 2147483646 h 545"/>
              <a:gd name="T26" fmla="*/ 2147483646 w 1249"/>
              <a:gd name="T27" fmla="*/ 2147483646 h 545"/>
              <a:gd name="T28" fmla="*/ 2147483646 w 1249"/>
              <a:gd name="T29" fmla="*/ 2147483646 h 545"/>
              <a:gd name="T30" fmla="*/ 2147483646 w 1249"/>
              <a:gd name="T31" fmla="*/ 2147483646 h 545"/>
              <a:gd name="T32" fmla="*/ 2147483646 w 1249"/>
              <a:gd name="T33" fmla="*/ 2147483646 h 545"/>
              <a:gd name="T34" fmla="*/ 2147483646 w 1249"/>
              <a:gd name="T35" fmla="*/ 2147483646 h 545"/>
              <a:gd name="T36" fmla="*/ 2147483646 w 1249"/>
              <a:gd name="T37" fmla="*/ 2147483646 h 545"/>
              <a:gd name="T38" fmla="*/ 2147483646 w 1249"/>
              <a:gd name="T39" fmla="*/ 2147483646 h 545"/>
              <a:gd name="T40" fmla="*/ 2147483646 w 1249"/>
              <a:gd name="T41" fmla="*/ 2147483646 h 545"/>
              <a:gd name="T42" fmla="*/ 2147483646 w 1249"/>
              <a:gd name="T43" fmla="*/ 2147483646 h 545"/>
              <a:gd name="T44" fmla="*/ 2147483646 w 1249"/>
              <a:gd name="T45" fmla="*/ 2147483646 h 545"/>
              <a:gd name="T46" fmla="*/ 2147483646 w 1249"/>
              <a:gd name="T47" fmla="*/ 2147483646 h 545"/>
              <a:gd name="T48" fmla="*/ 2147483646 w 1249"/>
              <a:gd name="T49" fmla="*/ 2147483646 h 545"/>
              <a:gd name="T50" fmla="*/ 2147483646 w 1249"/>
              <a:gd name="T51" fmla="*/ 2147483646 h 545"/>
              <a:gd name="T52" fmla="*/ 2147483646 w 1249"/>
              <a:gd name="T53" fmla="*/ 2147483646 h 545"/>
              <a:gd name="T54" fmla="*/ 2147483646 w 1249"/>
              <a:gd name="T55" fmla="*/ 2147483646 h 545"/>
              <a:gd name="T56" fmla="*/ 2147483646 w 1249"/>
              <a:gd name="T57" fmla="*/ 2147483646 h 545"/>
              <a:gd name="T58" fmla="*/ 2147483646 w 1249"/>
              <a:gd name="T59" fmla="*/ 2147483646 h 545"/>
              <a:gd name="T60" fmla="*/ 2147483646 w 1249"/>
              <a:gd name="T61" fmla="*/ 2147483646 h 545"/>
              <a:gd name="T62" fmla="*/ 2147483646 w 1249"/>
              <a:gd name="T63" fmla="*/ 2147483646 h 545"/>
              <a:gd name="T64" fmla="*/ 2147483646 w 1249"/>
              <a:gd name="T65" fmla="*/ 2147483646 h 545"/>
              <a:gd name="T66" fmla="*/ 2147483646 w 1249"/>
              <a:gd name="T67" fmla="*/ 2147483646 h 545"/>
              <a:gd name="T68" fmla="*/ 2147483646 w 1249"/>
              <a:gd name="T69" fmla="*/ 2147483646 h 545"/>
              <a:gd name="T70" fmla="*/ 2147483646 w 1249"/>
              <a:gd name="T71" fmla="*/ 2147483646 h 545"/>
              <a:gd name="T72" fmla="*/ 2147483646 w 1249"/>
              <a:gd name="T73" fmla="*/ 2147483646 h 545"/>
              <a:gd name="T74" fmla="*/ 2147483646 w 1249"/>
              <a:gd name="T75" fmla="*/ 2147483646 h 545"/>
              <a:gd name="T76" fmla="*/ 2147483646 w 1249"/>
              <a:gd name="T77" fmla="*/ 2147483646 h 545"/>
              <a:gd name="T78" fmla="*/ 2147483646 w 1249"/>
              <a:gd name="T79" fmla="*/ 2147483646 h 545"/>
              <a:gd name="T80" fmla="*/ 2147483646 w 1249"/>
              <a:gd name="T81" fmla="*/ 2147483646 h 545"/>
              <a:gd name="T82" fmla="*/ 2147483646 w 1249"/>
              <a:gd name="T83" fmla="*/ 2147483646 h 545"/>
              <a:gd name="T84" fmla="*/ 2147483646 w 1249"/>
              <a:gd name="T85" fmla="*/ 2147483646 h 545"/>
              <a:gd name="T86" fmla="*/ 2147483646 w 1249"/>
              <a:gd name="T87" fmla="*/ 2147483646 h 545"/>
              <a:gd name="T88" fmla="*/ 0 w 1249"/>
              <a:gd name="T89" fmla="*/ 2147483646 h 545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</a:gdLst>
            <a:ahLst/>
            <a:cxnLst>
              <a:cxn ang="T90">
                <a:pos x="T0" y="T1"/>
              </a:cxn>
              <a:cxn ang="T91">
                <a:pos x="T2" y="T3"/>
              </a:cxn>
              <a:cxn ang="T92">
                <a:pos x="T4" y="T5"/>
              </a:cxn>
              <a:cxn ang="T93">
                <a:pos x="T6" y="T7"/>
              </a:cxn>
              <a:cxn ang="T94">
                <a:pos x="T8" y="T9"/>
              </a:cxn>
              <a:cxn ang="T95">
                <a:pos x="T10" y="T11"/>
              </a:cxn>
              <a:cxn ang="T96">
                <a:pos x="T12" y="T13"/>
              </a:cxn>
              <a:cxn ang="T97">
                <a:pos x="T14" y="T15"/>
              </a:cxn>
              <a:cxn ang="T98">
                <a:pos x="T16" y="T17"/>
              </a:cxn>
              <a:cxn ang="T99">
                <a:pos x="T18" y="T19"/>
              </a:cxn>
              <a:cxn ang="T100">
                <a:pos x="T20" y="T21"/>
              </a:cxn>
              <a:cxn ang="T101">
                <a:pos x="T22" y="T23"/>
              </a:cxn>
              <a:cxn ang="T102">
                <a:pos x="T24" y="T25"/>
              </a:cxn>
              <a:cxn ang="T103">
                <a:pos x="T26" y="T27"/>
              </a:cxn>
              <a:cxn ang="T104">
                <a:pos x="T28" y="T29"/>
              </a:cxn>
              <a:cxn ang="T105">
                <a:pos x="T30" y="T31"/>
              </a:cxn>
              <a:cxn ang="T106">
                <a:pos x="T32" y="T33"/>
              </a:cxn>
              <a:cxn ang="T107">
                <a:pos x="T34" y="T35"/>
              </a:cxn>
              <a:cxn ang="T108">
                <a:pos x="T36" y="T37"/>
              </a:cxn>
              <a:cxn ang="T109">
                <a:pos x="T38" y="T39"/>
              </a:cxn>
              <a:cxn ang="T110">
                <a:pos x="T40" y="T41"/>
              </a:cxn>
              <a:cxn ang="T111">
                <a:pos x="T42" y="T43"/>
              </a:cxn>
              <a:cxn ang="T112">
                <a:pos x="T44" y="T45"/>
              </a:cxn>
              <a:cxn ang="T113">
                <a:pos x="T46" y="T47"/>
              </a:cxn>
              <a:cxn ang="T114">
                <a:pos x="T48" y="T49"/>
              </a:cxn>
              <a:cxn ang="T115">
                <a:pos x="T50" y="T51"/>
              </a:cxn>
              <a:cxn ang="T116">
                <a:pos x="T52" y="T53"/>
              </a:cxn>
              <a:cxn ang="T117">
                <a:pos x="T54" y="T55"/>
              </a:cxn>
              <a:cxn ang="T118">
                <a:pos x="T56" y="T57"/>
              </a:cxn>
              <a:cxn ang="T119">
                <a:pos x="T58" y="T59"/>
              </a:cxn>
              <a:cxn ang="T120">
                <a:pos x="T60" y="T61"/>
              </a:cxn>
              <a:cxn ang="T121">
                <a:pos x="T62" y="T63"/>
              </a:cxn>
              <a:cxn ang="T122">
                <a:pos x="T64" y="T65"/>
              </a:cxn>
              <a:cxn ang="T123">
                <a:pos x="T66" y="T67"/>
              </a:cxn>
              <a:cxn ang="T124">
                <a:pos x="T68" y="T69"/>
              </a:cxn>
              <a:cxn ang="T125">
                <a:pos x="T70" y="T71"/>
              </a:cxn>
              <a:cxn ang="T126">
                <a:pos x="T72" y="T73"/>
              </a:cxn>
              <a:cxn ang="T127">
                <a:pos x="T74" y="T75"/>
              </a:cxn>
              <a:cxn ang="T128">
                <a:pos x="T76" y="T77"/>
              </a:cxn>
              <a:cxn ang="T129">
                <a:pos x="T78" y="T79"/>
              </a:cxn>
              <a:cxn ang="T130">
                <a:pos x="T80" y="T81"/>
              </a:cxn>
              <a:cxn ang="T131">
                <a:pos x="T82" y="T83"/>
              </a:cxn>
              <a:cxn ang="T132">
                <a:pos x="T84" y="T85"/>
              </a:cxn>
              <a:cxn ang="T133">
                <a:pos x="T86" y="T87"/>
              </a:cxn>
              <a:cxn ang="T134">
                <a:pos x="T88" y="T89"/>
              </a:cxn>
            </a:cxnLst>
            <a:rect l="0" t="0" r="r" b="b"/>
            <a:pathLst>
              <a:path w="1249" h="545">
                <a:moveTo>
                  <a:pt x="0" y="271"/>
                </a:moveTo>
                <a:lnTo>
                  <a:pt x="0" y="272"/>
                </a:lnTo>
                <a:lnTo>
                  <a:pt x="0" y="258"/>
                </a:lnTo>
                <a:lnTo>
                  <a:pt x="2" y="244"/>
                </a:lnTo>
                <a:lnTo>
                  <a:pt x="3" y="231"/>
                </a:lnTo>
                <a:lnTo>
                  <a:pt x="5" y="218"/>
                </a:lnTo>
                <a:lnTo>
                  <a:pt x="8" y="204"/>
                </a:lnTo>
                <a:lnTo>
                  <a:pt x="13" y="191"/>
                </a:lnTo>
                <a:lnTo>
                  <a:pt x="16" y="178"/>
                </a:lnTo>
                <a:lnTo>
                  <a:pt x="21" y="167"/>
                </a:lnTo>
                <a:lnTo>
                  <a:pt x="27" y="154"/>
                </a:lnTo>
                <a:lnTo>
                  <a:pt x="32" y="143"/>
                </a:lnTo>
                <a:lnTo>
                  <a:pt x="40" y="132"/>
                </a:lnTo>
                <a:lnTo>
                  <a:pt x="47" y="120"/>
                </a:lnTo>
                <a:lnTo>
                  <a:pt x="55" y="109"/>
                </a:lnTo>
                <a:lnTo>
                  <a:pt x="63" y="100"/>
                </a:lnTo>
                <a:lnTo>
                  <a:pt x="71" y="88"/>
                </a:lnTo>
                <a:lnTo>
                  <a:pt x="80" y="79"/>
                </a:lnTo>
                <a:lnTo>
                  <a:pt x="90" y="71"/>
                </a:lnTo>
                <a:lnTo>
                  <a:pt x="99" y="63"/>
                </a:lnTo>
                <a:lnTo>
                  <a:pt x="109" y="53"/>
                </a:lnTo>
                <a:lnTo>
                  <a:pt x="120" y="47"/>
                </a:lnTo>
                <a:lnTo>
                  <a:pt x="131" y="39"/>
                </a:lnTo>
                <a:lnTo>
                  <a:pt x="143" y="32"/>
                </a:lnTo>
                <a:lnTo>
                  <a:pt x="154" y="26"/>
                </a:lnTo>
                <a:lnTo>
                  <a:pt x="167" y="21"/>
                </a:lnTo>
                <a:lnTo>
                  <a:pt x="179" y="16"/>
                </a:lnTo>
                <a:lnTo>
                  <a:pt x="191" y="12"/>
                </a:lnTo>
                <a:lnTo>
                  <a:pt x="205" y="8"/>
                </a:lnTo>
                <a:lnTo>
                  <a:pt x="218" y="5"/>
                </a:lnTo>
                <a:lnTo>
                  <a:pt x="231" y="4"/>
                </a:lnTo>
                <a:lnTo>
                  <a:pt x="245" y="2"/>
                </a:lnTo>
                <a:lnTo>
                  <a:pt x="258" y="0"/>
                </a:lnTo>
                <a:lnTo>
                  <a:pt x="272" y="0"/>
                </a:lnTo>
                <a:lnTo>
                  <a:pt x="977" y="0"/>
                </a:lnTo>
                <a:lnTo>
                  <a:pt x="989" y="0"/>
                </a:lnTo>
                <a:lnTo>
                  <a:pt x="1004" y="2"/>
                </a:lnTo>
                <a:lnTo>
                  <a:pt x="1018" y="4"/>
                </a:lnTo>
                <a:lnTo>
                  <a:pt x="1031" y="5"/>
                </a:lnTo>
                <a:lnTo>
                  <a:pt x="1044" y="8"/>
                </a:lnTo>
                <a:lnTo>
                  <a:pt x="1057" y="12"/>
                </a:lnTo>
                <a:lnTo>
                  <a:pt x="1069" y="16"/>
                </a:lnTo>
                <a:lnTo>
                  <a:pt x="1082" y="21"/>
                </a:lnTo>
                <a:lnTo>
                  <a:pt x="1093" y="26"/>
                </a:lnTo>
                <a:lnTo>
                  <a:pt x="1106" y="32"/>
                </a:lnTo>
                <a:lnTo>
                  <a:pt x="1117" y="39"/>
                </a:lnTo>
                <a:lnTo>
                  <a:pt x="1129" y="47"/>
                </a:lnTo>
                <a:lnTo>
                  <a:pt x="1140" y="53"/>
                </a:lnTo>
                <a:lnTo>
                  <a:pt x="1149" y="63"/>
                </a:lnTo>
                <a:lnTo>
                  <a:pt x="1159" y="71"/>
                </a:lnTo>
                <a:lnTo>
                  <a:pt x="1169" y="79"/>
                </a:lnTo>
                <a:lnTo>
                  <a:pt x="1178" y="88"/>
                </a:lnTo>
                <a:lnTo>
                  <a:pt x="1186" y="100"/>
                </a:lnTo>
                <a:lnTo>
                  <a:pt x="1194" y="109"/>
                </a:lnTo>
                <a:lnTo>
                  <a:pt x="1202" y="120"/>
                </a:lnTo>
                <a:lnTo>
                  <a:pt x="1209" y="132"/>
                </a:lnTo>
                <a:lnTo>
                  <a:pt x="1215" y="143"/>
                </a:lnTo>
                <a:lnTo>
                  <a:pt x="1221" y="154"/>
                </a:lnTo>
                <a:lnTo>
                  <a:pt x="1228" y="167"/>
                </a:lnTo>
                <a:lnTo>
                  <a:pt x="1233" y="178"/>
                </a:lnTo>
                <a:lnTo>
                  <a:pt x="1236" y="191"/>
                </a:lnTo>
                <a:lnTo>
                  <a:pt x="1241" y="204"/>
                </a:lnTo>
                <a:lnTo>
                  <a:pt x="1242" y="218"/>
                </a:lnTo>
                <a:lnTo>
                  <a:pt x="1246" y="231"/>
                </a:lnTo>
                <a:lnTo>
                  <a:pt x="1247" y="244"/>
                </a:lnTo>
                <a:lnTo>
                  <a:pt x="1249" y="258"/>
                </a:lnTo>
                <a:lnTo>
                  <a:pt x="1249" y="272"/>
                </a:lnTo>
                <a:lnTo>
                  <a:pt x="1249" y="271"/>
                </a:lnTo>
                <a:lnTo>
                  <a:pt x="1249" y="285"/>
                </a:lnTo>
                <a:lnTo>
                  <a:pt x="1247" y="300"/>
                </a:lnTo>
                <a:lnTo>
                  <a:pt x="1246" y="312"/>
                </a:lnTo>
                <a:lnTo>
                  <a:pt x="1242" y="327"/>
                </a:lnTo>
                <a:lnTo>
                  <a:pt x="1241" y="340"/>
                </a:lnTo>
                <a:lnTo>
                  <a:pt x="1236" y="353"/>
                </a:lnTo>
                <a:lnTo>
                  <a:pt x="1233" y="365"/>
                </a:lnTo>
                <a:lnTo>
                  <a:pt x="1228" y="378"/>
                </a:lnTo>
                <a:lnTo>
                  <a:pt x="1221" y="389"/>
                </a:lnTo>
                <a:lnTo>
                  <a:pt x="1215" y="402"/>
                </a:lnTo>
                <a:lnTo>
                  <a:pt x="1209" y="413"/>
                </a:lnTo>
                <a:lnTo>
                  <a:pt x="1202" y="425"/>
                </a:lnTo>
                <a:lnTo>
                  <a:pt x="1194" y="434"/>
                </a:lnTo>
                <a:lnTo>
                  <a:pt x="1186" y="445"/>
                </a:lnTo>
                <a:lnTo>
                  <a:pt x="1178" y="455"/>
                </a:lnTo>
                <a:lnTo>
                  <a:pt x="1169" y="465"/>
                </a:lnTo>
                <a:lnTo>
                  <a:pt x="1159" y="473"/>
                </a:lnTo>
                <a:lnTo>
                  <a:pt x="1149" y="482"/>
                </a:lnTo>
                <a:lnTo>
                  <a:pt x="1140" y="490"/>
                </a:lnTo>
                <a:lnTo>
                  <a:pt x="1129" y="498"/>
                </a:lnTo>
                <a:lnTo>
                  <a:pt x="1117" y="505"/>
                </a:lnTo>
                <a:lnTo>
                  <a:pt x="1106" y="511"/>
                </a:lnTo>
                <a:lnTo>
                  <a:pt x="1093" y="517"/>
                </a:lnTo>
                <a:lnTo>
                  <a:pt x="1082" y="522"/>
                </a:lnTo>
                <a:lnTo>
                  <a:pt x="1069" y="527"/>
                </a:lnTo>
                <a:lnTo>
                  <a:pt x="1057" y="532"/>
                </a:lnTo>
                <a:lnTo>
                  <a:pt x="1044" y="535"/>
                </a:lnTo>
                <a:lnTo>
                  <a:pt x="1031" y="538"/>
                </a:lnTo>
                <a:lnTo>
                  <a:pt x="1018" y="541"/>
                </a:lnTo>
                <a:lnTo>
                  <a:pt x="1004" y="543"/>
                </a:lnTo>
                <a:lnTo>
                  <a:pt x="989" y="543"/>
                </a:lnTo>
                <a:lnTo>
                  <a:pt x="977" y="545"/>
                </a:lnTo>
                <a:lnTo>
                  <a:pt x="272" y="545"/>
                </a:lnTo>
                <a:lnTo>
                  <a:pt x="258" y="543"/>
                </a:lnTo>
                <a:lnTo>
                  <a:pt x="245" y="543"/>
                </a:lnTo>
                <a:lnTo>
                  <a:pt x="231" y="541"/>
                </a:lnTo>
                <a:lnTo>
                  <a:pt x="218" y="538"/>
                </a:lnTo>
                <a:lnTo>
                  <a:pt x="205" y="535"/>
                </a:lnTo>
                <a:lnTo>
                  <a:pt x="191" y="532"/>
                </a:lnTo>
                <a:lnTo>
                  <a:pt x="179" y="527"/>
                </a:lnTo>
                <a:lnTo>
                  <a:pt x="167" y="522"/>
                </a:lnTo>
                <a:lnTo>
                  <a:pt x="154" y="517"/>
                </a:lnTo>
                <a:lnTo>
                  <a:pt x="143" y="511"/>
                </a:lnTo>
                <a:lnTo>
                  <a:pt x="131" y="505"/>
                </a:lnTo>
                <a:lnTo>
                  <a:pt x="120" y="498"/>
                </a:lnTo>
                <a:lnTo>
                  <a:pt x="109" y="490"/>
                </a:lnTo>
                <a:lnTo>
                  <a:pt x="99" y="482"/>
                </a:lnTo>
                <a:lnTo>
                  <a:pt x="90" y="473"/>
                </a:lnTo>
                <a:lnTo>
                  <a:pt x="80" y="465"/>
                </a:lnTo>
                <a:lnTo>
                  <a:pt x="71" y="455"/>
                </a:lnTo>
                <a:lnTo>
                  <a:pt x="63" y="445"/>
                </a:lnTo>
                <a:lnTo>
                  <a:pt x="55" y="434"/>
                </a:lnTo>
                <a:lnTo>
                  <a:pt x="47" y="425"/>
                </a:lnTo>
                <a:lnTo>
                  <a:pt x="40" y="413"/>
                </a:lnTo>
                <a:lnTo>
                  <a:pt x="32" y="402"/>
                </a:lnTo>
                <a:lnTo>
                  <a:pt x="27" y="389"/>
                </a:lnTo>
                <a:lnTo>
                  <a:pt x="21" y="378"/>
                </a:lnTo>
                <a:lnTo>
                  <a:pt x="16" y="365"/>
                </a:lnTo>
                <a:lnTo>
                  <a:pt x="13" y="353"/>
                </a:lnTo>
                <a:lnTo>
                  <a:pt x="8" y="340"/>
                </a:lnTo>
                <a:lnTo>
                  <a:pt x="5" y="327"/>
                </a:lnTo>
                <a:lnTo>
                  <a:pt x="3" y="312"/>
                </a:lnTo>
                <a:lnTo>
                  <a:pt x="2" y="300"/>
                </a:lnTo>
                <a:lnTo>
                  <a:pt x="0" y="285"/>
                </a:lnTo>
                <a:lnTo>
                  <a:pt x="0" y="271"/>
                </a:lnTo>
                <a:close/>
              </a:path>
            </a:pathLst>
          </a:custGeom>
          <a:noFill/>
          <a:ln w="23813">
            <a:solidFill>
              <a:srgbClr val="FF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75789" name="TextBox 4">
            <a:extLst>
              <a:ext uri="{FF2B5EF4-FFF2-40B4-BE49-F238E27FC236}">
                <a16:creationId xmlns:a16="http://schemas.microsoft.com/office/drawing/2014/main" id="{C0C3EC6D-5799-412C-9ABD-ADA2122843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29113" y="5029200"/>
            <a:ext cx="3506787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br>
              <a: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</a:br>
            <a:r>
              <a: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These two neighbors 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differ only in the LAST bit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1" name="Title 1">
            <a:extLst>
              <a:ext uri="{FF2B5EF4-FFF2-40B4-BE49-F238E27FC236}">
                <a16:creationId xmlns:a16="http://schemas.microsoft.com/office/drawing/2014/main" id="{332441DF-D223-4CC1-885E-4283F162B0D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Gray Code &amp; K-map </a:t>
            </a:r>
          </a:p>
        </p:txBody>
      </p:sp>
      <p:grpSp>
        <p:nvGrpSpPr>
          <p:cNvPr id="76802" name="Group 11">
            <a:extLst>
              <a:ext uri="{FF2B5EF4-FFF2-40B4-BE49-F238E27FC236}">
                <a16:creationId xmlns:a16="http://schemas.microsoft.com/office/drawing/2014/main" id="{3E83C062-F45C-4669-95A0-D6AF032AE003}"/>
              </a:ext>
            </a:extLst>
          </p:cNvPr>
          <p:cNvGrpSpPr>
            <a:grpSpLocks/>
          </p:cNvGrpSpPr>
          <p:nvPr/>
        </p:nvGrpSpPr>
        <p:grpSpPr bwMode="auto">
          <a:xfrm>
            <a:off x="4343400" y="2133600"/>
            <a:ext cx="4592638" cy="2895600"/>
            <a:chOff x="4343399" y="2133600"/>
            <a:chExt cx="4592783" cy="2895600"/>
          </a:xfrm>
        </p:grpSpPr>
        <p:pic>
          <p:nvPicPr>
            <p:cNvPr id="76817" name="Picture 2" descr="Screen shot 2014-02-03 at 1.55.42 PM.png">
              <a:extLst>
                <a:ext uri="{FF2B5EF4-FFF2-40B4-BE49-F238E27FC236}">
                  <a16:creationId xmlns:a16="http://schemas.microsoft.com/office/drawing/2014/main" id="{BBDA0C8F-868E-4743-BDEE-71F0E82CC9B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72000" y="2133600"/>
              <a:ext cx="4364182" cy="2895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6818" name="Rectangle 7">
              <a:extLst>
                <a:ext uri="{FF2B5EF4-FFF2-40B4-BE49-F238E27FC236}">
                  <a16:creationId xmlns:a16="http://schemas.microsoft.com/office/drawing/2014/main" id="{934458E4-394B-41E0-8AFB-A93E1E9D66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74784" y="2244458"/>
              <a:ext cx="1066800" cy="48377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76819" name="Rectangle 12">
              <a:extLst>
                <a:ext uri="{FF2B5EF4-FFF2-40B4-BE49-F238E27FC236}">
                  <a16:creationId xmlns:a16="http://schemas.microsoft.com/office/drawing/2014/main" id="{ECF21FA9-722D-43DC-B096-A151A70105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43399" y="2753696"/>
              <a:ext cx="717285" cy="48377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76820" name="TextBox 41">
              <a:extLst>
                <a:ext uri="{FF2B5EF4-FFF2-40B4-BE49-F238E27FC236}">
                  <a16:creationId xmlns:a16="http://schemas.microsoft.com/office/drawing/2014/main" id="{90F82D5F-1507-4E3B-9D01-1DC7FB834A0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39620" y="2157320"/>
              <a:ext cx="851830" cy="5847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32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s x</a:t>
              </a:r>
              <a:r>
                <a:rPr kumimoji="0" lang="en-US" altLang="en-US" sz="3200" b="0" i="1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1</a:t>
              </a:r>
            </a:p>
          </p:txBody>
        </p:sp>
        <p:sp>
          <p:nvSpPr>
            <p:cNvPr id="76821" name="TextBox 41">
              <a:extLst>
                <a:ext uri="{FF2B5EF4-FFF2-40B4-BE49-F238E27FC236}">
                  <a16:creationId xmlns:a16="http://schemas.microsoft.com/office/drawing/2014/main" id="{29E28638-3B61-4326-B32D-3A20335E056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37780" y="2619976"/>
              <a:ext cx="692131" cy="5847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32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 x</a:t>
              </a:r>
              <a:r>
                <a:rPr kumimoji="0" lang="en-US" altLang="en-US" sz="3200" b="0" i="1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2</a:t>
              </a:r>
            </a:p>
          </p:txBody>
        </p:sp>
      </p:grpSp>
      <p:sp>
        <p:nvSpPr>
          <p:cNvPr id="76803" name="TextBox 13">
            <a:extLst>
              <a:ext uri="{FF2B5EF4-FFF2-40B4-BE49-F238E27FC236}">
                <a16:creationId xmlns:a16="http://schemas.microsoft.com/office/drawing/2014/main" id="{03E03B5F-4311-456D-8CB8-9B336FA32B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89600" y="3394075"/>
            <a:ext cx="677863" cy="52228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 000</a:t>
            </a:r>
            <a:r>
              <a:rPr kumimoji="0" lang="en-US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 </a:t>
            </a:r>
          </a:p>
        </p:txBody>
      </p:sp>
      <p:sp>
        <p:nvSpPr>
          <p:cNvPr id="76804" name="TextBox 13">
            <a:extLst>
              <a:ext uri="{FF2B5EF4-FFF2-40B4-BE49-F238E27FC236}">
                <a16:creationId xmlns:a16="http://schemas.microsoft.com/office/drawing/2014/main" id="{D2894172-3E0D-4DA5-859C-EC311F5172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84938" y="3398838"/>
            <a:ext cx="677862" cy="52228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 010</a:t>
            </a:r>
            <a:r>
              <a:rPr kumimoji="0" lang="en-US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 </a:t>
            </a:r>
          </a:p>
        </p:txBody>
      </p:sp>
      <p:sp>
        <p:nvSpPr>
          <p:cNvPr id="76805" name="TextBox 13">
            <a:extLst>
              <a:ext uri="{FF2B5EF4-FFF2-40B4-BE49-F238E27FC236}">
                <a16:creationId xmlns:a16="http://schemas.microsoft.com/office/drawing/2014/main" id="{40D0750B-8136-4F15-90F9-8361FBBD11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85038" y="3405188"/>
            <a:ext cx="676275" cy="5238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 110</a:t>
            </a:r>
            <a:r>
              <a:rPr kumimoji="0" lang="en-US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 </a:t>
            </a:r>
          </a:p>
        </p:txBody>
      </p:sp>
      <p:sp>
        <p:nvSpPr>
          <p:cNvPr id="76806" name="TextBox 13">
            <a:extLst>
              <a:ext uri="{FF2B5EF4-FFF2-40B4-BE49-F238E27FC236}">
                <a16:creationId xmlns:a16="http://schemas.microsoft.com/office/drawing/2014/main" id="{38877B43-1CCA-4B6D-A4C4-5F77C46E31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62913" y="3395663"/>
            <a:ext cx="677862" cy="52228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 100</a:t>
            </a:r>
            <a:r>
              <a:rPr kumimoji="0" lang="en-US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 </a:t>
            </a:r>
          </a:p>
        </p:txBody>
      </p:sp>
      <p:sp>
        <p:nvSpPr>
          <p:cNvPr id="76807" name="TextBox 13">
            <a:extLst>
              <a:ext uri="{FF2B5EF4-FFF2-40B4-BE49-F238E27FC236}">
                <a16:creationId xmlns:a16="http://schemas.microsoft.com/office/drawing/2014/main" id="{1A32E1BA-0A70-4A9B-A6E8-3957DF5918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81663" y="4189413"/>
            <a:ext cx="676275" cy="5238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 001</a:t>
            </a:r>
            <a:r>
              <a:rPr kumimoji="0" lang="en-US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 </a:t>
            </a:r>
          </a:p>
        </p:txBody>
      </p:sp>
      <p:sp>
        <p:nvSpPr>
          <p:cNvPr id="76808" name="TextBox 13">
            <a:extLst>
              <a:ext uri="{FF2B5EF4-FFF2-40B4-BE49-F238E27FC236}">
                <a16:creationId xmlns:a16="http://schemas.microsoft.com/office/drawing/2014/main" id="{F2708674-43C1-4187-8DBC-74DED00528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77000" y="4194175"/>
            <a:ext cx="677863" cy="5238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 011</a:t>
            </a:r>
            <a:r>
              <a:rPr kumimoji="0" lang="en-US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 </a:t>
            </a:r>
          </a:p>
        </p:txBody>
      </p:sp>
      <p:sp>
        <p:nvSpPr>
          <p:cNvPr id="76809" name="TextBox 13">
            <a:extLst>
              <a:ext uri="{FF2B5EF4-FFF2-40B4-BE49-F238E27FC236}">
                <a16:creationId xmlns:a16="http://schemas.microsoft.com/office/drawing/2014/main" id="{EAEE79CB-EFCC-4307-913B-A33E54C42B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75513" y="4200525"/>
            <a:ext cx="677862" cy="5238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 111</a:t>
            </a:r>
            <a:r>
              <a:rPr kumimoji="0" lang="en-US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 </a:t>
            </a:r>
          </a:p>
        </p:txBody>
      </p:sp>
      <p:sp>
        <p:nvSpPr>
          <p:cNvPr id="76810" name="TextBox 13">
            <a:extLst>
              <a:ext uri="{FF2B5EF4-FFF2-40B4-BE49-F238E27FC236}">
                <a16:creationId xmlns:a16="http://schemas.microsoft.com/office/drawing/2014/main" id="{91C5047F-6143-4B77-A702-46F175BC5F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54975" y="4191000"/>
            <a:ext cx="676275" cy="5238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 101</a:t>
            </a:r>
            <a:r>
              <a:rPr kumimoji="0" lang="en-US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 </a:t>
            </a:r>
          </a:p>
        </p:txBody>
      </p:sp>
      <p:grpSp>
        <p:nvGrpSpPr>
          <p:cNvPr id="76811" name="Group 3">
            <a:extLst>
              <a:ext uri="{FF2B5EF4-FFF2-40B4-BE49-F238E27FC236}">
                <a16:creationId xmlns:a16="http://schemas.microsoft.com/office/drawing/2014/main" id="{D5A3109D-789B-4229-9FB5-C057DFB09B26}"/>
              </a:ext>
            </a:extLst>
          </p:cNvPr>
          <p:cNvGrpSpPr>
            <a:grpSpLocks/>
          </p:cNvGrpSpPr>
          <p:nvPr/>
        </p:nvGrpSpPr>
        <p:grpSpPr bwMode="auto">
          <a:xfrm>
            <a:off x="962025" y="1143000"/>
            <a:ext cx="3762375" cy="5334000"/>
            <a:chOff x="230188" y="1143000"/>
            <a:chExt cx="3763052" cy="5334000"/>
          </a:xfrm>
        </p:grpSpPr>
        <p:pic>
          <p:nvPicPr>
            <p:cNvPr id="76814" name="Picture 3" descr="Screen shot 2013-09-11 at 1.53.58 PM.png">
              <a:extLst>
                <a:ext uri="{FF2B5EF4-FFF2-40B4-BE49-F238E27FC236}">
                  <a16:creationId xmlns:a16="http://schemas.microsoft.com/office/drawing/2014/main" id="{E840DF50-C649-4C6C-A4F5-EFD5A5C9DAD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85800" y="1219200"/>
              <a:ext cx="3086100" cy="5029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6815" name="Picture 5" descr="Screen shot 2014-02-03 at 1.56.59 PM.png">
              <a:extLst>
                <a:ext uri="{FF2B5EF4-FFF2-40B4-BE49-F238E27FC236}">
                  <a16:creationId xmlns:a16="http://schemas.microsoft.com/office/drawing/2014/main" id="{36952038-8B1A-41CF-A109-C5F7C91B34D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0188" y="2012950"/>
              <a:ext cx="534987" cy="4114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6816" name="Rectangle 2">
              <a:extLst>
                <a:ext uri="{FF2B5EF4-FFF2-40B4-BE49-F238E27FC236}">
                  <a16:creationId xmlns:a16="http://schemas.microsoft.com/office/drawing/2014/main" id="{F1BAC0C7-C9A0-480E-ACCA-0E83479A24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2040" y="1143000"/>
              <a:ext cx="1981200" cy="5334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</p:grpSp>
      <p:sp>
        <p:nvSpPr>
          <p:cNvPr id="76812" name="Freeform 50">
            <a:extLst>
              <a:ext uri="{FF2B5EF4-FFF2-40B4-BE49-F238E27FC236}">
                <a16:creationId xmlns:a16="http://schemas.microsoft.com/office/drawing/2014/main" id="{5AFA3FCC-33A4-40C0-8B7A-04E37463E43D}"/>
              </a:ext>
            </a:extLst>
          </p:cNvPr>
          <p:cNvSpPr>
            <a:spLocks/>
          </p:cNvSpPr>
          <p:nvPr/>
        </p:nvSpPr>
        <p:spPr bwMode="auto">
          <a:xfrm rot="-5400000">
            <a:off x="6972300" y="3771900"/>
            <a:ext cx="1295400" cy="609600"/>
          </a:xfrm>
          <a:custGeom>
            <a:avLst/>
            <a:gdLst>
              <a:gd name="T0" fmla="*/ 0 w 1249"/>
              <a:gd name="T1" fmla="*/ 2147483646 h 545"/>
              <a:gd name="T2" fmla="*/ 2147483646 w 1249"/>
              <a:gd name="T3" fmla="*/ 2147483646 h 545"/>
              <a:gd name="T4" fmla="*/ 2147483646 w 1249"/>
              <a:gd name="T5" fmla="*/ 2147483646 h 545"/>
              <a:gd name="T6" fmla="*/ 2147483646 w 1249"/>
              <a:gd name="T7" fmla="*/ 2147483646 h 545"/>
              <a:gd name="T8" fmla="*/ 2147483646 w 1249"/>
              <a:gd name="T9" fmla="*/ 2147483646 h 545"/>
              <a:gd name="T10" fmla="*/ 2147483646 w 1249"/>
              <a:gd name="T11" fmla="*/ 2147483646 h 545"/>
              <a:gd name="T12" fmla="*/ 2147483646 w 1249"/>
              <a:gd name="T13" fmla="*/ 2147483646 h 545"/>
              <a:gd name="T14" fmla="*/ 2147483646 w 1249"/>
              <a:gd name="T15" fmla="*/ 2147483646 h 545"/>
              <a:gd name="T16" fmla="*/ 2147483646 w 1249"/>
              <a:gd name="T17" fmla="*/ 2147483646 h 545"/>
              <a:gd name="T18" fmla="*/ 2147483646 w 1249"/>
              <a:gd name="T19" fmla="*/ 2147483646 h 545"/>
              <a:gd name="T20" fmla="*/ 2147483646 w 1249"/>
              <a:gd name="T21" fmla="*/ 0 h 545"/>
              <a:gd name="T22" fmla="*/ 2147483646 w 1249"/>
              <a:gd name="T23" fmla="*/ 0 h 545"/>
              <a:gd name="T24" fmla="*/ 2147483646 w 1249"/>
              <a:gd name="T25" fmla="*/ 2147483646 h 545"/>
              <a:gd name="T26" fmla="*/ 2147483646 w 1249"/>
              <a:gd name="T27" fmla="*/ 2147483646 h 545"/>
              <a:gd name="T28" fmla="*/ 2147483646 w 1249"/>
              <a:gd name="T29" fmla="*/ 2147483646 h 545"/>
              <a:gd name="T30" fmla="*/ 2147483646 w 1249"/>
              <a:gd name="T31" fmla="*/ 2147483646 h 545"/>
              <a:gd name="T32" fmla="*/ 2147483646 w 1249"/>
              <a:gd name="T33" fmla="*/ 2147483646 h 545"/>
              <a:gd name="T34" fmla="*/ 2147483646 w 1249"/>
              <a:gd name="T35" fmla="*/ 2147483646 h 545"/>
              <a:gd name="T36" fmla="*/ 2147483646 w 1249"/>
              <a:gd name="T37" fmla="*/ 2147483646 h 545"/>
              <a:gd name="T38" fmla="*/ 2147483646 w 1249"/>
              <a:gd name="T39" fmla="*/ 2147483646 h 545"/>
              <a:gd name="T40" fmla="*/ 2147483646 w 1249"/>
              <a:gd name="T41" fmla="*/ 2147483646 h 545"/>
              <a:gd name="T42" fmla="*/ 2147483646 w 1249"/>
              <a:gd name="T43" fmla="*/ 2147483646 h 545"/>
              <a:gd name="T44" fmla="*/ 2147483646 w 1249"/>
              <a:gd name="T45" fmla="*/ 2147483646 h 545"/>
              <a:gd name="T46" fmla="*/ 2147483646 w 1249"/>
              <a:gd name="T47" fmla="*/ 2147483646 h 545"/>
              <a:gd name="T48" fmla="*/ 2147483646 w 1249"/>
              <a:gd name="T49" fmla="*/ 2147483646 h 545"/>
              <a:gd name="T50" fmla="*/ 2147483646 w 1249"/>
              <a:gd name="T51" fmla="*/ 2147483646 h 545"/>
              <a:gd name="T52" fmla="*/ 2147483646 w 1249"/>
              <a:gd name="T53" fmla="*/ 2147483646 h 545"/>
              <a:gd name="T54" fmla="*/ 2147483646 w 1249"/>
              <a:gd name="T55" fmla="*/ 2147483646 h 545"/>
              <a:gd name="T56" fmla="*/ 2147483646 w 1249"/>
              <a:gd name="T57" fmla="*/ 2147483646 h 545"/>
              <a:gd name="T58" fmla="*/ 2147483646 w 1249"/>
              <a:gd name="T59" fmla="*/ 2147483646 h 545"/>
              <a:gd name="T60" fmla="*/ 2147483646 w 1249"/>
              <a:gd name="T61" fmla="*/ 2147483646 h 545"/>
              <a:gd name="T62" fmla="*/ 2147483646 w 1249"/>
              <a:gd name="T63" fmla="*/ 2147483646 h 545"/>
              <a:gd name="T64" fmla="*/ 2147483646 w 1249"/>
              <a:gd name="T65" fmla="*/ 2147483646 h 545"/>
              <a:gd name="T66" fmla="*/ 2147483646 w 1249"/>
              <a:gd name="T67" fmla="*/ 2147483646 h 545"/>
              <a:gd name="T68" fmla="*/ 2147483646 w 1249"/>
              <a:gd name="T69" fmla="*/ 2147483646 h 545"/>
              <a:gd name="T70" fmla="*/ 2147483646 w 1249"/>
              <a:gd name="T71" fmla="*/ 2147483646 h 545"/>
              <a:gd name="T72" fmla="*/ 2147483646 w 1249"/>
              <a:gd name="T73" fmla="*/ 2147483646 h 545"/>
              <a:gd name="T74" fmla="*/ 2147483646 w 1249"/>
              <a:gd name="T75" fmla="*/ 2147483646 h 545"/>
              <a:gd name="T76" fmla="*/ 2147483646 w 1249"/>
              <a:gd name="T77" fmla="*/ 2147483646 h 545"/>
              <a:gd name="T78" fmla="*/ 2147483646 w 1249"/>
              <a:gd name="T79" fmla="*/ 2147483646 h 545"/>
              <a:gd name="T80" fmla="*/ 2147483646 w 1249"/>
              <a:gd name="T81" fmla="*/ 2147483646 h 545"/>
              <a:gd name="T82" fmla="*/ 2147483646 w 1249"/>
              <a:gd name="T83" fmla="*/ 2147483646 h 545"/>
              <a:gd name="T84" fmla="*/ 2147483646 w 1249"/>
              <a:gd name="T85" fmla="*/ 2147483646 h 545"/>
              <a:gd name="T86" fmla="*/ 2147483646 w 1249"/>
              <a:gd name="T87" fmla="*/ 2147483646 h 545"/>
              <a:gd name="T88" fmla="*/ 0 w 1249"/>
              <a:gd name="T89" fmla="*/ 2147483646 h 545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</a:gdLst>
            <a:ahLst/>
            <a:cxnLst>
              <a:cxn ang="T90">
                <a:pos x="T0" y="T1"/>
              </a:cxn>
              <a:cxn ang="T91">
                <a:pos x="T2" y="T3"/>
              </a:cxn>
              <a:cxn ang="T92">
                <a:pos x="T4" y="T5"/>
              </a:cxn>
              <a:cxn ang="T93">
                <a:pos x="T6" y="T7"/>
              </a:cxn>
              <a:cxn ang="T94">
                <a:pos x="T8" y="T9"/>
              </a:cxn>
              <a:cxn ang="T95">
                <a:pos x="T10" y="T11"/>
              </a:cxn>
              <a:cxn ang="T96">
                <a:pos x="T12" y="T13"/>
              </a:cxn>
              <a:cxn ang="T97">
                <a:pos x="T14" y="T15"/>
              </a:cxn>
              <a:cxn ang="T98">
                <a:pos x="T16" y="T17"/>
              </a:cxn>
              <a:cxn ang="T99">
                <a:pos x="T18" y="T19"/>
              </a:cxn>
              <a:cxn ang="T100">
                <a:pos x="T20" y="T21"/>
              </a:cxn>
              <a:cxn ang="T101">
                <a:pos x="T22" y="T23"/>
              </a:cxn>
              <a:cxn ang="T102">
                <a:pos x="T24" y="T25"/>
              </a:cxn>
              <a:cxn ang="T103">
                <a:pos x="T26" y="T27"/>
              </a:cxn>
              <a:cxn ang="T104">
                <a:pos x="T28" y="T29"/>
              </a:cxn>
              <a:cxn ang="T105">
                <a:pos x="T30" y="T31"/>
              </a:cxn>
              <a:cxn ang="T106">
                <a:pos x="T32" y="T33"/>
              </a:cxn>
              <a:cxn ang="T107">
                <a:pos x="T34" y="T35"/>
              </a:cxn>
              <a:cxn ang="T108">
                <a:pos x="T36" y="T37"/>
              </a:cxn>
              <a:cxn ang="T109">
                <a:pos x="T38" y="T39"/>
              </a:cxn>
              <a:cxn ang="T110">
                <a:pos x="T40" y="T41"/>
              </a:cxn>
              <a:cxn ang="T111">
                <a:pos x="T42" y="T43"/>
              </a:cxn>
              <a:cxn ang="T112">
                <a:pos x="T44" y="T45"/>
              </a:cxn>
              <a:cxn ang="T113">
                <a:pos x="T46" y="T47"/>
              </a:cxn>
              <a:cxn ang="T114">
                <a:pos x="T48" y="T49"/>
              </a:cxn>
              <a:cxn ang="T115">
                <a:pos x="T50" y="T51"/>
              </a:cxn>
              <a:cxn ang="T116">
                <a:pos x="T52" y="T53"/>
              </a:cxn>
              <a:cxn ang="T117">
                <a:pos x="T54" y="T55"/>
              </a:cxn>
              <a:cxn ang="T118">
                <a:pos x="T56" y="T57"/>
              </a:cxn>
              <a:cxn ang="T119">
                <a:pos x="T58" y="T59"/>
              </a:cxn>
              <a:cxn ang="T120">
                <a:pos x="T60" y="T61"/>
              </a:cxn>
              <a:cxn ang="T121">
                <a:pos x="T62" y="T63"/>
              </a:cxn>
              <a:cxn ang="T122">
                <a:pos x="T64" y="T65"/>
              </a:cxn>
              <a:cxn ang="T123">
                <a:pos x="T66" y="T67"/>
              </a:cxn>
              <a:cxn ang="T124">
                <a:pos x="T68" y="T69"/>
              </a:cxn>
              <a:cxn ang="T125">
                <a:pos x="T70" y="T71"/>
              </a:cxn>
              <a:cxn ang="T126">
                <a:pos x="T72" y="T73"/>
              </a:cxn>
              <a:cxn ang="T127">
                <a:pos x="T74" y="T75"/>
              </a:cxn>
              <a:cxn ang="T128">
                <a:pos x="T76" y="T77"/>
              </a:cxn>
              <a:cxn ang="T129">
                <a:pos x="T78" y="T79"/>
              </a:cxn>
              <a:cxn ang="T130">
                <a:pos x="T80" y="T81"/>
              </a:cxn>
              <a:cxn ang="T131">
                <a:pos x="T82" y="T83"/>
              </a:cxn>
              <a:cxn ang="T132">
                <a:pos x="T84" y="T85"/>
              </a:cxn>
              <a:cxn ang="T133">
                <a:pos x="T86" y="T87"/>
              </a:cxn>
              <a:cxn ang="T134">
                <a:pos x="T88" y="T89"/>
              </a:cxn>
            </a:cxnLst>
            <a:rect l="0" t="0" r="r" b="b"/>
            <a:pathLst>
              <a:path w="1249" h="545">
                <a:moveTo>
                  <a:pt x="0" y="271"/>
                </a:moveTo>
                <a:lnTo>
                  <a:pt x="0" y="272"/>
                </a:lnTo>
                <a:lnTo>
                  <a:pt x="0" y="258"/>
                </a:lnTo>
                <a:lnTo>
                  <a:pt x="2" y="244"/>
                </a:lnTo>
                <a:lnTo>
                  <a:pt x="3" y="231"/>
                </a:lnTo>
                <a:lnTo>
                  <a:pt x="5" y="218"/>
                </a:lnTo>
                <a:lnTo>
                  <a:pt x="8" y="204"/>
                </a:lnTo>
                <a:lnTo>
                  <a:pt x="13" y="191"/>
                </a:lnTo>
                <a:lnTo>
                  <a:pt x="16" y="178"/>
                </a:lnTo>
                <a:lnTo>
                  <a:pt x="21" y="167"/>
                </a:lnTo>
                <a:lnTo>
                  <a:pt x="27" y="154"/>
                </a:lnTo>
                <a:lnTo>
                  <a:pt x="32" y="143"/>
                </a:lnTo>
                <a:lnTo>
                  <a:pt x="40" y="132"/>
                </a:lnTo>
                <a:lnTo>
                  <a:pt x="47" y="120"/>
                </a:lnTo>
                <a:lnTo>
                  <a:pt x="55" y="109"/>
                </a:lnTo>
                <a:lnTo>
                  <a:pt x="63" y="100"/>
                </a:lnTo>
                <a:lnTo>
                  <a:pt x="71" y="88"/>
                </a:lnTo>
                <a:lnTo>
                  <a:pt x="80" y="79"/>
                </a:lnTo>
                <a:lnTo>
                  <a:pt x="90" y="71"/>
                </a:lnTo>
                <a:lnTo>
                  <a:pt x="99" y="63"/>
                </a:lnTo>
                <a:lnTo>
                  <a:pt x="109" y="53"/>
                </a:lnTo>
                <a:lnTo>
                  <a:pt x="120" y="47"/>
                </a:lnTo>
                <a:lnTo>
                  <a:pt x="131" y="39"/>
                </a:lnTo>
                <a:lnTo>
                  <a:pt x="143" y="32"/>
                </a:lnTo>
                <a:lnTo>
                  <a:pt x="154" y="26"/>
                </a:lnTo>
                <a:lnTo>
                  <a:pt x="167" y="21"/>
                </a:lnTo>
                <a:lnTo>
                  <a:pt x="179" y="16"/>
                </a:lnTo>
                <a:lnTo>
                  <a:pt x="191" y="12"/>
                </a:lnTo>
                <a:lnTo>
                  <a:pt x="205" y="8"/>
                </a:lnTo>
                <a:lnTo>
                  <a:pt x="218" y="5"/>
                </a:lnTo>
                <a:lnTo>
                  <a:pt x="231" y="4"/>
                </a:lnTo>
                <a:lnTo>
                  <a:pt x="245" y="2"/>
                </a:lnTo>
                <a:lnTo>
                  <a:pt x="258" y="0"/>
                </a:lnTo>
                <a:lnTo>
                  <a:pt x="272" y="0"/>
                </a:lnTo>
                <a:lnTo>
                  <a:pt x="977" y="0"/>
                </a:lnTo>
                <a:lnTo>
                  <a:pt x="989" y="0"/>
                </a:lnTo>
                <a:lnTo>
                  <a:pt x="1004" y="2"/>
                </a:lnTo>
                <a:lnTo>
                  <a:pt x="1018" y="4"/>
                </a:lnTo>
                <a:lnTo>
                  <a:pt x="1031" y="5"/>
                </a:lnTo>
                <a:lnTo>
                  <a:pt x="1044" y="8"/>
                </a:lnTo>
                <a:lnTo>
                  <a:pt x="1057" y="12"/>
                </a:lnTo>
                <a:lnTo>
                  <a:pt x="1069" y="16"/>
                </a:lnTo>
                <a:lnTo>
                  <a:pt x="1082" y="21"/>
                </a:lnTo>
                <a:lnTo>
                  <a:pt x="1093" y="26"/>
                </a:lnTo>
                <a:lnTo>
                  <a:pt x="1106" y="32"/>
                </a:lnTo>
                <a:lnTo>
                  <a:pt x="1117" y="39"/>
                </a:lnTo>
                <a:lnTo>
                  <a:pt x="1129" y="47"/>
                </a:lnTo>
                <a:lnTo>
                  <a:pt x="1140" y="53"/>
                </a:lnTo>
                <a:lnTo>
                  <a:pt x="1149" y="63"/>
                </a:lnTo>
                <a:lnTo>
                  <a:pt x="1159" y="71"/>
                </a:lnTo>
                <a:lnTo>
                  <a:pt x="1169" y="79"/>
                </a:lnTo>
                <a:lnTo>
                  <a:pt x="1178" y="88"/>
                </a:lnTo>
                <a:lnTo>
                  <a:pt x="1186" y="100"/>
                </a:lnTo>
                <a:lnTo>
                  <a:pt x="1194" y="109"/>
                </a:lnTo>
                <a:lnTo>
                  <a:pt x="1202" y="120"/>
                </a:lnTo>
                <a:lnTo>
                  <a:pt x="1209" y="132"/>
                </a:lnTo>
                <a:lnTo>
                  <a:pt x="1215" y="143"/>
                </a:lnTo>
                <a:lnTo>
                  <a:pt x="1221" y="154"/>
                </a:lnTo>
                <a:lnTo>
                  <a:pt x="1228" y="167"/>
                </a:lnTo>
                <a:lnTo>
                  <a:pt x="1233" y="178"/>
                </a:lnTo>
                <a:lnTo>
                  <a:pt x="1236" y="191"/>
                </a:lnTo>
                <a:lnTo>
                  <a:pt x="1241" y="204"/>
                </a:lnTo>
                <a:lnTo>
                  <a:pt x="1242" y="218"/>
                </a:lnTo>
                <a:lnTo>
                  <a:pt x="1246" y="231"/>
                </a:lnTo>
                <a:lnTo>
                  <a:pt x="1247" y="244"/>
                </a:lnTo>
                <a:lnTo>
                  <a:pt x="1249" y="258"/>
                </a:lnTo>
                <a:lnTo>
                  <a:pt x="1249" y="272"/>
                </a:lnTo>
                <a:lnTo>
                  <a:pt x="1249" y="271"/>
                </a:lnTo>
                <a:lnTo>
                  <a:pt x="1249" y="285"/>
                </a:lnTo>
                <a:lnTo>
                  <a:pt x="1247" y="300"/>
                </a:lnTo>
                <a:lnTo>
                  <a:pt x="1246" y="312"/>
                </a:lnTo>
                <a:lnTo>
                  <a:pt x="1242" y="327"/>
                </a:lnTo>
                <a:lnTo>
                  <a:pt x="1241" y="340"/>
                </a:lnTo>
                <a:lnTo>
                  <a:pt x="1236" y="353"/>
                </a:lnTo>
                <a:lnTo>
                  <a:pt x="1233" y="365"/>
                </a:lnTo>
                <a:lnTo>
                  <a:pt x="1228" y="378"/>
                </a:lnTo>
                <a:lnTo>
                  <a:pt x="1221" y="389"/>
                </a:lnTo>
                <a:lnTo>
                  <a:pt x="1215" y="402"/>
                </a:lnTo>
                <a:lnTo>
                  <a:pt x="1209" y="413"/>
                </a:lnTo>
                <a:lnTo>
                  <a:pt x="1202" y="425"/>
                </a:lnTo>
                <a:lnTo>
                  <a:pt x="1194" y="434"/>
                </a:lnTo>
                <a:lnTo>
                  <a:pt x="1186" y="445"/>
                </a:lnTo>
                <a:lnTo>
                  <a:pt x="1178" y="455"/>
                </a:lnTo>
                <a:lnTo>
                  <a:pt x="1169" y="465"/>
                </a:lnTo>
                <a:lnTo>
                  <a:pt x="1159" y="473"/>
                </a:lnTo>
                <a:lnTo>
                  <a:pt x="1149" y="482"/>
                </a:lnTo>
                <a:lnTo>
                  <a:pt x="1140" y="490"/>
                </a:lnTo>
                <a:lnTo>
                  <a:pt x="1129" y="498"/>
                </a:lnTo>
                <a:lnTo>
                  <a:pt x="1117" y="505"/>
                </a:lnTo>
                <a:lnTo>
                  <a:pt x="1106" y="511"/>
                </a:lnTo>
                <a:lnTo>
                  <a:pt x="1093" y="517"/>
                </a:lnTo>
                <a:lnTo>
                  <a:pt x="1082" y="522"/>
                </a:lnTo>
                <a:lnTo>
                  <a:pt x="1069" y="527"/>
                </a:lnTo>
                <a:lnTo>
                  <a:pt x="1057" y="532"/>
                </a:lnTo>
                <a:lnTo>
                  <a:pt x="1044" y="535"/>
                </a:lnTo>
                <a:lnTo>
                  <a:pt x="1031" y="538"/>
                </a:lnTo>
                <a:lnTo>
                  <a:pt x="1018" y="541"/>
                </a:lnTo>
                <a:lnTo>
                  <a:pt x="1004" y="543"/>
                </a:lnTo>
                <a:lnTo>
                  <a:pt x="989" y="543"/>
                </a:lnTo>
                <a:lnTo>
                  <a:pt x="977" y="545"/>
                </a:lnTo>
                <a:lnTo>
                  <a:pt x="272" y="545"/>
                </a:lnTo>
                <a:lnTo>
                  <a:pt x="258" y="543"/>
                </a:lnTo>
                <a:lnTo>
                  <a:pt x="245" y="543"/>
                </a:lnTo>
                <a:lnTo>
                  <a:pt x="231" y="541"/>
                </a:lnTo>
                <a:lnTo>
                  <a:pt x="218" y="538"/>
                </a:lnTo>
                <a:lnTo>
                  <a:pt x="205" y="535"/>
                </a:lnTo>
                <a:lnTo>
                  <a:pt x="191" y="532"/>
                </a:lnTo>
                <a:lnTo>
                  <a:pt x="179" y="527"/>
                </a:lnTo>
                <a:lnTo>
                  <a:pt x="167" y="522"/>
                </a:lnTo>
                <a:lnTo>
                  <a:pt x="154" y="517"/>
                </a:lnTo>
                <a:lnTo>
                  <a:pt x="143" y="511"/>
                </a:lnTo>
                <a:lnTo>
                  <a:pt x="131" y="505"/>
                </a:lnTo>
                <a:lnTo>
                  <a:pt x="120" y="498"/>
                </a:lnTo>
                <a:lnTo>
                  <a:pt x="109" y="490"/>
                </a:lnTo>
                <a:lnTo>
                  <a:pt x="99" y="482"/>
                </a:lnTo>
                <a:lnTo>
                  <a:pt x="90" y="473"/>
                </a:lnTo>
                <a:lnTo>
                  <a:pt x="80" y="465"/>
                </a:lnTo>
                <a:lnTo>
                  <a:pt x="71" y="455"/>
                </a:lnTo>
                <a:lnTo>
                  <a:pt x="63" y="445"/>
                </a:lnTo>
                <a:lnTo>
                  <a:pt x="55" y="434"/>
                </a:lnTo>
                <a:lnTo>
                  <a:pt x="47" y="425"/>
                </a:lnTo>
                <a:lnTo>
                  <a:pt x="40" y="413"/>
                </a:lnTo>
                <a:lnTo>
                  <a:pt x="32" y="402"/>
                </a:lnTo>
                <a:lnTo>
                  <a:pt x="27" y="389"/>
                </a:lnTo>
                <a:lnTo>
                  <a:pt x="21" y="378"/>
                </a:lnTo>
                <a:lnTo>
                  <a:pt x="16" y="365"/>
                </a:lnTo>
                <a:lnTo>
                  <a:pt x="13" y="353"/>
                </a:lnTo>
                <a:lnTo>
                  <a:pt x="8" y="340"/>
                </a:lnTo>
                <a:lnTo>
                  <a:pt x="5" y="327"/>
                </a:lnTo>
                <a:lnTo>
                  <a:pt x="3" y="312"/>
                </a:lnTo>
                <a:lnTo>
                  <a:pt x="2" y="300"/>
                </a:lnTo>
                <a:lnTo>
                  <a:pt x="0" y="285"/>
                </a:lnTo>
                <a:lnTo>
                  <a:pt x="0" y="271"/>
                </a:lnTo>
                <a:close/>
              </a:path>
            </a:pathLst>
          </a:custGeom>
          <a:noFill/>
          <a:ln w="23813">
            <a:solidFill>
              <a:srgbClr val="FF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76813" name="TextBox 4">
            <a:extLst>
              <a:ext uri="{FF2B5EF4-FFF2-40B4-BE49-F238E27FC236}">
                <a16:creationId xmlns:a16="http://schemas.microsoft.com/office/drawing/2014/main" id="{C15D44E3-7892-4B2A-BD29-0382489EF9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29113" y="5029200"/>
            <a:ext cx="3506787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br>
              <a: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</a:br>
            <a:r>
              <a: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These two neighbors 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differ only in the LAST bit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5" name="Title 1">
            <a:extLst>
              <a:ext uri="{FF2B5EF4-FFF2-40B4-BE49-F238E27FC236}">
                <a16:creationId xmlns:a16="http://schemas.microsoft.com/office/drawing/2014/main" id="{B2D6E14D-B2CD-4655-A458-AFDA8A1A17F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Gray Code &amp; K-map </a:t>
            </a:r>
          </a:p>
        </p:txBody>
      </p:sp>
      <p:grpSp>
        <p:nvGrpSpPr>
          <p:cNvPr id="77826" name="Group 11">
            <a:extLst>
              <a:ext uri="{FF2B5EF4-FFF2-40B4-BE49-F238E27FC236}">
                <a16:creationId xmlns:a16="http://schemas.microsoft.com/office/drawing/2014/main" id="{5070DB6E-02E6-41A7-BC61-7F27C1B0E8DB}"/>
              </a:ext>
            </a:extLst>
          </p:cNvPr>
          <p:cNvGrpSpPr>
            <a:grpSpLocks/>
          </p:cNvGrpSpPr>
          <p:nvPr/>
        </p:nvGrpSpPr>
        <p:grpSpPr bwMode="auto">
          <a:xfrm>
            <a:off x="4343400" y="2133600"/>
            <a:ext cx="4592638" cy="2895600"/>
            <a:chOff x="4343399" y="2133600"/>
            <a:chExt cx="4592783" cy="2895600"/>
          </a:xfrm>
        </p:grpSpPr>
        <p:pic>
          <p:nvPicPr>
            <p:cNvPr id="77841" name="Picture 2" descr="Screen shot 2014-02-03 at 1.55.42 PM.png">
              <a:extLst>
                <a:ext uri="{FF2B5EF4-FFF2-40B4-BE49-F238E27FC236}">
                  <a16:creationId xmlns:a16="http://schemas.microsoft.com/office/drawing/2014/main" id="{EC964B9E-0E50-451F-AC55-9700D322ABE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72000" y="2133600"/>
              <a:ext cx="4364182" cy="2895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7842" name="Rectangle 7">
              <a:extLst>
                <a:ext uri="{FF2B5EF4-FFF2-40B4-BE49-F238E27FC236}">
                  <a16:creationId xmlns:a16="http://schemas.microsoft.com/office/drawing/2014/main" id="{8E3BA593-C601-459A-9432-AF8524AD11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84410" y="2244459"/>
              <a:ext cx="1066800" cy="48377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77843" name="Rectangle 12">
              <a:extLst>
                <a:ext uri="{FF2B5EF4-FFF2-40B4-BE49-F238E27FC236}">
                  <a16:creationId xmlns:a16="http://schemas.microsoft.com/office/drawing/2014/main" id="{54B0400D-22D3-4563-A97E-1B2142FED4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43399" y="2753696"/>
              <a:ext cx="717285" cy="48377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77844" name="TextBox 41">
              <a:extLst>
                <a:ext uri="{FF2B5EF4-FFF2-40B4-BE49-F238E27FC236}">
                  <a16:creationId xmlns:a16="http://schemas.microsoft.com/office/drawing/2014/main" id="{E9850BF7-77AD-4FB5-B6E7-DACF49E79DB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39620" y="2157320"/>
              <a:ext cx="851830" cy="5847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32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s x</a:t>
              </a:r>
              <a:r>
                <a:rPr kumimoji="0" lang="en-US" altLang="en-US" sz="3200" b="0" i="1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1</a:t>
              </a:r>
            </a:p>
          </p:txBody>
        </p:sp>
        <p:sp>
          <p:nvSpPr>
            <p:cNvPr id="77845" name="TextBox 41">
              <a:extLst>
                <a:ext uri="{FF2B5EF4-FFF2-40B4-BE49-F238E27FC236}">
                  <a16:creationId xmlns:a16="http://schemas.microsoft.com/office/drawing/2014/main" id="{E483DFFC-1DA7-4C6C-8DF5-DC85BF5A5FD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37780" y="2619976"/>
              <a:ext cx="692131" cy="5847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32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 x</a:t>
              </a:r>
              <a:r>
                <a:rPr kumimoji="0" lang="en-US" altLang="en-US" sz="3200" b="0" i="1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2</a:t>
              </a:r>
            </a:p>
          </p:txBody>
        </p:sp>
      </p:grpSp>
      <p:sp>
        <p:nvSpPr>
          <p:cNvPr id="77827" name="TextBox 13">
            <a:extLst>
              <a:ext uri="{FF2B5EF4-FFF2-40B4-BE49-F238E27FC236}">
                <a16:creationId xmlns:a16="http://schemas.microsoft.com/office/drawing/2014/main" id="{742EE68D-BC6F-48B2-9952-8A2BD273CF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89600" y="3394075"/>
            <a:ext cx="677863" cy="52228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 000</a:t>
            </a:r>
            <a:r>
              <a:rPr kumimoji="0" lang="en-US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 </a:t>
            </a:r>
          </a:p>
        </p:txBody>
      </p:sp>
      <p:sp>
        <p:nvSpPr>
          <p:cNvPr id="77828" name="TextBox 13">
            <a:extLst>
              <a:ext uri="{FF2B5EF4-FFF2-40B4-BE49-F238E27FC236}">
                <a16:creationId xmlns:a16="http://schemas.microsoft.com/office/drawing/2014/main" id="{06B4D769-CF4F-4EF5-9424-14CB57536B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84938" y="3398838"/>
            <a:ext cx="677862" cy="52228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 010</a:t>
            </a:r>
            <a:r>
              <a:rPr kumimoji="0" lang="en-US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 </a:t>
            </a:r>
          </a:p>
        </p:txBody>
      </p:sp>
      <p:sp>
        <p:nvSpPr>
          <p:cNvPr id="77829" name="TextBox 13">
            <a:extLst>
              <a:ext uri="{FF2B5EF4-FFF2-40B4-BE49-F238E27FC236}">
                <a16:creationId xmlns:a16="http://schemas.microsoft.com/office/drawing/2014/main" id="{2431D655-0933-4D5D-BCD2-1EC28FBCB1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85038" y="3405188"/>
            <a:ext cx="676275" cy="5238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 110</a:t>
            </a:r>
            <a:r>
              <a:rPr kumimoji="0" lang="en-US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 </a:t>
            </a:r>
          </a:p>
        </p:txBody>
      </p:sp>
      <p:sp>
        <p:nvSpPr>
          <p:cNvPr id="77830" name="TextBox 13">
            <a:extLst>
              <a:ext uri="{FF2B5EF4-FFF2-40B4-BE49-F238E27FC236}">
                <a16:creationId xmlns:a16="http://schemas.microsoft.com/office/drawing/2014/main" id="{E388AC88-B204-4812-8B9B-4F7E192780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62913" y="3395663"/>
            <a:ext cx="677862" cy="52228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 100</a:t>
            </a:r>
            <a:r>
              <a:rPr kumimoji="0" lang="en-US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 </a:t>
            </a:r>
          </a:p>
        </p:txBody>
      </p:sp>
      <p:sp>
        <p:nvSpPr>
          <p:cNvPr id="77831" name="TextBox 13">
            <a:extLst>
              <a:ext uri="{FF2B5EF4-FFF2-40B4-BE49-F238E27FC236}">
                <a16:creationId xmlns:a16="http://schemas.microsoft.com/office/drawing/2014/main" id="{3843901B-58B6-4362-8E88-4F7EF500F2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81663" y="4189413"/>
            <a:ext cx="676275" cy="5238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 001</a:t>
            </a:r>
            <a:r>
              <a:rPr kumimoji="0" lang="en-US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 </a:t>
            </a:r>
          </a:p>
        </p:txBody>
      </p:sp>
      <p:sp>
        <p:nvSpPr>
          <p:cNvPr id="77832" name="TextBox 13">
            <a:extLst>
              <a:ext uri="{FF2B5EF4-FFF2-40B4-BE49-F238E27FC236}">
                <a16:creationId xmlns:a16="http://schemas.microsoft.com/office/drawing/2014/main" id="{E9B5EAB9-3ED9-4F50-9F98-7A9DA752B8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77000" y="4194175"/>
            <a:ext cx="677863" cy="5238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 011</a:t>
            </a:r>
            <a:r>
              <a:rPr kumimoji="0" lang="en-US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 </a:t>
            </a:r>
          </a:p>
        </p:txBody>
      </p:sp>
      <p:sp>
        <p:nvSpPr>
          <p:cNvPr id="77833" name="TextBox 13">
            <a:extLst>
              <a:ext uri="{FF2B5EF4-FFF2-40B4-BE49-F238E27FC236}">
                <a16:creationId xmlns:a16="http://schemas.microsoft.com/office/drawing/2014/main" id="{9C245C25-97C8-4596-A2DF-1B21D348D2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75513" y="4200525"/>
            <a:ext cx="677862" cy="5238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 111</a:t>
            </a:r>
            <a:r>
              <a:rPr kumimoji="0" lang="en-US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 </a:t>
            </a:r>
          </a:p>
        </p:txBody>
      </p:sp>
      <p:sp>
        <p:nvSpPr>
          <p:cNvPr id="77834" name="TextBox 13">
            <a:extLst>
              <a:ext uri="{FF2B5EF4-FFF2-40B4-BE49-F238E27FC236}">
                <a16:creationId xmlns:a16="http://schemas.microsoft.com/office/drawing/2014/main" id="{7F55437B-A634-4A96-B53A-97615CC971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54975" y="4191000"/>
            <a:ext cx="676275" cy="5238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 101</a:t>
            </a:r>
            <a:r>
              <a:rPr kumimoji="0" lang="en-US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 </a:t>
            </a:r>
          </a:p>
        </p:txBody>
      </p:sp>
      <p:grpSp>
        <p:nvGrpSpPr>
          <p:cNvPr id="77835" name="Group 3">
            <a:extLst>
              <a:ext uri="{FF2B5EF4-FFF2-40B4-BE49-F238E27FC236}">
                <a16:creationId xmlns:a16="http://schemas.microsoft.com/office/drawing/2014/main" id="{F0F66FAB-18AC-483D-908D-9C401E78F3DA}"/>
              </a:ext>
            </a:extLst>
          </p:cNvPr>
          <p:cNvGrpSpPr>
            <a:grpSpLocks/>
          </p:cNvGrpSpPr>
          <p:nvPr/>
        </p:nvGrpSpPr>
        <p:grpSpPr bwMode="auto">
          <a:xfrm>
            <a:off x="962025" y="1143000"/>
            <a:ext cx="3762375" cy="5334000"/>
            <a:chOff x="230188" y="1143000"/>
            <a:chExt cx="3763052" cy="5334000"/>
          </a:xfrm>
        </p:grpSpPr>
        <p:pic>
          <p:nvPicPr>
            <p:cNvPr id="77838" name="Picture 3" descr="Screen shot 2013-09-11 at 1.53.58 PM.png">
              <a:extLst>
                <a:ext uri="{FF2B5EF4-FFF2-40B4-BE49-F238E27FC236}">
                  <a16:creationId xmlns:a16="http://schemas.microsoft.com/office/drawing/2014/main" id="{6D5F7681-456F-4030-85A4-7C479E90B20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85800" y="1219200"/>
              <a:ext cx="3086100" cy="5029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7839" name="Picture 5" descr="Screen shot 2014-02-03 at 1.56.59 PM.png">
              <a:extLst>
                <a:ext uri="{FF2B5EF4-FFF2-40B4-BE49-F238E27FC236}">
                  <a16:creationId xmlns:a16="http://schemas.microsoft.com/office/drawing/2014/main" id="{0E4081DE-BD24-497C-9DF8-D460BE2F6EA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0188" y="2012950"/>
              <a:ext cx="534987" cy="4114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7840" name="Rectangle 2">
              <a:extLst>
                <a:ext uri="{FF2B5EF4-FFF2-40B4-BE49-F238E27FC236}">
                  <a16:creationId xmlns:a16="http://schemas.microsoft.com/office/drawing/2014/main" id="{F3BA57F0-528A-4550-8D95-74AAA47C3A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2040" y="1143000"/>
              <a:ext cx="1981200" cy="5334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</p:grpSp>
      <p:sp>
        <p:nvSpPr>
          <p:cNvPr id="77836" name="Freeform 50">
            <a:extLst>
              <a:ext uri="{FF2B5EF4-FFF2-40B4-BE49-F238E27FC236}">
                <a16:creationId xmlns:a16="http://schemas.microsoft.com/office/drawing/2014/main" id="{180505A8-8AF3-4A2D-A27E-6A134B6DC827}"/>
              </a:ext>
            </a:extLst>
          </p:cNvPr>
          <p:cNvSpPr>
            <a:spLocks/>
          </p:cNvSpPr>
          <p:nvPr/>
        </p:nvSpPr>
        <p:spPr bwMode="auto">
          <a:xfrm>
            <a:off x="6564313" y="3395663"/>
            <a:ext cx="1295400" cy="609600"/>
          </a:xfrm>
          <a:custGeom>
            <a:avLst/>
            <a:gdLst>
              <a:gd name="T0" fmla="*/ 0 w 1249"/>
              <a:gd name="T1" fmla="*/ 2147483646 h 545"/>
              <a:gd name="T2" fmla="*/ 2147483646 w 1249"/>
              <a:gd name="T3" fmla="*/ 2147483646 h 545"/>
              <a:gd name="T4" fmla="*/ 2147483646 w 1249"/>
              <a:gd name="T5" fmla="*/ 2147483646 h 545"/>
              <a:gd name="T6" fmla="*/ 2147483646 w 1249"/>
              <a:gd name="T7" fmla="*/ 2147483646 h 545"/>
              <a:gd name="T8" fmla="*/ 2147483646 w 1249"/>
              <a:gd name="T9" fmla="*/ 2147483646 h 545"/>
              <a:gd name="T10" fmla="*/ 2147483646 w 1249"/>
              <a:gd name="T11" fmla="*/ 2147483646 h 545"/>
              <a:gd name="T12" fmla="*/ 2147483646 w 1249"/>
              <a:gd name="T13" fmla="*/ 2147483646 h 545"/>
              <a:gd name="T14" fmla="*/ 2147483646 w 1249"/>
              <a:gd name="T15" fmla="*/ 2147483646 h 545"/>
              <a:gd name="T16" fmla="*/ 2147483646 w 1249"/>
              <a:gd name="T17" fmla="*/ 2147483646 h 545"/>
              <a:gd name="T18" fmla="*/ 2147483646 w 1249"/>
              <a:gd name="T19" fmla="*/ 2147483646 h 545"/>
              <a:gd name="T20" fmla="*/ 2147483646 w 1249"/>
              <a:gd name="T21" fmla="*/ 0 h 545"/>
              <a:gd name="T22" fmla="*/ 2147483646 w 1249"/>
              <a:gd name="T23" fmla="*/ 0 h 545"/>
              <a:gd name="T24" fmla="*/ 2147483646 w 1249"/>
              <a:gd name="T25" fmla="*/ 2147483646 h 545"/>
              <a:gd name="T26" fmla="*/ 2147483646 w 1249"/>
              <a:gd name="T27" fmla="*/ 2147483646 h 545"/>
              <a:gd name="T28" fmla="*/ 2147483646 w 1249"/>
              <a:gd name="T29" fmla="*/ 2147483646 h 545"/>
              <a:gd name="T30" fmla="*/ 2147483646 w 1249"/>
              <a:gd name="T31" fmla="*/ 2147483646 h 545"/>
              <a:gd name="T32" fmla="*/ 2147483646 w 1249"/>
              <a:gd name="T33" fmla="*/ 2147483646 h 545"/>
              <a:gd name="T34" fmla="*/ 2147483646 w 1249"/>
              <a:gd name="T35" fmla="*/ 2147483646 h 545"/>
              <a:gd name="T36" fmla="*/ 2147483646 w 1249"/>
              <a:gd name="T37" fmla="*/ 2147483646 h 545"/>
              <a:gd name="T38" fmla="*/ 2147483646 w 1249"/>
              <a:gd name="T39" fmla="*/ 2147483646 h 545"/>
              <a:gd name="T40" fmla="*/ 2147483646 w 1249"/>
              <a:gd name="T41" fmla="*/ 2147483646 h 545"/>
              <a:gd name="T42" fmla="*/ 2147483646 w 1249"/>
              <a:gd name="T43" fmla="*/ 2147483646 h 545"/>
              <a:gd name="T44" fmla="*/ 2147483646 w 1249"/>
              <a:gd name="T45" fmla="*/ 2147483646 h 545"/>
              <a:gd name="T46" fmla="*/ 2147483646 w 1249"/>
              <a:gd name="T47" fmla="*/ 2147483646 h 545"/>
              <a:gd name="T48" fmla="*/ 2147483646 w 1249"/>
              <a:gd name="T49" fmla="*/ 2147483646 h 545"/>
              <a:gd name="T50" fmla="*/ 2147483646 w 1249"/>
              <a:gd name="T51" fmla="*/ 2147483646 h 545"/>
              <a:gd name="T52" fmla="*/ 2147483646 w 1249"/>
              <a:gd name="T53" fmla="*/ 2147483646 h 545"/>
              <a:gd name="T54" fmla="*/ 2147483646 w 1249"/>
              <a:gd name="T55" fmla="*/ 2147483646 h 545"/>
              <a:gd name="T56" fmla="*/ 2147483646 w 1249"/>
              <a:gd name="T57" fmla="*/ 2147483646 h 545"/>
              <a:gd name="T58" fmla="*/ 2147483646 w 1249"/>
              <a:gd name="T59" fmla="*/ 2147483646 h 545"/>
              <a:gd name="T60" fmla="*/ 2147483646 w 1249"/>
              <a:gd name="T61" fmla="*/ 2147483646 h 545"/>
              <a:gd name="T62" fmla="*/ 2147483646 w 1249"/>
              <a:gd name="T63" fmla="*/ 2147483646 h 545"/>
              <a:gd name="T64" fmla="*/ 2147483646 w 1249"/>
              <a:gd name="T65" fmla="*/ 2147483646 h 545"/>
              <a:gd name="T66" fmla="*/ 2147483646 w 1249"/>
              <a:gd name="T67" fmla="*/ 2147483646 h 545"/>
              <a:gd name="T68" fmla="*/ 2147483646 w 1249"/>
              <a:gd name="T69" fmla="*/ 2147483646 h 545"/>
              <a:gd name="T70" fmla="*/ 2147483646 w 1249"/>
              <a:gd name="T71" fmla="*/ 2147483646 h 545"/>
              <a:gd name="T72" fmla="*/ 2147483646 w 1249"/>
              <a:gd name="T73" fmla="*/ 2147483646 h 545"/>
              <a:gd name="T74" fmla="*/ 2147483646 w 1249"/>
              <a:gd name="T75" fmla="*/ 2147483646 h 545"/>
              <a:gd name="T76" fmla="*/ 2147483646 w 1249"/>
              <a:gd name="T77" fmla="*/ 2147483646 h 545"/>
              <a:gd name="T78" fmla="*/ 2147483646 w 1249"/>
              <a:gd name="T79" fmla="*/ 2147483646 h 545"/>
              <a:gd name="T80" fmla="*/ 2147483646 w 1249"/>
              <a:gd name="T81" fmla="*/ 2147483646 h 545"/>
              <a:gd name="T82" fmla="*/ 2147483646 w 1249"/>
              <a:gd name="T83" fmla="*/ 2147483646 h 545"/>
              <a:gd name="T84" fmla="*/ 2147483646 w 1249"/>
              <a:gd name="T85" fmla="*/ 2147483646 h 545"/>
              <a:gd name="T86" fmla="*/ 2147483646 w 1249"/>
              <a:gd name="T87" fmla="*/ 2147483646 h 545"/>
              <a:gd name="T88" fmla="*/ 0 w 1249"/>
              <a:gd name="T89" fmla="*/ 2147483646 h 545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</a:gdLst>
            <a:ahLst/>
            <a:cxnLst>
              <a:cxn ang="T90">
                <a:pos x="T0" y="T1"/>
              </a:cxn>
              <a:cxn ang="T91">
                <a:pos x="T2" y="T3"/>
              </a:cxn>
              <a:cxn ang="T92">
                <a:pos x="T4" y="T5"/>
              </a:cxn>
              <a:cxn ang="T93">
                <a:pos x="T6" y="T7"/>
              </a:cxn>
              <a:cxn ang="T94">
                <a:pos x="T8" y="T9"/>
              </a:cxn>
              <a:cxn ang="T95">
                <a:pos x="T10" y="T11"/>
              </a:cxn>
              <a:cxn ang="T96">
                <a:pos x="T12" y="T13"/>
              </a:cxn>
              <a:cxn ang="T97">
                <a:pos x="T14" y="T15"/>
              </a:cxn>
              <a:cxn ang="T98">
                <a:pos x="T16" y="T17"/>
              </a:cxn>
              <a:cxn ang="T99">
                <a:pos x="T18" y="T19"/>
              </a:cxn>
              <a:cxn ang="T100">
                <a:pos x="T20" y="T21"/>
              </a:cxn>
              <a:cxn ang="T101">
                <a:pos x="T22" y="T23"/>
              </a:cxn>
              <a:cxn ang="T102">
                <a:pos x="T24" y="T25"/>
              </a:cxn>
              <a:cxn ang="T103">
                <a:pos x="T26" y="T27"/>
              </a:cxn>
              <a:cxn ang="T104">
                <a:pos x="T28" y="T29"/>
              </a:cxn>
              <a:cxn ang="T105">
                <a:pos x="T30" y="T31"/>
              </a:cxn>
              <a:cxn ang="T106">
                <a:pos x="T32" y="T33"/>
              </a:cxn>
              <a:cxn ang="T107">
                <a:pos x="T34" y="T35"/>
              </a:cxn>
              <a:cxn ang="T108">
                <a:pos x="T36" y="T37"/>
              </a:cxn>
              <a:cxn ang="T109">
                <a:pos x="T38" y="T39"/>
              </a:cxn>
              <a:cxn ang="T110">
                <a:pos x="T40" y="T41"/>
              </a:cxn>
              <a:cxn ang="T111">
                <a:pos x="T42" y="T43"/>
              </a:cxn>
              <a:cxn ang="T112">
                <a:pos x="T44" y="T45"/>
              </a:cxn>
              <a:cxn ang="T113">
                <a:pos x="T46" y="T47"/>
              </a:cxn>
              <a:cxn ang="T114">
                <a:pos x="T48" y="T49"/>
              </a:cxn>
              <a:cxn ang="T115">
                <a:pos x="T50" y="T51"/>
              </a:cxn>
              <a:cxn ang="T116">
                <a:pos x="T52" y="T53"/>
              </a:cxn>
              <a:cxn ang="T117">
                <a:pos x="T54" y="T55"/>
              </a:cxn>
              <a:cxn ang="T118">
                <a:pos x="T56" y="T57"/>
              </a:cxn>
              <a:cxn ang="T119">
                <a:pos x="T58" y="T59"/>
              </a:cxn>
              <a:cxn ang="T120">
                <a:pos x="T60" y="T61"/>
              </a:cxn>
              <a:cxn ang="T121">
                <a:pos x="T62" y="T63"/>
              </a:cxn>
              <a:cxn ang="T122">
                <a:pos x="T64" y="T65"/>
              </a:cxn>
              <a:cxn ang="T123">
                <a:pos x="T66" y="T67"/>
              </a:cxn>
              <a:cxn ang="T124">
                <a:pos x="T68" y="T69"/>
              </a:cxn>
              <a:cxn ang="T125">
                <a:pos x="T70" y="T71"/>
              </a:cxn>
              <a:cxn ang="T126">
                <a:pos x="T72" y="T73"/>
              </a:cxn>
              <a:cxn ang="T127">
                <a:pos x="T74" y="T75"/>
              </a:cxn>
              <a:cxn ang="T128">
                <a:pos x="T76" y="T77"/>
              </a:cxn>
              <a:cxn ang="T129">
                <a:pos x="T78" y="T79"/>
              </a:cxn>
              <a:cxn ang="T130">
                <a:pos x="T80" y="T81"/>
              </a:cxn>
              <a:cxn ang="T131">
                <a:pos x="T82" y="T83"/>
              </a:cxn>
              <a:cxn ang="T132">
                <a:pos x="T84" y="T85"/>
              </a:cxn>
              <a:cxn ang="T133">
                <a:pos x="T86" y="T87"/>
              </a:cxn>
              <a:cxn ang="T134">
                <a:pos x="T88" y="T89"/>
              </a:cxn>
            </a:cxnLst>
            <a:rect l="0" t="0" r="r" b="b"/>
            <a:pathLst>
              <a:path w="1249" h="545">
                <a:moveTo>
                  <a:pt x="0" y="271"/>
                </a:moveTo>
                <a:lnTo>
                  <a:pt x="0" y="272"/>
                </a:lnTo>
                <a:lnTo>
                  <a:pt x="0" y="258"/>
                </a:lnTo>
                <a:lnTo>
                  <a:pt x="2" y="244"/>
                </a:lnTo>
                <a:lnTo>
                  <a:pt x="3" y="231"/>
                </a:lnTo>
                <a:lnTo>
                  <a:pt x="5" y="218"/>
                </a:lnTo>
                <a:lnTo>
                  <a:pt x="8" y="204"/>
                </a:lnTo>
                <a:lnTo>
                  <a:pt x="13" y="191"/>
                </a:lnTo>
                <a:lnTo>
                  <a:pt x="16" y="178"/>
                </a:lnTo>
                <a:lnTo>
                  <a:pt x="21" y="167"/>
                </a:lnTo>
                <a:lnTo>
                  <a:pt x="27" y="154"/>
                </a:lnTo>
                <a:lnTo>
                  <a:pt x="32" y="143"/>
                </a:lnTo>
                <a:lnTo>
                  <a:pt x="40" y="132"/>
                </a:lnTo>
                <a:lnTo>
                  <a:pt x="47" y="120"/>
                </a:lnTo>
                <a:lnTo>
                  <a:pt x="55" y="109"/>
                </a:lnTo>
                <a:lnTo>
                  <a:pt x="63" y="100"/>
                </a:lnTo>
                <a:lnTo>
                  <a:pt x="71" y="88"/>
                </a:lnTo>
                <a:lnTo>
                  <a:pt x="80" y="79"/>
                </a:lnTo>
                <a:lnTo>
                  <a:pt x="90" y="71"/>
                </a:lnTo>
                <a:lnTo>
                  <a:pt x="99" y="63"/>
                </a:lnTo>
                <a:lnTo>
                  <a:pt x="109" y="53"/>
                </a:lnTo>
                <a:lnTo>
                  <a:pt x="120" y="47"/>
                </a:lnTo>
                <a:lnTo>
                  <a:pt x="131" y="39"/>
                </a:lnTo>
                <a:lnTo>
                  <a:pt x="143" y="32"/>
                </a:lnTo>
                <a:lnTo>
                  <a:pt x="154" y="26"/>
                </a:lnTo>
                <a:lnTo>
                  <a:pt x="167" y="21"/>
                </a:lnTo>
                <a:lnTo>
                  <a:pt x="179" y="16"/>
                </a:lnTo>
                <a:lnTo>
                  <a:pt x="191" y="12"/>
                </a:lnTo>
                <a:lnTo>
                  <a:pt x="205" y="8"/>
                </a:lnTo>
                <a:lnTo>
                  <a:pt x="218" y="5"/>
                </a:lnTo>
                <a:lnTo>
                  <a:pt x="231" y="4"/>
                </a:lnTo>
                <a:lnTo>
                  <a:pt x="245" y="2"/>
                </a:lnTo>
                <a:lnTo>
                  <a:pt x="258" y="0"/>
                </a:lnTo>
                <a:lnTo>
                  <a:pt x="272" y="0"/>
                </a:lnTo>
                <a:lnTo>
                  <a:pt x="977" y="0"/>
                </a:lnTo>
                <a:lnTo>
                  <a:pt x="989" y="0"/>
                </a:lnTo>
                <a:lnTo>
                  <a:pt x="1004" y="2"/>
                </a:lnTo>
                <a:lnTo>
                  <a:pt x="1018" y="4"/>
                </a:lnTo>
                <a:lnTo>
                  <a:pt x="1031" y="5"/>
                </a:lnTo>
                <a:lnTo>
                  <a:pt x="1044" y="8"/>
                </a:lnTo>
                <a:lnTo>
                  <a:pt x="1057" y="12"/>
                </a:lnTo>
                <a:lnTo>
                  <a:pt x="1069" y="16"/>
                </a:lnTo>
                <a:lnTo>
                  <a:pt x="1082" y="21"/>
                </a:lnTo>
                <a:lnTo>
                  <a:pt x="1093" y="26"/>
                </a:lnTo>
                <a:lnTo>
                  <a:pt x="1106" y="32"/>
                </a:lnTo>
                <a:lnTo>
                  <a:pt x="1117" y="39"/>
                </a:lnTo>
                <a:lnTo>
                  <a:pt x="1129" y="47"/>
                </a:lnTo>
                <a:lnTo>
                  <a:pt x="1140" y="53"/>
                </a:lnTo>
                <a:lnTo>
                  <a:pt x="1149" y="63"/>
                </a:lnTo>
                <a:lnTo>
                  <a:pt x="1159" y="71"/>
                </a:lnTo>
                <a:lnTo>
                  <a:pt x="1169" y="79"/>
                </a:lnTo>
                <a:lnTo>
                  <a:pt x="1178" y="88"/>
                </a:lnTo>
                <a:lnTo>
                  <a:pt x="1186" y="100"/>
                </a:lnTo>
                <a:lnTo>
                  <a:pt x="1194" y="109"/>
                </a:lnTo>
                <a:lnTo>
                  <a:pt x="1202" y="120"/>
                </a:lnTo>
                <a:lnTo>
                  <a:pt x="1209" y="132"/>
                </a:lnTo>
                <a:lnTo>
                  <a:pt x="1215" y="143"/>
                </a:lnTo>
                <a:lnTo>
                  <a:pt x="1221" y="154"/>
                </a:lnTo>
                <a:lnTo>
                  <a:pt x="1228" y="167"/>
                </a:lnTo>
                <a:lnTo>
                  <a:pt x="1233" y="178"/>
                </a:lnTo>
                <a:lnTo>
                  <a:pt x="1236" y="191"/>
                </a:lnTo>
                <a:lnTo>
                  <a:pt x="1241" y="204"/>
                </a:lnTo>
                <a:lnTo>
                  <a:pt x="1242" y="218"/>
                </a:lnTo>
                <a:lnTo>
                  <a:pt x="1246" y="231"/>
                </a:lnTo>
                <a:lnTo>
                  <a:pt x="1247" y="244"/>
                </a:lnTo>
                <a:lnTo>
                  <a:pt x="1249" y="258"/>
                </a:lnTo>
                <a:lnTo>
                  <a:pt x="1249" y="272"/>
                </a:lnTo>
                <a:lnTo>
                  <a:pt x="1249" y="271"/>
                </a:lnTo>
                <a:lnTo>
                  <a:pt x="1249" y="285"/>
                </a:lnTo>
                <a:lnTo>
                  <a:pt x="1247" y="300"/>
                </a:lnTo>
                <a:lnTo>
                  <a:pt x="1246" y="312"/>
                </a:lnTo>
                <a:lnTo>
                  <a:pt x="1242" y="327"/>
                </a:lnTo>
                <a:lnTo>
                  <a:pt x="1241" y="340"/>
                </a:lnTo>
                <a:lnTo>
                  <a:pt x="1236" y="353"/>
                </a:lnTo>
                <a:lnTo>
                  <a:pt x="1233" y="365"/>
                </a:lnTo>
                <a:lnTo>
                  <a:pt x="1228" y="378"/>
                </a:lnTo>
                <a:lnTo>
                  <a:pt x="1221" y="389"/>
                </a:lnTo>
                <a:lnTo>
                  <a:pt x="1215" y="402"/>
                </a:lnTo>
                <a:lnTo>
                  <a:pt x="1209" y="413"/>
                </a:lnTo>
                <a:lnTo>
                  <a:pt x="1202" y="425"/>
                </a:lnTo>
                <a:lnTo>
                  <a:pt x="1194" y="434"/>
                </a:lnTo>
                <a:lnTo>
                  <a:pt x="1186" y="445"/>
                </a:lnTo>
                <a:lnTo>
                  <a:pt x="1178" y="455"/>
                </a:lnTo>
                <a:lnTo>
                  <a:pt x="1169" y="465"/>
                </a:lnTo>
                <a:lnTo>
                  <a:pt x="1159" y="473"/>
                </a:lnTo>
                <a:lnTo>
                  <a:pt x="1149" y="482"/>
                </a:lnTo>
                <a:lnTo>
                  <a:pt x="1140" y="490"/>
                </a:lnTo>
                <a:lnTo>
                  <a:pt x="1129" y="498"/>
                </a:lnTo>
                <a:lnTo>
                  <a:pt x="1117" y="505"/>
                </a:lnTo>
                <a:lnTo>
                  <a:pt x="1106" y="511"/>
                </a:lnTo>
                <a:lnTo>
                  <a:pt x="1093" y="517"/>
                </a:lnTo>
                <a:lnTo>
                  <a:pt x="1082" y="522"/>
                </a:lnTo>
                <a:lnTo>
                  <a:pt x="1069" y="527"/>
                </a:lnTo>
                <a:lnTo>
                  <a:pt x="1057" y="532"/>
                </a:lnTo>
                <a:lnTo>
                  <a:pt x="1044" y="535"/>
                </a:lnTo>
                <a:lnTo>
                  <a:pt x="1031" y="538"/>
                </a:lnTo>
                <a:lnTo>
                  <a:pt x="1018" y="541"/>
                </a:lnTo>
                <a:lnTo>
                  <a:pt x="1004" y="543"/>
                </a:lnTo>
                <a:lnTo>
                  <a:pt x="989" y="543"/>
                </a:lnTo>
                <a:lnTo>
                  <a:pt x="977" y="545"/>
                </a:lnTo>
                <a:lnTo>
                  <a:pt x="272" y="545"/>
                </a:lnTo>
                <a:lnTo>
                  <a:pt x="258" y="543"/>
                </a:lnTo>
                <a:lnTo>
                  <a:pt x="245" y="543"/>
                </a:lnTo>
                <a:lnTo>
                  <a:pt x="231" y="541"/>
                </a:lnTo>
                <a:lnTo>
                  <a:pt x="218" y="538"/>
                </a:lnTo>
                <a:lnTo>
                  <a:pt x="205" y="535"/>
                </a:lnTo>
                <a:lnTo>
                  <a:pt x="191" y="532"/>
                </a:lnTo>
                <a:lnTo>
                  <a:pt x="179" y="527"/>
                </a:lnTo>
                <a:lnTo>
                  <a:pt x="167" y="522"/>
                </a:lnTo>
                <a:lnTo>
                  <a:pt x="154" y="517"/>
                </a:lnTo>
                <a:lnTo>
                  <a:pt x="143" y="511"/>
                </a:lnTo>
                <a:lnTo>
                  <a:pt x="131" y="505"/>
                </a:lnTo>
                <a:lnTo>
                  <a:pt x="120" y="498"/>
                </a:lnTo>
                <a:lnTo>
                  <a:pt x="109" y="490"/>
                </a:lnTo>
                <a:lnTo>
                  <a:pt x="99" y="482"/>
                </a:lnTo>
                <a:lnTo>
                  <a:pt x="90" y="473"/>
                </a:lnTo>
                <a:lnTo>
                  <a:pt x="80" y="465"/>
                </a:lnTo>
                <a:lnTo>
                  <a:pt x="71" y="455"/>
                </a:lnTo>
                <a:lnTo>
                  <a:pt x="63" y="445"/>
                </a:lnTo>
                <a:lnTo>
                  <a:pt x="55" y="434"/>
                </a:lnTo>
                <a:lnTo>
                  <a:pt x="47" y="425"/>
                </a:lnTo>
                <a:lnTo>
                  <a:pt x="40" y="413"/>
                </a:lnTo>
                <a:lnTo>
                  <a:pt x="32" y="402"/>
                </a:lnTo>
                <a:lnTo>
                  <a:pt x="27" y="389"/>
                </a:lnTo>
                <a:lnTo>
                  <a:pt x="21" y="378"/>
                </a:lnTo>
                <a:lnTo>
                  <a:pt x="16" y="365"/>
                </a:lnTo>
                <a:lnTo>
                  <a:pt x="13" y="353"/>
                </a:lnTo>
                <a:lnTo>
                  <a:pt x="8" y="340"/>
                </a:lnTo>
                <a:lnTo>
                  <a:pt x="5" y="327"/>
                </a:lnTo>
                <a:lnTo>
                  <a:pt x="3" y="312"/>
                </a:lnTo>
                <a:lnTo>
                  <a:pt x="2" y="300"/>
                </a:lnTo>
                <a:lnTo>
                  <a:pt x="0" y="285"/>
                </a:lnTo>
                <a:lnTo>
                  <a:pt x="0" y="271"/>
                </a:lnTo>
                <a:close/>
              </a:path>
            </a:pathLst>
          </a:custGeom>
          <a:noFill/>
          <a:ln w="23813">
            <a:solidFill>
              <a:srgbClr val="FF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77837" name="TextBox 4">
            <a:extLst>
              <a:ext uri="{FF2B5EF4-FFF2-40B4-BE49-F238E27FC236}">
                <a16:creationId xmlns:a16="http://schemas.microsoft.com/office/drawing/2014/main" id="{A0215D13-DCBE-4A58-854F-C63D1CAC0A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97363" y="5029200"/>
            <a:ext cx="3570287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br>
              <a: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</a:br>
            <a:r>
              <a: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These two neighbors 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differ only in the FIRST bit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49" name="Title 1">
            <a:extLst>
              <a:ext uri="{FF2B5EF4-FFF2-40B4-BE49-F238E27FC236}">
                <a16:creationId xmlns:a16="http://schemas.microsoft.com/office/drawing/2014/main" id="{3AB54755-BBBC-4249-A546-3E00550149D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Gray Code &amp; K-map </a:t>
            </a:r>
          </a:p>
        </p:txBody>
      </p:sp>
      <p:grpSp>
        <p:nvGrpSpPr>
          <p:cNvPr id="78850" name="Group 11">
            <a:extLst>
              <a:ext uri="{FF2B5EF4-FFF2-40B4-BE49-F238E27FC236}">
                <a16:creationId xmlns:a16="http://schemas.microsoft.com/office/drawing/2014/main" id="{FD9F695A-D0A7-47E2-8C47-C926871AC328}"/>
              </a:ext>
            </a:extLst>
          </p:cNvPr>
          <p:cNvGrpSpPr>
            <a:grpSpLocks/>
          </p:cNvGrpSpPr>
          <p:nvPr/>
        </p:nvGrpSpPr>
        <p:grpSpPr bwMode="auto">
          <a:xfrm>
            <a:off x="4343400" y="2133600"/>
            <a:ext cx="4592638" cy="2895600"/>
            <a:chOff x="4343399" y="2133600"/>
            <a:chExt cx="4592783" cy="2895600"/>
          </a:xfrm>
        </p:grpSpPr>
        <p:pic>
          <p:nvPicPr>
            <p:cNvPr id="78866" name="Picture 2" descr="Screen shot 2014-02-03 at 1.55.42 PM.png">
              <a:extLst>
                <a:ext uri="{FF2B5EF4-FFF2-40B4-BE49-F238E27FC236}">
                  <a16:creationId xmlns:a16="http://schemas.microsoft.com/office/drawing/2014/main" id="{BA05D407-5A86-4A20-A875-69ED424B3FE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72000" y="2133600"/>
              <a:ext cx="4364182" cy="2895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8867" name="Rectangle 7">
              <a:extLst>
                <a:ext uri="{FF2B5EF4-FFF2-40B4-BE49-F238E27FC236}">
                  <a16:creationId xmlns:a16="http://schemas.microsoft.com/office/drawing/2014/main" id="{A7E15C75-9B61-4E80-BD1F-20F1C48A9F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74785" y="2234834"/>
              <a:ext cx="1066800" cy="48377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78868" name="Rectangle 12">
              <a:extLst>
                <a:ext uri="{FF2B5EF4-FFF2-40B4-BE49-F238E27FC236}">
                  <a16:creationId xmlns:a16="http://schemas.microsoft.com/office/drawing/2014/main" id="{44BFB818-2FE4-429F-9294-F10BBE0034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43399" y="2753696"/>
              <a:ext cx="717285" cy="48377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78869" name="TextBox 41">
              <a:extLst>
                <a:ext uri="{FF2B5EF4-FFF2-40B4-BE49-F238E27FC236}">
                  <a16:creationId xmlns:a16="http://schemas.microsoft.com/office/drawing/2014/main" id="{5B132774-11B8-41E8-886F-0AF9494E0A0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39620" y="2157320"/>
              <a:ext cx="851830" cy="5847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32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s x</a:t>
              </a:r>
              <a:r>
                <a:rPr kumimoji="0" lang="en-US" altLang="en-US" sz="3200" b="0" i="1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1</a:t>
              </a:r>
            </a:p>
          </p:txBody>
        </p:sp>
        <p:sp>
          <p:nvSpPr>
            <p:cNvPr id="78870" name="TextBox 41">
              <a:extLst>
                <a:ext uri="{FF2B5EF4-FFF2-40B4-BE49-F238E27FC236}">
                  <a16:creationId xmlns:a16="http://schemas.microsoft.com/office/drawing/2014/main" id="{707A45A8-35CD-44E7-A3D2-41BF206FD40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37780" y="2619976"/>
              <a:ext cx="692131" cy="5847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32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 x</a:t>
              </a:r>
              <a:r>
                <a:rPr kumimoji="0" lang="en-US" altLang="en-US" sz="3200" b="0" i="1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2</a:t>
              </a:r>
            </a:p>
          </p:txBody>
        </p:sp>
      </p:grpSp>
      <p:sp>
        <p:nvSpPr>
          <p:cNvPr id="78851" name="TextBox 13">
            <a:extLst>
              <a:ext uri="{FF2B5EF4-FFF2-40B4-BE49-F238E27FC236}">
                <a16:creationId xmlns:a16="http://schemas.microsoft.com/office/drawing/2014/main" id="{9AC7C324-B664-4057-AD15-FA3F1F919A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89600" y="3394075"/>
            <a:ext cx="677863" cy="52228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 000</a:t>
            </a:r>
            <a:r>
              <a:rPr kumimoji="0" lang="en-US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 </a:t>
            </a:r>
          </a:p>
        </p:txBody>
      </p:sp>
      <p:sp>
        <p:nvSpPr>
          <p:cNvPr id="78852" name="TextBox 13">
            <a:extLst>
              <a:ext uri="{FF2B5EF4-FFF2-40B4-BE49-F238E27FC236}">
                <a16:creationId xmlns:a16="http://schemas.microsoft.com/office/drawing/2014/main" id="{CF8895BE-F3ED-4E9C-A738-BC9A54B977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84938" y="3398838"/>
            <a:ext cx="677862" cy="52228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 010</a:t>
            </a:r>
            <a:r>
              <a:rPr kumimoji="0" lang="en-US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 </a:t>
            </a:r>
          </a:p>
        </p:txBody>
      </p:sp>
      <p:sp>
        <p:nvSpPr>
          <p:cNvPr id="78853" name="TextBox 13">
            <a:extLst>
              <a:ext uri="{FF2B5EF4-FFF2-40B4-BE49-F238E27FC236}">
                <a16:creationId xmlns:a16="http://schemas.microsoft.com/office/drawing/2014/main" id="{AFC7CFB1-3F49-4070-A78D-B182933943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85038" y="3405188"/>
            <a:ext cx="676275" cy="5238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 110</a:t>
            </a:r>
            <a:r>
              <a:rPr kumimoji="0" lang="en-US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 </a:t>
            </a:r>
          </a:p>
        </p:txBody>
      </p:sp>
      <p:sp>
        <p:nvSpPr>
          <p:cNvPr id="78854" name="TextBox 13">
            <a:extLst>
              <a:ext uri="{FF2B5EF4-FFF2-40B4-BE49-F238E27FC236}">
                <a16:creationId xmlns:a16="http://schemas.microsoft.com/office/drawing/2014/main" id="{34B49E54-8BA6-4E4F-9483-90937EB7ED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62913" y="3395663"/>
            <a:ext cx="677862" cy="52228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 100</a:t>
            </a:r>
            <a:r>
              <a:rPr kumimoji="0" lang="en-US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 </a:t>
            </a:r>
          </a:p>
        </p:txBody>
      </p:sp>
      <p:sp>
        <p:nvSpPr>
          <p:cNvPr id="78855" name="TextBox 13">
            <a:extLst>
              <a:ext uri="{FF2B5EF4-FFF2-40B4-BE49-F238E27FC236}">
                <a16:creationId xmlns:a16="http://schemas.microsoft.com/office/drawing/2014/main" id="{1C57667A-978A-46E0-81C3-FEF018205A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81663" y="4189413"/>
            <a:ext cx="676275" cy="5238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 001</a:t>
            </a:r>
            <a:r>
              <a:rPr kumimoji="0" lang="en-US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 </a:t>
            </a:r>
          </a:p>
        </p:txBody>
      </p:sp>
      <p:sp>
        <p:nvSpPr>
          <p:cNvPr id="78856" name="TextBox 13">
            <a:extLst>
              <a:ext uri="{FF2B5EF4-FFF2-40B4-BE49-F238E27FC236}">
                <a16:creationId xmlns:a16="http://schemas.microsoft.com/office/drawing/2014/main" id="{B80E42D1-1DB6-44EE-850B-B83482FBB7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77000" y="4194175"/>
            <a:ext cx="677863" cy="5238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 011</a:t>
            </a:r>
            <a:r>
              <a:rPr kumimoji="0" lang="en-US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 </a:t>
            </a:r>
          </a:p>
        </p:txBody>
      </p:sp>
      <p:sp>
        <p:nvSpPr>
          <p:cNvPr id="78857" name="TextBox 13">
            <a:extLst>
              <a:ext uri="{FF2B5EF4-FFF2-40B4-BE49-F238E27FC236}">
                <a16:creationId xmlns:a16="http://schemas.microsoft.com/office/drawing/2014/main" id="{C27D3977-CED1-4E57-BCE1-E9E20F0B1E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75513" y="4200525"/>
            <a:ext cx="677862" cy="5238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 111</a:t>
            </a:r>
            <a:r>
              <a:rPr kumimoji="0" lang="en-US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 </a:t>
            </a:r>
          </a:p>
        </p:txBody>
      </p:sp>
      <p:sp>
        <p:nvSpPr>
          <p:cNvPr id="78858" name="TextBox 13">
            <a:extLst>
              <a:ext uri="{FF2B5EF4-FFF2-40B4-BE49-F238E27FC236}">
                <a16:creationId xmlns:a16="http://schemas.microsoft.com/office/drawing/2014/main" id="{6C26A2AF-12BA-435F-BEA9-EB39725839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54975" y="4191000"/>
            <a:ext cx="676275" cy="5238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 101</a:t>
            </a:r>
            <a:r>
              <a:rPr kumimoji="0" lang="en-US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 </a:t>
            </a:r>
          </a:p>
        </p:txBody>
      </p:sp>
      <p:grpSp>
        <p:nvGrpSpPr>
          <p:cNvPr id="78859" name="Group 3">
            <a:extLst>
              <a:ext uri="{FF2B5EF4-FFF2-40B4-BE49-F238E27FC236}">
                <a16:creationId xmlns:a16="http://schemas.microsoft.com/office/drawing/2014/main" id="{DFDDC790-F7E3-4D65-A710-390FE53C2BD0}"/>
              </a:ext>
            </a:extLst>
          </p:cNvPr>
          <p:cNvGrpSpPr>
            <a:grpSpLocks/>
          </p:cNvGrpSpPr>
          <p:nvPr/>
        </p:nvGrpSpPr>
        <p:grpSpPr bwMode="auto">
          <a:xfrm>
            <a:off x="962025" y="1143000"/>
            <a:ext cx="3762375" cy="5334000"/>
            <a:chOff x="230188" y="1143000"/>
            <a:chExt cx="3763052" cy="5334000"/>
          </a:xfrm>
        </p:grpSpPr>
        <p:pic>
          <p:nvPicPr>
            <p:cNvPr id="78863" name="Picture 3" descr="Screen shot 2013-09-11 at 1.53.58 PM.png">
              <a:extLst>
                <a:ext uri="{FF2B5EF4-FFF2-40B4-BE49-F238E27FC236}">
                  <a16:creationId xmlns:a16="http://schemas.microsoft.com/office/drawing/2014/main" id="{83AF1EF4-7B6A-473D-882D-2EB8D137BB5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85800" y="1219200"/>
              <a:ext cx="3086100" cy="5029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8864" name="Picture 5" descr="Screen shot 2014-02-03 at 1.56.59 PM.png">
              <a:extLst>
                <a:ext uri="{FF2B5EF4-FFF2-40B4-BE49-F238E27FC236}">
                  <a16:creationId xmlns:a16="http://schemas.microsoft.com/office/drawing/2014/main" id="{47A82BC5-122E-4C9E-9EB9-64FBAB9041D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0188" y="2012950"/>
              <a:ext cx="534987" cy="4114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8865" name="Rectangle 2">
              <a:extLst>
                <a:ext uri="{FF2B5EF4-FFF2-40B4-BE49-F238E27FC236}">
                  <a16:creationId xmlns:a16="http://schemas.microsoft.com/office/drawing/2014/main" id="{0EF81638-AE7F-4174-BA98-CD599EDFB1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2040" y="1143000"/>
              <a:ext cx="1981200" cy="5334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</p:grpSp>
      <p:sp>
        <p:nvSpPr>
          <p:cNvPr id="78860" name="TextBox 4">
            <a:extLst>
              <a:ext uri="{FF2B5EF4-FFF2-40B4-BE49-F238E27FC236}">
                <a16:creationId xmlns:a16="http://schemas.microsoft.com/office/drawing/2014/main" id="{4A4FA7E0-87FE-4B3A-B91F-D02C9B7939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95800" y="4800600"/>
            <a:ext cx="4313238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br>
              <a: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</a:br>
            <a:r>
              <a: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These four neighbors 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differ in the FIRST and LAST bit</a:t>
            </a:r>
          </a:p>
        </p:txBody>
      </p:sp>
      <p:sp>
        <p:nvSpPr>
          <p:cNvPr id="44" name="Rounded Rectangle 43">
            <a:extLst>
              <a:ext uri="{FF2B5EF4-FFF2-40B4-BE49-F238E27FC236}">
                <a16:creationId xmlns:a16="http://schemas.microsoft.com/office/drawing/2014/main" id="{D84E5AAD-E50D-2D43-86EC-0BACA52EFB20}"/>
              </a:ext>
            </a:extLst>
          </p:cNvPr>
          <p:cNvSpPr/>
          <p:nvPr/>
        </p:nvSpPr>
        <p:spPr bwMode="auto">
          <a:xfrm rot="16200000">
            <a:off x="6500019" y="3393281"/>
            <a:ext cx="1368425" cy="1370013"/>
          </a:xfrm>
          <a:prstGeom prst="roundRect">
            <a:avLst/>
          </a:prstGeom>
          <a:noFill/>
          <a:ln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78862" name="TextBox 44">
            <a:extLst>
              <a:ext uri="{FF2B5EF4-FFF2-40B4-BE49-F238E27FC236}">
                <a16:creationId xmlns:a16="http://schemas.microsoft.com/office/drawing/2014/main" id="{5B11518F-F905-47FD-A6B6-812E9E8266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43400" y="5867400"/>
            <a:ext cx="4840288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br>
              <a: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</a:br>
            <a:r>
              <a: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They are similar in their MIDDLE bit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3" name="Title 1">
            <a:extLst>
              <a:ext uri="{FF2B5EF4-FFF2-40B4-BE49-F238E27FC236}">
                <a16:creationId xmlns:a16="http://schemas.microsoft.com/office/drawing/2014/main" id="{C4FF095B-0DB1-4FD3-B0C2-7A6A5DAD029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20638"/>
            <a:ext cx="9144000" cy="685800"/>
          </a:xfrm>
        </p:spPr>
        <p:txBody>
          <a:bodyPr/>
          <a:lstStyle/>
          <a:p>
            <a:r>
              <a:rPr lang="en-US" altLang="en-US"/>
              <a:t>Adjacency Rules</a:t>
            </a:r>
          </a:p>
        </p:txBody>
      </p:sp>
      <p:pic>
        <p:nvPicPr>
          <p:cNvPr id="79874" name="Picture 26" descr="Screen shot 2013-09-23 at 3.02.25 PM.png">
            <a:extLst>
              <a:ext uri="{FF2B5EF4-FFF2-40B4-BE49-F238E27FC236}">
                <a16:creationId xmlns:a16="http://schemas.microsoft.com/office/drawing/2014/main" id="{E30AA36D-2770-447E-8532-591773B264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0" y="1905000"/>
            <a:ext cx="2819400" cy="181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9875" name="TextBox 2">
            <a:extLst>
              <a:ext uri="{FF2B5EF4-FFF2-40B4-BE49-F238E27FC236}">
                <a16:creationId xmlns:a16="http://schemas.microsoft.com/office/drawing/2014/main" id="{5C7280D4-2FC5-409A-89F5-1544177E08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91000" y="4267200"/>
            <a:ext cx="966788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adjacent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columns</a:t>
            </a:r>
          </a:p>
        </p:txBody>
      </p:sp>
      <p:cxnSp>
        <p:nvCxnSpPr>
          <p:cNvPr id="79876" name="Straight Arrow Connector 29">
            <a:extLst>
              <a:ext uri="{FF2B5EF4-FFF2-40B4-BE49-F238E27FC236}">
                <a16:creationId xmlns:a16="http://schemas.microsoft.com/office/drawing/2014/main" id="{09E4158E-C152-4B86-8A53-FDE1E26F2590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3962400" y="3657600"/>
            <a:ext cx="533400" cy="457200"/>
          </a:xfrm>
          <a:prstGeom prst="straightConnector1">
            <a:avLst/>
          </a:prstGeom>
          <a:noFill/>
          <a:ln w="19050">
            <a:solidFill>
              <a:srgbClr val="FF00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9877" name="Straight Arrow Connector 30">
            <a:extLst>
              <a:ext uri="{FF2B5EF4-FFF2-40B4-BE49-F238E27FC236}">
                <a16:creationId xmlns:a16="http://schemas.microsoft.com/office/drawing/2014/main" id="{748463DC-1D66-4AF3-9739-DA5ED98D8CDF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4879975" y="3657600"/>
            <a:ext cx="530225" cy="496888"/>
          </a:xfrm>
          <a:prstGeom prst="straightConnector1">
            <a:avLst/>
          </a:prstGeom>
          <a:noFill/>
          <a:ln w="19050">
            <a:solidFill>
              <a:srgbClr val="FF00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7" name="Title 1">
            <a:extLst>
              <a:ext uri="{FF2B5EF4-FFF2-40B4-BE49-F238E27FC236}">
                <a16:creationId xmlns:a16="http://schemas.microsoft.com/office/drawing/2014/main" id="{EE568068-E1B8-4946-8247-ACEB22E605A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Gray Code &amp; K-map </a:t>
            </a:r>
          </a:p>
        </p:txBody>
      </p:sp>
      <p:grpSp>
        <p:nvGrpSpPr>
          <p:cNvPr id="80898" name="Group 11">
            <a:extLst>
              <a:ext uri="{FF2B5EF4-FFF2-40B4-BE49-F238E27FC236}">
                <a16:creationId xmlns:a16="http://schemas.microsoft.com/office/drawing/2014/main" id="{C8AB30A4-B42E-41A1-B753-BDD386A3EA62}"/>
              </a:ext>
            </a:extLst>
          </p:cNvPr>
          <p:cNvGrpSpPr>
            <a:grpSpLocks/>
          </p:cNvGrpSpPr>
          <p:nvPr/>
        </p:nvGrpSpPr>
        <p:grpSpPr bwMode="auto">
          <a:xfrm>
            <a:off x="4343400" y="1066800"/>
            <a:ext cx="4592638" cy="2895600"/>
            <a:chOff x="4343399" y="2133600"/>
            <a:chExt cx="4592783" cy="2895600"/>
          </a:xfrm>
        </p:grpSpPr>
        <p:pic>
          <p:nvPicPr>
            <p:cNvPr id="80926" name="Picture 2" descr="Screen shot 2014-02-03 at 1.55.42 PM.png">
              <a:extLst>
                <a:ext uri="{FF2B5EF4-FFF2-40B4-BE49-F238E27FC236}">
                  <a16:creationId xmlns:a16="http://schemas.microsoft.com/office/drawing/2014/main" id="{ACC80DFD-5A35-4D65-B878-D9BE979C4D0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72000" y="2133600"/>
              <a:ext cx="4364182" cy="2895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0927" name="Rectangle 7">
              <a:extLst>
                <a:ext uri="{FF2B5EF4-FFF2-40B4-BE49-F238E27FC236}">
                  <a16:creationId xmlns:a16="http://schemas.microsoft.com/office/drawing/2014/main" id="{B1019261-9F99-461B-832F-3303181BEB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84410" y="2244459"/>
              <a:ext cx="1066800" cy="48377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80928" name="Rectangle 12">
              <a:extLst>
                <a:ext uri="{FF2B5EF4-FFF2-40B4-BE49-F238E27FC236}">
                  <a16:creationId xmlns:a16="http://schemas.microsoft.com/office/drawing/2014/main" id="{214E43C1-833A-4691-882D-12D5E420A2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43399" y="2753696"/>
              <a:ext cx="717285" cy="48377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80929" name="TextBox 41">
              <a:extLst>
                <a:ext uri="{FF2B5EF4-FFF2-40B4-BE49-F238E27FC236}">
                  <a16:creationId xmlns:a16="http://schemas.microsoft.com/office/drawing/2014/main" id="{9CD72922-A194-4599-B3A0-47E7CF76953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39620" y="2157320"/>
              <a:ext cx="851830" cy="5847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32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s x</a:t>
              </a:r>
              <a:r>
                <a:rPr kumimoji="0" lang="en-US" altLang="en-US" sz="3200" b="0" i="1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1</a:t>
              </a:r>
            </a:p>
          </p:txBody>
        </p:sp>
        <p:sp>
          <p:nvSpPr>
            <p:cNvPr id="80930" name="TextBox 41">
              <a:extLst>
                <a:ext uri="{FF2B5EF4-FFF2-40B4-BE49-F238E27FC236}">
                  <a16:creationId xmlns:a16="http://schemas.microsoft.com/office/drawing/2014/main" id="{73ECA0B4-6FF7-419B-951F-2F2990182E8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37780" y="2619976"/>
              <a:ext cx="692131" cy="5847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32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 x</a:t>
              </a:r>
              <a:r>
                <a:rPr kumimoji="0" lang="en-US" altLang="en-US" sz="3200" b="0" i="1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2</a:t>
              </a:r>
            </a:p>
          </p:txBody>
        </p:sp>
      </p:grpSp>
      <p:sp>
        <p:nvSpPr>
          <p:cNvPr id="80899" name="TextBox 13">
            <a:extLst>
              <a:ext uri="{FF2B5EF4-FFF2-40B4-BE49-F238E27FC236}">
                <a16:creationId xmlns:a16="http://schemas.microsoft.com/office/drawing/2014/main" id="{2D0B35EA-592D-460E-B1AE-E27078A198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89600" y="2327275"/>
            <a:ext cx="677863" cy="52228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 000</a:t>
            </a:r>
            <a:r>
              <a:rPr kumimoji="0" lang="en-US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 </a:t>
            </a:r>
          </a:p>
        </p:txBody>
      </p:sp>
      <p:sp>
        <p:nvSpPr>
          <p:cNvPr id="80900" name="TextBox 13">
            <a:extLst>
              <a:ext uri="{FF2B5EF4-FFF2-40B4-BE49-F238E27FC236}">
                <a16:creationId xmlns:a16="http://schemas.microsoft.com/office/drawing/2014/main" id="{7849BAB8-3B0B-4291-A053-224CDD8237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84938" y="2332038"/>
            <a:ext cx="677862" cy="52228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 010</a:t>
            </a:r>
            <a:r>
              <a:rPr kumimoji="0" lang="en-US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 </a:t>
            </a:r>
          </a:p>
        </p:txBody>
      </p:sp>
      <p:sp>
        <p:nvSpPr>
          <p:cNvPr id="80901" name="TextBox 13">
            <a:extLst>
              <a:ext uri="{FF2B5EF4-FFF2-40B4-BE49-F238E27FC236}">
                <a16:creationId xmlns:a16="http://schemas.microsoft.com/office/drawing/2014/main" id="{86E63B60-63CA-40AB-98B4-E859A0B698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85038" y="2338388"/>
            <a:ext cx="676275" cy="5238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 110</a:t>
            </a:r>
            <a:r>
              <a:rPr kumimoji="0" lang="en-US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 </a:t>
            </a:r>
          </a:p>
        </p:txBody>
      </p:sp>
      <p:sp>
        <p:nvSpPr>
          <p:cNvPr id="80902" name="TextBox 13">
            <a:extLst>
              <a:ext uri="{FF2B5EF4-FFF2-40B4-BE49-F238E27FC236}">
                <a16:creationId xmlns:a16="http://schemas.microsoft.com/office/drawing/2014/main" id="{FD489FE8-6DCC-4675-8F97-C0DD772DD4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62913" y="2328863"/>
            <a:ext cx="677862" cy="52228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 100</a:t>
            </a:r>
            <a:r>
              <a:rPr kumimoji="0" lang="en-US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 </a:t>
            </a:r>
          </a:p>
        </p:txBody>
      </p:sp>
      <p:sp>
        <p:nvSpPr>
          <p:cNvPr id="80903" name="TextBox 13">
            <a:extLst>
              <a:ext uri="{FF2B5EF4-FFF2-40B4-BE49-F238E27FC236}">
                <a16:creationId xmlns:a16="http://schemas.microsoft.com/office/drawing/2014/main" id="{14B96B5F-62CF-41DF-A497-81221E9216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81663" y="3122613"/>
            <a:ext cx="676275" cy="5238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 001</a:t>
            </a:r>
            <a:r>
              <a:rPr kumimoji="0" lang="en-US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 </a:t>
            </a:r>
          </a:p>
        </p:txBody>
      </p:sp>
      <p:sp>
        <p:nvSpPr>
          <p:cNvPr id="80904" name="TextBox 13">
            <a:extLst>
              <a:ext uri="{FF2B5EF4-FFF2-40B4-BE49-F238E27FC236}">
                <a16:creationId xmlns:a16="http://schemas.microsoft.com/office/drawing/2014/main" id="{EAAACBE5-C866-48B7-95C0-CDFDCA4743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77000" y="3127375"/>
            <a:ext cx="677863" cy="5238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 011</a:t>
            </a:r>
            <a:r>
              <a:rPr kumimoji="0" lang="en-US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 </a:t>
            </a:r>
          </a:p>
        </p:txBody>
      </p:sp>
      <p:sp>
        <p:nvSpPr>
          <p:cNvPr id="80905" name="TextBox 13">
            <a:extLst>
              <a:ext uri="{FF2B5EF4-FFF2-40B4-BE49-F238E27FC236}">
                <a16:creationId xmlns:a16="http://schemas.microsoft.com/office/drawing/2014/main" id="{BB5AEB41-A221-45A4-86DA-6BE182770E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75513" y="3133725"/>
            <a:ext cx="677862" cy="5238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 111</a:t>
            </a:r>
            <a:r>
              <a:rPr kumimoji="0" lang="en-US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 </a:t>
            </a:r>
          </a:p>
        </p:txBody>
      </p:sp>
      <p:sp>
        <p:nvSpPr>
          <p:cNvPr id="80906" name="TextBox 13">
            <a:extLst>
              <a:ext uri="{FF2B5EF4-FFF2-40B4-BE49-F238E27FC236}">
                <a16:creationId xmlns:a16="http://schemas.microsoft.com/office/drawing/2014/main" id="{4C244790-9BFB-436D-AE4C-EE573400A2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54975" y="3124200"/>
            <a:ext cx="676275" cy="5238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 101</a:t>
            </a:r>
            <a:r>
              <a:rPr kumimoji="0" lang="en-US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 </a:t>
            </a:r>
          </a:p>
        </p:txBody>
      </p:sp>
      <p:grpSp>
        <p:nvGrpSpPr>
          <p:cNvPr id="80907" name="Group 3">
            <a:extLst>
              <a:ext uri="{FF2B5EF4-FFF2-40B4-BE49-F238E27FC236}">
                <a16:creationId xmlns:a16="http://schemas.microsoft.com/office/drawing/2014/main" id="{4EBDC3CE-F33C-435A-99F0-E6D1006E3C04}"/>
              </a:ext>
            </a:extLst>
          </p:cNvPr>
          <p:cNvGrpSpPr>
            <a:grpSpLocks/>
          </p:cNvGrpSpPr>
          <p:nvPr/>
        </p:nvGrpSpPr>
        <p:grpSpPr bwMode="auto">
          <a:xfrm>
            <a:off x="962025" y="1143000"/>
            <a:ext cx="3762375" cy="5334000"/>
            <a:chOff x="230188" y="1143000"/>
            <a:chExt cx="3763052" cy="5334000"/>
          </a:xfrm>
        </p:grpSpPr>
        <p:pic>
          <p:nvPicPr>
            <p:cNvPr id="80923" name="Picture 3" descr="Screen shot 2013-09-11 at 1.53.58 PM.png">
              <a:extLst>
                <a:ext uri="{FF2B5EF4-FFF2-40B4-BE49-F238E27FC236}">
                  <a16:creationId xmlns:a16="http://schemas.microsoft.com/office/drawing/2014/main" id="{AE065E24-7F94-4D0E-B8A7-F7DEEBB1042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85800" y="1219200"/>
              <a:ext cx="3086100" cy="5029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80924" name="Picture 5" descr="Screen shot 2014-02-03 at 1.56.59 PM.png">
              <a:extLst>
                <a:ext uri="{FF2B5EF4-FFF2-40B4-BE49-F238E27FC236}">
                  <a16:creationId xmlns:a16="http://schemas.microsoft.com/office/drawing/2014/main" id="{234101A8-D140-469F-88F3-69952493DC1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0188" y="2012950"/>
              <a:ext cx="534987" cy="4114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0925" name="Rectangle 2">
              <a:extLst>
                <a:ext uri="{FF2B5EF4-FFF2-40B4-BE49-F238E27FC236}">
                  <a16:creationId xmlns:a16="http://schemas.microsoft.com/office/drawing/2014/main" id="{46CA2B8D-148B-4F14-A361-7C2A28F3E6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2040" y="1143000"/>
              <a:ext cx="1981200" cy="5334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</p:grpSp>
      <p:sp>
        <p:nvSpPr>
          <p:cNvPr id="80908" name="TextBox 4">
            <a:extLst>
              <a:ext uri="{FF2B5EF4-FFF2-40B4-BE49-F238E27FC236}">
                <a16:creationId xmlns:a16="http://schemas.microsoft.com/office/drawing/2014/main" id="{54365CA7-40EC-40DF-A83E-EA81C9E3CB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97363" y="3962400"/>
            <a:ext cx="3570287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br>
              <a: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</a:br>
            <a:r>
              <a: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These two neighbors 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differ only in the FIRST bit</a:t>
            </a:r>
          </a:p>
        </p:txBody>
      </p:sp>
      <p:grpSp>
        <p:nvGrpSpPr>
          <p:cNvPr id="80909" name="Group 3">
            <a:extLst>
              <a:ext uri="{FF2B5EF4-FFF2-40B4-BE49-F238E27FC236}">
                <a16:creationId xmlns:a16="http://schemas.microsoft.com/office/drawing/2014/main" id="{D6FFF1FB-93FB-40C5-8433-1B9514176BC8}"/>
              </a:ext>
            </a:extLst>
          </p:cNvPr>
          <p:cNvGrpSpPr>
            <a:grpSpLocks/>
          </p:cNvGrpSpPr>
          <p:nvPr/>
        </p:nvGrpSpPr>
        <p:grpSpPr bwMode="auto">
          <a:xfrm>
            <a:off x="5727700" y="3214688"/>
            <a:ext cx="2959100" cy="504825"/>
            <a:chOff x="2801938" y="2224088"/>
            <a:chExt cx="2381250" cy="387350"/>
          </a:xfrm>
        </p:grpSpPr>
        <p:sp>
          <p:nvSpPr>
            <p:cNvPr id="80910" name="Line 61">
              <a:extLst>
                <a:ext uri="{FF2B5EF4-FFF2-40B4-BE49-F238E27FC236}">
                  <a16:creationId xmlns:a16="http://schemas.microsoft.com/office/drawing/2014/main" id="{F992E699-D4F3-49B8-996D-6D329800BDA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179762" y="2609850"/>
              <a:ext cx="1644650" cy="1588"/>
            </a:xfrm>
            <a:prstGeom prst="line">
              <a:avLst/>
            </a:prstGeom>
            <a:noFill/>
            <a:ln w="23813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grpSp>
          <p:nvGrpSpPr>
            <p:cNvPr id="80911" name="Group 104">
              <a:extLst>
                <a:ext uri="{FF2B5EF4-FFF2-40B4-BE49-F238E27FC236}">
                  <a16:creationId xmlns:a16="http://schemas.microsoft.com/office/drawing/2014/main" id="{214D7707-69C1-4DE5-A124-2FFBD7E486D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01938" y="2224088"/>
              <a:ext cx="541337" cy="387350"/>
              <a:chOff x="1750" y="1241"/>
              <a:chExt cx="341" cy="244"/>
            </a:xfrm>
          </p:grpSpPr>
          <p:grpSp>
            <p:nvGrpSpPr>
              <p:cNvPr id="80918" name="Group 105">
                <a:extLst>
                  <a:ext uri="{FF2B5EF4-FFF2-40B4-BE49-F238E27FC236}">
                    <a16:creationId xmlns:a16="http://schemas.microsoft.com/office/drawing/2014/main" id="{2C01108B-7A87-4655-8D80-DF659C469A1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H="1">
                <a:off x="1950" y="1242"/>
                <a:ext cx="141" cy="243"/>
                <a:chOff x="1039" y="1647"/>
                <a:chExt cx="141" cy="270"/>
              </a:xfrm>
            </p:grpSpPr>
            <p:sp>
              <p:nvSpPr>
                <p:cNvPr id="80921" name="Arc 106">
                  <a:extLst>
                    <a:ext uri="{FF2B5EF4-FFF2-40B4-BE49-F238E27FC236}">
                      <a16:creationId xmlns:a16="http://schemas.microsoft.com/office/drawing/2014/main" id="{34A9059F-0E3A-4E95-92EB-703CA501117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1039" y="1647"/>
                  <a:ext cx="141" cy="135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 w="28575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" panose="02020603050405020304" pitchFamily="18" charset="0"/>
                    <a:ea typeface="MS PGothic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80922" name="Arc 107">
                  <a:extLst>
                    <a:ext uri="{FF2B5EF4-FFF2-40B4-BE49-F238E27FC236}">
                      <a16:creationId xmlns:a16="http://schemas.microsoft.com/office/drawing/2014/main" id="{6D1618CE-28AB-471E-A4BA-3FDFFC57F3F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 flipV="1">
                  <a:off x="1039" y="1782"/>
                  <a:ext cx="141" cy="135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 w="28575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" panose="02020603050405020304" pitchFamily="18" charset="0"/>
                    <a:ea typeface="MS PGothic" panose="020B0600070205080204" pitchFamily="34" charset="-128"/>
                    <a:cs typeface="+mn-cs"/>
                  </a:endParaRPr>
                </a:p>
              </p:txBody>
            </p:sp>
          </p:grpSp>
          <p:sp>
            <p:nvSpPr>
              <p:cNvPr id="80919" name="Line 108">
                <a:extLst>
                  <a:ext uri="{FF2B5EF4-FFF2-40B4-BE49-F238E27FC236}">
                    <a16:creationId xmlns:a16="http://schemas.microsoft.com/office/drawing/2014/main" id="{F268C2A9-3A76-451E-9957-EB17F6F0013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1750" y="1241"/>
                <a:ext cx="200" cy="1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80920" name="Line 109">
                <a:extLst>
                  <a:ext uri="{FF2B5EF4-FFF2-40B4-BE49-F238E27FC236}">
                    <a16:creationId xmlns:a16="http://schemas.microsoft.com/office/drawing/2014/main" id="{696046C2-E4B3-45C9-8610-75E10D020F6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1753" y="1483"/>
                <a:ext cx="200" cy="2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</p:grpSp>
        <p:grpSp>
          <p:nvGrpSpPr>
            <p:cNvPr id="80912" name="Group 110">
              <a:extLst>
                <a:ext uri="{FF2B5EF4-FFF2-40B4-BE49-F238E27FC236}">
                  <a16:creationId xmlns:a16="http://schemas.microsoft.com/office/drawing/2014/main" id="{647F0D6F-1497-4A1C-954F-CAC6E34EE4E5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4641850" y="2224088"/>
              <a:ext cx="541338" cy="387350"/>
              <a:chOff x="1750" y="1241"/>
              <a:chExt cx="341" cy="244"/>
            </a:xfrm>
          </p:grpSpPr>
          <p:grpSp>
            <p:nvGrpSpPr>
              <p:cNvPr id="80913" name="Group 111">
                <a:extLst>
                  <a:ext uri="{FF2B5EF4-FFF2-40B4-BE49-F238E27FC236}">
                    <a16:creationId xmlns:a16="http://schemas.microsoft.com/office/drawing/2014/main" id="{E21C034B-CB04-470A-9C84-8497A2D47DA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H="1">
                <a:off x="1950" y="1242"/>
                <a:ext cx="141" cy="243"/>
                <a:chOff x="1039" y="1647"/>
                <a:chExt cx="141" cy="270"/>
              </a:xfrm>
            </p:grpSpPr>
            <p:sp>
              <p:nvSpPr>
                <p:cNvPr id="80916" name="Arc 112">
                  <a:extLst>
                    <a:ext uri="{FF2B5EF4-FFF2-40B4-BE49-F238E27FC236}">
                      <a16:creationId xmlns:a16="http://schemas.microsoft.com/office/drawing/2014/main" id="{EF408101-4EF1-47F4-A9E3-0FC9DC7191C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1039" y="1647"/>
                  <a:ext cx="141" cy="135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 w="28575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" panose="02020603050405020304" pitchFamily="18" charset="0"/>
                    <a:ea typeface="MS PGothic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80917" name="Arc 113">
                  <a:extLst>
                    <a:ext uri="{FF2B5EF4-FFF2-40B4-BE49-F238E27FC236}">
                      <a16:creationId xmlns:a16="http://schemas.microsoft.com/office/drawing/2014/main" id="{C8447CF7-32DB-47B3-8D94-3237F3FAE41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 flipV="1">
                  <a:off x="1039" y="1782"/>
                  <a:ext cx="141" cy="135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 w="28575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" panose="02020603050405020304" pitchFamily="18" charset="0"/>
                    <a:ea typeface="MS PGothic" panose="020B0600070205080204" pitchFamily="34" charset="-128"/>
                    <a:cs typeface="+mn-cs"/>
                  </a:endParaRPr>
                </a:p>
              </p:txBody>
            </p:sp>
          </p:grpSp>
          <p:sp>
            <p:nvSpPr>
              <p:cNvPr id="80914" name="Line 114">
                <a:extLst>
                  <a:ext uri="{FF2B5EF4-FFF2-40B4-BE49-F238E27FC236}">
                    <a16:creationId xmlns:a16="http://schemas.microsoft.com/office/drawing/2014/main" id="{7EDFC721-C4FA-451F-808B-70473385BB0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1750" y="1241"/>
                <a:ext cx="200" cy="1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80915" name="Line 115">
                <a:extLst>
                  <a:ext uri="{FF2B5EF4-FFF2-40B4-BE49-F238E27FC236}">
                    <a16:creationId xmlns:a16="http://schemas.microsoft.com/office/drawing/2014/main" id="{EE5ACB53-E2B1-4605-AF7A-D610680780A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1753" y="1483"/>
                <a:ext cx="200" cy="2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</p:grpSp>
      </p:grp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1" name="Title 1">
            <a:extLst>
              <a:ext uri="{FF2B5EF4-FFF2-40B4-BE49-F238E27FC236}">
                <a16:creationId xmlns:a16="http://schemas.microsoft.com/office/drawing/2014/main" id="{3AF80AE0-A925-4613-9E12-2E1E72CD73C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Gray Code &amp; K-map </a:t>
            </a:r>
          </a:p>
        </p:txBody>
      </p:sp>
      <p:grpSp>
        <p:nvGrpSpPr>
          <p:cNvPr id="81922" name="Group 3">
            <a:extLst>
              <a:ext uri="{FF2B5EF4-FFF2-40B4-BE49-F238E27FC236}">
                <a16:creationId xmlns:a16="http://schemas.microsoft.com/office/drawing/2014/main" id="{D17520F5-14B0-4AC2-B13A-589633C38BB0}"/>
              </a:ext>
            </a:extLst>
          </p:cNvPr>
          <p:cNvGrpSpPr>
            <a:grpSpLocks/>
          </p:cNvGrpSpPr>
          <p:nvPr/>
        </p:nvGrpSpPr>
        <p:grpSpPr bwMode="auto">
          <a:xfrm>
            <a:off x="962025" y="1143000"/>
            <a:ext cx="3762375" cy="5334000"/>
            <a:chOff x="230188" y="1143000"/>
            <a:chExt cx="3763052" cy="5334000"/>
          </a:xfrm>
        </p:grpSpPr>
        <p:pic>
          <p:nvPicPr>
            <p:cNvPr id="81944" name="Picture 3" descr="Screen shot 2013-09-11 at 1.53.58 PM.png">
              <a:extLst>
                <a:ext uri="{FF2B5EF4-FFF2-40B4-BE49-F238E27FC236}">
                  <a16:creationId xmlns:a16="http://schemas.microsoft.com/office/drawing/2014/main" id="{2A02155B-8A92-40CE-BF69-3A25B0C0413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85800" y="1219200"/>
              <a:ext cx="3086100" cy="5029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81945" name="Picture 5" descr="Screen shot 2014-02-03 at 1.56.59 PM.png">
              <a:extLst>
                <a:ext uri="{FF2B5EF4-FFF2-40B4-BE49-F238E27FC236}">
                  <a16:creationId xmlns:a16="http://schemas.microsoft.com/office/drawing/2014/main" id="{2F21C5D7-23F4-422C-98B0-9407C5C50B5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0188" y="2012950"/>
              <a:ext cx="534987" cy="4114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1946" name="Rectangle 2">
              <a:extLst>
                <a:ext uri="{FF2B5EF4-FFF2-40B4-BE49-F238E27FC236}">
                  <a16:creationId xmlns:a16="http://schemas.microsoft.com/office/drawing/2014/main" id="{8B12FFF6-3E1A-4586-B0EE-2198CFA402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2040" y="1143000"/>
              <a:ext cx="1981200" cy="5334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</p:grpSp>
      <p:grpSp>
        <p:nvGrpSpPr>
          <p:cNvPr id="81923" name="Group 1">
            <a:extLst>
              <a:ext uri="{FF2B5EF4-FFF2-40B4-BE49-F238E27FC236}">
                <a16:creationId xmlns:a16="http://schemas.microsoft.com/office/drawing/2014/main" id="{01C5FB27-E951-44A1-8C5B-5075A8F8DDC9}"/>
              </a:ext>
            </a:extLst>
          </p:cNvPr>
          <p:cNvGrpSpPr>
            <a:grpSpLocks/>
          </p:cNvGrpSpPr>
          <p:nvPr/>
        </p:nvGrpSpPr>
        <p:grpSpPr bwMode="auto">
          <a:xfrm>
            <a:off x="4191000" y="1066800"/>
            <a:ext cx="4791075" cy="2919413"/>
            <a:chOff x="4343400" y="2133600"/>
            <a:chExt cx="4790975" cy="2919662"/>
          </a:xfrm>
        </p:grpSpPr>
        <p:grpSp>
          <p:nvGrpSpPr>
            <p:cNvPr id="81926" name="Group 11">
              <a:extLst>
                <a:ext uri="{FF2B5EF4-FFF2-40B4-BE49-F238E27FC236}">
                  <a16:creationId xmlns:a16="http://schemas.microsoft.com/office/drawing/2014/main" id="{3AE08B54-361C-4A8F-BD2D-63BCD8B2830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43400" y="2133600"/>
              <a:ext cx="4592638" cy="2895600"/>
              <a:chOff x="4343399" y="2133600"/>
              <a:chExt cx="4592783" cy="2895600"/>
            </a:xfrm>
          </p:grpSpPr>
          <p:pic>
            <p:nvPicPr>
              <p:cNvPr id="81939" name="Picture 2" descr="Screen shot 2014-02-03 at 1.55.42 PM.png">
                <a:extLst>
                  <a:ext uri="{FF2B5EF4-FFF2-40B4-BE49-F238E27FC236}">
                    <a16:creationId xmlns:a16="http://schemas.microsoft.com/office/drawing/2014/main" id="{7E7FC1E6-7925-4F40-9002-89D4B659EA3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572000" y="2133600"/>
                <a:ext cx="4364182" cy="28956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81940" name="Rectangle 7">
                <a:extLst>
                  <a:ext uri="{FF2B5EF4-FFF2-40B4-BE49-F238E27FC236}">
                    <a16:creationId xmlns:a16="http://schemas.microsoft.com/office/drawing/2014/main" id="{9A11F972-51D7-48E7-A6AA-5B02B3B1D0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84410" y="2234833"/>
                <a:ext cx="1066800" cy="48377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81941" name="Rectangle 12">
                <a:extLst>
                  <a:ext uri="{FF2B5EF4-FFF2-40B4-BE49-F238E27FC236}">
                    <a16:creationId xmlns:a16="http://schemas.microsoft.com/office/drawing/2014/main" id="{D545C145-F031-4C20-A64B-30CFD608E4A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43399" y="2753696"/>
                <a:ext cx="717285" cy="48377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81942" name="TextBox 41">
                <a:extLst>
                  <a:ext uri="{FF2B5EF4-FFF2-40B4-BE49-F238E27FC236}">
                    <a16:creationId xmlns:a16="http://schemas.microsoft.com/office/drawing/2014/main" id="{7B573110-F069-469E-A078-53D99DF7B5D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139620" y="2157320"/>
                <a:ext cx="851830" cy="58477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3200" b="0" i="1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" panose="02020603050405020304" pitchFamily="18" charset="0"/>
                    <a:ea typeface="MS PGothic" panose="020B0600070205080204" pitchFamily="34" charset="-128"/>
                    <a:cs typeface="+mn-cs"/>
                  </a:rPr>
                  <a:t>s x</a:t>
                </a:r>
                <a:r>
                  <a:rPr kumimoji="0" lang="en-US" altLang="en-US" sz="3200" b="0" i="1" u="none" strike="noStrike" kern="1200" cap="none" spc="0" normalizeH="0" baseline="-2500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" panose="02020603050405020304" pitchFamily="18" charset="0"/>
                    <a:ea typeface="MS PGothic" panose="020B0600070205080204" pitchFamily="34" charset="-128"/>
                    <a:cs typeface="+mn-cs"/>
                  </a:rPr>
                  <a:t>1</a:t>
                </a:r>
              </a:p>
            </p:txBody>
          </p:sp>
          <p:sp>
            <p:nvSpPr>
              <p:cNvPr id="81943" name="TextBox 41">
                <a:extLst>
                  <a:ext uri="{FF2B5EF4-FFF2-40B4-BE49-F238E27FC236}">
                    <a16:creationId xmlns:a16="http://schemas.microsoft.com/office/drawing/2014/main" id="{9D9786CD-11D7-4DC8-A78A-817B0FF9D61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537780" y="2619976"/>
                <a:ext cx="692131" cy="58477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3200" b="0" i="1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" panose="02020603050405020304" pitchFamily="18" charset="0"/>
                    <a:ea typeface="MS PGothic" panose="020B0600070205080204" pitchFamily="34" charset="-128"/>
                    <a:cs typeface="+mn-cs"/>
                  </a:rPr>
                  <a:t> x</a:t>
                </a:r>
                <a:r>
                  <a:rPr kumimoji="0" lang="en-US" altLang="en-US" sz="3200" b="0" i="1" u="none" strike="noStrike" kern="1200" cap="none" spc="0" normalizeH="0" baseline="-2500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" panose="02020603050405020304" pitchFamily="18" charset="0"/>
                    <a:ea typeface="MS PGothic" panose="020B0600070205080204" pitchFamily="34" charset="-128"/>
                    <a:cs typeface="+mn-cs"/>
                  </a:rPr>
                  <a:t>2</a:t>
                </a:r>
              </a:p>
            </p:txBody>
          </p:sp>
        </p:grpSp>
        <p:sp>
          <p:nvSpPr>
            <p:cNvPr id="81927" name="TextBox 13">
              <a:extLst>
                <a:ext uri="{FF2B5EF4-FFF2-40B4-BE49-F238E27FC236}">
                  <a16:creationId xmlns:a16="http://schemas.microsoft.com/office/drawing/2014/main" id="{717EDCD8-1E5D-4150-A826-158A3582A2D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689600" y="3394075"/>
              <a:ext cx="677863" cy="52228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 000</a:t>
              </a:r>
              <a:r>
                <a:rPr kumimoji="0" lang="en-US" altLang="en-US" sz="2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 </a:t>
              </a:r>
            </a:p>
          </p:txBody>
        </p:sp>
        <p:sp>
          <p:nvSpPr>
            <p:cNvPr id="81928" name="TextBox 13">
              <a:extLst>
                <a:ext uri="{FF2B5EF4-FFF2-40B4-BE49-F238E27FC236}">
                  <a16:creationId xmlns:a16="http://schemas.microsoft.com/office/drawing/2014/main" id="{26CB047C-A577-4C53-BEAA-89945AABF92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84938" y="3398838"/>
              <a:ext cx="677862" cy="52228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 010</a:t>
              </a:r>
              <a:r>
                <a:rPr kumimoji="0" lang="en-US" altLang="en-US" sz="2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 </a:t>
              </a:r>
            </a:p>
          </p:txBody>
        </p:sp>
        <p:sp>
          <p:nvSpPr>
            <p:cNvPr id="81929" name="TextBox 13">
              <a:extLst>
                <a:ext uri="{FF2B5EF4-FFF2-40B4-BE49-F238E27FC236}">
                  <a16:creationId xmlns:a16="http://schemas.microsoft.com/office/drawing/2014/main" id="{D85BC570-AF13-4A00-A7B0-B1BF6FC35D8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85038" y="3405188"/>
              <a:ext cx="676275" cy="52387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 110</a:t>
              </a:r>
              <a:r>
                <a:rPr kumimoji="0" lang="en-US" altLang="en-US" sz="2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 </a:t>
              </a:r>
            </a:p>
          </p:txBody>
        </p:sp>
        <p:sp>
          <p:nvSpPr>
            <p:cNvPr id="81930" name="TextBox 13">
              <a:extLst>
                <a:ext uri="{FF2B5EF4-FFF2-40B4-BE49-F238E27FC236}">
                  <a16:creationId xmlns:a16="http://schemas.microsoft.com/office/drawing/2014/main" id="{7AEE4932-E730-4755-BD48-94659DBA305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062913" y="3395663"/>
              <a:ext cx="677862" cy="52228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 100</a:t>
              </a:r>
              <a:r>
                <a:rPr kumimoji="0" lang="en-US" altLang="en-US" sz="2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 </a:t>
              </a:r>
            </a:p>
          </p:txBody>
        </p:sp>
        <p:sp>
          <p:nvSpPr>
            <p:cNvPr id="81931" name="TextBox 13">
              <a:extLst>
                <a:ext uri="{FF2B5EF4-FFF2-40B4-BE49-F238E27FC236}">
                  <a16:creationId xmlns:a16="http://schemas.microsoft.com/office/drawing/2014/main" id="{610BB474-E240-4203-B5E6-9214DF8CB78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681663" y="4189413"/>
              <a:ext cx="676275" cy="52387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 001</a:t>
              </a:r>
              <a:r>
                <a:rPr kumimoji="0" lang="en-US" altLang="en-US" sz="2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 </a:t>
              </a:r>
            </a:p>
          </p:txBody>
        </p:sp>
        <p:sp>
          <p:nvSpPr>
            <p:cNvPr id="81932" name="TextBox 13">
              <a:extLst>
                <a:ext uri="{FF2B5EF4-FFF2-40B4-BE49-F238E27FC236}">
                  <a16:creationId xmlns:a16="http://schemas.microsoft.com/office/drawing/2014/main" id="{5A4CD3B3-67ED-4CD5-B70A-A0B35122909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77000" y="4194175"/>
              <a:ext cx="677863" cy="52387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 011</a:t>
              </a:r>
              <a:r>
                <a:rPr kumimoji="0" lang="en-US" altLang="en-US" sz="2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 </a:t>
              </a:r>
            </a:p>
          </p:txBody>
        </p:sp>
        <p:sp>
          <p:nvSpPr>
            <p:cNvPr id="81933" name="TextBox 13">
              <a:extLst>
                <a:ext uri="{FF2B5EF4-FFF2-40B4-BE49-F238E27FC236}">
                  <a16:creationId xmlns:a16="http://schemas.microsoft.com/office/drawing/2014/main" id="{AF47ADC6-0AEA-4BCB-AA50-9A05D14D3D2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75513" y="4200525"/>
              <a:ext cx="677862" cy="52387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 111</a:t>
              </a:r>
              <a:r>
                <a:rPr kumimoji="0" lang="en-US" altLang="en-US" sz="2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 </a:t>
              </a:r>
            </a:p>
          </p:txBody>
        </p:sp>
        <p:sp>
          <p:nvSpPr>
            <p:cNvPr id="81934" name="TextBox 13">
              <a:extLst>
                <a:ext uri="{FF2B5EF4-FFF2-40B4-BE49-F238E27FC236}">
                  <a16:creationId xmlns:a16="http://schemas.microsoft.com/office/drawing/2014/main" id="{B7776316-D804-4582-B9A0-4D7F7B085A0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054975" y="4191000"/>
              <a:ext cx="676275" cy="52387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 101</a:t>
              </a:r>
              <a:r>
                <a:rPr kumimoji="0" lang="en-US" altLang="en-US" sz="2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 </a:t>
              </a:r>
            </a:p>
          </p:txBody>
        </p:sp>
        <p:sp>
          <p:nvSpPr>
            <p:cNvPr id="36" name="Rounded Rectangle 35">
              <a:extLst>
                <a:ext uri="{FF2B5EF4-FFF2-40B4-BE49-F238E27FC236}">
                  <a16:creationId xmlns:a16="http://schemas.microsoft.com/office/drawing/2014/main" id="{30C8FF8A-8409-AE42-82D3-336DDA97D11B}"/>
                </a:ext>
              </a:extLst>
            </p:cNvPr>
            <p:cNvSpPr/>
            <p:nvPr/>
          </p:nvSpPr>
          <p:spPr bwMode="auto">
            <a:xfrm rot="16200000">
              <a:off x="5041024" y="3503001"/>
              <a:ext cx="1284397" cy="1235049"/>
            </a:xfrm>
            <a:prstGeom prst="roundRect">
              <a:avLst/>
            </a:prstGeom>
            <a:noFill/>
            <a:ln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charset="0"/>
                <a:ea typeface="+mn-ea"/>
                <a:cs typeface="+mn-cs"/>
              </a:endParaRPr>
            </a:p>
          </p:txBody>
        </p:sp>
        <p:sp>
          <p:nvSpPr>
            <p:cNvPr id="37" name="Rounded Rectangle 36">
              <a:extLst>
                <a:ext uri="{FF2B5EF4-FFF2-40B4-BE49-F238E27FC236}">
                  <a16:creationId xmlns:a16="http://schemas.microsoft.com/office/drawing/2014/main" id="{28AD9151-09B9-204A-AADA-F267188A6565}"/>
                </a:ext>
              </a:extLst>
            </p:cNvPr>
            <p:cNvSpPr/>
            <p:nvPr/>
          </p:nvSpPr>
          <p:spPr bwMode="auto">
            <a:xfrm rot="16200000">
              <a:off x="7944501" y="3622062"/>
              <a:ext cx="1284398" cy="1019154"/>
            </a:xfrm>
            <a:prstGeom prst="roundRect">
              <a:avLst/>
            </a:prstGeom>
            <a:noFill/>
            <a:ln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charset="0"/>
                <a:ea typeface="+mn-ea"/>
                <a:cs typeface="+mn-cs"/>
              </a:endParaRPr>
            </a:p>
          </p:txBody>
        </p:sp>
        <p:sp>
          <p:nvSpPr>
            <p:cNvPr id="81937" name="Rectangle 2">
              <a:extLst>
                <a:ext uri="{FF2B5EF4-FFF2-40B4-BE49-F238E27FC236}">
                  <a16:creationId xmlns:a16="http://schemas.microsoft.com/office/drawing/2014/main" id="{212F9F49-DE6E-440D-B896-50AC60BA9F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82860" y="3280509"/>
              <a:ext cx="251515" cy="177275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81938" name="Rectangle 20">
              <a:extLst>
                <a:ext uri="{FF2B5EF4-FFF2-40B4-BE49-F238E27FC236}">
                  <a16:creationId xmlns:a16="http://schemas.microsoft.com/office/drawing/2014/main" id="{A38333AD-39BC-4B62-9A3F-D7FB130BDD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88887" y="3445827"/>
              <a:ext cx="457121" cy="147268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</p:grpSp>
      <p:sp>
        <p:nvSpPr>
          <p:cNvPr id="81924" name="TextBox 4">
            <a:extLst>
              <a:ext uri="{FF2B5EF4-FFF2-40B4-BE49-F238E27FC236}">
                <a16:creationId xmlns:a16="http://schemas.microsoft.com/office/drawing/2014/main" id="{E4E4E0AE-5CAE-4770-BC69-CA362DD27F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43400" y="3733800"/>
            <a:ext cx="4313238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br>
              <a: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</a:br>
            <a:r>
              <a: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These four neighbors 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differ in the FIRST and LAST bit</a:t>
            </a:r>
          </a:p>
        </p:txBody>
      </p:sp>
      <p:sp>
        <p:nvSpPr>
          <p:cNvPr id="81925" name="TextBox 44">
            <a:extLst>
              <a:ext uri="{FF2B5EF4-FFF2-40B4-BE49-F238E27FC236}">
                <a16:creationId xmlns:a16="http://schemas.microsoft.com/office/drawing/2014/main" id="{1B9E1357-18E9-476D-8CEF-EF8AC75C9A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91000" y="4800600"/>
            <a:ext cx="4840288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br>
              <a: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</a:br>
            <a:r>
              <a: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They are similar in their MIDDLE bit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5" name="Title 1">
            <a:extLst>
              <a:ext uri="{FF2B5EF4-FFF2-40B4-BE49-F238E27FC236}">
                <a16:creationId xmlns:a16="http://schemas.microsoft.com/office/drawing/2014/main" id="{71A877D4-C82A-426B-8027-35BC43817D4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20638"/>
            <a:ext cx="9144000" cy="685800"/>
          </a:xfrm>
        </p:spPr>
        <p:txBody>
          <a:bodyPr/>
          <a:lstStyle/>
          <a:p>
            <a:r>
              <a:rPr lang="en-US" altLang="en-US"/>
              <a:t>Adjacency Rules</a:t>
            </a:r>
          </a:p>
        </p:txBody>
      </p:sp>
      <p:pic>
        <p:nvPicPr>
          <p:cNvPr id="82946" name="Picture 26" descr="Screen shot 2013-09-23 at 3.02.25 PM.png">
            <a:extLst>
              <a:ext uri="{FF2B5EF4-FFF2-40B4-BE49-F238E27FC236}">
                <a16:creationId xmlns:a16="http://schemas.microsoft.com/office/drawing/2014/main" id="{D417ACD8-7DFF-4EA8-8B05-5D8D24B427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1905000"/>
            <a:ext cx="2819400" cy="181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2947" name="TextBox 2">
            <a:extLst>
              <a:ext uri="{FF2B5EF4-FFF2-40B4-BE49-F238E27FC236}">
                <a16:creationId xmlns:a16="http://schemas.microsoft.com/office/drawing/2014/main" id="{63C1D89A-BBDB-4F6E-8DD4-1063EAEF6E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67000" y="4267200"/>
            <a:ext cx="966788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adjacent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columns</a:t>
            </a:r>
          </a:p>
        </p:txBody>
      </p:sp>
      <p:cxnSp>
        <p:nvCxnSpPr>
          <p:cNvPr id="82948" name="Straight Arrow Connector 29">
            <a:extLst>
              <a:ext uri="{FF2B5EF4-FFF2-40B4-BE49-F238E27FC236}">
                <a16:creationId xmlns:a16="http://schemas.microsoft.com/office/drawing/2014/main" id="{693912BE-850D-441A-AD3E-ACCAEB503437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2438400" y="3657600"/>
            <a:ext cx="533400" cy="457200"/>
          </a:xfrm>
          <a:prstGeom prst="straightConnector1">
            <a:avLst/>
          </a:prstGeom>
          <a:noFill/>
          <a:ln w="19050">
            <a:solidFill>
              <a:srgbClr val="FF00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2949" name="Straight Arrow Connector 30">
            <a:extLst>
              <a:ext uri="{FF2B5EF4-FFF2-40B4-BE49-F238E27FC236}">
                <a16:creationId xmlns:a16="http://schemas.microsoft.com/office/drawing/2014/main" id="{68FEC886-7CAC-451F-AD6B-B0D94CDC3997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3355975" y="3657600"/>
            <a:ext cx="530225" cy="496888"/>
          </a:xfrm>
          <a:prstGeom prst="straightConnector1">
            <a:avLst/>
          </a:prstGeom>
          <a:noFill/>
          <a:ln w="19050">
            <a:solidFill>
              <a:srgbClr val="FF00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82950" name="TextBox 2">
            <a:extLst>
              <a:ext uri="{FF2B5EF4-FFF2-40B4-BE49-F238E27FC236}">
                <a16:creationId xmlns:a16="http://schemas.microsoft.com/office/drawing/2014/main" id="{E919B7FC-80D0-44FF-B8B7-F285B4884B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48350" y="4114800"/>
            <a:ext cx="21971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As if the K-map were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drawn on a cylinder</a:t>
            </a:r>
          </a:p>
        </p:txBody>
      </p:sp>
      <p:sp>
        <p:nvSpPr>
          <p:cNvPr id="82951" name="Freeform 14">
            <a:extLst>
              <a:ext uri="{FF2B5EF4-FFF2-40B4-BE49-F238E27FC236}">
                <a16:creationId xmlns:a16="http://schemas.microsoft.com/office/drawing/2014/main" id="{C14AF86A-C2BF-416F-843F-0760CCAE429E}"/>
              </a:ext>
            </a:extLst>
          </p:cNvPr>
          <p:cNvSpPr>
            <a:spLocks/>
          </p:cNvSpPr>
          <p:nvPr/>
        </p:nvSpPr>
        <p:spPr bwMode="auto">
          <a:xfrm>
            <a:off x="5715000" y="1200150"/>
            <a:ext cx="1058863" cy="592138"/>
          </a:xfrm>
          <a:custGeom>
            <a:avLst/>
            <a:gdLst>
              <a:gd name="T0" fmla="*/ 0 w 1058333"/>
              <a:gd name="T1" fmla="*/ 0 h 592667"/>
              <a:gd name="T2" fmla="*/ 28250 w 1058333"/>
              <a:gd name="T3" fmla="*/ 70430 h 592667"/>
              <a:gd name="T4" fmla="*/ 113003 w 1058333"/>
              <a:gd name="T5" fmla="*/ 140860 h 592667"/>
              <a:gd name="T6" fmla="*/ 339007 w 1058333"/>
              <a:gd name="T7" fmla="*/ 295805 h 592667"/>
              <a:gd name="T8" fmla="*/ 565010 w 1058333"/>
              <a:gd name="T9" fmla="*/ 450750 h 592667"/>
              <a:gd name="T10" fmla="*/ 593261 w 1058333"/>
              <a:gd name="T11" fmla="*/ 478922 h 592667"/>
              <a:gd name="T12" fmla="*/ 663886 w 1058333"/>
              <a:gd name="T13" fmla="*/ 507094 h 592667"/>
              <a:gd name="T14" fmla="*/ 833390 w 1058333"/>
              <a:gd name="T15" fmla="*/ 549352 h 592667"/>
              <a:gd name="T16" fmla="*/ 974643 w 1058333"/>
              <a:gd name="T17" fmla="*/ 577524 h 592667"/>
              <a:gd name="T18" fmla="*/ 1059393 w 1058333"/>
              <a:gd name="T19" fmla="*/ 591609 h 592667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1058333" h="592667">
                <a:moveTo>
                  <a:pt x="0" y="0"/>
                </a:moveTo>
                <a:cubicBezTo>
                  <a:pt x="9407" y="23519"/>
                  <a:pt x="12398" y="50776"/>
                  <a:pt x="28222" y="70556"/>
                </a:cubicBezTo>
                <a:cubicBezTo>
                  <a:pt x="51172" y="99243"/>
                  <a:pt x="83178" y="119504"/>
                  <a:pt x="112889" y="141112"/>
                </a:cubicBezTo>
                <a:cubicBezTo>
                  <a:pt x="186750" y="194829"/>
                  <a:pt x="268506" y="237866"/>
                  <a:pt x="338667" y="296334"/>
                </a:cubicBezTo>
                <a:cubicBezTo>
                  <a:pt x="522899" y="449861"/>
                  <a:pt x="436720" y="419625"/>
                  <a:pt x="564444" y="451556"/>
                </a:cubicBezTo>
                <a:cubicBezTo>
                  <a:pt x="573852" y="460963"/>
                  <a:pt x="581116" y="473177"/>
                  <a:pt x="592667" y="479778"/>
                </a:cubicBezTo>
                <a:cubicBezTo>
                  <a:pt x="614660" y="492345"/>
                  <a:pt x="639417" y="499344"/>
                  <a:pt x="663222" y="508000"/>
                </a:cubicBezTo>
                <a:cubicBezTo>
                  <a:pt x="769820" y="546763"/>
                  <a:pt x="723558" y="529897"/>
                  <a:pt x="832556" y="550334"/>
                </a:cubicBezTo>
                <a:cubicBezTo>
                  <a:pt x="879703" y="559174"/>
                  <a:pt x="926520" y="569716"/>
                  <a:pt x="973667" y="578556"/>
                </a:cubicBezTo>
                <a:cubicBezTo>
                  <a:pt x="1001788" y="583829"/>
                  <a:pt x="1058333" y="592667"/>
                  <a:pt x="1058333" y="592667"/>
                </a:cubicBez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grpSp>
        <p:nvGrpSpPr>
          <p:cNvPr id="82952" name="Group 15">
            <a:extLst>
              <a:ext uri="{FF2B5EF4-FFF2-40B4-BE49-F238E27FC236}">
                <a16:creationId xmlns:a16="http://schemas.microsoft.com/office/drawing/2014/main" id="{7A267B3D-E53E-451B-9CD6-E12438EC2E12}"/>
              </a:ext>
            </a:extLst>
          </p:cNvPr>
          <p:cNvGrpSpPr>
            <a:grpSpLocks/>
          </p:cNvGrpSpPr>
          <p:nvPr/>
        </p:nvGrpSpPr>
        <p:grpSpPr bwMode="auto">
          <a:xfrm>
            <a:off x="5943600" y="2430463"/>
            <a:ext cx="2289175" cy="1316037"/>
            <a:chOff x="5943600" y="2430890"/>
            <a:chExt cx="2289479" cy="1315462"/>
          </a:xfrm>
        </p:grpSpPr>
        <p:sp>
          <p:nvSpPr>
            <p:cNvPr id="82953" name="Can 16">
              <a:extLst>
                <a:ext uri="{FF2B5EF4-FFF2-40B4-BE49-F238E27FC236}">
                  <a16:creationId xmlns:a16="http://schemas.microsoft.com/office/drawing/2014/main" id="{39D38F3A-F725-4F10-9B6C-FF11FC46AD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47519" y="2430890"/>
              <a:ext cx="1786628" cy="1315462"/>
            </a:xfrm>
            <a:prstGeom prst="can">
              <a:avLst>
                <a:gd name="adj" fmla="val 250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18" name="Arc 17">
              <a:extLst>
                <a:ext uri="{FF2B5EF4-FFF2-40B4-BE49-F238E27FC236}">
                  <a16:creationId xmlns:a16="http://schemas.microsoft.com/office/drawing/2014/main" id="{978A72CF-D0A2-A54E-A904-493BAC32147F}"/>
                </a:ext>
              </a:extLst>
            </p:cNvPr>
            <p:cNvSpPr/>
            <p:nvPr/>
          </p:nvSpPr>
          <p:spPr bwMode="auto">
            <a:xfrm rot="15778981" flipH="1">
              <a:off x="6717821" y="1758225"/>
              <a:ext cx="741038" cy="2289479"/>
            </a:xfrm>
            <a:prstGeom prst="arc">
              <a:avLst>
                <a:gd name="adj1" fmla="val 16249804"/>
                <a:gd name="adj2" fmla="val 3824246"/>
              </a:avLst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/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charset="0"/>
                <a:ea typeface="ＭＳ Ｐゴシック" charset="0"/>
                <a:cs typeface="+mn-cs"/>
              </a:endParaRPr>
            </a:p>
          </p:txBody>
        </p:sp>
        <p:cxnSp>
          <p:nvCxnSpPr>
            <p:cNvPr id="82955" name="Straight Connector 18">
              <a:extLst>
                <a:ext uri="{FF2B5EF4-FFF2-40B4-BE49-F238E27FC236}">
                  <a16:creationId xmlns:a16="http://schemas.microsoft.com/office/drawing/2014/main" id="{AECF4A82-AFCD-46A8-ABC3-33B04BF28A53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6391479" y="2737801"/>
              <a:ext cx="9321" cy="98831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2956" name="Straight Connector 19">
              <a:extLst>
                <a:ext uri="{FF2B5EF4-FFF2-40B4-BE49-F238E27FC236}">
                  <a16:creationId xmlns:a16="http://schemas.microsoft.com/office/drawing/2014/main" id="{F6A6215B-F7D6-4FB3-9F15-ACC09F47D8DC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7315200" y="2736482"/>
              <a:ext cx="9321" cy="98831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69" name="Title 1">
            <a:extLst>
              <a:ext uri="{FF2B5EF4-FFF2-40B4-BE49-F238E27FC236}">
                <a16:creationId xmlns:a16="http://schemas.microsoft.com/office/drawing/2014/main" id="{24972FFC-6DF6-485F-AF13-9B8C7666446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20638"/>
            <a:ext cx="9144000" cy="685800"/>
          </a:xfrm>
        </p:spPr>
        <p:txBody>
          <a:bodyPr/>
          <a:lstStyle/>
          <a:p>
            <a:r>
              <a:rPr lang="en-US" altLang="en-US"/>
              <a:t>Adjacency Rules</a:t>
            </a:r>
          </a:p>
        </p:txBody>
      </p:sp>
      <p:pic>
        <p:nvPicPr>
          <p:cNvPr id="83970" name="Picture 26" descr="Screen shot 2013-09-23 at 3.02.25 PM.png">
            <a:extLst>
              <a:ext uri="{FF2B5EF4-FFF2-40B4-BE49-F238E27FC236}">
                <a16:creationId xmlns:a16="http://schemas.microsoft.com/office/drawing/2014/main" id="{EC2F76A0-DDE7-4490-8696-A6FB582F1D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1905000"/>
            <a:ext cx="2819400" cy="181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3971" name="TextBox 2">
            <a:extLst>
              <a:ext uri="{FF2B5EF4-FFF2-40B4-BE49-F238E27FC236}">
                <a16:creationId xmlns:a16="http://schemas.microsoft.com/office/drawing/2014/main" id="{FB080E96-773C-4D7F-AEF3-4CF511C884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67000" y="4267200"/>
            <a:ext cx="966788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adjacent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columns</a:t>
            </a:r>
          </a:p>
        </p:txBody>
      </p:sp>
      <p:cxnSp>
        <p:nvCxnSpPr>
          <p:cNvPr id="83972" name="Straight Arrow Connector 29">
            <a:extLst>
              <a:ext uri="{FF2B5EF4-FFF2-40B4-BE49-F238E27FC236}">
                <a16:creationId xmlns:a16="http://schemas.microsoft.com/office/drawing/2014/main" id="{AB3CF714-B379-4C68-91A2-05D06C010BB9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2438400" y="3657600"/>
            <a:ext cx="533400" cy="457200"/>
          </a:xfrm>
          <a:prstGeom prst="straightConnector1">
            <a:avLst/>
          </a:prstGeom>
          <a:noFill/>
          <a:ln w="19050">
            <a:solidFill>
              <a:srgbClr val="FF00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3973" name="Straight Arrow Connector 30">
            <a:extLst>
              <a:ext uri="{FF2B5EF4-FFF2-40B4-BE49-F238E27FC236}">
                <a16:creationId xmlns:a16="http://schemas.microsoft.com/office/drawing/2014/main" id="{7023CE46-0EB8-4880-A6DB-F2691759AD1D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3355975" y="3657600"/>
            <a:ext cx="530225" cy="496888"/>
          </a:xfrm>
          <a:prstGeom prst="straightConnector1">
            <a:avLst/>
          </a:prstGeom>
          <a:noFill/>
          <a:ln w="19050">
            <a:solidFill>
              <a:srgbClr val="FF00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83974" name="TextBox 2">
            <a:extLst>
              <a:ext uri="{FF2B5EF4-FFF2-40B4-BE49-F238E27FC236}">
                <a16:creationId xmlns:a16="http://schemas.microsoft.com/office/drawing/2014/main" id="{5C1C5E6B-0DCD-47A1-B891-6984DC0DDD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48350" y="4114800"/>
            <a:ext cx="21971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As if the K-map were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drawn on a cylinder</a:t>
            </a:r>
          </a:p>
        </p:txBody>
      </p:sp>
      <p:sp>
        <p:nvSpPr>
          <p:cNvPr id="83975" name="Freeform 14">
            <a:extLst>
              <a:ext uri="{FF2B5EF4-FFF2-40B4-BE49-F238E27FC236}">
                <a16:creationId xmlns:a16="http://schemas.microsoft.com/office/drawing/2014/main" id="{84E87135-57BC-4605-A6D3-9EDC6A4DE9A7}"/>
              </a:ext>
            </a:extLst>
          </p:cNvPr>
          <p:cNvSpPr>
            <a:spLocks/>
          </p:cNvSpPr>
          <p:nvPr/>
        </p:nvSpPr>
        <p:spPr bwMode="auto">
          <a:xfrm>
            <a:off x="5715000" y="1200150"/>
            <a:ext cx="1058863" cy="592138"/>
          </a:xfrm>
          <a:custGeom>
            <a:avLst/>
            <a:gdLst>
              <a:gd name="T0" fmla="*/ 0 w 1058333"/>
              <a:gd name="T1" fmla="*/ 0 h 592667"/>
              <a:gd name="T2" fmla="*/ 28250 w 1058333"/>
              <a:gd name="T3" fmla="*/ 70430 h 592667"/>
              <a:gd name="T4" fmla="*/ 113003 w 1058333"/>
              <a:gd name="T5" fmla="*/ 140860 h 592667"/>
              <a:gd name="T6" fmla="*/ 339007 w 1058333"/>
              <a:gd name="T7" fmla="*/ 295805 h 592667"/>
              <a:gd name="T8" fmla="*/ 565010 w 1058333"/>
              <a:gd name="T9" fmla="*/ 450750 h 592667"/>
              <a:gd name="T10" fmla="*/ 593261 w 1058333"/>
              <a:gd name="T11" fmla="*/ 478922 h 592667"/>
              <a:gd name="T12" fmla="*/ 663886 w 1058333"/>
              <a:gd name="T13" fmla="*/ 507094 h 592667"/>
              <a:gd name="T14" fmla="*/ 833390 w 1058333"/>
              <a:gd name="T15" fmla="*/ 549352 h 592667"/>
              <a:gd name="T16" fmla="*/ 974643 w 1058333"/>
              <a:gd name="T17" fmla="*/ 577524 h 592667"/>
              <a:gd name="T18" fmla="*/ 1059393 w 1058333"/>
              <a:gd name="T19" fmla="*/ 591609 h 592667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1058333" h="592667">
                <a:moveTo>
                  <a:pt x="0" y="0"/>
                </a:moveTo>
                <a:cubicBezTo>
                  <a:pt x="9407" y="23519"/>
                  <a:pt x="12398" y="50776"/>
                  <a:pt x="28222" y="70556"/>
                </a:cubicBezTo>
                <a:cubicBezTo>
                  <a:pt x="51172" y="99243"/>
                  <a:pt x="83178" y="119504"/>
                  <a:pt x="112889" y="141112"/>
                </a:cubicBezTo>
                <a:cubicBezTo>
                  <a:pt x="186750" y="194829"/>
                  <a:pt x="268506" y="237866"/>
                  <a:pt x="338667" y="296334"/>
                </a:cubicBezTo>
                <a:cubicBezTo>
                  <a:pt x="522899" y="449861"/>
                  <a:pt x="436720" y="419625"/>
                  <a:pt x="564444" y="451556"/>
                </a:cubicBezTo>
                <a:cubicBezTo>
                  <a:pt x="573852" y="460963"/>
                  <a:pt x="581116" y="473177"/>
                  <a:pt x="592667" y="479778"/>
                </a:cubicBezTo>
                <a:cubicBezTo>
                  <a:pt x="614660" y="492345"/>
                  <a:pt x="639417" y="499344"/>
                  <a:pt x="663222" y="508000"/>
                </a:cubicBezTo>
                <a:cubicBezTo>
                  <a:pt x="769820" y="546763"/>
                  <a:pt x="723558" y="529897"/>
                  <a:pt x="832556" y="550334"/>
                </a:cubicBezTo>
                <a:cubicBezTo>
                  <a:pt x="879703" y="559174"/>
                  <a:pt x="926520" y="569716"/>
                  <a:pt x="973667" y="578556"/>
                </a:cubicBezTo>
                <a:cubicBezTo>
                  <a:pt x="1001788" y="583829"/>
                  <a:pt x="1058333" y="592667"/>
                  <a:pt x="1058333" y="592667"/>
                </a:cubicBez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grpSp>
        <p:nvGrpSpPr>
          <p:cNvPr id="83976" name="Group 3">
            <a:extLst>
              <a:ext uri="{FF2B5EF4-FFF2-40B4-BE49-F238E27FC236}">
                <a16:creationId xmlns:a16="http://schemas.microsoft.com/office/drawing/2014/main" id="{A93DBAE8-5717-4637-85ED-ADE62396DA49}"/>
              </a:ext>
            </a:extLst>
          </p:cNvPr>
          <p:cNvGrpSpPr>
            <a:grpSpLocks/>
          </p:cNvGrpSpPr>
          <p:nvPr/>
        </p:nvGrpSpPr>
        <p:grpSpPr bwMode="auto">
          <a:xfrm>
            <a:off x="5908675" y="2430463"/>
            <a:ext cx="2324100" cy="1316037"/>
            <a:chOff x="5909438" y="2430890"/>
            <a:chExt cx="2323641" cy="1315462"/>
          </a:xfrm>
        </p:grpSpPr>
        <p:sp>
          <p:nvSpPr>
            <p:cNvPr id="83977" name="Can 2">
              <a:extLst>
                <a:ext uri="{FF2B5EF4-FFF2-40B4-BE49-F238E27FC236}">
                  <a16:creationId xmlns:a16="http://schemas.microsoft.com/office/drawing/2014/main" id="{DC429D0C-BD74-4466-BCAF-9047738514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47519" y="2430890"/>
              <a:ext cx="1786628" cy="1315462"/>
            </a:xfrm>
            <a:prstGeom prst="can">
              <a:avLst>
                <a:gd name="adj" fmla="val 250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10" name="Arc 9">
              <a:extLst>
                <a:ext uri="{FF2B5EF4-FFF2-40B4-BE49-F238E27FC236}">
                  <a16:creationId xmlns:a16="http://schemas.microsoft.com/office/drawing/2014/main" id="{3AD85321-BB78-2848-8EC2-56FFA41F4260}"/>
                </a:ext>
              </a:extLst>
            </p:cNvPr>
            <p:cNvSpPr/>
            <p:nvPr/>
          </p:nvSpPr>
          <p:spPr bwMode="auto">
            <a:xfrm rot="15778981" flipH="1">
              <a:off x="6718199" y="1758603"/>
              <a:ext cx="741038" cy="2288723"/>
            </a:xfrm>
            <a:prstGeom prst="arc">
              <a:avLst>
                <a:gd name="adj1" fmla="val 16249804"/>
                <a:gd name="adj2" fmla="val 3824246"/>
              </a:avLst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/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charset="0"/>
                <a:ea typeface="ＭＳ Ｐゴシック" charset="0"/>
                <a:cs typeface="+mn-cs"/>
              </a:endParaRPr>
            </a:p>
          </p:txBody>
        </p:sp>
        <p:cxnSp>
          <p:nvCxnSpPr>
            <p:cNvPr id="83979" name="Straight Connector 4">
              <a:extLst>
                <a:ext uri="{FF2B5EF4-FFF2-40B4-BE49-F238E27FC236}">
                  <a16:creationId xmlns:a16="http://schemas.microsoft.com/office/drawing/2014/main" id="{18D93E7C-F10A-41B1-B3A5-6FAB52C16874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6391479" y="2737801"/>
              <a:ext cx="9321" cy="98831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3980" name="Straight Connector 12">
              <a:extLst>
                <a:ext uri="{FF2B5EF4-FFF2-40B4-BE49-F238E27FC236}">
                  <a16:creationId xmlns:a16="http://schemas.microsoft.com/office/drawing/2014/main" id="{1198EC84-EBE6-4670-9486-F39B3270054E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7315200" y="2736482"/>
              <a:ext cx="9321" cy="98831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83981" name="TextBox 13">
              <a:extLst>
                <a:ext uri="{FF2B5EF4-FFF2-40B4-BE49-F238E27FC236}">
                  <a16:creationId xmlns:a16="http://schemas.microsoft.com/office/drawing/2014/main" id="{B00262E2-8A97-4A46-8C3A-FF0C68DBADE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609785" y="2736482"/>
              <a:ext cx="510076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4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m</a:t>
              </a:r>
              <a:r>
                <a:rPr kumimoji="0" lang="en-US" altLang="en-US" sz="2400" b="0" i="1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0</a:t>
              </a:r>
            </a:p>
          </p:txBody>
        </p:sp>
        <p:sp>
          <p:nvSpPr>
            <p:cNvPr id="83982" name="TextBox 14">
              <a:extLst>
                <a:ext uri="{FF2B5EF4-FFF2-40B4-BE49-F238E27FC236}">
                  <a16:creationId xmlns:a16="http://schemas.microsoft.com/office/drawing/2014/main" id="{69E7E3E6-688B-4206-9896-DA0A311F2FE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91419" y="2671006"/>
              <a:ext cx="510076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4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m</a:t>
              </a:r>
              <a:r>
                <a:rPr kumimoji="0" lang="en-US" altLang="en-US" sz="2400" b="0" i="1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2</a:t>
              </a:r>
            </a:p>
          </p:txBody>
        </p:sp>
        <p:sp>
          <p:nvSpPr>
            <p:cNvPr id="83983" name="TextBox 16">
              <a:extLst>
                <a:ext uri="{FF2B5EF4-FFF2-40B4-BE49-F238E27FC236}">
                  <a16:creationId xmlns:a16="http://schemas.microsoft.com/office/drawing/2014/main" id="{C64254C9-E52C-4FDC-81C1-6448D246E5A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18533" y="2661446"/>
              <a:ext cx="510076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4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m</a:t>
              </a:r>
              <a:r>
                <a:rPr kumimoji="0" lang="en-US" altLang="en-US" sz="2400" b="0" i="1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4</a:t>
              </a:r>
            </a:p>
          </p:txBody>
        </p:sp>
        <p:sp>
          <p:nvSpPr>
            <p:cNvPr id="83984" name="TextBox 17">
              <a:extLst>
                <a:ext uri="{FF2B5EF4-FFF2-40B4-BE49-F238E27FC236}">
                  <a16:creationId xmlns:a16="http://schemas.microsoft.com/office/drawing/2014/main" id="{AC51CF4A-1C53-4DB7-9142-2F8C12B30BB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616825" y="3255011"/>
              <a:ext cx="510076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4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m</a:t>
              </a:r>
              <a:r>
                <a:rPr kumimoji="0" lang="en-US" altLang="en-US" sz="2400" b="0" i="1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1</a:t>
              </a:r>
            </a:p>
          </p:txBody>
        </p:sp>
        <p:sp>
          <p:nvSpPr>
            <p:cNvPr id="83985" name="TextBox 18">
              <a:extLst>
                <a:ext uri="{FF2B5EF4-FFF2-40B4-BE49-F238E27FC236}">
                  <a16:creationId xmlns:a16="http://schemas.microsoft.com/office/drawing/2014/main" id="{3ED9796B-0698-45DD-876D-1C913E5363B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81489" y="3148235"/>
              <a:ext cx="510076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4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m</a:t>
              </a:r>
              <a:r>
                <a:rPr kumimoji="0" lang="en-US" altLang="en-US" sz="2400" b="0" i="1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3</a:t>
              </a:r>
            </a:p>
          </p:txBody>
        </p:sp>
        <p:sp>
          <p:nvSpPr>
            <p:cNvPr id="83986" name="TextBox 20">
              <a:extLst>
                <a:ext uri="{FF2B5EF4-FFF2-40B4-BE49-F238E27FC236}">
                  <a16:creationId xmlns:a16="http://schemas.microsoft.com/office/drawing/2014/main" id="{4F7B9E82-8381-495F-AC8E-257B4371C23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09438" y="3145897"/>
              <a:ext cx="510076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4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m</a:t>
              </a:r>
              <a:r>
                <a:rPr kumimoji="0" lang="en-US" altLang="en-US" sz="2400" b="0" i="1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5</a:t>
              </a:r>
            </a:p>
          </p:txBody>
        </p:sp>
      </p:grp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3" name="Title 1">
            <a:extLst>
              <a:ext uri="{FF2B5EF4-FFF2-40B4-BE49-F238E27FC236}">
                <a16:creationId xmlns:a16="http://schemas.microsoft.com/office/drawing/2014/main" id="{DFFC2D96-4992-4189-94B3-FF16A630DFF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20638"/>
            <a:ext cx="9144000" cy="685800"/>
          </a:xfrm>
        </p:spPr>
        <p:txBody>
          <a:bodyPr/>
          <a:lstStyle/>
          <a:p>
            <a:r>
              <a:rPr lang="en-US" altLang="en-US"/>
              <a:t>These are valid groupings</a:t>
            </a:r>
          </a:p>
        </p:txBody>
      </p:sp>
      <p:pic>
        <p:nvPicPr>
          <p:cNvPr id="84994" name="Picture 26" descr="Screen shot 2013-09-23 at 3.02.25 PM.png">
            <a:extLst>
              <a:ext uri="{FF2B5EF4-FFF2-40B4-BE49-F238E27FC236}">
                <a16:creationId xmlns:a16="http://schemas.microsoft.com/office/drawing/2014/main" id="{ACD8E17B-3259-4580-8491-3202E1663F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4838" y="1331913"/>
            <a:ext cx="2819400" cy="181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4995" name="Picture 26" descr="Screen shot 2013-09-23 at 3.02.25 PM.png">
            <a:extLst>
              <a:ext uri="{FF2B5EF4-FFF2-40B4-BE49-F238E27FC236}">
                <a16:creationId xmlns:a16="http://schemas.microsoft.com/office/drawing/2014/main" id="{81556094-667C-40DB-A0CB-9C75DC137B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5400" y="1295400"/>
            <a:ext cx="2819400" cy="181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4996" name="Picture 26" descr="Screen shot 2013-09-23 at 3.02.25 PM.png">
            <a:extLst>
              <a:ext uri="{FF2B5EF4-FFF2-40B4-BE49-F238E27FC236}">
                <a16:creationId xmlns:a16="http://schemas.microsoft.com/office/drawing/2014/main" id="{B06CF81A-BF11-4A9F-9AF9-4AB7EF1B66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788" y="4048125"/>
            <a:ext cx="2819400" cy="181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4997" name="Picture 26" descr="Screen shot 2013-09-23 at 3.02.25 PM.png">
            <a:extLst>
              <a:ext uri="{FF2B5EF4-FFF2-40B4-BE49-F238E27FC236}">
                <a16:creationId xmlns:a16="http://schemas.microsoft.com/office/drawing/2014/main" id="{BFB0ACC6-52A6-447A-8F63-E7F9D8BEA2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6350" y="4011613"/>
            <a:ext cx="2819400" cy="181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4998" name="Freeform 50">
            <a:extLst>
              <a:ext uri="{FF2B5EF4-FFF2-40B4-BE49-F238E27FC236}">
                <a16:creationId xmlns:a16="http://schemas.microsoft.com/office/drawing/2014/main" id="{D61DAE23-6475-4087-89A4-6E55AF795A80}"/>
              </a:ext>
            </a:extLst>
          </p:cNvPr>
          <p:cNvSpPr>
            <a:spLocks/>
          </p:cNvSpPr>
          <p:nvPr/>
        </p:nvSpPr>
        <p:spPr bwMode="auto">
          <a:xfrm rot="-5400000">
            <a:off x="1040606" y="2364582"/>
            <a:ext cx="919163" cy="381000"/>
          </a:xfrm>
          <a:custGeom>
            <a:avLst/>
            <a:gdLst>
              <a:gd name="T0" fmla="*/ 0 w 1249"/>
              <a:gd name="T1" fmla="*/ 2147483646 h 545"/>
              <a:gd name="T2" fmla="*/ 2147483646 w 1249"/>
              <a:gd name="T3" fmla="*/ 2147483646 h 545"/>
              <a:gd name="T4" fmla="*/ 2147483646 w 1249"/>
              <a:gd name="T5" fmla="*/ 2147483646 h 545"/>
              <a:gd name="T6" fmla="*/ 2147483646 w 1249"/>
              <a:gd name="T7" fmla="*/ 2147483646 h 545"/>
              <a:gd name="T8" fmla="*/ 2147483646 w 1249"/>
              <a:gd name="T9" fmla="*/ 2147483646 h 545"/>
              <a:gd name="T10" fmla="*/ 2147483646 w 1249"/>
              <a:gd name="T11" fmla="*/ 2147483646 h 545"/>
              <a:gd name="T12" fmla="*/ 2147483646 w 1249"/>
              <a:gd name="T13" fmla="*/ 2147483646 h 545"/>
              <a:gd name="T14" fmla="*/ 2147483646 w 1249"/>
              <a:gd name="T15" fmla="*/ 2147483646 h 545"/>
              <a:gd name="T16" fmla="*/ 2147483646 w 1249"/>
              <a:gd name="T17" fmla="*/ 2147483646 h 545"/>
              <a:gd name="T18" fmla="*/ 2147483646 w 1249"/>
              <a:gd name="T19" fmla="*/ 2147483646 h 545"/>
              <a:gd name="T20" fmla="*/ 2147483646 w 1249"/>
              <a:gd name="T21" fmla="*/ 0 h 545"/>
              <a:gd name="T22" fmla="*/ 2147483646 w 1249"/>
              <a:gd name="T23" fmla="*/ 0 h 545"/>
              <a:gd name="T24" fmla="*/ 2147483646 w 1249"/>
              <a:gd name="T25" fmla="*/ 2147483646 h 545"/>
              <a:gd name="T26" fmla="*/ 2147483646 w 1249"/>
              <a:gd name="T27" fmla="*/ 2147483646 h 545"/>
              <a:gd name="T28" fmla="*/ 2147483646 w 1249"/>
              <a:gd name="T29" fmla="*/ 2147483646 h 545"/>
              <a:gd name="T30" fmla="*/ 2147483646 w 1249"/>
              <a:gd name="T31" fmla="*/ 2147483646 h 545"/>
              <a:gd name="T32" fmla="*/ 2147483646 w 1249"/>
              <a:gd name="T33" fmla="*/ 2147483646 h 545"/>
              <a:gd name="T34" fmla="*/ 2147483646 w 1249"/>
              <a:gd name="T35" fmla="*/ 2147483646 h 545"/>
              <a:gd name="T36" fmla="*/ 2147483646 w 1249"/>
              <a:gd name="T37" fmla="*/ 2147483646 h 545"/>
              <a:gd name="T38" fmla="*/ 2147483646 w 1249"/>
              <a:gd name="T39" fmla="*/ 2147483646 h 545"/>
              <a:gd name="T40" fmla="*/ 2147483646 w 1249"/>
              <a:gd name="T41" fmla="*/ 2147483646 h 545"/>
              <a:gd name="T42" fmla="*/ 2147483646 w 1249"/>
              <a:gd name="T43" fmla="*/ 2147483646 h 545"/>
              <a:gd name="T44" fmla="*/ 2147483646 w 1249"/>
              <a:gd name="T45" fmla="*/ 2147483646 h 545"/>
              <a:gd name="T46" fmla="*/ 2147483646 w 1249"/>
              <a:gd name="T47" fmla="*/ 2147483646 h 545"/>
              <a:gd name="T48" fmla="*/ 2147483646 w 1249"/>
              <a:gd name="T49" fmla="*/ 2147483646 h 545"/>
              <a:gd name="T50" fmla="*/ 2147483646 w 1249"/>
              <a:gd name="T51" fmla="*/ 2147483646 h 545"/>
              <a:gd name="T52" fmla="*/ 2147483646 w 1249"/>
              <a:gd name="T53" fmla="*/ 2147483646 h 545"/>
              <a:gd name="T54" fmla="*/ 2147483646 w 1249"/>
              <a:gd name="T55" fmla="*/ 2147483646 h 545"/>
              <a:gd name="T56" fmla="*/ 2147483646 w 1249"/>
              <a:gd name="T57" fmla="*/ 2147483646 h 545"/>
              <a:gd name="T58" fmla="*/ 2147483646 w 1249"/>
              <a:gd name="T59" fmla="*/ 2147483646 h 545"/>
              <a:gd name="T60" fmla="*/ 2147483646 w 1249"/>
              <a:gd name="T61" fmla="*/ 2147483646 h 545"/>
              <a:gd name="T62" fmla="*/ 2147483646 w 1249"/>
              <a:gd name="T63" fmla="*/ 2147483646 h 545"/>
              <a:gd name="T64" fmla="*/ 2147483646 w 1249"/>
              <a:gd name="T65" fmla="*/ 2147483646 h 545"/>
              <a:gd name="T66" fmla="*/ 2147483646 w 1249"/>
              <a:gd name="T67" fmla="*/ 2147483646 h 545"/>
              <a:gd name="T68" fmla="*/ 2147483646 w 1249"/>
              <a:gd name="T69" fmla="*/ 2147483646 h 545"/>
              <a:gd name="T70" fmla="*/ 2147483646 w 1249"/>
              <a:gd name="T71" fmla="*/ 2147483646 h 545"/>
              <a:gd name="T72" fmla="*/ 2147483646 w 1249"/>
              <a:gd name="T73" fmla="*/ 2147483646 h 545"/>
              <a:gd name="T74" fmla="*/ 2147483646 w 1249"/>
              <a:gd name="T75" fmla="*/ 2147483646 h 545"/>
              <a:gd name="T76" fmla="*/ 2147483646 w 1249"/>
              <a:gd name="T77" fmla="*/ 2147483646 h 545"/>
              <a:gd name="T78" fmla="*/ 2147483646 w 1249"/>
              <a:gd name="T79" fmla="*/ 2147483646 h 545"/>
              <a:gd name="T80" fmla="*/ 2147483646 w 1249"/>
              <a:gd name="T81" fmla="*/ 2147483646 h 545"/>
              <a:gd name="T82" fmla="*/ 2147483646 w 1249"/>
              <a:gd name="T83" fmla="*/ 2147483646 h 545"/>
              <a:gd name="T84" fmla="*/ 2147483646 w 1249"/>
              <a:gd name="T85" fmla="*/ 2147483646 h 545"/>
              <a:gd name="T86" fmla="*/ 2147483646 w 1249"/>
              <a:gd name="T87" fmla="*/ 2147483646 h 545"/>
              <a:gd name="T88" fmla="*/ 0 w 1249"/>
              <a:gd name="T89" fmla="*/ 2147483646 h 545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</a:gdLst>
            <a:ahLst/>
            <a:cxnLst>
              <a:cxn ang="T90">
                <a:pos x="T0" y="T1"/>
              </a:cxn>
              <a:cxn ang="T91">
                <a:pos x="T2" y="T3"/>
              </a:cxn>
              <a:cxn ang="T92">
                <a:pos x="T4" y="T5"/>
              </a:cxn>
              <a:cxn ang="T93">
                <a:pos x="T6" y="T7"/>
              </a:cxn>
              <a:cxn ang="T94">
                <a:pos x="T8" y="T9"/>
              </a:cxn>
              <a:cxn ang="T95">
                <a:pos x="T10" y="T11"/>
              </a:cxn>
              <a:cxn ang="T96">
                <a:pos x="T12" y="T13"/>
              </a:cxn>
              <a:cxn ang="T97">
                <a:pos x="T14" y="T15"/>
              </a:cxn>
              <a:cxn ang="T98">
                <a:pos x="T16" y="T17"/>
              </a:cxn>
              <a:cxn ang="T99">
                <a:pos x="T18" y="T19"/>
              </a:cxn>
              <a:cxn ang="T100">
                <a:pos x="T20" y="T21"/>
              </a:cxn>
              <a:cxn ang="T101">
                <a:pos x="T22" y="T23"/>
              </a:cxn>
              <a:cxn ang="T102">
                <a:pos x="T24" y="T25"/>
              </a:cxn>
              <a:cxn ang="T103">
                <a:pos x="T26" y="T27"/>
              </a:cxn>
              <a:cxn ang="T104">
                <a:pos x="T28" y="T29"/>
              </a:cxn>
              <a:cxn ang="T105">
                <a:pos x="T30" y="T31"/>
              </a:cxn>
              <a:cxn ang="T106">
                <a:pos x="T32" y="T33"/>
              </a:cxn>
              <a:cxn ang="T107">
                <a:pos x="T34" y="T35"/>
              </a:cxn>
              <a:cxn ang="T108">
                <a:pos x="T36" y="T37"/>
              </a:cxn>
              <a:cxn ang="T109">
                <a:pos x="T38" y="T39"/>
              </a:cxn>
              <a:cxn ang="T110">
                <a:pos x="T40" y="T41"/>
              </a:cxn>
              <a:cxn ang="T111">
                <a:pos x="T42" y="T43"/>
              </a:cxn>
              <a:cxn ang="T112">
                <a:pos x="T44" y="T45"/>
              </a:cxn>
              <a:cxn ang="T113">
                <a:pos x="T46" y="T47"/>
              </a:cxn>
              <a:cxn ang="T114">
                <a:pos x="T48" y="T49"/>
              </a:cxn>
              <a:cxn ang="T115">
                <a:pos x="T50" y="T51"/>
              </a:cxn>
              <a:cxn ang="T116">
                <a:pos x="T52" y="T53"/>
              </a:cxn>
              <a:cxn ang="T117">
                <a:pos x="T54" y="T55"/>
              </a:cxn>
              <a:cxn ang="T118">
                <a:pos x="T56" y="T57"/>
              </a:cxn>
              <a:cxn ang="T119">
                <a:pos x="T58" y="T59"/>
              </a:cxn>
              <a:cxn ang="T120">
                <a:pos x="T60" y="T61"/>
              </a:cxn>
              <a:cxn ang="T121">
                <a:pos x="T62" y="T63"/>
              </a:cxn>
              <a:cxn ang="T122">
                <a:pos x="T64" y="T65"/>
              </a:cxn>
              <a:cxn ang="T123">
                <a:pos x="T66" y="T67"/>
              </a:cxn>
              <a:cxn ang="T124">
                <a:pos x="T68" y="T69"/>
              </a:cxn>
              <a:cxn ang="T125">
                <a:pos x="T70" y="T71"/>
              </a:cxn>
              <a:cxn ang="T126">
                <a:pos x="T72" y="T73"/>
              </a:cxn>
              <a:cxn ang="T127">
                <a:pos x="T74" y="T75"/>
              </a:cxn>
              <a:cxn ang="T128">
                <a:pos x="T76" y="T77"/>
              </a:cxn>
              <a:cxn ang="T129">
                <a:pos x="T78" y="T79"/>
              </a:cxn>
              <a:cxn ang="T130">
                <a:pos x="T80" y="T81"/>
              </a:cxn>
              <a:cxn ang="T131">
                <a:pos x="T82" y="T83"/>
              </a:cxn>
              <a:cxn ang="T132">
                <a:pos x="T84" y="T85"/>
              </a:cxn>
              <a:cxn ang="T133">
                <a:pos x="T86" y="T87"/>
              </a:cxn>
              <a:cxn ang="T134">
                <a:pos x="T88" y="T89"/>
              </a:cxn>
            </a:cxnLst>
            <a:rect l="0" t="0" r="r" b="b"/>
            <a:pathLst>
              <a:path w="1249" h="545">
                <a:moveTo>
                  <a:pt x="0" y="271"/>
                </a:moveTo>
                <a:lnTo>
                  <a:pt x="0" y="272"/>
                </a:lnTo>
                <a:lnTo>
                  <a:pt x="0" y="258"/>
                </a:lnTo>
                <a:lnTo>
                  <a:pt x="2" y="244"/>
                </a:lnTo>
                <a:lnTo>
                  <a:pt x="3" y="231"/>
                </a:lnTo>
                <a:lnTo>
                  <a:pt x="5" y="218"/>
                </a:lnTo>
                <a:lnTo>
                  <a:pt x="8" y="204"/>
                </a:lnTo>
                <a:lnTo>
                  <a:pt x="13" y="191"/>
                </a:lnTo>
                <a:lnTo>
                  <a:pt x="16" y="178"/>
                </a:lnTo>
                <a:lnTo>
                  <a:pt x="21" y="167"/>
                </a:lnTo>
                <a:lnTo>
                  <a:pt x="27" y="154"/>
                </a:lnTo>
                <a:lnTo>
                  <a:pt x="32" y="143"/>
                </a:lnTo>
                <a:lnTo>
                  <a:pt x="40" y="132"/>
                </a:lnTo>
                <a:lnTo>
                  <a:pt x="47" y="120"/>
                </a:lnTo>
                <a:lnTo>
                  <a:pt x="55" y="109"/>
                </a:lnTo>
                <a:lnTo>
                  <a:pt x="63" y="100"/>
                </a:lnTo>
                <a:lnTo>
                  <a:pt x="71" y="88"/>
                </a:lnTo>
                <a:lnTo>
                  <a:pt x="80" y="79"/>
                </a:lnTo>
                <a:lnTo>
                  <a:pt x="90" y="71"/>
                </a:lnTo>
                <a:lnTo>
                  <a:pt x="99" y="63"/>
                </a:lnTo>
                <a:lnTo>
                  <a:pt x="109" y="53"/>
                </a:lnTo>
                <a:lnTo>
                  <a:pt x="120" y="47"/>
                </a:lnTo>
                <a:lnTo>
                  <a:pt x="131" y="39"/>
                </a:lnTo>
                <a:lnTo>
                  <a:pt x="143" y="32"/>
                </a:lnTo>
                <a:lnTo>
                  <a:pt x="154" y="26"/>
                </a:lnTo>
                <a:lnTo>
                  <a:pt x="167" y="21"/>
                </a:lnTo>
                <a:lnTo>
                  <a:pt x="179" y="16"/>
                </a:lnTo>
                <a:lnTo>
                  <a:pt x="191" y="12"/>
                </a:lnTo>
                <a:lnTo>
                  <a:pt x="205" y="8"/>
                </a:lnTo>
                <a:lnTo>
                  <a:pt x="218" y="5"/>
                </a:lnTo>
                <a:lnTo>
                  <a:pt x="231" y="4"/>
                </a:lnTo>
                <a:lnTo>
                  <a:pt x="245" y="2"/>
                </a:lnTo>
                <a:lnTo>
                  <a:pt x="258" y="0"/>
                </a:lnTo>
                <a:lnTo>
                  <a:pt x="272" y="0"/>
                </a:lnTo>
                <a:lnTo>
                  <a:pt x="977" y="0"/>
                </a:lnTo>
                <a:lnTo>
                  <a:pt x="989" y="0"/>
                </a:lnTo>
                <a:lnTo>
                  <a:pt x="1004" y="2"/>
                </a:lnTo>
                <a:lnTo>
                  <a:pt x="1018" y="4"/>
                </a:lnTo>
                <a:lnTo>
                  <a:pt x="1031" y="5"/>
                </a:lnTo>
                <a:lnTo>
                  <a:pt x="1044" y="8"/>
                </a:lnTo>
                <a:lnTo>
                  <a:pt x="1057" y="12"/>
                </a:lnTo>
                <a:lnTo>
                  <a:pt x="1069" y="16"/>
                </a:lnTo>
                <a:lnTo>
                  <a:pt x="1082" y="21"/>
                </a:lnTo>
                <a:lnTo>
                  <a:pt x="1093" y="26"/>
                </a:lnTo>
                <a:lnTo>
                  <a:pt x="1106" y="32"/>
                </a:lnTo>
                <a:lnTo>
                  <a:pt x="1117" y="39"/>
                </a:lnTo>
                <a:lnTo>
                  <a:pt x="1129" y="47"/>
                </a:lnTo>
                <a:lnTo>
                  <a:pt x="1140" y="53"/>
                </a:lnTo>
                <a:lnTo>
                  <a:pt x="1149" y="63"/>
                </a:lnTo>
                <a:lnTo>
                  <a:pt x="1159" y="71"/>
                </a:lnTo>
                <a:lnTo>
                  <a:pt x="1169" y="79"/>
                </a:lnTo>
                <a:lnTo>
                  <a:pt x="1178" y="88"/>
                </a:lnTo>
                <a:lnTo>
                  <a:pt x="1186" y="100"/>
                </a:lnTo>
                <a:lnTo>
                  <a:pt x="1194" y="109"/>
                </a:lnTo>
                <a:lnTo>
                  <a:pt x="1202" y="120"/>
                </a:lnTo>
                <a:lnTo>
                  <a:pt x="1209" y="132"/>
                </a:lnTo>
                <a:lnTo>
                  <a:pt x="1215" y="143"/>
                </a:lnTo>
                <a:lnTo>
                  <a:pt x="1221" y="154"/>
                </a:lnTo>
                <a:lnTo>
                  <a:pt x="1228" y="167"/>
                </a:lnTo>
                <a:lnTo>
                  <a:pt x="1233" y="178"/>
                </a:lnTo>
                <a:lnTo>
                  <a:pt x="1236" y="191"/>
                </a:lnTo>
                <a:lnTo>
                  <a:pt x="1241" y="204"/>
                </a:lnTo>
                <a:lnTo>
                  <a:pt x="1242" y="218"/>
                </a:lnTo>
                <a:lnTo>
                  <a:pt x="1246" y="231"/>
                </a:lnTo>
                <a:lnTo>
                  <a:pt x="1247" y="244"/>
                </a:lnTo>
                <a:lnTo>
                  <a:pt x="1249" y="258"/>
                </a:lnTo>
                <a:lnTo>
                  <a:pt x="1249" y="272"/>
                </a:lnTo>
                <a:lnTo>
                  <a:pt x="1249" y="271"/>
                </a:lnTo>
                <a:lnTo>
                  <a:pt x="1249" y="285"/>
                </a:lnTo>
                <a:lnTo>
                  <a:pt x="1247" y="300"/>
                </a:lnTo>
                <a:lnTo>
                  <a:pt x="1246" y="312"/>
                </a:lnTo>
                <a:lnTo>
                  <a:pt x="1242" y="327"/>
                </a:lnTo>
                <a:lnTo>
                  <a:pt x="1241" y="340"/>
                </a:lnTo>
                <a:lnTo>
                  <a:pt x="1236" y="353"/>
                </a:lnTo>
                <a:lnTo>
                  <a:pt x="1233" y="365"/>
                </a:lnTo>
                <a:lnTo>
                  <a:pt x="1228" y="378"/>
                </a:lnTo>
                <a:lnTo>
                  <a:pt x="1221" y="389"/>
                </a:lnTo>
                <a:lnTo>
                  <a:pt x="1215" y="402"/>
                </a:lnTo>
                <a:lnTo>
                  <a:pt x="1209" y="413"/>
                </a:lnTo>
                <a:lnTo>
                  <a:pt x="1202" y="425"/>
                </a:lnTo>
                <a:lnTo>
                  <a:pt x="1194" y="434"/>
                </a:lnTo>
                <a:lnTo>
                  <a:pt x="1186" y="445"/>
                </a:lnTo>
                <a:lnTo>
                  <a:pt x="1178" y="455"/>
                </a:lnTo>
                <a:lnTo>
                  <a:pt x="1169" y="465"/>
                </a:lnTo>
                <a:lnTo>
                  <a:pt x="1159" y="473"/>
                </a:lnTo>
                <a:lnTo>
                  <a:pt x="1149" y="482"/>
                </a:lnTo>
                <a:lnTo>
                  <a:pt x="1140" y="490"/>
                </a:lnTo>
                <a:lnTo>
                  <a:pt x="1129" y="498"/>
                </a:lnTo>
                <a:lnTo>
                  <a:pt x="1117" y="505"/>
                </a:lnTo>
                <a:lnTo>
                  <a:pt x="1106" y="511"/>
                </a:lnTo>
                <a:lnTo>
                  <a:pt x="1093" y="517"/>
                </a:lnTo>
                <a:lnTo>
                  <a:pt x="1082" y="522"/>
                </a:lnTo>
                <a:lnTo>
                  <a:pt x="1069" y="527"/>
                </a:lnTo>
                <a:lnTo>
                  <a:pt x="1057" y="532"/>
                </a:lnTo>
                <a:lnTo>
                  <a:pt x="1044" y="535"/>
                </a:lnTo>
                <a:lnTo>
                  <a:pt x="1031" y="538"/>
                </a:lnTo>
                <a:lnTo>
                  <a:pt x="1018" y="541"/>
                </a:lnTo>
                <a:lnTo>
                  <a:pt x="1004" y="543"/>
                </a:lnTo>
                <a:lnTo>
                  <a:pt x="989" y="543"/>
                </a:lnTo>
                <a:lnTo>
                  <a:pt x="977" y="545"/>
                </a:lnTo>
                <a:lnTo>
                  <a:pt x="272" y="545"/>
                </a:lnTo>
                <a:lnTo>
                  <a:pt x="258" y="543"/>
                </a:lnTo>
                <a:lnTo>
                  <a:pt x="245" y="543"/>
                </a:lnTo>
                <a:lnTo>
                  <a:pt x="231" y="541"/>
                </a:lnTo>
                <a:lnTo>
                  <a:pt x="218" y="538"/>
                </a:lnTo>
                <a:lnTo>
                  <a:pt x="205" y="535"/>
                </a:lnTo>
                <a:lnTo>
                  <a:pt x="191" y="532"/>
                </a:lnTo>
                <a:lnTo>
                  <a:pt x="179" y="527"/>
                </a:lnTo>
                <a:lnTo>
                  <a:pt x="167" y="522"/>
                </a:lnTo>
                <a:lnTo>
                  <a:pt x="154" y="517"/>
                </a:lnTo>
                <a:lnTo>
                  <a:pt x="143" y="511"/>
                </a:lnTo>
                <a:lnTo>
                  <a:pt x="131" y="505"/>
                </a:lnTo>
                <a:lnTo>
                  <a:pt x="120" y="498"/>
                </a:lnTo>
                <a:lnTo>
                  <a:pt x="109" y="490"/>
                </a:lnTo>
                <a:lnTo>
                  <a:pt x="99" y="482"/>
                </a:lnTo>
                <a:lnTo>
                  <a:pt x="90" y="473"/>
                </a:lnTo>
                <a:lnTo>
                  <a:pt x="80" y="465"/>
                </a:lnTo>
                <a:lnTo>
                  <a:pt x="71" y="455"/>
                </a:lnTo>
                <a:lnTo>
                  <a:pt x="63" y="445"/>
                </a:lnTo>
                <a:lnTo>
                  <a:pt x="55" y="434"/>
                </a:lnTo>
                <a:lnTo>
                  <a:pt x="47" y="425"/>
                </a:lnTo>
                <a:lnTo>
                  <a:pt x="40" y="413"/>
                </a:lnTo>
                <a:lnTo>
                  <a:pt x="32" y="402"/>
                </a:lnTo>
                <a:lnTo>
                  <a:pt x="27" y="389"/>
                </a:lnTo>
                <a:lnTo>
                  <a:pt x="21" y="378"/>
                </a:lnTo>
                <a:lnTo>
                  <a:pt x="16" y="365"/>
                </a:lnTo>
                <a:lnTo>
                  <a:pt x="13" y="353"/>
                </a:lnTo>
                <a:lnTo>
                  <a:pt x="8" y="340"/>
                </a:lnTo>
                <a:lnTo>
                  <a:pt x="5" y="327"/>
                </a:lnTo>
                <a:lnTo>
                  <a:pt x="3" y="312"/>
                </a:lnTo>
                <a:lnTo>
                  <a:pt x="2" y="300"/>
                </a:lnTo>
                <a:lnTo>
                  <a:pt x="0" y="285"/>
                </a:lnTo>
                <a:lnTo>
                  <a:pt x="0" y="271"/>
                </a:lnTo>
                <a:close/>
              </a:path>
            </a:pathLst>
          </a:custGeom>
          <a:noFill/>
          <a:ln w="23813">
            <a:solidFill>
              <a:srgbClr val="FF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84999" name="Freeform 50">
            <a:extLst>
              <a:ext uri="{FF2B5EF4-FFF2-40B4-BE49-F238E27FC236}">
                <a16:creationId xmlns:a16="http://schemas.microsoft.com/office/drawing/2014/main" id="{DAFF4FBC-DCFF-4827-B29C-630CC7BD3A89}"/>
              </a:ext>
            </a:extLst>
          </p:cNvPr>
          <p:cNvSpPr>
            <a:spLocks/>
          </p:cNvSpPr>
          <p:nvPr/>
        </p:nvSpPr>
        <p:spPr bwMode="auto">
          <a:xfrm rot="-5400000">
            <a:off x="6057106" y="2326482"/>
            <a:ext cx="919163" cy="381000"/>
          </a:xfrm>
          <a:custGeom>
            <a:avLst/>
            <a:gdLst>
              <a:gd name="T0" fmla="*/ 0 w 1249"/>
              <a:gd name="T1" fmla="*/ 2147483646 h 545"/>
              <a:gd name="T2" fmla="*/ 2147483646 w 1249"/>
              <a:gd name="T3" fmla="*/ 2147483646 h 545"/>
              <a:gd name="T4" fmla="*/ 2147483646 w 1249"/>
              <a:gd name="T5" fmla="*/ 2147483646 h 545"/>
              <a:gd name="T6" fmla="*/ 2147483646 w 1249"/>
              <a:gd name="T7" fmla="*/ 2147483646 h 545"/>
              <a:gd name="T8" fmla="*/ 2147483646 w 1249"/>
              <a:gd name="T9" fmla="*/ 2147483646 h 545"/>
              <a:gd name="T10" fmla="*/ 2147483646 w 1249"/>
              <a:gd name="T11" fmla="*/ 2147483646 h 545"/>
              <a:gd name="T12" fmla="*/ 2147483646 w 1249"/>
              <a:gd name="T13" fmla="*/ 2147483646 h 545"/>
              <a:gd name="T14" fmla="*/ 2147483646 w 1249"/>
              <a:gd name="T15" fmla="*/ 2147483646 h 545"/>
              <a:gd name="T16" fmla="*/ 2147483646 w 1249"/>
              <a:gd name="T17" fmla="*/ 2147483646 h 545"/>
              <a:gd name="T18" fmla="*/ 2147483646 w 1249"/>
              <a:gd name="T19" fmla="*/ 2147483646 h 545"/>
              <a:gd name="T20" fmla="*/ 2147483646 w 1249"/>
              <a:gd name="T21" fmla="*/ 0 h 545"/>
              <a:gd name="T22" fmla="*/ 2147483646 w 1249"/>
              <a:gd name="T23" fmla="*/ 0 h 545"/>
              <a:gd name="T24" fmla="*/ 2147483646 w 1249"/>
              <a:gd name="T25" fmla="*/ 2147483646 h 545"/>
              <a:gd name="T26" fmla="*/ 2147483646 w 1249"/>
              <a:gd name="T27" fmla="*/ 2147483646 h 545"/>
              <a:gd name="T28" fmla="*/ 2147483646 w 1249"/>
              <a:gd name="T29" fmla="*/ 2147483646 h 545"/>
              <a:gd name="T30" fmla="*/ 2147483646 w 1249"/>
              <a:gd name="T31" fmla="*/ 2147483646 h 545"/>
              <a:gd name="T32" fmla="*/ 2147483646 w 1249"/>
              <a:gd name="T33" fmla="*/ 2147483646 h 545"/>
              <a:gd name="T34" fmla="*/ 2147483646 w 1249"/>
              <a:gd name="T35" fmla="*/ 2147483646 h 545"/>
              <a:gd name="T36" fmla="*/ 2147483646 w 1249"/>
              <a:gd name="T37" fmla="*/ 2147483646 h 545"/>
              <a:gd name="T38" fmla="*/ 2147483646 w 1249"/>
              <a:gd name="T39" fmla="*/ 2147483646 h 545"/>
              <a:gd name="T40" fmla="*/ 2147483646 w 1249"/>
              <a:gd name="T41" fmla="*/ 2147483646 h 545"/>
              <a:gd name="T42" fmla="*/ 2147483646 w 1249"/>
              <a:gd name="T43" fmla="*/ 2147483646 h 545"/>
              <a:gd name="T44" fmla="*/ 2147483646 w 1249"/>
              <a:gd name="T45" fmla="*/ 2147483646 h 545"/>
              <a:gd name="T46" fmla="*/ 2147483646 w 1249"/>
              <a:gd name="T47" fmla="*/ 2147483646 h 545"/>
              <a:gd name="T48" fmla="*/ 2147483646 w 1249"/>
              <a:gd name="T49" fmla="*/ 2147483646 h 545"/>
              <a:gd name="T50" fmla="*/ 2147483646 w 1249"/>
              <a:gd name="T51" fmla="*/ 2147483646 h 545"/>
              <a:gd name="T52" fmla="*/ 2147483646 w 1249"/>
              <a:gd name="T53" fmla="*/ 2147483646 h 545"/>
              <a:gd name="T54" fmla="*/ 2147483646 w 1249"/>
              <a:gd name="T55" fmla="*/ 2147483646 h 545"/>
              <a:gd name="T56" fmla="*/ 2147483646 w 1249"/>
              <a:gd name="T57" fmla="*/ 2147483646 h 545"/>
              <a:gd name="T58" fmla="*/ 2147483646 w 1249"/>
              <a:gd name="T59" fmla="*/ 2147483646 h 545"/>
              <a:gd name="T60" fmla="*/ 2147483646 w 1249"/>
              <a:gd name="T61" fmla="*/ 2147483646 h 545"/>
              <a:gd name="T62" fmla="*/ 2147483646 w 1249"/>
              <a:gd name="T63" fmla="*/ 2147483646 h 545"/>
              <a:gd name="T64" fmla="*/ 2147483646 w 1249"/>
              <a:gd name="T65" fmla="*/ 2147483646 h 545"/>
              <a:gd name="T66" fmla="*/ 2147483646 w 1249"/>
              <a:gd name="T67" fmla="*/ 2147483646 h 545"/>
              <a:gd name="T68" fmla="*/ 2147483646 w 1249"/>
              <a:gd name="T69" fmla="*/ 2147483646 h 545"/>
              <a:gd name="T70" fmla="*/ 2147483646 w 1249"/>
              <a:gd name="T71" fmla="*/ 2147483646 h 545"/>
              <a:gd name="T72" fmla="*/ 2147483646 w 1249"/>
              <a:gd name="T73" fmla="*/ 2147483646 h 545"/>
              <a:gd name="T74" fmla="*/ 2147483646 w 1249"/>
              <a:gd name="T75" fmla="*/ 2147483646 h 545"/>
              <a:gd name="T76" fmla="*/ 2147483646 w 1249"/>
              <a:gd name="T77" fmla="*/ 2147483646 h 545"/>
              <a:gd name="T78" fmla="*/ 2147483646 w 1249"/>
              <a:gd name="T79" fmla="*/ 2147483646 h 545"/>
              <a:gd name="T80" fmla="*/ 2147483646 w 1249"/>
              <a:gd name="T81" fmla="*/ 2147483646 h 545"/>
              <a:gd name="T82" fmla="*/ 2147483646 w 1249"/>
              <a:gd name="T83" fmla="*/ 2147483646 h 545"/>
              <a:gd name="T84" fmla="*/ 2147483646 w 1249"/>
              <a:gd name="T85" fmla="*/ 2147483646 h 545"/>
              <a:gd name="T86" fmla="*/ 2147483646 w 1249"/>
              <a:gd name="T87" fmla="*/ 2147483646 h 545"/>
              <a:gd name="T88" fmla="*/ 0 w 1249"/>
              <a:gd name="T89" fmla="*/ 2147483646 h 545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</a:gdLst>
            <a:ahLst/>
            <a:cxnLst>
              <a:cxn ang="T90">
                <a:pos x="T0" y="T1"/>
              </a:cxn>
              <a:cxn ang="T91">
                <a:pos x="T2" y="T3"/>
              </a:cxn>
              <a:cxn ang="T92">
                <a:pos x="T4" y="T5"/>
              </a:cxn>
              <a:cxn ang="T93">
                <a:pos x="T6" y="T7"/>
              </a:cxn>
              <a:cxn ang="T94">
                <a:pos x="T8" y="T9"/>
              </a:cxn>
              <a:cxn ang="T95">
                <a:pos x="T10" y="T11"/>
              </a:cxn>
              <a:cxn ang="T96">
                <a:pos x="T12" y="T13"/>
              </a:cxn>
              <a:cxn ang="T97">
                <a:pos x="T14" y="T15"/>
              </a:cxn>
              <a:cxn ang="T98">
                <a:pos x="T16" y="T17"/>
              </a:cxn>
              <a:cxn ang="T99">
                <a:pos x="T18" y="T19"/>
              </a:cxn>
              <a:cxn ang="T100">
                <a:pos x="T20" y="T21"/>
              </a:cxn>
              <a:cxn ang="T101">
                <a:pos x="T22" y="T23"/>
              </a:cxn>
              <a:cxn ang="T102">
                <a:pos x="T24" y="T25"/>
              </a:cxn>
              <a:cxn ang="T103">
                <a:pos x="T26" y="T27"/>
              </a:cxn>
              <a:cxn ang="T104">
                <a:pos x="T28" y="T29"/>
              </a:cxn>
              <a:cxn ang="T105">
                <a:pos x="T30" y="T31"/>
              </a:cxn>
              <a:cxn ang="T106">
                <a:pos x="T32" y="T33"/>
              </a:cxn>
              <a:cxn ang="T107">
                <a:pos x="T34" y="T35"/>
              </a:cxn>
              <a:cxn ang="T108">
                <a:pos x="T36" y="T37"/>
              </a:cxn>
              <a:cxn ang="T109">
                <a:pos x="T38" y="T39"/>
              </a:cxn>
              <a:cxn ang="T110">
                <a:pos x="T40" y="T41"/>
              </a:cxn>
              <a:cxn ang="T111">
                <a:pos x="T42" y="T43"/>
              </a:cxn>
              <a:cxn ang="T112">
                <a:pos x="T44" y="T45"/>
              </a:cxn>
              <a:cxn ang="T113">
                <a:pos x="T46" y="T47"/>
              </a:cxn>
              <a:cxn ang="T114">
                <a:pos x="T48" y="T49"/>
              </a:cxn>
              <a:cxn ang="T115">
                <a:pos x="T50" y="T51"/>
              </a:cxn>
              <a:cxn ang="T116">
                <a:pos x="T52" y="T53"/>
              </a:cxn>
              <a:cxn ang="T117">
                <a:pos x="T54" y="T55"/>
              </a:cxn>
              <a:cxn ang="T118">
                <a:pos x="T56" y="T57"/>
              </a:cxn>
              <a:cxn ang="T119">
                <a:pos x="T58" y="T59"/>
              </a:cxn>
              <a:cxn ang="T120">
                <a:pos x="T60" y="T61"/>
              </a:cxn>
              <a:cxn ang="T121">
                <a:pos x="T62" y="T63"/>
              </a:cxn>
              <a:cxn ang="T122">
                <a:pos x="T64" y="T65"/>
              </a:cxn>
              <a:cxn ang="T123">
                <a:pos x="T66" y="T67"/>
              </a:cxn>
              <a:cxn ang="T124">
                <a:pos x="T68" y="T69"/>
              </a:cxn>
              <a:cxn ang="T125">
                <a:pos x="T70" y="T71"/>
              </a:cxn>
              <a:cxn ang="T126">
                <a:pos x="T72" y="T73"/>
              </a:cxn>
              <a:cxn ang="T127">
                <a:pos x="T74" y="T75"/>
              </a:cxn>
              <a:cxn ang="T128">
                <a:pos x="T76" y="T77"/>
              </a:cxn>
              <a:cxn ang="T129">
                <a:pos x="T78" y="T79"/>
              </a:cxn>
              <a:cxn ang="T130">
                <a:pos x="T80" y="T81"/>
              </a:cxn>
              <a:cxn ang="T131">
                <a:pos x="T82" y="T83"/>
              </a:cxn>
              <a:cxn ang="T132">
                <a:pos x="T84" y="T85"/>
              </a:cxn>
              <a:cxn ang="T133">
                <a:pos x="T86" y="T87"/>
              </a:cxn>
              <a:cxn ang="T134">
                <a:pos x="T88" y="T89"/>
              </a:cxn>
            </a:cxnLst>
            <a:rect l="0" t="0" r="r" b="b"/>
            <a:pathLst>
              <a:path w="1249" h="545">
                <a:moveTo>
                  <a:pt x="0" y="271"/>
                </a:moveTo>
                <a:lnTo>
                  <a:pt x="0" y="272"/>
                </a:lnTo>
                <a:lnTo>
                  <a:pt x="0" y="258"/>
                </a:lnTo>
                <a:lnTo>
                  <a:pt x="2" y="244"/>
                </a:lnTo>
                <a:lnTo>
                  <a:pt x="3" y="231"/>
                </a:lnTo>
                <a:lnTo>
                  <a:pt x="5" y="218"/>
                </a:lnTo>
                <a:lnTo>
                  <a:pt x="8" y="204"/>
                </a:lnTo>
                <a:lnTo>
                  <a:pt x="13" y="191"/>
                </a:lnTo>
                <a:lnTo>
                  <a:pt x="16" y="178"/>
                </a:lnTo>
                <a:lnTo>
                  <a:pt x="21" y="167"/>
                </a:lnTo>
                <a:lnTo>
                  <a:pt x="27" y="154"/>
                </a:lnTo>
                <a:lnTo>
                  <a:pt x="32" y="143"/>
                </a:lnTo>
                <a:lnTo>
                  <a:pt x="40" y="132"/>
                </a:lnTo>
                <a:lnTo>
                  <a:pt x="47" y="120"/>
                </a:lnTo>
                <a:lnTo>
                  <a:pt x="55" y="109"/>
                </a:lnTo>
                <a:lnTo>
                  <a:pt x="63" y="100"/>
                </a:lnTo>
                <a:lnTo>
                  <a:pt x="71" y="88"/>
                </a:lnTo>
                <a:lnTo>
                  <a:pt x="80" y="79"/>
                </a:lnTo>
                <a:lnTo>
                  <a:pt x="90" y="71"/>
                </a:lnTo>
                <a:lnTo>
                  <a:pt x="99" y="63"/>
                </a:lnTo>
                <a:lnTo>
                  <a:pt x="109" y="53"/>
                </a:lnTo>
                <a:lnTo>
                  <a:pt x="120" y="47"/>
                </a:lnTo>
                <a:lnTo>
                  <a:pt x="131" y="39"/>
                </a:lnTo>
                <a:lnTo>
                  <a:pt x="143" y="32"/>
                </a:lnTo>
                <a:lnTo>
                  <a:pt x="154" y="26"/>
                </a:lnTo>
                <a:lnTo>
                  <a:pt x="167" y="21"/>
                </a:lnTo>
                <a:lnTo>
                  <a:pt x="179" y="16"/>
                </a:lnTo>
                <a:lnTo>
                  <a:pt x="191" y="12"/>
                </a:lnTo>
                <a:lnTo>
                  <a:pt x="205" y="8"/>
                </a:lnTo>
                <a:lnTo>
                  <a:pt x="218" y="5"/>
                </a:lnTo>
                <a:lnTo>
                  <a:pt x="231" y="4"/>
                </a:lnTo>
                <a:lnTo>
                  <a:pt x="245" y="2"/>
                </a:lnTo>
                <a:lnTo>
                  <a:pt x="258" y="0"/>
                </a:lnTo>
                <a:lnTo>
                  <a:pt x="272" y="0"/>
                </a:lnTo>
                <a:lnTo>
                  <a:pt x="977" y="0"/>
                </a:lnTo>
                <a:lnTo>
                  <a:pt x="989" y="0"/>
                </a:lnTo>
                <a:lnTo>
                  <a:pt x="1004" y="2"/>
                </a:lnTo>
                <a:lnTo>
                  <a:pt x="1018" y="4"/>
                </a:lnTo>
                <a:lnTo>
                  <a:pt x="1031" y="5"/>
                </a:lnTo>
                <a:lnTo>
                  <a:pt x="1044" y="8"/>
                </a:lnTo>
                <a:lnTo>
                  <a:pt x="1057" y="12"/>
                </a:lnTo>
                <a:lnTo>
                  <a:pt x="1069" y="16"/>
                </a:lnTo>
                <a:lnTo>
                  <a:pt x="1082" y="21"/>
                </a:lnTo>
                <a:lnTo>
                  <a:pt x="1093" y="26"/>
                </a:lnTo>
                <a:lnTo>
                  <a:pt x="1106" y="32"/>
                </a:lnTo>
                <a:lnTo>
                  <a:pt x="1117" y="39"/>
                </a:lnTo>
                <a:lnTo>
                  <a:pt x="1129" y="47"/>
                </a:lnTo>
                <a:lnTo>
                  <a:pt x="1140" y="53"/>
                </a:lnTo>
                <a:lnTo>
                  <a:pt x="1149" y="63"/>
                </a:lnTo>
                <a:lnTo>
                  <a:pt x="1159" y="71"/>
                </a:lnTo>
                <a:lnTo>
                  <a:pt x="1169" y="79"/>
                </a:lnTo>
                <a:lnTo>
                  <a:pt x="1178" y="88"/>
                </a:lnTo>
                <a:lnTo>
                  <a:pt x="1186" y="100"/>
                </a:lnTo>
                <a:lnTo>
                  <a:pt x="1194" y="109"/>
                </a:lnTo>
                <a:lnTo>
                  <a:pt x="1202" y="120"/>
                </a:lnTo>
                <a:lnTo>
                  <a:pt x="1209" y="132"/>
                </a:lnTo>
                <a:lnTo>
                  <a:pt x="1215" y="143"/>
                </a:lnTo>
                <a:lnTo>
                  <a:pt x="1221" y="154"/>
                </a:lnTo>
                <a:lnTo>
                  <a:pt x="1228" y="167"/>
                </a:lnTo>
                <a:lnTo>
                  <a:pt x="1233" y="178"/>
                </a:lnTo>
                <a:lnTo>
                  <a:pt x="1236" y="191"/>
                </a:lnTo>
                <a:lnTo>
                  <a:pt x="1241" y="204"/>
                </a:lnTo>
                <a:lnTo>
                  <a:pt x="1242" y="218"/>
                </a:lnTo>
                <a:lnTo>
                  <a:pt x="1246" y="231"/>
                </a:lnTo>
                <a:lnTo>
                  <a:pt x="1247" y="244"/>
                </a:lnTo>
                <a:lnTo>
                  <a:pt x="1249" y="258"/>
                </a:lnTo>
                <a:lnTo>
                  <a:pt x="1249" y="272"/>
                </a:lnTo>
                <a:lnTo>
                  <a:pt x="1249" y="271"/>
                </a:lnTo>
                <a:lnTo>
                  <a:pt x="1249" y="285"/>
                </a:lnTo>
                <a:lnTo>
                  <a:pt x="1247" y="300"/>
                </a:lnTo>
                <a:lnTo>
                  <a:pt x="1246" y="312"/>
                </a:lnTo>
                <a:lnTo>
                  <a:pt x="1242" y="327"/>
                </a:lnTo>
                <a:lnTo>
                  <a:pt x="1241" y="340"/>
                </a:lnTo>
                <a:lnTo>
                  <a:pt x="1236" y="353"/>
                </a:lnTo>
                <a:lnTo>
                  <a:pt x="1233" y="365"/>
                </a:lnTo>
                <a:lnTo>
                  <a:pt x="1228" y="378"/>
                </a:lnTo>
                <a:lnTo>
                  <a:pt x="1221" y="389"/>
                </a:lnTo>
                <a:lnTo>
                  <a:pt x="1215" y="402"/>
                </a:lnTo>
                <a:lnTo>
                  <a:pt x="1209" y="413"/>
                </a:lnTo>
                <a:lnTo>
                  <a:pt x="1202" y="425"/>
                </a:lnTo>
                <a:lnTo>
                  <a:pt x="1194" y="434"/>
                </a:lnTo>
                <a:lnTo>
                  <a:pt x="1186" y="445"/>
                </a:lnTo>
                <a:lnTo>
                  <a:pt x="1178" y="455"/>
                </a:lnTo>
                <a:lnTo>
                  <a:pt x="1169" y="465"/>
                </a:lnTo>
                <a:lnTo>
                  <a:pt x="1159" y="473"/>
                </a:lnTo>
                <a:lnTo>
                  <a:pt x="1149" y="482"/>
                </a:lnTo>
                <a:lnTo>
                  <a:pt x="1140" y="490"/>
                </a:lnTo>
                <a:lnTo>
                  <a:pt x="1129" y="498"/>
                </a:lnTo>
                <a:lnTo>
                  <a:pt x="1117" y="505"/>
                </a:lnTo>
                <a:lnTo>
                  <a:pt x="1106" y="511"/>
                </a:lnTo>
                <a:lnTo>
                  <a:pt x="1093" y="517"/>
                </a:lnTo>
                <a:lnTo>
                  <a:pt x="1082" y="522"/>
                </a:lnTo>
                <a:lnTo>
                  <a:pt x="1069" y="527"/>
                </a:lnTo>
                <a:lnTo>
                  <a:pt x="1057" y="532"/>
                </a:lnTo>
                <a:lnTo>
                  <a:pt x="1044" y="535"/>
                </a:lnTo>
                <a:lnTo>
                  <a:pt x="1031" y="538"/>
                </a:lnTo>
                <a:lnTo>
                  <a:pt x="1018" y="541"/>
                </a:lnTo>
                <a:lnTo>
                  <a:pt x="1004" y="543"/>
                </a:lnTo>
                <a:lnTo>
                  <a:pt x="989" y="543"/>
                </a:lnTo>
                <a:lnTo>
                  <a:pt x="977" y="545"/>
                </a:lnTo>
                <a:lnTo>
                  <a:pt x="272" y="545"/>
                </a:lnTo>
                <a:lnTo>
                  <a:pt x="258" y="543"/>
                </a:lnTo>
                <a:lnTo>
                  <a:pt x="245" y="543"/>
                </a:lnTo>
                <a:lnTo>
                  <a:pt x="231" y="541"/>
                </a:lnTo>
                <a:lnTo>
                  <a:pt x="218" y="538"/>
                </a:lnTo>
                <a:lnTo>
                  <a:pt x="205" y="535"/>
                </a:lnTo>
                <a:lnTo>
                  <a:pt x="191" y="532"/>
                </a:lnTo>
                <a:lnTo>
                  <a:pt x="179" y="527"/>
                </a:lnTo>
                <a:lnTo>
                  <a:pt x="167" y="522"/>
                </a:lnTo>
                <a:lnTo>
                  <a:pt x="154" y="517"/>
                </a:lnTo>
                <a:lnTo>
                  <a:pt x="143" y="511"/>
                </a:lnTo>
                <a:lnTo>
                  <a:pt x="131" y="505"/>
                </a:lnTo>
                <a:lnTo>
                  <a:pt x="120" y="498"/>
                </a:lnTo>
                <a:lnTo>
                  <a:pt x="109" y="490"/>
                </a:lnTo>
                <a:lnTo>
                  <a:pt x="99" y="482"/>
                </a:lnTo>
                <a:lnTo>
                  <a:pt x="90" y="473"/>
                </a:lnTo>
                <a:lnTo>
                  <a:pt x="80" y="465"/>
                </a:lnTo>
                <a:lnTo>
                  <a:pt x="71" y="455"/>
                </a:lnTo>
                <a:lnTo>
                  <a:pt x="63" y="445"/>
                </a:lnTo>
                <a:lnTo>
                  <a:pt x="55" y="434"/>
                </a:lnTo>
                <a:lnTo>
                  <a:pt x="47" y="425"/>
                </a:lnTo>
                <a:lnTo>
                  <a:pt x="40" y="413"/>
                </a:lnTo>
                <a:lnTo>
                  <a:pt x="32" y="402"/>
                </a:lnTo>
                <a:lnTo>
                  <a:pt x="27" y="389"/>
                </a:lnTo>
                <a:lnTo>
                  <a:pt x="21" y="378"/>
                </a:lnTo>
                <a:lnTo>
                  <a:pt x="16" y="365"/>
                </a:lnTo>
                <a:lnTo>
                  <a:pt x="13" y="353"/>
                </a:lnTo>
                <a:lnTo>
                  <a:pt x="8" y="340"/>
                </a:lnTo>
                <a:lnTo>
                  <a:pt x="5" y="327"/>
                </a:lnTo>
                <a:lnTo>
                  <a:pt x="3" y="312"/>
                </a:lnTo>
                <a:lnTo>
                  <a:pt x="2" y="300"/>
                </a:lnTo>
                <a:lnTo>
                  <a:pt x="0" y="285"/>
                </a:lnTo>
                <a:lnTo>
                  <a:pt x="0" y="271"/>
                </a:lnTo>
                <a:close/>
              </a:path>
            </a:pathLst>
          </a:custGeom>
          <a:noFill/>
          <a:ln w="23813">
            <a:solidFill>
              <a:srgbClr val="FF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85000" name="Freeform 50">
            <a:extLst>
              <a:ext uri="{FF2B5EF4-FFF2-40B4-BE49-F238E27FC236}">
                <a16:creationId xmlns:a16="http://schemas.microsoft.com/office/drawing/2014/main" id="{281A5ABF-9351-4D2D-BBE0-FC5944F20CA9}"/>
              </a:ext>
            </a:extLst>
          </p:cNvPr>
          <p:cNvSpPr>
            <a:spLocks/>
          </p:cNvSpPr>
          <p:nvPr/>
        </p:nvSpPr>
        <p:spPr bwMode="auto">
          <a:xfrm rot="-5400000">
            <a:off x="2043906" y="5056982"/>
            <a:ext cx="919163" cy="381000"/>
          </a:xfrm>
          <a:custGeom>
            <a:avLst/>
            <a:gdLst>
              <a:gd name="T0" fmla="*/ 0 w 1249"/>
              <a:gd name="T1" fmla="*/ 2147483646 h 545"/>
              <a:gd name="T2" fmla="*/ 2147483646 w 1249"/>
              <a:gd name="T3" fmla="*/ 2147483646 h 545"/>
              <a:gd name="T4" fmla="*/ 2147483646 w 1249"/>
              <a:gd name="T5" fmla="*/ 2147483646 h 545"/>
              <a:gd name="T6" fmla="*/ 2147483646 w 1249"/>
              <a:gd name="T7" fmla="*/ 2147483646 h 545"/>
              <a:gd name="T8" fmla="*/ 2147483646 w 1249"/>
              <a:gd name="T9" fmla="*/ 2147483646 h 545"/>
              <a:gd name="T10" fmla="*/ 2147483646 w 1249"/>
              <a:gd name="T11" fmla="*/ 2147483646 h 545"/>
              <a:gd name="T12" fmla="*/ 2147483646 w 1249"/>
              <a:gd name="T13" fmla="*/ 2147483646 h 545"/>
              <a:gd name="T14" fmla="*/ 2147483646 w 1249"/>
              <a:gd name="T15" fmla="*/ 2147483646 h 545"/>
              <a:gd name="T16" fmla="*/ 2147483646 w 1249"/>
              <a:gd name="T17" fmla="*/ 2147483646 h 545"/>
              <a:gd name="T18" fmla="*/ 2147483646 w 1249"/>
              <a:gd name="T19" fmla="*/ 2147483646 h 545"/>
              <a:gd name="T20" fmla="*/ 2147483646 w 1249"/>
              <a:gd name="T21" fmla="*/ 0 h 545"/>
              <a:gd name="T22" fmla="*/ 2147483646 w 1249"/>
              <a:gd name="T23" fmla="*/ 0 h 545"/>
              <a:gd name="T24" fmla="*/ 2147483646 w 1249"/>
              <a:gd name="T25" fmla="*/ 2147483646 h 545"/>
              <a:gd name="T26" fmla="*/ 2147483646 w 1249"/>
              <a:gd name="T27" fmla="*/ 2147483646 h 545"/>
              <a:gd name="T28" fmla="*/ 2147483646 w 1249"/>
              <a:gd name="T29" fmla="*/ 2147483646 h 545"/>
              <a:gd name="T30" fmla="*/ 2147483646 w 1249"/>
              <a:gd name="T31" fmla="*/ 2147483646 h 545"/>
              <a:gd name="T32" fmla="*/ 2147483646 w 1249"/>
              <a:gd name="T33" fmla="*/ 2147483646 h 545"/>
              <a:gd name="T34" fmla="*/ 2147483646 w 1249"/>
              <a:gd name="T35" fmla="*/ 2147483646 h 545"/>
              <a:gd name="T36" fmla="*/ 2147483646 w 1249"/>
              <a:gd name="T37" fmla="*/ 2147483646 h 545"/>
              <a:gd name="T38" fmla="*/ 2147483646 w 1249"/>
              <a:gd name="T39" fmla="*/ 2147483646 h 545"/>
              <a:gd name="T40" fmla="*/ 2147483646 w 1249"/>
              <a:gd name="T41" fmla="*/ 2147483646 h 545"/>
              <a:gd name="T42" fmla="*/ 2147483646 w 1249"/>
              <a:gd name="T43" fmla="*/ 2147483646 h 545"/>
              <a:gd name="T44" fmla="*/ 2147483646 w 1249"/>
              <a:gd name="T45" fmla="*/ 2147483646 h 545"/>
              <a:gd name="T46" fmla="*/ 2147483646 w 1249"/>
              <a:gd name="T47" fmla="*/ 2147483646 h 545"/>
              <a:gd name="T48" fmla="*/ 2147483646 w 1249"/>
              <a:gd name="T49" fmla="*/ 2147483646 h 545"/>
              <a:gd name="T50" fmla="*/ 2147483646 w 1249"/>
              <a:gd name="T51" fmla="*/ 2147483646 h 545"/>
              <a:gd name="T52" fmla="*/ 2147483646 w 1249"/>
              <a:gd name="T53" fmla="*/ 2147483646 h 545"/>
              <a:gd name="T54" fmla="*/ 2147483646 w 1249"/>
              <a:gd name="T55" fmla="*/ 2147483646 h 545"/>
              <a:gd name="T56" fmla="*/ 2147483646 w 1249"/>
              <a:gd name="T57" fmla="*/ 2147483646 h 545"/>
              <a:gd name="T58" fmla="*/ 2147483646 w 1249"/>
              <a:gd name="T59" fmla="*/ 2147483646 h 545"/>
              <a:gd name="T60" fmla="*/ 2147483646 w 1249"/>
              <a:gd name="T61" fmla="*/ 2147483646 h 545"/>
              <a:gd name="T62" fmla="*/ 2147483646 w 1249"/>
              <a:gd name="T63" fmla="*/ 2147483646 h 545"/>
              <a:gd name="T64" fmla="*/ 2147483646 w 1249"/>
              <a:gd name="T65" fmla="*/ 2147483646 h 545"/>
              <a:gd name="T66" fmla="*/ 2147483646 w 1249"/>
              <a:gd name="T67" fmla="*/ 2147483646 h 545"/>
              <a:gd name="T68" fmla="*/ 2147483646 w 1249"/>
              <a:gd name="T69" fmla="*/ 2147483646 h 545"/>
              <a:gd name="T70" fmla="*/ 2147483646 w 1249"/>
              <a:gd name="T71" fmla="*/ 2147483646 h 545"/>
              <a:gd name="T72" fmla="*/ 2147483646 w 1249"/>
              <a:gd name="T73" fmla="*/ 2147483646 h 545"/>
              <a:gd name="T74" fmla="*/ 2147483646 w 1249"/>
              <a:gd name="T75" fmla="*/ 2147483646 h 545"/>
              <a:gd name="T76" fmla="*/ 2147483646 w 1249"/>
              <a:gd name="T77" fmla="*/ 2147483646 h 545"/>
              <a:gd name="T78" fmla="*/ 2147483646 w 1249"/>
              <a:gd name="T79" fmla="*/ 2147483646 h 545"/>
              <a:gd name="T80" fmla="*/ 2147483646 w 1249"/>
              <a:gd name="T81" fmla="*/ 2147483646 h 545"/>
              <a:gd name="T82" fmla="*/ 2147483646 w 1249"/>
              <a:gd name="T83" fmla="*/ 2147483646 h 545"/>
              <a:gd name="T84" fmla="*/ 2147483646 w 1249"/>
              <a:gd name="T85" fmla="*/ 2147483646 h 545"/>
              <a:gd name="T86" fmla="*/ 2147483646 w 1249"/>
              <a:gd name="T87" fmla="*/ 2147483646 h 545"/>
              <a:gd name="T88" fmla="*/ 0 w 1249"/>
              <a:gd name="T89" fmla="*/ 2147483646 h 545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</a:gdLst>
            <a:ahLst/>
            <a:cxnLst>
              <a:cxn ang="T90">
                <a:pos x="T0" y="T1"/>
              </a:cxn>
              <a:cxn ang="T91">
                <a:pos x="T2" y="T3"/>
              </a:cxn>
              <a:cxn ang="T92">
                <a:pos x="T4" y="T5"/>
              </a:cxn>
              <a:cxn ang="T93">
                <a:pos x="T6" y="T7"/>
              </a:cxn>
              <a:cxn ang="T94">
                <a:pos x="T8" y="T9"/>
              </a:cxn>
              <a:cxn ang="T95">
                <a:pos x="T10" y="T11"/>
              </a:cxn>
              <a:cxn ang="T96">
                <a:pos x="T12" y="T13"/>
              </a:cxn>
              <a:cxn ang="T97">
                <a:pos x="T14" y="T15"/>
              </a:cxn>
              <a:cxn ang="T98">
                <a:pos x="T16" y="T17"/>
              </a:cxn>
              <a:cxn ang="T99">
                <a:pos x="T18" y="T19"/>
              </a:cxn>
              <a:cxn ang="T100">
                <a:pos x="T20" y="T21"/>
              </a:cxn>
              <a:cxn ang="T101">
                <a:pos x="T22" y="T23"/>
              </a:cxn>
              <a:cxn ang="T102">
                <a:pos x="T24" y="T25"/>
              </a:cxn>
              <a:cxn ang="T103">
                <a:pos x="T26" y="T27"/>
              </a:cxn>
              <a:cxn ang="T104">
                <a:pos x="T28" y="T29"/>
              </a:cxn>
              <a:cxn ang="T105">
                <a:pos x="T30" y="T31"/>
              </a:cxn>
              <a:cxn ang="T106">
                <a:pos x="T32" y="T33"/>
              </a:cxn>
              <a:cxn ang="T107">
                <a:pos x="T34" y="T35"/>
              </a:cxn>
              <a:cxn ang="T108">
                <a:pos x="T36" y="T37"/>
              </a:cxn>
              <a:cxn ang="T109">
                <a:pos x="T38" y="T39"/>
              </a:cxn>
              <a:cxn ang="T110">
                <a:pos x="T40" y="T41"/>
              </a:cxn>
              <a:cxn ang="T111">
                <a:pos x="T42" y="T43"/>
              </a:cxn>
              <a:cxn ang="T112">
                <a:pos x="T44" y="T45"/>
              </a:cxn>
              <a:cxn ang="T113">
                <a:pos x="T46" y="T47"/>
              </a:cxn>
              <a:cxn ang="T114">
                <a:pos x="T48" y="T49"/>
              </a:cxn>
              <a:cxn ang="T115">
                <a:pos x="T50" y="T51"/>
              </a:cxn>
              <a:cxn ang="T116">
                <a:pos x="T52" y="T53"/>
              </a:cxn>
              <a:cxn ang="T117">
                <a:pos x="T54" y="T55"/>
              </a:cxn>
              <a:cxn ang="T118">
                <a:pos x="T56" y="T57"/>
              </a:cxn>
              <a:cxn ang="T119">
                <a:pos x="T58" y="T59"/>
              </a:cxn>
              <a:cxn ang="T120">
                <a:pos x="T60" y="T61"/>
              </a:cxn>
              <a:cxn ang="T121">
                <a:pos x="T62" y="T63"/>
              </a:cxn>
              <a:cxn ang="T122">
                <a:pos x="T64" y="T65"/>
              </a:cxn>
              <a:cxn ang="T123">
                <a:pos x="T66" y="T67"/>
              </a:cxn>
              <a:cxn ang="T124">
                <a:pos x="T68" y="T69"/>
              </a:cxn>
              <a:cxn ang="T125">
                <a:pos x="T70" y="T71"/>
              </a:cxn>
              <a:cxn ang="T126">
                <a:pos x="T72" y="T73"/>
              </a:cxn>
              <a:cxn ang="T127">
                <a:pos x="T74" y="T75"/>
              </a:cxn>
              <a:cxn ang="T128">
                <a:pos x="T76" y="T77"/>
              </a:cxn>
              <a:cxn ang="T129">
                <a:pos x="T78" y="T79"/>
              </a:cxn>
              <a:cxn ang="T130">
                <a:pos x="T80" y="T81"/>
              </a:cxn>
              <a:cxn ang="T131">
                <a:pos x="T82" y="T83"/>
              </a:cxn>
              <a:cxn ang="T132">
                <a:pos x="T84" y="T85"/>
              </a:cxn>
              <a:cxn ang="T133">
                <a:pos x="T86" y="T87"/>
              </a:cxn>
              <a:cxn ang="T134">
                <a:pos x="T88" y="T89"/>
              </a:cxn>
            </a:cxnLst>
            <a:rect l="0" t="0" r="r" b="b"/>
            <a:pathLst>
              <a:path w="1249" h="545">
                <a:moveTo>
                  <a:pt x="0" y="271"/>
                </a:moveTo>
                <a:lnTo>
                  <a:pt x="0" y="272"/>
                </a:lnTo>
                <a:lnTo>
                  <a:pt x="0" y="258"/>
                </a:lnTo>
                <a:lnTo>
                  <a:pt x="2" y="244"/>
                </a:lnTo>
                <a:lnTo>
                  <a:pt x="3" y="231"/>
                </a:lnTo>
                <a:lnTo>
                  <a:pt x="5" y="218"/>
                </a:lnTo>
                <a:lnTo>
                  <a:pt x="8" y="204"/>
                </a:lnTo>
                <a:lnTo>
                  <a:pt x="13" y="191"/>
                </a:lnTo>
                <a:lnTo>
                  <a:pt x="16" y="178"/>
                </a:lnTo>
                <a:lnTo>
                  <a:pt x="21" y="167"/>
                </a:lnTo>
                <a:lnTo>
                  <a:pt x="27" y="154"/>
                </a:lnTo>
                <a:lnTo>
                  <a:pt x="32" y="143"/>
                </a:lnTo>
                <a:lnTo>
                  <a:pt x="40" y="132"/>
                </a:lnTo>
                <a:lnTo>
                  <a:pt x="47" y="120"/>
                </a:lnTo>
                <a:lnTo>
                  <a:pt x="55" y="109"/>
                </a:lnTo>
                <a:lnTo>
                  <a:pt x="63" y="100"/>
                </a:lnTo>
                <a:lnTo>
                  <a:pt x="71" y="88"/>
                </a:lnTo>
                <a:lnTo>
                  <a:pt x="80" y="79"/>
                </a:lnTo>
                <a:lnTo>
                  <a:pt x="90" y="71"/>
                </a:lnTo>
                <a:lnTo>
                  <a:pt x="99" y="63"/>
                </a:lnTo>
                <a:lnTo>
                  <a:pt x="109" y="53"/>
                </a:lnTo>
                <a:lnTo>
                  <a:pt x="120" y="47"/>
                </a:lnTo>
                <a:lnTo>
                  <a:pt x="131" y="39"/>
                </a:lnTo>
                <a:lnTo>
                  <a:pt x="143" y="32"/>
                </a:lnTo>
                <a:lnTo>
                  <a:pt x="154" y="26"/>
                </a:lnTo>
                <a:lnTo>
                  <a:pt x="167" y="21"/>
                </a:lnTo>
                <a:lnTo>
                  <a:pt x="179" y="16"/>
                </a:lnTo>
                <a:lnTo>
                  <a:pt x="191" y="12"/>
                </a:lnTo>
                <a:lnTo>
                  <a:pt x="205" y="8"/>
                </a:lnTo>
                <a:lnTo>
                  <a:pt x="218" y="5"/>
                </a:lnTo>
                <a:lnTo>
                  <a:pt x="231" y="4"/>
                </a:lnTo>
                <a:lnTo>
                  <a:pt x="245" y="2"/>
                </a:lnTo>
                <a:lnTo>
                  <a:pt x="258" y="0"/>
                </a:lnTo>
                <a:lnTo>
                  <a:pt x="272" y="0"/>
                </a:lnTo>
                <a:lnTo>
                  <a:pt x="977" y="0"/>
                </a:lnTo>
                <a:lnTo>
                  <a:pt x="989" y="0"/>
                </a:lnTo>
                <a:lnTo>
                  <a:pt x="1004" y="2"/>
                </a:lnTo>
                <a:lnTo>
                  <a:pt x="1018" y="4"/>
                </a:lnTo>
                <a:lnTo>
                  <a:pt x="1031" y="5"/>
                </a:lnTo>
                <a:lnTo>
                  <a:pt x="1044" y="8"/>
                </a:lnTo>
                <a:lnTo>
                  <a:pt x="1057" y="12"/>
                </a:lnTo>
                <a:lnTo>
                  <a:pt x="1069" y="16"/>
                </a:lnTo>
                <a:lnTo>
                  <a:pt x="1082" y="21"/>
                </a:lnTo>
                <a:lnTo>
                  <a:pt x="1093" y="26"/>
                </a:lnTo>
                <a:lnTo>
                  <a:pt x="1106" y="32"/>
                </a:lnTo>
                <a:lnTo>
                  <a:pt x="1117" y="39"/>
                </a:lnTo>
                <a:lnTo>
                  <a:pt x="1129" y="47"/>
                </a:lnTo>
                <a:lnTo>
                  <a:pt x="1140" y="53"/>
                </a:lnTo>
                <a:lnTo>
                  <a:pt x="1149" y="63"/>
                </a:lnTo>
                <a:lnTo>
                  <a:pt x="1159" y="71"/>
                </a:lnTo>
                <a:lnTo>
                  <a:pt x="1169" y="79"/>
                </a:lnTo>
                <a:lnTo>
                  <a:pt x="1178" y="88"/>
                </a:lnTo>
                <a:lnTo>
                  <a:pt x="1186" y="100"/>
                </a:lnTo>
                <a:lnTo>
                  <a:pt x="1194" y="109"/>
                </a:lnTo>
                <a:lnTo>
                  <a:pt x="1202" y="120"/>
                </a:lnTo>
                <a:lnTo>
                  <a:pt x="1209" y="132"/>
                </a:lnTo>
                <a:lnTo>
                  <a:pt x="1215" y="143"/>
                </a:lnTo>
                <a:lnTo>
                  <a:pt x="1221" y="154"/>
                </a:lnTo>
                <a:lnTo>
                  <a:pt x="1228" y="167"/>
                </a:lnTo>
                <a:lnTo>
                  <a:pt x="1233" y="178"/>
                </a:lnTo>
                <a:lnTo>
                  <a:pt x="1236" y="191"/>
                </a:lnTo>
                <a:lnTo>
                  <a:pt x="1241" y="204"/>
                </a:lnTo>
                <a:lnTo>
                  <a:pt x="1242" y="218"/>
                </a:lnTo>
                <a:lnTo>
                  <a:pt x="1246" y="231"/>
                </a:lnTo>
                <a:lnTo>
                  <a:pt x="1247" y="244"/>
                </a:lnTo>
                <a:lnTo>
                  <a:pt x="1249" y="258"/>
                </a:lnTo>
                <a:lnTo>
                  <a:pt x="1249" y="272"/>
                </a:lnTo>
                <a:lnTo>
                  <a:pt x="1249" y="271"/>
                </a:lnTo>
                <a:lnTo>
                  <a:pt x="1249" y="285"/>
                </a:lnTo>
                <a:lnTo>
                  <a:pt x="1247" y="300"/>
                </a:lnTo>
                <a:lnTo>
                  <a:pt x="1246" y="312"/>
                </a:lnTo>
                <a:lnTo>
                  <a:pt x="1242" y="327"/>
                </a:lnTo>
                <a:lnTo>
                  <a:pt x="1241" y="340"/>
                </a:lnTo>
                <a:lnTo>
                  <a:pt x="1236" y="353"/>
                </a:lnTo>
                <a:lnTo>
                  <a:pt x="1233" y="365"/>
                </a:lnTo>
                <a:lnTo>
                  <a:pt x="1228" y="378"/>
                </a:lnTo>
                <a:lnTo>
                  <a:pt x="1221" y="389"/>
                </a:lnTo>
                <a:lnTo>
                  <a:pt x="1215" y="402"/>
                </a:lnTo>
                <a:lnTo>
                  <a:pt x="1209" y="413"/>
                </a:lnTo>
                <a:lnTo>
                  <a:pt x="1202" y="425"/>
                </a:lnTo>
                <a:lnTo>
                  <a:pt x="1194" y="434"/>
                </a:lnTo>
                <a:lnTo>
                  <a:pt x="1186" y="445"/>
                </a:lnTo>
                <a:lnTo>
                  <a:pt x="1178" y="455"/>
                </a:lnTo>
                <a:lnTo>
                  <a:pt x="1169" y="465"/>
                </a:lnTo>
                <a:lnTo>
                  <a:pt x="1159" y="473"/>
                </a:lnTo>
                <a:lnTo>
                  <a:pt x="1149" y="482"/>
                </a:lnTo>
                <a:lnTo>
                  <a:pt x="1140" y="490"/>
                </a:lnTo>
                <a:lnTo>
                  <a:pt x="1129" y="498"/>
                </a:lnTo>
                <a:lnTo>
                  <a:pt x="1117" y="505"/>
                </a:lnTo>
                <a:lnTo>
                  <a:pt x="1106" y="511"/>
                </a:lnTo>
                <a:lnTo>
                  <a:pt x="1093" y="517"/>
                </a:lnTo>
                <a:lnTo>
                  <a:pt x="1082" y="522"/>
                </a:lnTo>
                <a:lnTo>
                  <a:pt x="1069" y="527"/>
                </a:lnTo>
                <a:lnTo>
                  <a:pt x="1057" y="532"/>
                </a:lnTo>
                <a:lnTo>
                  <a:pt x="1044" y="535"/>
                </a:lnTo>
                <a:lnTo>
                  <a:pt x="1031" y="538"/>
                </a:lnTo>
                <a:lnTo>
                  <a:pt x="1018" y="541"/>
                </a:lnTo>
                <a:lnTo>
                  <a:pt x="1004" y="543"/>
                </a:lnTo>
                <a:lnTo>
                  <a:pt x="989" y="543"/>
                </a:lnTo>
                <a:lnTo>
                  <a:pt x="977" y="545"/>
                </a:lnTo>
                <a:lnTo>
                  <a:pt x="272" y="545"/>
                </a:lnTo>
                <a:lnTo>
                  <a:pt x="258" y="543"/>
                </a:lnTo>
                <a:lnTo>
                  <a:pt x="245" y="543"/>
                </a:lnTo>
                <a:lnTo>
                  <a:pt x="231" y="541"/>
                </a:lnTo>
                <a:lnTo>
                  <a:pt x="218" y="538"/>
                </a:lnTo>
                <a:lnTo>
                  <a:pt x="205" y="535"/>
                </a:lnTo>
                <a:lnTo>
                  <a:pt x="191" y="532"/>
                </a:lnTo>
                <a:lnTo>
                  <a:pt x="179" y="527"/>
                </a:lnTo>
                <a:lnTo>
                  <a:pt x="167" y="522"/>
                </a:lnTo>
                <a:lnTo>
                  <a:pt x="154" y="517"/>
                </a:lnTo>
                <a:lnTo>
                  <a:pt x="143" y="511"/>
                </a:lnTo>
                <a:lnTo>
                  <a:pt x="131" y="505"/>
                </a:lnTo>
                <a:lnTo>
                  <a:pt x="120" y="498"/>
                </a:lnTo>
                <a:lnTo>
                  <a:pt x="109" y="490"/>
                </a:lnTo>
                <a:lnTo>
                  <a:pt x="99" y="482"/>
                </a:lnTo>
                <a:lnTo>
                  <a:pt x="90" y="473"/>
                </a:lnTo>
                <a:lnTo>
                  <a:pt x="80" y="465"/>
                </a:lnTo>
                <a:lnTo>
                  <a:pt x="71" y="455"/>
                </a:lnTo>
                <a:lnTo>
                  <a:pt x="63" y="445"/>
                </a:lnTo>
                <a:lnTo>
                  <a:pt x="55" y="434"/>
                </a:lnTo>
                <a:lnTo>
                  <a:pt x="47" y="425"/>
                </a:lnTo>
                <a:lnTo>
                  <a:pt x="40" y="413"/>
                </a:lnTo>
                <a:lnTo>
                  <a:pt x="32" y="402"/>
                </a:lnTo>
                <a:lnTo>
                  <a:pt x="27" y="389"/>
                </a:lnTo>
                <a:lnTo>
                  <a:pt x="21" y="378"/>
                </a:lnTo>
                <a:lnTo>
                  <a:pt x="16" y="365"/>
                </a:lnTo>
                <a:lnTo>
                  <a:pt x="13" y="353"/>
                </a:lnTo>
                <a:lnTo>
                  <a:pt x="8" y="340"/>
                </a:lnTo>
                <a:lnTo>
                  <a:pt x="5" y="327"/>
                </a:lnTo>
                <a:lnTo>
                  <a:pt x="3" y="312"/>
                </a:lnTo>
                <a:lnTo>
                  <a:pt x="2" y="300"/>
                </a:lnTo>
                <a:lnTo>
                  <a:pt x="0" y="285"/>
                </a:lnTo>
                <a:lnTo>
                  <a:pt x="0" y="271"/>
                </a:lnTo>
                <a:close/>
              </a:path>
            </a:pathLst>
          </a:custGeom>
          <a:noFill/>
          <a:ln w="23813">
            <a:solidFill>
              <a:srgbClr val="FF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85001" name="Freeform 50">
            <a:extLst>
              <a:ext uri="{FF2B5EF4-FFF2-40B4-BE49-F238E27FC236}">
                <a16:creationId xmlns:a16="http://schemas.microsoft.com/office/drawing/2014/main" id="{291AA27C-663B-455B-91E4-C50B59162929}"/>
              </a:ext>
            </a:extLst>
          </p:cNvPr>
          <p:cNvSpPr>
            <a:spLocks/>
          </p:cNvSpPr>
          <p:nvPr/>
        </p:nvSpPr>
        <p:spPr bwMode="auto">
          <a:xfrm rot="-5400000">
            <a:off x="7034212" y="5043488"/>
            <a:ext cx="917575" cy="381000"/>
          </a:xfrm>
          <a:custGeom>
            <a:avLst/>
            <a:gdLst>
              <a:gd name="T0" fmla="*/ 0 w 1249"/>
              <a:gd name="T1" fmla="*/ 2147483646 h 545"/>
              <a:gd name="T2" fmla="*/ 2147483646 w 1249"/>
              <a:gd name="T3" fmla="*/ 2147483646 h 545"/>
              <a:gd name="T4" fmla="*/ 2147483646 w 1249"/>
              <a:gd name="T5" fmla="*/ 2147483646 h 545"/>
              <a:gd name="T6" fmla="*/ 2147483646 w 1249"/>
              <a:gd name="T7" fmla="*/ 2147483646 h 545"/>
              <a:gd name="T8" fmla="*/ 2147483646 w 1249"/>
              <a:gd name="T9" fmla="*/ 2147483646 h 545"/>
              <a:gd name="T10" fmla="*/ 2147483646 w 1249"/>
              <a:gd name="T11" fmla="*/ 2147483646 h 545"/>
              <a:gd name="T12" fmla="*/ 2147483646 w 1249"/>
              <a:gd name="T13" fmla="*/ 2147483646 h 545"/>
              <a:gd name="T14" fmla="*/ 2147483646 w 1249"/>
              <a:gd name="T15" fmla="*/ 2147483646 h 545"/>
              <a:gd name="T16" fmla="*/ 2147483646 w 1249"/>
              <a:gd name="T17" fmla="*/ 2147483646 h 545"/>
              <a:gd name="T18" fmla="*/ 2147483646 w 1249"/>
              <a:gd name="T19" fmla="*/ 2147483646 h 545"/>
              <a:gd name="T20" fmla="*/ 2147483646 w 1249"/>
              <a:gd name="T21" fmla="*/ 0 h 545"/>
              <a:gd name="T22" fmla="*/ 2147483646 w 1249"/>
              <a:gd name="T23" fmla="*/ 0 h 545"/>
              <a:gd name="T24" fmla="*/ 2147483646 w 1249"/>
              <a:gd name="T25" fmla="*/ 2147483646 h 545"/>
              <a:gd name="T26" fmla="*/ 2147483646 w 1249"/>
              <a:gd name="T27" fmla="*/ 2147483646 h 545"/>
              <a:gd name="T28" fmla="*/ 2147483646 w 1249"/>
              <a:gd name="T29" fmla="*/ 2147483646 h 545"/>
              <a:gd name="T30" fmla="*/ 2147483646 w 1249"/>
              <a:gd name="T31" fmla="*/ 2147483646 h 545"/>
              <a:gd name="T32" fmla="*/ 2147483646 w 1249"/>
              <a:gd name="T33" fmla="*/ 2147483646 h 545"/>
              <a:gd name="T34" fmla="*/ 2147483646 w 1249"/>
              <a:gd name="T35" fmla="*/ 2147483646 h 545"/>
              <a:gd name="T36" fmla="*/ 2147483646 w 1249"/>
              <a:gd name="T37" fmla="*/ 2147483646 h 545"/>
              <a:gd name="T38" fmla="*/ 2147483646 w 1249"/>
              <a:gd name="T39" fmla="*/ 2147483646 h 545"/>
              <a:gd name="T40" fmla="*/ 2147483646 w 1249"/>
              <a:gd name="T41" fmla="*/ 2147483646 h 545"/>
              <a:gd name="T42" fmla="*/ 2147483646 w 1249"/>
              <a:gd name="T43" fmla="*/ 2147483646 h 545"/>
              <a:gd name="T44" fmla="*/ 2147483646 w 1249"/>
              <a:gd name="T45" fmla="*/ 2147483646 h 545"/>
              <a:gd name="T46" fmla="*/ 2147483646 w 1249"/>
              <a:gd name="T47" fmla="*/ 2147483646 h 545"/>
              <a:gd name="T48" fmla="*/ 2147483646 w 1249"/>
              <a:gd name="T49" fmla="*/ 2147483646 h 545"/>
              <a:gd name="T50" fmla="*/ 2147483646 w 1249"/>
              <a:gd name="T51" fmla="*/ 2147483646 h 545"/>
              <a:gd name="T52" fmla="*/ 2147483646 w 1249"/>
              <a:gd name="T53" fmla="*/ 2147483646 h 545"/>
              <a:gd name="T54" fmla="*/ 2147483646 w 1249"/>
              <a:gd name="T55" fmla="*/ 2147483646 h 545"/>
              <a:gd name="T56" fmla="*/ 2147483646 w 1249"/>
              <a:gd name="T57" fmla="*/ 2147483646 h 545"/>
              <a:gd name="T58" fmla="*/ 2147483646 w 1249"/>
              <a:gd name="T59" fmla="*/ 2147483646 h 545"/>
              <a:gd name="T60" fmla="*/ 2147483646 w 1249"/>
              <a:gd name="T61" fmla="*/ 2147483646 h 545"/>
              <a:gd name="T62" fmla="*/ 2147483646 w 1249"/>
              <a:gd name="T63" fmla="*/ 2147483646 h 545"/>
              <a:gd name="T64" fmla="*/ 2147483646 w 1249"/>
              <a:gd name="T65" fmla="*/ 2147483646 h 545"/>
              <a:gd name="T66" fmla="*/ 2147483646 w 1249"/>
              <a:gd name="T67" fmla="*/ 2147483646 h 545"/>
              <a:gd name="T68" fmla="*/ 2147483646 w 1249"/>
              <a:gd name="T69" fmla="*/ 2147483646 h 545"/>
              <a:gd name="T70" fmla="*/ 2147483646 w 1249"/>
              <a:gd name="T71" fmla="*/ 2147483646 h 545"/>
              <a:gd name="T72" fmla="*/ 2147483646 w 1249"/>
              <a:gd name="T73" fmla="*/ 2147483646 h 545"/>
              <a:gd name="T74" fmla="*/ 2147483646 w 1249"/>
              <a:gd name="T75" fmla="*/ 2147483646 h 545"/>
              <a:gd name="T76" fmla="*/ 2147483646 w 1249"/>
              <a:gd name="T77" fmla="*/ 2147483646 h 545"/>
              <a:gd name="T78" fmla="*/ 2147483646 w 1249"/>
              <a:gd name="T79" fmla="*/ 2147483646 h 545"/>
              <a:gd name="T80" fmla="*/ 2147483646 w 1249"/>
              <a:gd name="T81" fmla="*/ 2147483646 h 545"/>
              <a:gd name="T82" fmla="*/ 2147483646 w 1249"/>
              <a:gd name="T83" fmla="*/ 2147483646 h 545"/>
              <a:gd name="T84" fmla="*/ 2147483646 w 1249"/>
              <a:gd name="T85" fmla="*/ 2147483646 h 545"/>
              <a:gd name="T86" fmla="*/ 2147483646 w 1249"/>
              <a:gd name="T87" fmla="*/ 2147483646 h 545"/>
              <a:gd name="T88" fmla="*/ 0 w 1249"/>
              <a:gd name="T89" fmla="*/ 2147483646 h 545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</a:gdLst>
            <a:ahLst/>
            <a:cxnLst>
              <a:cxn ang="T90">
                <a:pos x="T0" y="T1"/>
              </a:cxn>
              <a:cxn ang="T91">
                <a:pos x="T2" y="T3"/>
              </a:cxn>
              <a:cxn ang="T92">
                <a:pos x="T4" y="T5"/>
              </a:cxn>
              <a:cxn ang="T93">
                <a:pos x="T6" y="T7"/>
              </a:cxn>
              <a:cxn ang="T94">
                <a:pos x="T8" y="T9"/>
              </a:cxn>
              <a:cxn ang="T95">
                <a:pos x="T10" y="T11"/>
              </a:cxn>
              <a:cxn ang="T96">
                <a:pos x="T12" y="T13"/>
              </a:cxn>
              <a:cxn ang="T97">
                <a:pos x="T14" y="T15"/>
              </a:cxn>
              <a:cxn ang="T98">
                <a:pos x="T16" y="T17"/>
              </a:cxn>
              <a:cxn ang="T99">
                <a:pos x="T18" y="T19"/>
              </a:cxn>
              <a:cxn ang="T100">
                <a:pos x="T20" y="T21"/>
              </a:cxn>
              <a:cxn ang="T101">
                <a:pos x="T22" y="T23"/>
              </a:cxn>
              <a:cxn ang="T102">
                <a:pos x="T24" y="T25"/>
              </a:cxn>
              <a:cxn ang="T103">
                <a:pos x="T26" y="T27"/>
              </a:cxn>
              <a:cxn ang="T104">
                <a:pos x="T28" y="T29"/>
              </a:cxn>
              <a:cxn ang="T105">
                <a:pos x="T30" y="T31"/>
              </a:cxn>
              <a:cxn ang="T106">
                <a:pos x="T32" y="T33"/>
              </a:cxn>
              <a:cxn ang="T107">
                <a:pos x="T34" y="T35"/>
              </a:cxn>
              <a:cxn ang="T108">
                <a:pos x="T36" y="T37"/>
              </a:cxn>
              <a:cxn ang="T109">
                <a:pos x="T38" y="T39"/>
              </a:cxn>
              <a:cxn ang="T110">
                <a:pos x="T40" y="T41"/>
              </a:cxn>
              <a:cxn ang="T111">
                <a:pos x="T42" y="T43"/>
              </a:cxn>
              <a:cxn ang="T112">
                <a:pos x="T44" y="T45"/>
              </a:cxn>
              <a:cxn ang="T113">
                <a:pos x="T46" y="T47"/>
              </a:cxn>
              <a:cxn ang="T114">
                <a:pos x="T48" y="T49"/>
              </a:cxn>
              <a:cxn ang="T115">
                <a:pos x="T50" y="T51"/>
              </a:cxn>
              <a:cxn ang="T116">
                <a:pos x="T52" y="T53"/>
              </a:cxn>
              <a:cxn ang="T117">
                <a:pos x="T54" y="T55"/>
              </a:cxn>
              <a:cxn ang="T118">
                <a:pos x="T56" y="T57"/>
              </a:cxn>
              <a:cxn ang="T119">
                <a:pos x="T58" y="T59"/>
              </a:cxn>
              <a:cxn ang="T120">
                <a:pos x="T60" y="T61"/>
              </a:cxn>
              <a:cxn ang="T121">
                <a:pos x="T62" y="T63"/>
              </a:cxn>
              <a:cxn ang="T122">
                <a:pos x="T64" y="T65"/>
              </a:cxn>
              <a:cxn ang="T123">
                <a:pos x="T66" y="T67"/>
              </a:cxn>
              <a:cxn ang="T124">
                <a:pos x="T68" y="T69"/>
              </a:cxn>
              <a:cxn ang="T125">
                <a:pos x="T70" y="T71"/>
              </a:cxn>
              <a:cxn ang="T126">
                <a:pos x="T72" y="T73"/>
              </a:cxn>
              <a:cxn ang="T127">
                <a:pos x="T74" y="T75"/>
              </a:cxn>
              <a:cxn ang="T128">
                <a:pos x="T76" y="T77"/>
              </a:cxn>
              <a:cxn ang="T129">
                <a:pos x="T78" y="T79"/>
              </a:cxn>
              <a:cxn ang="T130">
                <a:pos x="T80" y="T81"/>
              </a:cxn>
              <a:cxn ang="T131">
                <a:pos x="T82" y="T83"/>
              </a:cxn>
              <a:cxn ang="T132">
                <a:pos x="T84" y="T85"/>
              </a:cxn>
              <a:cxn ang="T133">
                <a:pos x="T86" y="T87"/>
              </a:cxn>
              <a:cxn ang="T134">
                <a:pos x="T88" y="T89"/>
              </a:cxn>
            </a:cxnLst>
            <a:rect l="0" t="0" r="r" b="b"/>
            <a:pathLst>
              <a:path w="1249" h="545">
                <a:moveTo>
                  <a:pt x="0" y="271"/>
                </a:moveTo>
                <a:lnTo>
                  <a:pt x="0" y="272"/>
                </a:lnTo>
                <a:lnTo>
                  <a:pt x="0" y="258"/>
                </a:lnTo>
                <a:lnTo>
                  <a:pt x="2" y="244"/>
                </a:lnTo>
                <a:lnTo>
                  <a:pt x="3" y="231"/>
                </a:lnTo>
                <a:lnTo>
                  <a:pt x="5" y="218"/>
                </a:lnTo>
                <a:lnTo>
                  <a:pt x="8" y="204"/>
                </a:lnTo>
                <a:lnTo>
                  <a:pt x="13" y="191"/>
                </a:lnTo>
                <a:lnTo>
                  <a:pt x="16" y="178"/>
                </a:lnTo>
                <a:lnTo>
                  <a:pt x="21" y="167"/>
                </a:lnTo>
                <a:lnTo>
                  <a:pt x="27" y="154"/>
                </a:lnTo>
                <a:lnTo>
                  <a:pt x="32" y="143"/>
                </a:lnTo>
                <a:lnTo>
                  <a:pt x="40" y="132"/>
                </a:lnTo>
                <a:lnTo>
                  <a:pt x="47" y="120"/>
                </a:lnTo>
                <a:lnTo>
                  <a:pt x="55" y="109"/>
                </a:lnTo>
                <a:lnTo>
                  <a:pt x="63" y="100"/>
                </a:lnTo>
                <a:lnTo>
                  <a:pt x="71" y="88"/>
                </a:lnTo>
                <a:lnTo>
                  <a:pt x="80" y="79"/>
                </a:lnTo>
                <a:lnTo>
                  <a:pt x="90" y="71"/>
                </a:lnTo>
                <a:lnTo>
                  <a:pt x="99" y="63"/>
                </a:lnTo>
                <a:lnTo>
                  <a:pt x="109" y="53"/>
                </a:lnTo>
                <a:lnTo>
                  <a:pt x="120" y="47"/>
                </a:lnTo>
                <a:lnTo>
                  <a:pt x="131" y="39"/>
                </a:lnTo>
                <a:lnTo>
                  <a:pt x="143" y="32"/>
                </a:lnTo>
                <a:lnTo>
                  <a:pt x="154" y="26"/>
                </a:lnTo>
                <a:lnTo>
                  <a:pt x="167" y="21"/>
                </a:lnTo>
                <a:lnTo>
                  <a:pt x="179" y="16"/>
                </a:lnTo>
                <a:lnTo>
                  <a:pt x="191" y="12"/>
                </a:lnTo>
                <a:lnTo>
                  <a:pt x="205" y="8"/>
                </a:lnTo>
                <a:lnTo>
                  <a:pt x="218" y="5"/>
                </a:lnTo>
                <a:lnTo>
                  <a:pt x="231" y="4"/>
                </a:lnTo>
                <a:lnTo>
                  <a:pt x="245" y="2"/>
                </a:lnTo>
                <a:lnTo>
                  <a:pt x="258" y="0"/>
                </a:lnTo>
                <a:lnTo>
                  <a:pt x="272" y="0"/>
                </a:lnTo>
                <a:lnTo>
                  <a:pt x="977" y="0"/>
                </a:lnTo>
                <a:lnTo>
                  <a:pt x="989" y="0"/>
                </a:lnTo>
                <a:lnTo>
                  <a:pt x="1004" y="2"/>
                </a:lnTo>
                <a:lnTo>
                  <a:pt x="1018" y="4"/>
                </a:lnTo>
                <a:lnTo>
                  <a:pt x="1031" y="5"/>
                </a:lnTo>
                <a:lnTo>
                  <a:pt x="1044" y="8"/>
                </a:lnTo>
                <a:lnTo>
                  <a:pt x="1057" y="12"/>
                </a:lnTo>
                <a:lnTo>
                  <a:pt x="1069" y="16"/>
                </a:lnTo>
                <a:lnTo>
                  <a:pt x="1082" y="21"/>
                </a:lnTo>
                <a:lnTo>
                  <a:pt x="1093" y="26"/>
                </a:lnTo>
                <a:lnTo>
                  <a:pt x="1106" y="32"/>
                </a:lnTo>
                <a:lnTo>
                  <a:pt x="1117" y="39"/>
                </a:lnTo>
                <a:lnTo>
                  <a:pt x="1129" y="47"/>
                </a:lnTo>
                <a:lnTo>
                  <a:pt x="1140" y="53"/>
                </a:lnTo>
                <a:lnTo>
                  <a:pt x="1149" y="63"/>
                </a:lnTo>
                <a:lnTo>
                  <a:pt x="1159" y="71"/>
                </a:lnTo>
                <a:lnTo>
                  <a:pt x="1169" y="79"/>
                </a:lnTo>
                <a:lnTo>
                  <a:pt x="1178" y="88"/>
                </a:lnTo>
                <a:lnTo>
                  <a:pt x="1186" y="100"/>
                </a:lnTo>
                <a:lnTo>
                  <a:pt x="1194" y="109"/>
                </a:lnTo>
                <a:lnTo>
                  <a:pt x="1202" y="120"/>
                </a:lnTo>
                <a:lnTo>
                  <a:pt x="1209" y="132"/>
                </a:lnTo>
                <a:lnTo>
                  <a:pt x="1215" y="143"/>
                </a:lnTo>
                <a:lnTo>
                  <a:pt x="1221" y="154"/>
                </a:lnTo>
                <a:lnTo>
                  <a:pt x="1228" y="167"/>
                </a:lnTo>
                <a:lnTo>
                  <a:pt x="1233" y="178"/>
                </a:lnTo>
                <a:lnTo>
                  <a:pt x="1236" y="191"/>
                </a:lnTo>
                <a:lnTo>
                  <a:pt x="1241" y="204"/>
                </a:lnTo>
                <a:lnTo>
                  <a:pt x="1242" y="218"/>
                </a:lnTo>
                <a:lnTo>
                  <a:pt x="1246" y="231"/>
                </a:lnTo>
                <a:lnTo>
                  <a:pt x="1247" y="244"/>
                </a:lnTo>
                <a:lnTo>
                  <a:pt x="1249" y="258"/>
                </a:lnTo>
                <a:lnTo>
                  <a:pt x="1249" y="272"/>
                </a:lnTo>
                <a:lnTo>
                  <a:pt x="1249" y="271"/>
                </a:lnTo>
                <a:lnTo>
                  <a:pt x="1249" y="285"/>
                </a:lnTo>
                <a:lnTo>
                  <a:pt x="1247" y="300"/>
                </a:lnTo>
                <a:lnTo>
                  <a:pt x="1246" y="312"/>
                </a:lnTo>
                <a:lnTo>
                  <a:pt x="1242" y="327"/>
                </a:lnTo>
                <a:lnTo>
                  <a:pt x="1241" y="340"/>
                </a:lnTo>
                <a:lnTo>
                  <a:pt x="1236" y="353"/>
                </a:lnTo>
                <a:lnTo>
                  <a:pt x="1233" y="365"/>
                </a:lnTo>
                <a:lnTo>
                  <a:pt x="1228" y="378"/>
                </a:lnTo>
                <a:lnTo>
                  <a:pt x="1221" y="389"/>
                </a:lnTo>
                <a:lnTo>
                  <a:pt x="1215" y="402"/>
                </a:lnTo>
                <a:lnTo>
                  <a:pt x="1209" y="413"/>
                </a:lnTo>
                <a:lnTo>
                  <a:pt x="1202" y="425"/>
                </a:lnTo>
                <a:lnTo>
                  <a:pt x="1194" y="434"/>
                </a:lnTo>
                <a:lnTo>
                  <a:pt x="1186" y="445"/>
                </a:lnTo>
                <a:lnTo>
                  <a:pt x="1178" y="455"/>
                </a:lnTo>
                <a:lnTo>
                  <a:pt x="1169" y="465"/>
                </a:lnTo>
                <a:lnTo>
                  <a:pt x="1159" y="473"/>
                </a:lnTo>
                <a:lnTo>
                  <a:pt x="1149" y="482"/>
                </a:lnTo>
                <a:lnTo>
                  <a:pt x="1140" y="490"/>
                </a:lnTo>
                <a:lnTo>
                  <a:pt x="1129" y="498"/>
                </a:lnTo>
                <a:lnTo>
                  <a:pt x="1117" y="505"/>
                </a:lnTo>
                <a:lnTo>
                  <a:pt x="1106" y="511"/>
                </a:lnTo>
                <a:lnTo>
                  <a:pt x="1093" y="517"/>
                </a:lnTo>
                <a:lnTo>
                  <a:pt x="1082" y="522"/>
                </a:lnTo>
                <a:lnTo>
                  <a:pt x="1069" y="527"/>
                </a:lnTo>
                <a:lnTo>
                  <a:pt x="1057" y="532"/>
                </a:lnTo>
                <a:lnTo>
                  <a:pt x="1044" y="535"/>
                </a:lnTo>
                <a:lnTo>
                  <a:pt x="1031" y="538"/>
                </a:lnTo>
                <a:lnTo>
                  <a:pt x="1018" y="541"/>
                </a:lnTo>
                <a:lnTo>
                  <a:pt x="1004" y="543"/>
                </a:lnTo>
                <a:lnTo>
                  <a:pt x="989" y="543"/>
                </a:lnTo>
                <a:lnTo>
                  <a:pt x="977" y="545"/>
                </a:lnTo>
                <a:lnTo>
                  <a:pt x="272" y="545"/>
                </a:lnTo>
                <a:lnTo>
                  <a:pt x="258" y="543"/>
                </a:lnTo>
                <a:lnTo>
                  <a:pt x="245" y="543"/>
                </a:lnTo>
                <a:lnTo>
                  <a:pt x="231" y="541"/>
                </a:lnTo>
                <a:lnTo>
                  <a:pt x="218" y="538"/>
                </a:lnTo>
                <a:lnTo>
                  <a:pt x="205" y="535"/>
                </a:lnTo>
                <a:lnTo>
                  <a:pt x="191" y="532"/>
                </a:lnTo>
                <a:lnTo>
                  <a:pt x="179" y="527"/>
                </a:lnTo>
                <a:lnTo>
                  <a:pt x="167" y="522"/>
                </a:lnTo>
                <a:lnTo>
                  <a:pt x="154" y="517"/>
                </a:lnTo>
                <a:lnTo>
                  <a:pt x="143" y="511"/>
                </a:lnTo>
                <a:lnTo>
                  <a:pt x="131" y="505"/>
                </a:lnTo>
                <a:lnTo>
                  <a:pt x="120" y="498"/>
                </a:lnTo>
                <a:lnTo>
                  <a:pt x="109" y="490"/>
                </a:lnTo>
                <a:lnTo>
                  <a:pt x="99" y="482"/>
                </a:lnTo>
                <a:lnTo>
                  <a:pt x="90" y="473"/>
                </a:lnTo>
                <a:lnTo>
                  <a:pt x="80" y="465"/>
                </a:lnTo>
                <a:lnTo>
                  <a:pt x="71" y="455"/>
                </a:lnTo>
                <a:lnTo>
                  <a:pt x="63" y="445"/>
                </a:lnTo>
                <a:lnTo>
                  <a:pt x="55" y="434"/>
                </a:lnTo>
                <a:lnTo>
                  <a:pt x="47" y="425"/>
                </a:lnTo>
                <a:lnTo>
                  <a:pt x="40" y="413"/>
                </a:lnTo>
                <a:lnTo>
                  <a:pt x="32" y="402"/>
                </a:lnTo>
                <a:lnTo>
                  <a:pt x="27" y="389"/>
                </a:lnTo>
                <a:lnTo>
                  <a:pt x="21" y="378"/>
                </a:lnTo>
                <a:lnTo>
                  <a:pt x="16" y="365"/>
                </a:lnTo>
                <a:lnTo>
                  <a:pt x="13" y="353"/>
                </a:lnTo>
                <a:lnTo>
                  <a:pt x="8" y="340"/>
                </a:lnTo>
                <a:lnTo>
                  <a:pt x="5" y="327"/>
                </a:lnTo>
                <a:lnTo>
                  <a:pt x="3" y="312"/>
                </a:lnTo>
                <a:lnTo>
                  <a:pt x="2" y="300"/>
                </a:lnTo>
                <a:lnTo>
                  <a:pt x="0" y="285"/>
                </a:lnTo>
                <a:lnTo>
                  <a:pt x="0" y="271"/>
                </a:lnTo>
                <a:close/>
              </a:path>
            </a:pathLst>
          </a:custGeom>
          <a:noFill/>
          <a:ln w="23813">
            <a:solidFill>
              <a:srgbClr val="FF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7" name="Title 1">
            <a:extLst>
              <a:ext uri="{FF2B5EF4-FFF2-40B4-BE49-F238E27FC236}">
                <a16:creationId xmlns:a16="http://schemas.microsoft.com/office/drawing/2014/main" id="{F3524DDA-F58C-4E46-8193-7BA72E69A3B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20638"/>
            <a:ext cx="9144000" cy="685800"/>
          </a:xfrm>
        </p:spPr>
        <p:txBody>
          <a:bodyPr/>
          <a:lstStyle/>
          <a:p>
            <a:r>
              <a:rPr lang="en-US" altLang="en-US"/>
              <a:t>These are valid groupings</a:t>
            </a:r>
          </a:p>
        </p:txBody>
      </p:sp>
      <p:pic>
        <p:nvPicPr>
          <p:cNvPr id="86018" name="Picture 26" descr="Screen shot 2013-09-23 at 3.02.25 PM.png">
            <a:extLst>
              <a:ext uri="{FF2B5EF4-FFF2-40B4-BE49-F238E27FC236}">
                <a16:creationId xmlns:a16="http://schemas.microsoft.com/office/drawing/2014/main" id="{2429E487-9833-474D-8CCE-C50C6B8F3A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4838" y="1331913"/>
            <a:ext cx="2819400" cy="181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6019" name="Picture 26" descr="Screen shot 2013-09-23 at 3.02.25 PM.png">
            <a:extLst>
              <a:ext uri="{FF2B5EF4-FFF2-40B4-BE49-F238E27FC236}">
                <a16:creationId xmlns:a16="http://schemas.microsoft.com/office/drawing/2014/main" id="{3A1D6572-5B32-4FCA-ACE4-BD97B861FC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5400" y="1333500"/>
            <a:ext cx="2819400" cy="181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6020" name="Picture 26" descr="Screen shot 2013-09-23 at 3.02.25 PM.png">
            <a:extLst>
              <a:ext uri="{FF2B5EF4-FFF2-40B4-BE49-F238E27FC236}">
                <a16:creationId xmlns:a16="http://schemas.microsoft.com/office/drawing/2014/main" id="{F07731FF-6011-4A56-A36D-61987D48C4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788" y="4048125"/>
            <a:ext cx="2819400" cy="181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6021" name="Picture 26" descr="Screen shot 2013-09-23 at 3.02.25 PM.png">
            <a:extLst>
              <a:ext uri="{FF2B5EF4-FFF2-40B4-BE49-F238E27FC236}">
                <a16:creationId xmlns:a16="http://schemas.microsoft.com/office/drawing/2014/main" id="{C0FF07DC-9347-4847-B096-BA2971A5C1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6350" y="4011613"/>
            <a:ext cx="2819400" cy="181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6022" name="Freeform 50">
            <a:extLst>
              <a:ext uri="{FF2B5EF4-FFF2-40B4-BE49-F238E27FC236}">
                <a16:creationId xmlns:a16="http://schemas.microsoft.com/office/drawing/2014/main" id="{D5D7D2F5-041A-4920-BF81-1E43830E2A39}"/>
              </a:ext>
            </a:extLst>
          </p:cNvPr>
          <p:cNvSpPr>
            <a:spLocks/>
          </p:cNvSpPr>
          <p:nvPr/>
        </p:nvSpPr>
        <p:spPr bwMode="auto">
          <a:xfrm>
            <a:off x="1282700" y="2108200"/>
            <a:ext cx="919163" cy="381000"/>
          </a:xfrm>
          <a:custGeom>
            <a:avLst/>
            <a:gdLst>
              <a:gd name="T0" fmla="*/ 0 w 1249"/>
              <a:gd name="T1" fmla="*/ 2147483646 h 545"/>
              <a:gd name="T2" fmla="*/ 2147483646 w 1249"/>
              <a:gd name="T3" fmla="*/ 2147483646 h 545"/>
              <a:gd name="T4" fmla="*/ 2147483646 w 1249"/>
              <a:gd name="T5" fmla="*/ 2147483646 h 545"/>
              <a:gd name="T6" fmla="*/ 2147483646 w 1249"/>
              <a:gd name="T7" fmla="*/ 2147483646 h 545"/>
              <a:gd name="T8" fmla="*/ 2147483646 w 1249"/>
              <a:gd name="T9" fmla="*/ 2147483646 h 545"/>
              <a:gd name="T10" fmla="*/ 2147483646 w 1249"/>
              <a:gd name="T11" fmla="*/ 2147483646 h 545"/>
              <a:gd name="T12" fmla="*/ 2147483646 w 1249"/>
              <a:gd name="T13" fmla="*/ 2147483646 h 545"/>
              <a:gd name="T14" fmla="*/ 2147483646 w 1249"/>
              <a:gd name="T15" fmla="*/ 2147483646 h 545"/>
              <a:gd name="T16" fmla="*/ 2147483646 w 1249"/>
              <a:gd name="T17" fmla="*/ 2147483646 h 545"/>
              <a:gd name="T18" fmla="*/ 2147483646 w 1249"/>
              <a:gd name="T19" fmla="*/ 2147483646 h 545"/>
              <a:gd name="T20" fmla="*/ 2147483646 w 1249"/>
              <a:gd name="T21" fmla="*/ 0 h 545"/>
              <a:gd name="T22" fmla="*/ 2147483646 w 1249"/>
              <a:gd name="T23" fmla="*/ 0 h 545"/>
              <a:gd name="T24" fmla="*/ 2147483646 w 1249"/>
              <a:gd name="T25" fmla="*/ 2147483646 h 545"/>
              <a:gd name="T26" fmla="*/ 2147483646 w 1249"/>
              <a:gd name="T27" fmla="*/ 2147483646 h 545"/>
              <a:gd name="T28" fmla="*/ 2147483646 w 1249"/>
              <a:gd name="T29" fmla="*/ 2147483646 h 545"/>
              <a:gd name="T30" fmla="*/ 2147483646 w 1249"/>
              <a:gd name="T31" fmla="*/ 2147483646 h 545"/>
              <a:gd name="T32" fmla="*/ 2147483646 w 1249"/>
              <a:gd name="T33" fmla="*/ 2147483646 h 545"/>
              <a:gd name="T34" fmla="*/ 2147483646 w 1249"/>
              <a:gd name="T35" fmla="*/ 2147483646 h 545"/>
              <a:gd name="T36" fmla="*/ 2147483646 w 1249"/>
              <a:gd name="T37" fmla="*/ 2147483646 h 545"/>
              <a:gd name="T38" fmla="*/ 2147483646 w 1249"/>
              <a:gd name="T39" fmla="*/ 2147483646 h 545"/>
              <a:gd name="T40" fmla="*/ 2147483646 w 1249"/>
              <a:gd name="T41" fmla="*/ 2147483646 h 545"/>
              <a:gd name="T42" fmla="*/ 2147483646 w 1249"/>
              <a:gd name="T43" fmla="*/ 2147483646 h 545"/>
              <a:gd name="T44" fmla="*/ 2147483646 w 1249"/>
              <a:gd name="T45" fmla="*/ 2147483646 h 545"/>
              <a:gd name="T46" fmla="*/ 2147483646 w 1249"/>
              <a:gd name="T47" fmla="*/ 2147483646 h 545"/>
              <a:gd name="T48" fmla="*/ 2147483646 w 1249"/>
              <a:gd name="T49" fmla="*/ 2147483646 h 545"/>
              <a:gd name="T50" fmla="*/ 2147483646 w 1249"/>
              <a:gd name="T51" fmla="*/ 2147483646 h 545"/>
              <a:gd name="T52" fmla="*/ 2147483646 w 1249"/>
              <a:gd name="T53" fmla="*/ 2147483646 h 545"/>
              <a:gd name="T54" fmla="*/ 2147483646 w 1249"/>
              <a:gd name="T55" fmla="*/ 2147483646 h 545"/>
              <a:gd name="T56" fmla="*/ 2147483646 w 1249"/>
              <a:gd name="T57" fmla="*/ 2147483646 h 545"/>
              <a:gd name="T58" fmla="*/ 2147483646 w 1249"/>
              <a:gd name="T59" fmla="*/ 2147483646 h 545"/>
              <a:gd name="T60" fmla="*/ 2147483646 w 1249"/>
              <a:gd name="T61" fmla="*/ 2147483646 h 545"/>
              <a:gd name="T62" fmla="*/ 2147483646 w 1249"/>
              <a:gd name="T63" fmla="*/ 2147483646 h 545"/>
              <a:gd name="T64" fmla="*/ 2147483646 w 1249"/>
              <a:gd name="T65" fmla="*/ 2147483646 h 545"/>
              <a:gd name="T66" fmla="*/ 2147483646 w 1249"/>
              <a:gd name="T67" fmla="*/ 2147483646 h 545"/>
              <a:gd name="T68" fmla="*/ 2147483646 w 1249"/>
              <a:gd name="T69" fmla="*/ 2147483646 h 545"/>
              <a:gd name="T70" fmla="*/ 2147483646 w 1249"/>
              <a:gd name="T71" fmla="*/ 2147483646 h 545"/>
              <a:gd name="T72" fmla="*/ 2147483646 w 1249"/>
              <a:gd name="T73" fmla="*/ 2147483646 h 545"/>
              <a:gd name="T74" fmla="*/ 2147483646 w 1249"/>
              <a:gd name="T75" fmla="*/ 2147483646 h 545"/>
              <a:gd name="T76" fmla="*/ 2147483646 w 1249"/>
              <a:gd name="T77" fmla="*/ 2147483646 h 545"/>
              <a:gd name="T78" fmla="*/ 2147483646 w 1249"/>
              <a:gd name="T79" fmla="*/ 2147483646 h 545"/>
              <a:gd name="T80" fmla="*/ 2147483646 w 1249"/>
              <a:gd name="T81" fmla="*/ 2147483646 h 545"/>
              <a:gd name="T82" fmla="*/ 2147483646 w 1249"/>
              <a:gd name="T83" fmla="*/ 2147483646 h 545"/>
              <a:gd name="T84" fmla="*/ 2147483646 w 1249"/>
              <a:gd name="T85" fmla="*/ 2147483646 h 545"/>
              <a:gd name="T86" fmla="*/ 2147483646 w 1249"/>
              <a:gd name="T87" fmla="*/ 2147483646 h 545"/>
              <a:gd name="T88" fmla="*/ 0 w 1249"/>
              <a:gd name="T89" fmla="*/ 2147483646 h 545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</a:gdLst>
            <a:ahLst/>
            <a:cxnLst>
              <a:cxn ang="T90">
                <a:pos x="T0" y="T1"/>
              </a:cxn>
              <a:cxn ang="T91">
                <a:pos x="T2" y="T3"/>
              </a:cxn>
              <a:cxn ang="T92">
                <a:pos x="T4" y="T5"/>
              </a:cxn>
              <a:cxn ang="T93">
                <a:pos x="T6" y="T7"/>
              </a:cxn>
              <a:cxn ang="T94">
                <a:pos x="T8" y="T9"/>
              </a:cxn>
              <a:cxn ang="T95">
                <a:pos x="T10" y="T11"/>
              </a:cxn>
              <a:cxn ang="T96">
                <a:pos x="T12" y="T13"/>
              </a:cxn>
              <a:cxn ang="T97">
                <a:pos x="T14" y="T15"/>
              </a:cxn>
              <a:cxn ang="T98">
                <a:pos x="T16" y="T17"/>
              </a:cxn>
              <a:cxn ang="T99">
                <a:pos x="T18" y="T19"/>
              </a:cxn>
              <a:cxn ang="T100">
                <a:pos x="T20" y="T21"/>
              </a:cxn>
              <a:cxn ang="T101">
                <a:pos x="T22" y="T23"/>
              </a:cxn>
              <a:cxn ang="T102">
                <a:pos x="T24" y="T25"/>
              </a:cxn>
              <a:cxn ang="T103">
                <a:pos x="T26" y="T27"/>
              </a:cxn>
              <a:cxn ang="T104">
                <a:pos x="T28" y="T29"/>
              </a:cxn>
              <a:cxn ang="T105">
                <a:pos x="T30" y="T31"/>
              </a:cxn>
              <a:cxn ang="T106">
                <a:pos x="T32" y="T33"/>
              </a:cxn>
              <a:cxn ang="T107">
                <a:pos x="T34" y="T35"/>
              </a:cxn>
              <a:cxn ang="T108">
                <a:pos x="T36" y="T37"/>
              </a:cxn>
              <a:cxn ang="T109">
                <a:pos x="T38" y="T39"/>
              </a:cxn>
              <a:cxn ang="T110">
                <a:pos x="T40" y="T41"/>
              </a:cxn>
              <a:cxn ang="T111">
                <a:pos x="T42" y="T43"/>
              </a:cxn>
              <a:cxn ang="T112">
                <a:pos x="T44" y="T45"/>
              </a:cxn>
              <a:cxn ang="T113">
                <a:pos x="T46" y="T47"/>
              </a:cxn>
              <a:cxn ang="T114">
                <a:pos x="T48" y="T49"/>
              </a:cxn>
              <a:cxn ang="T115">
                <a:pos x="T50" y="T51"/>
              </a:cxn>
              <a:cxn ang="T116">
                <a:pos x="T52" y="T53"/>
              </a:cxn>
              <a:cxn ang="T117">
                <a:pos x="T54" y="T55"/>
              </a:cxn>
              <a:cxn ang="T118">
                <a:pos x="T56" y="T57"/>
              </a:cxn>
              <a:cxn ang="T119">
                <a:pos x="T58" y="T59"/>
              </a:cxn>
              <a:cxn ang="T120">
                <a:pos x="T60" y="T61"/>
              </a:cxn>
              <a:cxn ang="T121">
                <a:pos x="T62" y="T63"/>
              </a:cxn>
              <a:cxn ang="T122">
                <a:pos x="T64" y="T65"/>
              </a:cxn>
              <a:cxn ang="T123">
                <a:pos x="T66" y="T67"/>
              </a:cxn>
              <a:cxn ang="T124">
                <a:pos x="T68" y="T69"/>
              </a:cxn>
              <a:cxn ang="T125">
                <a:pos x="T70" y="T71"/>
              </a:cxn>
              <a:cxn ang="T126">
                <a:pos x="T72" y="T73"/>
              </a:cxn>
              <a:cxn ang="T127">
                <a:pos x="T74" y="T75"/>
              </a:cxn>
              <a:cxn ang="T128">
                <a:pos x="T76" y="T77"/>
              </a:cxn>
              <a:cxn ang="T129">
                <a:pos x="T78" y="T79"/>
              </a:cxn>
              <a:cxn ang="T130">
                <a:pos x="T80" y="T81"/>
              </a:cxn>
              <a:cxn ang="T131">
                <a:pos x="T82" y="T83"/>
              </a:cxn>
              <a:cxn ang="T132">
                <a:pos x="T84" y="T85"/>
              </a:cxn>
              <a:cxn ang="T133">
                <a:pos x="T86" y="T87"/>
              </a:cxn>
              <a:cxn ang="T134">
                <a:pos x="T88" y="T89"/>
              </a:cxn>
            </a:cxnLst>
            <a:rect l="0" t="0" r="r" b="b"/>
            <a:pathLst>
              <a:path w="1249" h="545">
                <a:moveTo>
                  <a:pt x="0" y="271"/>
                </a:moveTo>
                <a:lnTo>
                  <a:pt x="0" y="272"/>
                </a:lnTo>
                <a:lnTo>
                  <a:pt x="0" y="258"/>
                </a:lnTo>
                <a:lnTo>
                  <a:pt x="2" y="244"/>
                </a:lnTo>
                <a:lnTo>
                  <a:pt x="3" y="231"/>
                </a:lnTo>
                <a:lnTo>
                  <a:pt x="5" y="218"/>
                </a:lnTo>
                <a:lnTo>
                  <a:pt x="8" y="204"/>
                </a:lnTo>
                <a:lnTo>
                  <a:pt x="13" y="191"/>
                </a:lnTo>
                <a:lnTo>
                  <a:pt x="16" y="178"/>
                </a:lnTo>
                <a:lnTo>
                  <a:pt x="21" y="167"/>
                </a:lnTo>
                <a:lnTo>
                  <a:pt x="27" y="154"/>
                </a:lnTo>
                <a:lnTo>
                  <a:pt x="32" y="143"/>
                </a:lnTo>
                <a:lnTo>
                  <a:pt x="40" y="132"/>
                </a:lnTo>
                <a:lnTo>
                  <a:pt x="47" y="120"/>
                </a:lnTo>
                <a:lnTo>
                  <a:pt x="55" y="109"/>
                </a:lnTo>
                <a:lnTo>
                  <a:pt x="63" y="100"/>
                </a:lnTo>
                <a:lnTo>
                  <a:pt x="71" y="88"/>
                </a:lnTo>
                <a:lnTo>
                  <a:pt x="80" y="79"/>
                </a:lnTo>
                <a:lnTo>
                  <a:pt x="90" y="71"/>
                </a:lnTo>
                <a:lnTo>
                  <a:pt x="99" y="63"/>
                </a:lnTo>
                <a:lnTo>
                  <a:pt x="109" y="53"/>
                </a:lnTo>
                <a:lnTo>
                  <a:pt x="120" y="47"/>
                </a:lnTo>
                <a:lnTo>
                  <a:pt x="131" y="39"/>
                </a:lnTo>
                <a:lnTo>
                  <a:pt x="143" y="32"/>
                </a:lnTo>
                <a:lnTo>
                  <a:pt x="154" y="26"/>
                </a:lnTo>
                <a:lnTo>
                  <a:pt x="167" y="21"/>
                </a:lnTo>
                <a:lnTo>
                  <a:pt x="179" y="16"/>
                </a:lnTo>
                <a:lnTo>
                  <a:pt x="191" y="12"/>
                </a:lnTo>
                <a:lnTo>
                  <a:pt x="205" y="8"/>
                </a:lnTo>
                <a:lnTo>
                  <a:pt x="218" y="5"/>
                </a:lnTo>
                <a:lnTo>
                  <a:pt x="231" y="4"/>
                </a:lnTo>
                <a:lnTo>
                  <a:pt x="245" y="2"/>
                </a:lnTo>
                <a:lnTo>
                  <a:pt x="258" y="0"/>
                </a:lnTo>
                <a:lnTo>
                  <a:pt x="272" y="0"/>
                </a:lnTo>
                <a:lnTo>
                  <a:pt x="977" y="0"/>
                </a:lnTo>
                <a:lnTo>
                  <a:pt x="989" y="0"/>
                </a:lnTo>
                <a:lnTo>
                  <a:pt x="1004" y="2"/>
                </a:lnTo>
                <a:lnTo>
                  <a:pt x="1018" y="4"/>
                </a:lnTo>
                <a:lnTo>
                  <a:pt x="1031" y="5"/>
                </a:lnTo>
                <a:lnTo>
                  <a:pt x="1044" y="8"/>
                </a:lnTo>
                <a:lnTo>
                  <a:pt x="1057" y="12"/>
                </a:lnTo>
                <a:lnTo>
                  <a:pt x="1069" y="16"/>
                </a:lnTo>
                <a:lnTo>
                  <a:pt x="1082" y="21"/>
                </a:lnTo>
                <a:lnTo>
                  <a:pt x="1093" y="26"/>
                </a:lnTo>
                <a:lnTo>
                  <a:pt x="1106" y="32"/>
                </a:lnTo>
                <a:lnTo>
                  <a:pt x="1117" y="39"/>
                </a:lnTo>
                <a:lnTo>
                  <a:pt x="1129" y="47"/>
                </a:lnTo>
                <a:lnTo>
                  <a:pt x="1140" y="53"/>
                </a:lnTo>
                <a:lnTo>
                  <a:pt x="1149" y="63"/>
                </a:lnTo>
                <a:lnTo>
                  <a:pt x="1159" y="71"/>
                </a:lnTo>
                <a:lnTo>
                  <a:pt x="1169" y="79"/>
                </a:lnTo>
                <a:lnTo>
                  <a:pt x="1178" y="88"/>
                </a:lnTo>
                <a:lnTo>
                  <a:pt x="1186" y="100"/>
                </a:lnTo>
                <a:lnTo>
                  <a:pt x="1194" y="109"/>
                </a:lnTo>
                <a:lnTo>
                  <a:pt x="1202" y="120"/>
                </a:lnTo>
                <a:lnTo>
                  <a:pt x="1209" y="132"/>
                </a:lnTo>
                <a:lnTo>
                  <a:pt x="1215" y="143"/>
                </a:lnTo>
                <a:lnTo>
                  <a:pt x="1221" y="154"/>
                </a:lnTo>
                <a:lnTo>
                  <a:pt x="1228" y="167"/>
                </a:lnTo>
                <a:lnTo>
                  <a:pt x="1233" y="178"/>
                </a:lnTo>
                <a:lnTo>
                  <a:pt x="1236" y="191"/>
                </a:lnTo>
                <a:lnTo>
                  <a:pt x="1241" y="204"/>
                </a:lnTo>
                <a:lnTo>
                  <a:pt x="1242" y="218"/>
                </a:lnTo>
                <a:lnTo>
                  <a:pt x="1246" y="231"/>
                </a:lnTo>
                <a:lnTo>
                  <a:pt x="1247" y="244"/>
                </a:lnTo>
                <a:lnTo>
                  <a:pt x="1249" y="258"/>
                </a:lnTo>
                <a:lnTo>
                  <a:pt x="1249" y="272"/>
                </a:lnTo>
                <a:lnTo>
                  <a:pt x="1249" y="271"/>
                </a:lnTo>
                <a:lnTo>
                  <a:pt x="1249" y="285"/>
                </a:lnTo>
                <a:lnTo>
                  <a:pt x="1247" y="300"/>
                </a:lnTo>
                <a:lnTo>
                  <a:pt x="1246" y="312"/>
                </a:lnTo>
                <a:lnTo>
                  <a:pt x="1242" y="327"/>
                </a:lnTo>
                <a:lnTo>
                  <a:pt x="1241" y="340"/>
                </a:lnTo>
                <a:lnTo>
                  <a:pt x="1236" y="353"/>
                </a:lnTo>
                <a:lnTo>
                  <a:pt x="1233" y="365"/>
                </a:lnTo>
                <a:lnTo>
                  <a:pt x="1228" y="378"/>
                </a:lnTo>
                <a:lnTo>
                  <a:pt x="1221" y="389"/>
                </a:lnTo>
                <a:lnTo>
                  <a:pt x="1215" y="402"/>
                </a:lnTo>
                <a:lnTo>
                  <a:pt x="1209" y="413"/>
                </a:lnTo>
                <a:lnTo>
                  <a:pt x="1202" y="425"/>
                </a:lnTo>
                <a:lnTo>
                  <a:pt x="1194" y="434"/>
                </a:lnTo>
                <a:lnTo>
                  <a:pt x="1186" y="445"/>
                </a:lnTo>
                <a:lnTo>
                  <a:pt x="1178" y="455"/>
                </a:lnTo>
                <a:lnTo>
                  <a:pt x="1169" y="465"/>
                </a:lnTo>
                <a:lnTo>
                  <a:pt x="1159" y="473"/>
                </a:lnTo>
                <a:lnTo>
                  <a:pt x="1149" y="482"/>
                </a:lnTo>
                <a:lnTo>
                  <a:pt x="1140" y="490"/>
                </a:lnTo>
                <a:lnTo>
                  <a:pt x="1129" y="498"/>
                </a:lnTo>
                <a:lnTo>
                  <a:pt x="1117" y="505"/>
                </a:lnTo>
                <a:lnTo>
                  <a:pt x="1106" y="511"/>
                </a:lnTo>
                <a:lnTo>
                  <a:pt x="1093" y="517"/>
                </a:lnTo>
                <a:lnTo>
                  <a:pt x="1082" y="522"/>
                </a:lnTo>
                <a:lnTo>
                  <a:pt x="1069" y="527"/>
                </a:lnTo>
                <a:lnTo>
                  <a:pt x="1057" y="532"/>
                </a:lnTo>
                <a:lnTo>
                  <a:pt x="1044" y="535"/>
                </a:lnTo>
                <a:lnTo>
                  <a:pt x="1031" y="538"/>
                </a:lnTo>
                <a:lnTo>
                  <a:pt x="1018" y="541"/>
                </a:lnTo>
                <a:lnTo>
                  <a:pt x="1004" y="543"/>
                </a:lnTo>
                <a:lnTo>
                  <a:pt x="989" y="543"/>
                </a:lnTo>
                <a:lnTo>
                  <a:pt x="977" y="545"/>
                </a:lnTo>
                <a:lnTo>
                  <a:pt x="272" y="545"/>
                </a:lnTo>
                <a:lnTo>
                  <a:pt x="258" y="543"/>
                </a:lnTo>
                <a:lnTo>
                  <a:pt x="245" y="543"/>
                </a:lnTo>
                <a:lnTo>
                  <a:pt x="231" y="541"/>
                </a:lnTo>
                <a:lnTo>
                  <a:pt x="218" y="538"/>
                </a:lnTo>
                <a:lnTo>
                  <a:pt x="205" y="535"/>
                </a:lnTo>
                <a:lnTo>
                  <a:pt x="191" y="532"/>
                </a:lnTo>
                <a:lnTo>
                  <a:pt x="179" y="527"/>
                </a:lnTo>
                <a:lnTo>
                  <a:pt x="167" y="522"/>
                </a:lnTo>
                <a:lnTo>
                  <a:pt x="154" y="517"/>
                </a:lnTo>
                <a:lnTo>
                  <a:pt x="143" y="511"/>
                </a:lnTo>
                <a:lnTo>
                  <a:pt x="131" y="505"/>
                </a:lnTo>
                <a:lnTo>
                  <a:pt x="120" y="498"/>
                </a:lnTo>
                <a:lnTo>
                  <a:pt x="109" y="490"/>
                </a:lnTo>
                <a:lnTo>
                  <a:pt x="99" y="482"/>
                </a:lnTo>
                <a:lnTo>
                  <a:pt x="90" y="473"/>
                </a:lnTo>
                <a:lnTo>
                  <a:pt x="80" y="465"/>
                </a:lnTo>
                <a:lnTo>
                  <a:pt x="71" y="455"/>
                </a:lnTo>
                <a:lnTo>
                  <a:pt x="63" y="445"/>
                </a:lnTo>
                <a:lnTo>
                  <a:pt x="55" y="434"/>
                </a:lnTo>
                <a:lnTo>
                  <a:pt x="47" y="425"/>
                </a:lnTo>
                <a:lnTo>
                  <a:pt x="40" y="413"/>
                </a:lnTo>
                <a:lnTo>
                  <a:pt x="32" y="402"/>
                </a:lnTo>
                <a:lnTo>
                  <a:pt x="27" y="389"/>
                </a:lnTo>
                <a:lnTo>
                  <a:pt x="21" y="378"/>
                </a:lnTo>
                <a:lnTo>
                  <a:pt x="16" y="365"/>
                </a:lnTo>
                <a:lnTo>
                  <a:pt x="13" y="353"/>
                </a:lnTo>
                <a:lnTo>
                  <a:pt x="8" y="340"/>
                </a:lnTo>
                <a:lnTo>
                  <a:pt x="5" y="327"/>
                </a:lnTo>
                <a:lnTo>
                  <a:pt x="3" y="312"/>
                </a:lnTo>
                <a:lnTo>
                  <a:pt x="2" y="300"/>
                </a:lnTo>
                <a:lnTo>
                  <a:pt x="0" y="285"/>
                </a:lnTo>
                <a:lnTo>
                  <a:pt x="0" y="271"/>
                </a:lnTo>
                <a:close/>
              </a:path>
            </a:pathLst>
          </a:custGeom>
          <a:noFill/>
          <a:ln w="23813">
            <a:solidFill>
              <a:srgbClr val="FF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86023" name="Freeform 50">
            <a:extLst>
              <a:ext uri="{FF2B5EF4-FFF2-40B4-BE49-F238E27FC236}">
                <a16:creationId xmlns:a16="http://schemas.microsoft.com/office/drawing/2014/main" id="{ED6649E7-1342-4BF3-8951-286858B6A615}"/>
              </a:ext>
            </a:extLst>
          </p:cNvPr>
          <p:cNvSpPr>
            <a:spLocks/>
          </p:cNvSpPr>
          <p:nvPr/>
        </p:nvSpPr>
        <p:spPr bwMode="auto">
          <a:xfrm>
            <a:off x="6319838" y="2108200"/>
            <a:ext cx="919162" cy="381000"/>
          </a:xfrm>
          <a:custGeom>
            <a:avLst/>
            <a:gdLst>
              <a:gd name="T0" fmla="*/ 0 w 1249"/>
              <a:gd name="T1" fmla="*/ 2147483646 h 545"/>
              <a:gd name="T2" fmla="*/ 2147483646 w 1249"/>
              <a:gd name="T3" fmla="*/ 2147483646 h 545"/>
              <a:gd name="T4" fmla="*/ 2147483646 w 1249"/>
              <a:gd name="T5" fmla="*/ 2147483646 h 545"/>
              <a:gd name="T6" fmla="*/ 2147483646 w 1249"/>
              <a:gd name="T7" fmla="*/ 2147483646 h 545"/>
              <a:gd name="T8" fmla="*/ 2147483646 w 1249"/>
              <a:gd name="T9" fmla="*/ 2147483646 h 545"/>
              <a:gd name="T10" fmla="*/ 2147483646 w 1249"/>
              <a:gd name="T11" fmla="*/ 2147483646 h 545"/>
              <a:gd name="T12" fmla="*/ 2147483646 w 1249"/>
              <a:gd name="T13" fmla="*/ 2147483646 h 545"/>
              <a:gd name="T14" fmla="*/ 2147483646 w 1249"/>
              <a:gd name="T15" fmla="*/ 2147483646 h 545"/>
              <a:gd name="T16" fmla="*/ 2147483646 w 1249"/>
              <a:gd name="T17" fmla="*/ 2147483646 h 545"/>
              <a:gd name="T18" fmla="*/ 2147483646 w 1249"/>
              <a:gd name="T19" fmla="*/ 2147483646 h 545"/>
              <a:gd name="T20" fmla="*/ 2147483646 w 1249"/>
              <a:gd name="T21" fmla="*/ 0 h 545"/>
              <a:gd name="T22" fmla="*/ 2147483646 w 1249"/>
              <a:gd name="T23" fmla="*/ 0 h 545"/>
              <a:gd name="T24" fmla="*/ 2147483646 w 1249"/>
              <a:gd name="T25" fmla="*/ 2147483646 h 545"/>
              <a:gd name="T26" fmla="*/ 2147483646 w 1249"/>
              <a:gd name="T27" fmla="*/ 2147483646 h 545"/>
              <a:gd name="T28" fmla="*/ 2147483646 w 1249"/>
              <a:gd name="T29" fmla="*/ 2147483646 h 545"/>
              <a:gd name="T30" fmla="*/ 2147483646 w 1249"/>
              <a:gd name="T31" fmla="*/ 2147483646 h 545"/>
              <a:gd name="T32" fmla="*/ 2147483646 w 1249"/>
              <a:gd name="T33" fmla="*/ 2147483646 h 545"/>
              <a:gd name="T34" fmla="*/ 2147483646 w 1249"/>
              <a:gd name="T35" fmla="*/ 2147483646 h 545"/>
              <a:gd name="T36" fmla="*/ 2147483646 w 1249"/>
              <a:gd name="T37" fmla="*/ 2147483646 h 545"/>
              <a:gd name="T38" fmla="*/ 2147483646 w 1249"/>
              <a:gd name="T39" fmla="*/ 2147483646 h 545"/>
              <a:gd name="T40" fmla="*/ 2147483646 w 1249"/>
              <a:gd name="T41" fmla="*/ 2147483646 h 545"/>
              <a:gd name="T42" fmla="*/ 2147483646 w 1249"/>
              <a:gd name="T43" fmla="*/ 2147483646 h 545"/>
              <a:gd name="T44" fmla="*/ 2147483646 w 1249"/>
              <a:gd name="T45" fmla="*/ 2147483646 h 545"/>
              <a:gd name="T46" fmla="*/ 2147483646 w 1249"/>
              <a:gd name="T47" fmla="*/ 2147483646 h 545"/>
              <a:gd name="T48" fmla="*/ 2147483646 w 1249"/>
              <a:gd name="T49" fmla="*/ 2147483646 h 545"/>
              <a:gd name="T50" fmla="*/ 2147483646 w 1249"/>
              <a:gd name="T51" fmla="*/ 2147483646 h 545"/>
              <a:gd name="T52" fmla="*/ 2147483646 w 1249"/>
              <a:gd name="T53" fmla="*/ 2147483646 h 545"/>
              <a:gd name="T54" fmla="*/ 2147483646 w 1249"/>
              <a:gd name="T55" fmla="*/ 2147483646 h 545"/>
              <a:gd name="T56" fmla="*/ 2147483646 w 1249"/>
              <a:gd name="T57" fmla="*/ 2147483646 h 545"/>
              <a:gd name="T58" fmla="*/ 2147483646 w 1249"/>
              <a:gd name="T59" fmla="*/ 2147483646 h 545"/>
              <a:gd name="T60" fmla="*/ 2147483646 w 1249"/>
              <a:gd name="T61" fmla="*/ 2147483646 h 545"/>
              <a:gd name="T62" fmla="*/ 2147483646 w 1249"/>
              <a:gd name="T63" fmla="*/ 2147483646 h 545"/>
              <a:gd name="T64" fmla="*/ 2147483646 w 1249"/>
              <a:gd name="T65" fmla="*/ 2147483646 h 545"/>
              <a:gd name="T66" fmla="*/ 2147483646 w 1249"/>
              <a:gd name="T67" fmla="*/ 2147483646 h 545"/>
              <a:gd name="T68" fmla="*/ 2147483646 w 1249"/>
              <a:gd name="T69" fmla="*/ 2147483646 h 545"/>
              <a:gd name="T70" fmla="*/ 2147483646 w 1249"/>
              <a:gd name="T71" fmla="*/ 2147483646 h 545"/>
              <a:gd name="T72" fmla="*/ 2147483646 w 1249"/>
              <a:gd name="T73" fmla="*/ 2147483646 h 545"/>
              <a:gd name="T74" fmla="*/ 2147483646 w 1249"/>
              <a:gd name="T75" fmla="*/ 2147483646 h 545"/>
              <a:gd name="T76" fmla="*/ 2147483646 w 1249"/>
              <a:gd name="T77" fmla="*/ 2147483646 h 545"/>
              <a:gd name="T78" fmla="*/ 2147483646 w 1249"/>
              <a:gd name="T79" fmla="*/ 2147483646 h 545"/>
              <a:gd name="T80" fmla="*/ 2147483646 w 1249"/>
              <a:gd name="T81" fmla="*/ 2147483646 h 545"/>
              <a:gd name="T82" fmla="*/ 2147483646 w 1249"/>
              <a:gd name="T83" fmla="*/ 2147483646 h 545"/>
              <a:gd name="T84" fmla="*/ 2147483646 w 1249"/>
              <a:gd name="T85" fmla="*/ 2147483646 h 545"/>
              <a:gd name="T86" fmla="*/ 2147483646 w 1249"/>
              <a:gd name="T87" fmla="*/ 2147483646 h 545"/>
              <a:gd name="T88" fmla="*/ 0 w 1249"/>
              <a:gd name="T89" fmla="*/ 2147483646 h 545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</a:gdLst>
            <a:ahLst/>
            <a:cxnLst>
              <a:cxn ang="T90">
                <a:pos x="T0" y="T1"/>
              </a:cxn>
              <a:cxn ang="T91">
                <a:pos x="T2" y="T3"/>
              </a:cxn>
              <a:cxn ang="T92">
                <a:pos x="T4" y="T5"/>
              </a:cxn>
              <a:cxn ang="T93">
                <a:pos x="T6" y="T7"/>
              </a:cxn>
              <a:cxn ang="T94">
                <a:pos x="T8" y="T9"/>
              </a:cxn>
              <a:cxn ang="T95">
                <a:pos x="T10" y="T11"/>
              </a:cxn>
              <a:cxn ang="T96">
                <a:pos x="T12" y="T13"/>
              </a:cxn>
              <a:cxn ang="T97">
                <a:pos x="T14" y="T15"/>
              </a:cxn>
              <a:cxn ang="T98">
                <a:pos x="T16" y="T17"/>
              </a:cxn>
              <a:cxn ang="T99">
                <a:pos x="T18" y="T19"/>
              </a:cxn>
              <a:cxn ang="T100">
                <a:pos x="T20" y="T21"/>
              </a:cxn>
              <a:cxn ang="T101">
                <a:pos x="T22" y="T23"/>
              </a:cxn>
              <a:cxn ang="T102">
                <a:pos x="T24" y="T25"/>
              </a:cxn>
              <a:cxn ang="T103">
                <a:pos x="T26" y="T27"/>
              </a:cxn>
              <a:cxn ang="T104">
                <a:pos x="T28" y="T29"/>
              </a:cxn>
              <a:cxn ang="T105">
                <a:pos x="T30" y="T31"/>
              </a:cxn>
              <a:cxn ang="T106">
                <a:pos x="T32" y="T33"/>
              </a:cxn>
              <a:cxn ang="T107">
                <a:pos x="T34" y="T35"/>
              </a:cxn>
              <a:cxn ang="T108">
                <a:pos x="T36" y="T37"/>
              </a:cxn>
              <a:cxn ang="T109">
                <a:pos x="T38" y="T39"/>
              </a:cxn>
              <a:cxn ang="T110">
                <a:pos x="T40" y="T41"/>
              </a:cxn>
              <a:cxn ang="T111">
                <a:pos x="T42" y="T43"/>
              </a:cxn>
              <a:cxn ang="T112">
                <a:pos x="T44" y="T45"/>
              </a:cxn>
              <a:cxn ang="T113">
                <a:pos x="T46" y="T47"/>
              </a:cxn>
              <a:cxn ang="T114">
                <a:pos x="T48" y="T49"/>
              </a:cxn>
              <a:cxn ang="T115">
                <a:pos x="T50" y="T51"/>
              </a:cxn>
              <a:cxn ang="T116">
                <a:pos x="T52" y="T53"/>
              </a:cxn>
              <a:cxn ang="T117">
                <a:pos x="T54" y="T55"/>
              </a:cxn>
              <a:cxn ang="T118">
                <a:pos x="T56" y="T57"/>
              </a:cxn>
              <a:cxn ang="T119">
                <a:pos x="T58" y="T59"/>
              </a:cxn>
              <a:cxn ang="T120">
                <a:pos x="T60" y="T61"/>
              </a:cxn>
              <a:cxn ang="T121">
                <a:pos x="T62" y="T63"/>
              </a:cxn>
              <a:cxn ang="T122">
                <a:pos x="T64" y="T65"/>
              </a:cxn>
              <a:cxn ang="T123">
                <a:pos x="T66" y="T67"/>
              </a:cxn>
              <a:cxn ang="T124">
                <a:pos x="T68" y="T69"/>
              </a:cxn>
              <a:cxn ang="T125">
                <a:pos x="T70" y="T71"/>
              </a:cxn>
              <a:cxn ang="T126">
                <a:pos x="T72" y="T73"/>
              </a:cxn>
              <a:cxn ang="T127">
                <a:pos x="T74" y="T75"/>
              </a:cxn>
              <a:cxn ang="T128">
                <a:pos x="T76" y="T77"/>
              </a:cxn>
              <a:cxn ang="T129">
                <a:pos x="T78" y="T79"/>
              </a:cxn>
              <a:cxn ang="T130">
                <a:pos x="T80" y="T81"/>
              </a:cxn>
              <a:cxn ang="T131">
                <a:pos x="T82" y="T83"/>
              </a:cxn>
              <a:cxn ang="T132">
                <a:pos x="T84" y="T85"/>
              </a:cxn>
              <a:cxn ang="T133">
                <a:pos x="T86" y="T87"/>
              </a:cxn>
              <a:cxn ang="T134">
                <a:pos x="T88" y="T89"/>
              </a:cxn>
            </a:cxnLst>
            <a:rect l="0" t="0" r="r" b="b"/>
            <a:pathLst>
              <a:path w="1249" h="545">
                <a:moveTo>
                  <a:pt x="0" y="271"/>
                </a:moveTo>
                <a:lnTo>
                  <a:pt x="0" y="272"/>
                </a:lnTo>
                <a:lnTo>
                  <a:pt x="0" y="258"/>
                </a:lnTo>
                <a:lnTo>
                  <a:pt x="2" y="244"/>
                </a:lnTo>
                <a:lnTo>
                  <a:pt x="3" y="231"/>
                </a:lnTo>
                <a:lnTo>
                  <a:pt x="5" y="218"/>
                </a:lnTo>
                <a:lnTo>
                  <a:pt x="8" y="204"/>
                </a:lnTo>
                <a:lnTo>
                  <a:pt x="13" y="191"/>
                </a:lnTo>
                <a:lnTo>
                  <a:pt x="16" y="178"/>
                </a:lnTo>
                <a:lnTo>
                  <a:pt x="21" y="167"/>
                </a:lnTo>
                <a:lnTo>
                  <a:pt x="27" y="154"/>
                </a:lnTo>
                <a:lnTo>
                  <a:pt x="32" y="143"/>
                </a:lnTo>
                <a:lnTo>
                  <a:pt x="40" y="132"/>
                </a:lnTo>
                <a:lnTo>
                  <a:pt x="47" y="120"/>
                </a:lnTo>
                <a:lnTo>
                  <a:pt x="55" y="109"/>
                </a:lnTo>
                <a:lnTo>
                  <a:pt x="63" y="100"/>
                </a:lnTo>
                <a:lnTo>
                  <a:pt x="71" y="88"/>
                </a:lnTo>
                <a:lnTo>
                  <a:pt x="80" y="79"/>
                </a:lnTo>
                <a:lnTo>
                  <a:pt x="90" y="71"/>
                </a:lnTo>
                <a:lnTo>
                  <a:pt x="99" y="63"/>
                </a:lnTo>
                <a:lnTo>
                  <a:pt x="109" y="53"/>
                </a:lnTo>
                <a:lnTo>
                  <a:pt x="120" y="47"/>
                </a:lnTo>
                <a:lnTo>
                  <a:pt x="131" y="39"/>
                </a:lnTo>
                <a:lnTo>
                  <a:pt x="143" y="32"/>
                </a:lnTo>
                <a:lnTo>
                  <a:pt x="154" y="26"/>
                </a:lnTo>
                <a:lnTo>
                  <a:pt x="167" y="21"/>
                </a:lnTo>
                <a:lnTo>
                  <a:pt x="179" y="16"/>
                </a:lnTo>
                <a:lnTo>
                  <a:pt x="191" y="12"/>
                </a:lnTo>
                <a:lnTo>
                  <a:pt x="205" y="8"/>
                </a:lnTo>
                <a:lnTo>
                  <a:pt x="218" y="5"/>
                </a:lnTo>
                <a:lnTo>
                  <a:pt x="231" y="4"/>
                </a:lnTo>
                <a:lnTo>
                  <a:pt x="245" y="2"/>
                </a:lnTo>
                <a:lnTo>
                  <a:pt x="258" y="0"/>
                </a:lnTo>
                <a:lnTo>
                  <a:pt x="272" y="0"/>
                </a:lnTo>
                <a:lnTo>
                  <a:pt x="977" y="0"/>
                </a:lnTo>
                <a:lnTo>
                  <a:pt x="989" y="0"/>
                </a:lnTo>
                <a:lnTo>
                  <a:pt x="1004" y="2"/>
                </a:lnTo>
                <a:lnTo>
                  <a:pt x="1018" y="4"/>
                </a:lnTo>
                <a:lnTo>
                  <a:pt x="1031" y="5"/>
                </a:lnTo>
                <a:lnTo>
                  <a:pt x="1044" y="8"/>
                </a:lnTo>
                <a:lnTo>
                  <a:pt x="1057" y="12"/>
                </a:lnTo>
                <a:lnTo>
                  <a:pt x="1069" y="16"/>
                </a:lnTo>
                <a:lnTo>
                  <a:pt x="1082" y="21"/>
                </a:lnTo>
                <a:lnTo>
                  <a:pt x="1093" y="26"/>
                </a:lnTo>
                <a:lnTo>
                  <a:pt x="1106" y="32"/>
                </a:lnTo>
                <a:lnTo>
                  <a:pt x="1117" y="39"/>
                </a:lnTo>
                <a:lnTo>
                  <a:pt x="1129" y="47"/>
                </a:lnTo>
                <a:lnTo>
                  <a:pt x="1140" y="53"/>
                </a:lnTo>
                <a:lnTo>
                  <a:pt x="1149" y="63"/>
                </a:lnTo>
                <a:lnTo>
                  <a:pt x="1159" y="71"/>
                </a:lnTo>
                <a:lnTo>
                  <a:pt x="1169" y="79"/>
                </a:lnTo>
                <a:lnTo>
                  <a:pt x="1178" y="88"/>
                </a:lnTo>
                <a:lnTo>
                  <a:pt x="1186" y="100"/>
                </a:lnTo>
                <a:lnTo>
                  <a:pt x="1194" y="109"/>
                </a:lnTo>
                <a:lnTo>
                  <a:pt x="1202" y="120"/>
                </a:lnTo>
                <a:lnTo>
                  <a:pt x="1209" y="132"/>
                </a:lnTo>
                <a:lnTo>
                  <a:pt x="1215" y="143"/>
                </a:lnTo>
                <a:lnTo>
                  <a:pt x="1221" y="154"/>
                </a:lnTo>
                <a:lnTo>
                  <a:pt x="1228" y="167"/>
                </a:lnTo>
                <a:lnTo>
                  <a:pt x="1233" y="178"/>
                </a:lnTo>
                <a:lnTo>
                  <a:pt x="1236" y="191"/>
                </a:lnTo>
                <a:lnTo>
                  <a:pt x="1241" y="204"/>
                </a:lnTo>
                <a:lnTo>
                  <a:pt x="1242" y="218"/>
                </a:lnTo>
                <a:lnTo>
                  <a:pt x="1246" y="231"/>
                </a:lnTo>
                <a:lnTo>
                  <a:pt x="1247" y="244"/>
                </a:lnTo>
                <a:lnTo>
                  <a:pt x="1249" y="258"/>
                </a:lnTo>
                <a:lnTo>
                  <a:pt x="1249" y="272"/>
                </a:lnTo>
                <a:lnTo>
                  <a:pt x="1249" y="271"/>
                </a:lnTo>
                <a:lnTo>
                  <a:pt x="1249" y="285"/>
                </a:lnTo>
                <a:lnTo>
                  <a:pt x="1247" y="300"/>
                </a:lnTo>
                <a:lnTo>
                  <a:pt x="1246" y="312"/>
                </a:lnTo>
                <a:lnTo>
                  <a:pt x="1242" y="327"/>
                </a:lnTo>
                <a:lnTo>
                  <a:pt x="1241" y="340"/>
                </a:lnTo>
                <a:lnTo>
                  <a:pt x="1236" y="353"/>
                </a:lnTo>
                <a:lnTo>
                  <a:pt x="1233" y="365"/>
                </a:lnTo>
                <a:lnTo>
                  <a:pt x="1228" y="378"/>
                </a:lnTo>
                <a:lnTo>
                  <a:pt x="1221" y="389"/>
                </a:lnTo>
                <a:lnTo>
                  <a:pt x="1215" y="402"/>
                </a:lnTo>
                <a:lnTo>
                  <a:pt x="1209" y="413"/>
                </a:lnTo>
                <a:lnTo>
                  <a:pt x="1202" y="425"/>
                </a:lnTo>
                <a:lnTo>
                  <a:pt x="1194" y="434"/>
                </a:lnTo>
                <a:lnTo>
                  <a:pt x="1186" y="445"/>
                </a:lnTo>
                <a:lnTo>
                  <a:pt x="1178" y="455"/>
                </a:lnTo>
                <a:lnTo>
                  <a:pt x="1169" y="465"/>
                </a:lnTo>
                <a:lnTo>
                  <a:pt x="1159" y="473"/>
                </a:lnTo>
                <a:lnTo>
                  <a:pt x="1149" y="482"/>
                </a:lnTo>
                <a:lnTo>
                  <a:pt x="1140" y="490"/>
                </a:lnTo>
                <a:lnTo>
                  <a:pt x="1129" y="498"/>
                </a:lnTo>
                <a:lnTo>
                  <a:pt x="1117" y="505"/>
                </a:lnTo>
                <a:lnTo>
                  <a:pt x="1106" y="511"/>
                </a:lnTo>
                <a:lnTo>
                  <a:pt x="1093" y="517"/>
                </a:lnTo>
                <a:lnTo>
                  <a:pt x="1082" y="522"/>
                </a:lnTo>
                <a:lnTo>
                  <a:pt x="1069" y="527"/>
                </a:lnTo>
                <a:lnTo>
                  <a:pt x="1057" y="532"/>
                </a:lnTo>
                <a:lnTo>
                  <a:pt x="1044" y="535"/>
                </a:lnTo>
                <a:lnTo>
                  <a:pt x="1031" y="538"/>
                </a:lnTo>
                <a:lnTo>
                  <a:pt x="1018" y="541"/>
                </a:lnTo>
                <a:lnTo>
                  <a:pt x="1004" y="543"/>
                </a:lnTo>
                <a:lnTo>
                  <a:pt x="989" y="543"/>
                </a:lnTo>
                <a:lnTo>
                  <a:pt x="977" y="545"/>
                </a:lnTo>
                <a:lnTo>
                  <a:pt x="272" y="545"/>
                </a:lnTo>
                <a:lnTo>
                  <a:pt x="258" y="543"/>
                </a:lnTo>
                <a:lnTo>
                  <a:pt x="245" y="543"/>
                </a:lnTo>
                <a:lnTo>
                  <a:pt x="231" y="541"/>
                </a:lnTo>
                <a:lnTo>
                  <a:pt x="218" y="538"/>
                </a:lnTo>
                <a:lnTo>
                  <a:pt x="205" y="535"/>
                </a:lnTo>
                <a:lnTo>
                  <a:pt x="191" y="532"/>
                </a:lnTo>
                <a:lnTo>
                  <a:pt x="179" y="527"/>
                </a:lnTo>
                <a:lnTo>
                  <a:pt x="167" y="522"/>
                </a:lnTo>
                <a:lnTo>
                  <a:pt x="154" y="517"/>
                </a:lnTo>
                <a:lnTo>
                  <a:pt x="143" y="511"/>
                </a:lnTo>
                <a:lnTo>
                  <a:pt x="131" y="505"/>
                </a:lnTo>
                <a:lnTo>
                  <a:pt x="120" y="498"/>
                </a:lnTo>
                <a:lnTo>
                  <a:pt x="109" y="490"/>
                </a:lnTo>
                <a:lnTo>
                  <a:pt x="99" y="482"/>
                </a:lnTo>
                <a:lnTo>
                  <a:pt x="90" y="473"/>
                </a:lnTo>
                <a:lnTo>
                  <a:pt x="80" y="465"/>
                </a:lnTo>
                <a:lnTo>
                  <a:pt x="71" y="455"/>
                </a:lnTo>
                <a:lnTo>
                  <a:pt x="63" y="445"/>
                </a:lnTo>
                <a:lnTo>
                  <a:pt x="55" y="434"/>
                </a:lnTo>
                <a:lnTo>
                  <a:pt x="47" y="425"/>
                </a:lnTo>
                <a:lnTo>
                  <a:pt x="40" y="413"/>
                </a:lnTo>
                <a:lnTo>
                  <a:pt x="32" y="402"/>
                </a:lnTo>
                <a:lnTo>
                  <a:pt x="27" y="389"/>
                </a:lnTo>
                <a:lnTo>
                  <a:pt x="21" y="378"/>
                </a:lnTo>
                <a:lnTo>
                  <a:pt x="16" y="365"/>
                </a:lnTo>
                <a:lnTo>
                  <a:pt x="13" y="353"/>
                </a:lnTo>
                <a:lnTo>
                  <a:pt x="8" y="340"/>
                </a:lnTo>
                <a:lnTo>
                  <a:pt x="5" y="327"/>
                </a:lnTo>
                <a:lnTo>
                  <a:pt x="3" y="312"/>
                </a:lnTo>
                <a:lnTo>
                  <a:pt x="2" y="300"/>
                </a:lnTo>
                <a:lnTo>
                  <a:pt x="0" y="285"/>
                </a:lnTo>
                <a:lnTo>
                  <a:pt x="0" y="271"/>
                </a:lnTo>
                <a:close/>
              </a:path>
            </a:pathLst>
          </a:custGeom>
          <a:noFill/>
          <a:ln w="23813">
            <a:solidFill>
              <a:srgbClr val="FF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86024" name="Freeform 50">
            <a:extLst>
              <a:ext uri="{FF2B5EF4-FFF2-40B4-BE49-F238E27FC236}">
                <a16:creationId xmlns:a16="http://schemas.microsoft.com/office/drawing/2014/main" id="{DE49E7EC-921D-4955-B7BB-185E7A1DC19A}"/>
              </a:ext>
            </a:extLst>
          </p:cNvPr>
          <p:cNvSpPr>
            <a:spLocks/>
          </p:cNvSpPr>
          <p:nvPr/>
        </p:nvSpPr>
        <p:spPr bwMode="auto">
          <a:xfrm>
            <a:off x="2289175" y="4826000"/>
            <a:ext cx="919163" cy="381000"/>
          </a:xfrm>
          <a:custGeom>
            <a:avLst/>
            <a:gdLst>
              <a:gd name="T0" fmla="*/ 0 w 1249"/>
              <a:gd name="T1" fmla="*/ 2147483646 h 545"/>
              <a:gd name="T2" fmla="*/ 2147483646 w 1249"/>
              <a:gd name="T3" fmla="*/ 2147483646 h 545"/>
              <a:gd name="T4" fmla="*/ 2147483646 w 1249"/>
              <a:gd name="T5" fmla="*/ 2147483646 h 545"/>
              <a:gd name="T6" fmla="*/ 2147483646 w 1249"/>
              <a:gd name="T7" fmla="*/ 2147483646 h 545"/>
              <a:gd name="T8" fmla="*/ 2147483646 w 1249"/>
              <a:gd name="T9" fmla="*/ 2147483646 h 545"/>
              <a:gd name="T10" fmla="*/ 2147483646 w 1249"/>
              <a:gd name="T11" fmla="*/ 2147483646 h 545"/>
              <a:gd name="T12" fmla="*/ 2147483646 w 1249"/>
              <a:gd name="T13" fmla="*/ 2147483646 h 545"/>
              <a:gd name="T14" fmla="*/ 2147483646 w 1249"/>
              <a:gd name="T15" fmla="*/ 2147483646 h 545"/>
              <a:gd name="T16" fmla="*/ 2147483646 w 1249"/>
              <a:gd name="T17" fmla="*/ 2147483646 h 545"/>
              <a:gd name="T18" fmla="*/ 2147483646 w 1249"/>
              <a:gd name="T19" fmla="*/ 2147483646 h 545"/>
              <a:gd name="T20" fmla="*/ 2147483646 w 1249"/>
              <a:gd name="T21" fmla="*/ 0 h 545"/>
              <a:gd name="T22" fmla="*/ 2147483646 w 1249"/>
              <a:gd name="T23" fmla="*/ 0 h 545"/>
              <a:gd name="T24" fmla="*/ 2147483646 w 1249"/>
              <a:gd name="T25" fmla="*/ 2147483646 h 545"/>
              <a:gd name="T26" fmla="*/ 2147483646 w 1249"/>
              <a:gd name="T27" fmla="*/ 2147483646 h 545"/>
              <a:gd name="T28" fmla="*/ 2147483646 w 1249"/>
              <a:gd name="T29" fmla="*/ 2147483646 h 545"/>
              <a:gd name="T30" fmla="*/ 2147483646 w 1249"/>
              <a:gd name="T31" fmla="*/ 2147483646 h 545"/>
              <a:gd name="T32" fmla="*/ 2147483646 w 1249"/>
              <a:gd name="T33" fmla="*/ 2147483646 h 545"/>
              <a:gd name="T34" fmla="*/ 2147483646 w 1249"/>
              <a:gd name="T35" fmla="*/ 2147483646 h 545"/>
              <a:gd name="T36" fmla="*/ 2147483646 w 1249"/>
              <a:gd name="T37" fmla="*/ 2147483646 h 545"/>
              <a:gd name="T38" fmla="*/ 2147483646 w 1249"/>
              <a:gd name="T39" fmla="*/ 2147483646 h 545"/>
              <a:gd name="T40" fmla="*/ 2147483646 w 1249"/>
              <a:gd name="T41" fmla="*/ 2147483646 h 545"/>
              <a:gd name="T42" fmla="*/ 2147483646 w 1249"/>
              <a:gd name="T43" fmla="*/ 2147483646 h 545"/>
              <a:gd name="T44" fmla="*/ 2147483646 w 1249"/>
              <a:gd name="T45" fmla="*/ 2147483646 h 545"/>
              <a:gd name="T46" fmla="*/ 2147483646 w 1249"/>
              <a:gd name="T47" fmla="*/ 2147483646 h 545"/>
              <a:gd name="T48" fmla="*/ 2147483646 w 1249"/>
              <a:gd name="T49" fmla="*/ 2147483646 h 545"/>
              <a:gd name="T50" fmla="*/ 2147483646 w 1249"/>
              <a:gd name="T51" fmla="*/ 2147483646 h 545"/>
              <a:gd name="T52" fmla="*/ 2147483646 w 1249"/>
              <a:gd name="T53" fmla="*/ 2147483646 h 545"/>
              <a:gd name="T54" fmla="*/ 2147483646 w 1249"/>
              <a:gd name="T55" fmla="*/ 2147483646 h 545"/>
              <a:gd name="T56" fmla="*/ 2147483646 w 1249"/>
              <a:gd name="T57" fmla="*/ 2147483646 h 545"/>
              <a:gd name="T58" fmla="*/ 2147483646 w 1249"/>
              <a:gd name="T59" fmla="*/ 2147483646 h 545"/>
              <a:gd name="T60" fmla="*/ 2147483646 w 1249"/>
              <a:gd name="T61" fmla="*/ 2147483646 h 545"/>
              <a:gd name="T62" fmla="*/ 2147483646 w 1249"/>
              <a:gd name="T63" fmla="*/ 2147483646 h 545"/>
              <a:gd name="T64" fmla="*/ 2147483646 w 1249"/>
              <a:gd name="T65" fmla="*/ 2147483646 h 545"/>
              <a:gd name="T66" fmla="*/ 2147483646 w 1249"/>
              <a:gd name="T67" fmla="*/ 2147483646 h 545"/>
              <a:gd name="T68" fmla="*/ 2147483646 w 1249"/>
              <a:gd name="T69" fmla="*/ 2147483646 h 545"/>
              <a:gd name="T70" fmla="*/ 2147483646 w 1249"/>
              <a:gd name="T71" fmla="*/ 2147483646 h 545"/>
              <a:gd name="T72" fmla="*/ 2147483646 w 1249"/>
              <a:gd name="T73" fmla="*/ 2147483646 h 545"/>
              <a:gd name="T74" fmla="*/ 2147483646 w 1249"/>
              <a:gd name="T75" fmla="*/ 2147483646 h 545"/>
              <a:gd name="T76" fmla="*/ 2147483646 w 1249"/>
              <a:gd name="T77" fmla="*/ 2147483646 h 545"/>
              <a:gd name="T78" fmla="*/ 2147483646 w 1249"/>
              <a:gd name="T79" fmla="*/ 2147483646 h 545"/>
              <a:gd name="T80" fmla="*/ 2147483646 w 1249"/>
              <a:gd name="T81" fmla="*/ 2147483646 h 545"/>
              <a:gd name="T82" fmla="*/ 2147483646 w 1249"/>
              <a:gd name="T83" fmla="*/ 2147483646 h 545"/>
              <a:gd name="T84" fmla="*/ 2147483646 w 1249"/>
              <a:gd name="T85" fmla="*/ 2147483646 h 545"/>
              <a:gd name="T86" fmla="*/ 2147483646 w 1249"/>
              <a:gd name="T87" fmla="*/ 2147483646 h 545"/>
              <a:gd name="T88" fmla="*/ 0 w 1249"/>
              <a:gd name="T89" fmla="*/ 2147483646 h 545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</a:gdLst>
            <a:ahLst/>
            <a:cxnLst>
              <a:cxn ang="T90">
                <a:pos x="T0" y="T1"/>
              </a:cxn>
              <a:cxn ang="T91">
                <a:pos x="T2" y="T3"/>
              </a:cxn>
              <a:cxn ang="T92">
                <a:pos x="T4" y="T5"/>
              </a:cxn>
              <a:cxn ang="T93">
                <a:pos x="T6" y="T7"/>
              </a:cxn>
              <a:cxn ang="T94">
                <a:pos x="T8" y="T9"/>
              </a:cxn>
              <a:cxn ang="T95">
                <a:pos x="T10" y="T11"/>
              </a:cxn>
              <a:cxn ang="T96">
                <a:pos x="T12" y="T13"/>
              </a:cxn>
              <a:cxn ang="T97">
                <a:pos x="T14" y="T15"/>
              </a:cxn>
              <a:cxn ang="T98">
                <a:pos x="T16" y="T17"/>
              </a:cxn>
              <a:cxn ang="T99">
                <a:pos x="T18" y="T19"/>
              </a:cxn>
              <a:cxn ang="T100">
                <a:pos x="T20" y="T21"/>
              </a:cxn>
              <a:cxn ang="T101">
                <a:pos x="T22" y="T23"/>
              </a:cxn>
              <a:cxn ang="T102">
                <a:pos x="T24" y="T25"/>
              </a:cxn>
              <a:cxn ang="T103">
                <a:pos x="T26" y="T27"/>
              </a:cxn>
              <a:cxn ang="T104">
                <a:pos x="T28" y="T29"/>
              </a:cxn>
              <a:cxn ang="T105">
                <a:pos x="T30" y="T31"/>
              </a:cxn>
              <a:cxn ang="T106">
                <a:pos x="T32" y="T33"/>
              </a:cxn>
              <a:cxn ang="T107">
                <a:pos x="T34" y="T35"/>
              </a:cxn>
              <a:cxn ang="T108">
                <a:pos x="T36" y="T37"/>
              </a:cxn>
              <a:cxn ang="T109">
                <a:pos x="T38" y="T39"/>
              </a:cxn>
              <a:cxn ang="T110">
                <a:pos x="T40" y="T41"/>
              </a:cxn>
              <a:cxn ang="T111">
                <a:pos x="T42" y="T43"/>
              </a:cxn>
              <a:cxn ang="T112">
                <a:pos x="T44" y="T45"/>
              </a:cxn>
              <a:cxn ang="T113">
                <a:pos x="T46" y="T47"/>
              </a:cxn>
              <a:cxn ang="T114">
                <a:pos x="T48" y="T49"/>
              </a:cxn>
              <a:cxn ang="T115">
                <a:pos x="T50" y="T51"/>
              </a:cxn>
              <a:cxn ang="T116">
                <a:pos x="T52" y="T53"/>
              </a:cxn>
              <a:cxn ang="T117">
                <a:pos x="T54" y="T55"/>
              </a:cxn>
              <a:cxn ang="T118">
                <a:pos x="T56" y="T57"/>
              </a:cxn>
              <a:cxn ang="T119">
                <a:pos x="T58" y="T59"/>
              </a:cxn>
              <a:cxn ang="T120">
                <a:pos x="T60" y="T61"/>
              </a:cxn>
              <a:cxn ang="T121">
                <a:pos x="T62" y="T63"/>
              </a:cxn>
              <a:cxn ang="T122">
                <a:pos x="T64" y="T65"/>
              </a:cxn>
              <a:cxn ang="T123">
                <a:pos x="T66" y="T67"/>
              </a:cxn>
              <a:cxn ang="T124">
                <a:pos x="T68" y="T69"/>
              </a:cxn>
              <a:cxn ang="T125">
                <a:pos x="T70" y="T71"/>
              </a:cxn>
              <a:cxn ang="T126">
                <a:pos x="T72" y="T73"/>
              </a:cxn>
              <a:cxn ang="T127">
                <a:pos x="T74" y="T75"/>
              </a:cxn>
              <a:cxn ang="T128">
                <a:pos x="T76" y="T77"/>
              </a:cxn>
              <a:cxn ang="T129">
                <a:pos x="T78" y="T79"/>
              </a:cxn>
              <a:cxn ang="T130">
                <a:pos x="T80" y="T81"/>
              </a:cxn>
              <a:cxn ang="T131">
                <a:pos x="T82" y="T83"/>
              </a:cxn>
              <a:cxn ang="T132">
                <a:pos x="T84" y="T85"/>
              </a:cxn>
              <a:cxn ang="T133">
                <a:pos x="T86" y="T87"/>
              </a:cxn>
              <a:cxn ang="T134">
                <a:pos x="T88" y="T89"/>
              </a:cxn>
            </a:cxnLst>
            <a:rect l="0" t="0" r="r" b="b"/>
            <a:pathLst>
              <a:path w="1249" h="545">
                <a:moveTo>
                  <a:pt x="0" y="271"/>
                </a:moveTo>
                <a:lnTo>
                  <a:pt x="0" y="272"/>
                </a:lnTo>
                <a:lnTo>
                  <a:pt x="0" y="258"/>
                </a:lnTo>
                <a:lnTo>
                  <a:pt x="2" y="244"/>
                </a:lnTo>
                <a:lnTo>
                  <a:pt x="3" y="231"/>
                </a:lnTo>
                <a:lnTo>
                  <a:pt x="5" y="218"/>
                </a:lnTo>
                <a:lnTo>
                  <a:pt x="8" y="204"/>
                </a:lnTo>
                <a:lnTo>
                  <a:pt x="13" y="191"/>
                </a:lnTo>
                <a:lnTo>
                  <a:pt x="16" y="178"/>
                </a:lnTo>
                <a:lnTo>
                  <a:pt x="21" y="167"/>
                </a:lnTo>
                <a:lnTo>
                  <a:pt x="27" y="154"/>
                </a:lnTo>
                <a:lnTo>
                  <a:pt x="32" y="143"/>
                </a:lnTo>
                <a:lnTo>
                  <a:pt x="40" y="132"/>
                </a:lnTo>
                <a:lnTo>
                  <a:pt x="47" y="120"/>
                </a:lnTo>
                <a:lnTo>
                  <a:pt x="55" y="109"/>
                </a:lnTo>
                <a:lnTo>
                  <a:pt x="63" y="100"/>
                </a:lnTo>
                <a:lnTo>
                  <a:pt x="71" y="88"/>
                </a:lnTo>
                <a:lnTo>
                  <a:pt x="80" y="79"/>
                </a:lnTo>
                <a:lnTo>
                  <a:pt x="90" y="71"/>
                </a:lnTo>
                <a:lnTo>
                  <a:pt x="99" y="63"/>
                </a:lnTo>
                <a:lnTo>
                  <a:pt x="109" y="53"/>
                </a:lnTo>
                <a:lnTo>
                  <a:pt x="120" y="47"/>
                </a:lnTo>
                <a:lnTo>
                  <a:pt x="131" y="39"/>
                </a:lnTo>
                <a:lnTo>
                  <a:pt x="143" y="32"/>
                </a:lnTo>
                <a:lnTo>
                  <a:pt x="154" y="26"/>
                </a:lnTo>
                <a:lnTo>
                  <a:pt x="167" y="21"/>
                </a:lnTo>
                <a:lnTo>
                  <a:pt x="179" y="16"/>
                </a:lnTo>
                <a:lnTo>
                  <a:pt x="191" y="12"/>
                </a:lnTo>
                <a:lnTo>
                  <a:pt x="205" y="8"/>
                </a:lnTo>
                <a:lnTo>
                  <a:pt x="218" y="5"/>
                </a:lnTo>
                <a:lnTo>
                  <a:pt x="231" y="4"/>
                </a:lnTo>
                <a:lnTo>
                  <a:pt x="245" y="2"/>
                </a:lnTo>
                <a:lnTo>
                  <a:pt x="258" y="0"/>
                </a:lnTo>
                <a:lnTo>
                  <a:pt x="272" y="0"/>
                </a:lnTo>
                <a:lnTo>
                  <a:pt x="977" y="0"/>
                </a:lnTo>
                <a:lnTo>
                  <a:pt x="989" y="0"/>
                </a:lnTo>
                <a:lnTo>
                  <a:pt x="1004" y="2"/>
                </a:lnTo>
                <a:lnTo>
                  <a:pt x="1018" y="4"/>
                </a:lnTo>
                <a:lnTo>
                  <a:pt x="1031" y="5"/>
                </a:lnTo>
                <a:lnTo>
                  <a:pt x="1044" y="8"/>
                </a:lnTo>
                <a:lnTo>
                  <a:pt x="1057" y="12"/>
                </a:lnTo>
                <a:lnTo>
                  <a:pt x="1069" y="16"/>
                </a:lnTo>
                <a:lnTo>
                  <a:pt x="1082" y="21"/>
                </a:lnTo>
                <a:lnTo>
                  <a:pt x="1093" y="26"/>
                </a:lnTo>
                <a:lnTo>
                  <a:pt x="1106" y="32"/>
                </a:lnTo>
                <a:lnTo>
                  <a:pt x="1117" y="39"/>
                </a:lnTo>
                <a:lnTo>
                  <a:pt x="1129" y="47"/>
                </a:lnTo>
                <a:lnTo>
                  <a:pt x="1140" y="53"/>
                </a:lnTo>
                <a:lnTo>
                  <a:pt x="1149" y="63"/>
                </a:lnTo>
                <a:lnTo>
                  <a:pt x="1159" y="71"/>
                </a:lnTo>
                <a:lnTo>
                  <a:pt x="1169" y="79"/>
                </a:lnTo>
                <a:lnTo>
                  <a:pt x="1178" y="88"/>
                </a:lnTo>
                <a:lnTo>
                  <a:pt x="1186" y="100"/>
                </a:lnTo>
                <a:lnTo>
                  <a:pt x="1194" y="109"/>
                </a:lnTo>
                <a:lnTo>
                  <a:pt x="1202" y="120"/>
                </a:lnTo>
                <a:lnTo>
                  <a:pt x="1209" y="132"/>
                </a:lnTo>
                <a:lnTo>
                  <a:pt x="1215" y="143"/>
                </a:lnTo>
                <a:lnTo>
                  <a:pt x="1221" y="154"/>
                </a:lnTo>
                <a:lnTo>
                  <a:pt x="1228" y="167"/>
                </a:lnTo>
                <a:lnTo>
                  <a:pt x="1233" y="178"/>
                </a:lnTo>
                <a:lnTo>
                  <a:pt x="1236" y="191"/>
                </a:lnTo>
                <a:lnTo>
                  <a:pt x="1241" y="204"/>
                </a:lnTo>
                <a:lnTo>
                  <a:pt x="1242" y="218"/>
                </a:lnTo>
                <a:lnTo>
                  <a:pt x="1246" y="231"/>
                </a:lnTo>
                <a:lnTo>
                  <a:pt x="1247" y="244"/>
                </a:lnTo>
                <a:lnTo>
                  <a:pt x="1249" y="258"/>
                </a:lnTo>
                <a:lnTo>
                  <a:pt x="1249" y="272"/>
                </a:lnTo>
                <a:lnTo>
                  <a:pt x="1249" y="271"/>
                </a:lnTo>
                <a:lnTo>
                  <a:pt x="1249" y="285"/>
                </a:lnTo>
                <a:lnTo>
                  <a:pt x="1247" y="300"/>
                </a:lnTo>
                <a:lnTo>
                  <a:pt x="1246" y="312"/>
                </a:lnTo>
                <a:lnTo>
                  <a:pt x="1242" y="327"/>
                </a:lnTo>
                <a:lnTo>
                  <a:pt x="1241" y="340"/>
                </a:lnTo>
                <a:lnTo>
                  <a:pt x="1236" y="353"/>
                </a:lnTo>
                <a:lnTo>
                  <a:pt x="1233" y="365"/>
                </a:lnTo>
                <a:lnTo>
                  <a:pt x="1228" y="378"/>
                </a:lnTo>
                <a:lnTo>
                  <a:pt x="1221" y="389"/>
                </a:lnTo>
                <a:lnTo>
                  <a:pt x="1215" y="402"/>
                </a:lnTo>
                <a:lnTo>
                  <a:pt x="1209" y="413"/>
                </a:lnTo>
                <a:lnTo>
                  <a:pt x="1202" y="425"/>
                </a:lnTo>
                <a:lnTo>
                  <a:pt x="1194" y="434"/>
                </a:lnTo>
                <a:lnTo>
                  <a:pt x="1186" y="445"/>
                </a:lnTo>
                <a:lnTo>
                  <a:pt x="1178" y="455"/>
                </a:lnTo>
                <a:lnTo>
                  <a:pt x="1169" y="465"/>
                </a:lnTo>
                <a:lnTo>
                  <a:pt x="1159" y="473"/>
                </a:lnTo>
                <a:lnTo>
                  <a:pt x="1149" y="482"/>
                </a:lnTo>
                <a:lnTo>
                  <a:pt x="1140" y="490"/>
                </a:lnTo>
                <a:lnTo>
                  <a:pt x="1129" y="498"/>
                </a:lnTo>
                <a:lnTo>
                  <a:pt x="1117" y="505"/>
                </a:lnTo>
                <a:lnTo>
                  <a:pt x="1106" y="511"/>
                </a:lnTo>
                <a:lnTo>
                  <a:pt x="1093" y="517"/>
                </a:lnTo>
                <a:lnTo>
                  <a:pt x="1082" y="522"/>
                </a:lnTo>
                <a:lnTo>
                  <a:pt x="1069" y="527"/>
                </a:lnTo>
                <a:lnTo>
                  <a:pt x="1057" y="532"/>
                </a:lnTo>
                <a:lnTo>
                  <a:pt x="1044" y="535"/>
                </a:lnTo>
                <a:lnTo>
                  <a:pt x="1031" y="538"/>
                </a:lnTo>
                <a:lnTo>
                  <a:pt x="1018" y="541"/>
                </a:lnTo>
                <a:lnTo>
                  <a:pt x="1004" y="543"/>
                </a:lnTo>
                <a:lnTo>
                  <a:pt x="989" y="543"/>
                </a:lnTo>
                <a:lnTo>
                  <a:pt x="977" y="545"/>
                </a:lnTo>
                <a:lnTo>
                  <a:pt x="272" y="545"/>
                </a:lnTo>
                <a:lnTo>
                  <a:pt x="258" y="543"/>
                </a:lnTo>
                <a:lnTo>
                  <a:pt x="245" y="543"/>
                </a:lnTo>
                <a:lnTo>
                  <a:pt x="231" y="541"/>
                </a:lnTo>
                <a:lnTo>
                  <a:pt x="218" y="538"/>
                </a:lnTo>
                <a:lnTo>
                  <a:pt x="205" y="535"/>
                </a:lnTo>
                <a:lnTo>
                  <a:pt x="191" y="532"/>
                </a:lnTo>
                <a:lnTo>
                  <a:pt x="179" y="527"/>
                </a:lnTo>
                <a:lnTo>
                  <a:pt x="167" y="522"/>
                </a:lnTo>
                <a:lnTo>
                  <a:pt x="154" y="517"/>
                </a:lnTo>
                <a:lnTo>
                  <a:pt x="143" y="511"/>
                </a:lnTo>
                <a:lnTo>
                  <a:pt x="131" y="505"/>
                </a:lnTo>
                <a:lnTo>
                  <a:pt x="120" y="498"/>
                </a:lnTo>
                <a:lnTo>
                  <a:pt x="109" y="490"/>
                </a:lnTo>
                <a:lnTo>
                  <a:pt x="99" y="482"/>
                </a:lnTo>
                <a:lnTo>
                  <a:pt x="90" y="473"/>
                </a:lnTo>
                <a:lnTo>
                  <a:pt x="80" y="465"/>
                </a:lnTo>
                <a:lnTo>
                  <a:pt x="71" y="455"/>
                </a:lnTo>
                <a:lnTo>
                  <a:pt x="63" y="445"/>
                </a:lnTo>
                <a:lnTo>
                  <a:pt x="55" y="434"/>
                </a:lnTo>
                <a:lnTo>
                  <a:pt x="47" y="425"/>
                </a:lnTo>
                <a:lnTo>
                  <a:pt x="40" y="413"/>
                </a:lnTo>
                <a:lnTo>
                  <a:pt x="32" y="402"/>
                </a:lnTo>
                <a:lnTo>
                  <a:pt x="27" y="389"/>
                </a:lnTo>
                <a:lnTo>
                  <a:pt x="21" y="378"/>
                </a:lnTo>
                <a:lnTo>
                  <a:pt x="16" y="365"/>
                </a:lnTo>
                <a:lnTo>
                  <a:pt x="13" y="353"/>
                </a:lnTo>
                <a:lnTo>
                  <a:pt x="8" y="340"/>
                </a:lnTo>
                <a:lnTo>
                  <a:pt x="5" y="327"/>
                </a:lnTo>
                <a:lnTo>
                  <a:pt x="3" y="312"/>
                </a:lnTo>
                <a:lnTo>
                  <a:pt x="2" y="300"/>
                </a:lnTo>
                <a:lnTo>
                  <a:pt x="0" y="285"/>
                </a:lnTo>
                <a:lnTo>
                  <a:pt x="0" y="271"/>
                </a:lnTo>
                <a:close/>
              </a:path>
            </a:pathLst>
          </a:custGeom>
          <a:noFill/>
          <a:ln w="23813">
            <a:solidFill>
              <a:srgbClr val="FF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grpSp>
        <p:nvGrpSpPr>
          <p:cNvPr id="86025" name="Group 3">
            <a:extLst>
              <a:ext uri="{FF2B5EF4-FFF2-40B4-BE49-F238E27FC236}">
                <a16:creationId xmlns:a16="http://schemas.microsoft.com/office/drawing/2014/main" id="{1DD2A977-E8A4-4F55-8FCC-40F01CEEEB7D}"/>
              </a:ext>
            </a:extLst>
          </p:cNvPr>
          <p:cNvGrpSpPr>
            <a:grpSpLocks/>
          </p:cNvGrpSpPr>
          <p:nvPr/>
        </p:nvGrpSpPr>
        <p:grpSpPr bwMode="auto">
          <a:xfrm>
            <a:off x="5670550" y="4789488"/>
            <a:ext cx="2168525" cy="387350"/>
            <a:chOff x="2801938" y="2224088"/>
            <a:chExt cx="2381250" cy="387350"/>
          </a:xfrm>
        </p:grpSpPr>
        <p:sp>
          <p:nvSpPr>
            <p:cNvPr id="86026" name="Line 61">
              <a:extLst>
                <a:ext uri="{FF2B5EF4-FFF2-40B4-BE49-F238E27FC236}">
                  <a16:creationId xmlns:a16="http://schemas.microsoft.com/office/drawing/2014/main" id="{07205036-A801-45E6-BDA0-098C42506C9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179762" y="2609850"/>
              <a:ext cx="1644650" cy="1588"/>
            </a:xfrm>
            <a:prstGeom prst="line">
              <a:avLst/>
            </a:prstGeom>
            <a:noFill/>
            <a:ln w="23813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grpSp>
          <p:nvGrpSpPr>
            <p:cNvPr id="86027" name="Group 104">
              <a:extLst>
                <a:ext uri="{FF2B5EF4-FFF2-40B4-BE49-F238E27FC236}">
                  <a16:creationId xmlns:a16="http://schemas.microsoft.com/office/drawing/2014/main" id="{294906A2-BE41-45A3-9C87-E93CB1CC3AB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01938" y="2224088"/>
              <a:ext cx="541337" cy="387350"/>
              <a:chOff x="1750" y="1241"/>
              <a:chExt cx="341" cy="244"/>
            </a:xfrm>
          </p:grpSpPr>
          <p:grpSp>
            <p:nvGrpSpPr>
              <p:cNvPr id="86034" name="Group 105">
                <a:extLst>
                  <a:ext uri="{FF2B5EF4-FFF2-40B4-BE49-F238E27FC236}">
                    <a16:creationId xmlns:a16="http://schemas.microsoft.com/office/drawing/2014/main" id="{B6CEFE20-1A9E-40D2-A5FB-96A6AF5251E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H="1">
                <a:off x="1950" y="1242"/>
                <a:ext cx="141" cy="243"/>
                <a:chOff x="1039" y="1647"/>
                <a:chExt cx="141" cy="270"/>
              </a:xfrm>
            </p:grpSpPr>
            <p:sp>
              <p:nvSpPr>
                <p:cNvPr id="86037" name="Arc 106">
                  <a:extLst>
                    <a:ext uri="{FF2B5EF4-FFF2-40B4-BE49-F238E27FC236}">
                      <a16:creationId xmlns:a16="http://schemas.microsoft.com/office/drawing/2014/main" id="{1A12D78A-88FE-4033-B04D-B84B8AB68B9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1039" y="1647"/>
                  <a:ext cx="141" cy="135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 w="28575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" panose="02020603050405020304" pitchFamily="18" charset="0"/>
                    <a:ea typeface="MS PGothic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86038" name="Arc 107">
                  <a:extLst>
                    <a:ext uri="{FF2B5EF4-FFF2-40B4-BE49-F238E27FC236}">
                      <a16:creationId xmlns:a16="http://schemas.microsoft.com/office/drawing/2014/main" id="{F770173E-7A4B-4909-A7B6-CB02AFF9EBE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 flipV="1">
                  <a:off x="1039" y="1782"/>
                  <a:ext cx="141" cy="135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 w="28575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" panose="02020603050405020304" pitchFamily="18" charset="0"/>
                    <a:ea typeface="MS PGothic" panose="020B0600070205080204" pitchFamily="34" charset="-128"/>
                    <a:cs typeface="+mn-cs"/>
                  </a:endParaRPr>
                </a:p>
              </p:txBody>
            </p:sp>
          </p:grpSp>
          <p:sp>
            <p:nvSpPr>
              <p:cNvPr id="86035" name="Line 108">
                <a:extLst>
                  <a:ext uri="{FF2B5EF4-FFF2-40B4-BE49-F238E27FC236}">
                    <a16:creationId xmlns:a16="http://schemas.microsoft.com/office/drawing/2014/main" id="{1A1BAAB2-92A5-481C-9C21-4889AA28996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1750" y="1241"/>
                <a:ext cx="200" cy="1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86036" name="Line 109">
                <a:extLst>
                  <a:ext uri="{FF2B5EF4-FFF2-40B4-BE49-F238E27FC236}">
                    <a16:creationId xmlns:a16="http://schemas.microsoft.com/office/drawing/2014/main" id="{DDEB2A34-E3B2-42EA-BC11-381E58FB22C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1753" y="1483"/>
                <a:ext cx="200" cy="1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</p:grpSp>
        <p:grpSp>
          <p:nvGrpSpPr>
            <p:cNvPr id="86028" name="Group 110">
              <a:extLst>
                <a:ext uri="{FF2B5EF4-FFF2-40B4-BE49-F238E27FC236}">
                  <a16:creationId xmlns:a16="http://schemas.microsoft.com/office/drawing/2014/main" id="{F98C77DA-AC9F-4E22-86FA-B772F0F5CA26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4641850" y="2224088"/>
              <a:ext cx="541338" cy="387350"/>
              <a:chOff x="1750" y="1241"/>
              <a:chExt cx="341" cy="244"/>
            </a:xfrm>
          </p:grpSpPr>
          <p:grpSp>
            <p:nvGrpSpPr>
              <p:cNvPr id="86029" name="Group 111">
                <a:extLst>
                  <a:ext uri="{FF2B5EF4-FFF2-40B4-BE49-F238E27FC236}">
                    <a16:creationId xmlns:a16="http://schemas.microsoft.com/office/drawing/2014/main" id="{A9249A00-2FCE-4D65-8A5C-CA1533FC2C9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H="1">
                <a:off x="1950" y="1242"/>
                <a:ext cx="141" cy="243"/>
                <a:chOff x="1039" y="1647"/>
                <a:chExt cx="141" cy="270"/>
              </a:xfrm>
            </p:grpSpPr>
            <p:sp>
              <p:nvSpPr>
                <p:cNvPr id="86032" name="Arc 112">
                  <a:extLst>
                    <a:ext uri="{FF2B5EF4-FFF2-40B4-BE49-F238E27FC236}">
                      <a16:creationId xmlns:a16="http://schemas.microsoft.com/office/drawing/2014/main" id="{DC941038-F19F-4DE8-B529-D36B6417783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1039" y="1647"/>
                  <a:ext cx="141" cy="135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 w="28575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" panose="02020603050405020304" pitchFamily="18" charset="0"/>
                    <a:ea typeface="MS PGothic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86033" name="Arc 113">
                  <a:extLst>
                    <a:ext uri="{FF2B5EF4-FFF2-40B4-BE49-F238E27FC236}">
                      <a16:creationId xmlns:a16="http://schemas.microsoft.com/office/drawing/2014/main" id="{F35CF3F9-4481-4C5F-AE86-A3D366AF59C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 flipV="1">
                  <a:off x="1039" y="1782"/>
                  <a:ext cx="141" cy="135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 w="28575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" panose="02020603050405020304" pitchFamily="18" charset="0"/>
                    <a:ea typeface="MS PGothic" panose="020B0600070205080204" pitchFamily="34" charset="-128"/>
                    <a:cs typeface="+mn-cs"/>
                  </a:endParaRPr>
                </a:p>
              </p:txBody>
            </p:sp>
          </p:grpSp>
          <p:sp>
            <p:nvSpPr>
              <p:cNvPr id="86030" name="Line 114">
                <a:extLst>
                  <a:ext uri="{FF2B5EF4-FFF2-40B4-BE49-F238E27FC236}">
                    <a16:creationId xmlns:a16="http://schemas.microsoft.com/office/drawing/2014/main" id="{36A231DA-86BF-4FC1-B338-B6D30434D88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1750" y="1241"/>
                <a:ext cx="200" cy="1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86031" name="Line 115">
                <a:extLst>
                  <a:ext uri="{FF2B5EF4-FFF2-40B4-BE49-F238E27FC236}">
                    <a16:creationId xmlns:a16="http://schemas.microsoft.com/office/drawing/2014/main" id="{5C2F4F76-B649-47DE-A115-4DDD09F4C0D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1753" y="1483"/>
                <a:ext cx="200" cy="1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</p:grpSp>
      </p:grp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1" name="Title 1">
            <a:extLst>
              <a:ext uri="{FF2B5EF4-FFF2-40B4-BE49-F238E27FC236}">
                <a16:creationId xmlns:a16="http://schemas.microsoft.com/office/drawing/2014/main" id="{C98304C7-E4F4-4685-944B-CAB0D3431D8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20638"/>
            <a:ext cx="9144000" cy="685800"/>
          </a:xfrm>
        </p:spPr>
        <p:txBody>
          <a:bodyPr/>
          <a:lstStyle/>
          <a:p>
            <a:r>
              <a:rPr lang="en-US" altLang="en-US"/>
              <a:t>These are valid groupings</a:t>
            </a:r>
          </a:p>
        </p:txBody>
      </p:sp>
      <p:pic>
        <p:nvPicPr>
          <p:cNvPr id="87042" name="Picture 26" descr="Screen shot 2013-09-23 at 3.02.25 PM.png">
            <a:extLst>
              <a:ext uri="{FF2B5EF4-FFF2-40B4-BE49-F238E27FC236}">
                <a16:creationId xmlns:a16="http://schemas.microsoft.com/office/drawing/2014/main" id="{77FDBD1E-39B1-4940-BAB5-19EE7F6B8C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4838" y="1331913"/>
            <a:ext cx="2819400" cy="181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7043" name="Picture 26" descr="Screen shot 2013-09-23 at 3.02.25 PM.png">
            <a:extLst>
              <a:ext uri="{FF2B5EF4-FFF2-40B4-BE49-F238E27FC236}">
                <a16:creationId xmlns:a16="http://schemas.microsoft.com/office/drawing/2014/main" id="{7455F7B5-3502-465B-846E-8CD6C64A8B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5400" y="1333500"/>
            <a:ext cx="2819400" cy="181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7044" name="Picture 26" descr="Screen shot 2013-09-23 at 3.02.25 PM.png">
            <a:extLst>
              <a:ext uri="{FF2B5EF4-FFF2-40B4-BE49-F238E27FC236}">
                <a16:creationId xmlns:a16="http://schemas.microsoft.com/office/drawing/2014/main" id="{CDB51D7C-075D-442A-B85A-C2BCCE0F1D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788" y="4048125"/>
            <a:ext cx="2819400" cy="181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7045" name="Picture 26" descr="Screen shot 2013-09-23 at 3.02.25 PM.png">
            <a:extLst>
              <a:ext uri="{FF2B5EF4-FFF2-40B4-BE49-F238E27FC236}">
                <a16:creationId xmlns:a16="http://schemas.microsoft.com/office/drawing/2014/main" id="{30227C91-B95C-431A-AB91-289BAC9A51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6350" y="4011613"/>
            <a:ext cx="2819400" cy="181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7046" name="Freeform 50">
            <a:extLst>
              <a:ext uri="{FF2B5EF4-FFF2-40B4-BE49-F238E27FC236}">
                <a16:creationId xmlns:a16="http://schemas.microsoft.com/office/drawing/2014/main" id="{D7445E0E-336C-40D3-95EB-2314EA794D5A}"/>
              </a:ext>
            </a:extLst>
          </p:cNvPr>
          <p:cNvSpPr>
            <a:spLocks/>
          </p:cNvSpPr>
          <p:nvPr/>
        </p:nvSpPr>
        <p:spPr bwMode="auto">
          <a:xfrm>
            <a:off x="1282700" y="2603500"/>
            <a:ext cx="919163" cy="381000"/>
          </a:xfrm>
          <a:custGeom>
            <a:avLst/>
            <a:gdLst>
              <a:gd name="T0" fmla="*/ 0 w 1249"/>
              <a:gd name="T1" fmla="*/ 2147483646 h 545"/>
              <a:gd name="T2" fmla="*/ 2147483646 w 1249"/>
              <a:gd name="T3" fmla="*/ 2147483646 h 545"/>
              <a:gd name="T4" fmla="*/ 2147483646 w 1249"/>
              <a:gd name="T5" fmla="*/ 2147483646 h 545"/>
              <a:gd name="T6" fmla="*/ 2147483646 w 1249"/>
              <a:gd name="T7" fmla="*/ 2147483646 h 545"/>
              <a:gd name="T8" fmla="*/ 2147483646 w 1249"/>
              <a:gd name="T9" fmla="*/ 2147483646 h 545"/>
              <a:gd name="T10" fmla="*/ 2147483646 w 1249"/>
              <a:gd name="T11" fmla="*/ 2147483646 h 545"/>
              <a:gd name="T12" fmla="*/ 2147483646 w 1249"/>
              <a:gd name="T13" fmla="*/ 2147483646 h 545"/>
              <a:gd name="T14" fmla="*/ 2147483646 w 1249"/>
              <a:gd name="T15" fmla="*/ 2147483646 h 545"/>
              <a:gd name="T16" fmla="*/ 2147483646 w 1249"/>
              <a:gd name="T17" fmla="*/ 2147483646 h 545"/>
              <a:gd name="T18" fmla="*/ 2147483646 w 1249"/>
              <a:gd name="T19" fmla="*/ 2147483646 h 545"/>
              <a:gd name="T20" fmla="*/ 2147483646 w 1249"/>
              <a:gd name="T21" fmla="*/ 0 h 545"/>
              <a:gd name="T22" fmla="*/ 2147483646 w 1249"/>
              <a:gd name="T23" fmla="*/ 0 h 545"/>
              <a:gd name="T24" fmla="*/ 2147483646 w 1249"/>
              <a:gd name="T25" fmla="*/ 2147483646 h 545"/>
              <a:gd name="T26" fmla="*/ 2147483646 w 1249"/>
              <a:gd name="T27" fmla="*/ 2147483646 h 545"/>
              <a:gd name="T28" fmla="*/ 2147483646 w 1249"/>
              <a:gd name="T29" fmla="*/ 2147483646 h 545"/>
              <a:gd name="T30" fmla="*/ 2147483646 w 1249"/>
              <a:gd name="T31" fmla="*/ 2147483646 h 545"/>
              <a:gd name="T32" fmla="*/ 2147483646 w 1249"/>
              <a:gd name="T33" fmla="*/ 2147483646 h 545"/>
              <a:gd name="T34" fmla="*/ 2147483646 w 1249"/>
              <a:gd name="T35" fmla="*/ 2147483646 h 545"/>
              <a:gd name="T36" fmla="*/ 2147483646 w 1249"/>
              <a:gd name="T37" fmla="*/ 2147483646 h 545"/>
              <a:gd name="T38" fmla="*/ 2147483646 w 1249"/>
              <a:gd name="T39" fmla="*/ 2147483646 h 545"/>
              <a:gd name="T40" fmla="*/ 2147483646 w 1249"/>
              <a:gd name="T41" fmla="*/ 2147483646 h 545"/>
              <a:gd name="T42" fmla="*/ 2147483646 w 1249"/>
              <a:gd name="T43" fmla="*/ 2147483646 h 545"/>
              <a:gd name="T44" fmla="*/ 2147483646 w 1249"/>
              <a:gd name="T45" fmla="*/ 2147483646 h 545"/>
              <a:gd name="T46" fmla="*/ 2147483646 w 1249"/>
              <a:gd name="T47" fmla="*/ 2147483646 h 545"/>
              <a:gd name="T48" fmla="*/ 2147483646 w 1249"/>
              <a:gd name="T49" fmla="*/ 2147483646 h 545"/>
              <a:gd name="T50" fmla="*/ 2147483646 w 1249"/>
              <a:gd name="T51" fmla="*/ 2147483646 h 545"/>
              <a:gd name="T52" fmla="*/ 2147483646 w 1249"/>
              <a:gd name="T53" fmla="*/ 2147483646 h 545"/>
              <a:gd name="T54" fmla="*/ 2147483646 w 1249"/>
              <a:gd name="T55" fmla="*/ 2147483646 h 545"/>
              <a:gd name="T56" fmla="*/ 2147483646 w 1249"/>
              <a:gd name="T57" fmla="*/ 2147483646 h 545"/>
              <a:gd name="T58" fmla="*/ 2147483646 w 1249"/>
              <a:gd name="T59" fmla="*/ 2147483646 h 545"/>
              <a:gd name="T60" fmla="*/ 2147483646 w 1249"/>
              <a:gd name="T61" fmla="*/ 2147483646 h 545"/>
              <a:gd name="T62" fmla="*/ 2147483646 w 1249"/>
              <a:gd name="T63" fmla="*/ 2147483646 h 545"/>
              <a:gd name="T64" fmla="*/ 2147483646 w 1249"/>
              <a:gd name="T65" fmla="*/ 2147483646 h 545"/>
              <a:gd name="T66" fmla="*/ 2147483646 w 1249"/>
              <a:gd name="T67" fmla="*/ 2147483646 h 545"/>
              <a:gd name="T68" fmla="*/ 2147483646 w 1249"/>
              <a:gd name="T69" fmla="*/ 2147483646 h 545"/>
              <a:gd name="T70" fmla="*/ 2147483646 w 1249"/>
              <a:gd name="T71" fmla="*/ 2147483646 h 545"/>
              <a:gd name="T72" fmla="*/ 2147483646 w 1249"/>
              <a:gd name="T73" fmla="*/ 2147483646 h 545"/>
              <a:gd name="T74" fmla="*/ 2147483646 w 1249"/>
              <a:gd name="T75" fmla="*/ 2147483646 h 545"/>
              <a:gd name="T76" fmla="*/ 2147483646 w 1249"/>
              <a:gd name="T77" fmla="*/ 2147483646 h 545"/>
              <a:gd name="T78" fmla="*/ 2147483646 w 1249"/>
              <a:gd name="T79" fmla="*/ 2147483646 h 545"/>
              <a:gd name="T80" fmla="*/ 2147483646 w 1249"/>
              <a:gd name="T81" fmla="*/ 2147483646 h 545"/>
              <a:gd name="T82" fmla="*/ 2147483646 w 1249"/>
              <a:gd name="T83" fmla="*/ 2147483646 h 545"/>
              <a:gd name="T84" fmla="*/ 2147483646 w 1249"/>
              <a:gd name="T85" fmla="*/ 2147483646 h 545"/>
              <a:gd name="T86" fmla="*/ 2147483646 w 1249"/>
              <a:gd name="T87" fmla="*/ 2147483646 h 545"/>
              <a:gd name="T88" fmla="*/ 0 w 1249"/>
              <a:gd name="T89" fmla="*/ 2147483646 h 545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</a:gdLst>
            <a:ahLst/>
            <a:cxnLst>
              <a:cxn ang="T90">
                <a:pos x="T0" y="T1"/>
              </a:cxn>
              <a:cxn ang="T91">
                <a:pos x="T2" y="T3"/>
              </a:cxn>
              <a:cxn ang="T92">
                <a:pos x="T4" y="T5"/>
              </a:cxn>
              <a:cxn ang="T93">
                <a:pos x="T6" y="T7"/>
              </a:cxn>
              <a:cxn ang="T94">
                <a:pos x="T8" y="T9"/>
              </a:cxn>
              <a:cxn ang="T95">
                <a:pos x="T10" y="T11"/>
              </a:cxn>
              <a:cxn ang="T96">
                <a:pos x="T12" y="T13"/>
              </a:cxn>
              <a:cxn ang="T97">
                <a:pos x="T14" y="T15"/>
              </a:cxn>
              <a:cxn ang="T98">
                <a:pos x="T16" y="T17"/>
              </a:cxn>
              <a:cxn ang="T99">
                <a:pos x="T18" y="T19"/>
              </a:cxn>
              <a:cxn ang="T100">
                <a:pos x="T20" y="T21"/>
              </a:cxn>
              <a:cxn ang="T101">
                <a:pos x="T22" y="T23"/>
              </a:cxn>
              <a:cxn ang="T102">
                <a:pos x="T24" y="T25"/>
              </a:cxn>
              <a:cxn ang="T103">
                <a:pos x="T26" y="T27"/>
              </a:cxn>
              <a:cxn ang="T104">
                <a:pos x="T28" y="T29"/>
              </a:cxn>
              <a:cxn ang="T105">
                <a:pos x="T30" y="T31"/>
              </a:cxn>
              <a:cxn ang="T106">
                <a:pos x="T32" y="T33"/>
              </a:cxn>
              <a:cxn ang="T107">
                <a:pos x="T34" y="T35"/>
              </a:cxn>
              <a:cxn ang="T108">
                <a:pos x="T36" y="T37"/>
              </a:cxn>
              <a:cxn ang="T109">
                <a:pos x="T38" y="T39"/>
              </a:cxn>
              <a:cxn ang="T110">
                <a:pos x="T40" y="T41"/>
              </a:cxn>
              <a:cxn ang="T111">
                <a:pos x="T42" y="T43"/>
              </a:cxn>
              <a:cxn ang="T112">
                <a:pos x="T44" y="T45"/>
              </a:cxn>
              <a:cxn ang="T113">
                <a:pos x="T46" y="T47"/>
              </a:cxn>
              <a:cxn ang="T114">
                <a:pos x="T48" y="T49"/>
              </a:cxn>
              <a:cxn ang="T115">
                <a:pos x="T50" y="T51"/>
              </a:cxn>
              <a:cxn ang="T116">
                <a:pos x="T52" y="T53"/>
              </a:cxn>
              <a:cxn ang="T117">
                <a:pos x="T54" y="T55"/>
              </a:cxn>
              <a:cxn ang="T118">
                <a:pos x="T56" y="T57"/>
              </a:cxn>
              <a:cxn ang="T119">
                <a:pos x="T58" y="T59"/>
              </a:cxn>
              <a:cxn ang="T120">
                <a:pos x="T60" y="T61"/>
              </a:cxn>
              <a:cxn ang="T121">
                <a:pos x="T62" y="T63"/>
              </a:cxn>
              <a:cxn ang="T122">
                <a:pos x="T64" y="T65"/>
              </a:cxn>
              <a:cxn ang="T123">
                <a:pos x="T66" y="T67"/>
              </a:cxn>
              <a:cxn ang="T124">
                <a:pos x="T68" y="T69"/>
              </a:cxn>
              <a:cxn ang="T125">
                <a:pos x="T70" y="T71"/>
              </a:cxn>
              <a:cxn ang="T126">
                <a:pos x="T72" y="T73"/>
              </a:cxn>
              <a:cxn ang="T127">
                <a:pos x="T74" y="T75"/>
              </a:cxn>
              <a:cxn ang="T128">
                <a:pos x="T76" y="T77"/>
              </a:cxn>
              <a:cxn ang="T129">
                <a:pos x="T78" y="T79"/>
              </a:cxn>
              <a:cxn ang="T130">
                <a:pos x="T80" y="T81"/>
              </a:cxn>
              <a:cxn ang="T131">
                <a:pos x="T82" y="T83"/>
              </a:cxn>
              <a:cxn ang="T132">
                <a:pos x="T84" y="T85"/>
              </a:cxn>
              <a:cxn ang="T133">
                <a:pos x="T86" y="T87"/>
              </a:cxn>
              <a:cxn ang="T134">
                <a:pos x="T88" y="T89"/>
              </a:cxn>
            </a:cxnLst>
            <a:rect l="0" t="0" r="r" b="b"/>
            <a:pathLst>
              <a:path w="1249" h="545">
                <a:moveTo>
                  <a:pt x="0" y="271"/>
                </a:moveTo>
                <a:lnTo>
                  <a:pt x="0" y="272"/>
                </a:lnTo>
                <a:lnTo>
                  <a:pt x="0" y="258"/>
                </a:lnTo>
                <a:lnTo>
                  <a:pt x="2" y="244"/>
                </a:lnTo>
                <a:lnTo>
                  <a:pt x="3" y="231"/>
                </a:lnTo>
                <a:lnTo>
                  <a:pt x="5" y="218"/>
                </a:lnTo>
                <a:lnTo>
                  <a:pt x="8" y="204"/>
                </a:lnTo>
                <a:lnTo>
                  <a:pt x="13" y="191"/>
                </a:lnTo>
                <a:lnTo>
                  <a:pt x="16" y="178"/>
                </a:lnTo>
                <a:lnTo>
                  <a:pt x="21" y="167"/>
                </a:lnTo>
                <a:lnTo>
                  <a:pt x="27" y="154"/>
                </a:lnTo>
                <a:lnTo>
                  <a:pt x="32" y="143"/>
                </a:lnTo>
                <a:lnTo>
                  <a:pt x="40" y="132"/>
                </a:lnTo>
                <a:lnTo>
                  <a:pt x="47" y="120"/>
                </a:lnTo>
                <a:lnTo>
                  <a:pt x="55" y="109"/>
                </a:lnTo>
                <a:lnTo>
                  <a:pt x="63" y="100"/>
                </a:lnTo>
                <a:lnTo>
                  <a:pt x="71" y="88"/>
                </a:lnTo>
                <a:lnTo>
                  <a:pt x="80" y="79"/>
                </a:lnTo>
                <a:lnTo>
                  <a:pt x="90" y="71"/>
                </a:lnTo>
                <a:lnTo>
                  <a:pt x="99" y="63"/>
                </a:lnTo>
                <a:lnTo>
                  <a:pt x="109" y="53"/>
                </a:lnTo>
                <a:lnTo>
                  <a:pt x="120" y="47"/>
                </a:lnTo>
                <a:lnTo>
                  <a:pt x="131" y="39"/>
                </a:lnTo>
                <a:lnTo>
                  <a:pt x="143" y="32"/>
                </a:lnTo>
                <a:lnTo>
                  <a:pt x="154" y="26"/>
                </a:lnTo>
                <a:lnTo>
                  <a:pt x="167" y="21"/>
                </a:lnTo>
                <a:lnTo>
                  <a:pt x="179" y="16"/>
                </a:lnTo>
                <a:lnTo>
                  <a:pt x="191" y="12"/>
                </a:lnTo>
                <a:lnTo>
                  <a:pt x="205" y="8"/>
                </a:lnTo>
                <a:lnTo>
                  <a:pt x="218" y="5"/>
                </a:lnTo>
                <a:lnTo>
                  <a:pt x="231" y="4"/>
                </a:lnTo>
                <a:lnTo>
                  <a:pt x="245" y="2"/>
                </a:lnTo>
                <a:lnTo>
                  <a:pt x="258" y="0"/>
                </a:lnTo>
                <a:lnTo>
                  <a:pt x="272" y="0"/>
                </a:lnTo>
                <a:lnTo>
                  <a:pt x="977" y="0"/>
                </a:lnTo>
                <a:lnTo>
                  <a:pt x="989" y="0"/>
                </a:lnTo>
                <a:lnTo>
                  <a:pt x="1004" y="2"/>
                </a:lnTo>
                <a:lnTo>
                  <a:pt x="1018" y="4"/>
                </a:lnTo>
                <a:lnTo>
                  <a:pt x="1031" y="5"/>
                </a:lnTo>
                <a:lnTo>
                  <a:pt x="1044" y="8"/>
                </a:lnTo>
                <a:lnTo>
                  <a:pt x="1057" y="12"/>
                </a:lnTo>
                <a:lnTo>
                  <a:pt x="1069" y="16"/>
                </a:lnTo>
                <a:lnTo>
                  <a:pt x="1082" y="21"/>
                </a:lnTo>
                <a:lnTo>
                  <a:pt x="1093" y="26"/>
                </a:lnTo>
                <a:lnTo>
                  <a:pt x="1106" y="32"/>
                </a:lnTo>
                <a:lnTo>
                  <a:pt x="1117" y="39"/>
                </a:lnTo>
                <a:lnTo>
                  <a:pt x="1129" y="47"/>
                </a:lnTo>
                <a:lnTo>
                  <a:pt x="1140" y="53"/>
                </a:lnTo>
                <a:lnTo>
                  <a:pt x="1149" y="63"/>
                </a:lnTo>
                <a:lnTo>
                  <a:pt x="1159" y="71"/>
                </a:lnTo>
                <a:lnTo>
                  <a:pt x="1169" y="79"/>
                </a:lnTo>
                <a:lnTo>
                  <a:pt x="1178" y="88"/>
                </a:lnTo>
                <a:lnTo>
                  <a:pt x="1186" y="100"/>
                </a:lnTo>
                <a:lnTo>
                  <a:pt x="1194" y="109"/>
                </a:lnTo>
                <a:lnTo>
                  <a:pt x="1202" y="120"/>
                </a:lnTo>
                <a:lnTo>
                  <a:pt x="1209" y="132"/>
                </a:lnTo>
                <a:lnTo>
                  <a:pt x="1215" y="143"/>
                </a:lnTo>
                <a:lnTo>
                  <a:pt x="1221" y="154"/>
                </a:lnTo>
                <a:lnTo>
                  <a:pt x="1228" y="167"/>
                </a:lnTo>
                <a:lnTo>
                  <a:pt x="1233" y="178"/>
                </a:lnTo>
                <a:lnTo>
                  <a:pt x="1236" y="191"/>
                </a:lnTo>
                <a:lnTo>
                  <a:pt x="1241" y="204"/>
                </a:lnTo>
                <a:lnTo>
                  <a:pt x="1242" y="218"/>
                </a:lnTo>
                <a:lnTo>
                  <a:pt x="1246" y="231"/>
                </a:lnTo>
                <a:lnTo>
                  <a:pt x="1247" y="244"/>
                </a:lnTo>
                <a:lnTo>
                  <a:pt x="1249" y="258"/>
                </a:lnTo>
                <a:lnTo>
                  <a:pt x="1249" y="272"/>
                </a:lnTo>
                <a:lnTo>
                  <a:pt x="1249" y="271"/>
                </a:lnTo>
                <a:lnTo>
                  <a:pt x="1249" y="285"/>
                </a:lnTo>
                <a:lnTo>
                  <a:pt x="1247" y="300"/>
                </a:lnTo>
                <a:lnTo>
                  <a:pt x="1246" y="312"/>
                </a:lnTo>
                <a:lnTo>
                  <a:pt x="1242" y="327"/>
                </a:lnTo>
                <a:lnTo>
                  <a:pt x="1241" y="340"/>
                </a:lnTo>
                <a:lnTo>
                  <a:pt x="1236" y="353"/>
                </a:lnTo>
                <a:lnTo>
                  <a:pt x="1233" y="365"/>
                </a:lnTo>
                <a:lnTo>
                  <a:pt x="1228" y="378"/>
                </a:lnTo>
                <a:lnTo>
                  <a:pt x="1221" y="389"/>
                </a:lnTo>
                <a:lnTo>
                  <a:pt x="1215" y="402"/>
                </a:lnTo>
                <a:lnTo>
                  <a:pt x="1209" y="413"/>
                </a:lnTo>
                <a:lnTo>
                  <a:pt x="1202" y="425"/>
                </a:lnTo>
                <a:lnTo>
                  <a:pt x="1194" y="434"/>
                </a:lnTo>
                <a:lnTo>
                  <a:pt x="1186" y="445"/>
                </a:lnTo>
                <a:lnTo>
                  <a:pt x="1178" y="455"/>
                </a:lnTo>
                <a:lnTo>
                  <a:pt x="1169" y="465"/>
                </a:lnTo>
                <a:lnTo>
                  <a:pt x="1159" y="473"/>
                </a:lnTo>
                <a:lnTo>
                  <a:pt x="1149" y="482"/>
                </a:lnTo>
                <a:lnTo>
                  <a:pt x="1140" y="490"/>
                </a:lnTo>
                <a:lnTo>
                  <a:pt x="1129" y="498"/>
                </a:lnTo>
                <a:lnTo>
                  <a:pt x="1117" y="505"/>
                </a:lnTo>
                <a:lnTo>
                  <a:pt x="1106" y="511"/>
                </a:lnTo>
                <a:lnTo>
                  <a:pt x="1093" y="517"/>
                </a:lnTo>
                <a:lnTo>
                  <a:pt x="1082" y="522"/>
                </a:lnTo>
                <a:lnTo>
                  <a:pt x="1069" y="527"/>
                </a:lnTo>
                <a:lnTo>
                  <a:pt x="1057" y="532"/>
                </a:lnTo>
                <a:lnTo>
                  <a:pt x="1044" y="535"/>
                </a:lnTo>
                <a:lnTo>
                  <a:pt x="1031" y="538"/>
                </a:lnTo>
                <a:lnTo>
                  <a:pt x="1018" y="541"/>
                </a:lnTo>
                <a:lnTo>
                  <a:pt x="1004" y="543"/>
                </a:lnTo>
                <a:lnTo>
                  <a:pt x="989" y="543"/>
                </a:lnTo>
                <a:lnTo>
                  <a:pt x="977" y="545"/>
                </a:lnTo>
                <a:lnTo>
                  <a:pt x="272" y="545"/>
                </a:lnTo>
                <a:lnTo>
                  <a:pt x="258" y="543"/>
                </a:lnTo>
                <a:lnTo>
                  <a:pt x="245" y="543"/>
                </a:lnTo>
                <a:lnTo>
                  <a:pt x="231" y="541"/>
                </a:lnTo>
                <a:lnTo>
                  <a:pt x="218" y="538"/>
                </a:lnTo>
                <a:lnTo>
                  <a:pt x="205" y="535"/>
                </a:lnTo>
                <a:lnTo>
                  <a:pt x="191" y="532"/>
                </a:lnTo>
                <a:lnTo>
                  <a:pt x="179" y="527"/>
                </a:lnTo>
                <a:lnTo>
                  <a:pt x="167" y="522"/>
                </a:lnTo>
                <a:lnTo>
                  <a:pt x="154" y="517"/>
                </a:lnTo>
                <a:lnTo>
                  <a:pt x="143" y="511"/>
                </a:lnTo>
                <a:lnTo>
                  <a:pt x="131" y="505"/>
                </a:lnTo>
                <a:lnTo>
                  <a:pt x="120" y="498"/>
                </a:lnTo>
                <a:lnTo>
                  <a:pt x="109" y="490"/>
                </a:lnTo>
                <a:lnTo>
                  <a:pt x="99" y="482"/>
                </a:lnTo>
                <a:lnTo>
                  <a:pt x="90" y="473"/>
                </a:lnTo>
                <a:lnTo>
                  <a:pt x="80" y="465"/>
                </a:lnTo>
                <a:lnTo>
                  <a:pt x="71" y="455"/>
                </a:lnTo>
                <a:lnTo>
                  <a:pt x="63" y="445"/>
                </a:lnTo>
                <a:lnTo>
                  <a:pt x="55" y="434"/>
                </a:lnTo>
                <a:lnTo>
                  <a:pt x="47" y="425"/>
                </a:lnTo>
                <a:lnTo>
                  <a:pt x="40" y="413"/>
                </a:lnTo>
                <a:lnTo>
                  <a:pt x="32" y="402"/>
                </a:lnTo>
                <a:lnTo>
                  <a:pt x="27" y="389"/>
                </a:lnTo>
                <a:lnTo>
                  <a:pt x="21" y="378"/>
                </a:lnTo>
                <a:lnTo>
                  <a:pt x="16" y="365"/>
                </a:lnTo>
                <a:lnTo>
                  <a:pt x="13" y="353"/>
                </a:lnTo>
                <a:lnTo>
                  <a:pt x="8" y="340"/>
                </a:lnTo>
                <a:lnTo>
                  <a:pt x="5" y="327"/>
                </a:lnTo>
                <a:lnTo>
                  <a:pt x="3" y="312"/>
                </a:lnTo>
                <a:lnTo>
                  <a:pt x="2" y="300"/>
                </a:lnTo>
                <a:lnTo>
                  <a:pt x="0" y="285"/>
                </a:lnTo>
                <a:lnTo>
                  <a:pt x="0" y="271"/>
                </a:lnTo>
                <a:close/>
              </a:path>
            </a:pathLst>
          </a:custGeom>
          <a:noFill/>
          <a:ln w="23813">
            <a:solidFill>
              <a:srgbClr val="FF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87047" name="Freeform 50">
            <a:extLst>
              <a:ext uri="{FF2B5EF4-FFF2-40B4-BE49-F238E27FC236}">
                <a16:creationId xmlns:a16="http://schemas.microsoft.com/office/drawing/2014/main" id="{77F6C525-01B6-4234-BB0B-5B086F2A3690}"/>
              </a:ext>
            </a:extLst>
          </p:cNvPr>
          <p:cNvSpPr>
            <a:spLocks/>
          </p:cNvSpPr>
          <p:nvPr/>
        </p:nvSpPr>
        <p:spPr bwMode="auto">
          <a:xfrm>
            <a:off x="6319838" y="2616200"/>
            <a:ext cx="919162" cy="381000"/>
          </a:xfrm>
          <a:custGeom>
            <a:avLst/>
            <a:gdLst>
              <a:gd name="T0" fmla="*/ 0 w 1249"/>
              <a:gd name="T1" fmla="*/ 2147483646 h 545"/>
              <a:gd name="T2" fmla="*/ 2147483646 w 1249"/>
              <a:gd name="T3" fmla="*/ 2147483646 h 545"/>
              <a:gd name="T4" fmla="*/ 2147483646 w 1249"/>
              <a:gd name="T5" fmla="*/ 2147483646 h 545"/>
              <a:gd name="T6" fmla="*/ 2147483646 w 1249"/>
              <a:gd name="T7" fmla="*/ 2147483646 h 545"/>
              <a:gd name="T8" fmla="*/ 2147483646 w 1249"/>
              <a:gd name="T9" fmla="*/ 2147483646 h 545"/>
              <a:gd name="T10" fmla="*/ 2147483646 w 1249"/>
              <a:gd name="T11" fmla="*/ 2147483646 h 545"/>
              <a:gd name="T12" fmla="*/ 2147483646 w 1249"/>
              <a:gd name="T13" fmla="*/ 2147483646 h 545"/>
              <a:gd name="T14" fmla="*/ 2147483646 w 1249"/>
              <a:gd name="T15" fmla="*/ 2147483646 h 545"/>
              <a:gd name="T16" fmla="*/ 2147483646 w 1249"/>
              <a:gd name="T17" fmla="*/ 2147483646 h 545"/>
              <a:gd name="T18" fmla="*/ 2147483646 w 1249"/>
              <a:gd name="T19" fmla="*/ 2147483646 h 545"/>
              <a:gd name="T20" fmla="*/ 2147483646 w 1249"/>
              <a:gd name="T21" fmla="*/ 0 h 545"/>
              <a:gd name="T22" fmla="*/ 2147483646 w 1249"/>
              <a:gd name="T23" fmla="*/ 0 h 545"/>
              <a:gd name="T24" fmla="*/ 2147483646 w 1249"/>
              <a:gd name="T25" fmla="*/ 2147483646 h 545"/>
              <a:gd name="T26" fmla="*/ 2147483646 w 1249"/>
              <a:gd name="T27" fmla="*/ 2147483646 h 545"/>
              <a:gd name="T28" fmla="*/ 2147483646 w 1249"/>
              <a:gd name="T29" fmla="*/ 2147483646 h 545"/>
              <a:gd name="T30" fmla="*/ 2147483646 w 1249"/>
              <a:gd name="T31" fmla="*/ 2147483646 h 545"/>
              <a:gd name="T32" fmla="*/ 2147483646 w 1249"/>
              <a:gd name="T33" fmla="*/ 2147483646 h 545"/>
              <a:gd name="T34" fmla="*/ 2147483646 w 1249"/>
              <a:gd name="T35" fmla="*/ 2147483646 h 545"/>
              <a:gd name="T36" fmla="*/ 2147483646 w 1249"/>
              <a:gd name="T37" fmla="*/ 2147483646 h 545"/>
              <a:gd name="T38" fmla="*/ 2147483646 w 1249"/>
              <a:gd name="T39" fmla="*/ 2147483646 h 545"/>
              <a:gd name="T40" fmla="*/ 2147483646 w 1249"/>
              <a:gd name="T41" fmla="*/ 2147483646 h 545"/>
              <a:gd name="T42" fmla="*/ 2147483646 w 1249"/>
              <a:gd name="T43" fmla="*/ 2147483646 h 545"/>
              <a:gd name="T44" fmla="*/ 2147483646 w 1249"/>
              <a:gd name="T45" fmla="*/ 2147483646 h 545"/>
              <a:gd name="T46" fmla="*/ 2147483646 w 1249"/>
              <a:gd name="T47" fmla="*/ 2147483646 h 545"/>
              <a:gd name="T48" fmla="*/ 2147483646 w 1249"/>
              <a:gd name="T49" fmla="*/ 2147483646 h 545"/>
              <a:gd name="T50" fmla="*/ 2147483646 w 1249"/>
              <a:gd name="T51" fmla="*/ 2147483646 h 545"/>
              <a:gd name="T52" fmla="*/ 2147483646 w 1249"/>
              <a:gd name="T53" fmla="*/ 2147483646 h 545"/>
              <a:gd name="T54" fmla="*/ 2147483646 w 1249"/>
              <a:gd name="T55" fmla="*/ 2147483646 h 545"/>
              <a:gd name="T56" fmla="*/ 2147483646 w 1249"/>
              <a:gd name="T57" fmla="*/ 2147483646 h 545"/>
              <a:gd name="T58" fmla="*/ 2147483646 w 1249"/>
              <a:gd name="T59" fmla="*/ 2147483646 h 545"/>
              <a:gd name="T60" fmla="*/ 2147483646 w 1249"/>
              <a:gd name="T61" fmla="*/ 2147483646 h 545"/>
              <a:gd name="T62" fmla="*/ 2147483646 w 1249"/>
              <a:gd name="T63" fmla="*/ 2147483646 h 545"/>
              <a:gd name="T64" fmla="*/ 2147483646 w 1249"/>
              <a:gd name="T65" fmla="*/ 2147483646 h 545"/>
              <a:gd name="T66" fmla="*/ 2147483646 w 1249"/>
              <a:gd name="T67" fmla="*/ 2147483646 h 545"/>
              <a:gd name="T68" fmla="*/ 2147483646 w 1249"/>
              <a:gd name="T69" fmla="*/ 2147483646 h 545"/>
              <a:gd name="T70" fmla="*/ 2147483646 w 1249"/>
              <a:gd name="T71" fmla="*/ 2147483646 h 545"/>
              <a:gd name="T72" fmla="*/ 2147483646 w 1249"/>
              <a:gd name="T73" fmla="*/ 2147483646 h 545"/>
              <a:gd name="T74" fmla="*/ 2147483646 w 1249"/>
              <a:gd name="T75" fmla="*/ 2147483646 h 545"/>
              <a:gd name="T76" fmla="*/ 2147483646 w 1249"/>
              <a:gd name="T77" fmla="*/ 2147483646 h 545"/>
              <a:gd name="T78" fmla="*/ 2147483646 w 1249"/>
              <a:gd name="T79" fmla="*/ 2147483646 h 545"/>
              <a:gd name="T80" fmla="*/ 2147483646 w 1249"/>
              <a:gd name="T81" fmla="*/ 2147483646 h 545"/>
              <a:gd name="T82" fmla="*/ 2147483646 w 1249"/>
              <a:gd name="T83" fmla="*/ 2147483646 h 545"/>
              <a:gd name="T84" fmla="*/ 2147483646 w 1249"/>
              <a:gd name="T85" fmla="*/ 2147483646 h 545"/>
              <a:gd name="T86" fmla="*/ 2147483646 w 1249"/>
              <a:gd name="T87" fmla="*/ 2147483646 h 545"/>
              <a:gd name="T88" fmla="*/ 0 w 1249"/>
              <a:gd name="T89" fmla="*/ 2147483646 h 545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</a:gdLst>
            <a:ahLst/>
            <a:cxnLst>
              <a:cxn ang="T90">
                <a:pos x="T0" y="T1"/>
              </a:cxn>
              <a:cxn ang="T91">
                <a:pos x="T2" y="T3"/>
              </a:cxn>
              <a:cxn ang="T92">
                <a:pos x="T4" y="T5"/>
              </a:cxn>
              <a:cxn ang="T93">
                <a:pos x="T6" y="T7"/>
              </a:cxn>
              <a:cxn ang="T94">
                <a:pos x="T8" y="T9"/>
              </a:cxn>
              <a:cxn ang="T95">
                <a:pos x="T10" y="T11"/>
              </a:cxn>
              <a:cxn ang="T96">
                <a:pos x="T12" y="T13"/>
              </a:cxn>
              <a:cxn ang="T97">
                <a:pos x="T14" y="T15"/>
              </a:cxn>
              <a:cxn ang="T98">
                <a:pos x="T16" y="T17"/>
              </a:cxn>
              <a:cxn ang="T99">
                <a:pos x="T18" y="T19"/>
              </a:cxn>
              <a:cxn ang="T100">
                <a:pos x="T20" y="T21"/>
              </a:cxn>
              <a:cxn ang="T101">
                <a:pos x="T22" y="T23"/>
              </a:cxn>
              <a:cxn ang="T102">
                <a:pos x="T24" y="T25"/>
              </a:cxn>
              <a:cxn ang="T103">
                <a:pos x="T26" y="T27"/>
              </a:cxn>
              <a:cxn ang="T104">
                <a:pos x="T28" y="T29"/>
              </a:cxn>
              <a:cxn ang="T105">
                <a:pos x="T30" y="T31"/>
              </a:cxn>
              <a:cxn ang="T106">
                <a:pos x="T32" y="T33"/>
              </a:cxn>
              <a:cxn ang="T107">
                <a:pos x="T34" y="T35"/>
              </a:cxn>
              <a:cxn ang="T108">
                <a:pos x="T36" y="T37"/>
              </a:cxn>
              <a:cxn ang="T109">
                <a:pos x="T38" y="T39"/>
              </a:cxn>
              <a:cxn ang="T110">
                <a:pos x="T40" y="T41"/>
              </a:cxn>
              <a:cxn ang="T111">
                <a:pos x="T42" y="T43"/>
              </a:cxn>
              <a:cxn ang="T112">
                <a:pos x="T44" y="T45"/>
              </a:cxn>
              <a:cxn ang="T113">
                <a:pos x="T46" y="T47"/>
              </a:cxn>
              <a:cxn ang="T114">
                <a:pos x="T48" y="T49"/>
              </a:cxn>
              <a:cxn ang="T115">
                <a:pos x="T50" y="T51"/>
              </a:cxn>
              <a:cxn ang="T116">
                <a:pos x="T52" y="T53"/>
              </a:cxn>
              <a:cxn ang="T117">
                <a:pos x="T54" y="T55"/>
              </a:cxn>
              <a:cxn ang="T118">
                <a:pos x="T56" y="T57"/>
              </a:cxn>
              <a:cxn ang="T119">
                <a:pos x="T58" y="T59"/>
              </a:cxn>
              <a:cxn ang="T120">
                <a:pos x="T60" y="T61"/>
              </a:cxn>
              <a:cxn ang="T121">
                <a:pos x="T62" y="T63"/>
              </a:cxn>
              <a:cxn ang="T122">
                <a:pos x="T64" y="T65"/>
              </a:cxn>
              <a:cxn ang="T123">
                <a:pos x="T66" y="T67"/>
              </a:cxn>
              <a:cxn ang="T124">
                <a:pos x="T68" y="T69"/>
              </a:cxn>
              <a:cxn ang="T125">
                <a:pos x="T70" y="T71"/>
              </a:cxn>
              <a:cxn ang="T126">
                <a:pos x="T72" y="T73"/>
              </a:cxn>
              <a:cxn ang="T127">
                <a:pos x="T74" y="T75"/>
              </a:cxn>
              <a:cxn ang="T128">
                <a:pos x="T76" y="T77"/>
              </a:cxn>
              <a:cxn ang="T129">
                <a:pos x="T78" y="T79"/>
              </a:cxn>
              <a:cxn ang="T130">
                <a:pos x="T80" y="T81"/>
              </a:cxn>
              <a:cxn ang="T131">
                <a:pos x="T82" y="T83"/>
              </a:cxn>
              <a:cxn ang="T132">
                <a:pos x="T84" y="T85"/>
              </a:cxn>
              <a:cxn ang="T133">
                <a:pos x="T86" y="T87"/>
              </a:cxn>
              <a:cxn ang="T134">
                <a:pos x="T88" y="T89"/>
              </a:cxn>
            </a:cxnLst>
            <a:rect l="0" t="0" r="r" b="b"/>
            <a:pathLst>
              <a:path w="1249" h="545">
                <a:moveTo>
                  <a:pt x="0" y="271"/>
                </a:moveTo>
                <a:lnTo>
                  <a:pt x="0" y="272"/>
                </a:lnTo>
                <a:lnTo>
                  <a:pt x="0" y="258"/>
                </a:lnTo>
                <a:lnTo>
                  <a:pt x="2" y="244"/>
                </a:lnTo>
                <a:lnTo>
                  <a:pt x="3" y="231"/>
                </a:lnTo>
                <a:lnTo>
                  <a:pt x="5" y="218"/>
                </a:lnTo>
                <a:lnTo>
                  <a:pt x="8" y="204"/>
                </a:lnTo>
                <a:lnTo>
                  <a:pt x="13" y="191"/>
                </a:lnTo>
                <a:lnTo>
                  <a:pt x="16" y="178"/>
                </a:lnTo>
                <a:lnTo>
                  <a:pt x="21" y="167"/>
                </a:lnTo>
                <a:lnTo>
                  <a:pt x="27" y="154"/>
                </a:lnTo>
                <a:lnTo>
                  <a:pt x="32" y="143"/>
                </a:lnTo>
                <a:lnTo>
                  <a:pt x="40" y="132"/>
                </a:lnTo>
                <a:lnTo>
                  <a:pt x="47" y="120"/>
                </a:lnTo>
                <a:lnTo>
                  <a:pt x="55" y="109"/>
                </a:lnTo>
                <a:lnTo>
                  <a:pt x="63" y="100"/>
                </a:lnTo>
                <a:lnTo>
                  <a:pt x="71" y="88"/>
                </a:lnTo>
                <a:lnTo>
                  <a:pt x="80" y="79"/>
                </a:lnTo>
                <a:lnTo>
                  <a:pt x="90" y="71"/>
                </a:lnTo>
                <a:lnTo>
                  <a:pt x="99" y="63"/>
                </a:lnTo>
                <a:lnTo>
                  <a:pt x="109" y="53"/>
                </a:lnTo>
                <a:lnTo>
                  <a:pt x="120" y="47"/>
                </a:lnTo>
                <a:lnTo>
                  <a:pt x="131" y="39"/>
                </a:lnTo>
                <a:lnTo>
                  <a:pt x="143" y="32"/>
                </a:lnTo>
                <a:lnTo>
                  <a:pt x="154" y="26"/>
                </a:lnTo>
                <a:lnTo>
                  <a:pt x="167" y="21"/>
                </a:lnTo>
                <a:lnTo>
                  <a:pt x="179" y="16"/>
                </a:lnTo>
                <a:lnTo>
                  <a:pt x="191" y="12"/>
                </a:lnTo>
                <a:lnTo>
                  <a:pt x="205" y="8"/>
                </a:lnTo>
                <a:lnTo>
                  <a:pt x="218" y="5"/>
                </a:lnTo>
                <a:lnTo>
                  <a:pt x="231" y="4"/>
                </a:lnTo>
                <a:lnTo>
                  <a:pt x="245" y="2"/>
                </a:lnTo>
                <a:lnTo>
                  <a:pt x="258" y="0"/>
                </a:lnTo>
                <a:lnTo>
                  <a:pt x="272" y="0"/>
                </a:lnTo>
                <a:lnTo>
                  <a:pt x="977" y="0"/>
                </a:lnTo>
                <a:lnTo>
                  <a:pt x="989" y="0"/>
                </a:lnTo>
                <a:lnTo>
                  <a:pt x="1004" y="2"/>
                </a:lnTo>
                <a:lnTo>
                  <a:pt x="1018" y="4"/>
                </a:lnTo>
                <a:lnTo>
                  <a:pt x="1031" y="5"/>
                </a:lnTo>
                <a:lnTo>
                  <a:pt x="1044" y="8"/>
                </a:lnTo>
                <a:lnTo>
                  <a:pt x="1057" y="12"/>
                </a:lnTo>
                <a:lnTo>
                  <a:pt x="1069" y="16"/>
                </a:lnTo>
                <a:lnTo>
                  <a:pt x="1082" y="21"/>
                </a:lnTo>
                <a:lnTo>
                  <a:pt x="1093" y="26"/>
                </a:lnTo>
                <a:lnTo>
                  <a:pt x="1106" y="32"/>
                </a:lnTo>
                <a:lnTo>
                  <a:pt x="1117" y="39"/>
                </a:lnTo>
                <a:lnTo>
                  <a:pt x="1129" y="47"/>
                </a:lnTo>
                <a:lnTo>
                  <a:pt x="1140" y="53"/>
                </a:lnTo>
                <a:lnTo>
                  <a:pt x="1149" y="63"/>
                </a:lnTo>
                <a:lnTo>
                  <a:pt x="1159" y="71"/>
                </a:lnTo>
                <a:lnTo>
                  <a:pt x="1169" y="79"/>
                </a:lnTo>
                <a:lnTo>
                  <a:pt x="1178" y="88"/>
                </a:lnTo>
                <a:lnTo>
                  <a:pt x="1186" y="100"/>
                </a:lnTo>
                <a:lnTo>
                  <a:pt x="1194" y="109"/>
                </a:lnTo>
                <a:lnTo>
                  <a:pt x="1202" y="120"/>
                </a:lnTo>
                <a:lnTo>
                  <a:pt x="1209" y="132"/>
                </a:lnTo>
                <a:lnTo>
                  <a:pt x="1215" y="143"/>
                </a:lnTo>
                <a:lnTo>
                  <a:pt x="1221" y="154"/>
                </a:lnTo>
                <a:lnTo>
                  <a:pt x="1228" y="167"/>
                </a:lnTo>
                <a:lnTo>
                  <a:pt x="1233" y="178"/>
                </a:lnTo>
                <a:lnTo>
                  <a:pt x="1236" y="191"/>
                </a:lnTo>
                <a:lnTo>
                  <a:pt x="1241" y="204"/>
                </a:lnTo>
                <a:lnTo>
                  <a:pt x="1242" y="218"/>
                </a:lnTo>
                <a:lnTo>
                  <a:pt x="1246" y="231"/>
                </a:lnTo>
                <a:lnTo>
                  <a:pt x="1247" y="244"/>
                </a:lnTo>
                <a:lnTo>
                  <a:pt x="1249" y="258"/>
                </a:lnTo>
                <a:lnTo>
                  <a:pt x="1249" y="272"/>
                </a:lnTo>
                <a:lnTo>
                  <a:pt x="1249" y="271"/>
                </a:lnTo>
                <a:lnTo>
                  <a:pt x="1249" y="285"/>
                </a:lnTo>
                <a:lnTo>
                  <a:pt x="1247" y="300"/>
                </a:lnTo>
                <a:lnTo>
                  <a:pt x="1246" y="312"/>
                </a:lnTo>
                <a:lnTo>
                  <a:pt x="1242" y="327"/>
                </a:lnTo>
                <a:lnTo>
                  <a:pt x="1241" y="340"/>
                </a:lnTo>
                <a:lnTo>
                  <a:pt x="1236" y="353"/>
                </a:lnTo>
                <a:lnTo>
                  <a:pt x="1233" y="365"/>
                </a:lnTo>
                <a:lnTo>
                  <a:pt x="1228" y="378"/>
                </a:lnTo>
                <a:lnTo>
                  <a:pt x="1221" y="389"/>
                </a:lnTo>
                <a:lnTo>
                  <a:pt x="1215" y="402"/>
                </a:lnTo>
                <a:lnTo>
                  <a:pt x="1209" y="413"/>
                </a:lnTo>
                <a:lnTo>
                  <a:pt x="1202" y="425"/>
                </a:lnTo>
                <a:lnTo>
                  <a:pt x="1194" y="434"/>
                </a:lnTo>
                <a:lnTo>
                  <a:pt x="1186" y="445"/>
                </a:lnTo>
                <a:lnTo>
                  <a:pt x="1178" y="455"/>
                </a:lnTo>
                <a:lnTo>
                  <a:pt x="1169" y="465"/>
                </a:lnTo>
                <a:lnTo>
                  <a:pt x="1159" y="473"/>
                </a:lnTo>
                <a:lnTo>
                  <a:pt x="1149" y="482"/>
                </a:lnTo>
                <a:lnTo>
                  <a:pt x="1140" y="490"/>
                </a:lnTo>
                <a:lnTo>
                  <a:pt x="1129" y="498"/>
                </a:lnTo>
                <a:lnTo>
                  <a:pt x="1117" y="505"/>
                </a:lnTo>
                <a:lnTo>
                  <a:pt x="1106" y="511"/>
                </a:lnTo>
                <a:lnTo>
                  <a:pt x="1093" y="517"/>
                </a:lnTo>
                <a:lnTo>
                  <a:pt x="1082" y="522"/>
                </a:lnTo>
                <a:lnTo>
                  <a:pt x="1069" y="527"/>
                </a:lnTo>
                <a:lnTo>
                  <a:pt x="1057" y="532"/>
                </a:lnTo>
                <a:lnTo>
                  <a:pt x="1044" y="535"/>
                </a:lnTo>
                <a:lnTo>
                  <a:pt x="1031" y="538"/>
                </a:lnTo>
                <a:lnTo>
                  <a:pt x="1018" y="541"/>
                </a:lnTo>
                <a:lnTo>
                  <a:pt x="1004" y="543"/>
                </a:lnTo>
                <a:lnTo>
                  <a:pt x="989" y="543"/>
                </a:lnTo>
                <a:lnTo>
                  <a:pt x="977" y="545"/>
                </a:lnTo>
                <a:lnTo>
                  <a:pt x="272" y="545"/>
                </a:lnTo>
                <a:lnTo>
                  <a:pt x="258" y="543"/>
                </a:lnTo>
                <a:lnTo>
                  <a:pt x="245" y="543"/>
                </a:lnTo>
                <a:lnTo>
                  <a:pt x="231" y="541"/>
                </a:lnTo>
                <a:lnTo>
                  <a:pt x="218" y="538"/>
                </a:lnTo>
                <a:lnTo>
                  <a:pt x="205" y="535"/>
                </a:lnTo>
                <a:lnTo>
                  <a:pt x="191" y="532"/>
                </a:lnTo>
                <a:lnTo>
                  <a:pt x="179" y="527"/>
                </a:lnTo>
                <a:lnTo>
                  <a:pt x="167" y="522"/>
                </a:lnTo>
                <a:lnTo>
                  <a:pt x="154" y="517"/>
                </a:lnTo>
                <a:lnTo>
                  <a:pt x="143" y="511"/>
                </a:lnTo>
                <a:lnTo>
                  <a:pt x="131" y="505"/>
                </a:lnTo>
                <a:lnTo>
                  <a:pt x="120" y="498"/>
                </a:lnTo>
                <a:lnTo>
                  <a:pt x="109" y="490"/>
                </a:lnTo>
                <a:lnTo>
                  <a:pt x="99" y="482"/>
                </a:lnTo>
                <a:lnTo>
                  <a:pt x="90" y="473"/>
                </a:lnTo>
                <a:lnTo>
                  <a:pt x="80" y="465"/>
                </a:lnTo>
                <a:lnTo>
                  <a:pt x="71" y="455"/>
                </a:lnTo>
                <a:lnTo>
                  <a:pt x="63" y="445"/>
                </a:lnTo>
                <a:lnTo>
                  <a:pt x="55" y="434"/>
                </a:lnTo>
                <a:lnTo>
                  <a:pt x="47" y="425"/>
                </a:lnTo>
                <a:lnTo>
                  <a:pt x="40" y="413"/>
                </a:lnTo>
                <a:lnTo>
                  <a:pt x="32" y="402"/>
                </a:lnTo>
                <a:lnTo>
                  <a:pt x="27" y="389"/>
                </a:lnTo>
                <a:lnTo>
                  <a:pt x="21" y="378"/>
                </a:lnTo>
                <a:lnTo>
                  <a:pt x="16" y="365"/>
                </a:lnTo>
                <a:lnTo>
                  <a:pt x="13" y="353"/>
                </a:lnTo>
                <a:lnTo>
                  <a:pt x="8" y="340"/>
                </a:lnTo>
                <a:lnTo>
                  <a:pt x="5" y="327"/>
                </a:lnTo>
                <a:lnTo>
                  <a:pt x="3" y="312"/>
                </a:lnTo>
                <a:lnTo>
                  <a:pt x="2" y="300"/>
                </a:lnTo>
                <a:lnTo>
                  <a:pt x="0" y="285"/>
                </a:lnTo>
                <a:lnTo>
                  <a:pt x="0" y="271"/>
                </a:lnTo>
                <a:close/>
              </a:path>
            </a:pathLst>
          </a:custGeom>
          <a:noFill/>
          <a:ln w="23813">
            <a:solidFill>
              <a:srgbClr val="FF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87048" name="Freeform 50">
            <a:extLst>
              <a:ext uri="{FF2B5EF4-FFF2-40B4-BE49-F238E27FC236}">
                <a16:creationId xmlns:a16="http://schemas.microsoft.com/office/drawing/2014/main" id="{ABA2B6A6-AB19-44FA-A06E-81522E9232AF}"/>
              </a:ext>
            </a:extLst>
          </p:cNvPr>
          <p:cNvSpPr>
            <a:spLocks/>
          </p:cNvSpPr>
          <p:nvPr/>
        </p:nvSpPr>
        <p:spPr bwMode="auto">
          <a:xfrm>
            <a:off x="2289175" y="5334000"/>
            <a:ext cx="919163" cy="381000"/>
          </a:xfrm>
          <a:custGeom>
            <a:avLst/>
            <a:gdLst>
              <a:gd name="T0" fmla="*/ 0 w 1249"/>
              <a:gd name="T1" fmla="*/ 2147483646 h 545"/>
              <a:gd name="T2" fmla="*/ 2147483646 w 1249"/>
              <a:gd name="T3" fmla="*/ 2147483646 h 545"/>
              <a:gd name="T4" fmla="*/ 2147483646 w 1249"/>
              <a:gd name="T5" fmla="*/ 2147483646 h 545"/>
              <a:gd name="T6" fmla="*/ 2147483646 w 1249"/>
              <a:gd name="T7" fmla="*/ 2147483646 h 545"/>
              <a:gd name="T8" fmla="*/ 2147483646 w 1249"/>
              <a:gd name="T9" fmla="*/ 2147483646 h 545"/>
              <a:gd name="T10" fmla="*/ 2147483646 w 1249"/>
              <a:gd name="T11" fmla="*/ 2147483646 h 545"/>
              <a:gd name="T12" fmla="*/ 2147483646 w 1249"/>
              <a:gd name="T13" fmla="*/ 2147483646 h 545"/>
              <a:gd name="T14" fmla="*/ 2147483646 w 1249"/>
              <a:gd name="T15" fmla="*/ 2147483646 h 545"/>
              <a:gd name="T16" fmla="*/ 2147483646 w 1249"/>
              <a:gd name="T17" fmla="*/ 2147483646 h 545"/>
              <a:gd name="T18" fmla="*/ 2147483646 w 1249"/>
              <a:gd name="T19" fmla="*/ 2147483646 h 545"/>
              <a:gd name="T20" fmla="*/ 2147483646 w 1249"/>
              <a:gd name="T21" fmla="*/ 0 h 545"/>
              <a:gd name="T22" fmla="*/ 2147483646 w 1249"/>
              <a:gd name="T23" fmla="*/ 0 h 545"/>
              <a:gd name="T24" fmla="*/ 2147483646 w 1249"/>
              <a:gd name="T25" fmla="*/ 2147483646 h 545"/>
              <a:gd name="T26" fmla="*/ 2147483646 w 1249"/>
              <a:gd name="T27" fmla="*/ 2147483646 h 545"/>
              <a:gd name="T28" fmla="*/ 2147483646 w 1249"/>
              <a:gd name="T29" fmla="*/ 2147483646 h 545"/>
              <a:gd name="T30" fmla="*/ 2147483646 w 1249"/>
              <a:gd name="T31" fmla="*/ 2147483646 h 545"/>
              <a:gd name="T32" fmla="*/ 2147483646 w 1249"/>
              <a:gd name="T33" fmla="*/ 2147483646 h 545"/>
              <a:gd name="T34" fmla="*/ 2147483646 w 1249"/>
              <a:gd name="T35" fmla="*/ 2147483646 h 545"/>
              <a:gd name="T36" fmla="*/ 2147483646 w 1249"/>
              <a:gd name="T37" fmla="*/ 2147483646 h 545"/>
              <a:gd name="T38" fmla="*/ 2147483646 w 1249"/>
              <a:gd name="T39" fmla="*/ 2147483646 h 545"/>
              <a:gd name="T40" fmla="*/ 2147483646 w 1249"/>
              <a:gd name="T41" fmla="*/ 2147483646 h 545"/>
              <a:gd name="T42" fmla="*/ 2147483646 w 1249"/>
              <a:gd name="T43" fmla="*/ 2147483646 h 545"/>
              <a:gd name="T44" fmla="*/ 2147483646 w 1249"/>
              <a:gd name="T45" fmla="*/ 2147483646 h 545"/>
              <a:gd name="T46" fmla="*/ 2147483646 w 1249"/>
              <a:gd name="T47" fmla="*/ 2147483646 h 545"/>
              <a:gd name="T48" fmla="*/ 2147483646 w 1249"/>
              <a:gd name="T49" fmla="*/ 2147483646 h 545"/>
              <a:gd name="T50" fmla="*/ 2147483646 w 1249"/>
              <a:gd name="T51" fmla="*/ 2147483646 h 545"/>
              <a:gd name="T52" fmla="*/ 2147483646 w 1249"/>
              <a:gd name="T53" fmla="*/ 2147483646 h 545"/>
              <a:gd name="T54" fmla="*/ 2147483646 w 1249"/>
              <a:gd name="T55" fmla="*/ 2147483646 h 545"/>
              <a:gd name="T56" fmla="*/ 2147483646 w 1249"/>
              <a:gd name="T57" fmla="*/ 2147483646 h 545"/>
              <a:gd name="T58" fmla="*/ 2147483646 w 1249"/>
              <a:gd name="T59" fmla="*/ 2147483646 h 545"/>
              <a:gd name="T60" fmla="*/ 2147483646 w 1249"/>
              <a:gd name="T61" fmla="*/ 2147483646 h 545"/>
              <a:gd name="T62" fmla="*/ 2147483646 w 1249"/>
              <a:gd name="T63" fmla="*/ 2147483646 h 545"/>
              <a:gd name="T64" fmla="*/ 2147483646 w 1249"/>
              <a:gd name="T65" fmla="*/ 2147483646 h 545"/>
              <a:gd name="T66" fmla="*/ 2147483646 w 1249"/>
              <a:gd name="T67" fmla="*/ 2147483646 h 545"/>
              <a:gd name="T68" fmla="*/ 2147483646 w 1249"/>
              <a:gd name="T69" fmla="*/ 2147483646 h 545"/>
              <a:gd name="T70" fmla="*/ 2147483646 w 1249"/>
              <a:gd name="T71" fmla="*/ 2147483646 h 545"/>
              <a:gd name="T72" fmla="*/ 2147483646 w 1249"/>
              <a:gd name="T73" fmla="*/ 2147483646 h 545"/>
              <a:gd name="T74" fmla="*/ 2147483646 w 1249"/>
              <a:gd name="T75" fmla="*/ 2147483646 h 545"/>
              <a:gd name="T76" fmla="*/ 2147483646 w 1249"/>
              <a:gd name="T77" fmla="*/ 2147483646 h 545"/>
              <a:gd name="T78" fmla="*/ 2147483646 w 1249"/>
              <a:gd name="T79" fmla="*/ 2147483646 h 545"/>
              <a:gd name="T80" fmla="*/ 2147483646 w 1249"/>
              <a:gd name="T81" fmla="*/ 2147483646 h 545"/>
              <a:gd name="T82" fmla="*/ 2147483646 w 1249"/>
              <a:gd name="T83" fmla="*/ 2147483646 h 545"/>
              <a:gd name="T84" fmla="*/ 2147483646 w 1249"/>
              <a:gd name="T85" fmla="*/ 2147483646 h 545"/>
              <a:gd name="T86" fmla="*/ 2147483646 w 1249"/>
              <a:gd name="T87" fmla="*/ 2147483646 h 545"/>
              <a:gd name="T88" fmla="*/ 0 w 1249"/>
              <a:gd name="T89" fmla="*/ 2147483646 h 545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</a:gdLst>
            <a:ahLst/>
            <a:cxnLst>
              <a:cxn ang="T90">
                <a:pos x="T0" y="T1"/>
              </a:cxn>
              <a:cxn ang="T91">
                <a:pos x="T2" y="T3"/>
              </a:cxn>
              <a:cxn ang="T92">
                <a:pos x="T4" y="T5"/>
              </a:cxn>
              <a:cxn ang="T93">
                <a:pos x="T6" y="T7"/>
              </a:cxn>
              <a:cxn ang="T94">
                <a:pos x="T8" y="T9"/>
              </a:cxn>
              <a:cxn ang="T95">
                <a:pos x="T10" y="T11"/>
              </a:cxn>
              <a:cxn ang="T96">
                <a:pos x="T12" y="T13"/>
              </a:cxn>
              <a:cxn ang="T97">
                <a:pos x="T14" y="T15"/>
              </a:cxn>
              <a:cxn ang="T98">
                <a:pos x="T16" y="T17"/>
              </a:cxn>
              <a:cxn ang="T99">
                <a:pos x="T18" y="T19"/>
              </a:cxn>
              <a:cxn ang="T100">
                <a:pos x="T20" y="T21"/>
              </a:cxn>
              <a:cxn ang="T101">
                <a:pos x="T22" y="T23"/>
              </a:cxn>
              <a:cxn ang="T102">
                <a:pos x="T24" y="T25"/>
              </a:cxn>
              <a:cxn ang="T103">
                <a:pos x="T26" y="T27"/>
              </a:cxn>
              <a:cxn ang="T104">
                <a:pos x="T28" y="T29"/>
              </a:cxn>
              <a:cxn ang="T105">
                <a:pos x="T30" y="T31"/>
              </a:cxn>
              <a:cxn ang="T106">
                <a:pos x="T32" y="T33"/>
              </a:cxn>
              <a:cxn ang="T107">
                <a:pos x="T34" y="T35"/>
              </a:cxn>
              <a:cxn ang="T108">
                <a:pos x="T36" y="T37"/>
              </a:cxn>
              <a:cxn ang="T109">
                <a:pos x="T38" y="T39"/>
              </a:cxn>
              <a:cxn ang="T110">
                <a:pos x="T40" y="T41"/>
              </a:cxn>
              <a:cxn ang="T111">
                <a:pos x="T42" y="T43"/>
              </a:cxn>
              <a:cxn ang="T112">
                <a:pos x="T44" y="T45"/>
              </a:cxn>
              <a:cxn ang="T113">
                <a:pos x="T46" y="T47"/>
              </a:cxn>
              <a:cxn ang="T114">
                <a:pos x="T48" y="T49"/>
              </a:cxn>
              <a:cxn ang="T115">
                <a:pos x="T50" y="T51"/>
              </a:cxn>
              <a:cxn ang="T116">
                <a:pos x="T52" y="T53"/>
              </a:cxn>
              <a:cxn ang="T117">
                <a:pos x="T54" y="T55"/>
              </a:cxn>
              <a:cxn ang="T118">
                <a:pos x="T56" y="T57"/>
              </a:cxn>
              <a:cxn ang="T119">
                <a:pos x="T58" y="T59"/>
              </a:cxn>
              <a:cxn ang="T120">
                <a:pos x="T60" y="T61"/>
              </a:cxn>
              <a:cxn ang="T121">
                <a:pos x="T62" y="T63"/>
              </a:cxn>
              <a:cxn ang="T122">
                <a:pos x="T64" y="T65"/>
              </a:cxn>
              <a:cxn ang="T123">
                <a:pos x="T66" y="T67"/>
              </a:cxn>
              <a:cxn ang="T124">
                <a:pos x="T68" y="T69"/>
              </a:cxn>
              <a:cxn ang="T125">
                <a:pos x="T70" y="T71"/>
              </a:cxn>
              <a:cxn ang="T126">
                <a:pos x="T72" y="T73"/>
              </a:cxn>
              <a:cxn ang="T127">
                <a:pos x="T74" y="T75"/>
              </a:cxn>
              <a:cxn ang="T128">
                <a:pos x="T76" y="T77"/>
              </a:cxn>
              <a:cxn ang="T129">
                <a:pos x="T78" y="T79"/>
              </a:cxn>
              <a:cxn ang="T130">
                <a:pos x="T80" y="T81"/>
              </a:cxn>
              <a:cxn ang="T131">
                <a:pos x="T82" y="T83"/>
              </a:cxn>
              <a:cxn ang="T132">
                <a:pos x="T84" y="T85"/>
              </a:cxn>
              <a:cxn ang="T133">
                <a:pos x="T86" y="T87"/>
              </a:cxn>
              <a:cxn ang="T134">
                <a:pos x="T88" y="T89"/>
              </a:cxn>
            </a:cxnLst>
            <a:rect l="0" t="0" r="r" b="b"/>
            <a:pathLst>
              <a:path w="1249" h="545">
                <a:moveTo>
                  <a:pt x="0" y="271"/>
                </a:moveTo>
                <a:lnTo>
                  <a:pt x="0" y="272"/>
                </a:lnTo>
                <a:lnTo>
                  <a:pt x="0" y="258"/>
                </a:lnTo>
                <a:lnTo>
                  <a:pt x="2" y="244"/>
                </a:lnTo>
                <a:lnTo>
                  <a:pt x="3" y="231"/>
                </a:lnTo>
                <a:lnTo>
                  <a:pt x="5" y="218"/>
                </a:lnTo>
                <a:lnTo>
                  <a:pt x="8" y="204"/>
                </a:lnTo>
                <a:lnTo>
                  <a:pt x="13" y="191"/>
                </a:lnTo>
                <a:lnTo>
                  <a:pt x="16" y="178"/>
                </a:lnTo>
                <a:lnTo>
                  <a:pt x="21" y="167"/>
                </a:lnTo>
                <a:lnTo>
                  <a:pt x="27" y="154"/>
                </a:lnTo>
                <a:lnTo>
                  <a:pt x="32" y="143"/>
                </a:lnTo>
                <a:lnTo>
                  <a:pt x="40" y="132"/>
                </a:lnTo>
                <a:lnTo>
                  <a:pt x="47" y="120"/>
                </a:lnTo>
                <a:lnTo>
                  <a:pt x="55" y="109"/>
                </a:lnTo>
                <a:lnTo>
                  <a:pt x="63" y="100"/>
                </a:lnTo>
                <a:lnTo>
                  <a:pt x="71" y="88"/>
                </a:lnTo>
                <a:lnTo>
                  <a:pt x="80" y="79"/>
                </a:lnTo>
                <a:lnTo>
                  <a:pt x="90" y="71"/>
                </a:lnTo>
                <a:lnTo>
                  <a:pt x="99" y="63"/>
                </a:lnTo>
                <a:lnTo>
                  <a:pt x="109" y="53"/>
                </a:lnTo>
                <a:lnTo>
                  <a:pt x="120" y="47"/>
                </a:lnTo>
                <a:lnTo>
                  <a:pt x="131" y="39"/>
                </a:lnTo>
                <a:lnTo>
                  <a:pt x="143" y="32"/>
                </a:lnTo>
                <a:lnTo>
                  <a:pt x="154" y="26"/>
                </a:lnTo>
                <a:lnTo>
                  <a:pt x="167" y="21"/>
                </a:lnTo>
                <a:lnTo>
                  <a:pt x="179" y="16"/>
                </a:lnTo>
                <a:lnTo>
                  <a:pt x="191" y="12"/>
                </a:lnTo>
                <a:lnTo>
                  <a:pt x="205" y="8"/>
                </a:lnTo>
                <a:lnTo>
                  <a:pt x="218" y="5"/>
                </a:lnTo>
                <a:lnTo>
                  <a:pt x="231" y="4"/>
                </a:lnTo>
                <a:lnTo>
                  <a:pt x="245" y="2"/>
                </a:lnTo>
                <a:lnTo>
                  <a:pt x="258" y="0"/>
                </a:lnTo>
                <a:lnTo>
                  <a:pt x="272" y="0"/>
                </a:lnTo>
                <a:lnTo>
                  <a:pt x="977" y="0"/>
                </a:lnTo>
                <a:lnTo>
                  <a:pt x="989" y="0"/>
                </a:lnTo>
                <a:lnTo>
                  <a:pt x="1004" y="2"/>
                </a:lnTo>
                <a:lnTo>
                  <a:pt x="1018" y="4"/>
                </a:lnTo>
                <a:lnTo>
                  <a:pt x="1031" y="5"/>
                </a:lnTo>
                <a:lnTo>
                  <a:pt x="1044" y="8"/>
                </a:lnTo>
                <a:lnTo>
                  <a:pt x="1057" y="12"/>
                </a:lnTo>
                <a:lnTo>
                  <a:pt x="1069" y="16"/>
                </a:lnTo>
                <a:lnTo>
                  <a:pt x="1082" y="21"/>
                </a:lnTo>
                <a:lnTo>
                  <a:pt x="1093" y="26"/>
                </a:lnTo>
                <a:lnTo>
                  <a:pt x="1106" y="32"/>
                </a:lnTo>
                <a:lnTo>
                  <a:pt x="1117" y="39"/>
                </a:lnTo>
                <a:lnTo>
                  <a:pt x="1129" y="47"/>
                </a:lnTo>
                <a:lnTo>
                  <a:pt x="1140" y="53"/>
                </a:lnTo>
                <a:lnTo>
                  <a:pt x="1149" y="63"/>
                </a:lnTo>
                <a:lnTo>
                  <a:pt x="1159" y="71"/>
                </a:lnTo>
                <a:lnTo>
                  <a:pt x="1169" y="79"/>
                </a:lnTo>
                <a:lnTo>
                  <a:pt x="1178" y="88"/>
                </a:lnTo>
                <a:lnTo>
                  <a:pt x="1186" y="100"/>
                </a:lnTo>
                <a:lnTo>
                  <a:pt x="1194" y="109"/>
                </a:lnTo>
                <a:lnTo>
                  <a:pt x="1202" y="120"/>
                </a:lnTo>
                <a:lnTo>
                  <a:pt x="1209" y="132"/>
                </a:lnTo>
                <a:lnTo>
                  <a:pt x="1215" y="143"/>
                </a:lnTo>
                <a:lnTo>
                  <a:pt x="1221" y="154"/>
                </a:lnTo>
                <a:lnTo>
                  <a:pt x="1228" y="167"/>
                </a:lnTo>
                <a:lnTo>
                  <a:pt x="1233" y="178"/>
                </a:lnTo>
                <a:lnTo>
                  <a:pt x="1236" y="191"/>
                </a:lnTo>
                <a:lnTo>
                  <a:pt x="1241" y="204"/>
                </a:lnTo>
                <a:lnTo>
                  <a:pt x="1242" y="218"/>
                </a:lnTo>
                <a:lnTo>
                  <a:pt x="1246" y="231"/>
                </a:lnTo>
                <a:lnTo>
                  <a:pt x="1247" y="244"/>
                </a:lnTo>
                <a:lnTo>
                  <a:pt x="1249" y="258"/>
                </a:lnTo>
                <a:lnTo>
                  <a:pt x="1249" y="272"/>
                </a:lnTo>
                <a:lnTo>
                  <a:pt x="1249" y="271"/>
                </a:lnTo>
                <a:lnTo>
                  <a:pt x="1249" y="285"/>
                </a:lnTo>
                <a:lnTo>
                  <a:pt x="1247" y="300"/>
                </a:lnTo>
                <a:lnTo>
                  <a:pt x="1246" y="312"/>
                </a:lnTo>
                <a:lnTo>
                  <a:pt x="1242" y="327"/>
                </a:lnTo>
                <a:lnTo>
                  <a:pt x="1241" y="340"/>
                </a:lnTo>
                <a:lnTo>
                  <a:pt x="1236" y="353"/>
                </a:lnTo>
                <a:lnTo>
                  <a:pt x="1233" y="365"/>
                </a:lnTo>
                <a:lnTo>
                  <a:pt x="1228" y="378"/>
                </a:lnTo>
                <a:lnTo>
                  <a:pt x="1221" y="389"/>
                </a:lnTo>
                <a:lnTo>
                  <a:pt x="1215" y="402"/>
                </a:lnTo>
                <a:lnTo>
                  <a:pt x="1209" y="413"/>
                </a:lnTo>
                <a:lnTo>
                  <a:pt x="1202" y="425"/>
                </a:lnTo>
                <a:lnTo>
                  <a:pt x="1194" y="434"/>
                </a:lnTo>
                <a:lnTo>
                  <a:pt x="1186" y="445"/>
                </a:lnTo>
                <a:lnTo>
                  <a:pt x="1178" y="455"/>
                </a:lnTo>
                <a:lnTo>
                  <a:pt x="1169" y="465"/>
                </a:lnTo>
                <a:lnTo>
                  <a:pt x="1159" y="473"/>
                </a:lnTo>
                <a:lnTo>
                  <a:pt x="1149" y="482"/>
                </a:lnTo>
                <a:lnTo>
                  <a:pt x="1140" y="490"/>
                </a:lnTo>
                <a:lnTo>
                  <a:pt x="1129" y="498"/>
                </a:lnTo>
                <a:lnTo>
                  <a:pt x="1117" y="505"/>
                </a:lnTo>
                <a:lnTo>
                  <a:pt x="1106" y="511"/>
                </a:lnTo>
                <a:lnTo>
                  <a:pt x="1093" y="517"/>
                </a:lnTo>
                <a:lnTo>
                  <a:pt x="1082" y="522"/>
                </a:lnTo>
                <a:lnTo>
                  <a:pt x="1069" y="527"/>
                </a:lnTo>
                <a:lnTo>
                  <a:pt x="1057" y="532"/>
                </a:lnTo>
                <a:lnTo>
                  <a:pt x="1044" y="535"/>
                </a:lnTo>
                <a:lnTo>
                  <a:pt x="1031" y="538"/>
                </a:lnTo>
                <a:lnTo>
                  <a:pt x="1018" y="541"/>
                </a:lnTo>
                <a:lnTo>
                  <a:pt x="1004" y="543"/>
                </a:lnTo>
                <a:lnTo>
                  <a:pt x="989" y="543"/>
                </a:lnTo>
                <a:lnTo>
                  <a:pt x="977" y="545"/>
                </a:lnTo>
                <a:lnTo>
                  <a:pt x="272" y="545"/>
                </a:lnTo>
                <a:lnTo>
                  <a:pt x="258" y="543"/>
                </a:lnTo>
                <a:lnTo>
                  <a:pt x="245" y="543"/>
                </a:lnTo>
                <a:lnTo>
                  <a:pt x="231" y="541"/>
                </a:lnTo>
                <a:lnTo>
                  <a:pt x="218" y="538"/>
                </a:lnTo>
                <a:lnTo>
                  <a:pt x="205" y="535"/>
                </a:lnTo>
                <a:lnTo>
                  <a:pt x="191" y="532"/>
                </a:lnTo>
                <a:lnTo>
                  <a:pt x="179" y="527"/>
                </a:lnTo>
                <a:lnTo>
                  <a:pt x="167" y="522"/>
                </a:lnTo>
                <a:lnTo>
                  <a:pt x="154" y="517"/>
                </a:lnTo>
                <a:lnTo>
                  <a:pt x="143" y="511"/>
                </a:lnTo>
                <a:lnTo>
                  <a:pt x="131" y="505"/>
                </a:lnTo>
                <a:lnTo>
                  <a:pt x="120" y="498"/>
                </a:lnTo>
                <a:lnTo>
                  <a:pt x="109" y="490"/>
                </a:lnTo>
                <a:lnTo>
                  <a:pt x="99" y="482"/>
                </a:lnTo>
                <a:lnTo>
                  <a:pt x="90" y="473"/>
                </a:lnTo>
                <a:lnTo>
                  <a:pt x="80" y="465"/>
                </a:lnTo>
                <a:lnTo>
                  <a:pt x="71" y="455"/>
                </a:lnTo>
                <a:lnTo>
                  <a:pt x="63" y="445"/>
                </a:lnTo>
                <a:lnTo>
                  <a:pt x="55" y="434"/>
                </a:lnTo>
                <a:lnTo>
                  <a:pt x="47" y="425"/>
                </a:lnTo>
                <a:lnTo>
                  <a:pt x="40" y="413"/>
                </a:lnTo>
                <a:lnTo>
                  <a:pt x="32" y="402"/>
                </a:lnTo>
                <a:lnTo>
                  <a:pt x="27" y="389"/>
                </a:lnTo>
                <a:lnTo>
                  <a:pt x="21" y="378"/>
                </a:lnTo>
                <a:lnTo>
                  <a:pt x="16" y="365"/>
                </a:lnTo>
                <a:lnTo>
                  <a:pt x="13" y="353"/>
                </a:lnTo>
                <a:lnTo>
                  <a:pt x="8" y="340"/>
                </a:lnTo>
                <a:lnTo>
                  <a:pt x="5" y="327"/>
                </a:lnTo>
                <a:lnTo>
                  <a:pt x="3" y="312"/>
                </a:lnTo>
                <a:lnTo>
                  <a:pt x="2" y="300"/>
                </a:lnTo>
                <a:lnTo>
                  <a:pt x="0" y="285"/>
                </a:lnTo>
                <a:lnTo>
                  <a:pt x="0" y="271"/>
                </a:lnTo>
                <a:close/>
              </a:path>
            </a:pathLst>
          </a:custGeom>
          <a:noFill/>
          <a:ln w="23813">
            <a:solidFill>
              <a:srgbClr val="FF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grpSp>
        <p:nvGrpSpPr>
          <p:cNvPr id="87049" name="Group 3">
            <a:extLst>
              <a:ext uri="{FF2B5EF4-FFF2-40B4-BE49-F238E27FC236}">
                <a16:creationId xmlns:a16="http://schemas.microsoft.com/office/drawing/2014/main" id="{B3D67C7A-7A59-485F-92B9-CF0D9DC80F2A}"/>
              </a:ext>
            </a:extLst>
          </p:cNvPr>
          <p:cNvGrpSpPr>
            <a:grpSpLocks/>
          </p:cNvGrpSpPr>
          <p:nvPr/>
        </p:nvGrpSpPr>
        <p:grpSpPr bwMode="auto">
          <a:xfrm>
            <a:off x="5670550" y="5302250"/>
            <a:ext cx="2168525" cy="387350"/>
            <a:chOff x="2801938" y="2224088"/>
            <a:chExt cx="2381250" cy="387350"/>
          </a:xfrm>
        </p:grpSpPr>
        <p:sp>
          <p:nvSpPr>
            <p:cNvPr id="87050" name="Line 61">
              <a:extLst>
                <a:ext uri="{FF2B5EF4-FFF2-40B4-BE49-F238E27FC236}">
                  <a16:creationId xmlns:a16="http://schemas.microsoft.com/office/drawing/2014/main" id="{FE4C6698-D4D2-47B9-94F1-678402F034C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179762" y="2609850"/>
              <a:ext cx="1644650" cy="1588"/>
            </a:xfrm>
            <a:prstGeom prst="line">
              <a:avLst/>
            </a:prstGeom>
            <a:noFill/>
            <a:ln w="23813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grpSp>
          <p:nvGrpSpPr>
            <p:cNvPr id="87051" name="Group 104">
              <a:extLst>
                <a:ext uri="{FF2B5EF4-FFF2-40B4-BE49-F238E27FC236}">
                  <a16:creationId xmlns:a16="http://schemas.microsoft.com/office/drawing/2014/main" id="{C78E9023-EE91-4298-BDED-FD3EFD27A15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01938" y="2224088"/>
              <a:ext cx="541337" cy="387350"/>
              <a:chOff x="1750" y="1241"/>
              <a:chExt cx="341" cy="244"/>
            </a:xfrm>
          </p:grpSpPr>
          <p:grpSp>
            <p:nvGrpSpPr>
              <p:cNvPr id="87058" name="Group 105">
                <a:extLst>
                  <a:ext uri="{FF2B5EF4-FFF2-40B4-BE49-F238E27FC236}">
                    <a16:creationId xmlns:a16="http://schemas.microsoft.com/office/drawing/2014/main" id="{096E67EB-874F-498F-83B9-6A6BE0AF03D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H="1">
                <a:off x="1950" y="1242"/>
                <a:ext cx="141" cy="243"/>
                <a:chOff x="1039" y="1647"/>
                <a:chExt cx="141" cy="270"/>
              </a:xfrm>
            </p:grpSpPr>
            <p:sp>
              <p:nvSpPr>
                <p:cNvPr id="87061" name="Arc 106">
                  <a:extLst>
                    <a:ext uri="{FF2B5EF4-FFF2-40B4-BE49-F238E27FC236}">
                      <a16:creationId xmlns:a16="http://schemas.microsoft.com/office/drawing/2014/main" id="{D9168FFF-8DE1-4696-B133-29D032CFF47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1039" y="1647"/>
                  <a:ext cx="141" cy="135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 w="28575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" panose="02020603050405020304" pitchFamily="18" charset="0"/>
                    <a:ea typeface="MS PGothic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87062" name="Arc 107">
                  <a:extLst>
                    <a:ext uri="{FF2B5EF4-FFF2-40B4-BE49-F238E27FC236}">
                      <a16:creationId xmlns:a16="http://schemas.microsoft.com/office/drawing/2014/main" id="{3B19E8C1-4EFC-44D7-B2A9-ABB3CB388FB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 flipV="1">
                  <a:off x="1039" y="1782"/>
                  <a:ext cx="141" cy="135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 w="28575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" panose="02020603050405020304" pitchFamily="18" charset="0"/>
                    <a:ea typeface="MS PGothic" panose="020B0600070205080204" pitchFamily="34" charset="-128"/>
                    <a:cs typeface="+mn-cs"/>
                  </a:endParaRPr>
                </a:p>
              </p:txBody>
            </p:sp>
          </p:grpSp>
          <p:sp>
            <p:nvSpPr>
              <p:cNvPr id="87059" name="Line 108">
                <a:extLst>
                  <a:ext uri="{FF2B5EF4-FFF2-40B4-BE49-F238E27FC236}">
                    <a16:creationId xmlns:a16="http://schemas.microsoft.com/office/drawing/2014/main" id="{BF9A2F6B-7349-4356-9A48-1B20A2041EB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1750" y="1241"/>
                <a:ext cx="200" cy="1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87060" name="Line 109">
                <a:extLst>
                  <a:ext uri="{FF2B5EF4-FFF2-40B4-BE49-F238E27FC236}">
                    <a16:creationId xmlns:a16="http://schemas.microsoft.com/office/drawing/2014/main" id="{8D5E2EB0-BA59-4EAC-819D-8268D525B82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1753" y="1483"/>
                <a:ext cx="200" cy="1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</p:grpSp>
        <p:grpSp>
          <p:nvGrpSpPr>
            <p:cNvPr id="87052" name="Group 110">
              <a:extLst>
                <a:ext uri="{FF2B5EF4-FFF2-40B4-BE49-F238E27FC236}">
                  <a16:creationId xmlns:a16="http://schemas.microsoft.com/office/drawing/2014/main" id="{7DB749E8-FAC2-420B-B3E0-70BC58FE7823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4641850" y="2224088"/>
              <a:ext cx="541338" cy="387350"/>
              <a:chOff x="1750" y="1241"/>
              <a:chExt cx="341" cy="244"/>
            </a:xfrm>
          </p:grpSpPr>
          <p:grpSp>
            <p:nvGrpSpPr>
              <p:cNvPr id="87053" name="Group 111">
                <a:extLst>
                  <a:ext uri="{FF2B5EF4-FFF2-40B4-BE49-F238E27FC236}">
                    <a16:creationId xmlns:a16="http://schemas.microsoft.com/office/drawing/2014/main" id="{A0C2C9A8-3175-459E-A47F-6836C73B867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H="1">
                <a:off x="1950" y="1242"/>
                <a:ext cx="141" cy="243"/>
                <a:chOff x="1039" y="1647"/>
                <a:chExt cx="141" cy="270"/>
              </a:xfrm>
            </p:grpSpPr>
            <p:sp>
              <p:nvSpPr>
                <p:cNvPr id="87056" name="Arc 112">
                  <a:extLst>
                    <a:ext uri="{FF2B5EF4-FFF2-40B4-BE49-F238E27FC236}">
                      <a16:creationId xmlns:a16="http://schemas.microsoft.com/office/drawing/2014/main" id="{367B99AA-0C4A-4F5D-8527-1814208E501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1039" y="1647"/>
                  <a:ext cx="141" cy="135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 w="28575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" panose="02020603050405020304" pitchFamily="18" charset="0"/>
                    <a:ea typeface="MS PGothic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87057" name="Arc 113">
                  <a:extLst>
                    <a:ext uri="{FF2B5EF4-FFF2-40B4-BE49-F238E27FC236}">
                      <a16:creationId xmlns:a16="http://schemas.microsoft.com/office/drawing/2014/main" id="{9C116712-D61F-4118-A944-CC3597669F8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 flipV="1">
                  <a:off x="1039" y="1782"/>
                  <a:ext cx="141" cy="135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 w="28575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" panose="02020603050405020304" pitchFamily="18" charset="0"/>
                    <a:ea typeface="MS PGothic" panose="020B0600070205080204" pitchFamily="34" charset="-128"/>
                    <a:cs typeface="+mn-cs"/>
                  </a:endParaRPr>
                </a:p>
              </p:txBody>
            </p:sp>
          </p:grpSp>
          <p:sp>
            <p:nvSpPr>
              <p:cNvPr id="87054" name="Line 114">
                <a:extLst>
                  <a:ext uri="{FF2B5EF4-FFF2-40B4-BE49-F238E27FC236}">
                    <a16:creationId xmlns:a16="http://schemas.microsoft.com/office/drawing/2014/main" id="{FB6568B1-EF27-4456-94C2-7DD6ADEED44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1750" y="1241"/>
                <a:ext cx="200" cy="1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87055" name="Line 115">
                <a:extLst>
                  <a:ext uri="{FF2B5EF4-FFF2-40B4-BE49-F238E27FC236}">
                    <a16:creationId xmlns:a16="http://schemas.microsoft.com/office/drawing/2014/main" id="{5FAC1FEB-34AC-46BE-86A5-A56A225D347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1753" y="1483"/>
                <a:ext cx="200" cy="1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</p:grpSp>
      </p:grp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5" name="Title 1">
            <a:extLst>
              <a:ext uri="{FF2B5EF4-FFF2-40B4-BE49-F238E27FC236}">
                <a16:creationId xmlns:a16="http://schemas.microsoft.com/office/drawing/2014/main" id="{956AD5BE-AE43-4B9B-84BA-F8FF796958C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20638"/>
            <a:ext cx="9144000" cy="685800"/>
          </a:xfrm>
        </p:spPr>
        <p:txBody>
          <a:bodyPr/>
          <a:lstStyle/>
          <a:p>
            <a:r>
              <a:rPr lang="en-US" altLang="en-US"/>
              <a:t>These are valid groupings</a:t>
            </a:r>
          </a:p>
        </p:txBody>
      </p:sp>
      <p:pic>
        <p:nvPicPr>
          <p:cNvPr id="88066" name="Picture 26" descr="Screen shot 2013-09-23 at 3.02.25 PM.png">
            <a:extLst>
              <a:ext uri="{FF2B5EF4-FFF2-40B4-BE49-F238E27FC236}">
                <a16:creationId xmlns:a16="http://schemas.microsoft.com/office/drawing/2014/main" id="{105F0FB5-8CC5-4EB6-847E-94DE4FA2BC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2488" y="1646238"/>
            <a:ext cx="2819400" cy="181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8067" name="Picture 26" descr="Screen shot 2013-09-23 at 3.02.25 PM.png">
            <a:extLst>
              <a:ext uri="{FF2B5EF4-FFF2-40B4-BE49-F238E27FC236}">
                <a16:creationId xmlns:a16="http://schemas.microsoft.com/office/drawing/2014/main" id="{6F263746-0756-4A55-9383-AF54EEBF7C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1538" y="3971925"/>
            <a:ext cx="2819400" cy="181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8068" name="Picture 26" descr="Screen shot 2013-09-23 at 3.02.25 PM.png">
            <a:extLst>
              <a:ext uri="{FF2B5EF4-FFF2-40B4-BE49-F238E27FC236}">
                <a16:creationId xmlns:a16="http://schemas.microsoft.com/office/drawing/2014/main" id="{18C1F3C0-BE65-49FD-94D3-0D701EF7FB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7763" y="1595438"/>
            <a:ext cx="2819400" cy="181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4EDCC240-E1BE-0F45-BDC6-75C4C438D503}"/>
              </a:ext>
            </a:extLst>
          </p:cNvPr>
          <p:cNvSpPr/>
          <p:nvPr/>
        </p:nvSpPr>
        <p:spPr bwMode="auto">
          <a:xfrm rot="16200000">
            <a:off x="6160294" y="2345531"/>
            <a:ext cx="927100" cy="915988"/>
          </a:xfrm>
          <a:prstGeom prst="roundRect">
            <a:avLst/>
          </a:prstGeom>
          <a:noFill/>
          <a:ln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CDE18B29-1770-3348-9A27-FB83615211F4}"/>
              </a:ext>
            </a:extLst>
          </p:cNvPr>
          <p:cNvSpPr/>
          <p:nvPr/>
        </p:nvSpPr>
        <p:spPr bwMode="auto">
          <a:xfrm rot="16200000">
            <a:off x="2572544" y="4726781"/>
            <a:ext cx="927100" cy="915988"/>
          </a:xfrm>
          <a:prstGeom prst="roundRect">
            <a:avLst/>
          </a:prstGeom>
          <a:noFill/>
          <a:ln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4A41A688-47AD-9A46-8150-A98040CA3FA5}"/>
              </a:ext>
            </a:extLst>
          </p:cNvPr>
          <p:cNvSpPr/>
          <p:nvPr/>
        </p:nvSpPr>
        <p:spPr bwMode="auto">
          <a:xfrm rot="16200000">
            <a:off x="1537494" y="2389981"/>
            <a:ext cx="927100" cy="915988"/>
          </a:xfrm>
          <a:prstGeom prst="roundRect">
            <a:avLst/>
          </a:prstGeom>
          <a:noFill/>
          <a:ln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grpSp>
        <p:nvGrpSpPr>
          <p:cNvPr id="88072" name="Group 3">
            <a:extLst>
              <a:ext uri="{FF2B5EF4-FFF2-40B4-BE49-F238E27FC236}">
                <a16:creationId xmlns:a16="http://schemas.microsoft.com/office/drawing/2014/main" id="{D5418A74-E31F-4208-9619-65878CEAF694}"/>
              </a:ext>
            </a:extLst>
          </p:cNvPr>
          <p:cNvGrpSpPr>
            <a:grpSpLocks/>
          </p:cNvGrpSpPr>
          <p:nvPr/>
        </p:nvGrpSpPr>
        <p:grpSpPr bwMode="auto">
          <a:xfrm>
            <a:off x="4846638" y="3970338"/>
            <a:ext cx="3357562" cy="1819275"/>
            <a:chOff x="6221193" y="1295400"/>
            <a:chExt cx="3358143" cy="1819275"/>
          </a:xfrm>
        </p:grpSpPr>
        <p:pic>
          <p:nvPicPr>
            <p:cNvPr id="88073" name="Picture 26" descr="Screen shot 2013-09-23 at 3.02.25 PM.png">
              <a:extLst>
                <a:ext uri="{FF2B5EF4-FFF2-40B4-BE49-F238E27FC236}">
                  <a16:creationId xmlns:a16="http://schemas.microsoft.com/office/drawing/2014/main" id="{42C5D96C-BF94-452A-A1D6-EA25DD7FC33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334490" y="1295400"/>
              <a:ext cx="2819400" cy="18192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1" name="Rounded Rectangle 10">
              <a:extLst>
                <a:ext uri="{FF2B5EF4-FFF2-40B4-BE49-F238E27FC236}">
                  <a16:creationId xmlns:a16="http://schemas.microsoft.com/office/drawing/2014/main" id="{B17AE71F-6591-C741-BA23-875940A0EC9D}"/>
                </a:ext>
              </a:extLst>
            </p:cNvPr>
            <p:cNvSpPr/>
            <p:nvPr/>
          </p:nvSpPr>
          <p:spPr bwMode="auto">
            <a:xfrm rot="16200000">
              <a:off x="6521362" y="2050971"/>
              <a:ext cx="927100" cy="914558"/>
            </a:xfrm>
            <a:prstGeom prst="roundRect">
              <a:avLst/>
            </a:prstGeom>
            <a:noFill/>
            <a:ln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charset="0"/>
                <a:ea typeface="+mn-ea"/>
                <a:cs typeface="+mn-cs"/>
              </a:endParaRPr>
            </a:p>
          </p:txBody>
        </p:sp>
        <p:sp>
          <p:nvSpPr>
            <p:cNvPr id="12" name="Rounded Rectangle 11">
              <a:extLst>
                <a:ext uri="{FF2B5EF4-FFF2-40B4-BE49-F238E27FC236}">
                  <a16:creationId xmlns:a16="http://schemas.microsoft.com/office/drawing/2014/main" id="{923A1743-7EA4-0E46-8704-9F3792D481EB}"/>
                </a:ext>
              </a:extLst>
            </p:cNvPr>
            <p:cNvSpPr/>
            <p:nvPr/>
          </p:nvSpPr>
          <p:spPr bwMode="auto">
            <a:xfrm rot="16200000">
              <a:off x="8547363" y="2062083"/>
              <a:ext cx="927100" cy="914558"/>
            </a:xfrm>
            <a:prstGeom prst="roundRect">
              <a:avLst/>
            </a:prstGeom>
            <a:noFill/>
            <a:ln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charset="0"/>
                <a:ea typeface="+mn-ea"/>
                <a:cs typeface="+mn-cs"/>
              </a:endParaRPr>
            </a:p>
          </p:txBody>
        </p:sp>
        <p:sp>
          <p:nvSpPr>
            <p:cNvPr id="88076" name="Rectangle 2">
              <a:extLst>
                <a:ext uri="{FF2B5EF4-FFF2-40B4-BE49-F238E27FC236}">
                  <a16:creationId xmlns:a16="http://schemas.microsoft.com/office/drawing/2014/main" id="{6E511DF5-4E70-4A0B-A9C1-23DEDD2C26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22136" y="1943483"/>
              <a:ext cx="457200" cy="1143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88077" name="Rectangle 20">
              <a:extLst>
                <a:ext uri="{FF2B5EF4-FFF2-40B4-BE49-F238E27FC236}">
                  <a16:creationId xmlns:a16="http://schemas.microsoft.com/office/drawing/2014/main" id="{A8F28F45-8A72-4485-94EA-62CCB0266C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21193" y="1916296"/>
              <a:ext cx="457200" cy="1143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</p:grp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89" name="Title 1">
            <a:extLst>
              <a:ext uri="{FF2B5EF4-FFF2-40B4-BE49-F238E27FC236}">
                <a16:creationId xmlns:a16="http://schemas.microsoft.com/office/drawing/2014/main" id="{CBAD6D64-B8AA-4C03-B25A-3E272EDF938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20638"/>
            <a:ext cx="9144000" cy="685800"/>
          </a:xfrm>
        </p:spPr>
        <p:txBody>
          <a:bodyPr/>
          <a:lstStyle/>
          <a:p>
            <a:r>
              <a:rPr lang="en-US" altLang="en-US"/>
              <a:t>These are valid groupings</a:t>
            </a:r>
          </a:p>
        </p:txBody>
      </p:sp>
      <p:pic>
        <p:nvPicPr>
          <p:cNvPr id="89090" name="Picture 26" descr="Screen shot 2013-09-23 at 3.02.25 PM.png">
            <a:extLst>
              <a:ext uri="{FF2B5EF4-FFF2-40B4-BE49-F238E27FC236}">
                <a16:creationId xmlns:a16="http://schemas.microsoft.com/office/drawing/2014/main" id="{81D78FDB-BAC3-479B-9097-CF9CBBD215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4438" y="2371725"/>
            <a:ext cx="2819400" cy="181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9091" name="Picture 26" descr="Screen shot 2013-09-23 at 3.02.25 PM.png">
            <a:extLst>
              <a:ext uri="{FF2B5EF4-FFF2-40B4-BE49-F238E27FC236}">
                <a16:creationId xmlns:a16="http://schemas.microsoft.com/office/drawing/2014/main" id="{255BE10C-D5D9-44B5-AE2F-0AF2DD9D8D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9200" y="2335213"/>
            <a:ext cx="2819400" cy="181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ABE39D1B-F9E5-9E46-8291-9B033F1E9D39}"/>
              </a:ext>
            </a:extLst>
          </p:cNvPr>
          <p:cNvSpPr/>
          <p:nvPr/>
        </p:nvSpPr>
        <p:spPr bwMode="auto">
          <a:xfrm rot="16200000">
            <a:off x="2653507" y="2369344"/>
            <a:ext cx="406400" cy="1912937"/>
          </a:xfrm>
          <a:prstGeom prst="roundRect">
            <a:avLst/>
          </a:prstGeom>
          <a:noFill/>
          <a:ln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364668F3-3299-5A47-90DC-C7FA4A42E55F}"/>
              </a:ext>
            </a:extLst>
          </p:cNvPr>
          <p:cNvSpPr/>
          <p:nvPr/>
        </p:nvSpPr>
        <p:spPr bwMode="auto">
          <a:xfrm rot="16200000">
            <a:off x="6480969" y="2842419"/>
            <a:ext cx="406400" cy="1912938"/>
          </a:xfrm>
          <a:prstGeom prst="roundRect">
            <a:avLst/>
          </a:prstGeom>
          <a:noFill/>
          <a:ln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3" name="Title 1">
            <a:extLst>
              <a:ext uri="{FF2B5EF4-FFF2-40B4-BE49-F238E27FC236}">
                <a16:creationId xmlns:a16="http://schemas.microsoft.com/office/drawing/2014/main" id="{BEEFC830-5BD0-4AD4-9AC0-0C122911D8A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20638"/>
            <a:ext cx="9144000" cy="685800"/>
          </a:xfrm>
        </p:spPr>
        <p:txBody>
          <a:bodyPr/>
          <a:lstStyle/>
          <a:p>
            <a:r>
              <a:rPr lang="en-US" altLang="en-US"/>
              <a:t>This is a valid grouping</a:t>
            </a:r>
          </a:p>
        </p:txBody>
      </p:sp>
      <p:pic>
        <p:nvPicPr>
          <p:cNvPr id="90114" name="Picture 26" descr="Screen shot 2013-09-23 at 3.02.25 PM.png">
            <a:extLst>
              <a:ext uri="{FF2B5EF4-FFF2-40B4-BE49-F238E27FC236}">
                <a16:creationId xmlns:a16="http://schemas.microsoft.com/office/drawing/2014/main" id="{3360CE4D-EF3C-49A3-8CC4-38F481B857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1800" y="2335213"/>
            <a:ext cx="2819400" cy="181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6F1786B1-D330-C14B-B7D8-9BD38706570A}"/>
              </a:ext>
            </a:extLst>
          </p:cNvPr>
          <p:cNvSpPr/>
          <p:nvPr/>
        </p:nvSpPr>
        <p:spPr bwMode="auto">
          <a:xfrm rot="16200000">
            <a:off x="4179094" y="2597944"/>
            <a:ext cx="895350" cy="1912938"/>
          </a:xfrm>
          <a:prstGeom prst="roundRect">
            <a:avLst/>
          </a:prstGeom>
          <a:noFill/>
          <a:ln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935FE72E-5228-4845-9904-7FDC7CA3CF2C}"/>
                  </a:ext>
                </a:extLst>
              </p14:cNvPr>
              <p14:cNvContentPartPr/>
              <p14:nvPr/>
            </p14:nvContentPartPr>
            <p14:xfrm>
              <a:off x="6043680" y="3254760"/>
              <a:ext cx="794160" cy="6102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935FE72E-5228-4845-9904-7FDC7CA3CF2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034320" y="3245400"/>
                <a:ext cx="812880" cy="6289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7" name="Title 1">
            <a:extLst>
              <a:ext uri="{FF2B5EF4-FFF2-40B4-BE49-F238E27FC236}">
                <a16:creationId xmlns:a16="http://schemas.microsoft.com/office/drawing/2014/main" id="{88BD36EF-46C8-4943-BA75-D0EB16AB145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20638"/>
            <a:ext cx="9144000" cy="685800"/>
          </a:xfrm>
        </p:spPr>
        <p:txBody>
          <a:bodyPr/>
          <a:lstStyle/>
          <a:p>
            <a:r>
              <a:rPr lang="en-US" altLang="en-US" dirty="0"/>
              <a:t>Some </a:t>
            </a:r>
            <a:r>
              <a:rPr lang="en-US" altLang="en-US" dirty="0">
                <a:solidFill>
                  <a:srgbClr val="FF0000"/>
                </a:solidFill>
              </a:rPr>
              <a:t>invalid</a:t>
            </a:r>
            <a:r>
              <a:rPr lang="en-US" altLang="en-US" dirty="0"/>
              <a:t> groupings</a:t>
            </a:r>
          </a:p>
        </p:txBody>
      </p:sp>
      <p:pic>
        <p:nvPicPr>
          <p:cNvPr id="91138" name="Picture 26" descr="Screen shot 2013-09-23 at 3.02.25 PM.png">
            <a:extLst>
              <a:ext uri="{FF2B5EF4-FFF2-40B4-BE49-F238E27FC236}">
                <a16:creationId xmlns:a16="http://schemas.microsoft.com/office/drawing/2014/main" id="{2B201549-B093-4972-B93F-F6AA9F42A0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4438" y="2371725"/>
            <a:ext cx="2819400" cy="181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1139" name="Picture 26" descr="Screen shot 2013-09-23 at 3.02.25 PM.png">
            <a:extLst>
              <a:ext uri="{FF2B5EF4-FFF2-40B4-BE49-F238E27FC236}">
                <a16:creationId xmlns:a16="http://schemas.microsoft.com/office/drawing/2014/main" id="{6C58AE0E-2B64-4016-9493-0ECE5CA7FB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9200" y="2335213"/>
            <a:ext cx="2819400" cy="181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82E0B9B2-D420-3742-BAF9-A6C9CB07249E}"/>
              </a:ext>
            </a:extLst>
          </p:cNvPr>
          <p:cNvSpPr/>
          <p:nvPr/>
        </p:nvSpPr>
        <p:spPr bwMode="auto">
          <a:xfrm rot="18900000">
            <a:off x="2711450" y="2994025"/>
            <a:ext cx="354013" cy="1136650"/>
          </a:xfrm>
          <a:prstGeom prst="roundRect">
            <a:avLst/>
          </a:prstGeom>
          <a:noFill/>
          <a:ln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124A507A-AC08-A241-94E1-8D96B4B3412D}"/>
              </a:ext>
            </a:extLst>
          </p:cNvPr>
          <p:cNvSpPr/>
          <p:nvPr/>
        </p:nvSpPr>
        <p:spPr bwMode="auto">
          <a:xfrm rot="2700000">
            <a:off x="7019131" y="2993232"/>
            <a:ext cx="354013" cy="1136650"/>
          </a:xfrm>
          <a:prstGeom prst="roundRect">
            <a:avLst/>
          </a:prstGeom>
          <a:noFill/>
          <a:ln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39BF8020-1551-4E28-BB68-94B3660A0731}"/>
                  </a:ext>
                </a:extLst>
              </p14:cNvPr>
              <p14:cNvContentPartPr/>
              <p14:nvPr/>
            </p14:nvContentPartPr>
            <p14:xfrm>
              <a:off x="4650480" y="1172520"/>
              <a:ext cx="2495880" cy="313992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39BF8020-1551-4E28-BB68-94B3660A073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641120" y="1163160"/>
                <a:ext cx="2514600" cy="31586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1" name="TextBox 125">
            <a:extLst>
              <a:ext uri="{FF2B5EF4-FFF2-40B4-BE49-F238E27FC236}">
                <a16:creationId xmlns:a16="http://schemas.microsoft.com/office/drawing/2014/main" id="{8E382894-7138-4388-ACB3-BA83AE5F45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53200" y="6477000"/>
            <a:ext cx="2630488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[ Figure 2.52a from the textbook ]</a:t>
            </a:r>
          </a:p>
        </p:txBody>
      </p:sp>
      <p:sp>
        <p:nvSpPr>
          <p:cNvPr id="92162" name="Rectangle 2">
            <a:extLst>
              <a:ext uri="{FF2B5EF4-FFF2-40B4-BE49-F238E27FC236}">
                <a16:creationId xmlns:a16="http://schemas.microsoft.com/office/drawing/2014/main" id="{63735475-B337-4CEA-9AD6-CB651A344C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52400"/>
            <a:ext cx="91440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t>Example 1: three-variable Karnaugh maps</a:t>
            </a:r>
            <a:endParaRPr kumimoji="0" lang="en-US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4AF4B96-AC74-4776-AE04-77FB9C9B3440}"/>
              </a:ext>
            </a:extLst>
          </p:cNvPr>
          <p:cNvSpPr/>
          <p:nvPr/>
        </p:nvSpPr>
        <p:spPr>
          <a:xfrm>
            <a:off x="42030" y="833517"/>
            <a:ext cx="9025769" cy="20928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Find the simplest SOP form of the following functions using a K-map:</a:t>
            </a:r>
          </a:p>
          <a:p>
            <a:endParaRPr lang="en-US" dirty="0"/>
          </a:p>
          <a:p>
            <a:r>
              <a:rPr lang="en-US" b="1" dirty="0"/>
              <a:t>f(x1, x2, x3) = Σ m(1, 4, 5, 6)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dirty="0"/>
              <a:t>Or</a:t>
            </a:r>
          </a:p>
          <a:p>
            <a:r>
              <a:rPr lang="en-US" dirty="0">
                <a:solidFill>
                  <a:srgbClr val="0066FF"/>
                </a:solidFill>
              </a:rPr>
              <a:t>f(x1, x2, x3) = </a:t>
            </a:r>
            <a:r>
              <a:rPr lang="el-GR" dirty="0">
                <a:solidFill>
                  <a:srgbClr val="0066FF"/>
                </a:solidFill>
              </a:rPr>
              <a:t>Π</a:t>
            </a:r>
            <a:r>
              <a:rPr lang="en-US" dirty="0">
                <a:solidFill>
                  <a:srgbClr val="0066FF"/>
                </a:solidFill>
              </a:rPr>
              <a:t> M(0, 2, 3, 7)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1" name="TextBox 125">
            <a:extLst>
              <a:ext uri="{FF2B5EF4-FFF2-40B4-BE49-F238E27FC236}">
                <a16:creationId xmlns:a16="http://schemas.microsoft.com/office/drawing/2014/main" id="{8E382894-7138-4388-ACB3-BA83AE5F45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53200" y="6477000"/>
            <a:ext cx="2630488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[ Figure 2.52a from the textbook ]</a:t>
            </a:r>
          </a:p>
        </p:txBody>
      </p:sp>
      <p:sp>
        <p:nvSpPr>
          <p:cNvPr id="92162" name="Rectangle 2">
            <a:extLst>
              <a:ext uri="{FF2B5EF4-FFF2-40B4-BE49-F238E27FC236}">
                <a16:creationId xmlns:a16="http://schemas.microsoft.com/office/drawing/2014/main" id="{63735475-B337-4CEA-9AD6-CB651A344C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52400"/>
            <a:ext cx="91440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t>Example 1: three-variable Karnaugh maps</a:t>
            </a:r>
            <a:endParaRPr kumimoji="0" lang="en-US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+mn-cs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B4EED4A-5C30-488E-8523-555006D00015}"/>
              </a:ext>
            </a:extLst>
          </p:cNvPr>
          <p:cNvGraphicFramePr>
            <a:graphicFrameLocks noGrp="1"/>
          </p:cNvGraphicFramePr>
          <p:nvPr/>
        </p:nvGraphicFramePr>
        <p:xfrm>
          <a:off x="5141913" y="2302182"/>
          <a:ext cx="3124200" cy="143161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81050">
                  <a:extLst>
                    <a:ext uri="{9D8B030D-6E8A-4147-A177-3AD203B41FA5}">
                      <a16:colId xmlns:a16="http://schemas.microsoft.com/office/drawing/2014/main" val="3660233607"/>
                    </a:ext>
                  </a:extLst>
                </a:gridCol>
                <a:gridCol w="781050">
                  <a:extLst>
                    <a:ext uri="{9D8B030D-6E8A-4147-A177-3AD203B41FA5}">
                      <a16:colId xmlns:a16="http://schemas.microsoft.com/office/drawing/2014/main" val="2393925010"/>
                    </a:ext>
                  </a:extLst>
                </a:gridCol>
                <a:gridCol w="781050">
                  <a:extLst>
                    <a:ext uri="{9D8B030D-6E8A-4147-A177-3AD203B41FA5}">
                      <a16:colId xmlns:a16="http://schemas.microsoft.com/office/drawing/2014/main" val="2657909868"/>
                    </a:ext>
                  </a:extLst>
                </a:gridCol>
                <a:gridCol w="781050">
                  <a:extLst>
                    <a:ext uri="{9D8B030D-6E8A-4147-A177-3AD203B41FA5}">
                      <a16:colId xmlns:a16="http://schemas.microsoft.com/office/drawing/2014/main" val="536899556"/>
                    </a:ext>
                  </a:extLst>
                </a:gridCol>
              </a:tblGrid>
              <a:tr h="715809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623412"/>
                  </a:ext>
                </a:extLst>
              </a:tr>
              <a:tr h="715809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9862621"/>
                  </a:ext>
                </a:extLst>
              </a:tr>
            </a:tbl>
          </a:graphicData>
        </a:graphic>
      </p:graphicFrame>
      <p:sp>
        <p:nvSpPr>
          <p:cNvPr id="7" name="Line 6">
            <a:extLst>
              <a:ext uri="{FF2B5EF4-FFF2-40B4-BE49-F238E27FC236}">
                <a16:creationId xmlns:a16="http://schemas.microsoft.com/office/drawing/2014/main" id="{602C5312-9408-4656-B56C-389B6CB2ED8F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0" y="1732269"/>
            <a:ext cx="569913" cy="569913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409578E-BA5A-4131-A84D-6DC3BCEDA36A}"/>
              </a:ext>
            </a:extLst>
          </p:cNvPr>
          <p:cNvSpPr txBox="1"/>
          <p:nvPr/>
        </p:nvSpPr>
        <p:spPr>
          <a:xfrm>
            <a:off x="5292854" y="1905986"/>
            <a:ext cx="29732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00       01      11       10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5C70913-D478-4C60-AB9C-48FC7884C5B5}"/>
              </a:ext>
            </a:extLst>
          </p:cNvPr>
          <p:cNvSpPr txBox="1"/>
          <p:nvPr/>
        </p:nvSpPr>
        <p:spPr>
          <a:xfrm>
            <a:off x="4841639" y="2413436"/>
            <a:ext cx="44634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0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1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4AF4B96-AC74-4776-AE04-77FB9C9B3440}"/>
              </a:ext>
            </a:extLst>
          </p:cNvPr>
          <p:cNvSpPr/>
          <p:nvPr/>
        </p:nvSpPr>
        <p:spPr>
          <a:xfrm>
            <a:off x="42030" y="833517"/>
            <a:ext cx="9025769" cy="20928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Find the simplest SOP form of the following functions using a K-map:</a:t>
            </a:r>
          </a:p>
          <a:p>
            <a:endParaRPr lang="en-US" dirty="0"/>
          </a:p>
          <a:p>
            <a:r>
              <a:rPr lang="en-US" b="1" dirty="0"/>
              <a:t>f(x1, x2, x3) = Σ m(1, 4, 5, 6)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dirty="0"/>
              <a:t>Or</a:t>
            </a:r>
          </a:p>
          <a:p>
            <a:r>
              <a:rPr lang="en-US" dirty="0">
                <a:solidFill>
                  <a:srgbClr val="0066FF"/>
                </a:solidFill>
              </a:rPr>
              <a:t>f(x1, x2, x3) = </a:t>
            </a:r>
            <a:r>
              <a:rPr lang="el-GR" dirty="0">
                <a:solidFill>
                  <a:srgbClr val="0066FF"/>
                </a:solidFill>
              </a:rPr>
              <a:t>Π</a:t>
            </a:r>
            <a:r>
              <a:rPr lang="en-US" dirty="0">
                <a:solidFill>
                  <a:srgbClr val="0066FF"/>
                </a:solidFill>
              </a:rPr>
              <a:t> M(0, 2, 3, 7)</a:t>
            </a:r>
          </a:p>
        </p:txBody>
      </p:sp>
      <p:pic>
        <p:nvPicPr>
          <p:cNvPr id="13" name="Picture 26" descr="Screen shot 2013-09-23 at 3.02.25 PM.png">
            <a:extLst>
              <a:ext uri="{FF2B5EF4-FFF2-40B4-BE49-F238E27FC236}">
                <a16:creationId xmlns:a16="http://schemas.microsoft.com/office/drawing/2014/main" id="{D4EAD944-A7A2-4B06-932D-B5641F0718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3276600"/>
            <a:ext cx="3505200" cy="2261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ECEA718A-DB34-4893-9FEF-15CD50FF8376}"/>
                  </a:ext>
                </a:extLst>
              </p14:cNvPr>
              <p14:cNvContentPartPr/>
              <p14:nvPr/>
            </p14:nvContentPartPr>
            <p14:xfrm>
              <a:off x="2481480" y="1295640"/>
              <a:ext cx="6210360" cy="442008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ECEA718A-DB34-4893-9FEF-15CD50FF837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472120" y="1286280"/>
                <a:ext cx="6229080" cy="4438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24343615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1" name="TextBox 125">
            <a:extLst>
              <a:ext uri="{FF2B5EF4-FFF2-40B4-BE49-F238E27FC236}">
                <a16:creationId xmlns:a16="http://schemas.microsoft.com/office/drawing/2014/main" id="{8E382894-7138-4388-ACB3-BA83AE5F45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53200" y="6477000"/>
            <a:ext cx="2630488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[ Figure 2.52a from the textbook ]</a:t>
            </a:r>
          </a:p>
        </p:txBody>
      </p:sp>
      <p:sp>
        <p:nvSpPr>
          <p:cNvPr id="92162" name="Rectangle 2">
            <a:extLst>
              <a:ext uri="{FF2B5EF4-FFF2-40B4-BE49-F238E27FC236}">
                <a16:creationId xmlns:a16="http://schemas.microsoft.com/office/drawing/2014/main" id="{63735475-B337-4CEA-9AD6-CB651A344C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52400"/>
            <a:ext cx="91440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lvl="0" algn="ctr" eaLnBrk="1" hangingPunct="1">
              <a:spcBef>
                <a:spcPct val="0"/>
              </a:spcBef>
              <a:buNone/>
              <a:defRPr/>
            </a:pPr>
            <a:r>
              <a:rPr lang="en-US" altLang="en-US" b="1" dirty="0">
                <a:solidFill>
                  <a:srgbClr val="000000"/>
                </a:solidFill>
                <a:latin typeface="Arial" panose="020B0604020202020204" pitchFamily="34" charset="0"/>
              </a:rPr>
              <a:t>Example 1: three-variable </a:t>
            </a:r>
            <a:r>
              <a:rPr kumimoji="0" lang="en-US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t>Karnaugh maps</a:t>
            </a:r>
            <a:endParaRPr kumimoji="0" lang="en-US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+mn-cs"/>
            </a:endParaRPr>
          </a:p>
        </p:txBody>
      </p:sp>
      <p:pic>
        <p:nvPicPr>
          <p:cNvPr id="92163" name="Picture 2">
            <a:extLst>
              <a:ext uri="{FF2B5EF4-FFF2-40B4-BE49-F238E27FC236}">
                <a16:creationId xmlns:a16="http://schemas.microsoft.com/office/drawing/2014/main" id="{60CEA1EF-10B5-4CEC-8754-29BEBB3AE4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04381" y="2590800"/>
            <a:ext cx="6734819" cy="289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4CE7C55B-F076-4331-85FA-6AEF46C99ABF}"/>
              </a:ext>
            </a:extLst>
          </p:cNvPr>
          <p:cNvSpPr/>
          <p:nvPr/>
        </p:nvSpPr>
        <p:spPr>
          <a:xfrm>
            <a:off x="42030" y="833517"/>
            <a:ext cx="9025769" cy="172354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Find the </a:t>
            </a:r>
            <a:r>
              <a:rPr lang="en-US" b="1" dirty="0"/>
              <a:t>simplest SOP </a:t>
            </a:r>
            <a:r>
              <a:rPr lang="en-US" dirty="0"/>
              <a:t>form of the following functions using a K-map:</a:t>
            </a:r>
          </a:p>
          <a:p>
            <a:r>
              <a:rPr lang="en-US" b="1" dirty="0"/>
              <a:t>f(x1, x2, x3) = Σ m(1, 4, 5, 6)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dirty="0"/>
              <a:t>Or</a:t>
            </a:r>
          </a:p>
          <a:p>
            <a:r>
              <a:rPr lang="en-US" dirty="0">
                <a:solidFill>
                  <a:srgbClr val="0066FF"/>
                </a:solidFill>
              </a:rPr>
              <a:t>f(x1, x2, x3) = </a:t>
            </a:r>
            <a:r>
              <a:rPr lang="el-GR" dirty="0">
                <a:solidFill>
                  <a:srgbClr val="0066FF"/>
                </a:solidFill>
              </a:rPr>
              <a:t>Π</a:t>
            </a:r>
            <a:r>
              <a:rPr lang="en-US" dirty="0">
                <a:solidFill>
                  <a:srgbClr val="0066FF"/>
                </a:solidFill>
              </a:rPr>
              <a:t> M(0, 2, 3, 7)</a:t>
            </a:r>
          </a:p>
        </p:txBody>
      </p:sp>
    </p:spTree>
    <p:extLst>
      <p:ext uri="{BB962C8B-B14F-4D97-AF65-F5344CB8AC3E}">
        <p14:creationId xmlns:p14="http://schemas.microsoft.com/office/powerpoint/2010/main" val="2763104593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1" name="TextBox 125">
            <a:extLst>
              <a:ext uri="{FF2B5EF4-FFF2-40B4-BE49-F238E27FC236}">
                <a16:creationId xmlns:a16="http://schemas.microsoft.com/office/drawing/2014/main" id="{8E382894-7138-4388-ACB3-BA83AE5F45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53200" y="6477000"/>
            <a:ext cx="2630488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[ Figure 2.52a from the textbook ]</a:t>
            </a:r>
          </a:p>
        </p:txBody>
      </p:sp>
      <p:sp>
        <p:nvSpPr>
          <p:cNvPr id="92162" name="Rectangle 2">
            <a:extLst>
              <a:ext uri="{FF2B5EF4-FFF2-40B4-BE49-F238E27FC236}">
                <a16:creationId xmlns:a16="http://schemas.microsoft.com/office/drawing/2014/main" id="{63735475-B337-4CEA-9AD6-CB651A344C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76200"/>
            <a:ext cx="91440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lvl="0" algn="ctr" eaLnBrk="1" hangingPunct="1">
              <a:spcBef>
                <a:spcPct val="0"/>
              </a:spcBef>
              <a:buNone/>
              <a:defRPr/>
            </a:pPr>
            <a:r>
              <a:rPr lang="en-US" altLang="en-US" b="1" dirty="0">
                <a:solidFill>
                  <a:srgbClr val="000000"/>
                </a:solidFill>
                <a:latin typeface="Arial" panose="020B0604020202020204" pitchFamily="34" charset="0"/>
              </a:rPr>
              <a:t>Example 2: three-variable </a:t>
            </a:r>
            <a:r>
              <a:rPr kumimoji="0" lang="en-US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t>Karnaugh maps</a:t>
            </a:r>
            <a:endParaRPr kumimoji="0" lang="en-US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BC8FF33-1403-409A-8ADC-7B2AF5A4261C}"/>
              </a:ext>
            </a:extLst>
          </p:cNvPr>
          <p:cNvSpPr/>
          <p:nvPr/>
        </p:nvSpPr>
        <p:spPr>
          <a:xfrm>
            <a:off x="42030" y="833517"/>
            <a:ext cx="9025769" cy="20928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Find the simplest SOP form of the following functions using a K-map:</a:t>
            </a:r>
          </a:p>
          <a:p>
            <a:endParaRPr lang="en-US" dirty="0"/>
          </a:p>
          <a:p>
            <a:r>
              <a:rPr lang="en-US" b="1" dirty="0"/>
              <a:t>f(x1, x2, x3) = Σ m(0, 2, 4, 5, 6)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dirty="0"/>
              <a:t>Or</a:t>
            </a:r>
          </a:p>
          <a:p>
            <a:r>
              <a:rPr lang="en-US" dirty="0">
                <a:solidFill>
                  <a:srgbClr val="0066FF"/>
                </a:solidFill>
              </a:rPr>
              <a:t>f(x1, x2, x3) = </a:t>
            </a:r>
            <a:r>
              <a:rPr lang="el-GR" dirty="0">
                <a:solidFill>
                  <a:srgbClr val="0066FF"/>
                </a:solidFill>
              </a:rPr>
              <a:t>Π</a:t>
            </a:r>
            <a:r>
              <a:rPr lang="en-US" dirty="0">
                <a:solidFill>
                  <a:srgbClr val="0066FF"/>
                </a:solidFill>
              </a:rPr>
              <a:t> M(1, 3, 7)</a:t>
            </a:r>
          </a:p>
        </p:txBody>
      </p:sp>
    </p:spTree>
    <p:extLst>
      <p:ext uri="{BB962C8B-B14F-4D97-AF65-F5344CB8AC3E}">
        <p14:creationId xmlns:p14="http://schemas.microsoft.com/office/powerpoint/2010/main" val="1839741156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1" name="TextBox 125">
            <a:extLst>
              <a:ext uri="{FF2B5EF4-FFF2-40B4-BE49-F238E27FC236}">
                <a16:creationId xmlns:a16="http://schemas.microsoft.com/office/drawing/2014/main" id="{8E382894-7138-4388-ACB3-BA83AE5F45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53200" y="6477000"/>
            <a:ext cx="2630488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[ Figure 2.52a from the textbook ]</a:t>
            </a:r>
          </a:p>
        </p:txBody>
      </p:sp>
      <p:sp>
        <p:nvSpPr>
          <p:cNvPr id="92162" name="Rectangle 2">
            <a:extLst>
              <a:ext uri="{FF2B5EF4-FFF2-40B4-BE49-F238E27FC236}">
                <a16:creationId xmlns:a16="http://schemas.microsoft.com/office/drawing/2014/main" id="{63735475-B337-4CEA-9AD6-CB651A344C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76200"/>
            <a:ext cx="91440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lvl="0" algn="ctr" eaLnBrk="1" hangingPunct="1">
              <a:spcBef>
                <a:spcPct val="0"/>
              </a:spcBef>
              <a:buNone/>
              <a:defRPr/>
            </a:pPr>
            <a:r>
              <a:rPr lang="en-US" altLang="en-US" b="1" dirty="0">
                <a:solidFill>
                  <a:srgbClr val="000000"/>
                </a:solidFill>
                <a:latin typeface="Arial" panose="020B0604020202020204" pitchFamily="34" charset="0"/>
              </a:rPr>
              <a:t>Example 2: </a:t>
            </a:r>
            <a:r>
              <a:rPr kumimoji="0" lang="en-US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t>three-variable Karnaugh maps</a:t>
            </a:r>
            <a:endParaRPr kumimoji="0" lang="en-US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+mn-cs"/>
            </a:endParaRP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F02BCCFE-E966-4A56-A59F-6FCBC9913F6F}"/>
              </a:ext>
            </a:extLst>
          </p:cNvPr>
          <p:cNvGraphicFramePr>
            <a:graphicFrameLocks noGrp="1"/>
          </p:cNvGraphicFramePr>
          <p:nvPr/>
        </p:nvGraphicFramePr>
        <p:xfrm>
          <a:off x="5141913" y="2302182"/>
          <a:ext cx="3124200" cy="143161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81050">
                  <a:extLst>
                    <a:ext uri="{9D8B030D-6E8A-4147-A177-3AD203B41FA5}">
                      <a16:colId xmlns:a16="http://schemas.microsoft.com/office/drawing/2014/main" val="3660233607"/>
                    </a:ext>
                  </a:extLst>
                </a:gridCol>
                <a:gridCol w="781050">
                  <a:extLst>
                    <a:ext uri="{9D8B030D-6E8A-4147-A177-3AD203B41FA5}">
                      <a16:colId xmlns:a16="http://schemas.microsoft.com/office/drawing/2014/main" val="2393925010"/>
                    </a:ext>
                  </a:extLst>
                </a:gridCol>
                <a:gridCol w="781050">
                  <a:extLst>
                    <a:ext uri="{9D8B030D-6E8A-4147-A177-3AD203B41FA5}">
                      <a16:colId xmlns:a16="http://schemas.microsoft.com/office/drawing/2014/main" val="2657909868"/>
                    </a:ext>
                  </a:extLst>
                </a:gridCol>
                <a:gridCol w="781050">
                  <a:extLst>
                    <a:ext uri="{9D8B030D-6E8A-4147-A177-3AD203B41FA5}">
                      <a16:colId xmlns:a16="http://schemas.microsoft.com/office/drawing/2014/main" val="536899556"/>
                    </a:ext>
                  </a:extLst>
                </a:gridCol>
              </a:tblGrid>
              <a:tr h="715809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623412"/>
                  </a:ext>
                </a:extLst>
              </a:tr>
              <a:tr h="715809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9862621"/>
                  </a:ext>
                </a:extLst>
              </a:tr>
            </a:tbl>
          </a:graphicData>
        </a:graphic>
      </p:graphicFrame>
      <p:sp>
        <p:nvSpPr>
          <p:cNvPr id="13" name="Line 6">
            <a:extLst>
              <a:ext uri="{FF2B5EF4-FFF2-40B4-BE49-F238E27FC236}">
                <a16:creationId xmlns:a16="http://schemas.microsoft.com/office/drawing/2014/main" id="{A62F7913-49EC-4AB8-BF77-881395B968C6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0" y="1732269"/>
            <a:ext cx="569913" cy="569913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EA25318-5871-4ECE-80C1-D03C989D8979}"/>
              </a:ext>
            </a:extLst>
          </p:cNvPr>
          <p:cNvSpPr txBox="1"/>
          <p:nvPr/>
        </p:nvSpPr>
        <p:spPr>
          <a:xfrm>
            <a:off x="5292854" y="1905986"/>
            <a:ext cx="29732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00       01      11       10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2AAD4A3-1745-44B1-9DF3-35B07ED0C862}"/>
              </a:ext>
            </a:extLst>
          </p:cNvPr>
          <p:cNvSpPr txBox="1"/>
          <p:nvPr/>
        </p:nvSpPr>
        <p:spPr>
          <a:xfrm>
            <a:off x="4841639" y="2413436"/>
            <a:ext cx="44634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0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1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BC8FF33-1403-409A-8ADC-7B2AF5A4261C}"/>
              </a:ext>
            </a:extLst>
          </p:cNvPr>
          <p:cNvSpPr/>
          <p:nvPr/>
        </p:nvSpPr>
        <p:spPr>
          <a:xfrm>
            <a:off x="42030" y="650319"/>
            <a:ext cx="9025769" cy="20928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Find the simplest SOP form of the following functions using a K-map:</a:t>
            </a:r>
          </a:p>
          <a:p>
            <a:endParaRPr lang="en-US" dirty="0"/>
          </a:p>
          <a:p>
            <a:r>
              <a:rPr lang="en-US" b="1" dirty="0"/>
              <a:t>f(x1, x2, x3) = Σ m(0, 2, 4, 5, 6)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dirty="0"/>
              <a:t>Or</a:t>
            </a:r>
          </a:p>
          <a:p>
            <a:r>
              <a:rPr lang="en-US" dirty="0">
                <a:solidFill>
                  <a:srgbClr val="0066FF"/>
                </a:solidFill>
              </a:rPr>
              <a:t>f(x1, x2, x3) = </a:t>
            </a:r>
            <a:r>
              <a:rPr lang="el-GR" dirty="0">
                <a:solidFill>
                  <a:srgbClr val="0066FF"/>
                </a:solidFill>
              </a:rPr>
              <a:t>Π</a:t>
            </a:r>
            <a:r>
              <a:rPr lang="en-US" dirty="0">
                <a:solidFill>
                  <a:srgbClr val="0066FF"/>
                </a:solidFill>
              </a:rPr>
              <a:t> M(1, 3, 7)</a:t>
            </a:r>
          </a:p>
        </p:txBody>
      </p:sp>
      <p:pic>
        <p:nvPicPr>
          <p:cNvPr id="19" name="Picture 26" descr="Screen shot 2013-09-23 at 3.02.25 PM.png">
            <a:extLst>
              <a:ext uri="{FF2B5EF4-FFF2-40B4-BE49-F238E27FC236}">
                <a16:creationId xmlns:a16="http://schemas.microsoft.com/office/drawing/2014/main" id="{2FEB178B-89DE-4B46-96C9-A39166FF56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3048000"/>
            <a:ext cx="3505200" cy="2261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7340B5A2-213E-4401-A6B3-BCEA4E815F0C}"/>
                  </a:ext>
                </a:extLst>
              </p14:cNvPr>
              <p14:cNvContentPartPr/>
              <p14:nvPr/>
            </p14:nvContentPartPr>
            <p14:xfrm>
              <a:off x="4484520" y="1386000"/>
              <a:ext cx="3966120" cy="33627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7340B5A2-213E-4401-A6B3-BCEA4E815F0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475160" y="1376640"/>
                <a:ext cx="3984840" cy="3381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18094164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5" name="TextBox 125">
            <a:extLst>
              <a:ext uri="{FF2B5EF4-FFF2-40B4-BE49-F238E27FC236}">
                <a16:creationId xmlns:a16="http://schemas.microsoft.com/office/drawing/2014/main" id="{77F24D62-CCDB-45E5-9294-18B0301312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53200" y="6477000"/>
            <a:ext cx="2640013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[ Figure 2.52b from the textbook ]</a:t>
            </a:r>
          </a:p>
        </p:txBody>
      </p:sp>
      <p:sp>
        <p:nvSpPr>
          <p:cNvPr id="93186" name="Rectangle 2">
            <a:extLst>
              <a:ext uri="{FF2B5EF4-FFF2-40B4-BE49-F238E27FC236}">
                <a16:creationId xmlns:a16="http://schemas.microsoft.com/office/drawing/2014/main" id="{9AAFFFB8-840A-4181-BE5A-DFD138084E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52400"/>
            <a:ext cx="91440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lvl="0" algn="ctr" eaLnBrk="1" hangingPunct="1">
              <a:spcBef>
                <a:spcPct val="0"/>
              </a:spcBef>
              <a:buNone/>
              <a:defRPr/>
            </a:pPr>
            <a:r>
              <a:rPr lang="en-US" altLang="en-US" b="1" dirty="0">
                <a:solidFill>
                  <a:srgbClr val="000000"/>
                </a:solidFill>
                <a:latin typeface="Arial" panose="020B0604020202020204" pitchFamily="34" charset="0"/>
              </a:rPr>
              <a:t>Example 2: </a:t>
            </a:r>
            <a:r>
              <a:rPr kumimoji="0" lang="en-US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t>three-variable Karnaugh maps</a:t>
            </a:r>
            <a:endParaRPr kumimoji="0" lang="en-US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+mn-cs"/>
            </a:endParaRPr>
          </a:p>
        </p:txBody>
      </p:sp>
      <p:pic>
        <p:nvPicPr>
          <p:cNvPr id="93187" name="Picture 4">
            <a:extLst>
              <a:ext uri="{FF2B5EF4-FFF2-40B4-BE49-F238E27FC236}">
                <a16:creationId xmlns:a16="http://schemas.microsoft.com/office/drawing/2014/main" id="{28502B22-FD7A-48F0-958E-E1FD46141B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7400" y="2667000"/>
            <a:ext cx="6731102" cy="289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6E70CF05-0533-4AD7-9FE3-A9326F541CA8}"/>
              </a:ext>
            </a:extLst>
          </p:cNvPr>
          <p:cNvSpPr/>
          <p:nvPr/>
        </p:nvSpPr>
        <p:spPr>
          <a:xfrm>
            <a:off x="42030" y="833517"/>
            <a:ext cx="9025769" cy="172354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Find the simplest SOP form of the following functions using a K-map:</a:t>
            </a:r>
          </a:p>
          <a:p>
            <a:r>
              <a:rPr lang="en-US" b="1" dirty="0"/>
              <a:t>f(x1, x2, x3) = Σ m(0, 2, 4, 5, 6)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dirty="0"/>
              <a:t>Or</a:t>
            </a:r>
          </a:p>
          <a:p>
            <a:r>
              <a:rPr lang="en-US" dirty="0">
                <a:solidFill>
                  <a:srgbClr val="0066FF"/>
                </a:solidFill>
              </a:rPr>
              <a:t>f(x1, x2, x3) = </a:t>
            </a:r>
            <a:r>
              <a:rPr lang="el-GR" dirty="0">
                <a:solidFill>
                  <a:srgbClr val="0066FF"/>
                </a:solidFill>
              </a:rPr>
              <a:t>Π</a:t>
            </a:r>
            <a:r>
              <a:rPr lang="en-US" dirty="0">
                <a:solidFill>
                  <a:srgbClr val="0066FF"/>
                </a:solidFill>
              </a:rPr>
              <a:t> M(1, 3, 7)</a:t>
            </a:r>
          </a:p>
        </p:txBody>
      </p:sp>
    </p:spTree>
    <p:extLst>
      <p:ext uri="{BB962C8B-B14F-4D97-AF65-F5344CB8AC3E}">
        <p14:creationId xmlns:p14="http://schemas.microsoft.com/office/powerpoint/2010/main" val="2973042199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1" name="TextBox 125">
            <a:extLst>
              <a:ext uri="{FF2B5EF4-FFF2-40B4-BE49-F238E27FC236}">
                <a16:creationId xmlns:a16="http://schemas.microsoft.com/office/drawing/2014/main" id="{8E382894-7138-4388-ACB3-BA83AE5F45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53200" y="6477000"/>
            <a:ext cx="2630488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[ Figure 2.52a from the textbook ]</a:t>
            </a:r>
          </a:p>
        </p:txBody>
      </p:sp>
      <p:sp>
        <p:nvSpPr>
          <p:cNvPr id="92162" name="Rectangle 2">
            <a:extLst>
              <a:ext uri="{FF2B5EF4-FFF2-40B4-BE49-F238E27FC236}">
                <a16:creationId xmlns:a16="http://schemas.microsoft.com/office/drawing/2014/main" id="{63735475-B337-4CEA-9AD6-CB651A344C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52400"/>
            <a:ext cx="91440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lvl="0" algn="ctr" eaLnBrk="1" hangingPunct="1">
              <a:spcBef>
                <a:spcPct val="0"/>
              </a:spcBef>
              <a:buNone/>
              <a:defRPr/>
            </a:pPr>
            <a:r>
              <a:rPr lang="en-US" altLang="en-US" b="1" dirty="0">
                <a:solidFill>
                  <a:srgbClr val="000000"/>
                </a:solidFill>
                <a:latin typeface="Arial" panose="020B0604020202020204" pitchFamily="34" charset="0"/>
              </a:rPr>
              <a:t>Example 3: </a:t>
            </a:r>
            <a:r>
              <a:rPr kumimoji="0" lang="en-US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t>three-variable Karnaugh maps</a:t>
            </a:r>
            <a:endParaRPr kumimoji="0" lang="en-US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87B8DB9-E669-4B99-87C4-1613B3C6DF1A}"/>
              </a:ext>
            </a:extLst>
          </p:cNvPr>
          <p:cNvSpPr/>
          <p:nvPr/>
        </p:nvSpPr>
        <p:spPr>
          <a:xfrm>
            <a:off x="42030" y="714851"/>
            <a:ext cx="9025769" cy="172354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Find the simplest SOP form of the following functions using a K-map:</a:t>
            </a:r>
          </a:p>
          <a:p>
            <a:r>
              <a:rPr lang="en-US" b="1" dirty="0"/>
              <a:t>f(y0, y1, y2) = Σ m(0, 1, 4, 6, 7)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dirty="0"/>
              <a:t>Or</a:t>
            </a:r>
          </a:p>
          <a:p>
            <a:r>
              <a:rPr lang="en-US" dirty="0">
                <a:solidFill>
                  <a:srgbClr val="0066FF"/>
                </a:solidFill>
              </a:rPr>
              <a:t>f(y0, y1, y2) = </a:t>
            </a:r>
            <a:r>
              <a:rPr lang="el-GR" dirty="0">
                <a:solidFill>
                  <a:srgbClr val="0066FF"/>
                </a:solidFill>
              </a:rPr>
              <a:t>Π</a:t>
            </a:r>
            <a:r>
              <a:rPr lang="en-US" dirty="0">
                <a:solidFill>
                  <a:srgbClr val="0066FF"/>
                </a:solidFill>
              </a:rPr>
              <a:t> M(2, 3, 5)</a:t>
            </a:r>
          </a:p>
        </p:txBody>
      </p:sp>
    </p:spTree>
    <p:extLst>
      <p:ext uri="{BB962C8B-B14F-4D97-AF65-F5344CB8AC3E}">
        <p14:creationId xmlns:p14="http://schemas.microsoft.com/office/powerpoint/2010/main" val="767249248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1" name="TextBox 125">
            <a:extLst>
              <a:ext uri="{FF2B5EF4-FFF2-40B4-BE49-F238E27FC236}">
                <a16:creationId xmlns:a16="http://schemas.microsoft.com/office/drawing/2014/main" id="{8E382894-7138-4388-ACB3-BA83AE5F45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53200" y="6477000"/>
            <a:ext cx="2630488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[ Figure 2.52a from the textbook ]</a:t>
            </a:r>
          </a:p>
        </p:txBody>
      </p:sp>
      <p:sp>
        <p:nvSpPr>
          <p:cNvPr id="92162" name="Rectangle 2">
            <a:extLst>
              <a:ext uri="{FF2B5EF4-FFF2-40B4-BE49-F238E27FC236}">
                <a16:creationId xmlns:a16="http://schemas.microsoft.com/office/drawing/2014/main" id="{63735475-B337-4CEA-9AD6-CB651A344C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52400"/>
            <a:ext cx="91440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lvl="0" algn="ctr" eaLnBrk="1" hangingPunct="1">
              <a:spcBef>
                <a:spcPct val="0"/>
              </a:spcBef>
              <a:buNone/>
              <a:defRPr/>
            </a:pPr>
            <a:r>
              <a:rPr lang="en-US" altLang="en-US" b="1" dirty="0">
                <a:solidFill>
                  <a:srgbClr val="000000"/>
                </a:solidFill>
                <a:latin typeface="Arial" panose="020B0604020202020204" pitchFamily="34" charset="0"/>
              </a:rPr>
              <a:t>Example 3: </a:t>
            </a:r>
            <a:r>
              <a:rPr kumimoji="0" lang="en-US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t>three-variable Karnaugh maps</a:t>
            </a:r>
            <a:endParaRPr kumimoji="0" lang="en-US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+mn-cs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B4EED4A-5C30-488E-8523-555006D00015}"/>
              </a:ext>
            </a:extLst>
          </p:cNvPr>
          <p:cNvGraphicFramePr>
            <a:graphicFrameLocks noGrp="1"/>
          </p:cNvGraphicFramePr>
          <p:nvPr/>
        </p:nvGraphicFramePr>
        <p:xfrm>
          <a:off x="5410200" y="2819400"/>
          <a:ext cx="3124200" cy="143161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81050">
                  <a:extLst>
                    <a:ext uri="{9D8B030D-6E8A-4147-A177-3AD203B41FA5}">
                      <a16:colId xmlns:a16="http://schemas.microsoft.com/office/drawing/2014/main" val="3660233607"/>
                    </a:ext>
                  </a:extLst>
                </a:gridCol>
                <a:gridCol w="781050">
                  <a:extLst>
                    <a:ext uri="{9D8B030D-6E8A-4147-A177-3AD203B41FA5}">
                      <a16:colId xmlns:a16="http://schemas.microsoft.com/office/drawing/2014/main" val="2393925010"/>
                    </a:ext>
                  </a:extLst>
                </a:gridCol>
                <a:gridCol w="781050">
                  <a:extLst>
                    <a:ext uri="{9D8B030D-6E8A-4147-A177-3AD203B41FA5}">
                      <a16:colId xmlns:a16="http://schemas.microsoft.com/office/drawing/2014/main" val="2657909868"/>
                    </a:ext>
                  </a:extLst>
                </a:gridCol>
                <a:gridCol w="781050">
                  <a:extLst>
                    <a:ext uri="{9D8B030D-6E8A-4147-A177-3AD203B41FA5}">
                      <a16:colId xmlns:a16="http://schemas.microsoft.com/office/drawing/2014/main" val="536899556"/>
                    </a:ext>
                  </a:extLst>
                </a:gridCol>
              </a:tblGrid>
              <a:tr h="715809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623412"/>
                  </a:ext>
                </a:extLst>
              </a:tr>
              <a:tr h="715809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9862621"/>
                  </a:ext>
                </a:extLst>
              </a:tr>
            </a:tbl>
          </a:graphicData>
        </a:graphic>
      </p:graphicFrame>
      <p:sp>
        <p:nvSpPr>
          <p:cNvPr id="7" name="Line 6">
            <a:extLst>
              <a:ext uri="{FF2B5EF4-FFF2-40B4-BE49-F238E27FC236}">
                <a16:creationId xmlns:a16="http://schemas.microsoft.com/office/drawing/2014/main" id="{602C5312-9408-4656-B56C-389B6CB2ED8F}"/>
              </a:ext>
            </a:extLst>
          </p:cNvPr>
          <p:cNvSpPr>
            <a:spLocks noChangeShapeType="1"/>
          </p:cNvSpPr>
          <p:nvPr/>
        </p:nvSpPr>
        <p:spPr bwMode="auto">
          <a:xfrm>
            <a:off x="4840287" y="2249487"/>
            <a:ext cx="569913" cy="569913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" name="Rectangle 9">
            <a:extLst>
              <a:ext uri="{FF2B5EF4-FFF2-40B4-BE49-F238E27FC236}">
                <a16:creationId xmlns:a16="http://schemas.microsoft.com/office/drawing/2014/main" id="{CFAEFDB4-2E53-440D-A859-DAB8B5C1AE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77032" y="2233613"/>
            <a:ext cx="306174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t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/>
                <a:ea typeface="MS PGothic"/>
                <a:cs typeface="+mn-cs"/>
              </a:rPr>
              <a:t>y</a:t>
            </a:r>
            <a:r>
              <a:rPr kumimoji="0" lang="en-US" altLang="en-US" sz="2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/>
                <a:ea typeface="MS PGothic"/>
                <a:cs typeface="+mn-cs"/>
              </a:rPr>
              <a:t>2</a:t>
            </a:r>
            <a:r>
              <a:rPr kumimoji="0" lang="en-US" alt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/>
                <a:ea typeface="MS PGothic"/>
                <a:cs typeface="+mn-cs"/>
              </a:rPr>
              <a:t> </a:t>
            </a:r>
            <a:endParaRPr kumimoji="0" lang="en-US" altLang="en-US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12" name="Rectangle 49">
            <a:extLst>
              <a:ext uri="{FF2B5EF4-FFF2-40B4-BE49-F238E27FC236}">
                <a16:creationId xmlns:a16="http://schemas.microsoft.com/office/drawing/2014/main" id="{1733D7AE-EAA7-41CC-8DEE-FAB1AFE885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16775" y="2057400"/>
            <a:ext cx="612347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t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/>
                <a:ea typeface="MS PGothic"/>
                <a:cs typeface="+mn-cs"/>
              </a:rPr>
              <a:t>y</a:t>
            </a:r>
            <a:r>
              <a:rPr kumimoji="0" lang="en-US" altLang="en-US" sz="2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/>
                <a:ea typeface="MS PGothic"/>
                <a:cs typeface="+mn-cs"/>
              </a:rPr>
              <a:t>0</a:t>
            </a:r>
            <a:r>
              <a:rPr kumimoji="0" lang="en-US" alt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/>
                <a:ea typeface="MS PGothic"/>
                <a:cs typeface="+mn-cs"/>
              </a:rPr>
              <a:t> y</a:t>
            </a:r>
            <a:r>
              <a:rPr kumimoji="0" lang="en-US" altLang="en-US" sz="2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/>
                <a:ea typeface="MS PGothic"/>
                <a:cs typeface="+mn-cs"/>
              </a:rPr>
              <a:t>1</a:t>
            </a:r>
            <a:r>
              <a:rPr kumimoji="0" lang="en-US" alt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/>
                <a:ea typeface="MS PGothic"/>
                <a:cs typeface="+mn-cs"/>
              </a:rPr>
              <a:t> </a:t>
            </a:r>
            <a:endParaRPr kumimoji="0" lang="en-US" altLang="en-US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409578E-BA5A-4131-A84D-6DC3BCEDA36A}"/>
              </a:ext>
            </a:extLst>
          </p:cNvPr>
          <p:cNvSpPr txBox="1"/>
          <p:nvPr/>
        </p:nvSpPr>
        <p:spPr>
          <a:xfrm>
            <a:off x="5561141" y="2423204"/>
            <a:ext cx="29732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00       01      11       10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5C70913-D478-4C60-AB9C-48FC7884C5B5}"/>
              </a:ext>
            </a:extLst>
          </p:cNvPr>
          <p:cNvSpPr txBox="1"/>
          <p:nvPr/>
        </p:nvSpPr>
        <p:spPr>
          <a:xfrm>
            <a:off x="5109926" y="2930654"/>
            <a:ext cx="44634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0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1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87B8DB9-E669-4B99-87C4-1613B3C6DF1A}"/>
              </a:ext>
            </a:extLst>
          </p:cNvPr>
          <p:cNvSpPr/>
          <p:nvPr/>
        </p:nvSpPr>
        <p:spPr>
          <a:xfrm>
            <a:off x="42030" y="714851"/>
            <a:ext cx="9025769" cy="172354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Find the simplest SOP form of the following functions using a K-map:</a:t>
            </a:r>
          </a:p>
          <a:p>
            <a:r>
              <a:rPr lang="en-US" b="1" dirty="0"/>
              <a:t>f(y0, y1, y2) = Σ m(0, 1, 4, 5, 7)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dirty="0"/>
              <a:t>Or</a:t>
            </a:r>
          </a:p>
          <a:p>
            <a:r>
              <a:rPr lang="en-US" dirty="0">
                <a:solidFill>
                  <a:srgbClr val="0066FF"/>
                </a:solidFill>
              </a:rPr>
              <a:t>f(y0, y1, y2) = </a:t>
            </a:r>
            <a:r>
              <a:rPr lang="el-GR" dirty="0">
                <a:solidFill>
                  <a:srgbClr val="0066FF"/>
                </a:solidFill>
              </a:rPr>
              <a:t>Π</a:t>
            </a:r>
            <a:r>
              <a:rPr lang="en-US" dirty="0">
                <a:solidFill>
                  <a:srgbClr val="0066FF"/>
                </a:solidFill>
              </a:rPr>
              <a:t> M(2, 3, 6)</a:t>
            </a:r>
          </a:p>
        </p:txBody>
      </p:sp>
      <p:pic>
        <p:nvPicPr>
          <p:cNvPr id="11" name="Picture 26" descr="Screen shot 2013-09-23 at 3.02.25 PM.png">
            <a:extLst>
              <a:ext uri="{FF2B5EF4-FFF2-40B4-BE49-F238E27FC236}">
                <a16:creationId xmlns:a16="http://schemas.microsoft.com/office/drawing/2014/main" id="{99157DEC-5BC5-4948-BF15-ACEF3297E6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3276600"/>
            <a:ext cx="3505200" cy="2261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F8F11A14-1EFD-4E34-8FF1-D251997E2D39}"/>
                  </a:ext>
                </a:extLst>
              </p14:cNvPr>
              <p14:cNvContentPartPr/>
              <p14:nvPr/>
            </p14:nvContentPartPr>
            <p14:xfrm>
              <a:off x="4589280" y="2271960"/>
              <a:ext cx="4511880" cy="39963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F8F11A14-1EFD-4E34-8FF1-D251997E2D3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579920" y="2262600"/>
                <a:ext cx="4530600" cy="4015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88979154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09" name="Title 1">
            <a:extLst>
              <a:ext uri="{FF2B5EF4-FFF2-40B4-BE49-F238E27FC236}">
                <a16:creationId xmlns:a16="http://schemas.microsoft.com/office/drawing/2014/main" id="{861C9121-6EC4-49B7-AAF9-752E991BF25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2566988"/>
            <a:ext cx="9144000" cy="1219200"/>
          </a:xfrm>
        </p:spPr>
        <p:txBody>
          <a:bodyPr/>
          <a:lstStyle/>
          <a:p>
            <a:r>
              <a:rPr lang="en-US" altLang="en-US"/>
              <a:t>Four-Variable K-Map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TextBox 125">
            <a:extLst>
              <a:ext uri="{FF2B5EF4-FFF2-40B4-BE49-F238E27FC236}">
                <a16:creationId xmlns:a16="http://schemas.microsoft.com/office/drawing/2014/main" id="{5F59318C-15DE-4DB7-9B4F-64B528A6BE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56388" y="6477000"/>
            <a:ext cx="25527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[ Figure 2.53 from the textbook ]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5C6ACCE9-2093-094B-B485-89B3511F4235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76200"/>
            <a:ext cx="9144000" cy="685800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+mj-lt"/>
                <a:ea typeface="+mj-ea"/>
                <a:cs typeface="ＭＳ Ｐゴシック" charset="0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j-ea"/>
                <a:cs typeface="+mj-cs"/>
              </a:rPr>
              <a:t>A four-variable </a:t>
            </a:r>
            <a:r>
              <a:rPr kumimoji="0" lang="en-US" sz="36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j-ea"/>
                <a:cs typeface="+mj-cs"/>
              </a:rPr>
              <a:t>Karnaugh</a:t>
            </a: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j-ea"/>
                <a:cs typeface="+mj-cs"/>
              </a:rPr>
              <a:t> map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+mj-ea"/>
              <a:cs typeface="+mj-cs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1D1C9296-CD31-4D39-A61B-D7ED1310A0F6}"/>
              </a:ext>
            </a:extLst>
          </p:cNvPr>
          <p:cNvGraphicFramePr>
            <a:graphicFrameLocks noGrp="1"/>
          </p:cNvGraphicFramePr>
          <p:nvPr/>
        </p:nvGraphicFramePr>
        <p:xfrm>
          <a:off x="4724400" y="1981200"/>
          <a:ext cx="3810000" cy="3200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52500">
                  <a:extLst>
                    <a:ext uri="{9D8B030D-6E8A-4147-A177-3AD203B41FA5}">
                      <a16:colId xmlns:a16="http://schemas.microsoft.com/office/drawing/2014/main" val="3660233607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2393925010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2657909868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536899556"/>
                    </a:ext>
                  </a:extLst>
                </a:gridCol>
              </a:tblGrid>
              <a:tr h="80010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623412"/>
                  </a:ext>
                </a:extLst>
              </a:tr>
              <a:tr h="80010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9862621"/>
                  </a:ext>
                </a:extLst>
              </a:tr>
              <a:tr h="80010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2530139"/>
                  </a:ext>
                </a:extLst>
              </a:tr>
              <a:tr h="8001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9361204"/>
                  </a:ext>
                </a:extLst>
              </a:tr>
            </a:tbl>
          </a:graphicData>
        </a:graphic>
      </p:graphicFrame>
      <p:sp>
        <p:nvSpPr>
          <p:cNvPr id="7" name="Line 6">
            <a:extLst>
              <a:ext uri="{FF2B5EF4-FFF2-40B4-BE49-F238E27FC236}">
                <a16:creationId xmlns:a16="http://schemas.microsoft.com/office/drawing/2014/main" id="{69CAED54-5F8D-4B5F-A3A0-888FF40760C8}"/>
              </a:ext>
            </a:extLst>
          </p:cNvPr>
          <p:cNvSpPr>
            <a:spLocks noChangeShapeType="1"/>
          </p:cNvSpPr>
          <p:nvPr/>
        </p:nvSpPr>
        <p:spPr bwMode="auto">
          <a:xfrm>
            <a:off x="4114801" y="1143001"/>
            <a:ext cx="609600" cy="83820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29842A20-9B75-498D-9A92-008AB9C9F3EF}"/>
              </a:ext>
            </a:extLst>
          </p:cNvPr>
          <p:cNvGraphicFramePr>
            <a:graphicFrameLocks noGrp="1"/>
          </p:cNvGraphicFramePr>
          <p:nvPr/>
        </p:nvGraphicFramePr>
        <p:xfrm>
          <a:off x="152400" y="914400"/>
          <a:ext cx="2590800" cy="5397500"/>
        </p:xfrm>
        <a:graphic>
          <a:graphicData uri="http://schemas.openxmlformats.org/drawingml/2006/table">
            <a:tbl>
              <a:tblPr/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17500"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x1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x2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x3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x4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-128"/>
                      </a:endParaRP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7500"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0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0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0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0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m0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7500"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0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0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0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m1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7500"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0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0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0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m2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7500"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0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0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m3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7500"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0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0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0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m4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7500"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0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0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m5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7500"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0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0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m6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7500"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0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m7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17500"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0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0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0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m8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17500"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0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0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m9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17500"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0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0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m10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17500"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0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m11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17500"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0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0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m12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17500"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0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m13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17500"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0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m14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317500"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m15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866456EC-7CC0-4664-926B-901D43689CC7}"/>
                  </a:ext>
                </a:extLst>
              </p14:cNvPr>
              <p14:cNvContentPartPr/>
              <p14:nvPr/>
            </p14:nvContentPartPr>
            <p14:xfrm>
              <a:off x="3421440" y="1151640"/>
              <a:ext cx="5163120" cy="40896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866456EC-7CC0-4664-926B-901D43689CC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412080" y="1142280"/>
                <a:ext cx="5181840" cy="4108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96410178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233" name="Picture 3" descr="F:\LogicBook\PowerPoint\chapter4\figure4.6.wmf">
            <a:extLst>
              <a:ext uri="{FF2B5EF4-FFF2-40B4-BE49-F238E27FC236}">
                <a16:creationId xmlns:a16="http://schemas.microsoft.com/office/drawing/2014/main" id="{7F85C8B1-9F84-47B2-AF24-C9B2E0B80F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4150" y="1371600"/>
            <a:ext cx="4387850" cy="4324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5234" name="TextBox 125">
            <a:extLst>
              <a:ext uri="{FF2B5EF4-FFF2-40B4-BE49-F238E27FC236}">
                <a16:creationId xmlns:a16="http://schemas.microsoft.com/office/drawing/2014/main" id="{5F59318C-15DE-4DB7-9B4F-64B528A6BE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56388" y="6477000"/>
            <a:ext cx="25527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[ Figure 2.53 from the textbook ]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5C6ACCE9-2093-094B-B485-89B3511F4235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76200"/>
            <a:ext cx="9144000" cy="685800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+mj-lt"/>
                <a:ea typeface="+mj-ea"/>
                <a:cs typeface="ＭＳ Ｐゴシック" charset="0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j-ea"/>
                <a:cs typeface="+mj-cs"/>
              </a:rPr>
              <a:t>A four-variable </a:t>
            </a:r>
            <a:r>
              <a:rPr kumimoji="0" lang="en-US" sz="36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j-ea"/>
                <a:cs typeface="+mj-cs"/>
              </a:rPr>
              <a:t>Karnaugh</a:t>
            </a: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j-ea"/>
                <a:cs typeface="+mj-cs"/>
              </a:rPr>
              <a:t> map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+mj-ea"/>
              <a:cs typeface="+mj-cs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3F29766-CAEB-4C29-9E55-FA89980CF0F8}"/>
              </a:ext>
            </a:extLst>
          </p:cNvPr>
          <p:cNvGraphicFramePr>
            <a:graphicFrameLocks noGrp="1"/>
          </p:cNvGraphicFramePr>
          <p:nvPr/>
        </p:nvGraphicFramePr>
        <p:xfrm>
          <a:off x="152400" y="914400"/>
          <a:ext cx="2590800" cy="5397500"/>
        </p:xfrm>
        <a:graphic>
          <a:graphicData uri="http://schemas.openxmlformats.org/drawingml/2006/table">
            <a:tbl>
              <a:tblPr/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17500"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x1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x2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x3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x4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-128"/>
                      </a:endParaRP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7500"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0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0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0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0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m0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7500"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0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0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0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m1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7500"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0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0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0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m2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7500"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0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0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m3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7500"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0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0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0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m4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7500"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0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0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m5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7500"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0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0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m6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7500"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0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m7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17500"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0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0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0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m8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17500"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0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0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m9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17500"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0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0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m10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17500"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0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m11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17500"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0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0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m12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17500"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0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m13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17500"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0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m14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317500"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Font typeface="Wingdings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m15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1" name="Title 1">
            <a:extLst>
              <a:ext uri="{FF2B5EF4-FFF2-40B4-BE49-F238E27FC236}">
                <a16:creationId xmlns:a16="http://schemas.microsoft.com/office/drawing/2014/main" id="{E51FDA76-4D73-4AD7-9D36-3C02F1A7FCE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20638"/>
            <a:ext cx="9144000" cy="685800"/>
          </a:xfrm>
        </p:spPr>
        <p:txBody>
          <a:bodyPr/>
          <a:lstStyle/>
          <a:p>
            <a:r>
              <a:rPr lang="en-US" altLang="en-US"/>
              <a:t>Adjacency Rules</a:t>
            </a:r>
          </a:p>
        </p:txBody>
      </p:sp>
      <p:pic>
        <p:nvPicPr>
          <p:cNvPr id="97282" name="Picture 26" descr="Screen shot 2013-09-23 at 3.02.25 PM.png">
            <a:extLst>
              <a:ext uri="{FF2B5EF4-FFF2-40B4-BE49-F238E27FC236}">
                <a16:creationId xmlns:a16="http://schemas.microsoft.com/office/drawing/2014/main" id="{D4B9D4B9-36EE-456C-9AC6-68819F6C18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2362200"/>
            <a:ext cx="2819400" cy="181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7283" name="Picture 27" descr="Screen shot 2013-09-23 at 3.04.30 PM.png">
            <a:extLst>
              <a:ext uri="{FF2B5EF4-FFF2-40B4-BE49-F238E27FC236}">
                <a16:creationId xmlns:a16="http://schemas.microsoft.com/office/drawing/2014/main" id="{6F375C89-A02B-4D18-99C9-31E11DEDBD9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38613" y="1600200"/>
            <a:ext cx="3322637" cy="312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7284" name="TextBox 2">
            <a:extLst>
              <a:ext uri="{FF2B5EF4-FFF2-40B4-BE49-F238E27FC236}">
                <a16:creationId xmlns:a16="http://schemas.microsoft.com/office/drawing/2014/main" id="{25890F0B-4F13-404D-BFF3-8C5BA3817B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00200" y="4724400"/>
            <a:ext cx="966788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adjacent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columns</a:t>
            </a:r>
          </a:p>
        </p:txBody>
      </p:sp>
      <p:cxnSp>
        <p:nvCxnSpPr>
          <p:cNvPr id="97285" name="Straight Arrow Connector 29">
            <a:extLst>
              <a:ext uri="{FF2B5EF4-FFF2-40B4-BE49-F238E27FC236}">
                <a16:creationId xmlns:a16="http://schemas.microsoft.com/office/drawing/2014/main" id="{D728E569-EB59-4136-ABA9-C0529E3AE201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1371600" y="4114800"/>
            <a:ext cx="533400" cy="457200"/>
          </a:xfrm>
          <a:prstGeom prst="straightConnector1">
            <a:avLst/>
          </a:prstGeom>
          <a:noFill/>
          <a:ln w="19050">
            <a:solidFill>
              <a:srgbClr val="FF00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97286" name="Straight Arrow Connector 30">
            <a:extLst>
              <a:ext uri="{FF2B5EF4-FFF2-40B4-BE49-F238E27FC236}">
                <a16:creationId xmlns:a16="http://schemas.microsoft.com/office/drawing/2014/main" id="{76664418-4CDB-4F36-B064-1757319E31AD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2289175" y="4114800"/>
            <a:ext cx="530225" cy="496888"/>
          </a:xfrm>
          <a:prstGeom prst="straightConnector1">
            <a:avLst/>
          </a:prstGeom>
          <a:noFill/>
          <a:ln w="19050">
            <a:solidFill>
              <a:srgbClr val="FF00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97287" name="TextBox 42">
            <a:extLst>
              <a:ext uri="{FF2B5EF4-FFF2-40B4-BE49-F238E27FC236}">
                <a16:creationId xmlns:a16="http://schemas.microsoft.com/office/drawing/2014/main" id="{BCA99889-6D9A-4EA3-8D64-770195A998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15013" y="5410200"/>
            <a:ext cx="96678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adjacent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columns</a:t>
            </a:r>
          </a:p>
        </p:txBody>
      </p:sp>
      <p:cxnSp>
        <p:nvCxnSpPr>
          <p:cNvPr id="97288" name="Straight Arrow Connector 43">
            <a:extLst>
              <a:ext uri="{FF2B5EF4-FFF2-40B4-BE49-F238E27FC236}">
                <a16:creationId xmlns:a16="http://schemas.microsoft.com/office/drawing/2014/main" id="{13B70053-9C36-4ADE-978D-DD09A1F2DE32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5586413" y="4800600"/>
            <a:ext cx="533400" cy="457200"/>
          </a:xfrm>
          <a:prstGeom prst="straightConnector1">
            <a:avLst/>
          </a:prstGeom>
          <a:noFill/>
          <a:ln w="19050">
            <a:solidFill>
              <a:srgbClr val="FF00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97289" name="Straight Arrow Connector 44">
            <a:extLst>
              <a:ext uri="{FF2B5EF4-FFF2-40B4-BE49-F238E27FC236}">
                <a16:creationId xmlns:a16="http://schemas.microsoft.com/office/drawing/2014/main" id="{BD59A481-0B4B-4B8C-BE93-7F7C4300A0F1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6503988" y="4800600"/>
            <a:ext cx="530225" cy="496888"/>
          </a:xfrm>
          <a:prstGeom prst="straightConnector1">
            <a:avLst/>
          </a:prstGeom>
          <a:noFill/>
          <a:ln w="19050">
            <a:solidFill>
              <a:srgbClr val="FF00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97290" name="Straight Arrow Connector 45">
            <a:extLst>
              <a:ext uri="{FF2B5EF4-FFF2-40B4-BE49-F238E27FC236}">
                <a16:creationId xmlns:a16="http://schemas.microsoft.com/office/drawing/2014/main" id="{247A1367-29BE-4E25-81C9-6ED91C78F764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7415213" y="2590800"/>
            <a:ext cx="533400" cy="457200"/>
          </a:xfrm>
          <a:prstGeom prst="straightConnector1">
            <a:avLst/>
          </a:prstGeom>
          <a:noFill/>
          <a:ln w="19050">
            <a:solidFill>
              <a:srgbClr val="FF00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97291" name="Straight Arrow Connector 46">
            <a:extLst>
              <a:ext uri="{FF2B5EF4-FFF2-40B4-BE49-F238E27FC236}">
                <a16:creationId xmlns:a16="http://schemas.microsoft.com/office/drawing/2014/main" id="{E21FF972-D771-4D6A-A263-6280E72A41E3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7415213" y="3962400"/>
            <a:ext cx="533400" cy="381000"/>
          </a:xfrm>
          <a:prstGeom prst="straightConnector1">
            <a:avLst/>
          </a:prstGeom>
          <a:noFill/>
          <a:ln w="19050">
            <a:solidFill>
              <a:srgbClr val="FF00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97292" name="TextBox 49">
            <a:extLst>
              <a:ext uri="{FF2B5EF4-FFF2-40B4-BE49-F238E27FC236}">
                <a16:creationId xmlns:a16="http://schemas.microsoft.com/office/drawing/2014/main" id="{F5262201-1FA2-4DE2-AA10-7D030FC4F9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24813" y="3200400"/>
            <a:ext cx="96678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adjacent 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rows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5" name="Title 1">
            <a:extLst>
              <a:ext uri="{FF2B5EF4-FFF2-40B4-BE49-F238E27FC236}">
                <a16:creationId xmlns:a16="http://schemas.microsoft.com/office/drawing/2014/main" id="{753DDC0E-66FD-4E14-8971-07BEB2BBE38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20638"/>
            <a:ext cx="9144000" cy="685800"/>
          </a:xfrm>
        </p:spPr>
        <p:txBody>
          <a:bodyPr/>
          <a:lstStyle/>
          <a:p>
            <a:r>
              <a:rPr lang="en-US" altLang="en-US"/>
              <a:t>Adjacency Rules</a:t>
            </a:r>
          </a:p>
        </p:txBody>
      </p:sp>
      <p:pic>
        <p:nvPicPr>
          <p:cNvPr id="98306" name="Picture 27" descr="Screen shot 2013-09-23 at 3.04.30 PM.png">
            <a:extLst>
              <a:ext uri="{FF2B5EF4-FFF2-40B4-BE49-F238E27FC236}">
                <a16:creationId xmlns:a16="http://schemas.microsoft.com/office/drawing/2014/main" id="{B33048F4-6F08-4EB4-A0EC-4A068268C4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600200"/>
            <a:ext cx="3322638" cy="312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8307" name="TextBox 42">
            <a:extLst>
              <a:ext uri="{FF2B5EF4-FFF2-40B4-BE49-F238E27FC236}">
                <a16:creationId xmlns:a16="http://schemas.microsoft.com/office/drawing/2014/main" id="{1F504D65-5478-4A09-9980-3A319DC490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7400" y="5410200"/>
            <a:ext cx="966788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adjacent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columns</a:t>
            </a:r>
          </a:p>
        </p:txBody>
      </p:sp>
      <p:cxnSp>
        <p:nvCxnSpPr>
          <p:cNvPr id="98308" name="Straight Arrow Connector 43">
            <a:extLst>
              <a:ext uri="{FF2B5EF4-FFF2-40B4-BE49-F238E27FC236}">
                <a16:creationId xmlns:a16="http://schemas.microsoft.com/office/drawing/2014/main" id="{27205D7D-2EEE-4350-AB7F-C72A523B6E00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1828800" y="4800600"/>
            <a:ext cx="533400" cy="457200"/>
          </a:xfrm>
          <a:prstGeom prst="straightConnector1">
            <a:avLst/>
          </a:prstGeom>
          <a:noFill/>
          <a:ln w="19050">
            <a:solidFill>
              <a:srgbClr val="FF00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98309" name="Straight Arrow Connector 44">
            <a:extLst>
              <a:ext uri="{FF2B5EF4-FFF2-40B4-BE49-F238E27FC236}">
                <a16:creationId xmlns:a16="http://schemas.microsoft.com/office/drawing/2014/main" id="{53A86BD7-7B60-4B5A-B3AC-EA95F7190694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2746375" y="4800600"/>
            <a:ext cx="530225" cy="496888"/>
          </a:xfrm>
          <a:prstGeom prst="straightConnector1">
            <a:avLst/>
          </a:prstGeom>
          <a:noFill/>
          <a:ln w="19050">
            <a:solidFill>
              <a:srgbClr val="FF00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98310" name="Straight Arrow Connector 45">
            <a:extLst>
              <a:ext uri="{FF2B5EF4-FFF2-40B4-BE49-F238E27FC236}">
                <a16:creationId xmlns:a16="http://schemas.microsoft.com/office/drawing/2014/main" id="{9AF5E301-8718-4652-90BC-AB56DE7726FE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3657600" y="2590800"/>
            <a:ext cx="533400" cy="457200"/>
          </a:xfrm>
          <a:prstGeom prst="straightConnector1">
            <a:avLst/>
          </a:prstGeom>
          <a:noFill/>
          <a:ln w="19050">
            <a:solidFill>
              <a:srgbClr val="FF00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98311" name="Straight Arrow Connector 46">
            <a:extLst>
              <a:ext uri="{FF2B5EF4-FFF2-40B4-BE49-F238E27FC236}">
                <a16:creationId xmlns:a16="http://schemas.microsoft.com/office/drawing/2014/main" id="{29B440A6-C18C-4E14-960F-1903316B9DE1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3657600" y="3962400"/>
            <a:ext cx="533400" cy="381000"/>
          </a:xfrm>
          <a:prstGeom prst="straightConnector1">
            <a:avLst/>
          </a:prstGeom>
          <a:noFill/>
          <a:ln w="19050">
            <a:solidFill>
              <a:srgbClr val="FF00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98312" name="TextBox 49">
            <a:extLst>
              <a:ext uri="{FF2B5EF4-FFF2-40B4-BE49-F238E27FC236}">
                <a16:creationId xmlns:a16="http://schemas.microsoft.com/office/drawing/2014/main" id="{FD683165-ACF4-44A6-920C-29EC297EC2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67200" y="3200400"/>
            <a:ext cx="966788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adjacent 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rows</a:t>
            </a:r>
          </a:p>
        </p:txBody>
      </p:sp>
      <p:sp>
        <p:nvSpPr>
          <p:cNvPr id="98313" name="TextBox 14">
            <a:extLst>
              <a:ext uri="{FF2B5EF4-FFF2-40B4-BE49-F238E27FC236}">
                <a16:creationId xmlns:a16="http://schemas.microsoft.com/office/drawing/2014/main" id="{C53E0E46-55C0-4F08-AA79-4D59841472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48350" y="4114800"/>
            <a:ext cx="21971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As if the K-map were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drawn on a torus</a:t>
            </a:r>
          </a:p>
        </p:txBody>
      </p:sp>
      <p:sp>
        <p:nvSpPr>
          <p:cNvPr id="6" name="Donut 5">
            <a:extLst>
              <a:ext uri="{FF2B5EF4-FFF2-40B4-BE49-F238E27FC236}">
                <a16:creationId xmlns:a16="http://schemas.microsoft.com/office/drawing/2014/main" id="{5F27980B-208B-FA41-B04A-5D42F4AB3217}"/>
              </a:ext>
            </a:extLst>
          </p:cNvPr>
          <p:cNvSpPr/>
          <p:nvPr/>
        </p:nvSpPr>
        <p:spPr bwMode="auto">
          <a:xfrm>
            <a:off x="5638800" y="2070100"/>
            <a:ext cx="2543175" cy="1903413"/>
          </a:xfrm>
          <a:prstGeom prst="donut">
            <a:avLst>
              <a:gd name="adj" fmla="val 35332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/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ＭＳ Ｐゴシック" charset="0"/>
              <a:cs typeface="+mn-cs"/>
            </a:endParaRPr>
          </a:p>
        </p:txBody>
      </p:sp>
      <p:sp>
        <p:nvSpPr>
          <p:cNvPr id="8" name="Donut 7">
            <a:extLst>
              <a:ext uri="{FF2B5EF4-FFF2-40B4-BE49-F238E27FC236}">
                <a16:creationId xmlns:a16="http://schemas.microsoft.com/office/drawing/2014/main" id="{2C4A1855-CA65-EA48-8344-80C7AA68D7E0}"/>
              </a:ext>
            </a:extLst>
          </p:cNvPr>
          <p:cNvSpPr/>
          <p:nvPr/>
        </p:nvSpPr>
        <p:spPr bwMode="auto">
          <a:xfrm>
            <a:off x="5937250" y="2341563"/>
            <a:ext cx="1987550" cy="1327150"/>
          </a:xfrm>
          <a:prstGeom prst="donut">
            <a:avLst>
              <a:gd name="adj" fmla="val 0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/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ＭＳ Ｐゴシック" charset="0"/>
              <a:cs typeface="+mn-cs"/>
            </a:endParaRPr>
          </a:p>
        </p:txBody>
      </p:sp>
      <p:sp>
        <p:nvSpPr>
          <p:cNvPr id="27" name="Arc 26">
            <a:extLst>
              <a:ext uri="{FF2B5EF4-FFF2-40B4-BE49-F238E27FC236}">
                <a16:creationId xmlns:a16="http://schemas.microsoft.com/office/drawing/2014/main" id="{4BA13BDB-903E-EA44-8106-F0CA56631F91}"/>
              </a:ext>
            </a:extLst>
          </p:cNvPr>
          <p:cNvSpPr/>
          <p:nvPr/>
        </p:nvSpPr>
        <p:spPr bwMode="auto">
          <a:xfrm rot="21149494" flipH="1">
            <a:off x="6186488" y="3176588"/>
            <a:ext cx="798512" cy="1952625"/>
          </a:xfrm>
          <a:prstGeom prst="arc">
            <a:avLst>
              <a:gd name="adj1" fmla="val 16249804"/>
              <a:gd name="adj2" fmla="val 18679050"/>
            </a:avLst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/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ＭＳ Ｐゴシック" charset="0"/>
              <a:cs typeface="+mn-cs"/>
            </a:endParaRPr>
          </a:p>
        </p:txBody>
      </p:sp>
      <p:sp>
        <p:nvSpPr>
          <p:cNvPr id="28" name="Arc 27">
            <a:extLst>
              <a:ext uri="{FF2B5EF4-FFF2-40B4-BE49-F238E27FC236}">
                <a16:creationId xmlns:a16="http://schemas.microsoft.com/office/drawing/2014/main" id="{00753277-E641-DC47-9A29-A88F5A0A5CA8}"/>
              </a:ext>
            </a:extLst>
          </p:cNvPr>
          <p:cNvSpPr/>
          <p:nvPr/>
        </p:nvSpPr>
        <p:spPr bwMode="auto">
          <a:xfrm rot="21149494" flipH="1">
            <a:off x="7324725" y="2200275"/>
            <a:ext cx="800100" cy="1952625"/>
          </a:xfrm>
          <a:prstGeom prst="arc">
            <a:avLst>
              <a:gd name="adj1" fmla="val 16249804"/>
              <a:gd name="adj2" fmla="val 18679050"/>
            </a:avLst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/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ＭＳ Ｐゴシック" charset="0"/>
              <a:cs typeface="+mn-cs"/>
            </a:endParaRPr>
          </a:p>
        </p:txBody>
      </p:sp>
      <p:sp>
        <p:nvSpPr>
          <p:cNvPr id="30" name="Arc 29">
            <a:extLst>
              <a:ext uri="{FF2B5EF4-FFF2-40B4-BE49-F238E27FC236}">
                <a16:creationId xmlns:a16="http://schemas.microsoft.com/office/drawing/2014/main" id="{EA7AD188-FFA0-4F4A-9498-4AB3CB083650}"/>
              </a:ext>
            </a:extLst>
          </p:cNvPr>
          <p:cNvSpPr/>
          <p:nvPr/>
        </p:nvSpPr>
        <p:spPr bwMode="auto">
          <a:xfrm rot="21149494">
            <a:off x="6969125" y="3214688"/>
            <a:ext cx="919163" cy="1677987"/>
          </a:xfrm>
          <a:prstGeom prst="arc">
            <a:avLst>
              <a:gd name="adj1" fmla="val 16249804"/>
              <a:gd name="adj2" fmla="val 19574480"/>
            </a:avLst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/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ＭＳ Ｐゴシック" charset="0"/>
              <a:cs typeface="+mn-cs"/>
            </a:endParaRPr>
          </a:p>
        </p:txBody>
      </p:sp>
      <p:sp>
        <p:nvSpPr>
          <p:cNvPr id="31" name="Arc 30">
            <a:extLst>
              <a:ext uri="{FF2B5EF4-FFF2-40B4-BE49-F238E27FC236}">
                <a16:creationId xmlns:a16="http://schemas.microsoft.com/office/drawing/2014/main" id="{60014ADE-7896-C04E-8D00-7BB33547D531}"/>
              </a:ext>
            </a:extLst>
          </p:cNvPr>
          <p:cNvSpPr/>
          <p:nvPr/>
        </p:nvSpPr>
        <p:spPr bwMode="auto">
          <a:xfrm rot="21149494">
            <a:off x="5753100" y="2286000"/>
            <a:ext cx="919163" cy="1676400"/>
          </a:xfrm>
          <a:prstGeom prst="arc">
            <a:avLst>
              <a:gd name="adj1" fmla="val 16249804"/>
              <a:gd name="adj2" fmla="val 19574480"/>
            </a:avLst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/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ＭＳ Ｐゴシック" charset="0"/>
              <a:cs typeface="+mn-cs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29" name="Title 1">
            <a:extLst>
              <a:ext uri="{FF2B5EF4-FFF2-40B4-BE49-F238E27FC236}">
                <a16:creationId xmlns:a16="http://schemas.microsoft.com/office/drawing/2014/main" id="{B1BE8403-706F-497D-A2F0-A60A194DC4A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20638"/>
            <a:ext cx="9144000" cy="685800"/>
          </a:xfrm>
        </p:spPr>
        <p:txBody>
          <a:bodyPr/>
          <a:lstStyle/>
          <a:p>
            <a:r>
              <a:rPr lang="en-US" altLang="en-US"/>
              <a:t>Adjacency Rules</a:t>
            </a:r>
          </a:p>
        </p:txBody>
      </p:sp>
      <p:pic>
        <p:nvPicPr>
          <p:cNvPr id="99330" name="Picture 27" descr="Screen shot 2013-09-23 at 3.04.30 PM.png">
            <a:extLst>
              <a:ext uri="{FF2B5EF4-FFF2-40B4-BE49-F238E27FC236}">
                <a16:creationId xmlns:a16="http://schemas.microsoft.com/office/drawing/2014/main" id="{127AD5A1-92B2-4E4B-AD4F-9A77381D06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600200"/>
            <a:ext cx="3322638" cy="312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9331" name="TextBox 42">
            <a:extLst>
              <a:ext uri="{FF2B5EF4-FFF2-40B4-BE49-F238E27FC236}">
                <a16:creationId xmlns:a16="http://schemas.microsoft.com/office/drawing/2014/main" id="{F60D265A-DED9-4C31-BF76-92347D1B49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7400" y="5410200"/>
            <a:ext cx="966788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adjacent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columns</a:t>
            </a:r>
          </a:p>
        </p:txBody>
      </p:sp>
      <p:cxnSp>
        <p:nvCxnSpPr>
          <p:cNvPr id="99332" name="Straight Arrow Connector 43">
            <a:extLst>
              <a:ext uri="{FF2B5EF4-FFF2-40B4-BE49-F238E27FC236}">
                <a16:creationId xmlns:a16="http://schemas.microsoft.com/office/drawing/2014/main" id="{6E4673D5-CC94-4B2C-8553-C6C3731E0107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1828800" y="4800600"/>
            <a:ext cx="533400" cy="457200"/>
          </a:xfrm>
          <a:prstGeom prst="straightConnector1">
            <a:avLst/>
          </a:prstGeom>
          <a:noFill/>
          <a:ln w="19050">
            <a:solidFill>
              <a:srgbClr val="FF00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99333" name="Straight Arrow Connector 44">
            <a:extLst>
              <a:ext uri="{FF2B5EF4-FFF2-40B4-BE49-F238E27FC236}">
                <a16:creationId xmlns:a16="http://schemas.microsoft.com/office/drawing/2014/main" id="{7BD00844-C84E-4C0C-B316-32BE7061C0BA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2746375" y="4800600"/>
            <a:ext cx="530225" cy="496888"/>
          </a:xfrm>
          <a:prstGeom prst="straightConnector1">
            <a:avLst/>
          </a:prstGeom>
          <a:noFill/>
          <a:ln w="19050">
            <a:solidFill>
              <a:srgbClr val="FF00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99334" name="Straight Arrow Connector 45">
            <a:extLst>
              <a:ext uri="{FF2B5EF4-FFF2-40B4-BE49-F238E27FC236}">
                <a16:creationId xmlns:a16="http://schemas.microsoft.com/office/drawing/2014/main" id="{1DD07525-B633-4E9A-BF7E-6D3277E52E5B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3657600" y="2590800"/>
            <a:ext cx="533400" cy="457200"/>
          </a:xfrm>
          <a:prstGeom prst="straightConnector1">
            <a:avLst/>
          </a:prstGeom>
          <a:noFill/>
          <a:ln w="19050">
            <a:solidFill>
              <a:srgbClr val="FF00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99335" name="Straight Arrow Connector 46">
            <a:extLst>
              <a:ext uri="{FF2B5EF4-FFF2-40B4-BE49-F238E27FC236}">
                <a16:creationId xmlns:a16="http://schemas.microsoft.com/office/drawing/2014/main" id="{A39509AD-B954-402C-8EE0-45FEE9C2D606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3657600" y="3962400"/>
            <a:ext cx="533400" cy="381000"/>
          </a:xfrm>
          <a:prstGeom prst="straightConnector1">
            <a:avLst/>
          </a:prstGeom>
          <a:noFill/>
          <a:ln w="19050">
            <a:solidFill>
              <a:srgbClr val="FF00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99336" name="TextBox 49">
            <a:extLst>
              <a:ext uri="{FF2B5EF4-FFF2-40B4-BE49-F238E27FC236}">
                <a16:creationId xmlns:a16="http://schemas.microsoft.com/office/drawing/2014/main" id="{03C56E78-D4EB-46AB-8BDD-A92F75CEE4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67200" y="3200400"/>
            <a:ext cx="966788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adjacent 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rows</a:t>
            </a:r>
          </a:p>
        </p:txBody>
      </p:sp>
      <p:sp>
        <p:nvSpPr>
          <p:cNvPr id="99337" name="TextBox 14">
            <a:extLst>
              <a:ext uri="{FF2B5EF4-FFF2-40B4-BE49-F238E27FC236}">
                <a16:creationId xmlns:a16="http://schemas.microsoft.com/office/drawing/2014/main" id="{9CCB59DA-2FA3-44D3-81F2-D63A1CBE61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48350" y="4114800"/>
            <a:ext cx="21971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As if the K-map were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drawn on a torus</a:t>
            </a:r>
          </a:p>
        </p:txBody>
      </p:sp>
      <p:grpSp>
        <p:nvGrpSpPr>
          <p:cNvPr id="99338" name="Group 4">
            <a:extLst>
              <a:ext uri="{FF2B5EF4-FFF2-40B4-BE49-F238E27FC236}">
                <a16:creationId xmlns:a16="http://schemas.microsoft.com/office/drawing/2014/main" id="{0EFCE279-DD9F-4319-A7D9-93580DB73719}"/>
              </a:ext>
            </a:extLst>
          </p:cNvPr>
          <p:cNvGrpSpPr>
            <a:grpSpLocks/>
          </p:cNvGrpSpPr>
          <p:nvPr/>
        </p:nvGrpSpPr>
        <p:grpSpPr bwMode="auto">
          <a:xfrm>
            <a:off x="5529263" y="1911350"/>
            <a:ext cx="2684462" cy="2241550"/>
            <a:chOff x="5530006" y="1911129"/>
            <a:chExt cx="2684222" cy="2241553"/>
          </a:xfrm>
        </p:grpSpPr>
        <p:sp>
          <p:nvSpPr>
            <p:cNvPr id="6" name="Donut 5">
              <a:extLst>
                <a:ext uri="{FF2B5EF4-FFF2-40B4-BE49-F238E27FC236}">
                  <a16:creationId xmlns:a16="http://schemas.microsoft.com/office/drawing/2014/main" id="{F44BD990-959E-6E4E-BB23-C09C9CF443A2}"/>
                </a:ext>
              </a:extLst>
            </p:cNvPr>
            <p:cNvSpPr/>
            <p:nvPr/>
          </p:nvSpPr>
          <p:spPr bwMode="auto">
            <a:xfrm>
              <a:off x="5639533" y="2069879"/>
              <a:ext cx="2541361" cy="1903416"/>
            </a:xfrm>
            <a:prstGeom prst="donut">
              <a:avLst>
                <a:gd name="adj" fmla="val 35332"/>
              </a:avLst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/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charset="0"/>
                <a:ea typeface="ＭＳ Ｐゴシック" charset="0"/>
                <a:cs typeface="+mn-cs"/>
              </a:endParaRPr>
            </a:p>
          </p:txBody>
        </p:sp>
        <p:sp>
          <p:nvSpPr>
            <p:cNvPr id="8" name="Donut 7">
              <a:extLst>
                <a:ext uri="{FF2B5EF4-FFF2-40B4-BE49-F238E27FC236}">
                  <a16:creationId xmlns:a16="http://schemas.microsoft.com/office/drawing/2014/main" id="{35103A89-A2D9-D447-96B1-85CDDA86F89A}"/>
                </a:ext>
              </a:extLst>
            </p:cNvPr>
            <p:cNvSpPr/>
            <p:nvPr/>
          </p:nvSpPr>
          <p:spPr bwMode="auto">
            <a:xfrm>
              <a:off x="5936370" y="2341343"/>
              <a:ext cx="1988959" cy="1327152"/>
            </a:xfrm>
            <a:prstGeom prst="donut">
              <a:avLst>
                <a:gd name="adj" fmla="val 0"/>
              </a:avLst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/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charset="0"/>
                <a:ea typeface="ＭＳ Ｐゴシック" charset="0"/>
                <a:cs typeface="+mn-cs"/>
              </a:endParaRPr>
            </a:p>
          </p:txBody>
        </p:sp>
        <p:sp>
          <p:nvSpPr>
            <p:cNvPr id="28" name="Arc 27">
              <a:extLst>
                <a:ext uri="{FF2B5EF4-FFF2-40B4-BE49-F238E27FC236}">
                  <a16:creationId xmlns:a16="http://schemas.microsoft.com/office/drawing/2014/main" id="{DAAABE1A-6A7C-6840-A486-C30C28FDF78F}"/>
                </a:ext>
              </a:extLst>
            </p:cNvPr>
            <p:cNvSpPr/>
            <p:nvPr/>
          </p:nvSpPr>
          <p:spPr bwMode="auto">
            <a:xfrm rot="21149494" flipH="1">
              <a:off x="7323721" y="2200054"/>
              <a:ext cx="800028" cy="1952628"/>
            </a:xfrm>
            <a:prstGeom prst="arc">
              <a:avLst>
                <a:gd name="adj1" fmla="val 16249804"/>
                <a:gd name="adj2" fmla="val 18679050"/>
              </a:avLst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/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charset="0"/>
                <a:ea typeface="ＭＳ Ｐゴシック" charset="0"/>
                <a:cs typeface="+mn-cs"/>
              </a:endParaRPr>
            </a:p>
          </p:txBody>
        </p:sp>
        <p:sp>
          <p:nvSpPr>
            <p:cNvPr id="31" name="Arc 30">
              <a:extLst>
                <a:ext uri="{FF2B5EF4-FFF2-40B4-BE49-F238E27FC236}">
                  <a16:creationId xmlns:a16="http://schemas.microsoft.com/office/drawing/2014/main" id="{C4F481E3-5E48-C042-9CF7-E071D268139A}"/>
                </a:ext>
              </a:extLst>
            </p:cNvPr>
            <p:cNvSpPr/>
            <p:nvPr/>
          </p:nvSpPr>
          <p:spPr bwMode="auto">
            <a:xfrm rot="21149494">
              <a:off x="5753823" y="2285780"/>
              <a:ext cx="919081" cy="1677990"/>
            </a:xfrm>
            <a:prstGeom prst="arc">
              <a:avLst>
                <a:gd name="adj1" fmla="val 16249804"/>
                <a:gd name="adj2" fmla="val 19574480"/>
              </a:avLst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/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charset="0"/>
                <a:ea typeface="ＭＳ Ｐゴシック" charset="0"/>
                <a:cs typeface="+mn-cs"/>
              </a:endParaRPr>
            </a:p>
          </p:txBody>
        </p:sp>
        <p:sp>
          <p:nvSpPr>
            <p:cNvPr id="99345" name="TextBox 1">
              <a:extLst>
                <a:ext uri="{FF2B5EF4-FFF2-40B4-BE49-F238E27FC236}">
                  <a16:creationId xmlns:a16="http://schemas.microsoft.com/office/drawing/2014/main" id="{8DC46B4F-DBD9-4A8C-A3AF-665F69A39DC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-5828830">
              <a:off x="5497786" y="2726401"/>
              <a:ext cx="526106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4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m</a:t>
              </a:r>
              <a:r>
                <a:rPr kumimoji="0" lang="en-US" altLang="en-US" sz="2400" b="0" i="1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0</a:t>
              </a:r>
            </a:p>
          </p:txBody>
        </p:sp>
        <p:sp>
          <p:nvSpPr>
            <p:cNvPr id="99346" name="TextBox 17">
              <a:extLst>
                <a:ext uri="{FF2B5EF4-FFF2-40B4-BE49-F238E27FC236}">
                  <a16:creationId xmlns:a16="http://schemas.microsoft.com/office/drawing/2014/main" id="{A059ADE0-6EDB-4168-999D-0450105D942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-5400000">
              <a:off x="5881228" y="2726402"/>
              <a:ext cx="510076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4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m</a:t>
              </a:r>
              <a:r>
                <a:rPr kumimoji="0" lang="en-US" altLang="en-US" sz="2400" b="0" i="1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2</a:t>
              </a:r>
            </a:p>
          </p:txBody>
        </p:sp>
        <p:sp>
          <p:nvSpPr>
            <p:cNvPr id="99347" name="TextBox 18">
              <a:extLst>
                <a:ext uri="{FF2B5EF4-FFF2-40B4-BE49-F238E27FC236}">
                  <a16:creationId xmlns:a16="http://schemas.microsoft.com/office/drawing/2014/main" id="{F976A107-7F2A-4A98-84AB-094A1A822FD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-5693889">
              <a:off x="7677062" y="2782344"/>
              <a:ext cx="612668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4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m</a:t>
              </a:r>
              <a:r>
                <a:rPr kumimoji="0" lang="en-US" altLang="en-US" sz="2400" b="0" i="1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12</a:t>
              </a:r>
            </a:p>
          </p:txBody>
        </p:sp>
        <p:sp>
          <p:nvSpPr>
            <p:cNvPr id="99348" name="TextBox 19">
              <a:extLst>
                <a:ext uri="{FF2B5EF4-FFF2-40B4-BE49-F238E27FC236}">
                  <a16:creationId xmlns:a16="http://schemas.microsoft.com/office/drawing/2014/main" id="{C3D91A8B-24C9-4F90-8B35-E996C8CD097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682600" y="1911129"/>
              <a:ext cx="510076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4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m</a:t>
              </a:r>
              <a:r>
                <a:rPr kumimoji="0" lang="en-US" altLang="en-US" sz="2400" b="0" i="1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8</a:t>
              </a:r>
            </a:p>
          </p:txBody>
        </p:sp>
        <p:sp>
          <p:nvSpPr>
            <p:cNvPr id="99349" name="TextBox 20">
              <a:extLst>
                <a:ext uri="{FF2B5EF4-FFF2-40B4-BE49-F238E27FC236}">
                  <a16:creationId xmlns:a16="http://schemas.microsoft.com/office/drawing/2014/main" id="{F4074B39-B5C0-4DC6-AF0F-0BCE52640FB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689154" y="2282001"/>
              <a:ext cx="612668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4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m</a:t>
              </a:r>
              <a:r>
                <a:rPr kumimoji="0" lang="en-US" altLang="en-US" sz="2400" b="0" i="1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10</a:t>
              </a:r>
            </a:p>
          </p:txBody>
        </p:sp>
        <p:sp>
          <p:nvSpPr>
            <p:cNvPr id="99350" name="TextBox 21">
              <a:extLst>
                <a:ext uri="{FF2B5EF4-FFF2-40B4-BE49-F238E27FC236}">
                  <a16:creationId xmlns:a16="http://schemas.microsoft.com/office/drawing/2014/main" id="{B738C0C3-6C2C-4515-9CE9-0E4662CA9BB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691862" y="3532980"/>
              <a:ext cx="510076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4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m</a:t>
              </a:r>
              <a:r>
                <a:rPr kumimoji="0" lang="en-US" altLang="en-US" sz="2400" b="0" i="1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4</a:t>
              </a:r>
            </a:p>
          </p:txBody>
        </p:sp>
        <p:sp>
          <p:nvSpPr>
            <p:cNvPr id="99351" name="TextBox 22">
              <a:extLst>
                <a:ext uri="{FF2B5EF4-FFF2-40B4-BE49-F238E27FC236}">
                  <a16:creationId xmlns:a16="http://schemas.microsoft.com/office/drawing/2014/main" id="{23C1C24E-08D5-450A-8648-2C0DFD1B4E7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688272" y="3185064"/>
              <a:ext cx="510076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4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m</a:t>
              </a:r>
              <a:r>
                <a:rPr kumimoji="0" lang="en-US" altLang="en-US" sz="2400" b="0" i="1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6</a:t>
              </a:r>
            </a:p>
          </p:txBody>
        </p:sp>
        <p:sp>
          <p:nvSpPr>
            <p:cNvPr id="99352" name="TextBox 23">
              <a:extLst>
                <a:ext uri="{FF2B5EF4-FFF2-40B4-BE49-F238E27FC236}">
                  <a16:creationId xmlns:a16="http://schemas.microsoft.com/office/drawing/2014/main" id="{129DA874-82FC-4BCA-8DE0-A0E9624F507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-5400000">
              <a:off x="7296827" y="2726403"/>
              <a:ext cx="612668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4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m</a:t>
              </a:r>
              <a:r>
                <a:rPr kumimoji="0" lang="en-US" altLang="en-US" sz="2400" b="0" i="1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14</a:t>
              </a:r>
            </a:p>
          </p:txBody>
        </p:sp>
      </p:grpSp>
      <p:sp>
        <p:nvSpPr>
          <p:cNvPr id="27" name="Arc 26">
            <a:extLst>
              <a:ext uri="{FF2B5EF4-FFF2-40B4-BE49-F238E27FC236}">
                <a16:creationId xmlns:a16="http://schemas.microsoft.com/office/drawing/2014/main" id="{847BCDB9-0AC5-F14F-8150-CBB8A0B41287}"/>
              </a:ext>
            </a:extLst>
          </p:cNvPr>
          <p:cNvSpPr/>
          <p:nvPr/>
        </p:nvSpPr>
        <p:spPr bwMode="auto">
          <a:xfrm rot="21149494" flipH="1">
            <a:off x="6186488" y="3176588"/>
            <a:ext cx="798512" cy="1952625"/>
          </a:xfrm>
          <a:prstGeom prst="arc">
            <a:avLst>
              <a:gd name="adj1" fmla="val 16249804"/>
              <a:gd name="adj2" fmla="val 18679050"/>
            </a:avLst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/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ＭＳ Ｐゴシック" charset="0"/>
              <a:cs typeface="+mn-cs"/>
            </a:endParaRPr>
          </a:p>
        </p:txBody>
      </p:sp>
      <p:sp>
        <p:nvSpPr>
          <p:cNvPr id="30" name="Arc 29">
            <a:extLst>
              <a:ext uri="{FF2B5EF4-FFF2-40B4-BE49-F238E27FC236}">
                <a16:creationId xmlns:a16="http://schemas.microsoft.com/office/drawing/2014/main" id="{DB44F9DA-FED5-244E-AAFD-FCD2A24D5B8F}"/>
              </a:ext>
            </a:extLst>
          </p:cNvPr>
          <p:cNvSpPr/>
          <p:nvPr/>
        </p:nvSpPr>
        <p:spPr bwMode="auto">
          <a:xfrm rot="21149494">
            <a:off x="6969125" y="3214688"/>
            <a:ext cx="919163" cy="1677987"/>
          </a:xfrm>
          <a:prstGeom prst="arc">
            <a:avLst>
              <a:gd name="adj1" fmla="val 16249804"/>
              <a:gd name="adj2" fmla="val 19574480"/>
            </a:avLst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/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ＭＳ Ｐゴシック" charset="0"/>
              <a:cs typeface="+mn-cs"/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353" name="Picture 3" descr="F:\LogicBook\PowerPoint\chapter4\figure4.6.wmf">
            <a:extLst>
              <a:ext uri="{FF2B5EF4-FFF2-40B4-BE49-F238E27FC236}">
                <a16:creationId xmlns:a16="http://schemas.microsoft.com/office/drawing/2014/main" id="{CD8AE4B1-F850-45E3-A88B-197F75ED48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533400"/>
            <a:ext cx="3092450" cy="304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2">
            <a:extLst>
              <a:ext uri="{FF2B5EF4-FFF2-40B4-BE49-F238E27FC236}">
                <a16:creationId xmlns:a16="http://schemas.microsoft.com/office/drawing/2014/main" id="{E507EC84-5429-D243-9934-34E66A57F663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+mj-lt"/>
                <a:ea typeface="+mj-ea"/>
                <a:cs typeface="ＭＳ Ｐゴシック" charset="0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j-ea"/>
                <a:cs typeface="+mj-cs"/>
              </a:rPr>
              <a:t>Some Valid Groupings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+mj-ea"/>
              <a:cs typeface="+mj-cs"/>
            </a:endParaRPr>
          </a:p>
        </p:txBody>
      </p:sp>
      <p:pic>
        <p:nvPicPr>
          <p:cNvPr id="100355" name="Picture 3" descr="F:\LogicBook\PowerPoint\chapter4\figure4.6.wmf">
            <a:extLst>
              <a:ext uri="{FF2B5EF4-FFF2-40B4-BE49-F238E27FC236}">
                <a16:creationId xmlns:a16="http://schemas.microsoft.com/office/drawing/2014/main" id="{098CA911-DB6E-4293-8193-195BE0CBA6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0200" y="457200"/>
            <a:ext cx="3092450" cy="304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0356" name="Picture 3" descr="F:\LogicBook\PowerPoint\chapter4\figure4.6.wmf">
            <a:extLst>
              <a:ext uri="{FF2B5EF4-FFF2-40B4-BE49-F238E27FC236}">
                <a16:creationId xmlns:a16="http://schemas.microsoft.com/office/drawing/2014/main" id="{9B251CEA-67CA-43BE-B896-D8F889DC59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3657600"/>
            <a:ext cx="3092450" cy="304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0357" name="Picture 3" descr="F:\LogicBook\PowerPoint\chapter4\figure4.6.wmf">
            <a:extLst>
              <a:ext uri="{FF2B5EF4-FFF2-40B4-BE49-F238E27FC236}">
                <a16:creationId xmlns:a16="http://schemas.microsoft.com/office/drawing/2014/main" id="{F6F564C8-087E-4C95-A6CC-CDAD1A318E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0200" y="3657600"/>
            <a:ext cx="3092450" cy="304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72B58D7A-AD8F-EC4B-8111-EBE8A7A8C0C0}"/>
              </a:ext>
            </a:extLst>
          </p:cNvPr>
          <p:cNvSpPr/>
          <p:nvPr/>
        </p:nvSpPr>
        <p:spPr bwMode="auto">
          <a:xfrm rot="16200000">
            <a:off x="6667500" y="4914900"/>
            <a:ext cx="762000" cy="1752600"/>
          </a:xfrm>
          <a:prstGeom prst="roundRect">
            <a:avLst/>
          </a:prstGeom>
          <a:noFill/>
          <a:ln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5B4BF8AE-A807-FB43-AA07-F7B93C4AF0D5}"/>
              </a:ext>
            </a:extLst>
          </p:cNvPr>
          <p:cNvSpPr/>
          <p:nvPr/>
        </p:nvSpPr>
        <p:spPr bwMode="auto">
          <a:xfrm rot="16200000">
            <a:off x="2206625" y="4949825"/>
            <a:ext cx="762000" cy="838200"/>
          </a:xfrm>
          <a:prstGeom prst="roundRect">
            <a:avLst/>
          </a:prstGeom>
          <a:noFill/>
          <a:ln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C9F6CD05-C58C-BF42-A33A-A385C5C58AB4}"/>
              </a:ext>
            </a:extLst>
          </p:cNvPr>
          <p:cNvSpPr/>
          <p:nvPr/>
        </p:nvSpPr>
        <p:spPr bwMode="auto">
          <a:xfrm rot="16200000">
            <a:off x="1741488" y="1793875"/>
            <a:ext cx="381000" cy="381000"/>
          </a:xfrm>
          <a:prstGeom prst="roundRect">
            <a:avLst/>
          </a:prstGeom>
          <a:noFill/>
          <a:ln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9D585985-7BFE-8941-A094-EC4E63062C20}"/>
              </a:ext>
            </a:extLst>
          </p:cNvPr>
          <p:cNvSpPr/>
          <p:nvPr/>
        </p:nvSpPr>
        <p:spPr bwMode="auto">
          <a:xfrm rot="16200000">
            <a:off x="6934200" y="1524000"/>
            <a:ext cx="381000" cy="1752600"/>
          </a:xfrm>
          <a:prstGeom prst="roundRect">
            <a:avLst/>
          </a:prstGeom>
          <a:noFill/>
          <a:ln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377" name="Picture 3" descr="F:\LogicBook\PowerPoint\chapter4\figure4.6.wmf">
            <a:extLst>
              <a:ext uri="{FF2B5EF4-FFF2-40B4-BE49-F238E27FC236}">
                <a16:creationId xmlns:a16="http://schemas.microsoft.com/office/drawing/2014/main" id="{4419DF4B-1288-4379-ABA0-F4CCC01D97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533400"/>
            <a:ext cx="3092450" cy="304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2">
            <a:extLst>
              <a:ext uri="{FF2B5EF4-FFF2-40B4-BE49-F238E27FC236}">
                <a16:creationId xmlns:a16="http://schemas.microsoft.com/office/drawing/2014/main" id="{7DD754F8-9829-814A-A7C2-FB9712BA7B39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+mj-lt"/>
                <a:ea typeface="+mj-ea"/>
                <a:cs typeface="ＭＳ Ｐゴシック" charset="0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j-ea"/>
                <a:cs typeface="+mj-cs"/>
              </a:rPr>
              <a:t>Some Valid Groupings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+mj-ea"/>
              <a:cs typeface="+mj-cs"/>
            </a:endParaRPr>
          </a:p>
        </p:txBody>
      </p:sp>
      <p:pic>
        <p:nvPicPr>
          <p:cNvPr id="101379" name="Picture 3" descr="F:\LogicBook\PowerPoint\chapter4\figure4.6.wmf">
            <a:extLst>
              <a:ext uri="{FF2B5EF4-FFF2-40B4-BE49-F238E27FC236}">
                <a16:creationId xmlns:a16="http://schemas.microsoft.com/office/drawing/2014/main" id="{AFF438EC-4608-49F7-BA39-521E743E48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0200" y="457200"/>
            <a:ext cx="3092450" cy="304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1380" name="Picture 3" descr="F:\LogicBook\PowerPoint\chapter4\figure4.6.wmf">
            <a:extLst>
              <a:ext uri="{FF2B5EF4-FFF2-40B4-BE49-F238E27FC236}">
                <a16:creationId xmlns:a16="http://schemas.microsoft.com/office/drawing/2014/main" id="{F3DAAE38-4A36-4944-82F4-9864B0886D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3657600"/>
            <a:ext cx="3092450" cy="304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1381" name="Picture 3" descr="F:\LogicBook\PowerPoint\chapter4\figure4.6.wmf">
            <a:extLst>
              <a:ext uri="{FF2B5EF4-FFF2-40B4-BE49-F238E27FC236}">
                <a16:creationId xmlns:a16="http://schemas.microsoft.com/office/drawing/2014/main" id="{C854BCA7-3F06-4CE9-8C41-76606D37D1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0200" y="3657600"/>
            <a:ext cx="3092450" cy="304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E30364D7-8ED2-4A4C-A955-78600676DE0F}"/>
              </a:ext>
            </a:extLst>
          </p:cNvPr>
          <p:cNvSpPr/>
          <p:nvPr/>
        </p:nvSpPr>
        <p:spPr bwMode="auto">
          <a:xfrm rot="16200000">
            <a:off x="2401887" y="5148263"/>
            <a:ext cx="371475" cy="838200"/>
          </a:xfrm>
          <a:prstGeom prst="roundRect">
            <a:avLst/>
          </a:prstGeom>
          <a:noFill/>
          <a:ln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01176C98-21B3-8C49-8D5F-E391AFF44C91}"/>
              </a:ext>
            </a:extLst>
          </p:cNvPr>
          <p:cNvSpPr/>
          <p:nvPr/>
        </p:nvSpPr>
        <p:spPr bwMode="auto">
          <a:xfrm rot="16200000">
            <a:off x="1976438" y="1593850"/>
            <a:ext cx="381000" cy="781050"/>
          </a:xfrm>
          <a:prstGeom prst="roundRect">
            <a:avLst/>
          </a:prstGeom>
          <a:noFill/>
          <a:ln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52C9A94D-5E59-7844-9E52-045E12F23444}"/>
              </a:ext>
            </a:extLst>
          </p:cNvPr>
          <p:cNvSpPr/>
          <p:nvPr/>
        </p:nvSpPr>
        <p:spPr bwMode="auto">
          <a:xfrm rot="16200000">
            <a:off x="6017419" y="2405857"/>
            <a:ext cx="787400" cy="373062"/>
          </a:xfrm>
          <a:prstGeom prst="roundRect">
            <a:avLst/>
          </a:prstGeom>
          <a:noFill/>
          <a:ln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23270223-711F-CC44-B9ED-96AB7B22D425}"/>
              </a:ext>
            </a:extLst>
          </p:cNvPr>
          <p:cNvSpPr/>
          <p:nvPr/>
        </p:nvSpPr>
        <p:spPr bwMode="auto">
          <a:xfrm rot="16200000">
            <a:off x="6470650" y="4722813"/>
            <a:ext cx="788988" cy="373062"/>
          </a:xfrm>
          <a:prstGeom prst="roundRect">
            <a:avLst/>
          </a:prstGeom>
          <a:noFill/>
          <a:ln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01" name="Picture 3" descr="F:\LogicBook\PowerPoint\chapter4\figure4.6.wmf">
            <a:extLst>
              <a:ext uri="{FF2B5EF4-FFF2-40B4-BE49-F238E27FC236}">
                <a16:creationId xmlns:a16="http://schemas.microsoft.com/office/drawing/2014/main" id="{7C988B09-1C26-4E4B-84FD-661500B872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533400"/>
            <a:ext cx="3092450" cy="304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2">
            <a:extLst>
              <a:ext uri="{FF2B5EF4-FFF2-40B4-BE49-F238E27FC236}">
                <a16:creationId xmlns:a16="http://schemas.microsoft.com/office/drawing/2014/main" id="{345ED986-9F3E-5E41-8E76-3B70393DDCEE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+mj-lt"/>
                <a:ea typeface="+mj-ea"/>
                <a:cs typeface="ＭＳ Ｐゴシック" charset="0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j-ea"/>
                <a:cs typeface="+mj-cs"/>
              </a:rPr>
              <a:t>Some Valid Groupings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+mj-ea"/>
              <a:cs typeface="+mj-cs"/>
            </a:endParaRPr>
          </a:p>
        </p:txBody>
      </p:sp>
      <p:pic>
        <p:nvPicPr>
          <p:cNvPr id="102403" name="Picture 3" descr="F:\LogicBook\PowerPoint\chapter4\figure4.6.wmf">
            <a:extLst>
              <a:ext uri="{FF2B5EF4-FFF2-40B4-BE49-F238E27FC236}">
                <a16:creationId xmlns:a16="http://schemas.microsoft.com/office/drawing/2014/main" id="{37B9B96E-4DC9-4926-9554-090D0EB655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0200" y="457200"/>
            <a:ext cx="3092450" cy="304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404" name="Picture 3" descr="F:\LogicBook\PowerPoint\chapter4\figure4.6.wmf">
            <a:extLst>
              <a:ext uri="{FF2B5EF4-FFF2-40B4-BE49-F238E27FC236}">
                <a16:creationId xmlns:a16="http://schemas.microsoft.com/office/drawing/2014/main" id="{9E47EBA8-4091-4BE0-B7F3-EA7AFB60F1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3657600"/>
            <a:ext cx="3092450" cy="304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405" name="Picture 3" descr="F:\LogicBook\PowerPoint\chapter4\figure4.6.wmf">
            <a:extLst>
              <a:ext uri="{FF2B5EF4-FFF2-40B4-BE49-F238E27FC236}">
                <a16:creationId xmlns:a16="http://schemas.microsoft.com/office/drawing/2014/main" id="{BA486A9C-4E99-4A3D-A5CE-ACC45B0723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0200" y="3657600"/>
            <a:ext cx="3092450" cy="304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E42CAEB8-DB86-EF4D-AF05-CAEC026F7CC1}"/>
              </a:ext>
            </a:extLst>
          </p:cNvPr>
          <p:cNvSpPr/>
          <p:nvPr/>
        </p:nvSpPr>
        <p:spPr bwMode="auto">
          <a:xfrm rot="16200000">
            <a:off x="6702425" y="4481513"/>
            <a:ext cx="762000" cy="1752600"/>
          </a:xfrm>
          <a:prstGeom prst="roundRect">
            <a:avLst/>
          </a:prstGeom>
          <a:noFill/>
          <a:ln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91CA1A07-EE7C-7249-A226-09F3809ADB34}"/>
              </a:ext>
            </a:extLst>
          </p:cNvPr>
          <p:cNvSpPr/>
          <p:nvPr/>
        </p:nvSpPr>
        <p:spPr bwMode="auto">
          <a:xfrm rot="16200000">
            <a:off x="1735932" y="4928394"/>
            <a:ext cx="811212" cy="838200"/>
          </a:xfrm>
          <a:prstGeom prst="roundRect">
            <a:avLst/>
          </a:prstGeom>
          <a:noFill/>
          <a:ln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797E8128-C0DE-E14D-A234-F70530B40B05}"/>
              </a:ext>
            </a:extLst>
          </p:cNvPr>
          <p:cNvSpPr/>
          <p:nvPr/>
        </p:nvSpPr>
        <p:spPr bwMode="auto">
          <a:xfrm rot="16200000">
            <a:off x="1257300" y="1333500"/>
            <a:ext cx="838200" cy="914400"/>
          </a:xfrm>
          <a:prstGeom prst="roundRect">
            <a:avLst/>
          </a:prstGeom>
          <a:noFill/>
          <a:ln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3E404E40-82D0-D441-BF74-E81400F39558}"/>
              </a:ext>
            </a:extLst>
          </p:cNvPr>
          <p:cNvSpPr/>
          <p:nvPr/>
        </p:nvSpPr>
        <p:spPr bwMode="auto">
          <a:xfrm rot="16200000">
            <a:off x="6896100" y="1943100"/>
            <a:ext cx="1752600" cy="457200"/>
          </a:xfrm>
          <a:prstGeom prst="roundRect">
            <a:avLst/>
          </a:prstGeom>
          <a:noFill/>
          <a:ln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425" name="Picture 3" descr="F:\LogicBook\PowerPoint\chapter4\figure4.6.wmf">
            <a:extLst>
              <a:ext uri="{FF2B5EF4-FFF2-40B4-BE49-F238E27FC236}">
                <a16:creationId xmlns:a16="http://schemas.microsoft.com/office/drawing/2014/main" id="{3E5A4302-C77F-4281-AB32-9240B79810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533400"/>
            <a:ext cx="3092450" cy="304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2">
            <a:extLst>
              <a:ext uri="{FF2B5EF4-FFF2-40B4-BE49-F238E27FC236}">
                <a16:creationId xmlns:a16="http://schemas.microsoft.com/office/drawing/2014/main" id="{F40D946C-C8EB-E544-A14F-62DA086BB9D0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+mj-lt"/>
                <a:ea typeface="+mj-ea"/>
                <a:cs typeface="ＭＳ Ｐゴシック" charset="0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j-ea"/>
                <a:cs typeface="+mj-cs"/>
              </a:rPr>
              <a:t>Some Valid Groupings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+mj-ea"/>
              <a:cs typeface="+mj-cs"/>
            </a:endParaRPr>
          </a:p>
        </p:txBody>
      </p:sp>
      <p:pic>
        <p:nvPicPr>
          <p:cNvPr id="103427" name="Picture 3" descr="F:\LogicBook\PowerPoint\chapter4\figure4.6.wmf">
            <a:extLst>
              <a:ext uri="{FF2B5EF4-FFF2-40B4-BE49-F238E27FC236}">
                <a16:creationId xmlns:a16="http://schemas.microsoft.com/office/drawing/2014/main" id="{F0514ACF-305A-459F-A0E5-9F05AF41B7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0200" y="457200"/>
            <a:ext cx="3092450" cy="304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428" name="Picture 3" descr="F:\LogicBook\PowerPoint\chapter4\figure4.6.wmf">
            <a:extLst>
              <a:ext uri="{FF2B5EF4-FFF2-40B4-BE49-F238E27FC236}">
                <a16:creationId xmlns:a16="http://schemas.microsoft.com/office/drawing/2014/main" id="{C491D3D3-0920-453D-88C3-2DA0EB268E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3657600"/>
            <a:ext cx="3092450" cy="304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429" name="Picture 3" descr="F:\LogicBook\PowerPoint\chapter4\figure4.6.wmf">
            <a:extLst>
              <a:ext uri="{FF2B5EF4-FFF2-40B4-BE49-F238E27FC236}">
                <a16:creationId xmlns:a16="http://schemas.microsoft.com/office/drawing/2014/main" id="{66136B08-757C-4494-985B-9CC9667C52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0200" y="3657600"/>
            <a:ext cx="3092450" cy="304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03430" name="Group 3">
            <a:extLst>
              <a:ext uri="{FF2B5EF4-FFF2-40B4-BE49-F238E27FC236}">
                <a16:creationId xmlns:a16="http://schemas.microsoft.com/office/drawing/2014/main" id="{C3ED5B2C-972B-4E7C-A5AD-2248534BE56A}"/>
              </a:ext>
            </a:extLst>
          </p:cNvPr>
          <p:cNvGrpSpPr>
            <a:grpSpLocks/>
          </p:cNvGrpSpPr>
          <p:nvPr/>
        </p:nvGrpSpPr>
        <p:grpSpPr bwMode="auto">
          <a:xfrm>
            <a:off x="6172200" y="4495800"/>
            <a:ext cx="1905000" cy="387350"/>
            <a:chOff x="2801938" y="2224088"/>
            <a:chExt cx="2381250" cy="387350"/>
          </a:xfrm>
        </p:grpSpPr>
        <p:sp>
          <p:nvSpPr>
            <p:cNvPr id="103488" name="Line 61">
              <a:extLst>
                <a:ext uri="{FF2B5EF4-FFF2-40B4-BE49-F238E27FC236}">
                  <a16:creationId xmlns:a16="http://schemas.microsoft.com/office/drawing/2014/main" id="{B068F3B2-7748-44CA-8E92-85CF4BB3358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087688" y="2609850"/>
              <a:ext cx="1644650" cy="1588"/>
            </a:xfrm>
            <a:prstGeom prst="line">
              <a:avLst/>
            </a:prstGeom>
            <a:noFill/>
            <a:ln w="23813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grpSp>
          <p:nvGrpSpPr>
            <p:cNvPr id="103489" name="Group 104">
              <a:extLst>
                <a:ext uri="{FF2B5EF4-FFF2-40B4-BE49-F238E27FC236}">
                  <a16:creationId xmlns:a16="http://schemas.microsoft.com/office/drawing/2014/main" id="{86B2B37B-D796-45D0-8FD5-2ECF011276B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01938" y="2224088"/>
              <a:ext cx="541337" cy="387350"/>
              <a:chOff x="1750" y="1241"/>
              <a:chExt cx="341" cy="244"/>
            </a:xfrm>
          </p:grpSpPr>
          <p:grpSp>
            <p:nvGrpSpPr>
              <p:cNvPr id="103496" name="Group 105">
                <a:extLst>
                  <a:ext uri="{FF2B5EF4-FFF2-40B4-BE49-F238E27FC236}">
                    <a16:creationId xmlns:a16="http://schemas.microsoft.com/office/drawing/2014/main" id="{8844C8F9-1D84-4FD1-90EB-E5F3712C351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H="1">
                <a:off x="1950" y="1242"/>
                <a:ext cx="141" cy="243"/>
                <a:chOff x="1039" y="1647"/>
                <a:chExt cx="141" cy="270"/>
              </a:xfrm>
            </p:grpSpPr>
            <p:sp>
              <p:nvSpPr>
                <p:cNvPr id="103499" name="Arc 106">
                  <a:extLst>
                    <a:ext uri="{FF2B5EF4-FFF2-40B4-BE49-F238E27FC236}">
                      <a16:creationId xmlns:a16="http://schemas.microsoft.com/office/drawing/2014/main" id="{843D73DB-7B43-4A0C-9120-D0EB845044F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1039" y="1647"/>
                  <a:ext cx="141" cy="135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 w="28575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" panose="02020603050405020304" pitchFamily="18" charset="0"/>
                    <a:ea typeface="MS PGothic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103500" name="Arc 107">
                  <a:extLst>
                    <a:ext uri="{FF2B5EF4-FFF2-40B4-BE49-F238E27FC236}">
                      <a16:creationId xmlns:a16="http://schemas.microsoft.com/office/drawing/2014/main" id="{ABBD8A57-AF97-4069-9D60-DC832918C71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 flipV="1">
                  <a:off x="1039" y="1782"/>
                  <a:ext cx="141" cy="135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 w="28575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" panose="02020603050405020304" pitchFamily="18" charset="0"/>
                    <a:ea typeface="MS PGothic" panose="020B0600070205080204" pitchFamily="34" charset="-128"/>
                    <a:cs typeface="+mn-cs"/>
                  </a:endParaRPr>
                </a:p>
              </p:txBody>
            </p:sp>
          </p:grpSp>
          <p:sp>
            <p:nvSpPr>
              <p:cNvPr id="103497" name="Line 108">
                <a:extLst>
                  <a:ext uri="{FF2B5EF4-FFF2-40B4-BE49-F238E27FC236}">
                    <a16:creationId xmlns:a16="http://schemas.microsoft.com/office/drawing/2014/main" id="{B75A2B03-3C3E-4EED-A7C1-46AE4944131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1750" y="1241"/>
                <a:ext cx="200" cy="1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103498" name="Line 109">
                <a:extLst>
                  <a:ext uri="{FF2B5EF4-FFF2-40B4-BE49-F238E27FC236}">
                    <a16:creationId xmlns:a16="http://schemas.microsoft.com/office/drawing/2014/main" id="{A3A62C91-E966-4D78-A054-3673DA98065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1753" y="1483"/>
                <a:ext cx="201" cy="1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</p:grpSp>
        <p:grpSp>
          <p:nvGrpSpPr>
            <p:cNvPr id="103490" name="Group 110">
              <a:extLst>
                <a:ext uri="{FF2B5EF4-FFF2-40B4-BE49-F238E27FC236}">
                  <a16:creationId xmlns:a16="http://schemas.microsoft.com/office/drawing/2014/main" id="{0C51D3D9-F91A-4670-A70F-0A20F54ACBCB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4641850" y="2224088"/>
              <a:ext cx="541338" cy="387350"/>
              <a:chOff x="1750" y="1241"/>
              <a:chExt cx="341" cy="244"/>
            </a:xfrm>
          </p:grpSpPr>
          <p:grpSp>
            <p:nvGrpSpPr>
              <p:cNvPr id="103491" name="Group 111">
                <a:extLst>
                  <a:ext uri="{FF2B5EF4-FFF2-40B4-BE49-F238E27FC236}">
                    <a16:creationId xmlns:a16="http://schemas.microsoft.com/office/drawing/2014/main" id="{5BC56713-DAED-42C5-9D8D-F01AA008C28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H="1">
                <a:off x="1950" y="1242"/>
                <a:ext cx="141" cy="243"/>
                <a:chOff x="1039" y="1647"/>
                <a:chExt cx="141" cy="270"/>
              </a:xfrm>
            </p:grpSpPr>
            <p:sp>
              <p:nvSpPr>
                <p:cNvPr id="103494" name="Arc 112">
                  <a:extLst>
                    <a:ext uri="{FF2B5EF4-FFF2-40B4-BE49-F238E27FC236}">
                      <a16:creationId xmlns:a16="http://schemas.microsoft.com/office/drawing/2014/main" id="{AAA76A61-B2E8-4B96-AF25-FA17548CE01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1039" y="1647"/>
                  <a:ext cx="141" cy="135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 w="28575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" panose="02020603050405020304" pitchFamily="18" charset="0"/>
                    <a:ea typeface="MS PGothic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103495" name="Arc 113">
                  <a:extLst>
                    <a:ext uri="{FF2B5EF4-FFF2-40B4-BE49-F238E27FC236}">
                      <a16:creationId xmlns:a16="http://schemas.microsoft.com/office/drawing/2014/main" id="{1E5CA989-BFDC-43ED-8313-5543A42CF73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 flipV="1">
                  <a:off x="1039" y="1782"/>
                  <a:ext cx="141" cy="135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 w="28575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" panose="02020603050405020304" pitchFamily="18" charset="0"/>
                    <a:ea typeface="MS PGothic" panose="020B0600070205080204" pitchFamily="34" charset="-128"/>
                    <a:cs typeface="+mn-cs"/>
                  </a:endParaRPr>
                </a:p>
              </p:txBody>
            </p:sp>
          </p:grpSp>
          <p:sp>
            <p:nvSpPr>
              <p:cNvPr id="103492" name="Line 114">
                <a:extLst>
                  <a:ext uri="{FF2B5EF4-FFF2-40B4-BE49-F238E27FC236}">
                    <a16:creationId xmlns:a16="http://schemas.microsoft.com/office/drawing/2014/main" id="{A9DD5ACA-477D-46CE-A1B6-2CB7F2E4BD9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1750" y="1241"/>
                <a:ext cx="200" cy="1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103493" name="Line 115">
                <a:extLst>
                  <a:ext uri="{FF2B5EF4-FFF2-40B4-BE49-F238E27FC236}">
                    <a16:creationId xmlns:a16="http://schemas.microsoft.com/office/drawing/2014/main" id="{D46124C7-767C-4718-80C6-045A08FB56A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1752" y="1483"/>
                <a:ext cx="201" cy="1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</p:grpSp>
      </p:grpSp>
      <p:grpSp>
        <p:nvGrpSpPr>
          <p:cNvPr id="103431" name="Group 3">
            <a:extLst>
              <a:ext uri="{FF2B5EF4-FFF2-40B4-BE49-F238E27FC236}">
                <a16:creationId xmlns:a16="http://schemas.microsoft.com/office/drawing/2014/main" id="{163A02E0-3E15-4506-89A0-EFB271FDE392}"/>
              </a:ext>
            </a:extLst>
          </p:cNvPr>
          <p:cNvGrpSpPr>
            <a:grpSpLocks/>
          </p:cNvGrpSpPr>
          <p:nvPr/>
        </p:nvGrpSpPr>
        <p:grpSpPr bwMode="auto">
          <a:xfrm>
            <a:off x="6172200" y="5861050"/>
            <a:ext cx="1905000" cy="387350"/>
            <a:chOff x="2801938" y="2224088"/>
            <a:chExt cx="2381250" cy="387350"/>
          </a:xfrm>
        </p:grpSpPr>
        <p:sp>
          <p:nvSpPr>
            <p:cNvPr id="103475" name="Line 61">
              <a:extLst>
                <a:ext uri="{FF2B5EF4-FFF2-40B4-BE49-F238E27FC236}">
                  <a16:creationId xmlns:a16="http://schemas.microsoft.com/office/drawing/2014/main" id="{327909D2-358F-4161-BD42-BE44B20CF88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087688" y="2609850"/>
              <a:ext cx="1644650" cy="1588"/>
            </a:xfrm>
            <a:prstGeom prst="line">
              <a:avLst/>
            </a:prstGeom>
            <a:noFill/>
            <a:ln w="23813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grpSp>
          <p:nvGrpSpPr>
            <p:cNvPr id="103476" name="Group 104">
              <a:extLst>
                <a:ext uri="{FF2B5EF4-FFF2-40B4-BE49-F238E27FC236}">
                  <a16:creationId xmlns:a16="http://schemas.microsoft.com/office/drawing/2014/main" id="{BAD466A7-6437-4373-9798-F731DFE71C9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01938" y="2224088"/>
              <a:ext cx="541337" cy="387350"/>
              <a:chOff x="1750" y="1241"/>
              <a:chExt cx="341" cy="244"/>
            </a:xfrm>
          </p:grpSpPr>
          <p:grpSp>
            <p:nvGrpSpPr>
              <p:cNvPr id="103483" name="Group 105">
                <a:extLst>
                  <a:ext uri="{FF2B5EF4-FFF2-40B4-BE49-F238E27FC236}">
                    <a16:creationId xmlns:a16="http://schemas.microsoft.com/office/drawing/2014/main" id="{6A2614B2-3236-4B93-912F-F86B7B806E9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H="1">
                <a:off x="1950" y="1242"/>
                <a:ext cx="141" cy="243"/>
                <a:chOff x="1039" y="1647"/>
                <a:chExt cx="141" cy="270"/>
              </a:xfrm>
            </p:grpSpPr>
            <p:sp>
              <p:nvSpPr>
                <p:cNvPr id="103486" name="Arc 106">
                  <a:extLst>
                    <a:ext uri="{FF2B5EF4-FFF2-40B4-BE49-F238E27FC236}">
                      <a16:creationId xmlns:a16="http://schemas.microsoft.com/office/drawing/2014/main" id="{B1A7659C-2DA8-4055-B575-70461111838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1039" y="1647"/>
                  <a:ext cx="141" cy="135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 w="28575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" panose="02020603050405020304" pitchFamily="18" charset="0"/>
                    <a:ea typeface="MS PGothic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103487" name="Arc 107">
                  <a:extLst>
                    <a:ext uri="{FF2B5EF4-FFF2-40B4-BE49-F238E27FC236}">
                      <a16:creationId xmlns:a16="http://schemas.microsoft.com/office/drawing/2014/main" id="{AE585F09-F992-4F64-91D1-B4AA47714D4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 flipV="1">
                  <a:off x="1039" y="1782"/>
                  <a:ext cx="141" cy="135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 w="28575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" panose="02020603050405020304" pitchFamily="18" charset="0"/>
                    <a:ea typeface="MS PGothic" panose="020B0600070205080204" pitchFamily="34" charset="-128"/>
                    <a:cs typeface="+mn-cs"/>
                  </a:endParaRPr>
                </a:p>
              </p:txBody>
            </p:sp>
          </p:grpSp>
          <p:sp>
            <p:nvSpPr>
              <p:cNvPr id="103484" name="Line 108">
                <a:extLst>
                  <a:ext uri="{FF2B5EF4-FFF2-40B4-BE49-F238E27FC236}">
                    <a16:creationId xmlns:a16="http://schemas.microsoft.com/office/drawing/2014/main" id="{5CDF4EBC-EECB-4C4D-BB60-C5CF17451A2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1750" y="1241"/>
                <a:ext cx="200" cy="1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103485" name="Line 109">
                <a:extLst>
                  <a:ext uri="{FF2B5EF4-FFF2-40B4-BE49-F238E27FC236}">
                    <a16:creationId xmlns:a16="http://schemas.microsoft.com/office/drawing/2014/main" id="{BF335388-41D0-4913-9236-8FC272A4754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1753" y="1483"/>
                <a:ext cx="201" cy="1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</p:grpSp>
        <p:grpSp>
          <p:nvGrpSpPr>
            <p:cNvPr id="103477" name="Group 110">
              <a:extLst>
                <a:ext uri="{FF2B5EF4-FFF2-40B4-BE49-F238E27FC236}">
                  <a16:creationId xmlns:a16="http://schemas.microsoft.com/office/drawing/2014/main" id="{02D26570-1B8C-413A-AB01-F30574713FD5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4641850" y="2224088"/>
              <a:ext cx="541338" cy="387350"/>
              <a:chOff x="1750" y="1241"/>
              <a:chExt cx="341" cy="244"/>
            </a:xfrm>
          </p:grpSpPr>
          <p:grpSp>
            <p:nvGrpSpPr>
              <p:cNvPr id="103478" name="Group 111">
                <a:extLst>
                  <a:ext uri="{FF2B5EF4-FFF2-40B4-BE49-F238E27FC236}">
                    <a16:creationId xmlns:a16="http://schemas.microsoft.com/office/drawing/2014/main" id="{45E53B64-54E0-4592-B072-4FC84A6A8EB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H="1">
                <a:off x="1950" y="1242"/>
                <a:ext cx="141" cy="243"/>
                <a:chOff x="1039" y="1647"/>
                <a:chExt cx="141" cy="270"/>
              </a:xfrm>
            </p:grpSpPr>
            <p:sp>
              <p:nvSpPr>
                <p:cNvPr id="103481" name="Arc 112">
                  <a:extLst>
                    <a:ext uri="{FF2B5EF4-FFF2-40B4-BE49-F238E27FC236}">
                      <a16:creationId xmlns:a16="http://schemas.microsoft.com/office/drawing/2014/main" id="{C143485D-A8A4-47CE-B2BE-D3AED2C90D1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1039" y="1647"/>
                  <a:ext cx="141" cy="135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 w="28575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" panose="02020603050405020304" pitchFamily="18" charset="0"/>
                    <a:ea typeface="MS PGothic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103482" name="Arc 113">
                  <a:extLst>
                    <a:ext uri="{FF2B5EF4-FFF2-40B4-BE49-F238E27FC236}">
                      <a16:creationId xmlns:a16="http://schemas.microsoft.com/office/drawing/2014/main" id="{421EF7C1-57C2-473A-A16F-22D989ED5F7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 flipV="1">
                  <a:off x="1039" y="1782"/>
                  <a:ext cx="141" cy="135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 w="28575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" panose="02020603050405020304" pitchFamily="18" charset="0"/>
                    <a:ea typeface="MS PGothic" panose="020B0600070205080204" pitchFamily="34" charset="-128"/>
                    <a:cs typeface="+mn-cs"/>
                  </a:endParaRPr>
                </a:p>
              </p:txBody>
            </p:sp>
          </p:grpSp>
          <p:sp>
            <p:nvSpPr>
              <p:cNvPr id="103479" name="Line 114">
                <a:extLst>
                  <a:ext uri="{FF2B5EF4-FFF2-40B4-BE49-F238E27FC236}">
                    <a16:creationId xmlns:a16="http://schemas.microsoft.com/office/drawing/2014/main" id="{50E49642-726C-444D-B583-C3830AD58C8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1750" y="1241"/>
                <a:ext cx="200" cy="1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103480" name="Line 115">
                <a:extLst>
                  <a:ext uri="{FF2B5EF4-FFF2-40B4-BE49-F238E27FC236}">
                    <a16:creationId xmlns:a16="http://schemas.microsoft.com/office/drawing/2014/main" id="{76E1E681-7693-4C9A-B3E7-342F525CECF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1752" y="1483"/>
                <a:ext cx="201" cy="1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</p:grpSp>
      </p:grpSp>
      <p:grpSp>
        <p:nvGrpSpPr>
          <p:cNvPr id="103432" name="Group 3">
            <a:extLst>
              <a:ext uri="{FF2B5EF4-FFF2-40B4-BE49-F238E27FC236}">
                <a16:creationId xmlns:a16="http://schemas.microsoft.com/office/drawing/2014/main" id="{0795771E-D111-448F-8CE4-2781D91719C8}"/>
              </a:ext>
            </a:extLst>
          </p:cNvPr>
          <p:cNvGrpSpPr>
            <a:grpSpLocks/>
          </p:cNvGrpSpPr>
          <p:nvPr/>
        </p:nvGrpSpPr>
        <p:grpSpPr bwMode="auto">
          <a:xfrm>
            <a:off x="1143000" y="4953000"/>
            <a:ext cx="1905000" cy="387350"/>
            <a:chOff x="2801938" y="2224088"/>
            <a:chExt cx="2381250" cy="387350"/>
          </a:xfrm>
        </p:grpSpPr>
        <p:sp>
          <p:nvSpPr>
            <p:cNvPr id="103462" name="Line 61">
              <a:extLst>
                <a:ext uri="{FF2B5EF4-FFF2-40B4-BE49-F238E27FC236}">
                  <a16:creationId xmlns:a16="http://schemas.microsoft.com/office/drawing/2014/main" id="{04E9EB7A-ECEE-4310-A3D9-33050E856D0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087688" y="2609850"/>
              <a:ext cx="1644650" cy="1588"/>
            </a:xfrm>
            <a:prstGeom prst="line">
              <a:avLst/>
            </a:prstGeom>
            <a:noFill/>
            <a:ln w="23813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grpSp>
          <p:nvGrpSpPr>
            <p:cNvPr id="103463" name="Group 104">
              <a:extLst>
                <a:ext uri="{FF2B5EF4-FFF2-40B4-BE49-F238E27FC236}">
                  <a16:creationId xmlns:a16="http://schemas.microsoft.com/office/drawing/2014/main" id="{81582137-7A30-4EEA-8681-A554FB23C03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01938" y="2224088"/>
              <a:ext cx="541337" cy="387350"/>
              <a:chOff x="1750" y="1241"/>
              <a:chExt cx="341" cy="244"/>
            </a:xfrm>
          </p:grpSpPr>
          <p:grpSp>
            <p:nvGrpSpPr>
              <p:cNvPr id="103470" name="Group 105">
                <a:extLst>
                  <a:ext uri="{FF2B5EF4-FFF2-40B4-BE49-F238E27FC236}">
                    <a16:creationId xmlns:a16="http://schemas.microsoft.com/office/drawing/2014/main" id="{A06DAA6A-1E8E-4F75-8326-0A274A2F6E4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H="1">
                <a:off x="1950" y="1242"/>
                <a:ext cx="141" cy="243"/>
                <a:chOff x="1039" y="1647"/>
                <a:chExt cx="141" cy="270"/>
              </a:xfrm>
            </p:grpSpPr>
            <p:sp>
              <p:nvSpPr>
                <p:cNvPr id="103473" name="Arc 106">
                  <a:extLst>
                    <a:ext uri="{FF2B5EF4-FFF2-40B4-BE49-F238E27FC236}">
                      <a16:creationId xmlns:a16="http://schemas.microsoft.com/office/drawing/2014/main" id="{5C53B97F-5216-4486-95A1-BDEB97CB05E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1039" y="1647"/>
                  <a:ext cx="141" cy="135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 w="28575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" panose="02020603050405020304" pitchFamily="18" charset="0"/>
                    <a:ea typeface="MS PGothic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103474" name="Arc 107">
                  <a:extLst>
                    <a:ext uri="{FF2B5EF4-FFF2-40B4-BE49-F238E27FC236}">
                      <a16:creationId xmlns:a16="http://schemas.microsoft.com/office/drawing/2014/main" id="{9090C0DA-61CA-4542-A74D-468B3D5046F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 flipV="1">
                  <a:off x="1039" y="1782"/>
                  <a:ext cx="141" cy="135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 w="28575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" panose="02020603050405020304" pitchFamily="18" charset="0"/>
                    <a:ea typeface="MS PGothic" panose="020B0600070205080204" pitchFamily="34" charset="-128"/>
                    <a:cs typeface="+mn-cs"/>
                  </a:endParaRPr>
                </a:p>
              </p:txBody>
            </p:sp>
          </p:grpSp>
          <p:sp>
            <p:nvSpPr>
              <p:cNvPr id="103471" name="Line 108">
                <a:extLst>
                  <a:ext uri="{FF2B5EF4-FFF2-40B4-BE49-F238E27FC236}">
                    <a16:creationId xmlns:a16="http://schemas.microsoft.com/office/drawing/2014/main" id="{44D9DDE8-ECFC-4918-B5A4-35D90FC9EA2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1750" y="1241"/>
                <a:ext cx="200" cy="1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103472" name="Line 109">
                <a:extLst>
                  <a:ext uri="{FF2B5EF4-FFF2-40B4-BE49-F238E27FC236}">
                    <a16:creationId xmlns:a16="http://schemas.microsoft.com/office/drawing/2014/main" id="{452EC6DB-C177-4B01-8CC8-152B02311F9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1753" y="1483"/>
                <a:ext cx="201" cy="1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</p:grpSp>
        <p:grpSp>
          <p:nvGrpSpPr>
            <p:cNvPr id="103464" name="Group 110">
              <a:extLst>
                <a:ext uri="{FF2B5EF4-FFF2-40B4-BE49-F238E27FC236}">
                  <a16:creationId xmlns:a16="http://schemas.microsoft.com/office/drawing/2014/main" id="{6504404C-4761-4178-8E94-71101E10F80C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4641850" y="2224088"/>
              <a:ext cx="541338" cy="387350"/>
              <a:chOff x="1750" y="1241"/>
              <a:chExt cx="341" cy="244"/>
            </a:xfrm>
          </p:grpSpPr>
          <p:grpSp>
            <p:nvGrpSpPr>
              <p:cNvPr id="103465" name="Group 111">
                <a:extLst>
                  <a:ext uri="{FF2B5EF4-FFF2-40B4-BE49-F238E27FC236}">
                    <a16:creationId xmlns:a16="http://schemas.microsoft.com/office/drawing/2014/main" id="{F20B82DE-2AE4-4F74-B9BA-CDD3373D363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H="1">
                <a:off x="1950" y="1242"/>
                <a:ext cx="141" cy="243"/>
                <a:chOff x="1039" y="1647"/>
                <a:chExt cx="141" cy="270"/>
              </a:xfrm>
            </p:grpSpPr>
            <p:sp>
              <p:nvSpPr>
                <p:cNvPr id="103468" name="Arc 112">
                  <a:extLst>
                    <a:ext uri="{FF2B5EF4-FFF2-40B4-BE49-F238E27FC236}">
                      <a16:creationId xmlns:a16="http://schemas.microsoft.com/office/drawing/2014/main" id="{9D311737-1479-45A2-8F32-5336F3DCDA3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1039" y="1647"/>
                  <a:ext cx="141" cy="135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 w="28575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" panose="02020603050405020304" pitchFamily="18" charset="0"/>
                    <a:ea typeface="MS PGothic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103469" name="Arc 113">
                  <a:extLst>
                    <a:ext uri="{FF2B5EF4-FFF2-40B4-BE49-F238E27FC236}">
                      <a16:creationId xmlns:a16="http://schemas.microsoft.com/office/drawing/2014/main" id="{5EDC03C2-9A8F-499E-AC7A-E2E0D0DD1FA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 flipV="1">
                  <a:off x="1039" y="1782"/>
                  <a:ext cx="141" cy="135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 w="28575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" panose="02020603050405020304" pitchFamily="18" charset="0"/>
                    <a:ea typeface="MS PGothic" panose="020B0600070205080204" pitchFamily="34" charset="-128"/>
                    <a:cs typeface="+mn-cs"/>
                  </a:endParaRPr>
                </a:p>
              </p:txBody>
            </p:sp>
          </p:grpSp>
          <p:sp>
            <p:nvSpPr>
              <p:cNvPr id="103466" name="Line 114">
                <a:extLst>
                  <a:ext uri="{FF2B5EF4-FFF2-40B4-BE49-F238E27FC236}">
                    <a16:creationId xmlns:a16="http://schemas.microsoft.com/office/drawing/2014/main" id="{307AC888-7E06-42F4-B5A0-ED83966381A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1750" y="1241"/>
                <a:ext cx="200" cy="1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103467" name="Line 115">
                <a:extLst>
                  <a:ext uri="{FF2B5EF4-FFF2-40B4-BE49-F238E27FC236}">
                    <a16:creationId xmlns:a16="http://schemas.microsoft.com/office/drawing/2014/main" id="{AD14CC29-2F2A-41E4-9223-5EC83A9BA7C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1752" y="1483"/>
                <a:ext cx="201" cy="1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</p:grpSp>
      </p:grpSp>
      <p:grpSp>
        <p:nvGrpSpPr>
          <p:cNvPr id="103433" name="Group 3">
            <a:extLst>
              <a:ext uri="{FF2B5EF4-FFF2-40B4-BE49-F238E27FC236}">
                <a16:creationId xmlns:a16="http://schemas.microsoft.com/office/drawing/2014/main" id="{462C6017-A712-42C4-9FDE-8F93147E09CB}"/>
              </a:ext>
            </a:extLst>
          </p:cNvPr>
          <p:cNvGrpSpPr>
            <a:grpSpLocks/>
          </p:cNvGrpSpPr>
          <p:nvPr/>
        </p:nvGrpSpPr>
        <p:grpSpPr bwMode="auto">
          <a:xfrm>
            <a:off x="1143000" y="2667000"/>
            <a:ext cx="1905000" cy="387350"/>
            <a:chOff x="2801938" y="2224088"/>
            <a:chExt cx="2381250" cy="387350"/>
          </a:xfrm>
        </p:grpSpPr>
        <p:sp>
          <p:nvSpPr>
            <p:cNvPr id="103449" name="Line 61">
              <a:extLst>
                <a:ext uri="{FF2B5EF4-FFF2-40B4-BE49-F238E27FC236}">
                  <a16:creationId xmlns:a16="http://schemas.microsoft.com/office/drawing/2014/main" id="{6D5B09E3-A681-4717-B3FD-5EBE3CE139B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087688" y="2609850"/>
              <a:ext cx="1644650" cy="1588"/>
            </a:xfrm>
            <a:prstGeom prst="line">
              <a:avLst/>
            </a:prstGeom>
            <a:noFill/>
            <a:ln w="23813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grpSp>
          <p:nvGrpSpPr>
            <p:cNvPr id="103450" name="Group 104">
              <a:extLst>
                <a:ext uri="{FF2B5EF4-FFF2-40B4-BE49-F238E27FC236}">
                  <a16:creationId xmlns:a16="http://schemas.microsoft.com/office/drawing/2014/main" id="{A58248C4-4851-4D1F-8802-0ED2A6971A9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01938" y="2224088"/>
              <a:ext cx="541337" cy="387350"/>
              <a:chOff x="1750" y="1241"/>
              <a:chExt cx="341" cy="244"/>
            </a:xfrm>
          </p:grpSpPr>
          <p:grpSp>
            <p:nvGrpSpPr>
              <p:cNvPr id="103457" name="Group 105">
                <a:extLst>
                  <a:ext uri="{FF2B5EF4-FFF2-40B4-BE49-F238E27FC236}">
                    <a16:creationId xmlns:a16="http://schemas.microsoft.com/office/drawing/2014/main" id="{A181AFE8-463C-42DC-AF31-939EA4CC086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H="1">
                <a:off x="1950" y="1242"/>
                <a:ext cx="141" cy="243"/>
                <a:chOff x="1039" y="1647"/>
                <a:chExt cx="141" cy="270"/>
              </a:xfrm>
            </p:grpSpPr>
            <p:sp>
              <p:nvSpPr>
                <p:cNvPr id="103460" name="Arc 106">
                  <a:extLst>
                    <a:ext uri="{FF2B5EF4-FFF2-40B4-BE49-F238E27FC236}">
                      <a16:creationId xmlns:a16="http://schemas.microsoft.com/office/drawing/2014/main" id="{1EED03E3-63AB-4114-B024-C37BEF1B117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1039" y="1647"/>
                  <a:ext cx="141" cy="135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 w="28575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" panose="02020603050405020304" pitchFamily="18" charset="0"/>
                    <a:ea typeface="MS PGothic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103461" name="Arc 107">
                  <a:extLst>
                    <a:ext uri="{FF2B5EF4-FFF2-40B4-BE49-F238E27FC236}">
                      <a16:creationId xmlns:a16="http://schemas.microsoft.com/office/drawing/2014/main" id="{95096861-622B-49F2-8259-589D40CB7AF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 flipV="1">
                  <a:off x="1039" y="1782"/>
                  <a:ext cx="141" cy="135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 w="28575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" panose="02020603050405020304" pitchFamily="18" charset="0"/>
                    <a:ea typeface="MS PGothic" panose="020B0600070205080204" pitchFamily="34" charset="-128"/>
                    <a:cs typeface="+mn-cs"/>
                  </a:endParaRPr>
                </a:p>
              </p:txBody>
            </p:sp>
          </p:grpSp>
          <p:sp>
            <p:nvSpPr>
              <p:cNvPr id="103458" name="Line 108">
                <a:extLst>
                  <a:ext uri="{FF2B5EF4-FFF2-40B4-BE49-F238E27FC236}">
                    <a16:creationId xmlns:a16="http://schemas.microsoft.com/office/drawing/2014/main" id="{6A2B2007-B987-4160-A156-3BFCE8AFB17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1750" y="1241"/>
                <a:ext cx="200" cy="1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103459" name="Line 109">
                <a:extLst>
                  <a:ext uri="{FF2B5EF4-FFF2-40B4-BE49-F238E27FC236}">
                    <a16:creationId xmlns:a16="http://schemas.microsoft.com/office/drawing/2014/main" id="{099C4808-B312-4110-9E81-6DEBA5C4C34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1753" y="1483"/>
                <a:ext cx="201" cy="1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</p:grpSp>
        <p:grpSp>
          <p:nvGrpSpPr>
            <p:cNvPr id="103451" name="Group 110">
              <a:extLst>
                <a:ext uri="{FF2B5EF4-FFF2-40B4-BE49-F238E27FC236}">
                  <a16:creationId xmlns:a16="http://schemas.microsoft.com/office/drawing/2014/main" id="{43541BC6-94DE-4D2A-9023-2635E30FB9A2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4641850" y="2224088"/>
              <a:ext cx="541338" cy="387350"/>
              <a:chOff x="1750" y="1241"/>
              <a:chExt cx="341" cy="244"/>
            </a:xfrm>
          </p:grpSpPr>
          <p:grpSp>
            <p:nvGrpSpPr>
              <p:cNvPr id="103452" name="Group 111">
                <a:extLst>
                  <a:ext uri="{FF2B5EF4-FFF2-40B4-BE49-F238E27FC236}">
                    <a16:creationId xmlns:a16="http://schemas.microsoft.com/office/drawing/2014/main" id="{D52810A6-8F55-46D5-9C3D-74050A07ABC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H="1">
                <a:off x="1950" y="1242"/>
                <a:ext cx="141" cy="243"/>
                <a:chOff x="1039" y="1647"/>
                <a:chExt cx="141" cy="270"/>
              </a:xfrm>
            </p:grpSpPr>
            <p:sp>
              <p:nvSpPr>
                <p:cNvPr id="103455" name="Arc 112">
                  <a:extLst>
                    <a:ext uri="{FF2B5EF4-FFF2-40B4-BE49-F238E27FC236}">
                      <a16:creationId xmlns:a16="http://schemas.microsoft.com/office/drawing/2014/main" id="{2E393AE1-9A3C-44A8-8796-68369765248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1039" y="1647"/>
                  <a:ext cx="141" cy="135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 w="28575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" panose="02020603050405020304" pitchFamily="18" charset="0"/>
                    <a:ea typeface="MS PGothic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103456" name="Arc 113">
                  <a:extLst>
                    <a:ext uri="{FF2B5EF4-FFF2-40B4-BE49-F238E27FC236}">
                      <a16:creationId xmlns:a16="http://schemas.microsoft.com/office/drawing/2014/main" id="{4D3224D9-50B1-4F96-8012-D50C0DA8D22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 flipV="1">
                  <a:off x="1039" y="1782"/>
                  <a:ext cx="141" cy="135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 w="28575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" panose="02020603050405020304" pitchFamily="18" charset="0"/>
                    <a:ea typeface="MS PGothic" panose="020B0600070205080204" pitchFamily="34" charset="-128"/>
                    <a:cs typeface="+mn-cs"/>
                  </a:endParaRPr>
                </a:p>
              </p:txBody>
            </p:sp>
          </p:grpSp>
          <p:sp>
            <p:nvSpPr>
              <p:cNvPr id="103453" name="Line 114">
                <a:extLst>
                  <a:ext uri="{FF2B5EF4-FFF2-40B4-BE49-F238E27FC236}">
                    <a16:creationId xmlns:a16="http://schemas.microsoft.com/office/drawing/2014/main" id="{A89F77E2-F2AE-4DE1-8F22-7D23F3F25E3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1750" y="1241"/>
                <a:ext cx="200" cy="1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103454" name="Line 115">
                <a:extLst>
                  <a:ext uri="{FF2B5EF4-FFF2-40B4-BE49-F238E27FC236}">
                    <a16:creationId xmlns:a16="http://schemas.microsoft.com/office/drawing/2014/main" id="{4485762B-8C82-45FD-9BBD-CCA01858D06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1752" y="1483"/>
                <a:ext cx="201" cy="1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</p:grpSp>
      </p:grpSp>
      <p:grpSp>
        <p:nvGrpSpPr>
          <p:cNvPr id="103434" name="Group 3">
            <a:extLst>
              <a:ext uri="{FF2B5EF4-FFF2-40B4-BE49-F238E27FC236}">
                <a16:creationId xmlns:a16="http://schemas.microsoft.com/office/drawing/2014/main" id="{4192C552-3E8D-4504-823B-491CC12A7816}"/>
              </a:ext>
            </a:extLst>
          </p:cNvPr>
          <p:cNvGrpSpPr>
            <a:grpSpLocks/>
          </p:cNvGrpSpPr>
          <p:nvPr/>
        </p:nvGrpSpPr>
        <p:grpSpPr bwMode="auto">
          <a:xfrm rot="-5400000">
            <a:off x="6327775" y="1978025"/>
            <a:ext cx="1905000" cy="387350"/>
            <a:chOff x="2801938" y="2224088"/>
            <a:chExt cx="2381250" cy="387350"/>
          </a:xfrm>
        </p:grpSpPr>
        <p:sp>
          <p:nvSpPr>
            <p:cNvPr id="103436" name="Line 61">
              <a:extLst>
                <a:ext uri="{FF2B5EF4-FFF2-40B4-BE49-F238E27FC236}">
                  <a16:creationId xmlns:a16="http://schemas.microsoft.com/office/drawing/2014/main" id="{42CCD25D-CFFA-4D53-A3BC-3EEA7D782E8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087688" y="2609850"/>
              <a:ext cx="1644650" cy="1588"/>
            </a:xfrm>
            <a:prstGeom prst="line">
              <a:avLst/>
            </a:prstGeom>
            <a:noFill/>
            <a:ln w="23813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grpSp>
          <p:nvGrpSpPr>
            <p:cNvPr id="103437" name="Group 104">
              <a:extLst>
                <a:ext uri="{FF2B5EF4-FFF2-40B4-BE49-F238E27FC236}">
                  <a16:creationId xmlns:a16="http://schemas.microsoft.com/office/drawing/2014/main" id="{87D52717-E0AA-4131-B4A5-DDD921C4DFB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01938" y="2224088"/>
              <a:ext cx="541337" cy="387350"/>
              <a:chOff x="1750" y="1241"/>
              <a:chExt cx="341" cy="244"/>
            </a:xfrm>
          </p:grpSpPr>
          <p:grpSp>
            <p:nvGrpSpPr>
              <p:cNvPr id="103444" name="Group 105">
                <a:extLst>
                  <a:ext uri="{FF2B5EF4-FFF2-40B4-BE49-F238E27FC236}">
                    <a16:creationId xmlns:a16="http://schemas.microsoft.com/office/drawing/2014/main" id="{A4A84661-1761-4B7B-B4A9-B161A11FFFE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H="1">
                <a:off x="1950" y="1242"/>
                <a:ext cx="141" cy="243"/>
                <a:chOff x="1039" y="1647"/>
                <a:chExt cx="141" cy="270"/>
              </a:xfrm>
            </p:grpSpPr>
            <p:sp>
              <p:nvSpPr>
                <p:cNvPr id="103447" name="Arc 106">
                  <a:extLst>
                    <a:ext uri="{FF2B5EF4-FFF2-40B4-BE49-F238E27FC236}">
                      <a16:creationId xmlns:a16="http://schemas.microsoft.com/office/drawing/2014/main" id="{E2613EF4-0A5A-4CD8-AEBE-F747C78691B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1039" y="1647"/>
                  <a:ext cx="141" cy="135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 w="28575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" panose="02020603050405020304" pitchFamily="18" charset="0"/>
                    <a:ea typeface="MS PGothic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103448" name="Arc 107">
                  <a:extLst>
                    <a:ext uri="{FF2B5EF4-FFF2-40B4-BE49-F238E27FC236}">
                      <a16:creationId xmlns:a16="http://schemas.microsoft.com/office/drawing/2014/main" id="{C46E7CF0-1D92-4199-BC44-0CD32E31F7F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 flipV="1">
                  <a:off x="1039" y="1782"/>
                  <a:ext cx="141" cy="135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 w="28575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" panose="02020603050405020304" pitchFamily="18" charset="0"/>
                    <a:ea typeface="MS PGothic" panose="020B0600070205080204" pitchFamily="34" charset="-128"/>
                    <a:cs typeface="+mn-cs"/>
                  </a:endParaRPr>
                </a:p>
              </p:txBody>
            </p:sp>
          </p:grpSp>
          <p:sp>
            <p:nvSpPr>
              <p:cNvPr id="103445" name="Line 108">
                <a:extLst>
                  <a:ext uri="{FF2B5EF4-FFF2-40B4-BE49-F238E27FC236}">
                    <a16:creationId xmlns:a16="http://schemas.microsoft.com/office/drawing/2014/main" id="{2BB78E8A-A3EB-43DE-BD8D-7FAD1434027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1750" y="1231"/>
                <a:ext cx="200" cy="1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103446" name="Line 109">
                <a:extLst>
                  <a:ext uri="{FF2B5EF4-FFF2-40B4-BE49-F238E27FC236}">
                    <a16:creationId xmlns:a16="http://schemas.microsoft.com/office/drawing/2014/main" id="{1649E416-BEF9-4D7F-9A0E-FD600B11AFE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1759" y="1478"/>
                <a:ext cx="201" cy="1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</p:grpSp>
        <p:grpSp>
          <p:nvGrpSpPr>
            <p:cNvPr id="103438" name="Group 110">
              <a:extLst>
                <a:ext uri="{FF2B5EF4-FFF2-40B4-BE49-F238E27FC236}">
                  <a16:creationId xmlns:a16="http://schemas.microsoft.com/office/drawing/2014/main" id="{0A7F06D4-4040-4E83-8B4A-CC2B20E6670F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4641850" y="2224088"/>
              <a:ext cx="541338" cy="387350"/>
              <a:chOff x="1750" y="1241"/>
              <a:chExt cx="341" cy="244"/>
            </a:xfrm>
          </p:grpSpPr>
          <p:grpSp>
            <p:nvGrpSpPr>
              <p:cNvPr id="103439" name="Group 111">
                <a:extLst>
                  <a:ext uri="{FF2B5EF4-FFF2-40B4-BE49-F238E27FC236}">
                    <a16:creationId xmlns:a16="http://schemas.microsoft.com/office/drawing/2014/main" id="{2AEFB702-BBCA-4839-8914-285859F379C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H="1">
                <a:off x="1950" y="1242"/>
                <a:ext cx="141" cy="243"/>
                <a:chOff x="1039" y="1647"/>
                <a:chExt cx="141" cy="270"/>
              </a:xfrm>
            </p:grpSpPr>
            <p:sp>
              <p:nvSpPr>
                <p:cNvPr id="103442" name="Arc 112">
                  <a:extLst>
                    <a:ext uri="{FF2B5EF4-FFF2-40B4-BE49-F238E27FC236}">
                      <a16:creationId xmlns:a16="http://schemas.microsoft.com/office/drawing/2014/main" id="{AE70EE87-4C71-4862-9EA1-E20AD1191DC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1039" y="1647"/>
                  <a:ext cx="141" cy="135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 w="28575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" panose="02020603050405020304" pitchFamily="18" charset="0"/>
                    <a:ea typeface="MS PGothic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103443" name="Arc 113">
                  <a:extLst>
                    <a:ext uri="{FF2B5EF4-FFF2-40B4-BE49-F238E27FC236}">
                      <a16:creationId xmlns:a16="http://schemas.microsoft.com/office/drawing/2014/main" id="{C3238C8A-785B-44F3-8202-1BE2DC95193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 flipV="1">
                  <a:off x="1039" y="1782"/>
                  <a:ext cx="141" cy="135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 w="28575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" panose="02020603050405020304" pitchFamily="18" charset="0"/>
                    <a:ea typeface="MS PGothic" panose="020B0600070205080204" pitchFamily="34" charset="-128"/>
                    <a:cs typeface="+mn-cs"/>
                  </a:endParaRPr>
                </a:p>
              </p:txBody>
            </p:sp>
          </p:grpSp>
          <p:sp>
            <p:nvSpPr>
              <p:cNvPr id="103440" name="Line 114">
                <a:extLst>
                  <a:ext uri="{FF2B5EF4-FFF2-40B4-BE49-F238E27FC236}">
                    <a16:creationId xmlns:a16="http://schemas.microsoft.com/office/drawing/2014/main" id="{03FBA7E2-2CF4-4CAF-9F3C-C64312161BD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1737" y="1236"/>
                <a:ext cx="200" cy="1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103441" name="Line 115">
                <a:extLst>
                  <a:ext uri="{FF2B5EF4-FFF2-40B4-BE49-F238E27FC236}">
                    <a16:creationId xmlns:a16="http://schemas.microsoft.com/office/drawing/2014/main" id="{9B73F4B8-044A-42CC-B937-AACB3999D48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1734" y="1483"/>
                <a:ext cx="201" cy="1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</p:grpSp>
      </p:grpSp>
      <p:sp>
        <p:nvSpPr>
          <p:cNvPr id="103435" name="Line 61">
            <a:extLst>
              <a:ext uri="{FF2B5EF4-FFF2-40B4-BE49-F238E27FC236}">
                <a16:creationId xmlns:a16="http://schemas.microsoft.com/office/drawing/2014/main" id="{EEA61C9A-CB70-48C1-A19E-1477ACD132F4}"/>
              </a:ext>
            </a:extLst>
          </p:cNvPr>
          <p:cNvSpPr>
            <a:spLocks noChangeShapeType="1"/>
          </p:cNvSpPr>
          <p:nvPr/>
        </p:nvSpPr>
        <p:spPr bwMode="auto">
          <a:xfrm rot="16200000" flipH="1">
            <a:off x="6400800" y="5562600"/>
            <a:ext cx="1371600" cy="0"/>
          </a:xfrm>
          <a:prstGeom prst="line">
            <a:avLst/>
          </a:prstGeom>
          <a:noFill/>
          <a:ln w="23813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449" name="Picture 3" descr="F:\LogicBook\PowerPoint\chapter4\figure4.6.wmf">
            <a:extLst>
              <a:ext uri="{FF2B5EF4-FFF2-40B4-BE49-F238E27FC236}">
                <a16:creationId xmlns:a16="http://schemas.microsoft.com/office/drawing/2014/main" id="{EBE1B760-730E-4AD1-BE13-7F657B74CC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533400"/>
            <a:ext cx="3092450" cy="304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2">
            <a:extLst>
              <a:ext uri="{FF2B5EF4-FFF2-40B4-BE49-F238E27FC236}">
                <a16:creationId xmlns:a16="http://schemas.microsoft.com/office/drawing/2014/main" id="{66F9E476-BC64-6C40-BC3B-0DB1ADAD148E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+mj-lt"/>
                <a:ea typeface="+mj-ea"/>
                <a:cs typeface="ＭＳ Ｐゴシック" charset="0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j-ea"/>
                <a:cs typeface="+mj-cs"/>
              </a:rPr>
              <a:t>Some </a:t>
            </a: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/>
                <a:ea typeface="+mj-ea"/>
                <a:cs typeface="+mj-cs"/>
              </a:rPr>
              <a:t>Invalid</a:t>
            </a: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j-ea"/>
                <a:cs typeface="+mj-cs"/>
              </a:rPr>
              <a:t> Groupings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+mj-ea"/>
              <a:cs typeface="+mj-cs"/>
            </a:endParaRPr>
          </a:p>
        </p:txBody>
      </p:sp>
      <p:pic>
        <p:nvPicPr>
          <p:cNvPr id="104451" name="Picture 3" descr="F:\LogicBook\PowerPoint\chapter4\figure4.6.wmf">
            <a:extLst>
              <a:ext uri="{FF2B5EF4-FFF2-40B4-BE49-F238E27FC236}">
                <a16:creationId xmlns:a16="http://schemas.microsoft.com/office/drawing/2014/main" id="{36A36073-0A5D-4688-8226-9F3E01BDF3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0200" y="457200"/>
            <a:ext cx="3092450" cy="304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4452" name="Picture 3" descr="F:\LogicBook\PowerPoint\chapter4\figure4.6.wmf">
            <a:extLst>
              <a:ext uri="{FF2B5EF4-FFF2-40B4-BE49-F238E27FC236}">
                <a16:creationId xmlns:a16="http://schemas.microsoft.com/office/drawing/2014/main" id="{17F861C9-AEE3-4825-A452-B1CCAF32D5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3657600"/>
            <a:ext cx="3092450" cy="304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4453" name="Picture 3" descr="F:\LogicBook\PowerPoint\chapter4\figure4.6.wmf">
            <a:extLst>
              <a:ext uri="{FF2B5EF4-FFF2-40B4-BE49-F238E27FC236}">
                <a16:creationId xmlns:a16="http://schemas.microsoft.com/office/drawing/2014/main" id="{C7743E7F-B997-4CBE-9983-00C93659CC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0200" y="3657600"/>
            <a:ext cx="3092450" cy="304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D72C4A78-A295-A448-A221-12704E34D144}"/>
              </a:ext>
            </a:extLst>
          </p:cNvPr>
          <p:cNvSpPr/>
          <p:nvPr/>
        </p:nvSpPr>
        <p:spPr bwMode="auto">
          <a:xfrm rot="16200000">
            <a:off x="6400800" y="4724400"/>
            <a:ext cx="1295400" cy="1752600"/>
          </a:xfrm>
          <a:prstGeom prst="roundRect">
            <a:avLst/>
          </a:prstGeom>
          <a:noFill/>
          <a:ln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C54FC271-2CD0-C548-BE5E-A3D6DD27CD82}"/>
              </a:ext>
            </a:extLst>
          </p:cNvPr>
          <p:cNvSpPr/>
          <p:nvPr/>
        </p:nvSpPr>
        <p:spPr bwMode="auto">
          <a:xfrm rot="16200000">
            <a:off x="1714500" y="4991100"/>
            <a:ext cx="1295400" cy="1219200"/>
          </a:xfrm>
          <a:prstGeom prst="roundRect">
            <a:avLst/>
          </a:prstGeom>
          <a:noFill/>
          <a:ln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DF21B676-4C13-1A46-9771-A95BEB4A56DF}"/>
              </a:ext>
            </a:extLst>
          </p:cNvPr>
          <p:cNvSpPr/>
          <p:nvPr/>
        </p:nvSpPr>
        <p:spPr bwMode="auto">
          <a:xfrm rot="16200000">
            <a:off x="1493838" y="1131888"/>
            <a:ext cx="838200" cy="1295400"/>
          </a:xfrm>
          <a:prstGeom prst="roundRect">
            <a:avLst/>
          </a:prstGeom>
          <a:noFill/>
          <a:ln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E8B812D6-589C-9041-BB44-DD3A18BE7CA9}"/>
              </a:ext>
            </a:extLst>
          </p:cNvPr>
          <p:cNvSpPr/>
          <p:nvPr/>
        </p:nvSpPr>
        <p:spPr bwMode="auto">
          <a:xfrm rot="16200000">
            <a:off x="7124700" y="1714500"/>
            <a:ext cx="1295400" cy="457200"/>
          </a:xfrm>
          <a:prstGeom prst="roundRect">
            <a:avLst/>
          </a:prstGeom>
          <a:noFill/>
          <a:ln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104458" name="TextBox 1">
            <a:extLst>
              <a:ext uri="{FF2B5EF4-FFF2-40B4-BE49-F238E27FC236}">
                <a16:creationId xmlns:a16="http://schemas.microsoft.com/office/drawing/2014/main" id="{631ABE12-0E0F-46AB-802C-B812EC3AB4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67000" y="3276600"/>
            <a:ext cx="39211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All sides must be powers of 2.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D4B384E3-C6ED-44D0-A9A9-8F45DD354642}"/>
                  </a:ext>
                </a:extLst>
              </p14:cNvPr>
              <p14:cNvContentPartPr/>
              <p14:nvPr/>
            </p14:nvContentPartPr>
            <p14:xfrm>
              <a:off x="3553200" y="1298160"/>
              <a:ext cx="5417280" cy="396792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D4B384E3-C6ED-44D0-A9A9-8F45DD35464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543840" y="1288800"/>
                <a:ext cx="5436000" cy="39866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473" name="Picture 3" descr="F:\LogicBook\PowerPoint\chapter4\figure4.6.wmf">
            <a:extLst>
              <a:ext uri="{FF2B5EF4-FFF2-40B4-BE49-F238E27FC236}">
                <a16:creationId xmlns:a16="http://schemas.microsoft.com/office/drawing/2014/main" id="{8788726A-56E6-4EEA-8499-6C21294AB3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533400"/>
            <a:ext cx="3092450" cy="304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2">
            <a:extLst>
              <a:ext uri="{FF2B5EF4-FFF2-40B4-BE49-F238E27FC236}">
                <a16:creationId xmlns:a16="http://schemas.microsoft.com/office/drawing/2014/main" id="{94D75550-53BA-F64F-A277-3B2E57F84AE3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+mj-lt"/>
                <a:ea typeface="+mj-ea"/>
                <a:cs typeface="ＭＳ Ｐゴシック" charset="0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j-ea"/>
                <a:cs typeface="+mj-cs"/>
              </a:rPr>
              <a:t>Some </a:t>
            </a: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/>
                <a:ea typeface="+mj-ea"/>
                <a:cs typeface="+mj-cs"/>
              </a:rPr>
              <a:t>valid</a:t>
            </a: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j-ea"/>
                <a:cs typeface="+mj-cs"/>
              </a:rPr>
              <a:t> Groupings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+mj-ea"/>
              <a:cs typeface="+mj-cs"/>
            </a:endParaRPr>
          </a:p>
        </p:txBody>
      </p:sp>
      <p:pic>
        <p:nvPicPr>
          <p:cNvPr id="105475" name="Picture 3" descr="F:\LogicBook\PowerPoint\chapter4\figure4.6.wmf">
            <a:extLst>
              <a:ext uri="{FF2B5EF4-FFF2-40B4-BE49-F238E27FC236}">
                <a16:creationId xmlns:a16="http://schemas.microsoft.com/office/drawing/2014/main" id="{029EF0C4-13E1-4E10-A777-63D518A258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0200" y="457200"/>
            <a:ext cx="3092450" cy="304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5476" name="Picture 3" descr="F:\LogicBook\PowerPoint\chapter4\figure4.6.wmf">
            <a:extLst>
              <a:ext uri="{FF2B5EF4-FFF2-40B4-BE49-F238E27FC236}">
                <a16:creationId xmlns:a16="http://schemas.microsoft.com/office/drawing/2014/main" id="{60450703-5820-4E0E-8545-EABC195B19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3657600"/>
            <a:ext cx="3092450" cy="304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5477" name="Picture 3" descr="F:\LogicBook\PowerPoint\chapter4\figure4.6.wmf">
            <a:extLst>
              <a:ext uri="{FF2B5EF4-FFF2-40B4-BE49-F238E27FC236}">
                <a16:creationId xmlns:a16="http://schemas.microsoft.com/office/drawing/2014/main" id="{2B70E905-4D61-4917-B3A2-7983FD7923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0200" y="3657600"/>
            <a:ext cx="3092450" cy="304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738BC399-41FB-0D4A-B185-98BF9CBF92F4}"/>
              </a:ext>
            </a:extLst>
          </p:cNvPr>
          <p:cNvSpPr/>
          <p:nvPr/>
        </p:nvSpPr>
        <p:spPr bwMode="auto">
          <a:xfrm rot="16200000">
            <a:off x="6629400" y="4495800"/>
            <a:ext cx="838200" cy="1752600"/>
          </a:xfrm>
          <a:prstGeom prst="roundRect">
            <a:avLst/>
          </a:prstGeom>
          <a:noFill/>
          <a:ln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664BB1E1-C705-F44E-8D0A-B0F4F520581F}"/>
              </a:ext>
            </a:extLst>
          </p:cNvPr>
          <p:cNvSpPr/>
          <p:nvPr/>
        </p:nvSpPr>
        <p:spPr bwMode="auto">
          <a:xfrm rot="16200000">
            <a:off x="1752600" y="4953000"/>
            <a:ext cx="838200" cy="838200"/>
          </a:xfrm>
          <a:prstGeom prst="roundRect">
            <a:avLst/>
          </a:prstGeom>
          <a:noFill/>
          <a:ln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292461BB-1C0C-3941-A440-3C24580C75EA}"/>
              </a:ext>
            </a:extLst>
          </p:cNvPr>
          <p:cNvSpPr/>
          <p:nvPr/>
        </p:nvSpPr>
        <p:spPr bwMode="auto">
          <a:xfrm rot="16200000">
            <a:off x="1295400" y="1371600"/>
            <a:ext cx="838200" cy="838200"/>
          </a:xfrm>
          <a:prstGeom prst="roundRect">
            <a:avLst/>
          </a:prstGeom>
          <a:noFill/>
          <a:ln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58E9B313-5B79-BC46-8C6E-A8F20DFD13A3}"/>
              </a:ext>
            </a:extLst>
          </p:cNvPr>
          <p:cNvSpPr/>
          <p:nvPr/>
        </p:nvSpPr>
        <p:spPr bwMode="auto">
          <a:xfrm rot="16200000">
            <a:off x="7353300" y="1485900"/>
            <a:ext cx="838200" cy="457200"/>
          </a:xfrm>
          <a:prstGeom prst="roundRect">
            <a:avLst/>
          </a:prstGeom>
          <a:noFill/>
          <a:ln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105482" name="TextBox 1">
            <a:extLst>
              <a:ext uri="{FF2B5EF4-FFF2-40B4-BE49-F238E27FC236}">
                <a16:creationId xmlns:a16="http://schemas.microsoft.com/office/drawing/2014/main" id="{09EC9027-3A03-4109-955A-7189A18411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67000" y="3276600"/>
            <a:ext cx="39211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All sides must be powers of 2.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6F891990-1D85-9C49-8B1C-669EA482ED76}"/>
              </a:ext>
            </a:extLst>
          </p:cNvPr>
          <p:cNvSpPr/>
          <p:nvPr/>
        </p:nvSpPr>
        <p:spPr bwMode="auto">
          <a:xfrm rot="16200000">
            <a:off x="1752600" y="1371600"/>
            <a:ext cx="838200" cy="838200"/>
          </a:xfrm>
          <a:prstGeom prst="roundRect">
            <a:avLst/>
          </a:prstGeom>
          <a:noFill/>
          <a:ln>
            <a:solidFill>
              <a:srgbClr val="0000FF"/>
            </a:solidFill>
            <a:headEnd type="none" w="med" len="med"/>
            <a:tailEnd type="none" w="med" len="me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858D95DF-861C-134A-BC56-7841F9F40E2F}"/>
              </a:ext>
            </a:extLst>
          </p:cNvPr>
          <p:cNvSpPr/>
          <p:nvPr/>
        </p:nvSpPr>
        <p:spPr bwMode="auto">
          <a:xfrm rot="16200000">
            <a:off x="7353300" y="1943100"/>
            <a:ext cx="838200" cy="457200"/>
          </a:xfrm>
          <a:prstGeom prst="roundRect">
            <a:avLst/>
          </a:prstGeom>
          <a:noFill/>
          <a:ln>
            <a:solidFill>
              <a:srgbClr val="0000FF"/>
            </a:solidFill>
            <a:headEnd type="none" w="med" len="med"/>
            <a:tailEnd type="none" w="med" len="me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3DC7E197-5F46-F94C-BD84-EA1AD3809A3C}"/>
              </a:ext>
            </a:extLst>
          </p:cNvPr>
          <p:cNvSpPr/>
          <p:nvPr/>
        </p:nvSpPr>
        <p:spPr bwMode="auto">
          <a:xfrm rot="16200000">
            <a:off x="2209800" y="4953000"/>
            <a:ext cx="838200" cy="838200"/>
          </a:xfrm>
          <a:prstGeom prst="roundRect">
            <a:avLst/>
          </a:prstGeom>
          <a:noFill/>
          <a:ln>
            <a:solidFill>
              <a:srgbClr val="0000FF"/>
            </a:solidFill>
            <a:headEnd type="none" w="med" len="med"/>
            <a:tailEnd type="none" w="med" len="me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3C4B8126-1808-A848-951D-522965FD7B2E}"/>
              </a:ext>
            </a:extLst>
          </p:cNvPr>
          <p:cNvSpPr/>
          <p:nvPr/>
        </p:nvSpPr>
        <p:spPr bwMode="auto">
          <a:xfrm rot="16200000">
            <a:off x="2209800" y="5410200"/>
            <a:ext cx="838200" cy="838200"/>
          </a:xfrm>
          <a:prstGeom prst="roundRect">
            <a:avLst/>
          </a:prstGeom>
          <a:noFill/>
          <a:ln>
            <a:solidFill>
              <a:srgbClr val="008000"/>
            </a:solidFill>
            <a:headEnd type="none" w="med" len="med"/>
            <a:tailEnd type="none" w="med" len="me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C60932DC-35BC-1E46-A239-5D0E7800E127}"/>
              </a:ext>
            </a:extLst>
          </p:cNvPr>
          <p:cNvSpPr/>
          <p:nvPr/>
        </p:nvSpPr>
        <p:spPr bwMode="auto">
          <a:xfrm rot="16200000">
            <a:off x="1752600" y="5410200"/>
            <a:ext cx="838200" cy="838200"/>
          </a:xfrm>
          <a:prstGeom prst="roundRect">
            <a:avLst/>
          </a:prstGeom>
          <a:noFill/>
          <a:ln>
            <a:solidFill>
              <a:srgbClr val="660066"/>
            </a:solidFill>
            <a:headEnd type="none" w="med" len="med"/>
            <a:tailEnd type="none" w="med" len="me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1BFBB7CB-DA80-2141-B56A-45D332394253}"/>
              </a:ext>
            </a:extLst>
          </p:cNvPr>
          <p:cNvSpPr/>
          <p:nvPr/>
        </p:nvSpPr>
        <p:spPr bwMode="auto">
          <a:xfrm rot="16200000">
            <a:off x="6629400" y="4953000"/>
            <a:ext cx="838200" cy="1752600"/>
          </a:xfrm>
          <a:prstGeom prst="roundRect">
            <a:avLst/>
          </a:prstGeom>
          <a:noFill/>
          <a:ln>
            <a:solidFill>
              <a:srgbClr val="0000FF"/>
            </a:solidFill>
            <a:headEnd type="none" w="med" len="med"/>
            <a:tailEnd type="none" w="med" len="me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7" name="TextBox 125">
            <a:extLst>
              <a:ext uri="{FF2B5EF4-FFF2-40B4-BE49-F238E27FC236}">
                <a16:creationId xmlns:a16="http://schemas.microsoft.com/office/drawing/2014/main" id="{1598CEF6-9BC0-4523-996C-5C8E685459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91300" y="6561138"/>
            <a:ext cx="25527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[ Figure 2.54 from the textbook ]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D2CF5AA1-FCD2-374D-85B5-1D4CC54DD277}"/>
              </a:ext>
            </a:extLst>
          </p:cNvPr>
          <p:cNvSpPr txBox="1">
            <a:spLocks noChangeArrowheads="1"/>
          </p:cNvSpPr>
          <p:nvPr/>
        </p:nvSpPr>
        <p:spPr>
          <a:xfrm>
            <a:off x="-6350" y="0"/>
            <a:ext cx="9144000" cy="685800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+mj-lt"/>
                <a:ea typeface="+mj-ea"/>
                <a:cs typeface="ＭＳ Ｐゴシック" charset="0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j-ea"/>
                <a:cs typeface="+mj-cs"/>
              </a:rPr>
              <a:t>Example 4: four-variable Karnaugh map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+mj-ea"/>
              <a:cs typeface="+mj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507E4D0-9990-4309-98A2-A2E8B57DDCC4}"/>
              </a:ext>
            </a:extLst>
          </p:cNvPr>
          <p:cNvSpPr/>
          <p:nvPr/>
        </p:nvSpPr>
        <p:spPr>
          <a:xfrm>
            <a:off x="42030" y="609600"/>
            <a:ext cx="9025769" cy="16619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300" dirty="0"/>
              <a:t>Find the simplest SOP form of the following functions using a K-map:</a:t>
            </a:r>
          </a:p>
          <a:p>
            <a:r>
              <a:rPr lang="en-US" sz="2300" b="1" dirty="0"/>
              <a:t>f(x1, x2, x3, x4) = Σ m(2, 3, 9, 10, 11, 13)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300" dirty="0"/>
              <a:t>Or</a:t>
            </a:r>
          </a:p>
          <a:p>
            <a:r>
              <a:rPr lang="en-US" sz="2300" dirty="0">
                <a:solidFill>
                  <a:srgbClr val="0066FF"/>
                </a:solidFill>
              </a:rPr>
              <a:t>f(x1, x2, x3, x4) = </a:t>
            </a:r>
            <a:r>
              <a:rPr lang="el-GR" sz="2300" dirty="0">
                <a:solidFill>
                  <a:srgbClr val="0066FF"/>
                </a:solidFill>
              </a:rPr>
              <a:t>Π</a:t>
            </a:r>
            <a:r>
              <a:rPr lang="en-US" sz="2300" dirty="0">
                <a:solidFill>
                  <a:srgbClr val="0066FF"/>
                </a:solidFill>
              </a:rPr>
              <a:t> M(1, 3, 7)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7" name="TextBox 125">
            <a:extLst>
              <a:ext uri="{FF2B5EF4-FFF2-40B4-BE49-F238E27FC236}">
                <a16:creationId xmlns:a16="http://schemas.microsoft.com/office/drawing/2014/main" id="{1598CEF6-9BC0-4523-996C-5C8E685459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91300" y="6561138"/>
            <a:ext cx="25527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[ Figure 2.54 from the textbook ]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D2CF5AA1-FCD2-374D-85B5-1D4CC54DD277}"/>
              </a:ext>
            </a:extLst>
          </p:cNvPr>
          <p:cNvSpPr txBox="1">
            <a:spLocks noChangeArrowheads="1"/>
          </p:cNvSpPr>
          <p:nvPr/>
        </p:nvSpPr>
        <p:spPr>
          <a:xfrm>
            <a:off x="-6350" y="0"/>
            <a:ext cx="9144000" cy="685800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+mj-lt"/>
                <a:ea typeface="+mj-ea"/>
                <a:cs typeface="ＭＳ Ｐゴシック" charset="0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j-ea"/>
                <a:cs typeface="+mj-cs"/>
              </a:rPr>
              <a:t>Example 4: four-variable Karnaugh map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+mj-ea"/>
              <a:cs typeface="+mj-cs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1A158E9-7A9B-4C4D-B3B1-47DEF679DE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8374531"/>
              </p:ext>
            </p:extLst>
          </p:nvPr>
        </p:nvGraphicFramePr>
        <p:xfrm>
          <a:off x="4989513" y="2246313"/>
          <a:ext cx="3124200" cy="286323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81050">
                  <a:extLst>
                    <a:ext uri="{9D8B030D-6E8A-4147-A177-3AD203B41FA5}">
                      <a16:colId xmlns:a16="http://schemas.microsoft.com/office/drawing/2014/main" val="3660233607"/>
                    </a:ext>
                  </a:extLst>
                </a:gridCol>
                <a:gridCol w="781050">
                  <a:extLst>
                    <a:ext uri="{9D8B030D-6E8A-4147-A177-3AD203B41FA5}">
                      <a16:colId xmlns:a16="http://schemas.microsoft.com/office/drawing/2014/main" val="2393925010"/>
                    </a:ext>
                  </a:extLst>
                </a:gridCol>
                <a:gridCol w="781050">
                  <a:extLst>
                    <a:ext uri="{9D8B030D-6E8A-4147-A177-3AD203B41FA5}">
                      <a16:colId xmlns:a16="http://schemas.microsoft.com/office/drawing/2014/main" val="2657909868"/>
                    </a:ext>
                  </a:extLst>
                </a:gridCol>
                <a:gridCol w="781050">
                  <a:extLst>
                    <a:ext uri="{9D8B030D-6E8A-4147-A177-3AD203B41FA5}">
                      <a16:colId xmlns:a16="http://schemas.microsoft.com/office/drawing/2014/main" val="536899556"/>
                    </a:ext>
                  </a:extLst>
                </a:gridCol>
              </a:tblGrid>
              <a:tr h="715809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623412"/>
                  </a:ext>
                </a:extLst>
              </a:tr>
              <a:tr h="715809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9862621"/>
                  </a:ext>
                </a:extLst>
              </a:tr>
              <a:tr h="715809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2530139"/>
                  </a:ext>
                </a:extLst>
              </a:tr>
              <a:tr h="715809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9361204"/>
                  </a:ext>
                </a:extLst>
              </a:tr>
            </a:tbl>
          </a:graphicData>
        </a:graphic>
      </p:graphicFrame>
      <p:sp>
        <p:nvSpPr>
          <p:cNvPr id="7" name="Line 6">
            <a:extLst>
              <a:ext uri="{FF2B5EF4-FFF2-40B4-BE49-F238E27FC236}">
                <a16:creationId xmlns:a16="http://schemas.microsoft.com/office/drawing/2014/main" id="{42231A0E-E78C-489E-B9B8-CFB114DAE49D}"/>
              </a:ext>
            </a:extLst>
          </p:cNvPr>
          <p:cNvSpPr>
            <a:spLocks noChangeShapeType="1"/>
          </p:cNvSpPr>
          <p:nvPr/>
        </p:nvSpPr>
        <p:spPr bwMode="auto">
          <a:xfrm>
            <a:off x="4419600" y="1676400"/>
            <a:ext cx="569913" cy="569913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8CAF420-57B5-4901-BBF0-908D09B7C041}"/>
              </a:ext>
            </a:extLst>
          </p:cNvPr>
          <p:cNvSpPr txBox="1"/>
          <p:nvPr/>
        </p:nvSpPr>
        <p:spPr>
          <a:xfrm>
            <a:off x="5140454" y="1850117"/>
            <a:ext cx="29732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00       01      11       10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F369259-E48C-4BFA-A4BA-45774BDD85FC}"/>
              </a:ext>
            </a:extLst>
          </p:cNvPr>
          <p:cNvSpPr txBox="1"/>
          <p:nvPr/>
        </p:nvSpPr>
        <p:spPr>
          <a:xfrm>
            <a:off x="4448432" y="2401575"/>
            <a:ext cx="569913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00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01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11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10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507E4D0-9990-4309-98A2-A2E8B57DDCC4}"/>
              </a:ext>
            </a:extLst>
          </p:cNvPr>
          <p:cNvSpPr/>
          <p:nvPr/>
        </p:nvSpPr>
        <p:spPr>
          <a:xfrm>
            <a:off x="34446" y="592223"/>
            <a:ext cx="9025769" cy="8002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300" dirty="0"/>
              <a:t>Find the simplest SOP form of the following functions using a K-map:</a:t>
            </a:r>
          </a:p>
          <a:p>
            <a:r>
              <a:rPr lang="en-US" sz="2300" b="1" dirty="0"/>
              <a:t>f(x1, x2, x3, x4) = Σ m(2, 3, 9, 10, 11, 13)</a:t>
            </a:r>
          </a:p>
        </p:txBody>
      </p:sp>
      <p:pic>
        <p:nvPicPr>
          <p:cNvPr id="17" name="Picture 27" descr="Screen shot 2013-09-23 at 3.04.30 PM.png">
            <a:extLst>
              <a:ext uri="{FF2B5EF4-FFF2-40B4-BE49-F238E27FC236}">
                <a16:creationId xmlns:a16="http://schemas.microsoft.com/office/drawing/2014/main" id="{796B2CBB-2B42-4DFF-B4D2-2C4636C1B2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458" y="2670699"/>
            <a:ext cx="3399744" cy="31967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E968D0C9-8F80-4FD7-8289-140439770FB0}"/>
                  </a:ext>
                </a:extLst>
              </p14:cNvPr>
              <p14:cNvContentPartPr/>
              <p14:nvPr/>
            </p14:nvContentPartPr>
            <p14:xfrm>
              <a:off x="3972240" y="1526040"/>
              <a:ext cx="5166360" cy="444492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E968D0C9-8F80-4FD7-8289-140439770FB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962880" y="1516680"/>
                <a:ext cx="5185080" cy="4463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526492646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7" name="TextBox 125">
            <a:extLst>
              <a:ext uri="{FF2B5EF4-FFF2-40B4-BE49-F238E27FC236}">
                <a16:creationId xmlns:a16="http://schemas.microsoft.com/office/drawing/2014/main" id="{1598CEF6-9BC0-4523-996C-5C8E685459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91300" y="6561138"/>
            <a:ext cx="25527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[ Figure 2.54 from the textbook ]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D2CF5AA1-FCD2-374D-85B5-1D4CC54DD277}"/>
              </a:ext>
            </a:extLst>
          </p:cNvPr>
          <p:cNvSpPr txBox="1">
            <a:spLocks noChangeArrowheads="1"/>
          </p:cNvSpPr>
          <p:nvPr/>
        </p:nvSpPr>
        <p:spPr>
          <a:xfrm>
            <a:off x="-6350" y="0"/>
            <a:ext cx="9144000" cy="685800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+mj-lt"/>
                <a:ea typeface="+mj-ea"/>
                <a:cs typeface="ＭＳ Ｐゴシック" charset="0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lvl="0" eaLnBrk="1" hangingPunct="1">
              <a:defRPr/>
            </a:pPr>
            <a:r>
              <a:rPr lang="en-US" sz="3200" dirty="0">
                <a:solidFill>
                  <a:srgbClr val="000000"/>
                </a:solidFill>
              </a:rPr>
              <a:t>Example 4: </a:t>
            </a: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j-ea"/>
                <a:cs typeface="+mj-cs"/>
              </a:rPr>
              <a:t>four-variable Karnaugh map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+mj-ea"/>
              <a:cs typeface="+mj-cs"/>
            </a:endParaRPr>
          </a:p>
        </p:txBody>
      </p:sp>
      <p:pic>
        <p:nvPicPr>
          <p:cNvPr id="106499" name="Picture 1" descr="Screen shot 2014-02-06 at 9.16.03 PM.png">
            <a:extLst>
              <a:ext uri="{FF2B5EF4-FFF2-40B4-BE49-F238E27FC236}">
                <a16:creationId xmlns:a16="http://schemas.microsoft.com/office/drawing/2014/main" id="{98B736E8-5309-41CC-9E66-6056DDB2EE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3400" y="1676400"/>
            <a:ext cx="4143576" cy="449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96C2B99D-34F5-4125-9C58-C97F2302B6FC}"/>
              </a:ext>
            </a:extLst>
          </p:cNvPr>
          <p:cNvSpPr/>
          <p:nvPr/>
        </p:nvSpPr>
        <p:spPr>
          <a:xfrm>
            <a:off x="34446" y="592223"/>
            <a:ext cx="9025769" cy="8002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300" dirty="0"/>
              <a:t>Find the simplest SOP form of the following functions using a K-map:</a:t>
            </a:r>
          </a:p>
          <a:p>
            <a:r>
              <a:rPr lang="en-US" sz="2300" b="1" dirty="0"/>
              <a:t>f(x1, x2, x3, x4) = Σ m(2, 3, 9, 10, 11, </a:t>
            </a:r>
            <a:r>
              <a:rPr lang="en-US" sz="2300" b="1"/>
              <a:t>13)</a:t>
            </a:r>
            <a:endParaRPr lang="en-US" sz="2300" b="1" dirty="0"/>
          </a:p>
        </p:txBody>
      </p:sp>
    </p:spTree>
    <p:extLst>
      <p:ext uri="{BB962C8B-B14F-4D97-AF65-F5344CB8AC3E}">
        <p14:creationId xmlns:p14="http://schemas.microsoft.com/office/powerpoint/2010/main" val="141862780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7" name="TextBox 125">
            <a:extLst>
              <a:ext uri="{FF2B5EF4-FFF2-40B4-BE49-F238E27FC236}">
                <a16:creationId xmlns:a16="http://schemas.microsoft.com/office/drawing/2014/main" id="{1598CEF6-9BC0-4523-996C-5C8E685459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91300" y="6561138"/>
            <a:ext cx="25527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[ Figure 2.54 from the textbook ]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D2CF5AA1-FCD2-374D-85B5-1D4CC54DD277}"/>
              </a:ext>
            </a:extLst>
          </p:cNvPr>
          <p:cNvSpPr txBox="1">
            <a:spLocks noChangeArrowheads="1"/>
          </p:cNvSpPr>
          <p:nvPr/>
        </p:nvSpPr>
        <p:spPr>
          <a:xfrm>
            <a:off x="-6350" y="0"/>
            <a:ext cx="9144000" cy="685800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+mj-lt"/>
                <a:ea typeface="+mj-ea"/>
                <a:cs typeface="ＭＳ Ｐゴシック" charset="0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lvl="0" eaLnBrk="1" hangingPunct="1">
              <a:defRPr/>
            </a:pPr>
            <a:r>
              <a:rPr lang="en-US" sz="3200" dirty="0">
                <a:solidFill>
                  <a:srgbClr val="000000"/>
                </a:solidFill>
              </a:rPr>
              <a:t>Example 5: </a:t>
            </a: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j-ea"/>
                <a:cs typeface="+mj-cs"/>
              </a:rPr>
              <a:t>four-variable Karnaugh map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+mj-ea"/>
              <a:cs typeface="+mj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8CAF99E-CE93-4CA8-BD43-FBDC012DE13F}"/>
              </a:ext>
            </a:extLst>
          </p:cNvPr>
          <p:cNvSpPr/>
          <p:nvPr/>
        </p:nvSpPr>
        <p:spPr>
          <a:xfrm>
            <a:off x="34446" y="592223"/>
            <a:ext cx="9025769" cy="16619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300" dirty="0"/>
              <a:t>Find the simplest SOP form of the following functions using a K-map:</a:t>
            </a:r>
          </a:p>
          <a:p>
            <a:r>
              <a:rPr lang="en-US" sz="2300" b="1" dirty="0"/>
              <a:t>f(x1, x2, x3, x4) = Σ m(2, 3, 6, 7, 9, 10, 11, 13, 14, 15)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300" dirty="0"/>
              <a:t>Or</a:t>
            </a:r>
          </a:p>
          <a:p>
            <a:r>
              <a:rPr lang="en-US" sz="2300" dirty="0">
                <a:solidFill>
                  <a:srgbClr val="0066FF"/>
                </a:solidFill>
              </a:rPr>
              <a:t>f(x1, x2, x3, x4)= </a:t>
            </a:r>
            <a:r>
              <a:rPr lang="el-GR" sz="2300" dirty="0">
                <a:solidFill>
                  <a:srgbClr val="0066FF"/>
                </a:solidFill>
              </a:rPr>
              <a:t>Π</a:t>
            </a:r>
            <a:r>
              <a:rPr lang="en-US" sz="2300" dirty="0">
                <a:solidFill>
                  <a:srgbClr val="0066FF"/>
                </a:solidFill>
              </a:rPr>
              <a:t> M(0, 1, 4, 5, 8, 12)</a:t>
            </a:r>
          </a:p>
        </p:txBody>
      </p:sp>
    </p:spTree>
    <p:extLst>
      <p:ext uri="{BB962C8B-B14F-4D97-AF65-F5344CB8AC3E}">
        <p14:creationId xmlns:p14="http://schemas.microsoft.com/office/powerpoint/2010/main" val="493372221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7" name="TextBox 125">
            <a:extLst>
              <a:ext uri="{FF2B5EF4-FFF2-40B4-BE49-F238E27FC236}">
                <a16:creationId xmlns:a16="http://schemas.microsoft.com/office/drawing/2014/main" id="{1598CEF6-9BC0-4523-996C-5C8E685459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91300" y="6561138"/>
            <a:ext cx="25527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[ Figure 2.54 from the textbook ]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D2CF5AA1-FCD2-374D-85B5-1D4CC54DD277}"/>
              </a:ext>
            </a:extLst>
          </p:cNvPr>
          <p:cNvSpPr txBox="1">
            <a:spLocks noChangeArrowheads="1"/>
          </p:cNvSpPr>
          <p:nvPr/>
        </p:nvSpPr>
        <p:spPr>
          <a:xfrm>
            <a:off x="-6350" y="0"/>
            <a:ext cx="9144000" cy="685800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+mj-lt"/>
                <a:ea typeface="+mj-ea"/>
                <a:cs typeface="ＭＳ Ｐゴシック" charset="0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lvl="0" eaLnBrk="1" hangingPunct="1">
              <a:defRPr/>
            </a:pPr>
            <a:r>
              <a:rPr lang="en-US" sz="3200" dirty="0">
                <a:solidFill>
                  <a:srgbClr val="000000"/>
                </a:solidFill>
              </a:rPr>
              <a:t>Example 5: </a:t>
            </a: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j-ea"/>
                <a:cs typeface="+mj-cs"/>
              </a:rPr>
              <a:t>four-variable Karnaugh map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+mj-ea"/>
              <a:cs typeface="+mj-cs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1A158E9-7A9B-4C4D-B3B1-47DEF679DE38}"/>
              </a:ext>
            </a:extLst>
          </p:cNvPr>
          <p:cNvGraphicFramePr>
            <a:graphicFrameLocks noGrp="1"/>
          </p:cNvGraphicFramePr>
          <p:nvPr/>
        </p:nvGraphicFramePr>
        <p:xfrm>
          <a:off x="5638800" y="2057400"/>
          <a:ext cx="3124200" cy="286323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81050">
                  <a:extLst>
                    <a:ext uri="{9D8B030D-6E8A-4147-A177-3AD203B41FA5}">
                      <a16:colId xmlns:a16="http://schemas.microsoft.com/office/drawing/2014/main" val="3660233607"/>
                    </a:ext>
                  </a:extLst>
                </a:gridCol>
                <a:gridCol w="781050">
                  <a:extLst>
                    <a:ext uri="{9D8B030D-6E8A-4147-A177-3AD203B41FA5}">
                      <a16:colId xmlns:a16="http://schemas.microsoft.com/office/drawing/2014/main" val="2393925010"/>
                    </a:ext>
                  </a:extLst>
                </a:gridCol>
                <a:gridCol w="781050">
                  <a:extLst>
                    <a:ext uri="{9D8B030D-6E8A-4147-A177-3AD203B41FA5}">
                      <a16:colId xmlns:a16="http://schemas.microsoft.com/office/drawing/2014/main" val="2657909868"/>
                    </a:ext>
                  </a:extLst>
                </a:gridCol>
                <a:gridCol w="781050">
                  <a:extLst>
                    <a:ext uri="{9D8B030D-6E8A-4147-A177-3AD203B41FA5}">
                      <a16:colId xmlns:a16="http://schemas.microsoft.com/office/drawing/2014/main" val="536899556"/>
                    </a:ext>
                  </a:extLst>
                </a:gridCol>
              </a:tblGrid>
              <a:tr h="715809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623412"/>
                  </a:ext>
                </a:extLst>
              </a:tr>
              <a:tr h="715809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9862621"/>
                  </a:ext>
                </a:extLst>
              </a:tr>
              <a:tr h="715809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2530139"/>
                  </a:ext>
                </a:extLst>
              </a:tr>
              <a:tr h="715809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9361204"/>
                  </a:ext>
                </a:extLst>
              </a:tr>
            </a:tbl>
          </a:graphicData>
        </a:graphic>
      </p:graphicFrame>
      <p:sp>
        <p:nvSpPr>
          <p:cNvPr id="7" name="Line 6">
            <a:extLst>
              <a:ext uri="{FF2B5EF4-FFF2-40B4-BE49-F238E27FC236}">
                <a16:creationId xmlns:a16="http://schemas.microsoft.com/office/drawing/2014/main" id="{42231A0E-E78C-489E-B9B8-CFB114DAE49D}"/>
              </a:ext>
            </a:extLst>
          </p:cNvPr>
          <p:cNvSpPr>
            <a:spLocks noChangeShapeType="1"/>
          </p:cNvSpPr>
          <p:nvPr/>
        </p:nvSpPr>
        <p:spPr bwMode="auto">
          <a:xfrm>
            <a:off x="5068887" y="1487487"/>
            <a:ext cx="569913" cy="569913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" name="Rectangle 49">
            <a:extLst>
              <a:ext uri="{FF2B5EF4-FFF2-40B4-BE49-F238E27FC236}">
                <a16:creationId xmlns:a16="http://schemas.microsoft.com/office/drawing/2014/main" id="{D1B7D484-44B3-4B5D-AFBE-079931A809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45375" y="1295400"/>
            <a:ext cx="612347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x</a:t>
            </a:r>
            <a:r>
              <a:rPr kumimoji="0" lang="en-US" altLang="en-US" sz="2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</a:t>
            </a:r>
            <a:r>
              <a:rPr kumimoji="0" lang="en-US" alt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 x</a:t>
            </a:r>
            <a:r>
              <a:rPr kumimoji="0" lang="en-US" altLang="en-US" sz="2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2</a:t>
            </a:r>
            <a:r>
              <a:rPr kumimoji="0" lang="en-US" alt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 </a:t>
            </a:r>
            <a:endParaRPr kumimoji="0" lang="en-US" altLang="en-US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8CAF420-57B5-4901-BBF0-908D09B7C041}"/>
              </a:ext>
            </a:extLst>
          </p:cNvPr>
          <p:cNvSpPr txBox="1"/>
          <p:nvPr/>
        </p:nvSpPr>
        <p:spPr>
          <a:xfrm>
            <a:off x="5789741" y="1661204"/>
            <a:ext cx="29732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00       01      11       10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F369259-E48C-4BFA-A4BA-45774BDD85FC}"/>
              </a:ext>
            </a:extLst>
          </p:cNvPr>
          <p:cNvSpPr txBox="1"/>
          <p:nvPr/>
        </p:nvSpPr>
        <p:spPr>
          <a:xfrm>
            <a:off x="5097719" y="2212662"/>
            <a:ext cx="569913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00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01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11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10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B73A5CA-6AE9-4E5B-BB0F-C212344E6991}"/>
              </a:ext>
            </a:extLst>
          </p:cNvPr>
          <p:cNvSpPr txBox="1"/>
          <p:nvPr/>
        </p:nvSpPr>
        <p:spPr>
          <a:xfrm>
            <a:off x="5784871" y="2152471"/>
            <a:ext cx="270216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0         0        0        0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0         0        1        1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4E7B06E-E303-461C-8A6F-B70A0876A56A}"/>
              </a:ext>
            </a:extLst>
          </p:cNvPr>
          <p:cNvSpPr txBox="1"/>
          <p:nvPr/>
        </p:nvSpPr>
        <p:spPr>
          <a:xfrm>
            <a:off x="5820032" y="3600271"/>
            <a:ext cx="270216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1         1        1        1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1         1        1        1</a:t>
            </a:r>
          </a:p>
        </p:txBody>
      </p:sp>
      <p:sp>
        <p:nvSpPr>
          <p:cNvPr id="15" name="Rectangle 49">
            <a:extLst>
              <a:ext uri="{FF2B5EF4-FFF2-40B4-BE49-F238E27FC236}">
                <a16:creationId xmlns:a16="http://schemas.microsoft.com/office/drawing/2014/main" id="{981D6153-CA4F-4AD9-99B7-D314027737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1709" y="1498495"/>
            <a:ext cx="612347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x</a:t>
            </a:r>
            <a:r>
              <a:rPr kumimoji="0" lang="en-US" altLang="en-US" sz="2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3</a:t>
            </a:r>
            <a:r>
              <a:rPr kumimoji="0" lang="en-US" alt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 x</a:t>
            </a:r>
            <a:r>
              <a:rPr kumimoji="0" lang="en-US" altLang="en-US" sz="2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4</a:t>
            </a:r>
            <a:r>
              <a:rPr kumimoji="0" lang="en-US" alt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 </a:t>
            </a:r>
            <a:endParaRPr kumimoji="0" lang="en-US" altLang="en-US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8CAF99E-CE93-4CA8-BD43-FBDC012DE13F}"/>
              </a:ext>
            </a:extLst>
          </p:cNvPr>
          <p:cNvSpPr/>
          <p:nvPr/>
        </p:nvSpPr>
        <p:spPr>
          <a:xfrm>
            <a:off x="34446" y="592223"/>
            <a:ext cx="9025769" cy="16619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300" dirty="0"/>
              <a:t>Find the simplest SOP form of the following functions using a K-map:</a:t>
            </a:r>
          </a:p>
          <a:p>
            <a:r>
              <a:rPr lang="en-US" sz="2300" b="1" dirty="0"/>
              <a:t>f(x1, x2, x3, x4) = Σ m(2, 3, 6, 7, 9, 10, 11, 13, 14, 15)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300" dirty="0"/>
              <a:t>Or</a:t>
            </a:r>
          </a:p>
          <a:p>
            <a:r>
              <a:rPr lang="en-US" sz="2300" dirty="0">
                <a:solidFill>
                  <a:srgbClr val="0066FF"/>
                </a:solidFill>
              </a:rPr>
              <a:t>f(x1, x2, x3, x4)= </a:t>
            </a:r>
            <a:r>
              <a:rPr lang="el-GR" sz="2300" dirty="0">
                <a:solidFill>
                  <a:srgbClr val="0066FF"/>
                </a:solidFill>
              </a:rPr>
              <a:t>Π</a:t>
            </a:r>
            <a:r>
              <a:rPr lang="en-US" sz="2300" dirty="0">
                <a:solidFill>
                  <a:srgbClr val="0066FF"/>
                </a:solidFill>
              </a:rPr>
              <a:t> M(0, 1, 4, 5, 8, 12)</a:t>
            </a:r>
          </a:p>
        </p:txBody>
      </p:sp>
      <p:pic>
        <p:nvPicPr>
          <p:cNvPr id="16" name="Picture 27" descr="Screen shot 2013-09-23 at 3.04.30 PM.png">
            <a:extLst>
              <a:ext uri="{FF2B5EF4-FFF2-40B4-BE49-F238E27FC236}">
                <a16:creationId xmlns:a16="http://schemas.microsoft.com/office/drawing/2014/main" id="{14FBB05E-DA87-4F97-B39F-6211DC89F5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458" y="2670699"/>
            <a:ext cx="3399744" cy="31967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8B42C5ED-66D6-4E2C-B887-30B5D6A5D427}"/>
                  </a:ext>
                </a:extLst>
              </p14:cNvPr>
              <p14:cNvContentPartPr/>
              <p14:nvPr/>
            </p14:nvContentPartPr>
            <p14:xfrm>
              <a:off x="5775480" y="2892960"/>
              <a:ext cx="2901240" cy="195012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8B42C5ED-66D6-4E2C-B887-30B5D6A5D42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766120" y="2883600"/>
                <a:ext cx="2919960" cy="1968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83050056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1" name="TextBox 125">
            <a:extLst>
              <a:ext uri="{FF2B5EF4-FFF2-40B4-BE49-F238E27FC236}">
                <a16:creationId xmlns:a16="http://schemas.microsoft.com/office/drawing/2014/main" id="{15AE9D5D-EA90-463A-A07B-4E1485184D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91300" y="6561138"/>
            <a:ext cx="25527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[ Figure 2.54 from the textbook ]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AC236110-DCF4-5244-B75B-7340CF713B5E}"/>
              </a:ext>
            </a:extLst>
          </p:cNvPr>
          <p:cNvSpPr txBox="1">
            <a:spLocks noChangeArrowheads="1"/>
          </p:cNvSpPr>
          <p:nvPr/>
        </p:nvSpPr>
        <p:spPr>
          <a:xfrm>
            <a:off x="-6350" y="0"/>
            <a:ext cx="9144000" cy="685800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+mj-lt"/>
                <a:ea typeface="+mj-ea"/>
                <a:cs typeface="ＭＳ Ｐゴシック" charset="0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lvl="0" eaLnBrk="1" hangingPunct="1">
              <a:defRPr/>
            </a:pPr>
            <a:r>
              <a:rPr lang="en-US" sz="3200" dirty="0">
                <a:solidFill>
                  <a:srgbClr val="000000"/>
                </a:solidFill>
              </a:rPr>
              <a:t>Example 5: </a:t>
            </a: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j-ea"/>
                <a:cs typeface="+mj-cs"/>
              </a:rPr>
              <a:t>four-variable Karnaugh map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+mj-ea"/>
              <a:cs typeface="+mj-cs"/>
            </a:endParaRPr>
          </a:p>
        </p:txBody>
      </p:sp>
      <p:pic>
        <p:nvPicPr>
          <p:cNvPr id="107523" name="Picture 2" descr="Screen shot 2014-02-06 at 9.16.26 PM.png">
            <a:extLst>
              <a:ext uri="{FF2B5EF4-FFF2-40B4-BE49-F238E27FC236}">
                <a16:creationId xmlns:a16="http://schemas.microsoft.com/office/drawing/2014/main" id="{D64F4FBB-40AE-4155-ACD7-0B9224B6BD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3000" y="1676400"/>
            <a:ext cx="3962400" cy="44276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9D1720B7-3C3C-4C5C-9208-08744BA49F68}"/>
              </a:ext>
            </a:extLst>
          </p:cNvPr>
          <p:cNvSpPr/>
          <p:nvPr/>
        </p:nvSpPr>
        <p:spPr>
          <a:xfrm>
            <a:off x="34446" y="471607"/>
            <a:ext cx="9025769" cy="16619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300" dirty="0"/>
              <a:t>Find the simplest SOP form of the following functions using a K-map:</a:t>
            </a:r>
          </a:p>
          <a:p>
            <a:r>
              <a:rPr lang="en-US" sz="2300" b="1" dirty="0"/>
              <a:t>f(x1, x2, x3, x4) = Σ m(2, 3, 6, 7, 9, 10, 11, 13, 14, 15)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300" dirty="0"/>
              <a:t>Or</a:t>
            </a:r>
          </a:p>
          <a:p>
            <a:r>
              <a:rPr lang="en-US" sz="2300" dirty="0">
                <a:solidFill>
                  <a:srgbClr val="0066FF"/>
                </a:solidFill>
              </a:rPr>
              <a:t>f(x1, x2, x3, x4)= </a:t>
            </a:r>
            <a:r>
              <a:rPr lang="el-GR" sz="2300" dirty="0">
                <a:solidFill>
                  <a:srgbClr val="0066FF"/>
                </a:solidFill>
              </a:rPr>
              <a:t>Π</a:t>
            </a:r>
            <a:r>
              <a:rPr lang="en-US" sz="2300" dirty="0">
                <a:solidFill>
                  <a:srgbClr val="0066FF"/>
                </a:solidFill>
              </a:rPr>
              <a:t> M(0, 1, 4, 5, 8, 12)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7ECA1AF7-9634-424F-BAD1-78444A95461E}"/>
                  </a:ext>
                </a:extLst>
              </p14:cNvPr>
              <p14:cNvContentPartPr/>
              <p14:nvPr/>
            </p14:nvContentPartPr>
            <p14:xfrm>
              <a:off x="5844240" y="3604320"/>
              <a:ext cx="58320" cy="129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7ECA1AF7-9634-424F-BAD1-78444A95461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834880" y="3594960"/>
                <a:ext cx="77040" cy="31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57756665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7" name="TextBox 125">
            <a:extLst>
              <a:ext uri="{FF2B5EF4-FFF2-40B4-BE49-F238E27FC236}">
                <a16:creationId xmlns:a16="http://schemas.microsoft.com/office/drawing/2014/main" id="{1598CEF6-9BC0-4523-996C-5C8E685459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91300" y="6561138"/>
            <a:ext cx="25527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[ Figure 2.54 from the textbook ]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D2CF5AA1-FCD2-374D-85B5-1D4CC54DD277}"/>
              </a:ext>
            </a:extLst>
          </p:cNvPr>
          <p:cNvSpPr txBox="1">
            <a:spLocks noChangeArrowheads="1"/>
          </p:cNvSpPr>
          <p:nvPr/>
        </p:nvSpPr>
        <p:spPr>
          <a:xfrm>
            <a:off x="-6350" y="0"/>
            <a:ext cx="9144000" cy="685800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+mj-lt"/>
                <a:ea typeface="+mj-ea"/>
                <a:cs typeface="ＭＳ Ｐゴシック" charset="0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lvl="0" eaLnBrk="1" hangingPunct="1">
              <a:defRPr/>
            </a:pPr>
            <a:r>
              <a:rPr lang="en-US" sz="3200" dirty="0">
                <a:solidFill>
                  <a:srgbClr val="000000"/>
                </a:solidFill>
              </a:rPr>
              <a:t>Example 6: </a:t>
            </a: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j-ea"/>
                <a:cs typeface="+mj-cs"/>
              </a:rPr>
              <a:t>four-variable Karnaugh map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+mj-ea"/>
              <a:cs typeface="+mj-cs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1A158E9-7A9B-4C4D-B3B1-47DEF679DE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7291182"/>
              </p:ext>
            </p:extLst>
          </p:nvPr>
        </p:nvGraphicFramePr>
        <p:xfrm>
          <a:off x="4386091" y="1676400"/>
          <a:ext cx="3124200" cy="286323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81050">
                  <a:extLst>
                    <a:ext uri="{9D8B030D-6E8A-4147-A177-3AD203B41FA5}">
                      <a16:colId xmlns:a16="http://schemas.microsoft.com/office/drawing/2014/main" val="3660233607"/>
                    </a:ext>
                  </a:extLst>
                </a:gridCol>
                <a:gridCol w="781050">
                  <a:extLst>
                    <a:ext uri="{9D8B030D-6E8A-4147-A177-3AD203B41FA5}">
                      <a16:colId xmlns:a16="http://schemas.microsoft.com/office/drawing/2014/main" val="2393925010"/>
                    </a:ext>
                  </a:extLst>
                </a:gridCol>
                <a:gridCol w="781050">
                  <a:extLst>
                    <a:ext uri="{9D8B030D-6E8A-4147-A177-3AD203B41FA5}">
                      <a16:colId xmlns:a16="http://schemas.microsoft.com/office/drawing/2014/main" val="2657909868"/>
                    </a:ext>
                  </a:extLst>
                </a:gridCol>
                <a:gridCol w="781050">
                  <a:extLst>
                    <a:ext uri="{9D8B030D-6E8A-4147-A177-3AD203B41FA5}">
                      <a16:colId xmlns:a16="http://schemas.microsoft.com/office/drawing/2014/main" val="536899556"/>
                    </a:ext>
                  </a:extLst>
                </a:gridCol>
              </a:tblGrid>
              <a:tr h="715809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623412"/>
                  </a:ext>
                </a:extLst>
              </a:tr>
              <a:tr h="715809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9862621"/>
                  </a:ext>
                </a:extLst>
              </a:tr>
              <a:tr h="715809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2530139"/>
                  </a:ext>
                </a:extLst>
              </a:tr>
              <a:tr h="715809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9361204"/>
                  </a:ext>
                </a:extLst>
              </a:tr>
            </a:tbl>
          </a:graphicData>
        </a:graphic>
      </p:graphicFrame>
      <p:sp>
        <p:nvSpPr>
          <p:cNvPr id="7" name="Line 6">
            <a:extLst>
              <a:ext uri="{FF2B5EF4-FFF2-40B4-BE49-F238E27FC236}">
                <a16:creationId xmlns:a16="http://schemas.microsoft.com/office/drawing/2014/main" id="{42231A0E-E78C-489E-B9B8-CFB114DAE49D}"/>
              </a:ext>
            </a:extLst>
          </p:cNvPr>
          <p:cNvSpPr>
            <a:spLocks noChangeShapeType="1"/>
          </p:cNvSpPr>
          <p:nvPr/>
        </p:nvSpPr>
        <p:spPr bwMode="auto">
          <a:xfrm>
            <a:off x="3816178" y="1106487"/>
            <a:ext cx="569913" cy="569913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" name="Rectangle 49">
            <a:extLst>
              <a:ext uri="{FF2B5EF4-FFF2-40B4-BE49-F238E27FC236}">
                <a16:creationId xmlns:a16="http://schemas.microsoft.com/office/drawing/2014/main" id="{D1B7D484-44B3-4B5D-AFBE-079931A809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92666" y="914400"/>
            <a:ext cx="612347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x</a:t>
            </a:r>
            <a:r>
              <a:rPr kumimoji="0" lang="en-US" altLang="en-US" sz="2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</a:t>
            </a:r>
            <a:r>
              <a:rPr kumimoji="0" lang="en-US" alt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 x</a:t>
            </a:r>
            <a:r>
              <a:rPr kumimoji="0" lang="en-US" altLang="en-US" sz="2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2</a:t>
            </a:r>
            <a:r>
              <a:rPr kumimoji="0" lang="en-US" alt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 </a:t>
            </a:r>
            <a:endParaRPr kumimoji="0" lang="en-US" altLang="en-US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8CAF420-57B5-4901-BBF0-908D09B7C041}"/>
              </a:ext>
            </a:extLst>
          </p:cNvPr>
          <p:cNvSpPr txBox="1"/>
          <p:nvPr/>
        </p:nvSpPr>
        <p:spPr>
          <a:xfrm>
            <a:off x="4537032" y="1280204"/>
            <a:ext cx="29732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00       01      11       10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F369259-E48C-4BFA-A4BA-45774BDD85FC}"/>
              </a:ext>
            </a:extLst>
          </p:cNvPr>
          <p:cNvSpPr txBox="1"/>
          <p:nvPr/>
        </p:nvSpPr>
        <p:spPr>
          <a:xfrm>
            <a:off x="3845010" y="1831662"/>
            <a:ext cx="569913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00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01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11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10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B73A5CA-6AE9-4E5B-BB0F-C212344E6991}"/>
              </a:ext>
            </a:extLst>
          </p:cNvPr>
          <p:cNvSpPr txBox="1"/>
          <p:nvPr/>
        </p:nvSpPr>
        <p:spPr>
          <a:xfrm>
            <a:off x="4532162" y="1771471"/>
            <a:ext cx="270216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1         0        0        1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0         0        0        0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4E7B06E-E303-461C-8A6F-B70A0876A56A}"/>
              </a:ext>
            </a:extLst>
          </p:cNvPr>
          <p:cNvSpPr txBox="1"/>
          <p:nvPr/>
        </p:nvSpPr>
        <p:spPr>
          <a:xfrm>
            <a:off x="4567323" y="3219271"/>
            <a:ext cx="270216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1         1        1        0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1         1        0        1</a:t>
            </a:r>
          </a:p>
        </p:txBody>
      </p:sp>
      <p:sp>
        <p:nvSpPr>
          <p:cNvPr id="15" name="Rectangle 49">
            <a:extLst>
              <a:ext uri="{FF2B5EF4-FFF2-40B4-BE49-F238E27FC236}">
                <a16:creationId xmlns:a16="http://schemas.microsoft.com/office/drawing/2014/main" id="{981D6153-CA4F-4AD9-99B7-D314027737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9000" y="1117495"/>
            <a:ext cx="612347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x</a:t>
            </a:r>
            <a:r>
              <a:rPr kumimoji="0" lang="en-US" altLang="en-US" sz="2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3</a:t>
            </a:r>
            <a:r>
              <a:rPr kumimoji="0" lang="en-US" alt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 x</a:t>
            </a:r>
            <a:r>
              <a:rPr kumimoji="0" lang="en-US" altLang="en-US" sz="2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4</a:t>
            </a:r>
            <a:r>
              <a:rPr kumimoji="0" lang="en-US" alt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 </a:t>
            </a:r>
            <a:endParaRPr kumimoji="0" lang="en-US" altLang="en-US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01684740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5" name="TextBox 125">
            <a:extLst>
              <a:ext uri="{FF2B5EF4-FFF2-40B4-BE49-F238E27FC236}">
                <a16:creationId xmlns:a16="http://schemas.microsoft.com/office/drawing/2014/main" id="{123DA8BF-64AD-4757-A5DF-4D5A7FD5F8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91300" y="6561138"/>
            <a:ext cx="25527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[ Figure 2.54 from the textbook ]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484655DC-273F-2949-8BC9-28FA74E5F758}"/>
              </a:ext>
            </a:extLst>
          </p:cNvPr>
          <p:cNvSpPr txBox="1">
            <a:spLocks noChangeArrowheads="1"/>
          </p:cNvSpPr>
          <p:nvPr/>
        </p:nvSpPr>
        <p:spPr>
          <a:xfrm>
            <a:off x="-6350" y="0"/>
            <a:ext cx="9144000" cy="685800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+mj-lt"/>
                <a:ea typeface="+mj-ea"/>
                <a:cs typeface="ＭＳ Ｐゴシック" charset="0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lvl="0" eaLnBrk="1" hangingPunct="1">
              <a:defRPr/>
            </a:pPr>
            <a:r>
              <a:rPr lang="en-US" sz="3200" dirty="0">
                <a:solidFill>
                  <a:srgbClr val="000000"/>
                </a:solidFill>
              </a:rPr>
              <a:t>Example 6: </a:t>
            </a: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j-ea"/>
                <a:cs typeface="+mj-cs"/>
              </a:rPr>
              <a:t>four-variable Karnaugh map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+mj-ea"/>
              <a:cs typeface="+mj-cs"/>
            </a:endParaRPr>
          </a:p>
        </p:txBody>
      </p:sp>
      <p:pic>
        <p:nvPicPr>
          <p:cNvPr id="108547" name="Picture 1" descr="Screen shot 2014-02-06 at 9.17.10 PM.png">
            <a:extLst>
              <a:ext uri="{FF2B5EF4-FFF2-40B4-BE49-F238E27FC236}">
                <a16:creationId xmlns:a16="http://schemas.microsoft.com/office/drawing/2014/main" id="{8FEEF93A-5A41-4223-BC98-07AF6E9DD0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0" y="685800"/>
            <a:ext cx="4972050" cy="571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40ADBAF3-6E49-49C0-871D-B48526F53986}"/>
                  </a:ext>
                </a:extLst>
              </p14:cNvPr>
              <p14:cNvContentPartPr/>
              <p14:nvPr/>
            </p14:nvContentPartPr>
            <p14:xfrm>
              <a:off x="5550480" y="5111280"/>
              <a:ext cx="227520" cy="22068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40ADBAF3-6E49-49C0-871D-B48526F5398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541120" y="5101920"/>
                <a:ext cx="246240" cy="239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74442615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7" name="TextBox 125">
            <a:extLst>
              <a:ext uri="{FF2B5EF4-FFF2-40B4-BE49-F238E27FC236}">
                <a16:creationId xmlns:a16="http://schemas.microsoft.com/office/drawing/2014/main" id="{1598CEF6-9BC0-4523-996C-5C8E685459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91300" y="6561138"/>
            <a:ext cx="25527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[ Figure 2.54 from the textbook ]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D2CF5AA1-FCD2-374D-85B5-1D4CC54DD277}"/>
              </a:ext>
            </a:extLst>
          </p:cNvPr>
          <p:cNvSpPr txBox="1">
            <a:spLocks noChangeArrowheads="1"/>
          </p:cNvSpPr>
          <p:nvPr/>
        </p:nvSpPr>
        <p:spPr>
          <a:xfrm>
            <a:off x="-6350" y="0"/>
            <a:ext cx="9144000" cy="685800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+mj-lt"/>
                <a:ea typeface="+mj-ea"/>
                <a:cs typeface="ＭＳ Ｐゴシック" charset="0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lvl="0" eaLnBrk="1" hangingPunct="1">
              <a:defRPr/>
            </a:pPr>
            <a:r>
              <a:rPr lang="en-US" sz="3200" dirty="0">
                <a:solidFill>
                  <a:srgbClr val="000000"/>
                </a:solidFill>
              </a:rPr>
              <a:t>Example 7: </a:t>
            </a: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j-ea"/>
                <a:cs typeface="+mj-cs"/>
              </a:rPr>
              <a:t>four-variable Karnaugh map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+mj-ea"/>
              <a:cs typeface="+mj-cs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1A158E9-7A9B-4C4D-B3B1-47DEF679DE38}"/>
              </a:ext>
            </a:extLst>
          </p:cNvPr>
          <p:cNvGraphicFramePr>
            <a:graphicFrameLocks noGrp="1"/>
          </p:cNvGraphicFramePr>
          <p:nvPr/>
        </p:nvGraphicFramePr>
        <p:xfrm>
          <a:off x="4157491" y="1676400"/>
          <a:ext cx="3124200" cy="286323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81050">
                  <a:extLst>
                    <a:ext uri="{9D8B030D-6E8A-4147-A177-3AD203B41FA5}">
                      <a16:colId xmlns:a16="http://schemas.microsoft.com/office/drawing/2014/main" val="3660233607"/>
                    </a:ext>
                  </a:extLst>
                </a:gridCol>
                <a:gridCol w="781050">
                  <a:extLst>
                    <a:ext uri="{9D8B030D-6E8A-4147-A177-3AD203B41FA5}">
                      <a16:colId xmlns:a16="http://schemas.microsoft.com/office/drawing/2014/main" val="2393925010"/>
                    </a:ext>
                  </a:extLst>
                </a:gridCol>
                <a:gridCol w="781050">
                  <a:extLst>
                    <a:ext uri="{9D8B030D-6E8A-4147-A177-3AD203B41FA5}">
                      <a16:colId xmlns:a16="http://schemas.microsoft.com/office/drawing/2014/main" val="2657909868"/>
                    </a:ext>
                  </a:extLst>
                </a:gridCol>
                <a:gridCol w="781050">
                  <a:extLst>
                    <a:ext uri="{9D8B030D-6E8A-4147-A177-3AD203B41FA5}">
                      <a16:colId xmlns:a16="http://schemas.microsoft.com/office/drawing/2014/main" val="536899556"/>
                    </a:ext>
                  </a:extLst>
                </a:gridCol>
              </a:tblGrid>
              <a:tr h="715809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623412"/>
                  </a:ext>
                </a:extLst>
              </a:tr>
              <a:tr h="715809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9862621"/>
                  </a:ext>
                </a:extLst>
              </a:tr>
              <a:tr h="715809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2530139"/>
                  </a:ext>
                </a:extLst>
              </a:tr>
              <a:tr h="715809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9361204"/>
                  </a:ext>
                </a:extLst>
              </a:tr>
            </a:tbl>
          </a:graphicData>
        </a:graphic>
      </p:graphicFrame>
      <p:sp>
        <p:nvSpPr>
          <p:cNvPr id="7" name="Line 6">
            <a:extLst>
              <a:ext uri="{FF2B5EF4-FFF2-40B4-BE49-F238E27FC236}">
                <a16:creationId xmlns:a16="http://schemas.microsoft.com/office/drawing/2014/main" id="{42231A0E-E78C-489E-B9B8-CFB114DAE49D}"/>
              </a:ext>
            </a:extLst>
          </p:cNvPr>
          <p:cNvSpPr>
            <a:spLocks noChangeShapeType="1"/>
          </p:cNvSpPr>
          <p:nvPr/>
        </p:nvSpPr>
        <p:spPr bwMode="auto">
          <a:xfrm>
            <a:off x="3587578" y="1106487"/>
            <a:ext cx="569913" cy="569913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" name="Rectangle 49">
            <a:extLst>
              <a:ext uri="{FF2B5EF4-FFF2-40B4-BE49-F238E27FC236}">
                <a16:creationId xmlns:a16="http://schemas.microsoft.com/office/drawing/2014/main" id="{D1B7D484-44B3-4B5D-AFBE-079931A809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64066" y="914400"/>
            <a:ext cx="612347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x</a:t>
            </a:r>
            <a:r>
              <a:rPr kumimoji="0" lang="en-US" altLang="en-US" sz="2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</a:t>
            </a:r>
            <a:r>
              <a:rPr kumimoji="0" lang="en-US" alt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 x</a:t>
            </a:r>
            <a:r>
              <a:rPr kumimoji="0" lang="en-US" altLang="en-US" sz="2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2</a:t>
            </a:r>
            <a:r>
              <a:rPr kumimoji="0" lang="en-US" alt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 </a:t>
            </a:r>
            <a:endParaRPr kumimoji="0" lang="en-US" altLang="en-US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8CAF420-57B5-4901-BBF0-908D09B7C041}"/>
              </a:ext>
            </a:extLst>
          </p:cNvPr>
          <p:cNvSpPr txBox="1"/>
          <p:nvPr/>
        </p:nvSpPr>
        <p:spPr>
          <a:xfrm>
            <a:off x="4308432" y="1280204"/>
            <a:ext cx="29732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00       01      11       10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F369259-E48C-4BFA-A4BA-45774BDD85FC}"/>
              </a:ext>
            </a:extLst>
          </p:cNvPr>
          <p:cNvSpPr txBox="1"/>
          <p:nvPr/>
        </p:nvSpPr>
        <p:spPr>
          <a:xfrm>
            <a:off x="3616410" y="1831662"/>
            <a:ext cx="569913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00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01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11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10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B73A5CA-6AE9-4E5B-BB0F-C212344E6991}"/>
              </a:ext>
            </a:extLst>
          </p:cNvPr>
          <p:cNvSpPr txBox="1"/>
          <p:nvPr/>
        </p:nvSpPr>
        <p:spPr>
          <a:xfrm>
            <a:off x="4303562" y="1771471"/>
            <a:ext cx="270216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1         1        1        0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1         1        1        0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4E7B06E-E303-461C-8A6F-B70A0876A56A}"/>
              </a:ext>
            </a:extLst>
          </p:cNvPr>
          <p:cNvSpPr txBox="1"/>
          <p:nvPr/>
        </p:nvSpPr>
        <p:spPr>
          <a:xfrm>
            <a:off x="4338723" y="3219271"/>
            <a:ext cx="270216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0         0        1        1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0         0        1        1</a:t>
            </a:r>
          </a:p>
        </p:txBody>
      </p:sp>
      <p:sp>
        <p:nvSpPr>
          <p:cNvPr id="15" name="Rectangle 49">
            <a:extLst>
              <a:ext uri="{FF2B5EF4-FFF2-40B4-BE49-F238E27FC236}">
                <a16:creationId xmlns:a16="http://schemas.microsoft.com/office/drawing/2014/main" id="{981D6153-CA4F-4AD9-99B7-D314027737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0400" y="1117495"/>
            <a:ext cx="612347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x</a:t>
            </a:r>
            <a:r>
              <a:rPr kumimoji="0" lang="en-US" altLang="en-US" sz="2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3</a:t>
            </a:r>
            <a:r>
              <a:rPr kumimoji="0" lang="en-US" alt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 x</a:t>
            </a:r>
            <a:r>
              <a:rPr kumimoji="0" lang="en-US" altLang="en-US" sz="2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4</a:t>
            </a:r>
            <a:r>
              <a:rPr kumimoji="0" lang="en-US" alt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 </a:t>
            </a:r>
            <a:endParaRPr kumimoji="0" lang="en-US" altLang="en-US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18591582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7" name="TextBox 125">
            <a:extLst>
              <a:ext uri="{FF2B5EF4-FFF2-40B4-BE49-F238E27FC236}">
                <a16:creationId xmlns:a16="http://schemas.microsoft.com/office/drawing/2014/main" id="{1598CEF6-9BC0-4523-996C-5C8E685459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91300" y="6561138"/>
            <a:ext cx="25527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[ Figure 2.54 from the textbook ]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D2CF5AA1-FCD2-374D-85B5-1D4CC54DD277}"/>
              </a:ext>
            </a:extLst>
          </p:cNvPr>
          <p:cNvSpPr txBox="1">
            <a:spLocks noChangeArrowheads="1"/>
          </p:cNvSpPr>
          <p:nvPr/>
        </p:nvSpPr>
        <p:spPr>
          <a:xfrm>
            <a:off x="-6350" y="0"/>
            <a:ext cx="9144000" cy="685800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+mj-lt"/>
                <a:ea typeface="+mj-ea"/>
                <a:cs typeface="ＭＳ Ｐゴシック" charset="0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lvl="0" eaLnBrk="1" hangingPunct="1">
              <a:defRPr/>
            </a:pPr>
            <a:r>
              <a:rPr lang="en-US" sz="3200" dirty="0">
                <a:solidFill>
                  <a:srgbClr val="000000"/>
                </a:solidFill>
              </a:rPr>
              <a:t>Example 7: </a:t>
            </a: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j-ea"/>
                <a:cs typeface="+mj-cs"/>
              </a:rPr>
              <a:t>four-variable Karnaugh map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+mj-ea"/>
              <a:cs typeface="+mj-cs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1A158E9-7A9B-4C4D-B3B1-47DEF679DE38}"/>
              </a:ext>
            </a:extLst>
          </p:cNvPr>
          <p:cNvGraphicFramePr>
            <a:graphicFrameLocks noGrp="1"/>
          </p:cNvGraphicFramePr>
          <p:nvPr/>
        </p:nvGraphicFramePr>
        <p:xfrm>
          <a:off x="4157491" y="1676400"/>
          <a:ext cx="3124200" cy="286323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81050">
                  <a:extLst>
                    <a:ext uri="{9D8B030D-6E8A-4147-A177-3AD203B41FA5}">
                      <a16:colId xmlns:a16="http://schemas.microsoft.com/office/drawing/2014/main" val="3660233607"/>
                    </a:ext>
                  </a:extLst>
                </a:gridCol>
                <a:gridCol w="781050">
                  <a:extLst>
                    <a:ext uri="{9D8B030D-6E8A-4147-A177-3AD203B41FA5}">
                      <a16:colId xmlns:a16="http://schemas.microsoft.com/office/drawing/2014/main" val="2393925010"/>
                    </a:ext>
                  </a:extLst>
                </a:gridCol>
                <a:gridCol w="781050">
                  <a:extLst>
                    <a:ext uri="{9D8B030D-6E8A-4147-A177-3AD203B41FA5}">
                      <a16:colId xmlns:a16="http://schemas.microsoft.com/office/drawing/2014/main" val="2657909868"/>
                    </a:ext>
                  </a:extLst>
                </a:gridCol>
                <a:gridCol w="781050">
                  <a:extLst>
                    <a:ext uri="{9D8B030D-6E8A-4147-A177-3AD203B41FA5}">
                      <a16:colId xmlns:a16="http://schemas.microsoft.com/office/drawing/2014/main" val="536899556"/>
                    </a:ext>
                  </a:extLst>
                </a:gridCol>
              </a:tblGrid>
              <a:tr h="715809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623412"/>
                  </a:ext>
                </a:extLst>
              </a:tr>
              <a:tr h="715809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9862621"/>
                  </a:ext>
                </a:extLst>
              </a:tr>
              <a:tr h="715809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2530139"/>
                  </a:ext>
                </a:extLst>
              </a:tr>
              <a:tr h="715809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9361204"/>
                  </a:ext>
                </a:extLst>
              </a:tr>
            </a:tbl>
          </a:graphicData>
        </a:graphic>
      </p:graphicFrame>
      <p:sp>
        <p:nvSpPr>
          <p:cNvPr id="7" name="Line 6">
            <a:extLst>
              <a:ext uri="{FF2B5EF4-FFF2-40B4-BE49-F238E27FC236}">
                <a16:creationId xmlns:a16="http://schemas.microsoft.com/office/drawing/2014/main" id="{42231A0E-E78C-489E-B9B8-CFB114DAE49D}"/>
              </a:ext>
            </a:extLst>
          </p:cNvPr>
          <p:cNvSpPr>
            <a:spLocks noChangeShapeType="1"/>
          </p:cNvSpPr>
          <p:nvPr/>
        </p:nvSpPr>
        <p:spPr bwMode="auto">
          <a:xfrm>
            <a:off x="3587578" y="1106487"/>
            <a:ext cx="569913" cy="569913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" name="Rectangle 49">
            <a:extLst>
              <a:ext uri="{FF2B5EF4-FFF2-40B4-BE49-F238E27FC236}">
                <a16:creationId xmlns:a16="http://schemas.microsoft.com/office/drawing/2014/main" id="{D1B7D484-44B3-4B5D-AFBE-079931A809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64066" y="914400"/>
            <a:ext cx="612347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x</a:t>
            </a:r>
            <a:r>
              <a:rPr kumimoji="0" lang="en-US" altLang="en-US" sz="2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</a:t>
            </a:r>
            <a:r>
              <a:rPr kumimoji="0" lang="en-US" alt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 x</a:t>
            </a:r>
            <a:r>
              <a:rPr kumimoji="0" lang="en-US" altLang="en-US" sz="2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2</a:t>
            </a:r>
            <a:r>
              <a:rPr kumimoji="0" lang="en-US" alt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 </a:t>
            </a:r>
            <a:endParaRPr kumimoji="0" lang="en-US" altLang="en-US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8CAF420-57B5-4901-BBF0-908D09B7C041}"/>
              </a:ext>
            </a:extLst>
          </p:cNvPr>
          <p:cNvSpPr txBox="1"/>
          <p:nvPr/>
        </p:nvSpPr>
        <p:spPr>
          <a:xfrm>
            <a:off x="4308432" y="1280204"/>
            <a:ext cx="29732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00       01      11       10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F369259-E48C-4BFA-A4BA-45774BDD85FC}"/>
              </a:ext>
            </a:extLst>
          </p:cNvPr>
          <p:cNvSpPr txBox="1"/>
          <p:nvPr/>
        </p:nvSpPr>
        <p:spPr>
          <a:xfrm>
            <a:off x="3616410" y="1831662"/>
            <a:ext cx="569913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00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01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11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10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B73A5CA-6AE9-4E5B-BB0F-C212344E6991}"/>
              </a:ext>
            </a:extLst>
          </p:cNvPr>
          <p:cNvSpPr txBox="1"/>
          <p:nvPr/>
        </p:nvSpPr>
        <p:spPr>
          <a:xfrm>
            <a:off x="4303562" y="1771471"/>
            <a:ext cx="270216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1         1        1        0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1         1        1        0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4E7B06E-E303-461C-8A6F-B70A0876A56A}"/>
              </a:ext>
            </a:extLst>
          </p:cNvPr>
          <p:cNvSpPr txBox="1"/>
          <p:nvPr/>
        </p:nvSpPr>
        <p:spPr>
          <a:xfrm>
            <a:off x="4338723" y="3219271"/>
            <a:ext cx="270216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0         0        1        1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0         0        1        1</a:t>
            </a:r>
          </a:p>
        </p:txBody>
      </p:sp>
      <p:sp>
        <p:nvSpPr>
          <p:cNvPr id="15" name="Rectangle 49">
            <a:extLst>
              <a:ext uri="{FF2B5EF4-FFF2-40B4-BE49-F238E27FC236}">
                <a16:creationId xmlns:a16="http://schemas.microsoft.com/office/drawing/2014/main" id="{981D6153-CA4F-4AD9-99B7-D314027737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0400" y="1117495"/>
            <a:ext cx="612347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x</a:t>
            </a:r>
            <a:r>
              <a:rPr kumimoji="0" lang="en-US" altLang="en-US" sz="2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3</a:t>
            </a:r>
            <a:r>
              <a:rPr kumimoji="0" lang="en-US" alt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 x</a:t>
            </a:r>
            <a:r>
              <a:rPr kumimoji="0" lang="en-US" altLang="en-US" sz="2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4</a:t>
            </a:r>
            <a:r>
              <a:rPr kumimoji="0" lang="en-US" alt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 </a:t>
            </a:r>
            <a:endParaRPr kumimoji="0" lang="en-US" altLang="en-US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17935370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7" name="TextBox 125">
            <a:extLst>
              <a:ext uri="{FF2B5EF4-FFF2-40B4-BE49-F238E27FC236}">
                <a16:creationId xmlns:a16="http://schemas.microsoft.com/office/drawing/2014/main" id="{1598CEF6-9BC0-4523-996C-5C8E685459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91300" y="6561138"/>
            <a:ext cx="25527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[ Figure 2.54 from the textbook ]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D2CF5AA1-FCD2-374D-85B5-1D4CC54DD277}"/>
              </a:ext>
            </a:extLst>
          </p:cNvPr>
          <p:cNvSpPr txBox="1">
            <a:spLocks noChangeArrowheads="1"/>
          </p:cNvSpPr>
          <p:nvPr/>
        </p:nvSpPr>
        <p:spPr>
          <a:xfrm>
            <a:off x="-6350" y="0"/>
            <a:ext cx="9144000" cy="685800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+mj-lt"/>
                <a:ea typeface="+mj-ea"/>
                <a:cs typeface="ＭＳ Ｐゴシック" charset="0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lvl="0" eaLnBrk="1" hangingPunct="1">
              <a:defRPr/>
            </a:pPr>
            <a:r>
              <a:rPr lang="en-US" sz="3200" dirty="0">
                <a:solidFill>
                  <a:srgbClr val="000000"/>
                </a:solidFill>
              </a:rPr>
              <a:t>Example 7: </a:t>
            </a: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j-ea"/>
                <a:cs typeface="+mj-cs"/>
              </a:rPr>
              <a:t>four-variable Karnaugh map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+mj-ea"/>
              <a:cs typeface="+mj-cs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1A158E9-7A9B-4C4D-B3B1-47DEF679DE38}"/>
              </a:ext>
            </a:extLst>
          </p:cNvPr>
          <p:cNvGraphicFramePr>
            <a:graphicFrameLocks noGrp="1"/>
          </p:cNvGraphicFramePr>
          <p:nvPr/>
        </p:nvGraphicFramePr>
        <p:xfrm>
          <a:off x="4157491" y="1676400"/>
          <a:ext cx="3124200" cy="286323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81050">
                  <a:extLst>
                    <a:ext uri="{9D8B030D-6E8A-4147-A177-3AD203B41FA5}">
                      <a16:colId xmlns:a16="http://schemas.microsoft.com/office/drawing/2014/main" val="3660233607"/>
                    </a:ext>
                  </a:extLst>
                </a:gridCol>
                <a:gridCol w="781050">
                  <a:extLst>
                    <a:ext uri="{9D8B030D-6E8A-4147-A177-3AD203B41FA5}">
                      <a16:colId xmlns:a16="http://schemas.microsoft.com/office/drawing/2014/main" val="2393925010"/>
                    </a:ext>
                  </a:extLst>
                </a:gridCol>
                <a:gridCol w="781050">
                  <a:extLst>
                    <a:ext uri="{9D8B030D-6E8A-4147-A177-3AD203B41FA5}">
                      <a16:colId xmlns:a16="http://schemas.microsoft.com/office/drawing/2014/main" val="2657909868"/>
                    </a:ext>
                  </a:extLst>
                </a:gridCol>
                <a:gridCol w="781050">
                  <a:extLst>
                    <a:ext uri="{9D8B030D-6E8A-4147-A177-3AD203B41FA5}">
                      <a16:colId xmlns:a16="http://schemas.microsoft.com/office/drawing/2014/main" val="536899556"/>
                    </a:ext>
                  </a:extLst>
                </a:gridCol>
              </a:tblGrid>
              <a:tr h="715809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623412"/>
                  </a:ext>
                </a:extLst>
              </a:tr>
              <a:tr h="715809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9862621"/>
                  </a:ext>
                </a:extLst>
              </a:tr>
              <a:tr h="715809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2530139"/>
                  </a:ext>
                </a:extLst>
              </a:tr>
              <a:tr h="715809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9361204"/>
                  </a:ext>
                </a:extLst>
              </a:tr>
            </a:tbl>
          </a:graphicData>
        </a:graphic>
      </p:graphicFrame>
      <p:sp>
        <p:nvSpPr>
          <p:cNvPr id="7" name="Line 6">
            <a:extLst>
              <a:ext uri="{FF2B5EF4-FFF2-40B4-BE49-F238E27FC236}">
                <a16:creationId xmlns:a16="http://schemas.microsoft.com/office/drawing/2014/main" id="{42231A0E-E78C-489E-B9B8-CFB114DAE49D}"/>
              </a:ext>
            </a:extLst>
          </p:cNvPr>
          <p:cNvSpPr>
            <a:spLocks noChangeShapeType="1"/>
          </p:cNvSpPr>
          <p:nvPr/>
        </p:nvSpPr>
        <p:spPr bwMode="auto">
          <a:xfrm>
            <a:off x="3587578" y="1106487"/>
            <a:ext cx="569913" cy="569913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" name="Rectangle 49">
            <a:extLst>
              <a:ext uri="{FF2B5EF4-FFF2-40B4-BE49-F238E27FC236}">
                <a16:creationId xmlns:a16="http://schemas.microsoft.com/office/drawing/2014/main" id="{D1B7D484-44B3-4B5D-AFBE-079931A809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64066" y="914400"/>
            <a:ext cx="612347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x</a:t>
            </a:r>
            <a:r>
              <a:rPr kumimoji="0" lang="en-US" altLang="en-US" sz="2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</a:t>
            </a:r>
            <a:r>
              <a:rPr kumimoji="0" lang="en-US" alt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 x</a:t>
            </a:r>
            <a:r>
              <a:rPr kumimoji="0" lang="en-US" altLang="en-US" sz="2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2</a:t>
            </a:r>
            <a:r>
              <a:rPr kumimoji="0" lang="en-US" alt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 </a:t>
            </a:r>
            <a:endParaRPr kumimoji="0" lang="en-US" altLang="en-US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8CAF420-57B5-4901-BBF0-908D09B7C041}"/>
              </a:ext>
            </a:extLst>
          </p:cNvPr>
          <p:cNvSpPr txBox="1"/>
          <p:nvPr/>
        </p:nvSpPr>
        <p:spPr>
          <a:xfrm>
            <a:off x="4308432" y="1280204"/>
            <a:ext cx="29732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00       01      11       10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F369259-E48C-4BFA-A4BA-45774BDD85FC}"/>
              </a:ext>
            </a:extLst>
          </p:cNvPr>
          <p:cNvSpPr txBox="1"/>
          <p:nvPr/>
        </p:nvSpPr>
        <p:spPr>
          <a:xfrm>
            <a:off x="3616410" y="1831662"/>
            <a:ext cx="569913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00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01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11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10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B73A5CA-6AE9-4E5B-BB0F-C212344E6991}"/>
              </a:ext>
            </a:extLst>
          </p:cNvPr>
          <p:cNvSpPr txBox="1"/>
          <p:nvPr/>
        </p:nvSpPr>
        <p:spPr>
          <a:xfrm>
            <a:off x="4303562" y="1771471"/>
            <a:ext cx="270216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1         1        1        0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1         1        1        0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4E7B06E-E303-461C-8A6F-B70A0876A56A}"/>
              </a:ext>
            </a:extLst>
          </p:cNvPr>
          <p:cNvSpPr txBox="1"/>
          <p:nvPr/>
        </p:nvSpPr>
        <p:spPr>
          <a:xfrm>
            <a:off x="4338723" y="3219271"/>
            <a:ext cx="270216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0         0        1        1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0         0        1        1</a:t>
            </a:r>
          </a:p>
        </p:txBody>
      </p:sp>
      <p:sp>
        <p:nvSpPr>
          <p:cNvPr id="15" name="Rectangle 49">
            <a:extLst>
              <a:ext uri="{FF2B5EF4-FFF2-40B4-BE49-F238E27FC236}">
                <a16:creationId xmlns:a16="http://schemas.microsoft.com/office/drawing/2014/main" id="{981D6153-CA4F-4AD9-99B7-D314027737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0400" y="1117495"/>
            <a:ext cx="612347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x</a:t>
            </a:r>
            <a:r>
              <a:rPr kumimoji="0" lang="en-US" altLang="en-US" sz="2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3</a:t>
            </a:r>
            <a:r>
              <a:rPr kumimoji="0" lang="en-US" alt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 x</a:t>
            </a:r>
            <a:r>
              <a:rPr kumimoji="0" lang="en-US" altLang="en-US" sz="2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4</a:t>
            </a:r>
            <a:r>
              <a:rPr kumimoji="0" lang="en-US" alt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 </a:t>
            </a:r>
            <a:endParaRPr kumimoji="0" lang="en-US" altLang="en-US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16389689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69" name="TextBox 125">
            <a:extLst>
              <a:ext uri="{FF2B5EF4-FFF2-40B4-BE49-F238E27FC236}">
                <a16:creationId xmlns:a16="http://schemas.microsoft.com/office/drawing/2014/main" id="{D9D67D89-8909-4250-BE81-7F509FFCD3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91300" y="6561138"/>
            <a:ext cx="25527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[ Figure 2.54 from the textbook ]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FDDF6BB4-C003-3E49-AA50-3272DFC61CA1}"/>
              </a:ext>
            </a:extLst>
          </p:cNvPr>
          <p:cNvSpPr txBox="1">
            <a:spLocks noChangeArrowheads="1"/>
          </p:cNvSpPr>
          <p:nvPr/>
        </p:nvSpPr>
        <p:spPr>
          <a:xfrm>
            <a:off x="-6350" y="0"/>
            <a:ext cx="9144000" cy="685800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+mj-lt"/>
                <a:ea typeface="+mj-ea"/>
                <a:cs typeface="ＭＳ Ｐゴシック" charset="0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lvl="0" eaLnBrk="1" hangingPunct="1">
              <a:defRPr/>
            </a:pPr>
            <a:r>
              <a:rPr lang="en-US" sz="3200" dirty="0">
                <a:solidFill>
                  <a:srgbClr val="000000"/>
                </a:solidFill>
              </a:rPr>
              <a:t>Example 7: </a:t>
            </a: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j-ea"/>
                <a:cs typeface="+mj-cs"/>
              </a:rPr>
              <a:t>four-variable Karnaugh map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+mj-ea"/>
              <a:cs typeface="+mj-cs"/>
            </a:endParaRPr>
          </a:p>
        </p:txBody>
      </p:sp>
      <p:pic>
        <p:nvPicPr>
          <p:cNvPr id="109571" name="Picture 2" descr="Screen shot 2014-02-06 at 9.17.53 PM.png">
            <a:extLst>
              <a:ext uri="{FF2B5EF4-FFF2-40B4-BE49-F238E27FC236}">
                <a16:creationId xmlns:a16="http://schemas.microsoft.com/office/drawing/2014/main" id="{E7E891FF-D857-484E-8D0E-AF7677C9CF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0" y="609600"/>
            <a:ext cx="4914900" cy="5922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1" name="TextBox 125">
            <a:extLst>
              <a:ext uri="{FF2B5EF4-FFF2-40B4-BE49-F238E27FC236}">
                <a16:creationId xmlns:a16="http://schemas.microsoft.com/office/drawing/2014/main" id="{8E382894-7138-4388-ACB3-BA83AE5F45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53200" y="6477000"/>
            <a:ext cx="2630488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[ Figure 2.52a from the textbook ]</a:t>
            </a:r>
          </a:p>
        </p:txBody>
      </p:sp>
      <p:sp>
        <p:nvSpPr>
          <p:cNvPr id="92162" name="Rectangle 2">
            <a:extLst>
              <a:ext uri="{FF2B5EF4-FFF2-40B4-BE49-F238E27FC236}">
                <a16:creationId xmlns:a16="http://schemas.microsoft.com/office/drawing/2014/main" id="{63735475-B337-4CEA-9AD6-CB651A344C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52400"/>
            <a:ext cx="91440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b="1" dirty="0" err="1">
                <a:solidFill>
                  <a:srgbClr val="000000"/>
                </a:solidFill>
                <a:latin typeface="Arial" panose="020B0604020202020204" pitchFamily="34" charset="0"/>
              </a:rPr>
              <a:t>Lec</a:t>
            </a:r>
            <a:r>
              <a:rPr lang="en-US" altLang="en-US" b="1" dirty="0">
                <a:solidFill>
                  <a:srgbClr val="000000"/>
                </a:solidFill>
                <a:latin typeface="Arial" panose="020B0604020202020204" pitchFamily="34" charset="0"/>
              </a:rPr>
              <a:t> 9: Test Q1</a:t>
            </a:r>
            <a:endParaRPr kumimoji="0" lang="en-US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+mn-cs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B4EED4A-5C30-488E-8523-555006D00015}"/>
              </a:ext>
            </a:extLst>
          </p:cNvPr>
          <p:cNvGraphicFramePr>
            <a:graphicFrameLocks noGrp="1"/>
          </p:cNvGraphicFramePr>
          <p:nvPr/>
        </p:nvGraphicFramePr>
        <p:xfrm>
          <a:off x="5410200" y="2819400"/>
          <a:ext cx="3124200" cy="143161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81050">
                  <a:extLst>
                    <a:ext uri="{9D8B030D-6E8A-4147-A177-3AD203B41FA5}">
                      <a16:colId xmlns:a16="http://schemas.microsoft.com/office/drawing/2014/main" val="3660233607"/>
                    </a:ext>
                  </a:extLst>
                </a:gridCol>
                <a:gridCol w="781050">
                  <a:extLst>
                    <a:ext uri="{9D8B030D-6E8A-4147-A177-3AD203B41FA5}">
                      <a16:colId xmlns:a16="http://schemas.microsoft.com/office/drawing/2014/main" val="2393925010"/>
                    </a:ext>
                  </a:extLst>
                </a:gridCol>
                <a:gridCol w="781050">
                  <a:extLst>
                    <a:ext uri="{9D8B030D-6E8A-4147-A177-3AD203B41FA5}">
                      <a16:colId xmlns:a16="http://schemas.microsoft.com/office/drawing/2014/main" val="2657909868"/>
                    </a:ext>
                  </a:extLst>
                </a:gridCol>
                <a:gridCol w="781050">
                  <a:extLst>
                    <a:ext uri="{9D8B030D-6E8A-4147-A177-3AD203B41FA5}">
                      <a16:colId xmlns:a16="http://schemas.microsoft.com/office/drawing/2014/main" val="536899556"/>
                    </a:ext>
                  </a:extLst>
                </a:gridCol>
              </a:tblGrid>
              <a:tr h="715809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623412"/>
                  </a:ext>
                </a:extLst>
              </a:tr>
              <a:tr h="715809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9862621"/>
                  </a:ext>
                </a:extLst>
              </a:tr>
            </a:tbl>
          </a:graphicData>
        </a:graphic>
      </p:graphicFrame>
      <p:sp>
        <p:nvSpPr>
          <p:cNvPr id="7" name="Line 6">
            <a:extLst>
              <a:ext uri="{FF2B5EF4-FFF2-40B4-BE49-F238E27FC236}">
                <a16:creationId xmlns:a16="http://schemas.microsoft.com/office/drawing/2014/main" id="{602C5312-9408-4656-B56C-389B6CB2ED8F}"/>
              </a:ext>
            </a:extLst>
          </p:cNvPr>
          <p:cNvSpPr>
            <a:spLocks noChangeShapeType="1"/>
          </p:cNvSpPr>
          <p:nvPr/>
        </p:nvSpPr>
        <p:spPr bwMode="auto">
          <a:xfrm>
            <a:off x="4840287" y="2249487"/>
            <a:ext cx="569913" cy="569913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" name="Rectangle 9">
            <a:extLst>
              <a:ext uri="{FF2B5EF4-FFF2-40B4-BE49-F238E27FC236}">
                <a16:creationId xmlns:a16="http://schemas.microsoft.com/office/drawing/2014/main" id="{CFAEFDB4-2E53-440D-A859-DAB8B5C1AE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77032" y="2233613"/>
            <a:ext cx="306174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t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/>
                <a:ea typeface="MS PGothic"/>
                <a:cs typeface="+mn-cs"/>
              </a:rPr>
              <a:t>y</a:t>
            </a:r>
            <a:r>
              <a:rPr kumimoji="0" lang="en-US" altLang="en-US" sz="2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/>
                <a:ea typeface="MS PGothic"/>
                <a:cs typeface="+mn-cs"/>
              </a:rPr>
              <a:t>2</a:t>
            </a:r>
            <a:r>
              <a:rPr kumimoji="0" lang="en-US" alt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/>
                <a:ea typeface="MS PGothic"/>
                <a:cs typeface="+mn-cs"/>
              </a:rPr>
              <a:t> </a:t>
            </a:r>
            <a:endParaRPr kumimoji="0" lang="en-US" altLang="en-US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12" name="Rectangle 49">
            <a:extLst>
              <a:ext uri="{FF2B5EF4-FFF2-40B4-BE49-F238E27FC236}">
                <a16:creationId xmlns:a16="http://schemas.microsoft.com/office/drawing/2014/main" id="{1733D7AE-EAA7-41CC-8DEE-FAB1AFE885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16775" y="2057400"/>
            <a:ext cx="612347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t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/>
                <a:ea typeface="MS PGothic"/>
                <a:cs typeface="+mn-cs"/>
              </a:rPr>
              <a:t>y</a:t>
            </a:r>
            <a:r>
              <a:rPr kumimoji="0" lang="en-US" altLang="en-US" sz="2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/>
                <a:ea typeface="MS PGothic"/>
                <a:cs typeface="+mn-cs"/>
              </a:rPr>
              <a:t>0</a:t>
            </a:r>
            <a:r>
              <a:rPr kumimoji="0" lang="en-US" alt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/>
                <a:ea typeface="MS PGothic"/>
                <a:cs typeface="+mn-cs"/>
              </a:rPr>
              <a:t> y</a:t>
            </a:r>
            <a:r>
              <a:rPr kumimoji="0" lang="en-US" altLang="en-US" sz="2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/>
                <a:ea typeface="MS PGothic"/>
                <a:cs typeface="+mn-cs"/>
              </a:rPr>
              <a:t>1</a:t>
            </a:r>
            <a:r>
              <a:rPr kumimoji="0" lang="en-US" alt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/>
                <a:ea typeface="MS PGothic"/>
                <a:cs typeface="+mn-cs"/>
              </a:rPr>
              <a:t> </a:t>
            </a:r>
            <a:endParaRPr kumimoji="0" lang="en-US" altLang="en-US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409578E-BA5A-4131-A84D-6DC3BCEDA36A}"/>
              </a:ext>
            </a:extLst>
          </p:cNvPr>
          <p:cNvSpPr txBox="1"/>
          <p:nvPr/>
        </p:nvSpPr>
        <p:spPr>
          <a:xfrm>
            <a:off x="5561141" y="2423204"/>
            <a:ext cx="29732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00       01      11       10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5C70913-D478-4C60-AB9C-48FC7884C5B5}"/>
              </a:ext>
            </a:extLst>
          </p:cNvPr>
          <p:cNvSpPr txBox="1"/>
          <p:nvPr/>
        </p:nvSpPr>
        <p:spPr>
          <a:xfrm>
            <a:off x="5109926" y="2930654"/>
            <a:ext cx="44634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0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1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87B8DB9-E669-4B99-87C4-1613B3C6DF1A}"/>
              </a:ext>
            </a:extLst>
          </p:cNvPr>
          <p:cNvSpPr/>
          <p:nvPr/>
        </p:nvSpPr>
        <p:spPr>
          <a:xfrm>
            <a:off x="42030" y="714851"/>
            <a:ext cx="9025769" cy="172354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Find the simplest SOP form of the following functions using a K-map: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f(y0, y1, y2) = Σ m(0, 2, 3, 4, 6, 7)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Or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66FF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f(y0, y1, y2) = </a:t>
            </a:r>
            <a:r>
              <a:rPr kumimoji="0" lang="el-GR" sz="2400" b="0" i="0" u="none" strike="noStrike" kern="1200" cap="none" spc="0" normalizeH="0" baseline="0" noProof="0" dirty="0">
                <a:ln>
                  <a:noFill/>
                </a:ln>
                <a:solidFill>
                  <a:srgbClr val="0066FF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Π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66FF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 M(1, 5)</a:t>
            </a:r>
          </a:p>
        </p:txBody>
      </p:sp>
      <p:pic>
        <p:nvPicPr>
          <p:cNvPr id="11" name="Picture 26" descr="Screen shot 2013-09-23 at 3.02.25 PM.png">
            <a:extLst>
              <a:ext uri="{FF2B5EF4-FFF2-40B4-BE49-F238E27FC236}">
                <a16:creationId xmlns:a16="http://schemas.microsoft.com/office/drawing/2014/main" id="{99157DEC-5BC5-4948-BF15-ACEF3297E6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3276600"/>
            <a:ext cx="3505200" cy="2261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95066349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1" name="TextBox 125">
            <a:extLst>
              <a:ext uri="{FF2B5EF4-FFF2-40B4-BE49-F238E27FC236}">
                <a16:creationId xmlns:a16="http://schemas.microsoft.com/office/drawing/2014/main" id="{8E382894-7138-4388-ACB3-BA83AE5F45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53200" y="6477000"/>
            <a:ext cx="2630488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[ Figure 2.52a from the textbook ]</a:t>
            </a:r>
          </a:p>
        </p:txBody>
      </p:sp>
      <p:sp>
        <p:nvSpPr>
          <p:cNvPr id="92162" name="Rectangle 2">
            <a:extLst>
              <a:ext uri="{FF2B5EF4-FFF2-40B4-BE49-F238E27FC236}">
                <a16:creationId xmlns:a16="http://schemas.microsoft.com/office/drawing/2014/main" id="{63735475-B337-4CEA-9AD6-CB651A344C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52400"/>
            <a:ext cx="91440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b="1" dirty="0" err="1">
                <a:solidFill>
                  <a:srgbClr val="000000"/>
                </a:solidFill>
                <a:latin typeface="Arial" panose="020B0604020202020204" pitchFamily="34" charset="0"/>
              </a:rPr>
              <a:t>Lec</a:t>
            </a:r>
            <a:r>
              <a:rPr lang="en-US" altLang="en-US" b="1" dirty="0">
                <a:solidFill>
                  <a:srgbClr val="000000"/>
                </a:solidFill>
                <a:latin typeface="Arial" panose="020B0604020202020204" pitchFamily="34" charset="0"/>
              </a:rPr>
              <a:t> 9: Test Q1</a:t>
            </a:r>
            <a:endParaRPr kumimoji="0" lang="en-US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+mn-cs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B4EED4A-5C30-488E-8523-555006D000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8565554"/>
              </p:ext>
            </p:extLst>
          </p:nvPr>
        </p:nvGraphicFramePr>
        <p:xfrm>
          <a:off x="5410200" y="2819400"/>
          <a:ext cx="3124200" cy="143161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81050">
                  <a:extLst>
                    <a:ext uri="{9D8B030D-6E8A-4147-A177-3AD203B41FA5}">
                      <a16:colId xmlns:a16="http://schemas.microsoft.com/office/drawing/2014/main" val="3660233607"/>
                    </a:ext>
                  </a:extLst>
                </a:gridCol>
                <a:gridCol w="781050">
                  <a:extLst>
                    <a:ext uri="{9D8B030D-6E8A-4147-A177-3AD203B41FA5}">
                      <a16:colId xmlns:a16="http://schemas.microsoft.com/office/drawing/2014/main" val="2393925010"/>
                    </a:ext>
                  </a:extLst>
                </a:gridCol>
                <a:gridCol w="781050">
                  <a:extLst>
                    <a:ext uri="{9D8B030D-6E8A-4147-A177-3AD203B41FA5}">
                      <a16:colId xmlns:a16="http://schemas.microsoft.com/office/drawing/2014/main" val="2657909868"/>
                    </a:ext>
                  </a:extLst>
                </a:gridCol>
                <a:gridCol w="781050">
                  <a:extLst>
                    <a:ext uri="{9D8B030D-6E8A-4147-A177-3AD203B41FA5}">
                      <a16:colId xmlns:a16="http://schemas.microsoft.com/office/drawing/2014/main" val="536899556"/>
                    </a:ext>
                  </a:extLst>
                </a:gridCol>
              </a:tblGrid>
              <a:tr h="715809"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2400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2400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2400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2400" b="1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623412"/>
                  </a:ext>
                </a:extLst>
              </a:tr>
              <a:tr h="715809"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2400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2400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2400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2400" b="1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9862621"/>
                  </a:ext>
                </a:extLst>
              </a:tr>
            </a:tbl>
          </a:graphicData>
        </a:graphic>
      </p:graphicFrame>
      <p:sp>
        <p:nvSpPr>
          <p:cNvPr id="7" name="Line 6">
            <a:extLst>
              <a:ext uri="{FF2B5EF4-FFF2-40B4-BE49-F238E27FC236}">
                <a16:creationId xmlns:a16="http://schemas.microsoft.com/office/drawing/2014/main" id="{602C5312-9408-4656-B56C-389B6CB2ED8F}"/>
              </a:ext>
            </a:extLst>
          </p:cNvPr>
          <p:cNvSpPr>
            <a:spLocks noChangeShapeType="1"/>
          </p:cNvSpPr>
          <p:nvPr/>
        </p:nvSpPr>
        <p:spPr bwMode="auto">
          <a:xfrm>
            <a:off x="4840287" y="2249487"/>
            <a:ext cx="569913" cy="569913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" name="Rectangle 9">
            <a:extLst>
              <a:ext uri="{FF2B5EF4-FFF2-40B4-BE49-F238E27FC236}">
                <a16:creationId xmlns:a16="http://schemas.microsoft.com/office/drawing/2014/main" id="{CFAEFDB4-2E53-440D-A859-DAB8B5C1AE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77032" y="2233613"/>
            <a:ext cx="306174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t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/>
                <a:ea typeface="MS PGothic"/>
                <a:cs typeface="+mn-cs"/>
              </a:rPr>
              <a:t>y</a:t>
            </a:r>
            <a:r>
              <a:rPr kumimoji="0" lang="en-US" altLang="en-US" sz="2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/>
                <a:ea typeface="MS PGothic"/>
                <a:cs typeface="+mn-cs"/>
              </a:rPr>
              <a:t>2</a:t>
            </a:r>
            <a:r>
              <a:rPr kumimoji="0" lang="en-US" alt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/>
                <a:ea typeface="MS PGothic"/>
                <a:cs typeface="+mn-cs"/>
              </a:rPr>
              <a:t> </a:t>
            </a:r>
            <a:endParaRPr kumimoji="0" lang="en-US" altLang="en-US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12" name="Rectangle 49">
            <a:extLst>
              <a:ext uri="{FF2B5EF4-FFF2-40B4-BE49-F238E27FC236}">
                <a16:creationId xmlns:a16="http://schemas.microsoft.com/office/drawing/2014/main" id="{1733D7AE-EAA7-41CC-8DEE-FAB1AFE885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16775" y="2057400"/>
            <a:ext cx="612347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t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/>
                <a:ea typeface="MS PGothic"/>
                <a:cs typeface="+mn-cs"/>
              </a:rPr>
              <a:t>y</a:t>
            </a:r>
            <a:r>
              <a:rPr kumimoji="0" lang="en-US" altLang="en-US" sz="2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/>
                <a:ea typeface="MS PGothic"/>
                <a:cs typeface="+mn-cs"/>
              </a:rPr>
              <a:t>0</a:t>
            </a:r>
            <a:r>
              <a:rPr kumimoji="0" lang="en-US" alt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/>
                <a:ea typeface="MS PGothic"/>
                <a:cs typeface="+mn-cs"/>
              </a:rPr>
              <a:t> y</a:t>
            </a:r>
            <a:r>
              <a:rPr kumimoji="0" lang="en-US" altLang="en-US" sz="2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/>
                <a:ea typeface="MS PGothic"/>
                <a:cs typeface="+mn-cs"/>
              </a:rPr>
              <a:t>1</a:t>
            </a:r>
            <a:r>
              <a:rPr kumimoji="0" lang="en-US" alt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/>
                <a:ea typeface="MS PGothic"/>
                <a:cs typeface="+mn-cs"/>
              </a:rPr>
              <a:t> </a:t>
            </a:r>
            <a:endParaRPr kumimoji="0" lang="en-US" altLang="en-US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409578E-BA5A-4131-A84D-6DC3BCEDA36A}"/>
              </a:ext>
            </a:extLst>
          </p:cNvPr>
          <p:cNvSpPr txBox="1"/>
          <p:nvPr/>
        </p:nvSpPr>
        <p:spPr>
          <a:xfrm>
            <a:off x="5561141" y="2423204"/>
            <a:ext cx="29732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00       01      11       10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5C70913-D478-4C60-AB9C-48FC7884C5B5}"/>
              </a:ext>
            </a:extLst>
          </p:cNvPr>
          <p:cNvSpPr txBox="1"/>
          <p:nvPr/>
        </p:nvSpPr>
        <p:spPr>
          <a:xfrm>
            <a:off x="5109926" y="2930654"/>
            <a:ext cx="44634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0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1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87B8DB9-E669-4B99-87C4-1613B3C6DF1A}"/>
              </a:ext>
            </a:extLst>
          </p:cNvPr>
          <p:cNvSpPr/>
          <p:nvPr/>
        </p:nvSpPr>
        <p:spPr>
          <a:xfrm>
            <a:off x="42030" y="714851"/>
            <a:ext cx="9025769" cy="172354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Find the simplest SOP form of the following functions using a K-map: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f(y0, y1, y2) = Σ m(0, 2, 3, 4, 6, 7)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Or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66FF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f(y0, y1, y2) = </a:t>
            </a:r>
            <a:r>
              <a:rPr kumimoji="0" lang="el-GR" sz="2400" b="0" i="0" u="none" strike="noStrike" kern="1200" cap="none" spc="0" normalizeH="0" baseline="0" noProof="0" dirty="0">
                <a:ln>
                  <a:noFill/>
                </a:ln>
                <a:solidFill>
                  <a:srgbClr val="0066FF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Π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66FF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 M(1, 5)</a:t>
            </a:r>
          </a:p>
        </p:txBody>
      </p:sp>
      <p:pic>
        <p:nvPicPr>
          <p:cNvPr id="11" name="Picture 26" descr="Screen shot 2013-09-23 at 3.02.25 PM.png">
            <a:extLst>
              <a:ext uri="{FF2B5EF4-FFF2-40B4-BE49-F238E27FC236}">
                <a16:creationId xmlns:a16="http://schemas.microsoft.com/office/drawing/2014/main" id="{99157DEC-5BC5-4948-BF15-ACEF3297E6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3276600"/>
            <a:ext cx="3505200" cy="2261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16808435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1" name="TextBox 125">
            <a:extLst>
              <a:ext uri="{FF2B5EF4-FFF2-40B4-BE49-F238E27FC236}">
                <a16:creationId xmlns:a16="http://schemas.microsoft.com/office/drawing/2014/main" id="{8E382894-7138-4388-ACB3-BA83AE5F45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53200" y="6477000"/>
            <a:ext cx="2630488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[ Figure 2.52a from the textbook ]</a:t>
            </a:r>
          </a:p>
        </p:txBody>
      </p:sp>
      <p:sp>
        <p:nvSpPr>
          <p:cNvPr id="92162" name="Rectangle 2">
            <a:extLst>
              <a:ext uri="{FF2B5EF4-FFF2-40B4-BE49-F238E27FC236}">
                <a16:creationId xmlns:a16="http://schemas.microsoft.com/office/drawing/2014/main" id="{63735475-B337-4CEA-9AD6-CB651A344C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52400"/>
            <a:ext cx="9144000" cy="5352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sz="3100" b="1" dirty="0">
                <a:solidFill>
                  <a:srgbClr val="000000"/>
                </a:solidFill>
                <a:latin typeface="Arial" panose="020B0604020202020204" pitchFamily="34" charset="0"/>
              </a:rPr>
              <a:t>How to draw K-Map from the logic expression?</a:t>
            </a:r>
            <a:endParaRPr kumimoji="0" lang="en-US" altLang="en-US" sz="31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+mn-cs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B4EED4A-5C30-488E-8523-555006D000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7861177"/>
              </p:ext>
            </p:extLst>
          </p:nvPr>
        </p:nvGraphicFramePr>
        <p:xfrm>
          <a:off x="5410200" y="2819400"/>
          <a:ext cx="3124200" cy="143161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81050">
                  <a:extLst>
                    <a:ext uri="{9D8B030D-6E8A-4147-A177-3AD203B41FA5}">
                      <a16:colId xmlns:a16="http://schemas.microsoft.com/office/drawing/2014/main" val="3660233607"/>
                    </a:ext>
                  </a:extLst>
                </a:gridCol>
                <a:gridCol w="781050">
                  <a:extLst>
                    <a:ext uri="{9D8B030D-6E8A-4147-A177-3AD203B41FA5}">
                      <a16:colId xmlns:a16="http://schemas.microsoft.com/office/drawing/2014/main" val="2393925010"/>
                    </a:ext>
                  </a:extLst>
                </a:gridCol>
                <a:gridCol w="781050">
                  <a:extLst>
                    <a:ext uri="{9D8B030D-6E8A-4147-A177-3AD203B41FA5}">
                      <a16:colId xmlns:a16="http://schemas.microsoft.com/office/drawing/2014/main" val="2657909868"/>
                    </a:ext>
                  </a:extLst>
                </a:gridCol>
                <a:gridCol w="781050">
                  <a:extLst>
                    <a:ext uri="{9D8B030D-6E8A-4147-A177-3AD203B41FA5}">
                      <a16:colId xmlns:a16="http://schemas.microsoft.com/office/drawing/2014/main" val="536899556"/>
                    </a:ext>
                  </a:extLst>
                </a:gridCol>
              </a:tblGrid>
              <a:tr h="715809"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2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623412"/>
                  </a:ext>
                </a:extLst>
              </a:tr>
              <a:tr h="715809"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2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9862621"/>
                  </a:ext>
                </a:extLst>
              </a:tr>
            </a:tbl>
          </a:graphicData>
        </a:graphic>
      </p:graphicFrame>
      <p:sp>
        <p:nvSpPr>
          <p:cNvPr id="7" name="Line 6">
            <a:extLst>
              <a:ext uri="{FF2B5EF4-FFF2-40B4-BE49-F238E27FC236}">
                <a16:creationId xmlns:a16="http://schemas.microsoft.com/office/drawing/2014/main" id="{602C5312-9408-4656-B56C-389B6CB2ED8F}"/>
              </a:ext>
            </a:extLst>
          </p:cNvPr>
          <p:cNvSpPr>
            <a:spLocks noChangeShapeType="1"/>
          </p:cNvSpPr>
          <p:nvPr/>
        </p:nvSpPr>
        <p:spPr bwMode="auto">
          <a:xfrm>
            <a:off x="4840287" y="2249487"/>
            <a:ext cx="569913" cy="569913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" name="Rectangle 9">
            <a:extLst>
              <a:ext uri="{FF2B5EF4-FFF2-40B4-BE49-F238E27FC236}">
                <a16:creationId xmlns:a16="http://schemas.microsoft.com/office/drawing/2014/main" id="{CFAEFDB4-2E53-440D-A859-DAB8B5C1AE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77032" y="2233613"/>
            <a:ext cx="306174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t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/>
                <a:ea typeface="MS PGothic"/>
                <a:cs typeface="+mn-cs"/>
              </a:rPr>
              <a:t>y</a:t>
            </a:r>
            <a:r>
              <a:rPr kumimoji="0" lang="en-US" altLang="en-US" sz="2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/>
                <a:ea typeface="MS PGothic"/>
                <a:cs typeface="+mn-cs"/>
              </a:rPr>
              <a:t>2</a:t>
            </a:r>
            <a:r>
              <a:rPr kumimoji="0" lang="en-US" alt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/>
                <a:ea typeface="MS PGothic"/>
                <a:cs typeface="+mn-cs"/>
              </a:rPr>
              <a:t> </a:t>
            </a:r>
            <a:endParaRPr kumimoji="0" lang="en-US" altLang="en-US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12" name="Rectangle 49">
            <a:extLst>
              <a:ext uri="{FF2B5EF4-FFF2-40B4-BE49-F238E27FC236}">
                <a16:creationId xmlns:a16="http://schemas.microsoft.com/office/drawing/2014/main" id="{1733D7AE-EAA7-41CC-8DEE-FAB1AFE885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16775" y="2057400"/>
            <a:ext cx="612347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t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/>
                <a:ea typeface="MS PGothic"/>
                <a:cs typeface="+mn-cs"/>
              </a:rPr>
              <a:t>y</a:t>
            </a:r>
            <a:r>
              <a:rPr kumimoji="0" lang="en-US" altLang="en-US" sz="2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/>
                <a:ea typeface="MS PGothic"/>
                <a:cs typeface="+mn-cs"/>
              </a:rPr>
              <a:t>0</a:t>
            </a:r>
            <a:r>
              <a:rPr kumimoji="0" lang="en-US" alt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/>
                <a:ea typeface="MS PGothic"/>
                <a:cs typeface="+mn-cs"/>
              </a:rPr>
              <a:t> y</a:t>
            </a:r>
            <a:r>
              <a:rPr kumimoji="0" lang="en-US" altLang="en-US" sz="2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/>
                <a:ea typeface="MS PGothic"/>
                <a:cs typeface="+mn-cs"/>
              </a:rPr>
              <a:t>1</a:t>
            </a:r>
            <a:r>
              <a:rPr kumimoji="0" lang="en-US" alt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/>
                <a:ea typeface="MS PGothic"/>
                <a:cs typeface="+mn-cs"/>
              </a:rPr>
              <a:t> </a:t>
            </a:r>
            <a:endParaRPr kumimoji="0" lang="en-US" altLang="en-US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409578E-BA5A-4131-A84D-6DC3BCEDA36A}"/>
              </a:ext>
            </a:extLst>
          </p:cNvPr>
          <p:cNvSpPr txBox="1"/>
          <p:nvPr/>
        </p:nvSpPr>
        <p:spPr>
          <a:xfrm>
            <a:off x="5561141" y="2423204"/>
            <a:ext cx="29732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00       01      11       10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5C70913-D478-4C60-AB9C-48FC7884C5B5}"/>
              </a:ext>
            </a:extLst>
          </p:cNvPr>
          <p:cNvSpPr txBox="1"/>
          <p:nvPr/>
        </p:nvSpPr>
        <p:spPr>
          <a:xfrm>
            <a:off x="5109926" y="2930654"/>
            <a:ext cx="44634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0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587B8DB9-E669-4B99-87C4-1613B3C6DF1A}"/>
                  </a:ext>
                </a:extLst>
              </p:cNvPr>
              <p:cNvSpPr/>
              <p:nvPr/>
            </p:nvSpPr>
            <p:spPr>
              <a:xfrm>
                <a:off x="42030" y="714851"/>
                <a:ext cx="9025769" cy="86363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>
                  <a:defRPr/>
                </a:pPr>
                <a:r>
                  <a:rPr lang="en-US" dirty="0"/>
                  <a:t>Use Karnaugh Maps to convert the following expressions to </a:t>
                </a:r>
                <a:r>
                  <a:rPr lang="en-US" u="sng" dirty="0"/>
                  <a:t>simplified SOP expressions</a:t>
                </a:r>
                <a:r>
                  <a:rPr lang="en-US" dirty="0"/>
                  <a:t>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̅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acc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acc>
                      <m:accPr>
                        <m:chr m:val="̅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acc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acc>
                      <m:accPr>
                        <m:chr m:val="̅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acc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acc>
                      <m:accPr>
                        <m:chr m:val="̅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acc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acc>
                      <m:accPr>
                        <m:chr m:val="̅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acc>
                  </m:oMath>
                </a14:m>
                <a:endPara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</mc:Choice>
        <mc:Fallback xmlns="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587B8DB9-E669-4B99-87C4-1613B3C6DF1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030" y="714851"/>
                <a:ext cx="9025769" cy="863634"/>
              </a:xfrm>
              <a:prstGeom prst="rect">
                <a:avLst/>
              </a:prstGeom>
              <a:blipFill>
                <a:blip r:embed="rId2"/>
                <a:stretch>
                  <a:fillRect l="-1081" t="-5634" b="-112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Picture 26" descr="Screen shot 2013-09-23 at 3.02.25 PM.png">
            <a:extLst>
              <a:ext uri="{FF2B5EF4-FFF2-40B4-BE49-F238E27FC236}">
                <a16:creationId xmlns:a16="http://schemas.microsoft.com/office/drawing/2014/main" id="{99157DEC-5BC5-4948-BF15-ACEF3297E62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3276600"/>
            <a:ext cx="3505200" cy="2261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3D31F377-C613-470B-8EBA-0672DDAD7DAE}"/>
                  </a:ext>
                </a:extLst>
              </p14:cNvPr>
              <p14:cNvContentPartPr/>
              <p14:nvPr/>
            </p14:nvContentPartPr>
            <p14:xfrm>
              <a:off x="4378320" y="1667880"/>
              <a:ext cx="3814200" cy="241524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3D31F377-C613-470B-8EBA-0672DDAD7DA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368960" y="1658520"/>
                <a:ext cx="3832920" cy="2433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50244490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3" name="Title 1">
            <a:extLst>
              <a:ext uri="{FF2B5EF4-FFF2-40B4-BE49-F238E27FC236}">
                <a16:creationId xmlns:a16="http://schemas.microsoft.com/office/drawing/2014/main" id="{A2B23109-956F-44AB-915F-A4D8FAD92E5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2566988"/>
            <a:ext cx="9144000" cy="1219200"/>
          </a:xfrm>
        </p:spPr>
        <p:txBody>
          <a:bodyPr/>
          <a:lstStyle/>
          <a:p>
            <a:r>
              <a:rPr lang="en-US" altLang="en-US"/>
              <a:t>Five-Variable K-Map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617" name="Picture 3" descr="F:\LogicBook\PowerPoint\chapter4\figure4.8.wmf">
            <a:extLst>
              <a:ext uri="{FF2B5EF4-FFF2-40B4-BE49-F238E27FC236}">
                <a16:creationId xmlns:a16="http://schemas.microsoft.com/office/drawing/2014/main" id="{F4657529-B936-4539-977C-F9009A0D39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1524000"/>
            <a:ext cx="7404100" cy="4413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1618" name="TextBox 125">
            <a:extLst>
              <a:ext uri="{FF2B5EF4-FFF2-40B4-BE49-F238E27FC236}">
                <a16:creationId xmlns:a16="http://schemas.microsoft.com/office/drawing/2014/main" id="{4B7242A3-B9B3-4C15-87BF-227C782595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56388" y="6477000"/>
            <a:ext cx="25527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[ Figure 2.55 from the textbook ]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4E74972C-B3AC-DE47-9B98-C65C87F844A4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304800"/>
            <a:ext cx="9144000" cy="685800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+mj-lt"/>
                <a:ea typeface="+mj-ea"/>
                <a:cs typeface="ＭＳ Ｐゴシック" charset="0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j-ea"/>
                <a:cs typeface="+mj-cs"/>
              </a:rPr>
              <a:t>A five-variable </a:t>
            </a:r>
            <a:r>
              <a:rPr kumimoji="0" lang="en-US" sz="36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j-ea"/>
                <a:cs typeface="+mj-cs"/>
              </a:rPr>
              <a:t>Karnaugh</a:t>
            </a: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j-ea"/>
                <a:cs typeface="+mj-cs"/>
              </a:rPr>
              <a:t> map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6A6597-0E44-4F9E-9167-9A8E3C214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228600"/>
            <a:ext cx="8686800" cy="609600"/>
          </a:xfrm>
        </p:spPr>
        <p:txBody>
          <a:bodyPr/>
          <a:lstStyle/>
          <a:p>
            <a:r>
              <a:rPr lang="en-US" sz="4800" dirty="0"/>
              <a:t>END Slide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90BAC1C-2592-44F2-852C-C27A9C18F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97966BF-D65F-4E28-A407-653B2DF03F01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102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pic>
        <p:nvPicPr>
          <p:cNvPr id="5" name="Picture 2" descr="Q &amp; A – Mechatronics World">
            <a:extLst>
              <a:ext uri="{FF2B5EF4-FFF2-40B4-BE49-F238E27FC236}">
                <a16:creationId xmlns:a16="http://schemas.microsoft.com/office/drawing/2014/main" id="{B84F8481-55AC-4F48-B0CC-DA3B1C727772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8934" y="1295400"/>
            <a:ext cx="7971420" cy="47828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61507520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927F5C48263E44CA0E4BF48DA5842DF" ma:contentTypeVersion="10" ma:contentTypeDescription="Create a new document." ma:contentTypeScope="" ma:versionID="cc6a9fdc59c3920af0e32ab9cc6bc759">
  <xsd:schema xmlns:xsd="http://www.w3.org/2001/XMLSchema" xmlns:xs="http://www.w3.org/2001/XMLSchema" xmlns:p="http://schemas.microsoft.com/office/2006/metadata/properties" xmlns:ns3="2545ccdc-34fc-4cec-a48d-ba29d7877a97" targetNamespace="http://schemas.microsoft.com/office/2006/metadata/properties" ma:root="true" ma:fieldsID="7474bca7c2d6847eb37e3847f5421f7f" ns3:_="">
    <xsd:import namespace="2545ccdc-34fc-4cec-a48d-ba29d7877a97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ServiceAutoKeyPoints" minOccurs="0"/>
                <xsd:element ref="ns3:MediaServiceKeyPoints" minOccurs="0"/>
                <xsd:element ref="ns3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545ccdc-34fc-4cec-a48d-ba29d7877a9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9D90360-3B21-4048-9E84-CD66033C6025}">
  <ds:schemaRefs>
    <ds:schemaRef ds:uri="http://schemas.microsoft.com/office/2006/metadata/properties"/>
    <ds:schemaRef ds:uri="http://schemas.microsoft.com/office/infopath/2007/PartnerControls"/>
    <ds:schemaRef ds:uri="http://purl.org/dc/elements/1.1/"/>
    <ds:schemaRef ds:uri="http://schemas.openxmlformats.org/package/2006/metadata/core-properties"/>
    <ds:schemaRef ds:uri="2545ccdc-34fc-4cec-a48d-ba29d7877a97"/>
    <ds:schemaRef ds:uri="http://schemas.microsoft.com/office/2006/documentManagement/types"/>
    <ds:schemaRef ds:uri="http://www.w3.org/XML/1998/namespace"/>
    <ds:schemaRef ds:uri="http://purl.org/dc/dcmitype/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2C638D98-A44F-4A29-B2B9-D9FD8ACC44E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956FE2E-B4F1-4025-B184-05238CA68BD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545ccdc-34fc-4cec-a48d-ba29d7877a9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7044</TotalTime>
  <Words>4065</Words>
  <Application>Microsoft Office PowerPoint</Application>
  <PresentationFormat>On-screen Show (4:3)</PresentationFormat>
  <Paragraphs>1758</Paragraphs>
  <Slides>102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102</vt:i4>
      </vt:variant>
    </vt:vector>
  </HeadingPairs>
  <TitlesOfParts>
    <vt:vector size="115" baseType="lpstr">
      <vt:lpstr>MS PGothic</vt:lpstr>
      <vt:lpstr>MS PGothic</vt:lpstr>
      <vt:lpstr>Arial</vt:lpstr>
      <vt:lpstr>Calibri</vt:lpstr>
      <vt:lpstr>Cambria Math</vt:lpstr>
      <vt:lpstr>Courier New</vt:lpstr>
      <vt:lpstr>Helvetica</vt:lpstr>
      <vt:lpstr>Times</vt:lpstr>
      <vt:lpstr>Times New Roman</vt:lpstr>
      <vt:lpstr>Times-Roman</vt:lpstr>
      <vt:lpstr>Wingdings</vt:lpstr>
      <vt:lpstr>Default Design</vt:lpstr>
      <vt:lpstr>Document</vt:lpstr>
      <vt:lpstr>PowerPoint Presentation</vt:lpstr>
      <vt:lpstr>Administrative Stuff</vt:lpstr>
      <vt:lpstr>09–Karnaugh Maps</vt:lpstr>
      <vt:lpstr>PowerPoint Presentation</vt:lpstr>
      <vt:lpstr>Motivation</vt:lpstr>
      <vt:lpstr>Do You Still Remember This  Boolean Algebra Theorem?</vt:lpstr>
      <vt:lpstr>Two-Variable K-Map</vt:lpstr>
      <vt:lpstr>Karnaugh Map (K-map)</vt:lpstr>
      <vt:lpstr>Karnaugh Map (K-map)</vt:lpstr>
      <vt:lpstr>Minterms</vt:lpstr>
      <vt:lpstr>Minterm Example</vt:lpstr>
      <vt:lpstr>Minterm Example</vt:lpstr>
      <vt:lpstr>Grouping Example</vt:lpstr>
      <vt:lpstr>Grouping Example</vt:lpstr>
      <vt:lpstr>Grouping Example</vt:lpstr>
      <vt:lpstr>Grouping Example</vt:lpstr>
      <vt:lpstr>Grouping Rules</vt:lpstr>
      <vt:lpstr>Two-Variable K-map</vt:lpstr>
      <vt:lpstr>Step-By-Step Example</vt:lpstr>
      <vt:lpstr>Step-By-Step Example</vt:lpstr>
      <vt:lpstr>1. Draw The Map</vt:lpstr>
      <vt:lpstr>2. Fill The Map</vt:lpstr>
      <vt:lpstr>3. Group</vt:lpstr>
      <vt:lpstr>3. Group</vt:lpstr>
      <vt:lpstr>3. Group</vt:lpstr>
      <vt:lpstr>4. Write The Expression</vt:lpstr>
      <vt:lpstr>Writing The Expression</vt:lpstr>
      <vt:lpstr>Writing The Expression</vt:lpstr>
      <vt:lpstr>These are all valid groupings</vt:lpstr>
      <vt:lpstr>Why are these two not valid?</vt:lpstr>
      <vt:lpstr>Let’s Find Out</vt:lpstr>
      <vt:lpstr>Let’s Find Out</vt:lpstr>
      <vt:lpstr>Let’s Find Out</vt:lpstr>
      <vt:lpstr>Let’s Find Out</vt:lpstr>
      <vt:lpstr>Three-Variable K-Map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Gray Code</vt:lpstr>
      <vt:lpstr>Gray Code &amp; K-map </vt:lpstr>
      <vt:lpstr>Gray Code &amp; K-map </vt:lpstr>
      <vt:lpstr>Gray Code &amp; K-map </vt:lpstr>
      <vt:lpstr>Gray Code &amp; K-map </vt:lpstr>
      <vt:lpstr>Gray Code &amp; K-map </vt:lpstr>
      <vt:lpstr>Gray Code &amp; K-map </vt:lpstr>
      <vt:lpstr>Gray Code &amp; K-map </vt:lpstr>
      <vt:lpstr>Gray Code &amp; K-map </vt:lpstr>
      <vt:lpstr>Gray Code &amp; K-map </vt:lpstr>
      <vt:lpstr>Gray Code &amp; K-map </vt:lpstr>
      <vt:lpstr>Adjacency Rules</vt:lpstr>
      <vt:lpstr>Gray Code &amp; K-map </vt:lpstr>
      <vt:lpstr>Gray Code &amp; K-map </vt:lpstr>
      <vt:lpstr>Adjacency Rules</vt:lpstr>
      <vt:lpstr>Adjacency Rules</vt:lpstr>
      <vt:lpstr>These are valid groupings</vt:lpstr>
      <vt:lpstr>These are valid groupings</vt:lpstr>
      <vt:lpstr>These are valid groupings</vt:lpstr>
      <vt:lpstr>These are valid groupings</vt:lpstr>
      <vt:lpstr>These are valid groupings</vt:lpstr>
      <vt:lpstr>This is a valid grouping</vt:lpstr>
      <vt:lpstr>Some invalid groupings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Four-Variable K-Map</vt:lpstr>
      <vt:lpstr>PowerPoint Presentation</vt:lpstr>
      <vt:lpstr>PowerPoint Presentation</vt:lpstr>
      <vt:lpstr>Adjacency Rules</vt:lpstr>
      <vt:lpstr>Adjacency Rules</vt:lpstr>
      <vt:lpstr>Adjacency Rules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Five-Variable K-Map</vt:lpstr>
      <vt:lpstr>PowerPoint Presentation</vt:lpstr>
      <vt:lpstr>END Slide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Copyright 2004 Pearson Addison-Wesley</dc:creator>
  <cp:lastModifiedBy>Ahamed, Md Maruf [E CPE]</cp:lastModifiedBy>
  <cp:revision>211</cp:revision>
  <dcterms:created xsi:type="dcterms:W3CDTF">2003-05-23T15:49:24Z</dcterms:created>
  <dcterms:modified xsi:type="dcterms:W3CDTF">2022-02-07T23:18:36Z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0x010100D927F5C48263E44CA0E4BF48DA5842DF</vt:lpwstr>
  </property>
</Properties>
</file>